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76" r:id="rId6"/>
    <p:sldId id="278" r:id="rId7"/>
    <p:sldId id="287" r:id="rId8"/>
    <p:sldId id="275" r:id="rId9"/>
    <p:sldId id="301" r:id="rId10"/>
    <p:sldId id="306" r:id="rId11"/>
    <p:sldId id="277" r:id="rId12"/>
    <p:sldId id="280" r:id="rId13"/>
    <p:sldId id="302" r:id="rId14"/>
    <p:sldId id="281" r:id="rId15"/>
    <p:sldId id="283" r:id="rId16"/>
    <p:sldId id="288" r:id="rId17"/>
    <p:sldId id="303" r:id="rId18"/>
    <p:sldId id="284" r:id="rId19"/>
    <p:sldId id="304" r:id="rId20"/>
    <p:sldId id="305" r:id="rId21"/>
    <p:sldId id="299" r:id="rId22"/>
    <p:sldId id="285" r:id="rId23"/>
    <p:sldId id="286" r:id="rId24"/>
    <p:sldId id="289" r:id="rId25"/>
    <p:sldId id="290" r:id="rId26"/>
    <p:sldId id="292" r:id="rId27"/>
    <p:sldId id="279" r:id="rId28"/>
    <p:sldId id="291" r:id="rId29"/>
    <p:sldId id="293" r:id="rId30"/>
    <p:sldId id="295" r:id="rId31"/>
    <p:sldId id="294" r:id="rId32"/>
    <p:sldId id="296" r:id="rId33"/>
    <p:sldId id="298" r:id="rId34"/>
    <p:sldId id="297" r:id="rId35"/>
    <p:sldId id="30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86" d="100"/>
          <a:sy n="86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5T08:43:18.8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19590 7696 4424 0,'0'0'992'0,"0"0"-420"0,0 0 92 16,0 0-68-16,0 0 2140 0,0 0-1239 0,0 0-153 0,0 0-436 31,0 0-224-31,0 0-28 0,17 0-112 0,-13 0-80 16,-1 0-72-16,5 0-20 0,5 3 28 15,-2 1-76-15,9-4-64 0,4 3-40 16,0-1 16-16,8 1-64 0,-1-3 40 0,5 0-64 16,-4 0-76-16,5 0 52 0,-2 0-124 15,1 0 0-15,4-3 0 16,4 1 0-16,-1 2 0 0,6-3 36 0,-2 3-36 15,-3 0-48-15,4 3 40 0,4-1-152 0,-9 5 92 16,2-4 60 0,-2 1-56-16,-4-1-12 0,-2 0 72 0,-1 0-8 15,-8 0-124-15,-5-3 88 0,1 0-148 0,-7 0 32 16,-6 0-220-16,-3 2-12 16,-4-2-164-16,0 5-308 0,-4-3-744 0,0 5-1188 0,-12-1-3385 0</inkml:trace>
  <inkml:trace contextRef="#ctx0" brushRef="#br0" timeOffset="9781.956">11112 9087 6108 0,'0'0'1548'0,"0"0"4037"0,0 0-4113 15,0 0-228-15,0 0 72 0,-64 73-140 16,44-39-156-16,-12 10-160 0,0 8-216 16,-3 11-256-16,-5 10-204 0,-8 13-100 15,0 3-32-15,-4 9-52 0,0 4-56 0,5-4 56 0,6-9 4 16,6-13 4 0,11-12-4-16,8-16-4 0,4-17-144 0,8-9-88 15,4-8-192-15,0-8-324 16,0-6-48-16,4 0-136 0,8-10-756 0,0-9 356 0,8-13-1144 0,-8 7-2445 15,8-32-2759-15</inkml:trace>
  <inkml:trace contextRef="#ctx0" brushRef="#br0" timeOffset="10036.98">10976 9236 8248 0,'0'0'2164'16,"0"0"-875"-16,0 0-137 0,0 0 56 15,0 0-44-15,0 0 532 0,0 0-344 16,52 63-344-16,-32-18-332 0,0 10-40 0,4 8-188 16,4 9-180-16,0 11-132 15,-4-1-136-15,0 7-60 0,-1-3 60 16,-3-7-4-16,-4-8 4 0,-4-8-16 0,0-16-56 16,-3-9-48-16,-2-11-28 0,1-8-20 0,-8-11-164 0,4-5-68 15,-4 0-28 1,0-3-272-16,-4-3-64 0,-4-6-376 15,-8-10-1196-15,4 3-1993 0,-16-16-1719 16</inkml:trace>
  <inkml:trace contextRef="#ctx0" brushRef="#br0" timeOffset="10186.011">10777 9836 10604 0,'0'0'1981'0,"0"0"-1013"0,0 0 36 15,0 0 180-15,0 0-152 0,0 0-288 16,0 0 12-16,0 0 8 0,84-4-372 0,-52 4-264 15,11 0-128-15,-3-6-184 0,4 0-52 16,4 3-32-16,4-3-668 16,0 2-620-16,-9 4-1656 0,13 4-4073 0</inkml:trace>
  <inkml:trace contextRef="#ctx0" brushRef="#br0" timeOffset="10743.638">11840 10715 8916 0,'0'0'776'0,"0"0"2121"0,0 0-1357 16,0 0 52-16,88 49-188 0,-52-24-340 16,8 6-200-16,4 4-104 0,8 6-196 15,7 7-76-15,10 3 204 0,2 2-143 16,5 5-285-16,-1 2-68 0,5 4-28 0,-4-1-120 16,-5 1-40-16,5-1-12 0,-4 1 4 15,0 2-8-15,-1-2-88 0,-3 0 12 16,0-1 80-16,-8-3-116 0,-1-3-28 15,-12-3 64-15,2-6-12 0,-14-7-28 16,-2-3 28-16,-9-6 48 0,-5-3 36 0,-7-7-73 16,-4-3 37-16,0-3-148 0,-8-7-48 15,0-3 12-15,0-2-84 16,-4-1-84-16,0-3-276 0,-8 0-180 16,-8-3-752-16,-3-7-1552 0,-2 1-2405 0,-22-14-2914 15</inkml:trace>
  <inkml:trace contextRef="#ctx0" brushRef="#br0" timeOffset="10978.836">13152 12223 6036 0,'0'0'7113'0,"0"0"-6449"0,0 0-536 0,0 0 200 16,0 0 332-16,95 67 420 0,-71-57 112 15,4-4-240-15,0-3-112 0,4 0 68 16,4-3-288-16,0-6-192 0,-5-7-88 15,1-2 0-15,-4-7 89 0,0-7-153 16,0-3-104-16,-8-10-136 0,4-2-36 16,-8-7-160-16,-1-3-152 0,2-3-129 15,-6 3-119-15,-2 4-156 0,-1 4-460 0,-4 2-1364 0,-1 13-3000 16,1-10-3209 0</inkml:trace>
  <inkml:trace contextRef="#ctx0" brushRef="#br0" timeOffset="11423.908">14072 12278 9732 0,'0'0'3101'16,"0"0"-2121"-16,0 0-408 0,0 0-16 16,0 0 664-16,0 0 80 0,0 0-140 15,52 72-324-15,-36-27-212 0,0 3-196 0,-4 9-48 16,-1 3-112-16,2 3-100 16,-2 1-56-16,-3 2-64 0,1-3-48 15,-5-1-64-15,-4-6-216 0,3-4-136 0,-3-11-12 16,0-6 40-16,0-13 128 0,0-13 16 15,0-5-200-15,0-4-440 0,-7-10-672 16,3-9-1272-16,-1 3-1609 0,-3-22-1559 0</inkml:trace>
  <inkml:trace contextRef="#ctx0" brushRef="#br0" timeOffset="11569.713">14283 12753 2948 0,'0'0'8721'0,"0"0"-6217"0,76-12-712 15,-41 10-304-15,10-3-304 0,2-1-372 0,1 3-236 16,0 0-52-16,-4-4-84 15,-1 1-88-15,2 0-108 0,-6-7-244 0,-3 1-12 0,0-4-328 0,-4-3-344 0,-1-1-256 32,-6-1-424-32,-5-2-804 0,-5 4-2040 15,-2-9-1517-15</inkml:trace>
  <inkml:trace contextRef="#ctx0" brushRef="#br0" timeOffset="11745.433">14853 12281 11109 0,'0'0'2076'0,"0"0"-1008"15,0 0-372-15,0 0 108 0,0 0 76 16,0 66 152-16,4-34-4 0,4 3-280 0,-4 3-256 0,0 7-176 16,4 2-156-1,-4 4-60-15,-1 3-100 0,2 3-108 16,-5 1-408-16,0-1-216 0,0-3-380 0,-5-1-604 16,2-15-1496-16,-5 7-3417 0</inkml:trace>
  <inkml:trace contextRef="#ctx0" brushRef="#br0" timeOffset="12880.122">10618 11496 7324 0,'0'0'1584'15,"0"0"521"-15,0 0-205 0,0 0-816 0,0 0 76 16,0 0-352-16,0 0-256 0,0 0 284 15,0 0 4-15,47 99-236 0,-27-45-244 0,5 6-164 0,-1 9-60 16,-1 8-136 0,1 2-52-16,0 3-32 0,-5-1-40 15,6-9-12-15,-5-4 16 0,0-15 68 0,-1-11 52 16,-6-14 0-16,-2-12 100 16,1-3-64-16,-3-7-36 0,-2-4 0 0,1-2 56 15,5 0 228-15,-2-8 36 0,1-9-40 16,4-8-60-16,0-10-48 0,0-3-52 0,0-6-32 0,-4-7-88 15,-4 0-24-15,0 1-28 0,0 2-32 0,-4-4 84 16,0 6-108-16,-4 1-112 0,0-3-88 0,0 4-12 31,-4 6-96-31,-5 0 24 0,2 9-128 16,3 7-60-16,0 9-92 0,4 4 124 16,0 9-120-16,-4 0-696 0,0 0-892 15,4 5-1665-15,-12 9-2263 0</inkml:trace>
  <inkml:trace contextRef="#ctx0" brushRef="#br0" timeOffset="13098.922">10781 11932 9440 0,'0'0'2685'0,"0"0"-1041"0,0 0-264 0,0 0 44 0,0 0-244 16,0 0-316-1,0 0-284-15,0 0-260 0,0 0-192 0,0 0-128 16,0 0-108-16,16-26-76 0,-4 20-40 16,3 2 4-16,2 4 36 0,3 0-52 15,3 0 64-15,-3 7-124 0,5 2-584 16,-1-2-236-16,-5 2-724 0,-3-3-1188 0,12 1-2389 16</inkml:trace>
  <inkml:trace contextRef="#ctx0" brushRef="#br0" timeOffset="13396.524">11443 12090 8220 0,'0'0'1876'0,"0"0"-675"15,0 0-33-15,83 13 324 0,-47-13-100 16,-5 0-436-16,6 0-480 0,-5-3-376 0,0-7-100 16,0-2-64-16,-4-1-224 0,-5-3-680 0,1-7-292 15,-4 1-448 1,-8 3-1385-16,4-13-3323 0</inkml:trace>
  <inkml:trace contextRef="#ctx0" brushRef="#br0" timeOffset="13745.438">11662 11655 8776 0,'0'0'2625'0,"0"0"-1521"0,0 0-376 0,0 0 416 15,0 0 168 1,-20 64-8-16,16-42-360 0,4 4-364 15,0-1-164-15,0 6 28 0,7 4-112 16,-3 7-76-16,5 2-60 0,-1 7-88 0,-1 0 76 0,1 6-48 16,1 0-52-16,2-1 36 0,1 6 16 15,-3-8-64-15,2 0-64 16,-3-4 0-16,1-2 52 0,-5-10-44 16,3-3 32-16,-3-6-36 0,-4-4 48 15,4-6-12-15,-4-6 0 0,0 2-44 0,0-5-4 16,-8 0 12-16,1-4-12 0,-6 0-108 15,-2-6-136-15,-2 0-48 0,-2 0-12 0,-5-6-64 16,3-7 76 0,-3 4-64-16,5-4 132 0,3 0-104 0,0 0 140 15,4 1 140-15,0-2-408 0,4 6 184 0,5-5-152 0,-6 3-208 16,5 1-224-16,4-1-288 16,0 2-648-16,-4 1-1409 15,4-6-2699-15</inkml:trace>
  <inkml:trace contextRef="#ctx0" brushRef="#br0" timeOffset="15705.98">15223 13116 4500 0,'0'0'1524'16,"0"0"-1004"-16,0 0 388 15,0 0 3097-15,0 0-2609 16,0 0-124-16,0 0-196 0,0 0-296 16,0 0-40-16,60 75-104 15,-40-50-128-15,8 5-76 0,0-1-84 0,4 2 8 0,-4 4-112 16,4-4-84-16,-9 2-108 0,5-5-52 15,-8-3-4-15,1-6 0 0,-6-6-80 0,1-6-16 0,-4-4-36 0,0-3-20 32,-4 0-488-32,-4-3-296 0,4-7-120 15,-4-2-540-15,-4-5-1112 0,0 5-2693 16</inkml:trace>
  <inkml:trace contextRef="#ctx0" brushRef="#br0" timeOffset="15882.817">15359 13183 3664 0,'0'0'1564'0,"0"0"-808"16,0 0 3348-16,0 0-2571 0,0 0-237 0,-88 38-328 0,72-19-120 16,1 6-140-16,-6 3-244 0,10 1-164 0,-6 0-156 15,6-4-144-15,-2-3-192 0,6-6-136 32,-1-3-212-32,4-7-256 0,0-6-296 0,0 0-996 15,4-6-2473-15,0-13-883 0</inkml:trace>
  <inkml:trace contextRef="#ctx0" brushRef="#br0" timeOffset="16014.482">15319 13134 6156 0,'0'0'3132'0,"0"0"-1299"16,0 0-573-16,0 0-124 0,100 24-336 16,-77-13-244-16,1 3-304 15,4-6-252-15,0 3-164 0,-4-2-468 0,4 1-872 16,-8-8-1541-16,12 5-4075 0</inkml:trace>
  <inkml:trace contextRef="#ctx0" brushRef="#br0" timeOffset="16507.421">16060 13751 732 0,'0'0'3312'15,"0"0"-200"-15,0 0 1413 0,0 0-3013 0,0 0-520 16,0 0 172-16,0 0 128 16,0 0-260-16,0 0-188 0,0 0-180 0,76 76-200 0,-68-48-132 15,-1 1-184-15,-2-1-148 16,-1 1 0-16,0-4-124 16,-4 0-84-16,0-5-48 0,0-4-372 0,0-3-160 15,0-7-168-15,-8-3-360 0,3-3-1020 0,-10-3-3485 0</inkml:trace>
  <inkml:trace contextRef="#ctx0" brushRef="#br0" timeOffset="16652.143">16040 13430 8704 0,'0'0'2481'0,"0"0"-737"16,0 0-560-16,0 0-488 0,0 0-696 0,0 0-240 15,84 19-1092-15,-72-19-1597 0,8 0-4835 0</inkml:trace>
  <inkml:trace contextRef="#ctx0" brushRef="#br0" timeOffset="16958.245">16486 13655 3800 0,'0'0'6532'0,"0"0"-3999"0,0 0-449 0,0 0-212 15,0 0-420-15,-39 73-432 16,35-62-308-16,4-3-308 0,-4-2-308 0,4 1-96 16,0 3-132-16,4-1 32 0,4 1 100 15,4-4-108-15,0 4 60 0,-1-1 44 0,6 0-8 0,-2 1-36 0,2-3 0 0,-2 2 36 16,-3-3 12-16,0 4 0 16,1 2 0-16,-2-2 4 0,-7 0 48 15,4 2-52 1,-4-2-60-16,0 3 60 0,-4-1-100 15,0-3-44-15,-4 4-52 0,-4-2 0 16,-4-2 0-16,0 0 12 0,-4 1-40 0,-4-4-108 16,1 4-360-16,-5-1-116 0,-4-3-660 15,0-2-800-15,4-1-2165 16,-8 0-2675-16</inkml:trace>
  <inkml:trace contextRef="#ctx0" brushRef="#br0" timeOffset="17595.523">17786 13868 628 0,'0'0'8048'0,"0"0"-5824"0,0 0-823 0,0 0-137 15,0 0 8-15,0 0-92 0,-88 16-276 16,72-1-144-16,4 5-108 0,3 8-72 16,2 4-112-16,7 3-112 0,-4 10-64 15,4-1-12-15,0 0-72 0,8-2-60 16,-5-4-28-16,6-10-32 0,-1-6-88 15,0-9 4-15,0-6-4 0,0-4-64 16,4-3-68-16,0-10 84 0,4-6-88 0,0-6-132 0,-1-6-48 16,2-5-76-16,-2-5 36 15,-2 1 96-15,-2-2 40 0,-3 8 60 16,0-1 48-16,0 7 108 0,-4 6 4 16,0 7 0-16,0 5-48 0,-4 3-4 0,0 4 52 0,0 0 132 0,4 4 300 31,0 3-100-31,0 5 132 0,4 7 4 15,-4 0-140-15,4 3-108 0,-4 3 0 0,0 1-52 16,-1-1-168-16,2-3-84 0,-5 1-112 0,4-2-180 0,-4-4-592 16,4-4-200-1,-4-4-508-15,4-2-920 0,0-7-2049 0,0 0-1879 16</inkml:trace>
  <inkml:trace contextRef="#ctx0" brushRef="#br0" timeOffset="17889.449">18084 13939 6644 0,'0'0'3888'16,"0"0"-2407"-16,0 0 231 0,0 0 196 0,0 0-192 15,16 79-380-15,-12-57-464 0,-4 3-384 0,0-3-244 16,0 0-204-16,0-6-40 0,0 0-160 16,0-6-72-16,0-3-12 0,0-7-4 15,0 0-120-15,8-5-60 16,0-4 156-16,0-7-52 0,4-6-84 0,0-3-124 0,0-1-44 31,4 1 36-31,-4 0 76 0,4 3 200 0,0 5-52 16,-4 4 176-16,0 7 76 0,0 3 64 0,-1 3 140 0,2 0 388 0,-5 7 52 15,3 0-12-15,-2 5-120 0,2 4 48 0,-3 0-184 32,0 5-140-32,-3-1-164 15,2 2-8-15,-3 3-72 0,4-3-16 0,-4 1-308 16,1 2-700-16,-2-6-444 0,1-3-1480 15,8 7-2797-15</inkml:trace>
  <inkml:trace contextRef="#ctx0" brushRef="#br0" timeOffset="18507.147">19311 13814 7460 0,'0'0'2336'0,"0"0"-415"0,0 0-473 0,0 0-116 0,0 0 128 0,0 0-92 15,0 0-208-15,0 0-432 0,0 0-276 31,0 0-84-31,-80 57-72 0,69-22 32 0,-1 10 0 0,0 2-60 16,8 4-96-16,-4 3-64 0,8-6 60 16,-4-10 17-16,4-6-77 0,0-10-20 0,0-10-88 0,8-8-112 0,0-4-141 31,4-4-127-31,4-11 380 0,8-7 0 0,0-10-156 16,4-10-148-16,-5-2-76 0,1-1 4 15,-4 1 68-15,1 5 88 16,-6 8 12-16,1 6 24 0,-4 3-24 0,0 9 48 0,-4 3 0 15,4 7 24-15,-4 3 136 16,-1 6 292-16,2 7 76 16,-1 6 24-16,-1 3-72 0,2 8-88 0,-5 3-36 0,4-1 84 15,-8 0-48-15,4 0-52 16,-1-7-180-16,-3-5-76 0,4-5-108 0,0-4-96 0,1-9-96 16,-1-2-312-16,0 0-368 15,3-13-184-15,-3-2-732 16,4-1-1908-16,-3-19-2585 0</inkml:trace>
  <inkml:trace contextRef="#ctx0" brushRef="#br0" timeOffset="18871.955">19666 13198 9320 0,'0'0'2249'31,"0"0"-817"-31,0 0 184 0,20 80 224 16,-16-39-92-16,-1 6-380 0,2 8-548 15,3 8-320-15,-8 6-100 0,4 8-36 16,-4 5-95-16,0 4-109 0,0-7-160 16,-4-3-148-16,4-11-241 0,-4-15-11 15,4-12 156-15,0-12 196 0,0-11-28 16,4-9-92-16,4-1-308 0,3-5 84 16,6-5 268-16,-1-1 112 0,3-2 4 0,6-3 0 0,-5 2-104 0,-1-1 4 31,1 4 8-31,1 3 88 0,-2 0-56 0,-3 3 68 15,0 3 160-15,-9 3 84 0,6 0 64 16,-5 1-64-16,-4 6-12 0,-4-4 12 0,0 3-52 0,-4 5-92 0,-8-1-16 16,0 3-84-16,-4-3-60 0,0-4-76 15,0 1-276 1,0-7-128-16,1 1-12 0,-2-4-160 16,2-3-388-16,-2-3-1028 15,6-4-1780-15,-6-9-1949 0</inkml:trace>
  <inkml:trace contextRef="#ctx0" brushRef="#br0" timeOffset="19183.687">20088 14087 10044 0,'0'0'2509'0,"0"0"-1005"0,0 0 300 0,0 0-336 16,0 0-368-16,0 0-336 16,0 0-212-16,80-6-212 15,-68-10-92-15,0-6-248 0,0-3-64 0,-4-2-204 16,0 2-76-16,-4 0-60 0,0 6-136 0,-4 0 8 0,0 6 148 15,-8 4 52 1,0-1 72-16,-8 7-28 0,0 3 164 0,-3 0 124 16,-2 9 100-16,1 11-60 0,5 2-32 15,2 6 84-15,-2 4 120 16,7 7 136-16,-1-2-76 0,5 8 48 0,0-1-36 16,1-2 24-16,3 2-36 0,0-6-64 0,0 1-72 15,7-11-36-15,2-10-40 16,3-1-56-16,3-8-4 0,5-2-24 15,4-7-88-15,1-3 0 0,1-10-244 0,7-6-272 16,-6-7-212-16,5-5-356 0,-4-4-1040 0,-11 6-2181 16,11-18-2987-16</inkml:trace>
  <inkml:trace contextRef="#ctx0" brushRef="#br0" timeOffset="19440.86">20535 13216 10664 0,'0'0'2261'16,"0"0"-1101"-16,-8 87-60 0,3-43 508 0,5 11-60 15,-4 8-156-15,4 4-404 0,0 3-356 32,4 5-168-32,-4 6-87 0,5-3-85 15,-5 2-112-15,4-1-180 0,-4-6-12 0,4-2-132 0,0-12-160 16,0-5-85-16,-1-16 1 15,5-10-136-15,1-11-160 0,-1-11-172 16,3-6-612-16,6-16-36 0,-2-9-552 16,1-13-920-16,0 6-1725 0,4-26-1958 0</inkml:trace>
  <inkml:trace contextRef="#ctx0" brushRef="#br0" timeOffset="19577.286">20857 13941 10736 0,'0'0'2949'0,"0"0"-1985"0,4 70-596 0,-4-38 124 16,0 2 440-1,-4 1 384-15,0 0-452 0,0-5-408 16,1-9-304-16,-1 2-152 0,0-11-332 16,4-5-532-16,-9-4-352 0,5-3-240 15,-3-3-1440-15,-5-16-3277 0</inkml:trace>
  <inkml:trace contextRef="#ctx0" brushRef="#br0" timeOffset="19724.023">20778 13665 10888 0,'0'0'2589'0,"0"0"-1661"0,0 0-408 16,0 0 120-16,0 0-136 0,79 0 48 0,-62 0-104 0,-2 0-360 15,1 0-88-15,0 0-324 16,-4 0-832-16,0 0-1032 0,-1 3-3825 0</inkml:trace>
  <inkml:trace contextRef="#ctx0" brushRef="#br0" timeOffset="20401.341">21415 13932 6868 0,'0'0'2956'0,"0"0"-1343"0,0 0-561 0,0 0 188 0,0 0-252 15,0 0-168 1,-87-7-220-16,67 21 68 16,3 5-48-16,2 6-60 0,-2 6 20 0,2 7 60 15,7 4-100-15,0 3-148 0,0-5-124 0,4-5-84 16,4-6-112-16,0-10 0 0,0-7-60 16,0-9-12-16,4-3-144 15,4 0-188-15,4-6 40 0,4-10 96 16,4-3-72-16,-1-9-116 0,1-1-80 15,-3-3-80-15,-6 4 84 0,6-1 152 0,-9 7 36 0,3 3-4 0,-3 6 12 16,-3 7 92-16,-1 3 4 0,-1 3 168 0,5 0 128 16,0 6 572-16,1 7-252 0,-2 6 36 15,1 0-152 1,-4 3 12-16,0 4-48 16,1-5-12-16,-2 3-52 0,1-6-232 0,-4-2-60 15,0-3-212-15,0-7-404 0,4-3-300 16,-4-3-184-16,4 0-936 15,0-3-1100-15,3-16-2461 0</inkml:trace>
  <inkml:trace contextRef="#ctx0" brushRef="#br0" timeOffset="20675.4">21650 14023 3616 0,'0'0'6880'0,"0"0"-5179"0,0 0-641 0,17 64 236 0,-13-39 304 0,-4-2-4 0,0 0-288 15,0-4-608-15,0-7-320 0,0-3-160 31,0-5-220-31,0-1-76 0,0-3 28 0,0-3-60 16,7-8-200-16,5-3 172 0,0-10-168 16,0-1-88-16,4 0-236 0,0-1-16 15,0 4 172-15,-4 7 84 0,4 5 204 0,0 3-28 16,-5 5 60-16,6 2 152 16,-6 2 296-16,6 11 204 0,-2 0 108 0,-2 0-200 15,2 2-88-15,-2 5-72 0,-2-1-52 16,1-3-72-16,-4 5-52 0,4-2-72 15,0 0-4-15,-4 4-240 0,4-4-656 16,-1 0-780-16,2-6-2436 0,-2 6-2277 0</inkml:trace>
  <inkml:trace contextRef="#ctx0" brushRef="#br0" timeOffset="21190.231">23383 13928 9744 0,'0'0'776'0,"0"0"-608"0,-79-3-68 0,47 10 957 0,-8 5 467 16,0 4-128-16,1 7-440 15,3 2-164-15,-1 7 68 0,1 2 116 16,5 4-160-16,3 1-228 0,8-7-148 16,4-4-148-16,4-9-196 0,9-6-96 0,-1-7-88 15,4-3 16-15,0-3-12 16,4-3-76-16,7-6-48 0,6-7 208 16,2-10 164-16,5-2-68 0,4-7-96 15,-8 3-120-15,7 3-64 0,-7 7 0 16,5 6 36-16,-1 10-60 0,-1 3 12 0,-3 6 96 15,4 10 100-15,-8 9 80 16,0 7 16-16,0 2-32 0,-4 8 132 0,-4-1-12 0,-1 6-64 0,-3 4-8 0,1 5 8 31,-5 2-20-31,0 2 180 0,-9 2 24 16,-2 0 64-16,-5 0-88 0,0-2-28 0,-4-3 53 16,1-5 23-16,2-5-60 15,-3-5-124-15,1-11-76 0,2-6-68 0,2-10-8 16,2-6-88-16,2-6-172 0,-1-6-313 15,-1-10 181-15,2-16-88 16,-2-6 36-16,6-9-148 0,-1-10-280 0,8-4-876 16,0 1-996-16,0 13-1369 0,8-24-1591 0</inkml:trace>
  <inkml:trace contextRef="#ctx0" brushRef="#br0" timeOffset="21424.99">23619 13970 9836 0,'0'0'2637'0,"0"0"-1437"0,15 101-312 0,-10-53 636 16,-1 12 36-16,0 7-16 0,-1 3-332 0,1 5-528 0,0 8-260 0,0 1-156 15,-4 4-99-15,0 1-117 0,0 0-52 16,-4-6-12 0,4-4-108-16,0-10-185 0,0-5-155 15,0-13 176-15,0-13-80 0,4-9 24 0,0-11 216 16,-4-8-184-16,0-7-32 15,0-6-312-15,0-10-336 0,0-9-184 16,0-6-288-16,-4-13-136 0,0-8-760 16,0 9-1665-16,-7-36-203 0</inkml:trace>
  <inkml:trace contextRef="#ctx0" brushRef="#br0" timeOffset="21650.469">23766 13979 6096 0,'0'0'6069'0,"0"0"-4841"0,0 0-236 15,92-35 268-15,-64 32-44 0,-1 1-256 0,-3 2-48 0,0 2-212 0,-4 8-148 32,0-1-148-32,-4 1-160 0,-4 3-136 0,0 2-40 15,-8-2-68-15,0 6-12 0,-4 0-84 16,-8 3-36-16,-4-3 32 16,-8 3-84-16,0 1-108 0,-8-5-12 0,-4 1-92 0,-3-5 52 15,-10 2-232-15,-2-7-268 16,-5 1-804-16,-8-1-1152 0,17-3-1525 15,-34 1-1351-15</inkml:trace>
  <inkml:trace contextRef="#ctx0" brushRef="#br0" timeOffset="23057.927">11801 9683 4620 0,'0'0'1184'0,"0"0"-804"0,0 0 3512 0,0 0-2347 16,0 0-761-16,0 0-184 15,0 0 216-15,0 0 172 0,0 0-132 16,80-19-248-16,-52 19-84 16,8 0-40-16,-1 4-36 0,5-1-76 0,8 2-28 0,4 0 16 15,3 1 264-15,5-6-256 16,9 0-220-16,2 0-88 0,4-4 52 16,-2-3-40-16,2 2-72 0,-4-2-104 0,2 0-4 15,-10 5-40-15,-3-2 40 0,-4 2-16 0,-9 2-24 0,-2 0-24 16,-6 0-84-1,-11 2-248-15,-5 2-176 0,-6-2-104 16,-1 3-268-16,-8-3-524 16,-4 2-692-16,-4-4-929 0,0 0-1219 0</inkml:trace>
  <inkml:trace contextRef="#ctx0" brushRef="#br0" timeOffset="23334.584">12897 9420 4072 0,'0'0'860'0,"0"0"-40"0,0 0 2236 31,0 0-1324-31,88 44-407 0,-56-32-221 16,-4 5-72-16,-1 2-136 0,1-3-128 0,0 3-100 0,-8 3-216 16,-5 1-80-1,2-2-124-15,-10 2-84 0,1 3 20 0,-8-1 4 16,0 0-16-16,-4 3-100 0,-7 1 28 15,-6 1-100-15,2 0 0 0,-5-2-8 0,0-2-104 0,-4 3-184 16,0-4-236-16,-4-5-192 0,4-2-220 0,1-5-12 31,6-2-300-31,2-9-408 0,6 1-1553 0,-6-3-3647 16</inkml:trace>
  <inkml:trace contextRef="#ctx0" brushRef="#br0" timeOffset="23866.483">14510 9055 4924 0,'0'0'1796'0,"0"0"2617"16,0 0-3577-16,0 0-120 0,0 0 344 0,0 0 344 15,-88-23-412-15,69 23-260 16,-1 4-200-16,0 3-72 0,-4 1-40 0,-4 3-136 15,4 3-12-15,-4 3-52 0,-4 6-24 0,5-1-12 16,-1 6-12-16,0 0-12 16,0 7-24-16,4 0 20 0,4 7-44 15,0 5-16-15,1-1-8 0,2 0-16 16,6 2-64-16,2-1-8 0,1 1-4 0,4-7 4 0,4 1 0 31,4-7 4-31,9-1 56 0,2-5 88 0,5-4-76 0,5 1 24 16,2-3 76-16,1-4-24 15,0-5 96-15,3 3-16 0,-3-11-116 0,4 1-28 0,-4-4-23 0,-4-3-1 0,0 0-60 32,0-3-48-32,-4-7-85 0,0 1-15 15,-4-7-84-15,-4 0-60 0,0 0-156 16,-5-3-140-16,-3 0 0 0,-4 0 12 16,0 3-460-16,-4-3-900 0,-7 0-1016 15,-1 6-2149-15,-12-9-2347 0</inkml:trace>
  <inkml:trace contextRef="#ctx0" brushRef="#br0" timeOffset="24040.909">14175 9537 7072 0,'0'0'5981'15,"0"0"-5305"-15,0 0 84 0,0 0 464 0,0 0 228 16,0 0 48-16,80 29-456 16,-55-23-384-16,-2-3-184 0,1-3-100 15,4 0-216-15,4-3-72 16,-4-6-88-16,4-1-60 0,-4 1-220 0,-1-4-196 15,-2 0-208-15,3 1-212 0,-9 2-288 16,-3 4-688-16,-4-1-1112 0,-4 5-1801 0,-4 2-1135 0</inkml:trace>
  <inkml:trace contextRef="#ctx0" brushRef="#br0" timeOffset="24228.698">14506 9540 3920 0,'0'0'548'0,"0"0"704"0,0 0 1672 16,0 0-1772-16,0 0-120 0,-20 77 125 0,20-55-121 0,-4 1-16 15,4-2-8-15,0 2-244 16,0-1-248-16,0 0-48 0,0 3-160 16,4-1-164-16,-4 1-148 0,0 0-72 0,0 2-116 15,0 0-412-15,-4 1-332 0,4 0-356 0,-4-2-664 16,4-7-1205 0,-3 6-2487-16</inkml:trace>
  <inkml:trace contextRef="#ctx0" brushRef="#br0" timeOffset="26640.457">12355 8832 7400 0,'0'0'2244'0,"0"0"-1520"15,0 0-336 1,0 0 89-16,0 0 1459 0,0 0-956 16,52-69-400-16,-33 66-176 0,-3-1 48 0,1 4-60 15,2 0 12-15,-6 4-116 16,2 5-64-16,2 4-88 0,-6 6-60 0,1 9-64 0,-4 5 64 0,0 4-76 0,-8 2-12 31,4 2 0-31,-4-3-36 0,0-6 48 16,0-5 160-16,0-4-84 0,0-6-68 15,0-5 4-15,0-6-12 0,0-2-52 16,0-4-48-16,4 0 96 0,-4 0 4 16,4-4 0-16,4-5 4 0,-4-4 8 15,4-6-12-15,0-6-376 0,-4 0-552 0,-1-1-292 16,-3-3-484-16,0 10-1033 0,0-9-2763 15</inkml:trace>
  <inkml:trace contextRef="#ctx0" brushRef="#br0" timeOffset="26815.664">12287 8293 8988 0,'0'0'3121'0,"0"0"-953"0,0 0-352 15,0 0-440-15,0 0-708 0,56-67-668 16,-37 54-196-16,6 1-216 0,-1 2-160 0,4 1-656 0,-8 5-1572 0,12 1-4701 16</inkml:trace>
  <inkml:trace contextRef="#ctx0" brushRef="#br0" timeOffset="32418.796">14303 10322 1368 0,'0'0'8348'0,"0"0"-6167"0,0 0-201 15,0 0-124 1,0 0-328-16,0 0-264 0,0 0-308 16,-4 44-268-16,4-22-348 0,-4-3-292 15,0 3-48-15,0-2 0 0,4-1-72 16,-4 0-72-16,1-3-140 0,-1 3-448 0,-1 3-404 0,1 0-1144 15,4 0-1916 1,-4-3-1485-16,0-2-23 0</inkml:trace>
  <inkml:trace contextRef="#ctx0" brushRef="#br0" timeOffset="32564.328">14323 10846 692 0,'0'0'1564'0,"0"0"4076"0,0 0-3376 0,0 0-499 0,0 0-217 16,0 0-152-16,0 0-328 0,0 0-536 15,4 66-532-15,-4-53-188 16,0-4-380-16,0 4-480 0,0-1-1164 0,0 5-2689 16,0-8-1807-16,0 5 6316 0</inkml:trace>
  <inkml:trace contextRef="#ctx0" brushRef="#br0" timeOffset="32705.836">14375 11134 808 0,'0'0'92'16,"0"0"1096"-16,0 0 2992 0,0 0-1284 15,0 0-1396-15,8 67-507 0,-8-50-133 0,4-3-236 16,0 2-204-16,-4-2-420 0,0 2-100 0,0-4-540 16,0 1-576-16,0 3-1041 15,-4 2-2991-15,0-5 1164 0,-8 13 4069 0</inkml:trace>
  <inkml:trace contextRef="#ctx0" brushRef="#br0" timeOffset="33040.754">14124 11633 520 0,'0'0'7828'0,"0"0"-5600"0,0 0-931 0,0 0-349 16,0 0-284-16,0 0-28 0,72 70 0 15,-57-54-8-15,1 6-264 0,0 1-100 16,8-2-76-16,0 8 40 0,0 0 112 16,0 2-68-16,0 1-264 0,0-6 4 15,-4-5-4-15,-5-2 192 0,2-8-40 0,-6-3-36 0,2-4-24 16,-1-4 0-16,-5 0 160 0,2-6 236 16,2-7 156-16,-3-10-384 15,5-2-156-15,-2-3-112 0,1-7 0 16,4-4-112-16,-4 2-60 0,8 1-148 15,-4 2-420-15,4-1-288 0,0 0-476 16,-4 9-1272-16,8-12-2841 0</inkml:trace>
  <inkml:trace contextRef="#ctx0" brushRef="#br0" timeOffset="33506.006">14965 10851 7280 0,'0'0'5141'0,"0"0"-3773"16,0 0-1088-1,0 0 340-15,0 0 136 16,0 0 176-16,75 7-72 0,-51-7-252 0,0-3-200 16,4-1-136-16,0-1-124 0,0-2-88 15,0 4 0-15,-1-1 16 0,-7 4-76 16,1 0-56-16,-10 7 56 0,2 3 72 0,-2 3 76 0,-3 1-36 0,-4 13-52 31,5 1 36-31,-6 7 28 0,1 10-120 0,-4 2-4 16,0 4-8-16,0 4-64 0,0-1 20 0,-4-1-44 15,1-9 20-15,3-9 28 16,-5-9-24-16,5-10-16 0,-4-7-8 16,4-6-52-16,-4-3-508 0,0 0-336 15,-4-3-688-15,1-9-2696 0,-10-1-889 0,10 1 445 0,-14-11 4348 0</inkml:trace>
  <inkml:trace contextRef="#ctx0" brushRef="#br0" timeOffset="33657.198">15068 11189 132 0,'0'0'9912'16,"0"0"-7839"-16,0 0-309 0,0 0 332 16,0 0-460-16,88-11-340 0,-68 5-388 15,8 0-332-15,-5-3-296 0,-3-1-280 0,1 4-148 16,-10-4-376-16,2 4-188 0,-9 3-136 15,-1 3-452-15,-3 0-1556 0,-3 9-2685 0,-6-3-1783 16,-7 17 6424-16</inkml:trace>
  <inkml:trace contextRef="#ctx0" brushRef="#br0" timeOffset="33830.571">15108 11448 3840 0,'0'0'508'0,"0"0"5528"0,0 0-4695 0,0 0 451 0,0 0 168 0,87 14-328 16,-55-14-432-16,0-7-128 0,1-5-412 15,-1-1-292-15,-1-3-208 16,5-3-160-16,-4 0-356 0,0-7-184 16,0 1 64-16,-4 0-336 15,3-7-428-15,-11 10-1056 0,8-20-2709 0</inkml:trace>
  <inkml:trace contextRef="#ctx0" brushRef="#br0" timeOffset="34057.619">15738 10655 7432 0,'0'0'6993'0,"0"0"-5969"0,0 0-612 16,0 0 220-16,0 0 176 0,0 0 184 15,0 0-276-15,0 0-396 0,31 79-112 0,-27-44-36 0,4 10-28 0,1-1-44 31,-6 7-48-31,-3-3-52 0,0 2-136 0,0 1-96 16,-3-3-552-16,-1 3-540 0,-5-4-904 16,1-12-3413-16,-3 13-3939 0</inkml:trace>
  <inkml:trace contextRef="#ctx0" brushRef="#br0" timeOffset="34214.557">15853 11506 8520 0,'0'0'6661'0,"0"0"-5629"0,0 0-744 16,0 0 224-16,0 0-228 0,0 0-76 16,0 0-208-16,0 0-236 0,0 0-928 15,0 0-700-15,48 31-2581 0,-45-31-4679 16,2-3 8592-16</inkml:trace>
  <inkml:trace contextRef="#ctx0" brushRef="#br0" timeOffset="37611.872">16475 11011 5108 0,'0'0'1664'0,"0"0"3637"0,0 0-3973 0,0 0-260 16,0 0-160-16,0 0 188 0,0 0-16 0,43 28-248 15,-23-21-192-15,1-2-172 16,2-5-236-16,-3 0-112 0,0 0 4 16,3-3-112-16,-2-2 36 0,-1-6-48 0,-1-1-220 0,2-1-392 0,-5-2-128 15,-1 1-188-15,-2 0-316 0,-1-3-828 0,-5 1-996 32,1 7-2377-32,1-7 161 0</inkml:trace>
  <inkml:trace contextRef="#ctx0" brushRef="#br0" timeOffset="37949.532">16698 10646 1096 0,'0'0'4092'0,"0"0"0"15,0 0-2696-15,0 0-199 0,0 0-133 16,0 0 184-16,0 0-36 0,0 0-532 0,0 0-276 16,-80 9-104-16,76 7-88 15,0 3 36-15,4 6 60 0,0 4 80 0,0 5 44 16,0 6-28-16,4 0-168 15,0 8-4-15,4-1-120 0,-4 7-112 0,4 1-52 0,-4-2 48 0,-1 4-4 16,2 1-52 0,-1-5 52-16,0-2-64 0,-4 0 20 15,4-3 44-15,0-3 8 0,-4-8 12 16,0-2 40-16,0-2 8 0,0-5 0 0,-4-6-48 16,0-4 64-16,0-1-68 0,-5-4-8 15,2-4-12-15,-1 1-260 0,-4-7-168 16,0 0-32-16,0-3-48 0,-4 0-76 15,0-13-52-15,-4-6 132 0,0-6-340 16,-3-13-536-16,-1-4-992 0,-4-8-2073 0,7 9-1347 16,-10-23 5112-16</inkml:trace>
  <inkml:trace contextRef="#ctx0" brushRef="#br0" timeOffset="38257.922">16395 10411 3600 0,'0'0'248'31,"0"0"5284"-31,0 0-3979 0,0 0-257 0,0 0-108 16,59-80-108-16,-42 64-184 15,-6 1-280-15,6 2-100 0,-2 2-180 0,2 6-24 16,-6-2-136-16,6 1-128 0,-6 3 40 0,1 3-28 15,0 0 60-15,4 0-116 16,0 3 56-16,0 7-60 0,-4-2-4 16,4 9-48-16,0 2 52 0,-1 3-4 15,-2 1 4-15,-1-1-96 0,-1-2-16 0,6-6 12 0,-6-3 0 0,9-3 92 16,1-8-52 0,2 0-16-16,1-3 76 0,4-8-100 15,4-13-388-15,0-1-504 0,-1-10-448 16,5-6-680-16,-12 12-2029 0,16-17-3283 0</inkml:trace>
  <inkml:trace contextRef="#ctx0" brushRef="#br0" timeOffset="39563.71">12706 10366 2720 0,'0'0'3140'0,"0"0"1600"0,0 0-3439 15,0 0-545 1,0 0 212-16,0 0 628 0,0 0-752 0,0 0-216 16,0 0-216-16,92-60 72 0,-69 50-176 0,1 1-36 15,4-2-124-15,-4 3-12 0,4-2-72 16,0 3-64-16,-5-1 12 0,1 1-12 15,0 3-72-15,-3-2 72 0,-2 6-4 16,-3 0-8-16,0 0 12 16,0 3 4-16,0 11 4 0,-8-2-8 0,4 7 76 15,-4 7-68-15,-5 5-4 0,1 4 44 16,-4 6-48-16,0 1-56 0,-7 2-44 0,-1 4-12 0,0-7 16 16,-1 3 8-1,-2-5 0-15,3-4 4 0,-4-4 32 0,0-5 40 16,0-5-148-16,4 0-112 15,-4-9-100-15,4-5-28 0,0-1-168 0,-4-6-324 0,4 0-868 0,-8-4-1421 0,4-5-2515 32,0-1 3100-32,0-9 1408 0</inkml:trace>
  <inkml:trace contextRef="#ctx0" brushRef="#br0" timeOffset="39797.323">12849 10599 548 0,'0'0'1420'0,"0"0"1044"15,0 0 1876-15,0 0-2736 0,0 0-303 16,0 0-313-16,0 0-312 0,0 0-216 0,-4 69 32 16,4-44 16-16,4 4 60 15,-4-1-180-15,7 4 16 0,-7 0-152 16,5 3 0-16,3-8-56 0,-4 3-56 0,0-11-68 16,7-3-72-16,-2-10 0 0,3 0 64 0,4-6 260 15,3 0-64-15,9-9-64 16,0-7-196-16,8-3-84 0,4-7-276 15,0 1-136-15,0-7-156 0,4 5-468 16,-5-3-744-16,1 5-1037 0,-12 9-3187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5T08:44:57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3263 5361 144 0,'0'0'1252'15,"0"0"52"1,0 0-364-16,0 0-252 0,0 0 172 16,0 0-860-16,0 0 444 0,0 0 2192 15,0 0-1224 1,-68-30-600-16,64 27-75 0,-4-1 99 15,4 1 276-15,-4-1 44 0,4-2-96 0,0 6 48 0,4-2-160 16,-4-2-168-16,4 4-56 0,0-2 64 0,0 2-56 16,0 0-120-16,0 0-68 0,0 0-79 15,0 0-141-15,0 0-152 0,0 0-76 0,4-5-96 0,0 5-56 16,8 0 56 0,8-2 36-16,4-2 220 0,8 4-160 0,4-3-24 15,-1 0 48-15,1-4 0 16,8 5-8-16,-4-5-52 0,7 4 24 0,-2-3-12 15,-2-1 0-15,1 1-12 0,-4 3-60 16,0-4-48-16,-5 4-24 16,-3 3 0-16,-4-3-124 0,0 3 136 0,-4 0 0 0,0 3 0 0,-3 0 48 0,-6 4-144 15,-3-1 48-15,0-3 48 16,-4 4 8-16,0-1 4 0,-5 0-12 0,2 5 56 0,-1-3 0 16,-4 5 8-16,0 3 48 31,-4-1-52-31,-8 8 0 0,0-1-120 15,-4 4 48-15,-4 2 24 0,-4 4 0 0,0-1-40 16,-8 11 40-16,-3-1 0 0,-1 1 48 16,-8 5-108-16,0 5 100 0,-4-6-88 15,1 6 84-15,-2-2-100 0,2 4 16 16,3-6 92-16,4 2 4 0,5-5 8 0,3-3 64 16,4-8-16-16,4-2-56 15,8-3-4-15,0-7-4 0,4-3 8 0,3-3 4 16,6-7-4-16,-1 1 0 0,0-4-72 15,4 0 24-15,0-2-1 0,4-2 49 0,3 3 4 0,6-3 45 16,2 2 95-16,6-2 148 0,3 2-96 16,4-4-136-16,4 0 96 0,3 0-24 0,5 0-44 31,8 0 20-31,-1 0-48 0,2 0 72 16,-2 0-120-16,5 0 84 0,-4-4-96 0,0-2-72 15,-4 6 72-15,-1-2 44 0,1-3-40 16,-8 5 32-16,0 0-36 0,-8 0-48 15,-5-2 44-15,1 2-56 0,-7-4-48 16,-6 4-108-16,1-3 20 0,-3 0-120 16,-5 1-84-16,-4-5-109 0,0-3-247 0,0-5-416 15,0-5-700-15,-8-5-1100 0,-1 3-2109 0,-6-20-2615 16</inkml:trace>
  <inkml:trace contextRef="#ctx0" brushRef="#br0" timeOffset="343.142">4219 5232 7796 0,'0'0'2900'0,"0"0"-847"0,0 0-1297 0,0 0 16 15,0 0 656-15,0 0-200 16,0 0-372-16,0 0-176 0,0 0-136 15,-80 64-104-15,61-36-144 0,-6 4-148 0,1 6 32 0,-8 3 16 16,4 3-84-16,-7 8 8 16,-1-2-108-16,0 4 0 15,1 3-4-15,-2-2 4 0,1-2 40 0,1 1-52 16,-1 1-100-16,0-5 100 0,8-2 0 0,0-7-4 16,4-5-52-16,5-9-40 0,-1-2-52 15,8-5-36-15,-1-4-84 0,10-10-136 0,-1-3-100 0,4-3-52 31,0 0-64-31,0-6-412 0,7-6-588 16,1-4-884-16,5-9-2105 0,-6 1-2027 0,10-10 6324 16</inkml:trace>
  <inkml:trace contextRef="#ctx0" brushRef="#br0" timeOffset="592.415">4638 5391 5196 0,'0'0'7253'0,"0"0"-6093"0,0 0-676 16,95-6 728-16,-59 2 8 15,3 1 24-15,-3 0-404 0,5 0-272 0,-6-3-188 16,1 1-232-16,0 3-148 15,-4-4-88-15,-4 6-48 0,-4-3 4 16,-5 0-252-16,-3 3-352 0,0 0-368 16,-7 0-792-16,-6 0-1348 0,1 0-3193 0</inkml:trace>
  <inkml:trace contextRef="#ctx0" brushRef="#br0" timeOffset="943.043">4821 5426 340 0,'0'0'2816'0,"0"0"2408"16,0 0-3208-16,0 0-711 0,-28 66 127 0,23-47 44 0,1 4-80 15,0-1-268-15,1 3-272 0,-5 1-240 16,0 6-172-16,-1-1-88 0,2 4-72 0,-5 3-104 16,0 0-68-16,-4 3-4 15,4 4-20-15,0-3-4 16,4-4 28-16,0 0 32 0,0-1-44 15,4-5-28-15,0-2-12 0,4-5 16 0,0-3-64 16,0 0 72-16,4-6 0 0,8 0 4 16,-4-4 104-16,4-2-8 0,-1-1 156 0,2 1-95 15,-1-4-233-15,4-3-12 0,-1 4-100 0,-2-1 28 0,6-2-37 16,-2 1-51-16,-2-1-96 16,5-1-8-16,1 0 80 0,-2 0-108 15,5 0-124-15,4 1 36 0,0-4-160 16,0 0-392-16,4 0-1388 15,0-10-576-15,-8 0-1097 0,12-8-4787 0</inkml:trace>
  <inkml:trace contextRef="#ctx0" brushRef="#br0" timeOffset="1226.262">5566 5353 5548 0,'0'0'6813'0,"0"0"-5457"0,0 0-292 16,0 0 884-16,0 0-224 0,0 0-348 15,0 0-400-15,-4 70-208 0,-5-39-123 16,2 11-77-16,-9 2-144 0,0 7-132 16,0 6-88-16,-8 4-48 0,0 2-96 0,-4 4-20 0,0-1-40 0,-4 1-8 31,8-7-64-31,-4-3 68 0,13-10-56 15,-6-11-60-15,10-11-232 0,3-6-104 0,-1-9-152 0,9-10-25 16,0 0-107-16,0-10-164 16,0-12-532-16,9-6-884 0,-1-10-680 15,0 6-1629-15,4-25-2111 0</inkml:trace>
  <inkml:trace contextRef="#ctx0" brushRef="#br0" timeOffset="1505.476">5493 5397 2708 0,'0'0'484'15,"0"0"64"-15,0 0 4944 0,0 0-3619 16,0 0-257-16,0 0 100 16,0 0-88-16,0 0-316 0,0 0-456 15,84 95-156-15,-72-59-96 0,1 2-224 0,2 6-76 0,-2 3-120 0,-2 5-76 32,2 2 28-32,-2-1-76 0,1 1-56 0,-3 0 0 15,-2 0 80-15,5-6-32 0,-8-4-40 16,-1-5-8-16,6-5 4 15,-5-5-4-15,0-10-4 0,-4-3-12 0,4-7 0 0,-4-6-52 16,0 0-44-16,0-3-148 16,0 0-124-16,0 0 12 0,0-3 16 15,0-6-68-15,-4-7-392 0,-4-3-368 16,-4-9-728-16,4 5-2160 0,-16-15-2901 0</inkml:trace>
  <inkml:trace contextRef="#ctx0" brushRef="#br0" timeOffset="1704.776">5454 5880 2492 0,'0'0'8985'15,"0"0"-7117"-15,0 0-1092 0,0 0 124 16,0 0 256-16,0 0-32 0,0 0-280 16,0 0-68-16,0 0-208 0,0 0-56 0,80 42-48 0,-61-42-96 15,5 0-112-15,-3-7-148 0,3-3-108 16,-5 3 0-16,5-2-196 0,0 0-156 15,-1-4-40-15,2 0-452 0,-1 1-596 16,-4-1-1136-16,3-6-3017 0</inkml:trace>
  <inkml:trace contextRef="#ctx0" brushRef="#br0" timeOffset="2217.508">6234 5279 7948 0,'0'0'9149'0,"0"0"-7813"0,0 0-1260 0,0 0 84 0,0 0 120 31,0 0 76-31,0 0 64 0,0 0 152 16,0 0-44-16,0 0-200 0,77 24-196 15,-62-18-132-15,2-1 0 16,-2 5 8-16,1-3 52 0,-4 2 40 0,1 1-92 0,-2-1-8 15,2 0-4-15,-2 1-8 16,1 3-36-16,-3 3 48 0,-2 3 0 0,-3 3 0 0,4 3-4 16,-8 0 4-16,4 8 4 15,-4-3 8-15,0 7-4 0,0 0 32 16,0 5-40-16,0-2-8 0,0 2-4 16,0-1 4-16,3 1-4 0,2 2 0 15,-5-2 0-15,4 2 12 0,0 0 0 16,0-3 8-16,0 0 40 0,-4-3 12 15,4 1 36-15,-4-7-24 0,3-4 16 0,-3-2 45 0,0-3 27 0,4-9-40 16,-4-1 24 0,0-7 16-16,0 1 104 0,0-3-20 15,0-4-112-15,0 3-24 0,-4-3-36 16,-3 0-24-16,-5 0 28 0,-4 0-76 0,-3 0 0 16,-9-3-8-16,-4-3-44 0,-5-5-116 15,-3-2-160-15,5 4-144 0,-9-3 96 16,4 2-13-16,0 0-71 0,-3 5-248 15,-2 1-160-15,6 1-472 0,-1 3-700 0,12-6-1060 0,4 2-2609 0</inkml:trace>
  <inkml:trace contextRef="#ctx0" brushRef="#br0" timeOffset="2853.703">7048 5845 7188 0,'0'0'6021'0,"0"0"-4305"0,0 0-912 0,0 0-200 16,0 0 220-16,0 0 204 0,0 0 56 0,103 16-92 0,-67-13-344 16,8 3-236-16,0-3-84 15,4 1 13-15,3-1-73 16,-7-3-136-16,4 0-68 0,-8 0-64 15,0-3-64-15,-5-4-20 0,-3-2-132 0,-4-1-249 0,-4 1-323 0,1-4-240 16,-6 0-384-16,-7 4-904 16,0 2-2508-16,-12 4-2533 15</inkml:trace>
  <inkml:trace contextRef="#ctx0" brushRef="#br0" timeOffset="3069.927">7192 6169 4268 0,'0'0'536'0,"0"0"5761"16,0 0-4081-16,0 0-832 16,0 0-112-16,0 0-8 0,0 0-272 0,0 0-144 0,0 0 156 15,0 0-184-15,0 0-188 0,95 35-83 16,-59-35-125-16,0 0-76 0,-5 0-56 16,5 0-136-16,0-4-156 15,-4 4-76-15,-1 0-104 0,1 0-88 16,5 0-252-16,3 0-197 0,-1 0-27 0,9 0-60 0,0-3-816 0,-8 3-2500 15,11-3-4657 1</inkml:trace>
  <inkml:trace contextRef="#ctx0" brushRef="#br0" timeOffset="4635.288">6917 5804 8148 0,'0'0'5725'0,"0"0"-4209"16,0 0-924-16,0 0 24 0,0 0 132 0,0 0-116 0,0 0-300 0,0 0-204 0,0 0-128 16,0 0-112-16,32 12-108 15,-32-6-376-15,3 1-524 0,-3 6-580 0,0-7-2617 16,-3 16-3871 0</inkml:trace>
  <inkml:trace contextRef="#ctx0" brushRef="#br0" timeOffset="4818.546">6793 6207 6248 0,'0'0'2624'0,"0"0"1941"0,0 0-3057 0,0 0-564 16,0 0 208-16,0 0 100 16,0 0-268-16,0 0-604 0,0 0-380 15,0 0-52-15,83 25-192 0,-66-25-200 0,-2 3-640 16,1-3-552-16,0 4-2716 0,0-1-3653 0</inkml:trace>
  <inkml:trace contextRef="#ctx0" brushRef="#br0" timeOffset="5815.022">8956 5048 1736 0,'0'0'4152'0,"0"0"-32"0,0 0-3103 16,0-67-77-16,0 47 288 0,0-1-108 0,0-2-312 16,0 2-140-16,0-2-356 15,0 7 32-15,0 4 40 0,0-1-48 16,0 7-12-16,0 3-76 0,0 0 60 0,0 3-24 0,-3 0-24 16,-1 0-52-16,-5 3-208 15,-3 6-244-15,-4 10 20 0,-3 9 52 16,-2 14 88-16,-3 15 44 0,1 10 36 0,-5 16 4 15,-4 5-8-15,1 7-4 0,-6 1-60 0,10 2-68 16,-1-9-8 0,4-13 76-16,3-10 72 0,10-14 136 0,-2-11-136 15,9-9-52-15,1-13-32 0,3-7-92 16,0-6-48-16,0-6 112 0,7 0-236 0,6 0 88 0,-2-2-148 0,6-8 148 31,-6-3-4-31,6 4-28 0,-9-1 92 16,-1 4 124-16,1 3 0 0,-3 0-164 15,-1 3 204-15,0 9 36 0,-1 4 404 0,5 9 412 16,-4 7-284-16,0 6-232 0,-4 6-128 0,5 3-108 16,-5 7 36-16,0 3 36 15,0 0-72-15,0 4-16 0,0-1-40 16,0-3 0-16,-5-4-4 0,1-4-4 16,4-6-76-16,-4-5-60 0,4-3 0 15,0-4 0-15,0-5-176 0,0-8-420 16,8 1-580-16,-3-10-1764 0,2-1-3553 0</inkml:trace>
  <inkml:trace contextRef="#ctx0" brushRef="#br0" timeOffset="21877.353">9705 5521 3116 0,'0'0'4092'0,"0"0"-1564"0,0 0-1408 16,0 0-523-16,0 0 19 15,0 0 176-15,-67 77 0 0,59-62-132 0,-5 1-204 0,9 0-256 16,-3 0 4-16,3-4-16 16,0 7-12-16,0-6 76 0,-1 4 24 15,1 1-60-15,4-2-40 0,0 3 60 0,0 0-136 16,0 3 48-16,0-3-72 0,0 3-72 0,0 1 44 15,0-5-32 1,9 6-8-16,-1-6-8 0,0 1-12 0,3 3-40 16,2-3-148-16,-2 1-36 0,6-5 12 15,-2 4-396-15,-2-3-500 0,2 0-520 0,-2-6-1201 0,2-1-3147 0</inkml:trace>
  <inkml:trace contextRef="#ctx0" brushRef="#br0" timeOffset="23827.459">10143 5375 1708 0,'0'0'1776'0,"0"0"4500"0,0 0-4483 16,0 0-601-16,0 0-144 0,0 0 140 16,0 0-144-16,0 0-240 0,0 0-380 0,0 0-100 0,48-32-104 0,-32 32 80 15,-4 4-116-15,0 5 12 0,1 1-96 16,-2 2 136-1,1 4-16-15,-4 3-36 16,0 6 0-16,-8 1-112 0,0 8-56 0,0 2-16 16,-4 2-124-16,-3 3-24 0,-6-3-36 15,5 0 12-15,1-5 24 0,-2-5 12 0,5-6 48 0,0-6-8 16,0-7-40 0,4-2 36-16,0-1-60 0,0-6 48 15,0 0 112-15,0 0 0 0,0 0 0 0,0 0-52 16,0-6-112-16,0-7 56 0,8-3-44 0,-4-3 16 15,5-6 124-15,-2-1-100 0,5-6 64 0,0 4-4 16,0-1-4-16,0 1 52 0,4-1-68 16,-4 4 68-1,0 0 4-15,3 2 48 0,-2 1-36 0,-1 3 84 0,-1 3-8 0,2 0-24 16,-6 6 84 0,1 1 52-16,1 3-16 15,-5-1-24-15,-4 7-24 0,4-3-124 16,-4 3 0-16,3 0-12 0,1 0-80 0,0 0 80 15,0 3 124-15,5 4-116 0,-2 2 164 0,-3 1 40 16,4 6-64-16,-4 3-28 16,1 3 4-16,-5 6-12 0,0 1-100 0,0 3-12 15,-5 0 0-15,1-1 4 0,0 1-4 16,-4 0 0-16,5-7-48 0,-1 1-4 0,-1-4 40 16,1 0-84-16,0-6-52 15,4 0-40-15,0-7 16 0,0 4 0 16,0-7-24-16,0 1-176 0,0-4-252 15,0 0-140-15,0 0-304 0,0 0-772 16,4-3-1201-16,0 0-2415 0</inkml:trace>
  <inkml:trace contextRef="#ctx0" brushRef="#br0" timeOffset="24808.084">10932 6010 1696 0,'0'0'364'16,"0"0"2556"-16,0 0 1948 0,0 0-3091 0,0 0-353 15,0 0-104-15,0 0 132 16,0 0-236-16,0 0-260 0,0 0-300 16,-16-70-192-16,8 66-68 0,1 4-56 15,-1-2 4-15,-1 2-160 0,1 0-88 0,-3 0-96 0,3 0-8 0,-4 9-112 16,0 1-16-1,-4 5 24-15,4 8 20 0,4 6 92 16,-4 2 60-16,8 4-52 0,-4-4 40 0,4 2-48 0,1-5-8 0,3-9 4 16,0 0-60-16,0-9-32 15,0-1-100-15,3-5 12 0,5-1 72 0,0-3 112 16,4 0 76 0,4-3 96-16,0-7-172 15,4-6-144-15,0-3-116 0,-5-3-56 0,5-3 20 16,-3 0 12-16,-2 1 60 0,2 3 16 15,-6 1 96-15,-3 8 36 0,1 2 28 16,-5 4-52-16,-4 3-36 0,3 3 24 16,-3 0-72-16,0 0 132 0,4 9 52 15,0 1 336-15,4 6-76 0,-4 3 12 0,1-1-36 16,-5 6-76-16,3-6-72 0,1 1-88 16,0-6-88-16,0 0-48 0,0-4-48 0,0 1 36 15,4-4-28-15,0 0-296 0,0 0-324 16,3-2-788-16,-2-1-720 15,3-3-2089-15,4-3-2827 0</inkml:trace>
  <inkml:trace contextRef="#ctx0" brushRef="#br0" timeOffset="25498.581">11510 5536 5732 0,'0'0'7229'0,"0"0"-5577"0,0 0-808 16,0 0 176 0,0 0 200-16,0 0-136 0,0 0-76 15,0 0-432-15,0 0-164 0,83 58-80 16,-62-39-40-16,-5 3-52 0,3 4-68 0,-2-1-63 0,-6 4-13 0,2 3-96 0,-5-1 52 31,-5 4-52-31,1 0 8 16,-4 3 4-16,0-2-12 0,-7 1-12 0,-1 1-100 15,-5 0-117-15,-2-3 33 0,-2 4-84 16,2-8-96-16,-5-2-172 0,0-4-28 16,0 0-64-16,0-5-160 0,0-5-500 15,4-5-1532-15,-8 3-3245 0</inkml:trace>
  <inkml:trace contextRef="#ctx0" brushRef="#br0" timeOffset="28934.413">11809 6375 3684 0,'0'0'1380'0,"0"0"-156"0,0 0 1760 0,0 0-1187 15,0 0-793 1,0 0-124-16,0 0 192 0,0 0-84 16,-32-22-360-16,28 22-300 0,-8 3-116 15,1 4 16-15,-2-1-16 0,2 6 12 16,-2 1-12-16,1 3 52 0,1 0 8 0,-2 6 24 15,6 0 112-15,-5 4 60 0,7 0-172 16,-3-5-24-16,5 2-212 0,3-4-60 0,0-7-8 16,0-2-92-16,0-4-72 0,3-2 64 15,5-2 104-15,1-2 4 16,6 0-64-16,-2-9 16 0,6-7-24 0,-2 0-212 16,2-6-236-16,1-3 48 0,-3-1 64 15,-2 1 36-15,-3-1 44 0,0 4 100 0,-4 3 152 16,-4 6 76-16,0 4 168 0,-1 6 96 15,-3 0 32-15,0-1 28 0,0 4-100 0,0 0-136 16,0 0 100-16,0 7 44 16,0-1-180-16,0 10 72 0,0 0 96 15,0 6 28-15,0 0 108 16,0 0-12-16,0-3-188 0,0 1-156 0,0-4-60 0,0-7-100 0,5 1-88 0,-1-7-20 16,4 0-16-16,0 0-248 31,0-3-224-31,8 0-120 0,-5-9-976 0,2 2-2545 15,6-16-2275-15</inkml:trace>
  <inkml:trace contextRef="#ctx0" brushRef="#br0" timeOffset="29198.575">12251 6175 4004 0,'0'0'8'15,"0"0"7433"-15,0 0-4897 16,0 0-1268-16,0 0-56 0,0 0-124 15,-63 67-180-15,42-39-92 0,1 0-248 16,5 5-236-16,-2-1-96 0,6-4-72 16,3 3-40-16,-1-1-76 0,6-2-56 15,3-5-64-15,0 2-44 0,8-10 36 0,-4 1-16 16,8-3 16-16,0-7-64 16,-4 1 16-16,7-4 20 0,-2 0-44 0,2-3-76 0,2 0-136 0,2-6-136 0,-6-4 48 31,2 1-560-31,-2-7-1136 0,-6 0-2645 15,1 4-2839-15,-8-5 4804 0</inkml:trace>
  <inkml:trace contextRef="#ctx0" brushRef="#br0" timeOffset="29350.395">12124 6410 3572 0,'0'0'1580'0,"0"0"4124"15,0 0-4019-15,0 0 175 0,0 0-260 0,0 0-284 16,79 42-240-16,-55-35-324 0,-3-5-336 0,2 1-276 0,5-3-140 31,4 0 0-31,4-10-184 0,0-2-396 0,0-4-728 0,-1 0-832 16,-7 0-2589-16,8-9-3415 0</inkml:trace>
  <inkml:trace contextRef="#ctx0" brushRef="#br0" timeOffset="29558.482">12729 6103 5136 0,'0'0'628'16,"0"0"5845"-16,0 0-4609 0,0 0-412 16,-28 94 192-16,20-59-284 15,1 3-268-15,-5 7-272 0,0 6-148 0,-4 0-212 16,0 2-203-16,0 5-197 0,-4 2-60 16,4-3-169-16,-4-3-51 0,4-10-48 15,8-5-268-15,-3-11 84 0,6-12 124 0,5-10-188 16,0-3-540-16,0-3-620 15,0-12-504-15,5-1-2377 0,6-22-1175 0</inkml:trace>
  <inkml:trace contextRef="#ctx0" brushRef="#br0" timeOffset="29744.461">12689 6286 4208 0,'0'0'352'16,"0"0"4620"-16,0 0-3243 0,0 0-765 16,0 0 696-1,0 0-432-15,0 0-300 0,0 0 152 0,77 64-100 16,-66-36-316-16,1 1 24 15,0-1-208-15,-4 4-296 0,-4-3-184 0,0 3-48 16,-4-4-48-16,0-3-28 0,0 1-216 16,-4-7-300-16,0-3 0 0,0-4-56 0,-3-5-484 15,-6-1-1056-15,5-3-2465 16,-12-3-3375-16</inkml:trace>
  <inkml:trace contextRef="#ctx0" brushRef="#br0" timeOffset="29899.715">12594 6594 1472 0,'0'0'4336'0,"0"0"-108"0,0 0-2871 0,0 0-37 16,0 0 296-16,0 0-292 0,0 0-332 16,80-28-304-16,-53 18-180 0,5-5-164 0,5 2-212 0,-2-4-132 15,5 2-272-15,-4-1-420 0,4 0-1012 16,-8 4-1364-16,11-5-4789 0</inkml:trace>
  <inkml:trace contextRef="#ctx0" brushRef="#br0" timeOffset="30490.531">14179 4603 5532 0,'0'0'7093'15,"0"0"-5093"-15,0 0-1056 16,-11 76-172-16,7-44 324 0,4 10-208 0,0 6-36 0,0 2-168 0,0 10-292 16,4 4-100-16,3 12 28 0,-3 4 56 15,5 5 100 1,3 4-111-16,-5 7-221 16,6 1-132-16,-6 3-12 15,1 0-72-15,0 2 64 0,1 1 8 0,-2 1-4 0,5 0-4 16,4-2-52-16,-4-6-112 0,0-8 3 0,0-8-15 15,0-14-12-15,-4-9-8 0,-4-12-40 16,4-10-48-16,-4-10-100 0,0-2-120 16,-1-10-116-16,-3-7-208 0,0-3-328 15,0-3-304-15,0 0-352 0,0-3-548 0,0-13-2089 16</inkml:trace>
  <inkml:trace contextRef="#ctx0" brushRef="#br0" timeOffset="37248.649">15204 4766 4956 0,'0'0'6893'0,"0"0"-5357"15,0 0-228-15,0 0 88 0,0 0 164 0,0 0 68 16,-80-35-172-16,72 40-348 0,4-1-403 16,0 3-161-16,0-5-36 15,4 5-244-15,0 3-104 0,0 5 32 0,0 11-84 16,0 9-104-16,0 7 68 0,8 2-60 15,4 0-4-15,-1-3-8 0,2-6-12 0,-1-10-84 0,4-6-60 16,-1-8-40 0,2-9 40-16,7-2-24 0,-1-16-88 0,5-6-32 0,-4-10-52 0,0-6-36 15,0-3-365 1,-4-1 281-16,-4 5 188 0,-4 5 212 16,-5 0 8-16,-2 10 64 15,-5 3 72-15,0 3-12 0,-12 2 208 0,-4 8-156 16,-8 1 96-16,4 2-100 0,-4 3-24 0,4 0 0 15,4 3 52-15,1 6-39 16,-2 0-25-16,6 3-64 0,-2 2-8 0,9-1-104 16,0-4-165-16,4-3-351 0,0 4-1080 15,0-3-736-15,8-1-1708 16,-3 0-1797-16</inkml:trace>
  <inkml:trace contextRef="#ctx0" brushRef="#br0" timeOffset="37551.06">15507 4679 8080 0,'0'0'3157'0,"0"0"-1017"0,0 0-924 0,0 0 308 0,32 82 64 16,-28-52-280-16,-1 5-232 15,-3-4-316-15,0-2-480 0,0-1-152 16,0-2-128-16,4-5-96 16,-4-1-52-16,4-7-84 0,-4-4-108 15,4-5-160-15,0-4-112 0,5 0-4 0,-6-10 380 16,5-9 16-16,4-6 8 15,0-4-84-15,4-3-12 0,-4 1 120 0,4 5 128 16,-4 1 44-16,4 6 16 0,-5 6 312 16,2 7 12-16,-2 6 132 0,2 0-100 15,-5 9 148-15,3 7-72 0,-2 7-88 0,3-1-52 16,-5 3-132-16,1 4-40 16,1-4 64-16,-6 1 48 0,5-5-232 15,-4-1-84-15,0-7-120 0,-4-4-324 16,0-6-416-16,0-3-300 0,4-3-916 0,-4-4-2112 15,0-18-3909-15</inkml:trace>
  <inkml:trace contextRef="#ctx0" brushRef="#br0" timeOffset="37784.128">16013 4175 10304 0,'0'0'4889'0,"0"0"-4049"15,0 102 240-15,0-51 1080 0,0 9-216 16,0 3-523-16,0 3-465 0,0-1-412 0,7-2-316 16,1-6-204-16,1 0-24 0,-2-6-240 15,1-7-220-15,5 0-156 16,-2-6-160-16,6-6-161 0,2-3-379 0,5-6-772 16,0-14-916-16,-1-9-1289 0,-6 0 1093 15,7-22-1312-15</inkml:trace>
  <inkml:trace contextRef="#ctx0" brushRef="#br0" timeOffset="38109.092">16343 4835 3996 0,'0'0'1028'0,"0"0"4724"0,0 0-3351 0,0 0-437 16,0 0-516-16,0 0-280 16,36 74-228-16,-36-47-116 15,-4 5-116-15,-4-6-208 0,4-4-232 16,0-3-268-16,4-9-88 0,0-4-180 0,4-6-160 0,4 0-12 0,4-3 232 16,8-10 160-16,3-2-76 0,5-2-60 31,0 2-24-31,0 5-28 0,0 4 64 0,0 2 44 0,-4 4 128 15,4 10 88-15,-4 6 48 16,0 6-12-16,-4 4-52 0,-5 2 0 16,2 5-68-16,-9 0 8 0,-5 3-8 0,1 2 68 15,-4 6 76-15,-7 0 84 0,-5 1 40 0,-8 3 20 16,-4-1 0 0,-4-1-60-16,0-6-48 0,1-8-60 0,2-10-52 15,5-6 48-15,0-12 28 0,5-4-64 16,3-17-84-16,-1-5-184 0,10-9-132 15,3-8-108-15,3-5-4 0,5 2-88 0,12-2-12 16,1 2-40-16,3-2-52 16,3 6-88-16,5-3-268 0,-1 0-576 15,-3 9-1060-15,21-16-2825 0</inkml:trace>
  <inkml:trace contextRef="#ctx0" brushRef="#br0" timeOffset="38572.608">17865 4861 6624 0,'0'0'6973'0,"0"0"-5405"15,0 0-812-15,0 0-140 0,76 53 196 16,-32-36 152-16,4-8-52 0,7-9-288 16,1 0-280-16,4-9-196 0,0-11-148 15,-8-2-136-15,4-10-232 0,-9 1-292 16,-4-4-56-16,-6-3-160 15,-1-1-524-15,-12 2-1292 0,-5 11-1897 0,-6-12-1715 16</inkml:trace>
  <inkml:trace contextRef="#ctx0" brushRef="#br0" timeOffset="38822.616">18359 4356 7736 0,'0'0'908'16,"0"0"928"-1,0 0 261-15,0 0-493 0,0 0-264 0,-84 26-72 0,76 2-64 0,1 4-280 16,3 10-308-1,4 8-176-15,0 4-48 0,4 6 56 0,3 3-176 16,1 4-116-16,1 3-64 16,-1 3-92-16,-1 0-48 0,1 0 40 15,1 0-4-15,-2-3-48 0,1-3 48 0,-4-8-60 16,-4-4 8-16,0-8 52 16,0-12 0-16,-4-5 4 0,0-12-40 0,-3-5-96 15,3-7-124-15,-5-6-124 0,1 0 24 16,1-6-196-16,-5-7-172 0,-1-10-144 0,6-5-328 15,3-10-948-15,-4 7-872 0,-1-23-3225 0</inkml:trace>
  <inkml:trace contextRef="#ctx0" brushRef="#br0" timeOffset="39021.602">18829 4823 8644 0,'0'0'4657'0,"0"0"-3313"0,9 66 28 16,-9-38 524-16,0 4-160 0,0 0-320 16,0-3-455-16,0-7-549 0,0-3-412 0,0-3-12 15,0-4-216-15,-4-2-381 16,-1-3-291-16,1 2-176 0,0-5-624 0,-3-4-1152 16,-1 0-2401-16,-9 0-3963 0</inkml:trace>
  <inkml:trace contextRef="#ctx0" brushRef="#br0" timeOffset="39200.953">18733 4457 1644 0,'0'0'4380'15,"0"0"-3484"-15,0 0-388 0,0 0 2508 0,0 0-1519 16,0 0-1357-16,0 0-140 0,0 0-552 15,0 0-40-15,0 0-505 16,0 0-1719-16</inkml:trace>
  <inkml:trace contextRef="#ctx0" brushRef="#br0" timeOffset="39876.094">19255 4689 4000 0,'0'0'9121'0,"0"0"-7481"0,0 0-608 16,4 67 420-16,-4-35 68 0,0 3-168 0,0 3-476 0,-4-1-412 0,1-1-284 31,-1-2 4-31,0-5-159 0,4-6-25 15,0-5-133-15,0-8-111 0,0-7 48 16,0-3-12-16,0 0-60 0,0 0-84 16,4-9 36-16,3-10 308 0,6-3-200 15,-1-4-124-15,-1-9 12 16,2 4-72-16,-2 1 96 0,2 5 60 16,2 3 52-16,-3 6 24 0,0 3 160 0,0 7 0 0,-3 3 248 15,-2 3 36-15,-3 0 72 0,4 3 0 16,-4 10 208-16,0 0-88 0,0 9-108 0,0 0-76 15,-4 0-24-15,4 3-12 0,-4 1-28 0,0 0-7 16,0-4-221 0,0 0-60-16,0-3-89 0,0-3-215 15,0-4-244-15,0-5-260 0,4-1-628 0,-4-6-2288 16,8-9-2101-16</inkml:trace>
  <inkml:trace contextRef="#ctx0" brushRef="#br0" timeOffset="40049.87">19749 4921 4376 0,'0'0'9961'16,"0"0"-8561"-16,-11 64-844 0,3-39 752 0,-4 0 368 15,0 1-196-15,4-8-468 0,0-5-575 16,4-2-425-16,0-5-12 0,0-4-340 0,0-2-501 16,0 0-279-16,0-6-344 15,0-7-1352-15,0 0-1929 0,0-21-2159 0</inkml:trace>
  <inkml:trace contextRef="#ctx0" brushRef="#br0" timeOffset="40365.919">19813 4479 10876 0,'0'0'2141'0,"0"0"-1261"16,0 0 776-16,0 0-124 0,0 0-380 0,92-41-476 0,-72 29-404 0,0-1-272 16,3-4-120-16,-2 3-444 0,3-7-452 31,-5 6-16-31,1 0 248 0,1-2 180 0,-6 8-28 15,-2 2 36-15,-6 4 204 0,-3 3 392 16,0 10 532-16,-4 2 316 0,0 11-64 16,0 3-196-16,0 4-72 0,0 9-16 0,0 3-44 15,0 5-32-15,8 4-44 16,-3 6 40-16,-1 3-4 0,-1 7 100 16,-3 3-12-16,0-1 32 0,0 1-100 15,4-6-180-15,0-10-256 0,0-9-92 0,0-10 8 0,5-13-4 16,-2-9-104-1,1-11-152-15,3-2-168 0,2-2 72 0,-1-11-36 16,-4-9-128-16,4-4-296 0,-1-5-724 16,-7-1-812-16,-4 0-304 0,0 3-417 0,-7 7-1263 0</inkml:trace>
  <inkml:trace contextRef="#ctx0" brushRef="#br0" timeOffset="40502.174">19909 4832 3056 0,'0'0'4728'0,"0"0"-2384"0,0 0-655 0,0 0-461 0,0 0-272 16,0 0 256-16,0 0 272 31,96 47-268-31,-56-47-340 0,3-9-224 0,2-4-196 16,2 1-188-16,-7-7-268 0,0 0-124 15,-4 0-476-15,-8-1-520 0,0 1-192 0,-9 6-1192 16,5-6-4125-16</inkml:trace>
  <inkml:trace contextRef="#ctx0" brushRef="#br0" timeOffset="40815.548">20599 4959 13877 0,'0'0'2400'0,"0"0"-1640"0,0 0-88 15,0 0-68-15,7 67-36 0,5-64 364 16,4-3-272-16,8 0-428 0,4-13-148 0,4-2-84 0,0-11-292 0,0-6-196 0,-4-2 132 31,-5-2 40-31,1 1-164 0,-11 7-124 16,-6 6 84-16,-3 2 272 0,-4 8 60 15,-11 3-108-15,-2 4 296 0,-6 5 212 0,-5 7 24 16,0 10 208-16,-1 5 64 16,1 10-40-16,5 2-28 0,-5 8-44 0,4-2-32 15,0 5-8-15,4 0-124 0,8-4-196 16,1-3-36-16,3-7-196 16,4-1-144-16,4-8-64 0,11 0 36 0,5-9-52 0,8-4 176 0,4-3 24 15,8-6-920 1,4-3-1192-16,-8-3-1857 0,20-10-3463 15</inkml:trace>
  <inkml:trace contextRef="#ctx0" brushRef="#br0" timeOffset="41515.485">21506 4784 9368 0,'0'0'2361'0,"0"0"-685"16,0 0-240-16,0 0-368 0,96 48 196 15,-72-19-12 1,-11 6-208-16,-2 3-260 0,-7 6-344 0,-4 1-148 15,0-4-132-15,0-2-88 16,0-11-72-16,0-3-96 0,0-13-40 16,0-2-120-16,0-7-340 0,4-3-92 0,9-9 172 15,-2-7 356-15,6-9-36 16,-2-3 72-16,1-5-60 0,0-2-16 0,0 7 92 0,0 2-28 16,-4 6 12-16,-4 6 96 15,0 7 28-15,-5 3 12 16,-3 4 124-16,4 7 172 0,-4 6 236 0,0 6-64 15,0 3-200-15,0 4-96 0,-4-4 24 16,4-3 12-16,0-4-36 0,-3-2-132 0,3-7-52 0,0-6 0 0,3 0 40 16,5 0 44-1,5-2-12-15,-2-5 76 16,10-5-76-16,-6-4-72 0,5 3-4 16,-3 0-92-16,2 4-52 0,-3 6-48 0,4 3 8 0,0 6 188 0,0 7 320 15,-1 2-52-15,6 7-12 0,-5-3-12 31,-1 4-12-31,-2 3 20 0,-2-5-19 0,1-1-13 16,0-1-28-16,-4-3-108 0,0-1-84 16,-4-2-44-16,4-3-16 0,-4-4-132 0,5-3-489 0,-2-3-331 15,1 0-300-15,8-3-1016 16,-9-3-2660-16,14-13-3457 16</inkml:trace>
  <inkml:trace contextRef="#ctx0" brushRef="#br0" timeOffset="41817.832">22694 4940 13033 0,'0'0'2508'0,"0"0"-1996"0,0 0-132 15,0 0 828-15,-95 73 336 0,63-48-176 0,0 4-296 0,4-4-195 0,8-3 3 0,1 4-152 16,6-7-320 0,5 0-264-16,8-3-144 15,-4 0-120-15,4-6-96 0,0-4-84 0,4 0-76 16,4-3-24-16,5 0 124 0,-2-3 92 15,4 0 4-15,2-9 60 0,3 0-64 16,-4-8-20-16,4 2-16 0,-1-5-1 0,1 5-7 16,1 2 68-16,2 4 52 0,-3 2 108 15,-3 7 124-15,2 0 72 0,-7 4-16 16,0 4 89-16,0 3-13 0,-4 1-64 0,-4-3-8 16,0 1-88-16,0-3-96 0,0-1-36 0,-4-3-316 15,0-3-305 1,3 0-147-16,-3 0-588 0,0-9-968 15,4 2-2616-15,1-18-3373 0</inkml:trace>
  <inkml:trace contextRef="#ctx0" brushRef="#br0" timeOffset="42374.916">22977 4877 872 0,'0'0'12425'0,"0"0"-10137"0,0 0-1416 0,-15 84 432 0,6-51 372 15,1-4 84 1,-3-1-255-16,2-9-597 15,9-3-548-15,-4-10-256 0,4-2-104 0,0-4-124 16,0 0-104-16,9-4-72 0,6-4 32 16,2-9 100-16,2-5-232 0,1-3-172 0,-1-1-57 0,-2 4 53 15,-1 6 4 1,-4 7-52-16,-1 2 84 0,2 7-24 16,-2 7 388-16,-3 7 176 0,5 6 948 15,-9 2-308-15,-1 4-276 0,-3 2-32 0,0-1-64 0,4-2 48 16,0-6 180-16,-4-4-79 0,4-2-273 15,-4-8 24-15,5 0-128 0,-5-5-40 0,4 0-148 0,0-5-32 16,7 0 64-16,-3-8 108 16,8 1 4-1,5-10-261-15,-2 2-75 0,5-2-100 16,4 0 88-16,0 3 288 0,4 3-336 16,0 3-188-16,-1 7 416 0,1 3 172 15,-4 3 48-15,0 6 40 0,-4 3-40 0,-8 8-40 16,4 1 140-16,-8 8 24 0,-1 2 192 15,2 4-264-15,-9 3-40 0,-1 3 112 16,-3 3 180-16,0 5-204 0,0 1 44 16,0 0 64-16,-7 4 169 0,-1 4-181 15,-8 1-124-15,0 4 16 0,0 1-64 16,0-5 0-16,-4-5 84 0,0-9-44 0,1-7-100 0,2-13 36 16,2-9 24-1,6-7 72-15,1-3-76 0,1-3-68 0,-1-12-8 16,3-11-100-16,1-5 48 0,0-10-136 15,4-7 16-15,4-2-76 0,5-4-132 0,6 0 23 0,2 4-11 16,6-2-36 0,1 2 8-16,8-1-156 0,0 1-80 15,7 0-332-15,6-1-628 0,-2 3-324 16,-7 10-804-16,16-12-3797 0</inkml:trace>
  <inkml:trace contextRef="#ctx0" brushRef="#br0" timeOffset="43063.468">24459 4654 5744 0,'0'0'2184'16,"0"0"692"-16,0 0-1231 0,0 0-345 15,88-51 44-15,-64 45-48 0,-5 6-64 16,1 6-268-16,-3 10-128 0,-6 7-88 0,1 2-116 0,-7 10-204 0,-1 3-208 31,-4 3-76-31,-4 4-132 0,-5-4-12 0,1-5 0 16,1-3-72-16,-1-1-60 0,-1-9 20 15,5-4 64-15,-3-9-24 0,7-1-88 0,-4-9-8 16,4 0 80-16,0 0-68 0,0 0-200 16,0-9-96-16,4-8 220 15,7-8-52-15,-2-6 16 0,6-7 108 0,2-1-88 16,-2-2-108-16,2 6 108 0,2 7 248 15,1 4 60-15,1 6 152 0,-2 8-128 16,-3 1-8-16,0 9-64 0,0 0 76 16,-1 6 168-16,2 11 16 0,-2 2-28 0,2 6 16 15,-2 6 8-15,-2 1-12 16,2 3 4-16,-7 4 8 0,1-5-88 16,-2 4-60-16,-3-6-120 0,-4 0-48 0,4-4-52 15,0-3-336-15,-4-2-276 0,5-4-96 16,2-3-220-16,-3-4-1096 15,4-2-2348-15,5-3-2553 0</inkml:trace>
  <inkml:trace contextRef="#ctx0" brushRef="#br0" timeOffset="43398.805">25488 5073 11597 0,'0'0'2908'0,"0"0"-2124"15,0 0-168 1,0 0 500-16,-77 6 248 0,49 4-124 15,4 6-284-15,-3 3-204 0,3 7 29 16,0 5-165-16,4 4-180 16,4 0-108-16,4-2-172 0,4-6-156 15,4-7 0-15,4-8-192 0,0-2-16 0,0-7-32 16,8-3-40-16,8-3 100 16,4-14 108-16,4-2-172 0,4-9-84 15,0-7-61-15,-4 1 49 0,4-1-28 0,-4 3 4 0,-1 7-4 0,-3 2 124 16,-4 10 36-1,0 10 172-15,-8 3 36 0,4 0 208 16,-4 9 60-16,-4 7 40 0,4 4-28 16,-4 2-124-16,-4 3-32 0,4 1-68 0,0-1-56 0,0-6-12 0,0 0-172 31,0-5-400-31,4-2-224 0,4-5-920 16,0-5-864-16,-1 2-1725 0,17-4-2215 0</inkml:trace>
  <inkml:trace contextRef="#ctx0" brushRef="#br0" timeOffset="43815.071">26272 4645 7824 0,'0'0'4657'0,"0"0"-2697"16,0 0-672-16,43 76 152 0,-30-31 36 15,-5 2 92-15,-1 7-436 0,-2 0-475 16,3-7-169-16,-4 1-152 0,4-13-212 16,-1-2-124-16,2-8-112 0,-1-6-336 15,-1-7-84-15,1-5-137 0,1-7-87 0,-5 0-444 0,-1-4-1224 16,-3-18-3160-16</inkml:trace>
  <inkml:trace contextRef="#ctx0" brushRef="#br0" timeOffset="43965.244">26300 4451 11849 0,'0'0'2184'0,"0"0"-1564"16,0 0-316-16,0 0 12 0,84 3-316 0,-56-3-64 15,4-6-1072-15,3-4-908 0,-3 4-2013 16,19-7-1855-16</inkml:trace>
  <inkml:trace contextRef="#ctx0" brushRef="#br0" timeOffset="44187.938">26874 4613 12197 0,'0'0'4072'0,"0"0"-3488"0,-60 79-444 15,32-50 196-15,0 6 888 0,0 0 140 16,8-3-436-16,5-7-600 0,7-6-256 15,8 0-60-15,0-2-12 0,11-6-60 16,10 3-136-16,2-2-60 0,9 1 172 16,0-5 12-16,4 6 60 0,-9-8-64 15,6 4 16-15,-10 0 8 0,-3-1 52 16,1 4 132-16,-6-1-8 0,-7 4-68 0,1 0-56 0,-9 3-132 0,0-2-152 16,-13 1-20-1,-2 1-4-15,-6 0-144 0,1-3-188 16,-3-3-200-16,-5-4-452 0,4-3-968 15,4-2-2429-15,-12-4-4375 0</inkml:trace>
  <inkml:trace contextRef="#ctx0" brushRef="#br0" timeOffset="44881.954">27722 4566 6776 0,'0'0'1404'0,"0"0"1609"0,0 0-1653 0,0 0-260 0,0 0 304 15,0 0-4-15,88 79-244 16,-80-45-192-16,0 11-188 0,-8 6-152 0,0 0-12 0,0 2-164 0,0 2-68 16,-4-11-200-16,-4-6-180 15,4-6-84-15,0-10-36 0,4-6 32 16,0-10-56-16,0-2-100 15,0-4-96-15,0 0-76 0,0-7 48 16,12-9 12-16,0-6 160 0,4-6-36 16,0-10-28-16,0-4-60 0,4-3-52 0,-1 1 112 15,1 0 76-15,1 2 76 0,-6 10 104 16,1 10-40-16,-8 6 44 16,4 10 236-16,-7 3 12 0,-2 3 8 15,1 9 192-15,0 7-44 0,0 4-24 0,-4 5-12 16,0 4-76-16,0 3 28 0,0-1-4 15,0 2 12-15,0-6-144 0,0 2-52 16,0-3-132-16,0-4 0 0,0-3-156 0,0-3-76 0,0-7-316 16,0-3-148-16,0-2-372 0,0-4-616 15,0-4-1288 1,4 1-2113-16,8-16-1199 0</inkml:trace>
  <inkml:trace contextRef="#ctx0" brushRef="#br0" timeOffset="45147.712">28347 4775 12197 0,'0'0'2392'0,"0"0"-1660"0,25 79-404 0,-25-44 304 0,3 4 724 16,-3-6 40-16,0 0-332 15,0-7-624-15,0-11-316 0,4-8-76 0,1-4 0 0,3-3 48 16,3-3-96-16,6-10-4 16,-2-6-84-16,5-6-168 15,1-4-148-15,-2-6-36 0,-3 3 100 0,-4 4 116 16,-4-1 128-16,-3 7-4 0,-5 0-24 15,-5 2-144-15,-11 5 252 0,-4-2-68 16,1 5-40-16,-2 2 112 0,1 7 12 0,1 3 0 16,3 0 0-16,0 10-76 0,0 5-20 0,0 2-4 15,4-2-12 1,4 5-172-16,0-7-388 0,4-1-848 0,0-2-1068 16,4-1-1789-16,0-3-1911 0</inkml:trace>
  <inkml:trace contextRef="#ctx0" brushRef="#br0" timeOffset="45457.475">28675 4670 10016 0,'0'0'2981'15,"0"0"-1517"-15,0 0-544 0,0 0 336 0,48 70 172 16,-44-49-168-16,-4 9-284 0,0-1-376 0,-8-1-248 16,3-6-84-16,1 0-136 0,0-3-132 0,4-6-84 0,-4-3-112 0,4-8-216 31,0-2-148-31,0 0 60 15,4 0 204-15,4-8 100 0,5-6 136 16,2-4-152-16,1-8 16 0,0-2-36 0,4-4-88 0,-4 3 24 0,4 1 72 31,-4 6 52-31,0 5 172 0,-4 8 72 0,0 6 40 16,-4 3-12-16,-1 3 72 0,-2 6 148 16,-1 8 16-16,0 1-56 0,0 5 28 0,-4-1-64 0,4 0-48 0,-4 0-60 31,3-3-52-31,-3 1-84 0,0-1-8 0,4-4-88 15,-4 2-124-15,0-5-504 0,0-3-264 16,0-2-564-16,0-4-1316 0,0-3-2841 0</inkml:trace>
  <inkml:trace contextRef="#ctx0" brushRef="#br0" timeOffset="45640.146">29116 4775 12237 0,'0'0'3128'16,"0"0"-2260"-16,0 0 232 0,0 0 568 0,0 0-176 16,0 0-480-16,0 0-391 15,101 19-333-15,-78-25-164 0,5-4-124 16,0-2-332-16,0-5-509 0,4 2-291 0,3-2-56 0,2 5-640 0,-10 3-1088 16,10-3-3857-16</inkml:trace>
  <inkml:trace contextRef="#ctx0" brushRef="#br0" timeOffset="45956.659">29559 4542 13165 0,'0'0'2604'16,"0"0"-2252"-16,0 0-172 0,0 0 744 0,76 5 472 0,-52-3-412 15,-4 2-384 1,3-1-220-16,-3 0-152 0,1-1-176 15,-2 5-52-15,-7 3-112 0,0 3 16 16,-8 6-16-16,-4 3-144 0,0 6 24 0,-12 8 12 16,-8 2 112-16,-4 6 56 0,-3 1 40 15,-1 2-44-15,0 0 56 16,4-3 4-16,0-2 280 0,4-7 116 16,12-9-44-16,0-6-136 0,8-8-124 0,0-3 100 15,12-5 72-15,8-2-112 0,8 1 4 16,4-3-27-16,7-5-133 0,6-6-109 15,2-3-219-15,1-6 0 0,-1-6-392 16,-2 1-432-16,-2-7-512 0,-11 12-1476 0,12-17-4521 16</inkml:trace>
  <inkml:trace contextRef="#ctx0" brushRef="#br0" timeOffset="46284.102">30185 4848 13833 0,'0'0'4004'0,"0"0"-3560"0,0 0-444 0,0 0 480 15,0 0 480 1,0 0 88-16,0 0-304 0,87-3-468 16,-59-19-276-16,4-4-256 0,4-5-316 15,-4-1-196-15,-4 0 8 0,-4 3 108 0,-9 4-112 16,-2 6-340-16,-9 0-52 0,-4 3 176 16,-13 4 752-16,-2-2 228 0,-13 5 76 0,0 6 200 0,0 3 256 0,0 3-32 15,5 10 220-15,-5 9 0 16,7 10-52-16,-3 2-48 0,5 11 44 0,-5-1 132 15,4 4-188 1,4 3-24-16,-4-1 13 0,8-1-65 16,0-5-192-16,0-6-204 0,8-10-136 15,4-8-88-15,0-8-224 0,4-9-176 0,4-3-129 16,3 0-127-16,10-15-528 0,3-5-924 16,-9 1-2432-16,13-22-3625 0</inkml:trace>
  <inkml:trace contextRef="#ctx0" brushRef="#br0" timeOffset="46708.774">30667 4613 4044 0,'0'0'9165'0,"0"0"-7933"0,0 0-952 0,0 71 412 0,-9-44 1040 15,2 2 160 1,3-1-288-16,-4-2-608 0,0-4-531 0,3 0-261 16,5-6-84-16,0-3-112 15,0-3 0-15,0-3 116 16,9-7-124-16,-1 0-52 0,3 0-36 15,10-11-8-15,-1-1 36 0,3-4-196 0,1-6-73 16,4-4-143-16,0 1-148 0,0 0-64 16,0-5-460-16,0 2-1048 0,0-1-892 15,0 7-829-15,-5 10 1409 0,5 2 540 0,-7 10 1388 16,-1 3 576-16,-13 10 1448 16,1 6 412-16,-8 7 496 0,0 2-143 0,-4 1-201 0,-3 3-168 15,-2-4-276-15,1-6-460 16,4-3-396-16,4-9-196 15,0-4-140-15,0-3-20 0,12-3-160 0,0-3-196 0,13-10-52 16,-2-5-104-16,12-8-236 0,2-2-192 16,7-4 68-16,-9 3 244 15,6 1 212-15,-14 5-212 0,-3 1 128 16,-12 6 144-16,-12 1 132 0,0 5 116 0,-20 1 120 0,-4-1-184 0,-12 6 0 16,-7 4-36-16,-5 7-148 0,-4 2-100 15,0 8-8 1,0-2-16-16,9 1-12 0,-1 3 0 15,8-6-404-15,4 0-644 0,0-1-1260 16,12-5-2733-16,-3 2-3443 0</inkml:trace>
  <inkml:trace contextRef="#ctx0" brushRef="#br0" timeOffset="48958.869">31874 4045 6168 0,'0'0'1044'0,"0"0"-800"0,0 0-8 0,75-57 1176 0,-43 34-168 16,-4 0-511 0,4 2-89-16,-8 2-104 15,0 6-28-15,-4 1-52 16,-4 5-28-16,-5 4-152 0,-2 3-64 0,-1 6-128 0,-4 7 116 15,-4 10 136-15,0 8-76 0,-4 7 128 16,-13 7-92-16,2 5-72 0,-5 7 100 16,-3 7-64-16,-9-1 96 0,4 8-12 0,-9-3-100 15,1 0-12-15,5-1-60 0,-1-10-116 0,4-7-12 0,8-9 40 32,4-6-80-32,4-9-8 0,9-7-88 0,-1-6-132 15,-1-4-28-15,5-6-76 0,0 1-136 16,0-4-144-16,0 0-84 15,9 0 32-15,2 6 404 0,6 1 236 0,2 5-64 0,-3 7 80 16,4 6 432-16,0 14 236 0,-9 1-52 0,2 12-76 0,-9 2-68 16,0 7 0-1,-4-3-76-15,0 4-64 0,0-1-136 16,0-5-36-16,0 1-60 0,-8 3 0 16,0-6-4-16,0 1-20 0,-4-5 4 0,-1-2-80 15,6-1 0-15,-9 1-4 0,4-3 4 0,-4-4 12 16,0-2 64-16,0-8-64 15,-8-3-12-15,0-8-728 0,-4-5-620 16,-4-5-404-16,4-7-1320 16,-15-3-4333-16</inkml:trace>
  <inkml:trace contextRef="#ctx0" brushRef="#br0" timeOffset="50816.913">3450 8474 2520 0,'0'0'9165'0,"0"0"-7513"15,0 0-1068-15,0 0 40 0,0 0 672 16,0 0-40-16,0 0-376 0,0 0-300 0,0 0-124 16,0 0-112-16,60-23-12 15,-49 23-76-15,-2 0-60 0,3 4 12 16,-5 3-4-16,6 2 40 0,-2 7 24 0,-3 3 24 16,5 6-96-16,-9 4-52 0,3 8-104 15,-7 9-40-15,0-2-112 0,0 3-56 16,0-2 44-16,0-4-56 0,0-6 20 15,-4-10-8-15,4-2 32 0,0-14-72 0,0-3-196 0,4-6 76 16,-4 0-64-16,4-6 24 0,4-7 280 0,0-10-48 31,0-2-12-31,4-2 144 0,0-9-252 0,-4 1 144 16,8 3 24-16,-4-2-96 0,3 4 96 16,2-1 0-16,-2 6 76 0,2 3-60 0,-2 3 72 0,2 2 56 15,-1 5-44 1,-1-1 200-1,-3 3 196-15,4 1-336 0,0 0 64 0,-4 2-60 16,0 0-64-16,0 7 148 0,-4 0 12 0,0 0-124 0,0 0 112 16,4 11 36-16,-4 5 64 0,0 6-80 0,0 0 92 15,0 10-128-15,0-1-92 16,-4 4-44-16,-1 0-8 0,1 0-60 16,1 0-48-16,-1 0 36 0,0 0-124 0,0-4-112 15,0 1-356-15,-1-3-112 0,-3 0-164 0,4-1-840 16,-4-3-564-1,5-2-885-15,-5-2-2091 0</inkml:trace>
  <inkml:trace contextRef="#ctx0" brushRef="#br0" timeOffset="51536.174">4367 8876 4288 0,'0'0'612'15,"0"0"5140"-15,0 0-4055 0,0 0-329 16,0 0 160-16,0 0-468 0,0 0-272 0,0 0-192 16,0 0-228-16,-81 55-8 0,74-23 120 0,-1 2 196 15,4 1-200-15,4 1-192 0,0-5-116 16,0-5-156-16,0-7-12 16,0-10 0-16,0 1-60 0,8-10-208 15,-4 0-148-15,7 0 72 16,-2-10 48-16,6-5-8 0,-3-5-32 0,4-2-32 0,-4-3 8 15,1 3-112-15,-2 2 0 16,2 8 112-16,-2 2 80 0,-3 4 92 0,4 6 176 16,0 3 12-16,0 10 264 0,0 2-12 15,0 8 36-15,-5-2-128 0,6 6-48 0,-1-5-100 16,0-3-12 0,0 0-12-16,3-7-148 0,5 1-516 0,-3-9-460 15,-2-2-1788-15,2-4-2861 0</inkml:trace>
  <inkml:trace contextRef="#ctx0" brushRef="#br0" timeOffset="52062.543">2769 8518 3524 0,'0'0'2464'0,"0"0"-1048"16,0 0-520-16,0 0-260 0,-8 76-260 16,8-46-28-16,-4 1 1741 0,-1 1-985 0,-2 2-656 15,-1 5-92-15,4-5 24 0,-5 4 100 16,5 1 28-16,-3 2-220 16,3-3-36-16,4 4-152 0,0-5-100 0,0 5-104 15,0-1-148-15,11 4-252 0,2-1-52 16,2 4-308-16,6-4-712 0,-6-9-189 0,13 12-2111 0</inkml:trace>
  <inkml:trace contextRef="#ctx0" brushRef="#br0" timeOffset="52483.382">4996 8343 10064 0,'0'0'2493'0,"0"0"-1065"0,0 0-148 16,0 0 28-16,0 0-264 15,87 32-216 1,-62-16-212-16,-1 3-200 0,-1 0-96 0,-3 9-52 16,0 2-24-16,0 8-60 0,-4 3 0 0,-4 6-64 15,-5 8-56-15,-2 2-52 16,-1 3 36-16,-4 0-48 0,0 1-56 15,0-1-8-15,-4-2-56 0,-5-6-76 0,-2-3-280 16,3-5-136-16,-4-3-200 16,-4-6-276-16,4-6-640 0,0-7-1236 0,-8-3-2761 0</inkml:trace>
  <inkml:trace contextRef="#ctx0" brushRef="#br0" timeOffset="53040.933">5673 8782 7036 0,'0'0'1260'0,"0"0"1701"0,0 0-1189 0,0 0-668 16,0 0 124-16,0 0 140 15,116 12-424-15,-73-5-336 0,5-4-252 0,1 0-156 0,-2 0-96 0,-4-3-104 16,-2 0-72 0,-5-6-64-16,-5-4-308 0,-3 1-324 15,0-7-352-15,-8 0-532 0,-4 7-1472 0,-4-14-3317 16</inkml:trace>
  <inkml:trace contextRef="#ctx0" brushRef="#br0" timeOffset="53267.406">5912 8493 848 0,'0'0'8400'0,"0"0"-6139"0,0 0-945 0,0 0-256 31,12 76-48-31,0-48 20 0,0 4-128 16,-4 3-356-16,4 7-276 0,0-4-108 16,0 3-164-16,0 3 0 0,-4 1-64 0,-1-4-48 15,6 4-84-15,-5-4-276 0,-1 1-584 16,6-2-544-16,-2-5-736 16,-3-6-617-16,12 3-3179 0</inkml:trace>
  <inkml:trace contextRef="#ctx0" brushRef="#br0" timeOffset="53774.087">7359 8493 7868 0,'0'0'2616'0,"0"0"-1071"0,0 0-533 0,0 0-84 0,0 0 248 0,0 0-4 16,0 0-296-16,-56 70-308 15,44-48-96-15,-1 6-92 0,6 2-8 16,-5 3-4-1,8 3-52-15,4 2-8 0,0 6-40 0,4 0-132 0,8 5 8 16,-1 2-80 0,10-1-64-16,-5-6 0 0,3 0-112 15,5-4-72-15,-3-6 64 0,2-9-148 0,1-3-532 16,-4-9-124-16,8-6-164 0,-4-4-292 16,3-3-644-16,-6-7-1077 0,3-12-3523 0</inkml:trace>
  <inkml:trace contextRef="#ctx0" brushRef="#br0" timeOffset="54373.746">7797 8563 7976 0,'0'0'2616'0,"0"0"-867"15,0 0-269-15,0 0-152 0,0 0-284 0,84 50-140 16,-69-27-308-16,1 3-188 0,-4 2-136 0,1 3 0 16,-2 1 32-16,-3 3-180 15,-4 1-124-15,1-3-48 0,-5 3 40 16,0-8-104-16,0 1 16 0,0-10-104 15,0-6-108-15,-5-7-12 16,5-2-240-16,0-4-172 0,0-4-12 0,5-5 204 0,2-7 188 16,1-6 12-16,5-10-192 0,-2-1 76 15,1 0 36-15,4 0 100 16,-4 5 320-16,0 2 140 0,-4 11 104 0,3 5 60 16,-3 4-24-16,-3 6 112 0,3 0-24 0,-4 3 176 0,3 7 220 15,-3 5-272-15,1 4 44 0,-5 3-52 0,4 1-100 31,-4-4-12-31,0 2-52 0,0-4-192 0,4-4-128 16,-4-7-112-16,4 0-36 0,3-6 0 16,1 0-68-16,5-3 216 15,2-13 72-15,1 0 4 0,9-5-76 0,-2-5-48 0,1-3-104 16,0 7-44-16,0 0 120 16,-5 3-72-16,5 2 36 0,-3 8 28 15,-6 3-56-15,2 3 80 0,-2 3 60 0,-2 3 136 16,2 10 0-16,-2 2-12 15,-6 5 24-15,1-1 4 0,0 6 44 16,-3 0-24-16,-2 1-24 0,1 6 0 0,-4-4-36 16,0 4-88-16,0-4-24 0,-4 4-184 0,1-3-596 0,3-3-724 15,0-7-1392-15,0 2-4001 0</inkml:trace>
  <inkml:trace contextRef="#ctx0" brushRef="#br0" timeOffset="54987.786">8949 9024 4788 0,'0'0'4732'0,"0"0"-2743"15,0 0-545-15,0 0 20 16,0 0-152-16,0 0-296 0,0 0-56 0,0 0-108 16,0 0-236-16,0 0-484 0,0 0 16 0,-77 56 72 15,66-18 64-15,-6 7 84 16,10 2 192-16,3 0-148 0,0 2-156 0,0-15-136 15,4-2-120-15,0-12 0 16,0-11-96-16,0-6-96 0,8-3-4 16,3-3-120-16,6-10 168 0,6-9-328 0,1-6-124 0,-4-4-160 0,1-3 156 31,-2 0 124-31,-3 3 92 0,0 10 116 16,-4 3 60-16,0 6 40 0,-4 10-80 0,0 0 40 15,4 3 212-15,-4 6 308 0,-1 4 192 0,2 5-68 0,-1 2-20 0,-1-2-32 31,1 2-72-31,1 2-24 0,-1-5-60 16,-1 3-140-16,2-1-84 0,-5-3-12 0,4-4-220 16,-1-3-756-16,1-3-328 15,1 1-1104-15,-2-4-1525 0,1-10-1327 0</inkml:trace>
  <inkml:trace contextRef="#ctx0" brushRef="#br0" timeOffset="55231.958">9626 8687 8096 0,'0'0'3041'0,"0"0"-773"0,0 0-456 0,0 0-440 0,68 69-168 16,-53-43-216-16,1 2-176 0,0 5-224 0,-7 4-184 31,2 4-148-31,-3 4-124 0,0 2-132 16,-4 2-4-16,0 1-68 0,0 1 0 0,-4 3-76 15,0-7-204-15,-8 1-224 0,0-3-52 16,-4-3-84-16,-4-5-144 0,4-2-348 16,-8-7-880-16,12-5-1789 0,-7-1-1883 15</inkml:trace>
  <inkml:trace contextRef="#ctx0" brushRef="#br0" timeOffset="55587.547">10761 9121 10364 0,'0'0'2405'0,"0"0"-1045"0,76 0-296 0,-44 0 68 0,3 0-48 16,-3 0-316-16,-4 0-360 0,-4 0-268 15,1 0-140-15,-2-3-72 0,-3-3-288 0,4 0-384 16,-5-4-324-16,-2 4-1100 0,-2-1-4001 16</inkml:trace>
  <inkml:trace contextRef="#ctx0" brushRef="#br0" timeOffset="55783.111">10824 9443 11129 0,'0'0'2104'0,"0"0"-1228"16,0 0 288-16,0 0 280 0,0 0-16 16,0 0-184-16,0 0-312 0,88 8-396 15,-56-8-304-15,9-8-184 0,-2-6-48 16,1 2-392-16,0-1-256 0,-4 1-132 0,7 2 16 0,-7 0-612 16,-4 4-1476-16,5 6-3661 15</inkml:trace>
  <inkml:trace contextRef="#ctx0" brushRef="#br0" timeOffset="56308.306">12710 8512 7916 0,'0'0'2420'0,"0"0"-899"16,0 0-277-16,0 0 40 0,0 0-60 0,0 0-68 16,-48 79-252-16,40-50-224 0,0 6-76 15,3 6 12-15,5 4-76 0,0 2-128 16,0 1-104-16,5 6-140 0,7 0-96 0,-1-1-72 16,6 1-40-16,-2-2-68 15,5-8-88-15,-3-3-24 0,6-3-428 16,1-2-88-16,4-5-124 0,8 1-292 0,-1-7-416 15,-3-6-1544-15,13-3-3637 0</inkml:trace>
  <inkml:trace contextRef="#ctx0" brushRef="#br0" timeOffset="62064.844">13052 8638 5672 0,'0'0'7449'0,"0"0"-5937"0,0 0-16 0,0 0-8 0,0 0-376 16,0 0-140-1,64-72 40-15,-56 69-620 0,4-4-272 16,0 4 64-16,-1 0-4 0,2 3-84 16,-1 0-56-16,-1 6-28 0,-2 7-12 0,2 9 121 15,-3 11-37-15,-3 5-76 0,-1 6 4 16,0 3 0-16,-4 1-12 0,0 2-72 15,0-2 11-15,0-6 1 16,-4-4-52-16,4-10 4 0,0-9 24 0,0-7 12 16,0-7-88-16,0-3 40 0,0-2-52 15,0-9-12-15,4-3 64 0,3-11-40 16,-3-9-72-16,4-3 0 0,1-6-12 0,-2-1 12 16,1 4 144-16,0-3-8 0,4 7 92 0,-4 2-8 15,4 2 12-15,0 5 72 0,0 3 4 16,0 6 32-16,-4 4 88 15,-4 2-12-15,4 7-36 0,-8 3-4 16,3 0-84-16,2 0-60 0,-1 9 0 16,0 7 356-16,0 7-64 0,4 5-144 15,-8 7-40-15,3 7-100 0,-3-1 4 0,0 3-12 16,0 1-8-16,0-4-52 16,0 3-64-16,0-6-56 0,0-6-64 0,0-3-244 15,4-10-260-15,5-3-508 0,-1-3-1364 16,-1-10-2081-16,6-3-2235 0</inkml:trace>
  <inkml:trace contextRef="#ctx0" brushRef="#br0" timeOffset="62769.877">13973 8912 4820 0,'0'0'4640'0,"0"0"-2371"15,0 0-705-15,0 0-296 0,0 0-160 16,0 0-140-16,0 0-156 0,-88-16-72 16,75 23-184-16,-2 5-200 0,3 7-48 15,0 7-12-15,0 6-52 0,0 2-48 16,0 4 12-16,8 4-64 0,-3-1 4 0,2-3-44 0,5-6-104 15,0-4-60-15,0-9-88 0,0-9 28 16,0-8-124-16,5-2 12 0,2 0 232 16,5-8 60-1,4-5-60-15,0-10-72 0,0 1-160 0,3-6-112 16,-6-4-36-16,2 3 156 0,-2 4 4 16,2 3 8-16,-2 5 76 0,-5 5 28 15,-1 5-80-15,1 5 4 0,1 2 172 0,-2 0 12 0,1 7 272 0,0 5-12 16,1 1 72-16,-2 2-124 0,-3 5-84 31,4-2 36-31,1 2-24 0,-6 2-64 0,5-3-12 16,-4 0-60-16,0 0-188 0,5-3-32 15,-2-3-124-15,1-5-384 0,4 3-552 16,0-8-840-16,-4-3-932 0,8 0-2193 0,-8-7-11 16,0-6 4373-16</inkml:trace>
  <inkml:trace contextRef="#ctx0" brushRef="#br0" timeOffset="63051.305">14335 8775 6868 0,'0'0'4729'0,"0"0"-3473"0,0 0-544 0,0 0-64 0,0 0 744 16,0 0 48-16,0 0-288 15,0 0-484-15,100 45-288 0,-68-39-220 16,0-6-24-16,-1 0-136 0,1 0-44 0,0-2-44 16,0-5-184-16,0-6-108 0,-4 0-632 15,0 1-408-15,-9-1-1040 16,1-3-2609-16,-12 7-3439 0</inkml:trace>
  <inkml:trace contextRef="#ctx0" brushRef="#br0" timeOffset="63256.481">14506 8556 416 0,'0'0'9068'0,"0"0"-7700"0,0 0-363 0,0 0 367 15,-4 73-116-15,4-51-56 0,4 3-396 16,4 5-368-16,1-2-236 0,-5 4-164 0,3 3-36 16,-3 7-160-16,4-5-52 15,1 4 0-15,-6-2-492 0,5-2-496 16,4-5-528-16,-4-10-1461 0,4 1-3835 0</inkml:trace>
  <inkml:trace contextRef="#ctx0" brushRef="#br0" timeOffset="64067.294">15045 8512 288 0,'0'0'11281'16,"0"0"-9453"-16,0 0-684 0,0 0 28 16,0 0 8-16,0 0-348 0,0 0-68 0,0 0 124 0,83-6-240 0,-67 28-232 15,0 3-64-15,-9 13 4 0,-2 3-176 0,-1 3-48 31,-4 8-132-31,0-5-60 0,-4-2-40 16,-1-3-104-16,1-11 20 0,1-6-12 16,3-9-12-16,0-9 52 0,0-1 20 0,0-6-36 15,0 0 12-15,0-6 16 16,0-7-4-16,7-9 12 0,-2-8-12 16,3-1 52-16,0-4-4 0,-1 0 40 0,6 4 60 15,-2-1-60-15,2 0 48 16,-1 9-40-16,-1 4 52 0,-2 7-4 0,-2 10-100 0,1 2-96 15,-4 0 200-15,0 12 200 0,1 3 32 16,-1 5-12-16,-4 2-96 0,0 3-12 16,0-2 56-16,0-4-56 15,0 0-112-15,0-10-36 0,0 0-76 0,0-5-20 0,0-1 68 16,0-3 64-16,0 0 0 0,3-7 52 16,9-5 56-16,1-4 28 0,-2-6-96 0,5 0-40 15,4-4-48-15,0 3-88 0,-1 4 52 16,2 5 32-1,-1-3-20-15,-1 8 0 0,2 5 44 16,-5 1 28-16,-1 3 76 0,2 7 60 16,-6 5-88-16,1 8 48 0,4 2 52 15,-8 3-136-15,4 7 112 0,-4-4-4 0,0 7 16 16,0-2-40-16,-4 0 40 16,-1 3-76-16,-3-1-60 0,0 0-120 0,5-4-4 0,-5-1-120 15,4-5-320-15,-4-6-384 16,8-4-760-16,-4-2-1268 0,3-6-1993 15,6-7-3539-15</inkml:trace>
  <inkml:trace contextRef="#ctx0" brushRef="#br0" timeOffset="64461.742">16140 8838 7796 0,'0'0'2280'31,"0"0"789"-31,0 0-1633 0,0 0 0 15,0 0-8-15,-96 77-228 0,76-54-232 16,-3-1-480-16,7 0-204 0,-5-3 20 0,10-3-24 16,-1-1-96-16,3-2-4 0,6-1-176 15,-1-1 0-15,4-3-4 0,0-1-68 16,0 3 24-16,0-4 40 0,0 4-40 16,0-3-4-16,4-2-16 0,-1 2-56 0,1-1-52 15,5-2-60-15,-5-1 28 16,4-3 20-16,-1 0 176 0,2 0-56 0,3 0-32 15,-9-7-52-15,5 1-72 0,1-4 148 16,-1 1-76-16,-5-1-36 16,1 4 48-16,0 0 52 0,-4 2-4 0,4 1 28 0,-4-1-16 0,0 4-72 15,0 0 0-15,0 0-60 0,0 0-164 16,0-2 112 0,0 2-160-16,-4 0 84 0,4 0-64 15,-4-3-408-15,4 3-300 0,-4 0-240 0,4 0 300 16,-3 0 188-16,3 0-5 15,-4 0-103-15,0 0-184 0,0 0-408 16,4 0-380-16,-5 0-1096 0,1 0 1940 0,36 3 404 16</inkml:trace>
  <inkml:trace contextRef="#ctx0" brushRef="#br0" timeOffset="65548.729">16076 8903 3192 0,'0'0'168'0,"0"0"6080"0,0 0-4619 0,0 0-629 0,0 0 164 15,0 0 16-15,0 0-120 0,0 0-56 31,0 0-192-31,0 0-340 0,-60 22-116 16,49-6-48-16,-2-1 60 0,2 4 64 0,-1-2 32 16,0 1-72-16,0 1-160 15,3 3-36-15,2 3-12 0,-5 5-28 0,4-2 28 16,3 4-52-16,-2-1-44 0,3 1 20 16,0 1 12-16,4-2 16 0,0-6-27 15,8 1-13-15,-1-4-92 0,2-9-4 0,-1-4-4 0,0-3-128 16,4-6-77-1,0 0 53-15,4-9 60 0,3-7 20 16,-2-6-180-16,2-7-192 0,1-6-104 0,4-3 52 16,-4 0 20-16,0 0-112 0,-4 0 0 0,0 0 60 0,0 7 208 15,-8-2 0 1,0 5 152-16,-4 6 120 0,-4-1 52 16,0 8 164-16,0 2 132 0,0 6 152 15,0 4-36-15,0 0 32 0,0 3-48 0,0 0-52 16,0 0-80-16,0 3-264 15,0 4-48-15,3 6 48 0,1 5 160 0,1 5 132 16,-1 2-8-16,0 3 8 16,4 2-60-1,-5 1-24-15,1-6-48 0,1 4-104 0,-5-4-56 0,4-3-12 0,0 1-88 16,0-8-56-16,3 2-28 0,-3-2-184 0,5-5 16 16,-1-1-312-16,-1-2-172 0,1-4-256 0,5-3-1040 15,-2 0-2089-15,-3 0-2095 16</inkml:trace>
  <inkml:trace contextRef="#ctx0" brushRef="#br0" timeOffset="65908.031">16965 8556 10540 0,'0'0'1853'0,"0"0"-681"0,0 0 664 16,56 70-628-16,-41-45-124 15,-2 0-148-15,-2 2-308 0,1-2-236 0,0 0-132 0,-4 4-116 0,0-1-56 16,1 5-4-16,-9-2-80 0,0 4-4 16,0 0-84-1,-5 3 32-15,-7 0-20 0,1-1-136 16,-6 5-84-16,2-3-76 0,-5-5-124 0,-1 1-176 16,2 1-212-16,-1-5-424 0,-4 1-844 0,4-4-1869 0,4-5-1883 15</inkml:trace>
  <inkml:trace contextRef="#ctx0" brushRef="#br0" timeOffset="93558.145">4230 11576 9308 0,'0'0'3169'0,"0"0"-965"0,0 0-972 0,0 0-216 31,0 0 396-31,0 0-32 0,0 0-380 0,0 0-512 16,56-23-220-16,-31 27 48 0,10 3 341 15,10-2-53-15,10 2-268 16,4 2-80-16,10-2-16 0,-1 2-8 0,3-6-64 16,0 4 12-16,2-4 24 0,-10-3-80 15,1 4-112-15,0-4-12 0,-8 0-76 16,-5 0 16-16,-3 0 0 0,-8 0-48 0,-9 0 24 16,-6 0 12-16,-5 0 12 15,-9 0 0-15,-7 0-48 0,0 2-12 0,-4 4 76 0,-8 7 44 16,-7 6 0-16,-5 10-12 15,-16 3-44-15,-5 9 56 16,-6 0 12-16,-5 7 0 0,-12 3-12 0,-3 6-4 16,-5 2-44-16,-8 3 36 0,0 1-84 0,1-2-72 0,3-1-64 15,1-3-8-15,3 0 132 16,13-6 60-16,3 0 40 0,11-4-4 16,9-3-36-16,12-2 36 15,5-4 0-15,6-6-44 0,6-1 56 0,7-9 0 0,0-3-84 0,0-6 36 0,12-7 48 31,4 5 12-31,8-8 60 0,4 0 12 16,11-1 136-16,6 2-16 0,10-4 16 16,5 0-4-16,3 0-24 0,6-4 16 15,2 2-40-15,4 2-72 0,-2-3-48 0,-2 0 0 16,1-1-48-16,-4-3-60 16,0 4-108-16,-5-2 24 0,-7 1-40 15,-1-3-20-15,-3-2-196 0,-3 4-264 0,-10-2-52 16,-3-3-525-16,-4 0-879 0,-4-2-1024 0,-8-1-972 0,-5-9-1709 15</inkml:trace>
  <inkml:trace contextRef="#ctx0" brushRef="#br0" timeOffset="93850.205">5740 11734 15177 0,'0'0'1768'16,"0"0"-1644"-16,-79 55-48 0,44-28 172 0,-10 12 556 15,-2 6 172-15,-1 2-340 0,-4 7-232 16,-3 3-172-16,-1 7-48 16,-8 3-76-16,4 2 4 0,-3 5-52 0,-1 2 0 0,4-6-48 15,0-4-12-15,8-6 0 16,0-6-108-16,9-6-28 15,-1-7-156-15,7-5-172 0,6-8-148 0,11-9-28 0,4-6-112 16,8-4-56-16,4-5-784 0,4-4-1144 0,0 0-2109 0,8-13-1323 16</inkml:trace>
  <inkml:trace contextRef="#ctx0" brushRef="#br0" timeOffset="94603.984">6187 11783 4456 0,'0'0'4216'16,"0"0"-3852"-16,0 0-312 0,0 0 24 0,0 0 1052 0,0 0 57 0,0 0-81 15,0 0-288 1,0 0-168-16,0 0-152 0,0 0-92 15,-16 6-40-15,16-6-48 0,0 0-16 16,0 0-24-16,0 0-20 0,0 0-84 16,0 0-32-16,0 0-4 0,0 0-36 15,0 0 12-15,0 0-24 0,0 0 8 0,0 0-8 16,0 0-76-16,0 0 64 0,0 0-28 0,0 0-36 0,0 0 40 31,0 0-44-31,0 0 4 0,0 0 0 0,0 0-4 16,0 0 44-16,0 0-44 0,0 0-4 15,0 0 8-15,0 0 0 16,0 0 76-16,0 0-76 0,0 0 48 0,0 0-52 0,0 0 44 16,0 0-4-16,0 0-44 0,0 0 56 0,0 0 4 15,0 0 20 1,0 0 4-16,5 0 48 0,2 0 100 0,5 0 56 16,4-4 152-16,7 2-124 0,9-3-136 0,1 3-100 15,7-2-12-15,-5-1-8 16,5 2-64-16,-4-1 0 0,4 1-4 15,-4-1-72-15,0 1-20 0,-5 0 8 0,-3 3-412 16,-7 0-300-16,-6 0-412 0,-2 0-152 0,-9 3-1216 16,-1-3-2517-16,-6 3-2591 0</inkml:trace>
  <inkml:trace contextRef="#ctx0" brushRef="#br0" timeOffset="94864.443">6283 11912 5368 0,'0'0'5945'0,"0"0"-4841"16,0 0-516-16,-24 83 100 0,20-52 644 15,-4 5-176-15,0 5-252 0,0 3-348 0,4 4-84 16,-4 9-64-16,4 3-28 0,0 7-72 16,4 0-76-16,8-1-36 15,4-2-144-15,8-7-4 0,0-9 12 16,-1-7-48-16,2-6-12 0,7-9-48 15,0-5 36-15,4-9-76 0,3-5-32 0,1-3 44 0,3-4-268 16,6-13-184-16,-2-10-324 0,2-4-404 0,-2-12-800 16,-11 11-2245-16,12-30-2859 0</inkml:trace>
  <inkml:trace contextRef="#ctx0" brushRef="#br0" timeOffset="95090.031">7299 11858 14801 0,'0'0'1800'0,"0"0"-1300"0,-40 102-288 0,16-46 256 0,0 9 508 16,-4 1 44-16,0 10-408 15,-4-2-236-15,0-2-132 0,0 5-144 16,4-4-40-16,-3-3-60 0,8-10-112 0,-2-9-80 15,9-12-200-15,4-18-156 0,9-9-164 16,-1-12 0-16,4-3-440 16,0-19-676-16,0-10-2032 0,4 4-657 0,11-36-1743 0</inkml:trace>
  <inkml:trace contextRef="#ctx0" brushRef="#br0" timeOffset="95295.976">7278 11881 10588 0,'0'0'1581'0,"0"0"-773"0,0 0 236 15,41 76 308-15,-29-38 316 16,-1 4-84-16,2 5-576 0,2 3-372 16,2 7-172-16,2 4-36 0,1-1 44 0,-3-3-143 15,2-3-193-15,-3-6-128 16,0-7-4-16,0-3 112 0,-1-2-116 16,2-6-180-16,-6-3-201 0,2-5-215 0,-5-6 136 15,-4-7-80-15,-4-6-404 0,-12-3-560 0,-8-6-1240 16,3 0-2665-16,-10-17-751 0</inkml:trace>
  <inkml:trace contextRef="#ctx0" brushRef="#br0" timeOffset="95466.642">7140 12391 10348 0,'0'0'2017'0,"0"0"-1069"0,0 0 120 15,0 0-72-15,75 13 0 0,-47-13-212 0,4-9-348 16,3-3-276-16,2-7-160 0,-1-1-48 0,-1-2-300 0,5-3-524 0,-1-1 4 15,6-2-92 1,-13 6-1076-16,20-10-3177 0</inkml:trace>
  <inkml:trace contextRef="#ctx0" brushRef="#br0" timeOffset="95839.189">8100 11823 8384 0,'0'0'9217'0,"0"0"-8081"0,0 0-928 0,0 0-96 31,0 0 36-31,0 0 48 0,80-38 36 0,-61 29-156 16,1 0-76-16,4-1 4 0,0 3-8 16,0 4-60-16,4 3-108 0,-4 6 116 0,0 13 56 0,-1 4 172 0,-7 8-48 15,0 8-40 1,-4 5 52-16,0 4-40 0,-3 3 4 0,-5 6-4 15,-1-3-88-15,1 6 4 16,-4 0-4-16,4 1-8 0,0 3 4 16,-4-5 0-16,4 2 4 0,-4-6 4 15,4-3 100-15,-4-7 44 0,0-3 28 0,0-11 24 16,0-6 268-16,-4-6-64 16,0-3-179-16,0-6-65 0,-4-6 24 15,-4-4-192-15,-4 0-72 0,-4 0-84 0,-8-7-100 16,-4-3-145-16,-3-3 25 0,-5-6-88 15,-8 0-184-15,4 1-124 0,-4 2-136 16,9 0-320-16,3 0-440 0,8 6-548 16,8 1-1793-16,4 0-1999 0</inkml:trace>
  <inkml:trace contextRef="#ctx0" brushRef="#br0" timeOffset="96064.788">8932 12204 7824 0,'0'0'9345'0,"0"0"-8265"15,0 0-836-15,80 29-244 16,-52-23 16-16,-5-2-16 16,2-1 144-16,-1-3-144 0,0 0-112 15,-5-3-236-15,1-7 40 0,1 4-348 0,-6-5-420 0,-3 9-728 16,-7-4-1324-16,-5 6-2517 0</inkml:trace>
  <inkml:trace contextRef="#ctx0" brushRef="#br0" timeOffset="96218.087">8893 12534 11117 0,'0'0'4384'16,"0"0"-3288"-16,0 0-608 0,0 0 68 15,0 0 76-15,0 0 192 16,88 42-172-16,-57-52-284 0,1-6-248 0,8-2-120 15,3-5-288-15,5 1-312 0,0 0-88 16,4-4 564-16,0 3-976 0,-13 9-2808 16,21-9-2913-16</inkml:trace>
  <inkml:trace contextRef="#ctx0" brushRef="#br0" timeOffset="96840.431">11032 11232 9912 0,'0'0'1857'0,"0"0"-717"0,0 0-184 16,0-75-108-16,-4 59-104 0,0 0 224 15,0 6 68-15,0 7-320 16,1 0-196-16,-6 3-40 0,1 0-112 0,-7 10-196 0,-9 5-116 16,-1 11-56-16,-6 11-8 15,-1 12 8-15,-8 11 12 0,0 10 84 0,0 9 64 0,-3 10-72 16,-2 6 44-16,6-2-32 16,3-5-100-16,4-8-128 15,4-11 44-15,8-15-40 0,5-12 28 16,11-17 92-16,-1-9-72 0,5-10-108 0,0-3-280 15,16-3-140-15,0 0 384 16,8-3 108-16,4 0 48 0,4 0-8 16,-1 3-40-16,1 3 12 0,0 10 0 0,-4 9 100 15,-4 10 308-15,-3 8 12 0,-6 12-48 16,-7 2-40-16,-4 7-60 0,0-1 12 16,-4 3-24-16,0 0-72 0,-4 1-40 15,0-4-48-15,0-2 4 0,0-5 4 16,0-1-8-16,4-11-96 0,0-6-16 15,0-3-428-15,0-10-472 0,0-4-356 16,0-6-1004-16,0-5-1473 0,0-7-1303 0</inkml:trace>
  <inkml:trace contextRef="#ctx0" brushRef="#br0" timeOffset="97344.615">11658 12097 11985 0,'0'0'1664'0,"0"0"-308"16,0 0-488-16,0 0 24 0,96 56 336 16,-57-45-340-16,1-6-224 0,8-5-296 15,-1 0-248-15,1-5-108 0,0-9 36 16,4-4 4-16,0-5-48 0,-5-5-4 15,1-4-148-15,-4-3-452 0,-4-7-296 0,-8 4-268 16,0-3-628-16,-13 10-1356 0,2-11-3269 0</inkml:trace>
  <inkml:trace contextRef="#ctx0" brushRef="#br0" timeOffset="97698.891">12100 11401 7748 0,'0'0'2020'0,"0"0"-675"0,0 0 3 0,0 0 156 15,0 0 428-15,-71 83-668 16,62-58-492 0,5 3-220-16,4 7-132 0,0 4-64 15,0 5-96-15,4 7 8 0,5 7-84 16,2 4-12-16,1 5-64 0,0 4-8 16,0-2-52-16,-1 4 0 0,2-3 12 15,-5 0 40-15,4-1-40 0,-4-5-12 0,4 0 100 0,-5-4-40 16,6-3-12-16,-2-9 16 15,-3 2 32-15,-3-5 28 16,3-4-28-16,-8-2 137 0,0-8 23 0,0 1-124 16,0-7-92-16,-4-6-40 0,-5 0-44 15,-3 0-4-15,-3-6-88 0,-5-1 24 0,-4-1 4 0,0-9-36 16,-4 1-48 0,-4-3-88-16,-4 0-1 0,0-5-95 15,1-8-60-15,-5-4-184 0,0 2 104 0,4-7-120 16,4-4-100-16,8 1-472 0,8 0-1060 0,9 6-1632 0,2-11-1485 0</inkml:trace>
  <inkml:trace contextRef="#ctx0" brushRef="#br0" timeOffset="98290.999">13032 11985 10212 0,'0'0'1713'0,"0"0"-673"0,0 0-612 16,0 0-428-16,0 0-180 0,0 0 52 15,0 0-152-15,0 0-488 0,0 0-1125 16,71 73-2331-16</inkml:trace>
  <inkml:trace contextRef="#ctx0" brushRef="#br0" timeOffset="98455.147">12948 12312 8624 0,'0'0'1840'0,"0"0"-719"0,0 0-161 0,0 0 48 15,84 54 84-15,-68-41-296 16,4-1-420-16,0-1-328 0,0-5-48 0,0 0-160 15,-4-4-608-15,3-2-524 0,-6 0-844 16,6 0-2973-16</inkml:trace>
  <inkml:trace contextRef="#ctx0" brushRef="#br0" timeOffset="101848.481">14263 11700 3464 0,'0'0'7697'0,"0"0"-6493"0,0 0-244 0,0 0 144 15,0 0 60-15,0 0-112 0,0 0-328 16,0 0-192-16,-24-22-196 16,16 31-40-16,-3 4 48 0,-2 9 0 0,-6 6 0 15,3 7-100-15,-9 10-48 16,-3 9-192-16,1 9-4 0,-4 10-48 0,-1 4-12 16,-5 5-28-16,1 4-8 0,-3-1 8 15,3 1-32-15,0-7-80 0,5-5 68 0,6-14-116 16,5-16 4-16,9-12 60 15,7-13-176-15,4-16-396 0,0-3-276 0,7-13-216 16,1-9-272-16,9-6-308 16,-6 0-741-16,9-31-2303 0</inkml:trace>
  <inkml:trace contextRef="#ctx0" brushRef="#br0" timeOffset="102078.533">14220 11753 3604 0,'0'0'6296'15,"0"0"-5083"-15,0 0-417 0,0 0-40 16,0 0 228-16,0 0-60 0,83 63 100 0,-75-30-256 16,4 11 240-16,0 4-572 0,-4 6-4 15,0 7-188-15,0 2-68 16,-4 3-68-16,4 5-108 0,-8-2-156 0,4-3 72 16,-4-1 84-16,0-12-12 0,0-9 12 0,-4-8-64 15,-1-11 64-15,2-9 24 0,-5-3-24 16,4-7-196-16,-4-6-212 15,0 0-300-15,-4-3-228 0,0-13-324 0,0-3-696 16,-4-9-753-16,4 5-2183 0,-16-15-519 0</inkml:trace>
  <inkml:trace contextRef="#ctx0" brushRef="#br0" timeOffset="102251.857">13945 12265 5412 0,'0'0'700'0,"0"0"3780"15,0 0-3435-15,0 0-125 0,0 0 152 0,0 0-156 0,0 0-32 0,0 0-64 0,0 0-124 31,0 0-160-31,0 0 32 16,103-16-232-16,-71 16-128 0,0 3-84 0,3 1-124 16,6-4-100-16,-2 0-232 0,1 0-360 15,4 0-404-15,-4 0-944 0,-8-4-2657 16,16-5-3759-16</inkml:trace>
  <inkml:trace contextRef="#ctx0" brushRef="#br0" timeOffset="102455.934">14980 12211 11189 0,'0'0'4516'0,"0"0"-3872"0,80 3-408 16,-36-1-236-16,0-2 460 15,-1 5 272-15,6-3-276 0,-2 2-456 16,5-1 0-16,4-3 256 0,0 0-256 0,-5-7-256 0,1-2-848 0,-4-1-880 15,-8-3 300-15,-12 5-260 0,-4-11-5277 0</inkml:trace>
  <inkml:trace contextRef="#ctx0" brushRef="#br0" timeOffset="102719.538">15455 11919 4680 0,'0'0'7857'0,"0"0"-6837"0,0 0-600 15,0 0 188-15,0 0 0 0,0 0 244 16,91 15 176-16,-59-2-444 0,4 4-160 0,0 2-56 0,-4-1-84 31,3 4-52-31,-7 4-60 0,4-4 40 0,-8 4-52 16,-4-1-160-16,-8 6-8 16,-4 1 8-16,-8 4 96 0,-8 1-48 0,-7 5-48 0,-6-3 0 0,-7-2 0 15,0 1 0-15,-3-3-84 0,-1-6-40 31,4-7-220-31,-4 0-184 0,0-5-76 0,8-9-16 16,5-5-164-16,2-3-36 0,9-9-960 16,5-4-2309-16,3-15-2735 0</inkml:trace>
  <inkml:trace contextRef="#ctx0" brushRef="#br0" timeOffset="103100.158">16618 11665 9592 0,'0'0'5201'16,"0"0"-4609"-16,0 0-152 0,0 0 192 15,83 13-148-15,-62-7 124 0,-1 0 260 0,-1 4-500 16,2-1-132 0,3 4 44-16,-5 2-80 0,-3 5-128 0,0-1 12 0,-8 6-20 15,-4 4 8-15,-4 6 64 0,-7 3-76 0,-14 6 12 0,-3 4 4 0,-8 0-76 16,1 2 0-16,-5-2 0 0,0-4 60 0,8-2-12 31,0-4-40-31,12-6 40 16,0-4-48-16,9-3-4 0,2-3 4 0,5 1 176 15,5-2 8-15,6-1 180 0,5 2 292 16,4-2-275-16,4-5-141 0,4 4-44 16,4-6-52-16,0 1 36 0,3-9 40 0,1 1-28 15,5-6-48-15,-6 0-144 16,-3-3-164-16,4-3-320 0,-8-3-84 15,0 2-149-15,-9-3-159 0,1 1-200 0,-4 0-664 16,-4-4-952-16,-4 7-2441 0,-4-7-2163 16</inkml:trace>
  <inkml:trace contextRef="#ctx0" brushRef="#br0" timeOffset="103281.135">17081 11957 6612 0,'0'0'2920'16,"0"0"-1059"-16,0 0-1453 0,0 0 248 0,-49 86 264 16,38-58 400-16,-9 4-36 0,-5 4-256 15,1 1-592-15,-3 3-4 0,-1 6-172 16,-4 1-168-16,-4 4-92 0,0 0-124 16,0 0-136-16,1-7-64 0,3 0-184 0,4-8-292 0,0-8-120 15,4-9-664-15,4-6-1128 0,0-10-2673 0</inkml:trace>
  <inkml:trace contextRef="#ctx0" brushRef="#br0" timeOffset="103856.487">18355 10950 5652 0,'0'0'4244'0,"0"0"-2363"0,0 0-985 15,0 0-296-15,0 0 88 0,0 0 248 16,0 0 248-16,0 0-168 0,0 0-360 0,0 0-184 16,0 0-68-16,0 0 260 15,12 68 24-15,-12-21-188 0,5 7-156 0,-5 16 8 16,0 9-48-16,0 10-60 0,-5 5-27 16,-3 12-45-16,-3 2-64 0,2 3 84 15,-3 0-192-15,5 3-96 0,-6 0 24 16,1-2 68-16,1-5-80 0,-2 2 12 15,6-8-173-15,-5-6-35 0,3-6-168 16,5-6-372-16,4-7-328 0,0-5-632 0,0-13-300 0,0-9-588 0,4-14-1621 16,1-10-1727-16</inkml:trace>
  <inkml:trace contextRef="#ctx0" brushRef="#br0" timeOffset="105215.541">19753 11665 7564 0,'0'0'4165'0,"0"0"-2949"0,0 0-436 31,0 0 184-31,0 0 280 0,0 0 160 0,0 0-80 16,0 0-344-16,0 0-268 0,0 0-164 15,0 0-392-15,-35-51 16 0,15 57-124 16,0 7 0-16,0 3-48 0,-3 3-96 16,2 6-12-16,1 1-28 0,1-1-20 0,6 0 56 15,2-2 4-15,7-1-28 0,4-3 124 0,0-1 8 16,8 2 4-16,3-1-12 0,2-3 64 15,6 3-60-15,1-7 8 0,1 1-12 16,-2-3 4-16,5 2-4 16,-8-6 4-16,0 5-4 0,-5-5 0 15,2 0-64-15,-5 4 64 0,-5-5 12 0,-3 5 204 0,0 3-104 0,0-3 108 16,0 3-148-16,-7-1 36 16,-1 1 4-16,-5-3-112 0,2-1-80 15,-1-3-88 1,0 1-284-16,0-4-160 0,4-3 88 0,-4 0-236 15,4-3-268-15,1-4-488 0,7-5-680 16,-4-1-608-16,4-6-3065 0</inkml:trace>
  <inkml:trace contextRef="#ctx0" brushRef="#br0" timeOffset="105553.715">20049 11737 1316 0,'0'0'10265'0,"0"0"-8565"0,0 0-404 15,0 0 164-15,-28 86 288 0,20-54-44 16,-5-3-580-16,6-1-444 0,-1-3-228 0,8-2-235 0,0-5-217 16,0-1-36-1,0-4-73-15,8-7-27 0,-1 0 28 0,10-3 100 16,-2-3-248-16,2-3 160 0,3-9-172 16,-1-5-124-16,1-2-144 0,-4-3 72 15,4 0-52-15,-3 0-52 0,-6 0-36 0,1 6 144 16,-4-1 12-16,-4 5 112 15,0 3 336-15,-4 2 188 0,0 0 124 16,0 7 72-16,0 0 12 0,0 0 36 0,0 0 112 16,0 4-248-16,0 9-224 0,0 3 136 15,-8 6 64-15,3 3 8 16,2 4 88-16,-1-4 68 0,4 3-436 0,-4-2 0 16,4 0-256-16,0-4-96 0,0-6-176 0,4-3-268 15,3-7-364-15,6-6-588 0,-1 0-1012 16,0-6-2217-16,7-17-2059 0</inkml:trace>
  <inkml:trace contextRef="#ctx0" brushRef="#br0" timeOffset="105770.833">20515 11764 5124 0,'0'0'7489'0,"0"0"-6581"16,0 0-160-16,-4 94 804 15,-4-56-24-15,4 7-84 0,-5 3-376 0,6 0-332 0,-1 5-312 0,0 7-96 0,0 6-84 31,-4 5-136-31,0 6-56 16,0-2 57-16,-4-2-109 0,4-2-85 0,-4-15-39 16,4-8 16-16,1-7-124 0,-2-12-144 15,5-7-52-15,0-10-36 0,0-6-84 0,1-6-128 16,3-6-80-16,-4-13-884 16,4-12-1352-16,0 5-153 0,0-37-2663 0</inkml:trace>
  <inkml:trace contextRef="#ctx0" brushRef="#br0" timeOffset="105983.916">20550 11776 1852 0,'0'0'9429'0,"0"0"-8505"0,0 0-708 0,0 0 448 16,0 0 240-16,92-9 124 0,-76 18-100 0,4 4-184 16,-4 6-248-16,-1 3-60 15,2 6-140-15,-6 4-96 0,-7 6-52 16,5 0-148-16,-9 4-4 0,0-1-196 0,-13 7 4 0,-2-4-116 0,-1-2 28 0,-4-2-224 15,0-1-224-15,0-11-120 0,-3-6-84 32,6-9-120-32,2-13-148 0,2 0-1065 15,2-19-3827-15</inkml:trace>
  <inkml:trace contextRef="#ctx0" brushRef="#br0" timeOffset="106322.89">20977 11858 4012 0,'0'0'7433'16,"0"0"-6277"-16,0 0-568 0,0 86 228 16,0-52 536-16,-4 4 56 0,0 4-404 0,0 6-360 15,-5 3-236-15,2 3-128 0,-5 6-108 16,0 3-64-16,0 5-108 0,1 1-148 16,-2-1 12-16,5-5-12 0,1-7 28 0,-1-8 32 15,3-13-160-15,1-10 16 16,4-12-40-16,0-9-248 0,4-8-588 0,1-9-620 15,3-12-232-15,-1 3-2481 0,5-35-1603 16</inkml:trace>
  <inkml:trace contextRef="#ctx0" brushRef="#br0" timeOffset="106560.052">20993 11896 7220 0,'0'0'2268'0,"0"0"-395"0,0 0-1461 0,0 0 204 0,0 0 392 0,0 0-28 16,0 0-136-16,0 0-188 0,92-25-368 0,-81 32-148 31,6-1-16-31,-6 0 64 0,1 4-64 0,1-1-36 16,-10 4-88-16,-3 2 76 15,0 5-76-15,0 1 136 0,-12 2-48 0,-4 2 0 16,0 1 24-16,-3 3-100 0,-2-4-12 16,-3 1-8-16,5-5-68 0,-5-2-36 15,4-2 104-15,4-4-168 0,0-1-548 16,0-10-420-16,4-2-352 0,0 0-1297 15,-4-8-4287-15</inkml:trace>
  <inkml:trace contextRef="#ctx0" brushRef="#br0" timeOffset="106932.157">21208 11903 9400 0,'0'0'4925'0,"0"0"-3753"0,0 0-188 0,79 47 48 15,-47-37 20-15,0-1-364 0,0-6-232 0,0 1-324 16,0-4-44-16,-4-10-80 0,3-3-8 16,1-6-172-16,-4-3-440 15,0-3-324 1,0-4-432-16,-7 8-1236 0,3-15-3717 0</inkml:trace>
  <inkml:trace contextRef="#ctx0" brushRef="#br0" timeOffset="107231.784">21654 11493 3360 0,'0'0'8405'16,"0"0"-7125"-16,0 0-428 0,0 0 288 15,0 0 220-15,-39 90-28 0,31-55-404 16,3 2-264-16,5 8-188 0,-4 2-96 15,4 3-76-15,0 8-120 0,0 2-52 0,4 8 16 0,1-2 0 16,-1 4 44 0,-4 0-32-16,4 3-16 0,-4-3-72 15,0-5 40-15,0 3-108 0,-4-5-4 16,0-2-4-16,-1-7 4 0,-3-7 24 0,1-9-16 0,3-2 53 0,-4-9 23 16,-1-7-76-16,5-8 80 0,-3-5-4 15,-1-1 72 1,-8-6-60-16,-5 0-96 0,-2-6-228 15,-12-8-249-15,-2-7-103 0,1-8-164 16,-7-3-100-16,-6-9-68 0,2 0-460 0,-1-7-712 16,8 10-1072-16,-16-19-3037 0</inkml:trace>
  <inkml:trace contextRef="#ctx0" brushRef="#br0" timeOffset="108234.363">21519 12039 3816 0,'0'0'52'0,"0"0"-52"0,0 0 2308 16,0 0 196-16,0 0-768 0,0 0 53 15,0 0-105-15,0 0-280 0,0 0-20 16,0 0-180-16,-20-44-292 0,16 44-148 0,4-4-176 0,0 4-200 0,-4-2-156 0,4 2-96 31,0 0 32-31,0 0 64 0,0 0-48 16,0 0-52-16,0 0-120 15,0 0-12-15,0 0-144 0,0 0-4 0,4 2 148 0,4 4 0 0,8 5 112 16,-1-3-4-16,10 2-24 0,-1 1-8 16,4-9 69-16,4 2-61 0,3-4-80 15,-3 0 0 1,8-10-4-16,-5 0-8 0,6-2-76 0,-2-2 76 0,-3 2-177 0,0-1-179 31,-8 1-376-31,0-1-192 0,-8 3-100 0,-5 5-552 16,-6-2-2544-16,-9 4-3921 0</inkml:trace>
  <inkml:trace contextRef="#ctx0" brushRef="#br0" timeOffset="109573.176">19693 11037 1368 0,'0'0'1764'0,"0"0"4184"0,0 0-4320 16,0 0-559-16,0 0-173 0,0 0 88 0,0 0-108 16,32-71-120-16,-15 49-140 0,-1 3-160 15,0-6-120-15,4 1-76 0,-5 6-96 16,9-4 20-16,1-3-72 0,-6 6 24 16,5-4-84-16,0 1-52 0,-4 3-4 0,0 3-48 15,0 0-20-15,-5-4 20 0,6 9 4 16,-5-5 0-16,-4 3-28 15,4 3 28-15,-8 4-64 0,-4 4-140 16,3 2-72-16,-3 0 48 0,0 6 160 16,1 2 116-16,-1 9 220 0,0 2-84 15,-1 3-76-15,5 3-60 0,-4 1-8 0,0-1-64 16,5 3 60-16,2 2 4 0,-3-3-80 16,4 3 88-16,0-5 88 0,-1 0-88 0,2-9-116 0,-1 1 116 15,0-5 128-15,4-6 96 0,-4-6-24 0,7 0 24 31,2-6 124-31,3-11-140 0,-1-8-96 0,9-3-112 16,1-10-200-16,-2-4-260 0,1 1 24 16,-5 0-4-16,1 0-64 0,-4 3 100 15,-3 2 4-15,-6 6 20 0,2 0-76 0,-6 2-16 16,-3 9 52-16,-3 0 336 16,-1 6 84-16,-4 6 12 0,0 0 192 0,0 7 36 15,0 0-100-15,0 5 92 0,-4 4-220 16,-5 7-8-16,5 6-4 0,-4 3 0 0,1 4 128 15,-2 0 100 1,5 3-228-16,-4 1 48 0,5 0 120 0,-1-1-4 16,4-1-64-16,0-4-12 15,0-6 12-15,0-2-88 0,7-7 116 0,5-1-52 0,4-5-68 0,5-3 116 16,7-3-48-16,3 0 52 0,5-6-40 16,8-1-80-1,0-2 68-15,7 3-28 0,-3-1 140 0,3 7 28 16,2 0-52-16,-5 0-44 15,3 0-112-15,-3 7-8 0,-1-1 8 16,2 7-8-16,3-1 0 0,-9 4 404 0,2 0-176 16,-6 3-228-16,-3 0-28 0,-8 3 28 0,-4 1 52 15,-9-1-4-15,-7 4-36 16,-3 2 40-16,-5-3 96 0,0 0 24 16,-9 1 52-16,-2-7-76 0,-6-1 0 0,2-1 28 15,-9-5-40-15,0-1-136 0,1-9-336 16,-5-2-244-16,-4 0-428 15,-4-9-696-15,12-1-2189 0,-24-9-2847 16</inkml:trace>
  <inkml:trace contextRef="#ctx0" brushRef="#br0" timeOffset="110045.82">20666 9643 1264 0,'0'0'10173'0,"0"0"-8493"0,0 0-436 16,-11 79 8-16,2-44 100 0,1 0 0 15,-3 2-404-15,7-2-468 16,-5-3-284-16,5-3-196 0,0-4-124 0,0-6-96 0,4-3-60 16,0-7-164-16,4-2-580 15,4-7-8-15,1 0-60 0,2-13-1336 0,1 4-2653 16,0-17-2943-16</inkml:trace>
  <inkml:trace contextRef="#ctx0" brushRef="#br0" timeOffset="110198.767">20829 9676 6656 0,'0'0'1196'0,"0"0"1780"0,0 0-1563 0,0 0-249 0,-11 74 156 16,3-42-136-16,-1 3-92 15,-2 3-520-15,3 3-424 0,4-3-148 0,0-3-212 0,-1 0-184 16,5-3-520-16,0-4-796 15,0-9-2365-15,0 1-3067 0</inkml:trace>
  <inkml:trace contextRef="#ctx0" brushRef="#br0" timeOffset="111096.58">20192 8074 2508 0,'0'0'184'0,"0"0"416"16,0 0 4184-16,0 0-3136 0,0 0-540 15,0 0-323-15,0 0 23 16,0 0-52-16,0 0-80 0,0 0-208 16,0 0-220-16,-40-17-244 0,21 31 4 15,-6 8 108-15,5 3 48 0,-3 10 88 0,-1 3 200 0,0 0 124 0,0 4-232 16,4-5-44-16,0-2-128 0,7-3 4 0,2-6-28 15,3-7-48-15,4-3-100 16,0-3-60 0,4-5-176-16,0-1 48 0,8 0 112 15,4 2-60-15,-5-2-88 0,6-1 12 0,-5 0 32 16,4 1-108-16,0 2 24 16,3 4 148-16,-2 2-20 0,-5 5 84 15,3 2 52-15,-6 6-124 0,-1 2 8 16,-4 1-148-16,0 1 48 0,-4 0 208 0,-5-4 8 15,5 0-12-15,-3-5-152 0,3-2-560 0,0-2-876 16,0-2-577-16,-1-8-583 0,5 1-2672 0</inkml:trace>
  <inkml:trace contextRef="#ctx0" brushRef="#br0" timeOffset="111733.234">20678 8379 1840 0,'0'0'1328'15,"0"0"4500"-15,0 0-4484 0,0 0-427 16,0 0-57-16,-68-64 128 0,53 55-300 16,-6 4 500-16,6 5-420 0,-1 0-248 15,0 7-332-15,0 7 60 0,4 5 12 0,-4 3 40 16,8 6 84-16,0 7 64 16,3 3 20-16,2 1-160 0,3-4-196 15,0-4-72-15,0-3-40 0,3-8-100 0,6-8 8 16,-1-5 88-16,3 0 0 0,6-7-8 0,-2 0-100 0,9-7-112 15,-3-5-84 1,7-5-100-16,-5-2-136 0,-3-3 120 16,0-3 12-16,0 2 80 0,-4 4 160 15,-8 3 72-15,-1 4 84 0,2 5 12 0,-5 0-44 0,-4 7-28 0,4 0 76 16,-4 0 264 0,4 7 76-16,-4 3 224 0,4 3-228 15,-1 6-76-15,-3-3-72 0,9 3-116 16,-5-4-72-16,4 4-48 0,-4-3-52 0,8-3-172 0,-4 0 60 0,3-4-668 31,6-6-36-31,-2-3-400 0,2 0-700 16,-2-3-2057-16,5-13-2843 0</inkml:trace>
  <inkml:trace contextRef="#ctx0" brushRef="#br0" timeOffset="111939.006">21136 8290 900 0,'0'0'11269'0,"0"0"-9581"16,0 0-1080-16,0 0 124 0,0 0 416 0,0 0 144 0,-79 85-180 16,70-53-412-16,1-3-272 0,5 6-24 15,-1-7-12-15,4 4-4 0,0-7-260 16,0 1-128 0,0-7-160-16,4 0-32 0,3-7 20 0,-3 1 0 15,5-7-328-15,-5 0-88 0,3 1-124 16,-3-7-288-16,0 0-700 0,0 0-1120 15,1-7-2749-15</inkml:trace>
  <inkml:trace contextRef="#ctx0" brushRef="#br0" timeOffset="112100.162">21009 8525 1240 0,'0'0'7048'0,"0"0"-5120"0,0 0-687 15,0 0 843-15,0 0-248 0,0 0-480 16,0 0-312-16,84 13-288 0,-56-17-412 0,0-2-344 15,0-4 0-15,3-2-172 0,1-1-320 16,4-4-624-16,-4 3-656 16,-8 1-2376-16,8-12-3381 0</inkml:trace>
  <inkml:trace contextRef="#ctx0" brushRef="#br0" timeOffset="112306.314">21662 8007 6764 0,'0'0'7737'0,"0"0"-6637"16,0 0-712-16,-36 79 392 0,21-34 448 15,-6 9-8-15,1 4-80 0,1 5-324 16,2 6-344-16,-2 1-83 0,3 3-61 0,-5 3-304 16,2-6-24-16,3-3-120 15,4-13-160-15,1-10-313 0,2-16 105 0,9-11 0 16,-4-8 36-16,4-9-384 0,0 0-680 15,0-12-360-15,0-2-2308 0,8-23-2213 0</inkml:trace>
  <inkml:trace contextRef="#ctx0" brushRef="#br0" timeOffset="112654.951">21634 8257 744 0,'0'0'9668'0,"0"0"-8535"15,0 0-209-15,0 0 556 0,0 0-204 16,60 81 20-16,-48-50-64 0,0 4-196 15,0 4-272-15,0-2-164 0,-4 1-236 0,-1 0-268 0,-2 0-96 0,-1-6-172 16,-4-1-48-16,0-5-60 0,0-6-236 0,0-5-72 31,-4 1-116-31,-5-6-264 16,2-1-372-16,-9-2-504 0,4-1-84 0,-7-6 255 16,2 0 341-16,-3 0 644 0,4-10 392 15,0-2 296-15,1-4 504 0,2-6 28 0,1-1 92 16,5-5-240-16,3 2-200 15,4 4 292-15,0 3-231 0,8 6 475 16,7 4 164-16,-2 3 356 0,6 2 112 0,1 1-192 16,0 0-228-16,5 0-76 0,-2-3-16 15,5-1-228-15,0-5-396 0,-4-2-216 16,4-1-184-16,4-4-440 0,-1-4-560 16,5-4-588-16,-4 4-272 0,16-15-5405 0</inkml:trace>
  <inkml:trace contextRef="#ctx0" brushRef="#br0" timeOffset="112855.652">22468 7843 444 0,'0'0'10873'16,"0"0"-9309"-16,0 0-188 16,-33 79 512-16,25-41-152 0,4 6-196 15,-4 6-428-15,1 4-416 0,2 10-260 0,-3 2-71 16,4 8 47-16,-7-1-144 0,2 6-268 15,-3-2-24-15,1-1-144 0,-2-3-464 16,2-3-85-16,3-10-63 0,-1-6-284 16,5-10-740-16,1-12-864 0,3-3-3153 15</inkml:trace>
  <inkml:trace contextRef="#ctx0" brushRef="#br0" timeOffset="113318.328">22722 8455 8944 0,'0'0'5441'0,"0"0"-4357"15,0 0-420-15,0 0 140 0,0 0 176 0,79 53-28 16,-42-46-228-16,-5-7-380 16,7 0-236-16,-3-9 4 0,4-7-64 0,0-3-48 15,-4-3-148-15,0-7-292 0,3-3-272 0,-3-3-112 16,1-3-580-1,-10 3-752-15,-3 0-1873 0,-8 3-1939 0</inkml:trace>
  <inkml:trace contextRef="#ctx0" brushRef="#br0" timeOffset="113572.697">23108 8093 1812 0,'0'0'8164'16,"0"0"-6859"-16,0 0-765 0,0 0 304 16,0 0 264-1,0 0 48-15,0 0-188 0,0 0-328 0,-55 85-164 0,55-50 8 0,0 7 100 0,0 2 44 16,4 7-112-16,0 3-148 0,0 6-112 31,-4-2 28-31,4-1-152 0,-4 0-128 16,0-3 4-16,0-3-8 0,0-4 8 0,0-3-8 15,0-5 0-15,0-4-44 0,0-3-4 16,0-7 40-16,0-3-52 16,0-6 48-16,0-7-64 0,-4-2-20 0,4-4-100 15,-4-3-220-15,4 0-28 0,-4 0 48 16,-5-3-320-16,-2-4-16 0,3-9-260 15,-5-3-264-15,2-3-716 0,3-6-1993 16,0 2-3619-16</inkml:trace>
  <inkml:trace contextRef="#ctx0" brushRef="#br0" timeOffset="113855.909">23886 8255 5500 0,'0'0'7413'15,"0"0"-6485"-15,0 0-444 0,0 0 512 16,0 0 224-16,-80 60-148 0,59-37-256 16,6 2-372-16,-1 6-148 0,4 4 48 0,1 0 8 15,-2 0-32-15,9 0-200 0,-4 0-120 16,8-3-156-16,0-4-64 15,0-2 0-15,4-7-124 0,4-6 36 0,5-7-96 16,2-6-44-16,5 0-180 0,3-13-556 16,5-5-1164-16,-7 1-2989 0,14-18-3370 0</inkml:trace>
  <inkml:trace contextRef="#ctx0" brushRef="#br0" timeOffset="114155.884">24105 8369 7492 0,'0'0'4673'16,"0"0"-2785"-16,0 0-1116 15,0 0 300-15,0 0 652 0,-64 88-108 16,48-58-476-16,4-2-484 0,0 0-316 0,8-2-132 16,0-7-60-16,0-3-144 0,4-3 8 15,0-4 72-15,8-6-84 0,0-3-144 0,4 0-60 16,4-3 8-16,4-10-108 16,0-9-196-16,-1 0-124 0,5-4-12 15,-3-2 44-15,-6 3 88 0,2 3 8 0,-6-1-76 16,2 4-12-16,-6 3 304 15,1 3 280-15,-4 4 28 0,0 3 200 0,-4 6 144 0,4 0 128 16,-4 6-304-16,0 10 436 0,0 4-4 0,0 1-148 16,0 2-64-16,0-1-24 15,0 0 12-15,-4-3-268 0,4-3-136 0,0-3-196 16,0-7-48-16,4 0-112 16,-4-6-268-16,0 0-348 0,5 0-632 15,-2-6-2560-15,-3-7-4697 0</inkml:trace>
  <inkml:trace contextRef="#ctx0" brushRef="#br0" timeOffset="114367.613">24531 8255 4000 0,'0'0'8405'0,"0"0"-6785"0,0 0-900 0,0 0 300 15,32 70 260-15,-24-48-188 16,3 0 360-16,-3 3-364 0,-3 1-784 15,-1-1-192-15,-4 4-52 0,0 3-36 16,-4 0-24-16,-9 5-184 0,-2-2-96 0,-9 4-280 0,-4-5-420 16,0-5-304-16,0 0-564 0,4-14-752 15,8-5-1661-15,0-10-2055 16</inkml:trace>
  <inkml:trace contextRef="#ctx0" brushRef="#br0" timeOffset="114548.504">25009 8325 7200 0,'0'0'7609'0,"0"0"-6401"15,0 0-840-15,0 0-68 0,0 0-76 0,84 6 36 16,-73-6-48-16,-3 0-200 0,5-3-12 16,-2 3-560-16,-3 0-756 15,-3 0-684-15,-5 0-2429 0,0 6-2695 16,-13 3 5640-16</inkml:trace>
  <inkml:trace contextRef="#ctx0" brushRef="#br0" timeOffset="114681.791">24897 8585 2492 0,'0'0'11045'0,"0"0"-9637"0,0 0-1004 0,0 0 260 0,0 0-160 16,80 12-4-16,-52-21 172 0,4-4-328 0,0-2-344 16,3 2-84-16,1-3-164 15,5 3-176-15,-6-2 128 0,-3 2-1172 0,-12 3-1428 16,11-2-2757-1</inkml:trace>
  <inkml:trace contextRef="#ctx0" brushRef="#br0" timeOffset="115071.591">24949 8099 6552 0,'0'0'5689'0,"0"0"-3737"0,0 0-1596 16,0 0-308-16,0 0 220 0,0 0 448 0,0 0 616 15,-32 70-376-15,28-38-364 16,1 10-184-16,3 5-100 0,0 4 60 16,0 2 0-16,0 2-76 0,0-1-108 0,0-4-184 15,0 1-4-15,-4 2-168 0,4-4 24 16,-4-8-36-16,4-3-96 0,0-10-284 0,4-3-384 15,7-6-320-15,1-8-768 0,0-5-1036 16,4-6-3113-16</inkml:trace>
  <inkml:trace contextRef="#ctx0" brushRef="#br0" timeOffset="115781.935">24902 8334 1616 0,'0'0'588'15,"0"0"180"-15,0 0 2284 16,0 0-1352-16,0 0-828 0,0 0-212 0,0 0 52 16,0 0 112-16,0 0 1 0,0 0-17 15,0 0-268-15,-73 13-108 0,73-13-12 0,0 0 36 0,0 0 152 16,0 0 160 0,0 0-100-16,0 0-232 0,0 0-248 15,0 0-100-15,0 0 60 0,4 3 64 0,0-3 48 16,1 3 236-16,-1 0 84 0,4-3-212 15,-1 4-84-15,6-1-40 16,2-3 40-16,2 0 44 0,2 0 4 0,5-3-152 16,0-4-124-16,4 1-56 0,4-3-108 15,0 2 36-15,-4 1-136 0,4-1-184 16,-8 1-208-16,-1 2-172 0,1 2-132 0,-4 2-416 16,-4-5-1456-16,0 5-2997 15,-4-2-1087-15</inkml:trace>
  <inkml:trace contextRef="#ctx0" brushRef="#br0" timeOffset="116152.836">25527 8331 7444 0,'0'0'5529'0,"0"0"-3725"16,0 0-1236-16,-32 86-80 0,20-54 216 15,0-1 504-15,8-5-132 0,0-4-440 0,4-9-464 16,4-1-84-16,4-5 108 16,8-4-100-16,4-3-24 0,0 0-72 0,8-3-4 0,0-10-68 15,0 0-112-15,-5-3-132 16,1 4-28-16,0-7-40 0,-3 3-32 15,-10-4 56-15,1 5 52 0,-4 3 72 16,-8-2 60-16,0 5 168 0,-12-1 8 0,-4 4-48 0,-12 0 8 0,-7 2-144 16,-1 1 8-16,-8 3-84 15,4 0 72-15,1 0 36 0,7 7-228 0,4-4-612 0,4 0-748 32,3-3-777-32,6 0-1811 0,6 0-1939 15,1-6 6267-15</inkml:trace>
  <inkml:trace contextRef="#ctx0" brushRef="#br0" timeOffset="116665.441">26120 7857 2584 0,'0'0'5164'15,"0"0"-3296"-15,0 0-980 0,0 0-255 16,0 0 343-16,0 0 380 16,0 0-264-16,36 68-144 0,-40-43-324 0,-3 0-32 15,-5 7-92-15,-1-3 56 0,2 3-232 16,-2-1-212-16,2-5-28 0,-1-1-80 16,7 0-4-16,2-6-48 0,3 4-40 0,0-4 80 15,3 2 8-15,6-2 4 16,3 6-4-16,-1-1-8 0,2-2 8 15,2 0-60-15,2 3 60 0,-6-2-4 0,6 3-32 16,-6-5 24-16,-3 5 16 0,1-1-4 0,-6-2 4 16,-3-1 4-16,0 3 4 15,-3 0-4-15,-10 1 0 0,1 0-8 16,-8 2-76-16,-3-3-132 0,-1 4-316 16,-8-1-136-16,-4 1-296 0,-8-4-748 0,-8 4-2397 0,16-8-3139 0,-35 9 5820 15</inkml:trace>
  <inkml:trace contextRef="#ctx0" brushRef="#br0" timeOffset="117332.939">23542 12132 744 0,'0'0'6656'0,"0"0"-3716"16,0 0-955-16,0 0-621 0,0 0 168 15,0 0-60-15,0 0-440 0,0 0-268 16,0 0-84-16,0 0-140 0,80-7-64 16,-72 23-48-16,-4 3-88 0,5 4-132 15,-9-2-136-15,0 2-24 0,0-7-48 0,0-3-12 0,0-4-60 16,0-3-36-1,0 1-260-15,-4-7-424 0,-5 0-240 16,1-4-488-16,1 1-2760 0,-14-10-2885 0</inkml:trace>
  <inkml:trace contextRef="#ctx0" brushRef="#br0" timeOffset="117488.277">23538 11767 9292 0,'0'0'4021'0,"0"0"-3221"16,0 0-92-16,92-35 48 0,-60 22-628 0,0-3-128 16,0 0-204-16,4 0-716 0,4 7-464 15,-1 2-24-15,1 3-1069 0,1 4-2255 16,-17 7 656-16</inkml:trace>
  <inkml:trace contextRef="#ctx0" brushRef="#br0" timeOffset="117707.828">24073 11795 1212 0,'0'0'9240'0,"0"0"-6887"0,0 0-965 16,0 0-276-16,-9 63-128 0,2-43 76 15,3-5-84-15,-4 4-248 0,-1-3-408 0,2 0-320 16,3 0-40-16,0 0-24 16,4-3 60-16,0 2-80 0,0-3-88 15,4 2 108-15,7-1 64 0,-2 0 48 16,3-4 36-16,0 0-36 0,4 4 64 0,-5-7-64 0,-2 4 4 0,2-4 56 16,1 4 16-1,-3-4-56-15,2 3-68 16,-3 1-72-16,-3-1 64 0,-1 2-140 0,-4 1-72 15,0 3-176-15,-4-2-84 0,-5 4-52 16,1-8-64-16,-3 4-236 16,2-7-644-16,1 1-1748 0,-7-5-4573 0</inkml:trace>
  <inkml:trace contextRef="#ctx0" brushRef="#br0" timeOffset="118289.104">24997 12023 732 0,'0'0'11377'16,"0"0"-9233"-16,0 0-1372 0,0 0 372 16,0 0 380-16,0 0-280 0,100 42-360 15,-65-39-368-15,-3 0-176 0,4-3-156 16,5-6-52-16,-10-3-132 0,5-8 0 16,0-6-268-16,-1-4-440 0,-3-2-396 0,0-6-504 15,-12 10-2240-15,5-13-2217 0</inkml:trace>
  <inkml:trace contextRef="#ctx0" brushRef="#br0" timeOffset="118539.515">25292 11651 7824 0,'0'0'2952'0,"0"0"-1151"16,0 0-1101-16,0 0-76 16,-48 96 392-16,40-58 240 0,8 3-132 0,0 7-220 0,5 3-324 0,2 2-112 15,9 6 108 1,-4 1 24-16,4 3-236 15,-4-2-132-15,-4-1-24 0,4-2-36 0,-9-2-76 0,-3-2-48 16,0-3-40-16,0-4 64 16,-3-3-72-16,-5-2 4 0,4-7-8 15,-4-10 4-15,0-3-60 0,0-5 12 0,4-8-112 16,-4-6-144-16,4-3-120 16,-4 0 8-16,-4-10-208 0,4-5 24 15,0-11-140-15,0-9-488 0,0-2-1136 0,4-8-2809 16,-3 10-2539-16,7-19 5941 0</inkml:trace>
  <inkml:trace contextRef="#ctx0" brushRef="#br0" timeOffset="118719.45">25714 12001 2508 0,'0'0'8925'0,"0"0"-6177"0,0 0-1672 15,0 0-56-15,28 89 460 0,-28-64-220 16,0 4-292-16,0-4-552 0,0-5-416 0,0-1-140 0,0-6-92 0,0-1-48 31,0-2-508-31,-4-4-284 0,4-3-812 16,-3 1-2608-16,-6-4-3337 0</inkml:trace>
  <inkml:trace contextRef="#ctx0" brushRef="#br0" timeOffset="118866.169">25818 11719 10828 0,'0'0'4189'0,"0"0"-4013"0,0 0-176 0,0 0-140 0,0 0-200 16,0 0-280-16,0 0-960 15,0 0-2925-15,0 0-3263 0,0 0 7572 16</inkml:trace>
  <inkml:trace contextRef="#ctx0" brushRef="#br0" timeOffset="119745.053">26096 12046 2824 0,'0'0'9701'0,"0"0"-7601"0,0 0-1156 0,0 0-188 15,0 0 180-15,0 0 216 0,0 0-120 16,9 69-368-16,-9-40-348 16,-9-1-120-16,2 2-76 0,-1-2-72 0,0 0-48 15,3-5-60-15,-2-4 48 0,3 0 0 16,0-6-72-16,4-4-4 15,0-6 28-15,0 0-36 0,0-3-88 0,0 0-48 16,0-3-12-16,8-9-200 0,4-5 360 16,4-8-52-16,4 0-24 0,-1-7-172 0,5 1 12 0,0 1 108 15,4 2 116-15,-3 3 8 0,3 6 80 0,-9 3 8 0,1 6 128 32,-4 7 192-32,0 3 124 15,-4 0 12-15,-4 7-52 0,0 2-84 0,0 10-40 16,-4-3-48-16,-1 6-84 0,-3 0-4 15,0 1 16-15,0 2-76 16,-3-2-84-16,-1-4-8 0,0 3-100 16,-4-7-148-16,4 1-380 0,-1-3-260 0,5-3-336 0,-3-10-692 15,3 0-1884-15,0-7-2005 0,12-15-203 0</inkml:trace>
  <inkml:trace contextRef="#ctx0" brushRef="#br0" timeOffset="119900.541">26615 12100 6248 0,'0'0'7453'0,"0"0"-5541"16,0 0-1400-16,0 0 92 0,-20 76 528 16,15-57-8-16,-2 0-352 0,-1-3-576 15,4-3-196-15,0-7-208 0,-1 1-248 16,2-5-316-16,3-2-220 0,-4 0-332 0,0 0-896 16,4-12-3421-16</inkml:trace>
  <inkml:trace contextRef="#ctx0" brushRef="#br0" timeOffset="120020.321">26702 11837 2520 0,'0'0'5320'0,"0"0"449"15,0 0-5121-15,0 0-472 0,0 0 216 16,0 0-316-16,0 0-76 0,0 0-656 16,77-70-1524-16,-58 53-4245 0</inkml:trace>
  <inkml:trace contextRef="#ctx0" brushRef="#br0" timeOffset="120565.565">27245 11534 5916 0,'0'0'8657'0,"0"0"-7409"0,-37 77-884 0,18-39 340 16,2 9 548-16,-2 4 248 0,10 3-56 0,2 3-547 0,3-3-313 16,0 6-160-16,4-2-136 0,0-1-200 15,4-3-88-15,0-6-216 0,3-10-76 0,2-3 88 16,-1-10 108-1,-1-6-76-15,1-6-128 0,-3-7-105 16,-1 1-43-16,0-7-76 0,-4 0-24 16,0-4-384-16,0-5 96 0,0-4-144 15,0-3-4-15,-4-3-112 0,-5-3 176 0,-3 3 144 16,1-3-216-16,-5-1-228 16,4 2 111-16,-4 4 681 0,4 4 428 15,4 7 788-15,0 3 577 0,4 3-189 0,4 3-360 16,-4 3 120-16,4 1 60 0,0 2-344 0,8 1-304 15,4-4-172 1,4-3-64-16,8-3 12 0,0 0-48 0,8-5 8 0,-1-6-84 16,5-1-12-16,4-4-36 15,0 0-224-15,-4 0 8 0,3-3-72 0,-7 3 36 0,4 1-156 0,-8 2 32 16,-4-1-32 0,-4 6-24-16,-4 1 188 0,-5 7 140 15,-6 0 140-15,-5 0 12 16,0 0 632-16,-8 7 176 0,-8 8-192 0,0 1-100 15,-4 3-16-15,-4 1 120 0,0 2 172 0,4-3-288 16,1 1-284-16,-2-6-132 16,6 5 8-16,2-2 28 0,6-4 48 15,-1 1-4-15,8 7 28 0,0-6 76 0,0 4 216 16,8 0-136-16,8 3-120 0,3-2-136 16,5-2 0-16,8-2-88 0,4-3-8 0,4-6-8 0,4-7-380 15,-1 0-184 1,6-17-64-16,-6-2-196 0,1-9-536 15,-8 3-2456-15,11-16-4233 0</inkml:trace>
  <inkml:trace contextRef="#ctx0" brushRef="#br0" timeOffset="120982.231">28160 11237 2552 0,'0'0'13385'0,"0"0"-10757"0,0 0-2124 15,0 0-284-15,80-5-108 16,-59 5-100-16,-6 0 172 0,1 0 84 16,0 0-108-16,0 11-60 0,0 4-40 15,-4 8 12-15,-4 5 64 0,-8 10-4 0,0 7-8 0,-13 6-64 16,-6 6-12-1,-5 0-44-15,0-3 8 0,5 0 40 0,2-10 32 16,9-9-48-16,8-3-36 0,0-4-120 16,12-6 56-16,8 1 64 0,1-1-96 0,2-3-64 0,5 3-36 15,0 0 28 1,0 4 32-16,0-1 124 0,-4 6 12 16,4 2 0-16,-5 5 56 0,1-3 116 0,-4 3 220 15,0-1 8-15,-4 3-60 16,-4-3-132-16,-9 1-208 0,-3-3-156 0,0 1-624 0,-15-3-176 0,-5 0-112 0,-3-1-256 31,-5-7-756-31,0 1-1832 16,3-11-2505-16,-10 2 1733 0</inkml:trace>
  <inkml:trace contextRef="#ctx0" brushRef="#br0" timeOffset="121087.848">28280 12258 6988 0,'0'0'2168'0,"0"0"-2168"0,0 0-5996 16,-79 10 3480-16</inkml:trace>
  <inkml:trace contextRef="#ctx0" brushRef="#br0" timeOffset="122323.128">5366 14786 10724 0,'0'0'2413'31,"0"0"-1217"-31,0 0-540 0,0 0-164 16,0 0 172-16,0 0 92 0,0 0-196 0,0 0-140 15,9 16-160-15,-1-10 0 16,7 0 84-16,5 1-12 0,4-4 0 0,4 3-232 16,0-6-100-16,4 0-12 0,-5 0-52 15,5-6-108-15,-4-7 36 0,4 0-196 16,-4 1-420-16,0-8-312 0,-4 5-544 15,4-4-764-15,-8-4-2761 0,-4 4-2603 16</inkml:trace>
  <inkml:trace contextRef="#ctx0" brushRef="#br0" timeOffset="122831.837">5617 14318 6412 0,'0'0'2028'0,"0"0"-796"0,0 0-48 0,0 0 53 16,0 0 67-16,0 0-340 0,0 0-204 15,0 0-232-15,0 0-64 0,0 0-108 0,-83 68-84 16,79-46-32-16,-5 0-16 0,9 0-52 16,0 3-24-16,0 5-136 15,0-2 64-15,4 3-16 0,5 1-52 0,3 6-8 0,-1 0 0 16,2 4 0-16,-2 2-16 15,2 1 12-15,2-1 8 0,-2 0 0 16,-2-2 0-16,1 0 72 0,1-1-64 16,-6-4 76-16,5 1-80 0,-3 1 140 0,-2-1-24 0,-3 0 24 0,4-3-100 15,-1 1 40-15,-7-6-40 16,5-2 88-16,-1 1-124 0,-4 1 64 16,0-5-68-16,0-3 52 15,0 0-48-15,0-6-8 0,0-4 84 16,-4-1-28-16,-1-6 40 0,2 2-40 0,-1 0 28 0,-4-4-88 0,0 4 0 15,5-7-236-15,-6 2 76 0,-3 0 88 0,5-2 72 16,-6 0-48-16,-2-2-40 16,-2-4-96-16,2 0-52 0,-6-5 148 0,1-1 84 31,-3-4-116-31,3 0-144 0,-1 3 56 16,6-2-104-16,2 5 40 0,6 1-4 0,3 2 100 15,0 4-64-15,4 3-48 0,0-3-368 16,0 3-216-16,0 0-936 15,0-3-673-15,8 0-1971 0,-4-3-660 0,-1 1 4932 0</inkml:trace>
  <inkml:trace contextRef="#ctx0" brushRef="#br0" timeOffset="123440.485">5976 14777 7808 0,'0'0'4417'0,"0"0"-3165"0,0 0-616 0,0 0-216 15,0 0 536-15,0 0 488 0,0 0-252 16,84 6-440-16,-52-3-360 0,0 2-196 0,3 0-120 0,-3-3-76 16,0 2-24-16,-8-4-136 0,0 0 0 15,-1 0-332-15,-2-4-324 0,-5-3-128 16,-1 2-372-1,-7-9-912-15,5 8-2293 0,-9-6-1975 16</inkml:trace>
  <inkml:trace contextRef="#ctx0" brushRef="#br0" timeOffset="123654.181">6203 14608 10120 0,'0'0'2121'0,"0"0"-1069"0,0 0 0 0,0 0 84 16,0 0-216-16,0 0-260 0,-8 76-188 0,12-44-112 16,0 3-76-16,4 0-60 15,4 0-224-15,-4-1 0 16,4-2-224-16,0 0-196 0,4-4-600 0,3 4-424 0,2 0-480 16,-6-3-2793-16,5-7-2495 0,1 3 5856 0</inkml:trace>
  <inkml:trace contextRef="#ctx0" brushRef="#br0" timeOffset="124171.049">6952 14627 10244 0,'0'0'5917'15,"0"0"-5101"-15,0 0-544 0,0 0 360 16,-84 0 700-16,64 9-120 0,1 7-408 0,-1 6-416 0,-1 11-216 15,6 1-87 1,-2 8-37-16,6-1-36 0,3 0 60 0,4-6-72 16,4-10-72-16,0-3-49 0,0-8-195 15,8-9-196-15,0-5 112 0,8 0 44 0,0-8 160 0,4-9-12 0,-5-5-208 32,6-7-124-32,-1 1-40 0,-5-4 160 0,2 0 112 15,2 4 20-15,-3 2 40 0,0 7 112 16,-4 3 12-16,0 7-40 0,1 6 72 0,2 3 92 0,-7 10 324 0,8 1 176 31,-4 12-152-31,-5 2-140 0,6 11 28 16,-5-1-88-16,-1 7 36 0,2 4 52 15,-1 6-16-15,-4 1-12 0,-1 7 16 16,1 8-16-16,0-2 36 0,-4 0 100 16,0 2-76-16,-8-5-36 0,-3 0-36 0,-6-10 60 0,-2 1-4 15,3 1-116-15,-8-8-124 16,4-2-8-16,-8-4-4 0,0-9 0 0,4-6-60 0,-4-14-52 15,9-2 100 1,-1-10-48-16,3 0-108 0,2-10-28 16,-2-6-12-16,6-6-36 0,3-6 36 15,-1-4 112-15,9-3-124 0,0-2 60 0,5 1-12 16,3-2 0-16,4-1-84 16,4 6-88-16,-1-7-52 0,10 2-24 0,-1 4-100 0,0-4-140 0,3 3-244 15,-3 3-496-15,-8 9-852 0,9-5-2349 0</inkml:trace>
  <inkml:trace contextRef="#ctx0" brushRef="#br0" timeOffset="127288.491">8670 15043 4468 0,'0'0'1304'0,"0"0"3432"0,0 0-3151 0,87 6-1073 16,-55-9-424-16,-5-3-88 0,1-1-116 16,-7 1 24-16,-2 0-216 0,-3-1-424 0,-4-2-761 15,-3 6-1623-15,-5-3-3384 0,-4 1 6165 16</inkml:trace>
  <inkml:trace contextRef="#ctx0" brushRef="#br0" timeOffset="127481.878">8629 15265 3760 0,'0'0'572'0,"0"0"5072"0,0 0-4107 16,0 0 139-16,0 0-532 0,100 19-336 0,-68-19-416 15,-1-3-300-15,2-6-92 0,7-4-340 16,-1-3-860-16,6 0-792 16,-2-3 783-16,-7 2-3071 0</inkml:trace>
  <inkml:trace contextRef="#ctx0" brushRef="#br0" timeOffset="128056.356">7868 14963 10981 0,'0'0'3260'0,"0"0"-2324"0,0 0-760 0,0 0 100 16,0 0 0-16,0 0 68 15,0 0-96-15,0 0-248 0,0 0-272 16,0 0-736-16,20 9-308 0,-24-2-1072 0,-3 3-4937 15</inkml:trace>
  <inkml:trace contextRef="#ctx0" brushRef="#br0" timeOffset="128202.946">7709 15370 7688 0,'0'0'4057'0,"0"0"-3965"0,0 0 164 16,0 0 948-16,0 0 344 0,0 0-344 0,0 0-772 0,84 32-432 0,-60-32-24 15,0-6-432-15,3-7-448 0,-7 3-976 16,12-5-2745-16</inkml:trace>
  <inkml:trace contextRef="#ctx0" brushRef="#br0" timeOffset="130682.261">10319 14944 3268 0,'0'0'144'0,"0"0"64"0,0 0 4848 0,0 0-3204 15,0 0-603-15,0 0 7 16,-24-76-12-16,20 60-56 0,-4 4-304 16,0-4-176-16,0 3-184 0,0 4-4 15,-4-4 120-15,4 3-232 0,-4 3-64 0,4 1-76 16,1 0-120-16,-2 6 84 0,-3 0-48 0,1 0-64 0,-6 6-120 31,1 7-72-31,4 6-64 0,-3 7 0 0,6 2 96 16,2 10 40-16,-1 4 64 0,8 3-52 15,0 5 0-15,0-3-12 0,0-2 0 0,8-3-52 0,-1-14-8 0,2-6 12 0,3-9 40 16,-5-4-128-16,6-5-20 0,2-4 92 16,2-4-20-16,2-5-324 31,5-10-44-31,-7-3-16 0,2-3-16 0,-3-8 24 16,0 5-24-16,-4-4 84 0,4 4 120 15,-4-1 128-15,-4 4 104 16,3 3 48-16,-3-1 76 0,-3 10 48 0,3 4 92 15,-8 2 108-15,4 7-60 0,-1 0 72 16,5 4 148-16,-3 8 220 0,3 4-308 0,-1 6-64 0,-3 4-64 16,4 3 4-1,-3-1-40-15,-1 5-24 0,0-5-12 0,3 0-68 16,-3-2-128-16,4 2-72 0,-3-6-28 16,-1 0-68-16,3-6-92 0,-3-3-276 0,0-3-400 0,5-8-228 0,-2-2-340 15,1-2-924-15,0-8-2157 0,1-3-3619 31</inkml:trace>
  <inkml:trace contextRef="#ctx0" brushRef="#br0" timeOffset="130894.167">10869 14843 468 0,'0'0'10244'15,"0"0"-8519"-15,0 0-605 0,0 0 580 0,11 89-156 16,-11-58-68-16,0 2-444 0,4-2-320 0,-4-3-284 15,0 4-112 1,0-3-168-16,0-1-148 0,0-2-160 0,0 0 16 16,0-1-136-16,0-6-308 0,0 0-52 15,0-6-84-15,0-6-168 0,0-5-584 0,0-2-988 0,0 0-1965 0,-4-2-2887 32,4-12 5632-32</inkml:trace>
  <inkml:trace contextRef="#ctx0" brushRef="#br0" timeOffset="131073.465">10996 15079 4316 0,'0'0'4780'16,"0"0"-2739"-16,0 0-513 0,0 0 228 16,0 0 136-1,100 2-436-15,-76 1-308 0,7 3-164 16,5 1-120-16,0-4-132 0,4 1-183 16,0-1-273-16,0-3-192 0,0-3-72 0,-4-4-12 15,-1-3-4-15,1-3-224 16,-4-2-161-16,0 2-111 0,-4-3-168 0,0 0-188 15,-4 4-460-15,-5-1-108 0,-2 3-672 16,-6 3-3633-16,2 5-3478 0</inkml:trace>
  <inkml:trace contextRef="#ctx0" brushRef="#br0" timeOffset="131272.122">11658 14944 4744 0,'0'0'2328'16,"0"0"3457"-16,0 0-4777 0,0 0-680 0,0 0 180 31,0 0 400-31,0 0 296 0,0 0-148 0,0 0-264 15,79 26 224-15,-55-13-488 0,0 2-356 0,-4 1-52 0,0 0-64 16,0 3-52-16,-4 0 8 0,0 0 48 0,-4 6-60 16,-9-2-60-1,-3 3 8-15,0 2-20 16,-3-3-48-16,-9 4-116 0,-4 0-252 16,-5-4-200-16,2 4-248 0,-9-4-380 0,0-3-1016 15,-4 1-2565-15,8-8-3451 0,-12-2 7916 0</inkml:trace>
  <inkml:trace contextRef="#ctx0" brushRef="#br0" timeOffset="131927.946">12319 15112 1108 0,'0'0'6644'16,"0"0"-4288"-16,0 0-755 0,0 0-361 0,0 0 188 16,0 0 208-16,84 20-260 0,-48-8-360 0,3 2-304 15,6 0-328 1,-2 3-164-16,-3-4-220 0,0-7 0 16,0 0-76-16,-5-6-32 0,-3 0-112 15,-4-9-396-15,0-7-312 0,0-3-376 0,-9-4-980 0,-6 5-2253 0,2-14-3707 0</inkml:trace>
  <inkml:trace contextRef="#ctx0" brushRef="#br0" timeOffset="132298.313">12662 14739 1004 0,'0'0'7100'15,"0"0"-4836"-15,0 0-591 0,0 0-277 0,0 0-228 16,0 0-200-16,0 0-136 0,-44 85-108 0,48-54-192 15,4 4-48-15,3 4-76 0,2 2-76 16,2 3-60-16,2 4-128 16,-2 6 28-16,1 0-36 0,0 3-124 15,-4 0 64-15,0-4-68 0,1 6 88 16,-2-6-92-16,-3-2 56 0,1 0 40 0,-2-4 60 0,-3-2-16 16,-4-4 4-1,0 1 12-15,0-7-4 0,0 2 28 0,-8-8 36 16,0 0-4-16,4-6-56 0,-4-9-40 15,0 2 16-15,-4-6-3 0,0 0-1 16,1-4-68-16,-2 1-16 0,-2-7-48 16,-2 0-192-16,-7 0-89 0,5-11-203 15,-5-1-76-15,-4-7-64 0,0-2-112 16,4-2 72-16,-4-3-248 0,8 1-172 0,4-1-224 16,4 1-336-16,5 2-532 0,7 1-1081 0,0 6-2699 15,4-9 4808-15</inkml:trace>
  <inkml:trace contextRef="#ctx0" brushRef="#br0" timeOffset="132571.992">13451 15154 312 0,'0'0'496'0,"0"0"8628"15,0 0-7371-15,0 0-981 16,0 0 160-16,0 0 236 0,0 0-96 0,0 0-380 16,0 0-352-16,0 0-128 0,-92 42-76 15,80-24-36-15,0 8 24 16,4 6 112-16,-4 3 60 0,8-1 28 0,0 4-28 0,4 4-160 16,0-4-56-16,4 3-80 15,8-4-112-15,0-4-84 0,3-1-40 0,2-7-420 16,7-9-164-16,0-7-528 0,3-5-948 15,1-8-985-15,0-5-2235 16</inkml:trace>
  <inkml:trace contextRef="#ctx0" brushRef="#br0" timeOffset="132932.853">13765 15307 4716 0,'0'0'7841'15,"0"0"-6413"-15,0 0-224 0,0 0 292 16,0 0-316-16,0 0-84 0,0 0-176 0,-71 66-332 0,58-37-208 0,10 2 44 15,-5 1 149 1,8 0-161-16,0-3-180 0,0-4-100 16,0-6-132-16,4-3-44 0,3-6-64 15,2-4-112-15,3-3 28 0,-1-3-65 16,2-3 61-16,-2-8-72 0,6-3-48 0,-2-9-24 16,-3-2-100-16,4-7-108 15,1 0-116-15,-6 4-16 0,1-4 40 16,0 6 132-16,-4 1 56 0,-4 6 80 15,4 0 320-15,-8 7 52 0,3-2 176 16,-3 11 72-16,0 0-8 0,0 3-16 0,0 0 260 0,5 6-248 16,-1 8 96-16,0 5 24 15,0 2 4-15,4 8-56 0,-5 0 28 16,1 2-24-16,5 1-152 0,-5 0-156 16,4-3-12-16,-1 3-84 0,2-7-64 0,-5-3-48 0,7-3-136 0,-3-3-308 15,1-4-300 1,-2-2-404-16,1-4-1412 0,5-2-3081 15</inkml:trace>
  <inkml:trace contextRef="#ctx0" brushRef="#br0" timeOffset="134442.995">14164 15161 680 0,'0'0'6900'0,"0"0"-4828"0,0 0-251 15,0 0-349-15,0 0-212 0,95 30-108 0,-74-13-56 16,-2-1-152-16,-3 3-140 16,0 0-296-16,-4 3-116 0,-4 6-72 15,4 1-76-15,-9 0-132 0,-3 3-112 16,0-1 0-16,0 1-72 0,-7-4 64 16,-1 2-128-16,-4-2-60 0,0-6-112 0,0-4-84 15,0 2-104-15,-4-4-48 16,5-3 0-16,-2-4-120 0,5-2-544 0,-4-4-680 0,4-3-561 0,0 0-1591 0,5 0-1472 31,-1-16 4276-31</inkml:trace>
  <inkml:trace contextRef="#ctx0" brushRef="#br0" timeOffset="134616.048">14697 15354 6624 0,'0'0'2340'0,"0"0"-67"16,0 0-989-16,100 9 56 0,-72-6 616 0,0 1-564 0,-4-1-476 15,-4-3-396-15,3 0-348 16,1-3-52 0,1-4-44-16,-1-2-76 0,0-8-328 0,-1-1-600 15,1-1-428-15,-8 3-1156 0,4-9-4209 0</inkml:trace>
  <inkml:trace contextRef="#ctx0" brushRef="#br0" timeOffset="134855.495">14861 15122 236 0,'0'0'5928'0,"0"0"-1071"16,0 0-4213-16,0 0-464 0,0 0 436 16,-24 80 532-16,24-58 296 0,4 6-312 0,4 4-456 0,4 7-240 15,-4 1-212-15,0 8-88 0,0 3-36 16,0 3-32-16,-8 0-68 15,4 0-124-15,-4-4 48 0,0-1-124 0,4-6-120 0,-4-7-128 16,8-8-184 0,-4-6-208-16,3-9-324 0,2 1-560 15,-1-12-993-15,-1-2-2759 0,2 0 2152 0</inkml:trace>
  <inkml:trace contextRef="#ctx0" brushRef="#br0" timeOffset="135278.822">15451 15379 1668 0,'0'0'0'0,"0"0"-872"0,0 0 77 0</inkml:trace>
  <inkml:trace contextRef="#ctx0" brushRef="#br0" timeOffset="135787.478">15626 15230 432 0,'0'0'10753'0,"0"0"-9061"0,0 0-292 16,0 0-388-16,0 0 72 0,0 0 36 15,-28-72-80-15,16 65-180 0,0 0-296 16,0 0-260-16,0 5-60 0,1 2-36 16,-6 0-136-16,2 12-72 0,-1 7-132 15,-1 13-4-15,2 7 40 0,3 8 96 16,3 6 120-16,2-1-32 0,-1-1 20 0,4-7-108 16,4-5 0-16,0-8-84 0,0-12-16 15,0-6-8-15,8-8-148 16,3-5-88-16,2-2 124 0,2-8-100 15,2-3 40-15,2-5-28 0,-3-4-124 0,0 0 12 0,0-3 136 16,-4 1 60-16,0 2 36 16,-4 7 52-16,-4-1 68 0,4 5 68 15,-4 9 0-15,0-1-80 0,4 3 80 16,-4 0 360-16,8 10 48 0,-4 5-96 0,4 7-188 0,-1 0 60 0,-2 10 0 16,3 4 40-1,-5 2 44-15,-3 3-68 16,1 6-28-1,3 8-16-15,-8-3 68 0,0 7 8 0,0-2 60 0,-8-3 0 16,-4-7-36-16,0 1-36 0,-4-10 12 0,0-4-48 0,0-4-64 16,-4-8-72-16,0-6 12 15,0-4 16-15,4-5-76 0,-4-7-120 0,5 0-60 16,-2-7-176 0,6-5-180-16,-6-7-24 0,6-4-16 0,-2-5-76 0,-2-4-200 15,3-6-340-15,0-3-1000 0,0-4-1673 0,3 14-1527 0</inkml:trace>
  <inkml:trace contextRef="#ctx0" brushRef="#br0" timeOffset="141301.776">16546 15122 10616 0,'0'0'673'0,"0"0"595"0,0 0-960 15,0 0 100-15,0 0-64 0,-92 25 216 16,73-6 172-16,3 4-36 0,-5 2-144 16,10 7-100-16,-1 1-28 0,4 4-52 15,0 1-160-15,8 4 48 0,0-1-184 16,4-4-76-16,8-2-72 0,0-3 0 0,4 0-192 16,4-7 56-16,4-5-180 0,0-5-324 15,4-8-256-15,4-4-476 16,-4-3-1384-16,11-16-3317 0</inkml:trace>
  <inkml:trace contextRef="#ctx0" brushRef="#br0" timeOffset="141633.557">17029 15255 10949 0,'0'0'1808'16,"0"0"-976"0,0 0 16-16,0 0 476 0,-92 68-232 0,64-37 212 15,0 4-172-15,4 0-324 0,4 0-244 16,4-3-136-16,8-4-200 0,4-6-228 0,4-5-88 0,4-5-72 0,8-5-8 31,0-7 68-31,8 0 28 0,-4-7-12 0,4-5-160 16,0-9-76-16,4 0-32 15,-4-4 8-15,-4-4 84 0,4 0 16 16,-9 4 84-16,2 0 48 0,-1 5 16 0,-5 5 8 16,-3 4 88-16,5 6 4 0,-9 2-4 15,4 3 0-15,0 3 8 0,-1 6 204 16,1 8 168-16,4-2-60 0,1 8-76 0,-2 2-36 15,1 3 36-15,0-3-48 16,0 5-40-16,0-8-156 0,0 3-48 0,0-6-172 0,0-3-160 16,4-4-408-16,4-2-60 0,-4-7-368 0,8-3-392 15,-8 0-1236-15,16-13-3497 0</inkml:trace>
  <inkml:trace contextRef="#ctx0" brushRef="#br0" timeOffset="141826.902">17805 15161 11745 0,'0'0'1332'0,"0"0"-820"0,0 0 464 15,0 0-44-15,0 0 76 0,0 0-136 16,48 79-312-16,-44-64-304 0,-4 4-56 16,0 7-16-16,0 3-148 0,-12 3-36 15,-7 5-160-15,-6 5-160 0,-6 2-336 0,-5 1 120 16,-9-1 212-16,-2 1 52 15,-1-4-196-15,-8-2-428 0,-3 1-764 16,15-12-1253-16,-32 14-3711 0</inkml:trace>
  <inkml:trace contextRef="#ctx0" brushRef="#br0" timeOffset="143998.038">2546 17167 5260 0,'0'0'6185'0,"0"0"-3981"0,0 0-1012 16,0 0-188-16,0 0 336 0,0 0-124 0,0 0-308 16,0 0-208-16,0 0-124 0,0 0 128 15,-20-38 37-15,8 38-49 0,-4 0-424 16,-5 6-172-16,-2 1-36 0,-9 2-48 15,0 4-4-15,-4 3-8 16,-4 6-4-16,-3 0-80 0,2 6 12 0,6 1 0 16,-1 2 8-16,4 5-8 0,4-1 64 15,9 3 4-15,6-3 4 0,2 7-4 16,7-4-56-16,4-1-24 0,8 4 12 0,3-6 4 16,9-3 68-16,4-1 52 15,8-1-52-15,4-2 0 0,0-3 80 0,3 4-80 16,2-6-48-16,-2-5 36 0,1 1 0 15,-4-5-96-15,-5-6-4 16,1-2-128-16,0-1-273 0,1-5-35 0,-1-13-48 0,0-7-260 16,-4-8-956-16,-9 6-2252 15,5-23-2249-15</inkml:trace>
  <inkml:trace contextRef="#ctx0" brushRef="#br0" timeOffset="144215.185">3107 16815 6248 0,'0'0'3088'0,"0"0"757"0,0 0-2385 15,-7 78-152-15,3-42-64 16,-5 5-256-16,5 4-308 16,0 2-224-16,1 1-76 0,-1 0-88 0,-5-1-60 0,5 4-120 0,0-1-112 0,-3 5-116 31,3-1-8-31,-4-4-56 0,3 4-152 0,5-6-136 15,0-1-268-15,0 1-204 16,5-9-800-16,3-11-1432 0,7 1-4337 0</inkml:trace>
  <inkml:trace contextRef="#ctx0" brushRef="#br0" timeOffset="144627.608">3884 17529 7416 0,'0'0'7333'0,"0"0"-5869"0,0 0-1052 15,-79 7 312-15,59-7 748 0,-1 0-344 16,2 2-556-16,-1 2-252 0,3 5-28 0,2 4 24 0,-5 6-100 16,4 6-56-1,0 14 9-15,0 1 111 0,4 9-36 16,4-5 348-16,4-6-24 0,1-7-352 0,3-8-216 15,0-11 0-15,7-5-48 0,1-4-132 16,8-3-60-16,5-7 56 0,2-8-8 16,5-8-124-16,-4-5-96 0,0-7 48 15,-9 3 123-15,2 1-15 0,-6-1 60 16,-3 9 40-16,5 9 32 0,-6 0-20 0,-3 8 56 16,4 2 88-16,-3 4 220 0,-1 0 36 15,0 0 12-15,3 4 0 16,-3 5 85-16,4 2-89 0,1-3 40 0,-2 5-48 15,-3 3 44-15,4-3-8 0,0 2-76 16,-4-3-204-16,4-1-12 0,-4 1-120 0,4-2-148 16,0-1-372-16,-4-2-196 15,4-4-101-15,0-3-527 0,-5 0-1184 16,6-3-2396-16,-1-16-3125 0</inkml:trace>
  <inkml:trace contextRef="#ctx0" brushRef="#br0" timeOffset="144784.49">4147 17536 3860 0,'0'0'2148'16,"0"0"3101"-16,0 0-4285 0,0 0 96 16,16 66 1260-16,-12-41-136 0,-4-3-788 15,0 4-504-15,0-3-208 0,0-2-220 16,0-2-464-16,0 1-48 0,0-5-356 16,0-2-500-16,-4-4-272 0,0-2-956 0,4-4-3236 15,-8-3-4353-15</inkml:trace>
  <inkml:trace contextRef="#ctx0" brushRef="#br0" timeOffset="144920.295">4163 17279 8520 0,'0'0'2909'0,"0"0"-2213"0,0 0 452 16,0 0 904-16,0 0-1160 15,0 0-892-15,0 0-328 0,0 0-768 0,0 0-1308 16,0 0-3621-16</inkml:trace>
  <inkml:trace contextRef="#ctx0" brushRef="#br0" timeOffset="145314.362">4414 17687 8128 0,'0'0'4653'0,"0"0"-4181"0,4 86 100 0,-4-57 1588 16,0-4 120-16,4-3-768 0,-4-9-744 15,4-3-304-15,-4-3-160 16,4-7-148-16,0 2-156 0,0-2-112 0,4 0 76 15,4-2 36-15,0-5 44 16,0 0-44-16,4-2-12 0,-9 2 0 0,6 1-60 0,-5 3-72 0,-1 0-112 16,1 3-64-16,-3 0 116 0,3 3 104 0,-1 4 52 15,1 0 48 1,1 1 8-16,-1 2 88 0,-5-3-92 16,5 1-4-16,1-1-84 0,-5-3-40 15,3-1 4-15,-3-3-136 0,4 0-188 0,5-3 64 16,-2-8-12-16,1 3 92 15,4-6 168-15,-1 5 32 0,6-4-36 0,-5 7 24 16,0-4 100-16,8 7 12 0,-4 0 272 16,-1 3 196-16,5 0 260 15,-7 0-32-15,-2 3-584 0,-3 0-52 0,0 7 84 16,-4-4-140-16,0 5-4 0,0-3 72 16,0 9 76-16,-8-2-148 0,4 3-24 0,-4 8-540 15,0 0-356-15,0 5-340 0,0 1-1068 16,-4-5-2753-16,-4 6-2595 15</inkml:trace>
  <inkml:trace contextRef="#ctx0" brushRef="#br0" timeOffset="147371.072">2147 17992 2480 0,'0'0'1812'15,"0"0"-1344"-15,0 0 404 0,0 0 92 16,0 0 2936-16,0 0-2587 0,0 0-389 0,0 0-4 0,0 0 256 0,-40 13-40 16,40-13-136-1,0 0-68-15,0 0-164 0,0 0-132 16,0 0-84-16,0 0-124 0,0 0-132 16,5 0-128-16,-5 0-44 0,7 0-52 15,1 0 0-15,12 0 184 0,0 3 36 0,8 1-60 0,3-2-51 16,5-2-133-1,9 0 40-15,2 0 68 0,5-2-36 0,4-5 0 16,8 1-120-16,-5-1 0 0,1 1 4 16,4-3-4-16,0 2-12 0,-1-2-36 0,1 2-76 15,0 1 16-15,3 0-36 0,2 2 56 0,2 2 20 16,4-3 68 0,2 3 0-16,2-1-48 0,1 0-61 15,-4-1 29-15,3 4 80 0,1-2 12 0,-5 2-12 16,2 0-48-16,-6 0 44 0,0 0-44 0,-7 0-32 0,5 0 76 15,-11 0 0-15,7 0-4 0,-6 2-4 0,-3 2-60 16,4-1 68-16,-8 2-72 0,-5 0 68 31,1 1-40-31,-4 3 0 0,-4-2 0 16,-4-1-64-16,-4 0 16 0,0-3 24 16,-4 4-28-16,-4-4 40 0,-1 0 48 15,-7 3-48-15,0-3-64 0,-4-3 28 16,-4 4 0-16,0-4-28 0,-3 0 64 0,-2 0-76 15,-3 0 28-15,0 0 20 0,0 0 4 0,0 0-4 16,0 0-96 0,4 0-132-16,-4 0-164 0,0 0-272 0,0-4-568 15,0-2-872-15,0 0-808 0,0 3-2137 16,0-7 53-16</inkml:trace>
  <inkml:trace contextRef="#ctx0" brushRef="#br0" timeOffset="148781.835">6586 17338 13845 0,'0'0'2928'0,"0"0"-1440"31,0 0-1020-31,0 0-220 0,0 0 192 0,0 0 600 16,0 0 92-16,103-3-219 0,-47-3-309 15,4-4-300-15,3 1-160 0,1-1-60 16,4 1-36-16,-1 2-48 0,2 4-4 0,-6 1-80 16,1 2 24-16,-4 0-24 15,-9 0-124-15,-3 0 16 0,-12 2-4 16,-8 4-44-16,-12 5-112 0,-4 1-425 0,-12 4-271 0,0 6 252 15,-8 3 552-15,-12 4-200 0,-4 6-516 16,-4 3 116-16,-4 4 632 0,-8 2 164 16,-3 3 44-16,-5 1 4 0,-4 2 88 0,1 2 208 15,-5-5 116-15,3 4-92 32,2-6-36-32,7-4 60 0,1-6 16 15,11-7 20-15,4-6 24 0,11-9-48 0,10-4-52 0,3-4-36 0,4-3-268 16,4 1-120-16,16 0 120 15,8 7 156-15,15-3-20 0,9-2-52 0,3 2 124 16,5-4-16-16,0-3 64 0,-4 0-60 0,0 0-143 0,0 0-53 31,-5-3-49-31,-3-4-11 0,-4-2 12 0,-4 0-76 0,-4-8-348 16,-4-2-360-16,-4-3-148 16,0-9-732-16,-4-1-1236 0,-9 6-3161 0</inkml:trace>
  <inkml:trace contextRef="#ctx0" brushRef="#br0" timeOffset="148993.608">7686 17440 6280 0,'0'0'5845'16,"0"0"-4161"0,0 0-1128-16,0 0-276 0,-73 77 616 15,49-49 672-15,1 4-540 0,-1 3-572 0,0 0-272 16,0-1 16-16,-4 2 104 0,5-2 4 0,-2 1-76 0,-3 0-172 15,0-7-60-15,4 4-128 0,1-7-56 0,-1 0-220 16,0-5-248-16,4-4-192 0,0-3-312 0,4-7-644 31,4-3-1288-31,5-3-2581 16</inkml:trace>
  <inkml:trace contextRef="#ctx0" brushRef="#br0" timeOffset="149204.819">8247 17326 2948 0,'0'0'10245'0,"0"0"-8405"0,0 0-556 0,0 0-272 16,0 0-24-16,83 19-348 0,-63-19-344 15,1-7-60-15,-2-2-236 0,5-8-272 0,-4 3-528 0,-4-5-536 0,0-1-1040 16,-8 4-2785 0,-8 3-3823-16</inkml:trace>
  <inkml:trace contextRef="#ctx0" brushRef="#br0" timeOffset="149474.879">8243 17367 664 0,'0'0'8416'0,"0"0"-6171"0,0 0-729 0,-28 76 124 16,21-44-168-16,2-1-268 0,-3 8-396 0,0-4-280 16,5 3-120-16,-1-2 156 0,4-6 136 0,-5 5-176 15,5-3-220-15,0 0-180 16,0-3-40-16,0-4-80 0,5 0-4 0,2-3 12 16,5-2 48-16,1-1-60 15,6-4 0-15,1 1-40 0,4 0 36 0,4-3-56 0,-1-1-12 0,6-5-160 16,-6-1-36-1,5-6-76-15,-4 0-316 16,0 0 8-16,0 0-172 0,-4-6-480 0,0-1-1340 16,-9 1-3177-16,13-6-1435 0</inkml:trace>
  <inkml:trace contextRef="#ctx0" brushRef="#br0" timeOffset="149754.02">9080 17272 5684 0,'0'0'6645'0,"0"0"-5393"0,0 0-492 0,0 0 564 0,0 0 244 0,-4 66-516 31,-5-24-584-31,2 8-296 0,-1 4 124 0,-8 10 60 16,4 2 84-16,-3 7-148 0,-2 1-96 15,1-5-48-15,0 5-64 0,0-11-76 0,0-6-8 0,5-9 0 0,-2-14-60 32,6-14-24-32,7-10-124 0,0-10-440 15,0-5-372-15,0-14-364 0,3-9-672 16,5-16-496-16,1 9-2949 0,2-32-1511 16</inkml:trace>
  <inkml:trace contextRef="#ctx0" brushRef="#br0" timeOffset="149971.902">9084 17430 1004 0,'0'0'7868'0,"0"0"-6056"0,0 0-951 16,0 0 359-16,0 0 520 16,0 0-152-16,91 54-536 0,-70-26-456 0,-2 5-164 15,5 5 52-15,-7 0-104 0,2 3-84 16,-3 1-76-16,0-1-112 16,-4 0-108-16,-4 0-4 0,0-3-4 0,-8-5-100 0,3-5 44 0,-3-9-32 15,0-3 20-15,0-10-96 0,0 0-196 31,-3-6-272-31,-5 0-40 0,-5-6-268 0,2-3-992 16,-9-4-636-16,4-3-389 0,-8-1-1787 16,0 3 640-16</inkml:trace>
  <inkml:trace contextRef="#ctx0" brushRef="#br0" timeOffset="150103.693">9020 17805 1996 0,'0'0'872'0,"0"0"-388"0,-76-19 5964 16,64 16-3999-16,8 3-933 0,4 0-728 15,0 0-244-15,4-3 120 0,8 3-20 16,8 0-8-16,4-3 136 0,8 3-80 0,4-4-276 0,-1 1-180 15,6 0-140-15,-5-6-96 16,3-1-12-16,-3-2-100 16,0-1-404-16,-5-6-560 0,-3 2-624 0,-3 5-2256 0,-5-9-3821 0</inkml:trace>
  <inkml:trace contextRef="#ctx0" brushRef="#br0" timeOffset="150565.906">9626 17326 1420 0,'0'0'9088'0,"0"0"-7491"0,0 0-1057 16,0 0 516-16,0 0 340 0,0 0-392 0,0 0-288 16,83 19-180-16,-67-16-164 0,0 0-148 15,0-3-64-15,-4 0-76 16,0 3-84-16,0 1 0 0,-4-1-60 15,-1 0-40-15,2 0 92 0,-1 3 12 0,-4 4-4 0,3-1 12 16,-2 1 64-16,-1 5-4 0,0 2 64 16,0 5-48-16,-4 3-80 15,4 4-4-15,-4 6-4 0,7 3-8 16,-3 3-40-16,5 3-28 0,-1 0-12 16,3 5 4-16,-2-8 36 0,-5 4 48 0,3-8-52 0,-3-2 52 0,0-6 8 15,0 0 128 1,1-11 64-16,-5 1-16 15,0-6-24-15,0-3-24 0,0-4-52 16,0 0-8-16,0-6-16 0,0 5 28 0,0-5-40 16,0 0-48-16,0 0-124 0,-5 0-84 15,-3 2-88-15,4-2 36 0,-3 0-24 16,-2 3 48-16,1-3 64 0,1 0-40 16,-5 0-24-16,-1 0-112 0,2 0-344 15,-6 0-324-15,6-3-644 0,-5-4-893 0,0 1-1799 0,4 0-1696 16,-4-4 5545-16</inkml:trace>
  <inkml:trace contextRef="#ctx0" brushRef="#br0" timeOffset="151749.048">11434 17252 1032 0,'0'0'676'0,"0"0"7328"0,0 0-5695 0,0 0-765 15,0 0-324-15,92 48-276 16,-72-36-224-16,0 5-224 0,-4-1-120 15,0 0-180-15,-4-4 16 0,3 1 24 0,2 3 108 0,-6-3-84 0,-2 2 0 0,-1-2-88 16,-5 0 24-16,1-1 0 0,-4 1 0 0,0 4-36 31,-7-3 0-31,-1 3-16 16,-1-1-32-16,-2 0-40 0,-1-4 0 16,-4 1 4-16,0 3-16 0,-4-4-48 0,0 1 60 15,-3 0-8-15,2-4-52 0,-7 1 60 16,0-1 12-16,0-2 4 0,-7 2-40 15,3-2-44-15,-4 3 44 0,0-1-40 16,0-2 36-16,-4 2-44 0,1 1-8 0,-6-1-112 0,-2 0-16 0,3-2 124 31,0 2 0-31,5-6 12 0,-2 1 12 16,5-4 0-16,1 0 32 0,-1 0-40 0,4-7 56 16,4 1 12-16,4 0-12 0,0-1 24 0,5-2-84 0,6 3-132 15,-2-1-16-15,7 1-32 0,-1 2 176 0,1 2 0 31,8 2-72-31,-3-5 28 0,3 5-84 0,0 0-52 16,0 0-88-16,0 0-156 16,0 0-148-16,0-2-152 0,0 2-152 0,0-6-408 15,0 0-832-15,0-1-3405 0,0-3-999 16,0-6 5208-16</inkml:trace>
  <inkml:trace contextRef="#ctx0" brushRef="#br0" timeOffset="152031.571">10637 17481 5956 0,'0'0'836'0,"0"0"4461"0,0 0-3893 0,0 0-768 0,0 0-64 16,0 0 132-16,0 0 24 16,0 0-208-16,0 0-272 0,-63 83-112 0,51-61 52 15,-4 0-16-15,4-3 4 16,0 3-52-16,0 1-40 0,0-1-44 0,5 1-40 0,-2-2-136 0,5 2 84 15,4 2-72 1,0 1 52-16,0-1-52 0,13 0 60 16,2-3 56-16,5 4-56 0,0-5 16 15,8-1-40-15,-1-1 84 0,5-3-44 16,0-3 44-16,4-4 4 0,1-3-352 16,-2-2-124-16,1-4-268 0,4 0-392 0,-9-4-1120 15,14-5-3301-15</inkml:trace>
  <inkml:trace contextRef="#ctx0" brushRef="#br0" timeOffset="152543.664">12383 17015 3096 0,'0'0'1524'0,"0"0"2628"0,0 0-2224 16,0 0-499-16,0 0-293 16,0 0 108-16,0 0-184 0,-32 89-228 15,20-55-144-15,-4 4-120 0,4 10-96 0,0 3-52 0,-4 5-88 16,4 5-76-16,-4 3-68 0,5-1 8 15,-6 1-76 1,2 2-68-16,-2-5-40 0,1-1-4 16,4-9-8-16,1-7-44 0,2-8-16 15,2-14-76-15,3-9-48 0,4-7-120 16,0-6-228-16,0-4-296 0,4-11-128 0,3-10-152 16,6-11-624-16,2-8-544 0,-2-7-797 0,2-4-2151 15,-2 15 1969-15</inkml:trace>
  <inkml:trace contextRef="#ctx0" brushRef="#br0" timeOffset="152904.757">12347 17087 912 0,'0'0'1188'0,"0"0"1120"0,0 0 2060 15,0 0-2932-15,0 0-31 0,0 0 195 16,79 0-252-16,-63 17-364 0,5 8-104 0,-6 7-168 0,5 2-240 16,0 8-112-1,4 2-64-15,-4 4 0 0,8 3 48 16,-4 3 36-16,-4-4-244 0,0 4-136 15,0-3 0-15,-1 0-48 0,-6-4-12 0,-2-3-16 0,1-5 16 0,-8-7 8 0,5-10-20 16,-6-3 24-16,1-13-52 16,-4 1-84-1,0-7-136-15,0 0-288 16,-7 0-36-16,-6-7-472 0,1-5-304 0,-8-1-184 16,-3-6-188-16,-1 0-457 0,0-3-715 15,-8 0-188-15,0-1 1432 0,-7 5 1352 0,-2-2 252 0,-2 1-224 0,-2 4 340 16,2-2 588-1,-1 8 600-15,8 0-668 16,9 2-244-16,6 7 88 16,14 0 2892-16,3 0-2292 0,4 7-796 0,4-5 76 0,11 5 392 15,5-1 220 1,8-3 24-16,0 1-236 0,4-4-347 0,0 0-245 0,4 0-52 0,-1-7-76 16,1 1-933-16,-4-1-1463 15,-8 1-3712-15,8-3 4840 0</inkml:trace>
  <inkml:trace contextRef="#ctx0" brushRef="#br0" timeOffset="157215.57">15773 17554 1096 0,'0'0'976'0,"0"0"4132"0,0 0-3500 0,0 0-144 0,0 0-19 0,-39-73-165 15,35 64-136 1,-5-1-132-16,5 7-68 31,-3 0-80-31,3 1-68 0,-4 2-204 16,4 0-244-16,-8 0 8 0,4 2-136 0,-9 10-212 0,6 7-8 15,-1 11-52-15,4 4 52 0,0 4 60 0,4 0 16 0,0-3-28 16,4-6-48-16,0-3-48 0,0-12-64 0,4 0-12 16,0-8 4-16,4-3 56 0,4-3-20 15,4 0 32-15,4-9-156 16,0-7-40-16,3-3-132 0,1-7 20 0,-3 4 72 0,-6-3 80 15,1 2 96-15,-4 4 104 0,-4 4-4 0,0 5-60 32,-4 4-80-32,0 3 4 0,0 3 32 0,0 0 116 0,5 9 348 15,-6 4 112-15,5 3-160 0,4 3-92 16,-4 0-68-16,0 6-80 16,4-3 176-16,-5 4-164 0,6-5-72 0,-1 2-48 15,-5-4 44-15,2 0-144 0,3-6-360 0,-5-4-252 16,10-2-56-16,-6-4-264 0,6-3-904 0,-2-6-2089 0,1-4-2139 31,-8 1 5000-31</inkml:trace>
  <inkml:trace contextRef="#ctx0" brushRef="#br0" timeOffset="157454.514">16315 17354 744 0,'0'0'376'0,"0"0"8444"0,0 0-6667 16,0 0-901-16,0 0 144 15,0 0-12-15,0 0 4 0,0 0-372 16,0 0-292-16,36 76-296 0,-32-47-84 0,0 6-76 16,-4 0-72-16,0 3-92 0,0-3-104 0,0 0-76 15,0-4 64 1,0-1-144-16,0-5-76 0,0-6-272 0,0-3-256 15,0-7-240-15,0-6-468 16,0 0-1236-16,0-3-1961 0,0 0-1135 0,0-6 3676 0</inkml:trace>
  <inkml:trace contextRef="#ctx0" brushRef="#br0" timeOffset="157782.448">16419 17573 1032 0,'0'0'3088'0,"0"0"2812"0,0 0-3851 16,0 0-925-16,0 0 488 0,0 0-72 0,0 0-160 15,0 0-120-15,0 0-316 0,91 13-272 16,-66-7-136-16,2 1-28 0,5-1 89 16,4 1-161-16,0-1-244 0,-1-3-56 0,6 3-28 0,-1 1-96 15,3-4 72 1,-3 3-72-16,4-6 36 0,-1 4 0 16,6-2-48-16,-10-2 0 0,5 5-8 0,-8-3 8 15,4-2-12-15,-1 3-36 0,-2 0 40 16,-1-3-40-16,-8 3 36 0,0-3-132 0,0 0-40 0,-9 0-92 0,1 0-88 31,-1 0 36-31,-2-3-85 0,-2-3-3 16,-2 4 64-16,-2-5-36 0,2 0-104 0,-5 1-156 15,-4-4-300-15,-1 0-468 0,-3-2-596 16,0 2-688-16,-3-2-1929 16,-9-1-1439-16,3 7 5808 0</inkml:trace>
  <inkml:trace contextRef="#ctx0" brushRef="#br0" timeOffset="158012.966">17311 17447 5640 0,'0'0'2860'0,"0"0"-119"0,0 0-1481 0,0 0-328 0,0 0 372 16,0 0-308-16,84 53-16 0,-65-41-296 0,6 2-288 16,-1-2-136-1,0 1 64-15,-5 0-52 0,1 3-76 0,-3-1-76 16,-6 2-68-16,-3-2-52 0,-4 1 12 15,-4 3-4-15,0 0 40 0,-8 4-48 0,-3-1-228 0,-10 0 32 0,-3 3-116 16,-4 1 56-16,-4-4-192 0,1 0 152 0,-9 0-116 31,4-3-184-31,1 1-376 0,-1-5-828 16,-1-5-2353-16,14-1-3195 0,-1-9 6748 16</inkml:trace>
  <inkml:trace contextRef="#ctx0" brushRef="#br0" timeOffset="158637.691">18765 17383 2964 0,'0'0'380'0,"0"0"4556"32,0 0-2247-32,0 0-1261 0,0 0-392 15,0 0 28-15,0 0 236 0,0 0-160 16,0 0-132-16,0 0-160 0,0 0-220 0,-51-54-432 16,35 63-48-16,-5 4 0 15,-2 6-88-15,-1 6 88 0,4 4 20 16,-3 6-32-16,3 4-40 0,3 1-8 0,6 8-28 15,3 0-48-15,4-1-12 0,4-2 48 0,4-1 32 16,7-2-80-16,6-7 0 0,6-3-96 16,5-7-36-16,4-3-456 15,3-3-24-15,10-10-64 0,2-5-224 16,1-4-420-16,5 0-772 0,1-7-1140 0,-1-2-2945 16</inkml:trace>
  <inkml:trace contextRef="#ctx0" brushRef="#br0" timeOffset="159474.619">19227 17506 1512 0,'0'0'548'0,"0"0"6768"15,0 0-4915-15,0 0-813 0,0 0-208 16,0 0-144-16,0 0-72 0,0 0-332 16,0 0-300-16,0 0-140 0,-11 74-96 0,11-46-76 15,0 4-72-15,0-7-52 16,8 1-8-16,-1-7-88 0,6-6-4 15,2-5 4-15,2-1 4 0,-2 0 8 0,5-7-12 16,-3 0-48-16,2-3-28 16,1-8-44-16,1-1 20 0,-6-3-48 0,5-5-24 0,-4-2-12 0,0 0-24 15,-4-4-64-15,-1 4 124 0,2 0-48 16,-9 0-4-16,0 3-36 0,-4 2 28 16,0 3 96-1,0 0-20-15,-8 5 132 0,-5-1 0 0,2 7-28 16,-1 0-32-16,0 3 60 0,4 0-12 15,-4 0-252-15,8 6-72 16,-4 4-104-16,8 2-568 0,0 1-1008 0,0 4-1057 16,0-5-2643-16,12 4 1469 0</inkml:trace>
  <inkml:trace contextRef="#ctx0" brushRef="#br0" timeOffset="159638.037">19937 17577 3256 0,'0'0'104'0,"0"0"6480"0,0 0-4199 0,0 0-841 0,80 18-52 0,-65-14-184 16,5-1-328 0,1-3-520-16,-2 0-240 0,1 0-144 15,4-3-76-15,1-1-308 0,-2-2-512 16,5 0-332-16,3-4-444 0,1 4-1108 0,0 0-3157 0,-8-1-106 16,16-2 5967-16</inkml:trace>
  <inkml:trace contextRef="#ctx0" brushRef="#br0" timeOffset="159804.865">20678 17567 1240 0,'0'0'416'0,"0"0"56"0,0 0-32 0,0 0 4836 0,80 0-3088 31,-60 0-575-31,-1 0-217 16,-2 0-176-16,2 0-272 0,-3 0-268 0,1 0-644 16,-6 0-36-16,1 0-540 15,4 0-280-15,-4 0-196 0,1 0-312 0,2-6-901 0,5-1-2619 16,-8 1-295-16,12-4 5143 0</inkml:trace>
  <inkml:trace contextRef="#ctx0" brushRef="#br0" timeOffset="159964.907">21263 17567 940 0,'0'0'4560'0,"0"0"-240"16,0 0-2823-16,0 0 271 0,0 0 64 0,0 0-384 15,0 0-528-15,0 0-412 0,0 0-308 0,60 28-200 0,-51-28-248 0,6-3-372 31,6-3-344-31,-2-3-496 0,9-4-1152 16,0 0-433-16,-4 4-5199 0,8-7 7528 0</inkml:trace>
  <inkml:trace contextRef="#ctx0" brushRef="#br0" timeOffset="160253.422">21757 17512 260 0,'0'0'10560'16,"0"0"-8099"-16,0 0-1381 0,0 0-132 0,-39 83 200 15,35-57-216 1,4-4-236-16,0 3-240 0,8-6-212 0,8 4-20 16,-1-4-104-16,6-6-120 0,3-4-60 0,0-6-148 0,3-3-16 0,-3-3-96 15,4-10-100-15,0-2-176 0,-4-7-48 32,0 0 36-32,-4-3-56 0,0-2 72 15,-5 2 176-15,-6 3 212 0,-1 6 204 16,-8 0 156-16,0 4 260 0,0-1 128 0,-8 2-40 0,-8-1-36 0,0 3-220 15,-4-1-96 1,-4 1 20-16,0-1-56 0,1 4-116 0,-5 6-72 16,0 0-180-16,-4 6-160 15,0 7-572-15,0 6-700 0,4-1-2773 16,8-1-2543-16,-4 5 5148 0</inkml:trace>
  <inkml:trace contextRef="#ctx0" brushRef="#br0" timeOffset="161196.152">22662 17351 3648 0,'0'0'1368'0,"0"0"3452"16,0 0-2991-16,0 0-381 0,0 0-268 15,0 0-144-15,0 0-256 0,0 0-88 16,0 0-180-16,0 0-44 0,68-28-156 0,-48 5-116 0,3-5-72 0,-2-1-112 31,3-6-4-31,0 0-8 0,-5 0-72 16,1 3-40-16,-4-2-24 0,0 5-12 16,-4 1-12-16,-3 6-64 0,2 2 148 0,-7 8 72 15,0 2 4-15,-4 4 112 0,0 3 0 16,0-1-12-16,0 4-92 15,4 0 0-15,-4 0 0 0,0 4 4 0,0 5-4 16,5 7-8-16,-5 10 148 0,0 5 24 16,3 10-24-16,-3 4 88 0,4 6 0 15,-4-1 56-15,0 1-8 0,0-1-16 0,-4-1-96 16,1-5-172-16,-2-6-8 16,1-2-100-16,0-9-28 0,4-4-36 15,0-7-272-15,0-7-196 0,0 1-112 0,0-4-232 0,0-3-564 0,0 1-1160 16,-4-4-2133-16,0 0-959 0,-3 0 5004 15</inkml:trace>
  <inkml:trace contextRef="#ctx0" brushRef="#br0" timeOffset="161354.302">22762 17618 3364 0,'0'0'952'0,"0"0"2772"15,0 0-2156-15,0 0-79 0,0 0 87 16,0 0 116-16,88 25-252 0,-64-25-436 15,-1 0-468-15,5 0-300 0,0 0-236 16,-4-3-68-16,-4 0-128 0,3-4-504 16,-6 4-732-16,-1-3-1276 0,-8 6-3645 15,-4-3 293-15</inkml:trace>
  <inkml:trace contextRef="#ctx0" brushRef="#br0" timeOffset="161631.846">22363 17654 3292 0,'0'0'584'0,"0"0"4948"16,0 0-3171-16,0 0-561 0,21 69-644 0,-21-50-324 15,0 0-192-15,0 0-184 16,-4-4-312-16,4-2-144 16,-4-3-64-16,-1-1-48 0,1-2-368 0,0-1-524 0,4-3-528 15,0 3-784-15,0-1-2461 0,0-3-915 16,13-2 4873-16</inkml:trace>
  <inkml:trace contextRef="#ctx0" brushRef="#br0" timeOffset="161872.072">23615 17643 3848 0,'0'0'7357'0,"0"0"-4365"0,0 0-2016 15,0 0-524-15,0 0 228 0,-24 69 468 16,12-50-260-16,-4 1-492 0,0-1-396 0,0 0-36 0,4-3-40 15,-4 0-32 17,4-3-176-32,-4 2-260 0,0-2-140 15,0 4-132-15,1-5-504 0,-2-2-1340 0,2-1-3185 16,6-2-471-16,-3-5 6269 0</inkml:trace>
  <inkml:trace contextRef="#ctx0" brushRef="#br0" timeOffset="162355.8">24204 17459 2128 0,'0'0'636'0,"0"0"5196"0,0 0-3984 15,0 0-547-15,0 0-197 16,64 67 80-16,-56-45-60 15,4 0-232-15,-8 0-112 0,0 0-196 16,0-2-260-16,-4 0-176 0,0-6-36 16,0 2 24-16,-4-6-124 0,-9 2 136 0,6-6-148 15,-9 1-60-15,4-3-348 0,0-4 8 16,-4 0 204-16,4 0 84 16,-3-4 12-16,2-3 48 0,5-1 52 0,-3 2-4 15,-2-8 4-15,2 5-72 0,2-4-52 16,1 0-64-16,1 1 0 0,-1 2 64 0,8-3-108 0,0 1-16 0,0 2-168 31,11 1-164-31,6-4-232 0,-2 4-372 16,9-4-536-16,4 7-621 0,-8 0-2775 15,16 1 2468-15</inkml:trace>
  <inkml:trace contextRef="#ctx0" brushRef="#br0" timeOffset="162531.51">24826 17561 5776 0,'0'0'7149'0,"0"0"-5485"0,0 0-756 16,0 0-48-16,0 0-40 0,0 0-160 0,84 25-140 31,-69-25-240-31,1-3-280 16,5-3-640-16,2-4-304 0,5-3-496 0,0-3-776 0,7 1-2137 0,-10 2-2527 16,14-3 6268-1</inkml:trace>
  <inkml:trace contextRef="#ctx0" brushRef="#br0" timeOffset="162654.725">25834 17586 2632 0,'0'0'11261'0,"0"0"-9781"0,0 0-1092 16,95 19-160-16,-63-16-52 0,4 1 864 0,8-4-880 0,-4 0-160 16,3-10-1504-16,2 0-1548 0,2-2-3429 0,-15-1 154 15</inkml:trace>
  <inkml:trace contextRef="#ctx0" brushRef="#br0" timeOffset="162827.712">27073 17564 4104 0,'0'0'860'16,"0"0"6661"-16,0 0-5697 16,0 0-1080-16,48 63-52 15,-40-47 300-15,3-3 64 0,2-1-116 0,2-1-312 0,6-9-628 0,-2 1-224 16,9-3-672-16,0-5-296 15,0-6-692-15,4 2-820 0,-4-3-1361 0,0-1-1903 16,-8 3 4948-16</inkml:trace>
  <inkml:trace contextRef="#ctx0" brushRef="#br0" timeOffset="163169.87">27583 17586 3864 0,'0'0'576'0,"0"0"4056"0,0 0-2852 16,0 0-811-16,0 0 143 0,0 0 264 0,0 0-176 0,0 0 80 0,44 51-348 0,-40-41-476 0,-1-1-120 16,1 0-92-16,1-2-84 31,-1 0-148-31,4-2-12 0,-1-5 0 0,1 0 0 16,5 0 0-16,7 0-8 0,-1-12-116 15,9-1-8-15,-4-6-116 0,4 0 0 0,-4-7 28 16,0 4-4-16,0-3 0 0,-8 3 100 15,-4 2 28-15,-5 1 96 0,-7 4 200 16,0-1-76-16,-7 0 136 0,-10 3-48 16,-2 3 56-16,-9 1-92 0,-4 3-40 15,-4 3-52-15,1 3 16 0,-2 0-4 16,5 3 4-16,0 3-100 0,9 1-172 0,3 2-260 0,4-3-372 0,4-2-316 16,8-1-404-16,0-3-1004 15,4 0-2461-15,0 0-1723 0</inkml:trace>
  <inkml:trace contextRef="#ctx0" brushRef="#br0" timeOffset="163369.733">28201 17180 992 0,'0'0'7644'0,"0"0"-2275"0,0 0-4625 0,0 0-516 31,28 79 288-31,-24-54 316 0,-4-3 28 0,0 3-424 16,-4 2-360-16,-5-2-76 0,-3 0-4 0,-4 4-148 0,-3-4-192 16,-9 7-56-16,-4-3-164 0,-8 2-256 0,-12 1-516 0,-4 3-1788 15,13-9-4513-15,-33 8 5449 0</inkml:trace>
  <inkml:trace contextRef="#ctx0" brushRef="#br0" timeOffset="164207.221">22870 15989 3208 0,'0'0'168'0,"0"0"5840"0,0 0-4211 15,0 0-769-15,0 0-132 0,8 85-144 0,-5-50 8 16,-3 7-16 0,0 3-180-16,0 2-288 0,-3 3-148 15,-5 2-128-15,-1-1-12 0,1-4-88 0,-3-6 8 0,2-2-156 0,-2-8-356 16,3-5-180-16,0-4-296 0,-4-6-456 31,0-4-977-31,-4-2-3007 0,4-4 2192 0</inkml:trace>
  <inkml:trace contextRef="#ctx0" brushRef="#br0" timeOffset="164389.091">22582 16531 2936 0,'0'0'832'15,"0"0"4512"-15,0 0-3223 0,0 0-785 16,0 0-584-16,0 0 288 0,0 0 160 15,0 0-356-15,49 84-72 16,-34-62-176-16,5-3-188 0,1-3-136 0,-2-4-136 16,5-5-92-16,0-7-44 15,8 0-268-15,0-10 20 0,3-9-284 0,5-6-252 16,1-7-548-16,2-6-1100 0,-4 2-2625 16,-11 9-2907-16</inkml:trace>
  <inkml:trace contextRef="#ctx0" brushRef="#br0" timeOffset="165160.115">22842 15323 3284 0,'0'0'180'0,"0"0"3052"16,0 0-804-16,0 0-980 15,0 0-187-15,0 0-73 0,0 0 148 0,-88-44-260 16,76 44-244-16,-4 2-332 0,0 14-252 15,4 3-36-15,-8 6 0 0,8 11 8 0,-4-2-32 0,8-2 8 16,0 4-100-16,5-11-96 16,3-6-12-16,0-7-88 15,0-3 52-15,7-5-100 0,5-1-100 16,0-3 36-16,4-7-72 0,4-4-216 16,-3-10-144-16,2 2-32 0,1-2 108 15,-1-2 200-15,-6 4 140 0,2 0 64 16,-6 4 100-16,-1-2 64 0,-1 8 88 15,-3 2 180-15,-4 5 236 0,4 2-48 0,-4 0-52 16,0 0-116-16,5 5-40 0,-1 6 108 16,0 3-132-16,3 3 76 0,1 5 36 0,1-3-28 15,6-3-84-15,2 0-224 16,2-6-88-16,5-4-256 0,4-6-256 16,4 0-252-16,4-4-332 0,3-5-644 15,-11 4-2201-15,17-15-3987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5T08:48:05.0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2780 1276 9564 0,'0'0'5669'0,"0"0"-4633"0,0 0-524 16,0 0 84-16,-95-35 356 0,67 32-40 15,-4 0-276-15,0 0-156 0,0 3 32 16,0 0-124-16,1 9-120 0,-1 1-72 0,0 9-3 15,0 3-97-15,-4 10-44 0,4 6-52 16,-3 9-4-16,3 11 4 0,4 2 0 16,4 7 0-16,4 6-40 0,8-1 32 15,12 2-16-15,0-2 24 16,4-5 12-16,16-3 500 0,-1-10-236 16,9-10-276-16,4-9-12 0,4-7-84 0,8-5 48 15,4-7 48-15,0-4 0 0,8-5 0 0,0-7-4 16,4 0-56-1,-5-9 0-15,-3-8-4 0,0-1-248 0,-5-8-297 0,-3-6 145 16,-4-3-524-16,3-3-1000 0,-6-3-888 16,-14 10-1909-16,9-24-2479 0</inkml:trace>
  <inkml:trace contextRef="#ctx0" brushRef="#br0" timeOffset="261.35">3211 832 744 0,'0'0'11381'0,"0"0"-10665"16,0 0-460-16,0 0 72 0,0 0 840 0,0 0 292 0,0 0-504 16,16 95-384-16,-8-48-52 0,-1 11 72 0,2 12-188 15,-1 9-280-15,-4 3-124 0,3 10 36 16,1 1-36-16,-3 3-4 0,3-5-68 15,-1-9-88-15,1-5-12 0,5-14 0 16,-6-9-40-16,5-9 16 16,-3-13-212-16,2-11-300 15,1-4-308-15,0-11-1608 0,4-6-4089 0</inkml:trace>
  <inkml:trace contextRef="#ctx0" brushRef="#br0" timeOffset="642.414">3860 1676 4136 0,'0'0'10909'16,"0"0"-8901"-16,0 0-1572 0,0 0 12 15,0 0 732-15,-92 32 280 16,73-26-536-16,3 4-267 0,0-1-317 0,4 4-88 16,-4 3-44-16,8 3-160 0,-4 9-48 0,4 4-52 15,0 3 52-15,5 3 96 0,3 0-36 0,0-6-16 0,3-3-44 31,5-4-48-31,0-12-12 0,4-1-60 16,-4-5-64-16,8-4 52 0,0-3-76 0,8-6-32 0,-1-10-16 16,5-9-61-1,0-7-71-15,0-6-64 0,-7-4-108 0,3 1-28 0,-9 0 0 0,5 0 304 16,-8 6 100 0,-1 3 132-16,-2 10 52 0,-5 5 40 15,0 11 108-15,0 3 172 0,-4 3 256 0,4 0-148 16,-4 3-96-16,3 7-164 0,6 3 236 15,-1 5 180-15,0 6 25 16,-1 1-65-16,2-3-156 16,3 0-316-16,-5-3-72 0,2-3-156 0,-1-4-160 0,3-5-388 15,-3-4-37-15,8-3-139 0,-4-10-860 16,1 1-2816-16,2-21-4077 0</inkml:trace>
  <inkml:trace contextRef="#ctx0" brushRef="#br0" timeOffset="798.254">4438 1596 6156 0,'0'0'8801'16,"0"0"-6853"-16,0 0-1564 0,0 77 64 16,-8-48 1316-16,0-4-68 15,4-3-603-15,-4 0-681 0,0-2-412 16,1-4-24-16,-2-2-268 0,1 3-461 0,0-4-547 16,1-7-1048-16,3-3-3168 0,-9-9-5765 15</inkml:trace>
  <inkml:trace contextRef="#ctx0" brushRef="#br0" timeOffset="958.863">4462 1283 7384 0,'0'0'8453'0,"0"0"-7661"0,0 0-316 0,0 0 256 0,0 0-732 16,0 0 0-16,0 0-436 0,0 0 116 15,0 0-256-15,0 0-720 16,75 37-1180-16,-62-20-3269 0</inkml:trace>
  <inkml:trace contextRef="#ctx0" brushRef="#br0" timeOffset="1267.291">4673 1667 1772 0,'0'0'11689'16,"8"63"-9085"-16,-8-35-2000 0,0 2-220 15,4 1 472-15,0-2 180 0,-4-10-324 0,4-3-232 16,-4-10-140-16,3 0-192 16,2-6-4-16,3 0-144 0,4 0-24 0,0-3 16 15,4 0-52 1,0-6-36-16,3 2-88 0,2 1-12 0,-5-1-48 15,-1 4 60-15,-3 0 12 0,1 3 12 16,-6 0 60-16,1 3 100 0,-4 3 148 16,1-2 32-16,-5 2-44 0,4 1-12 0,-4-4-100 15,0-3-24-15,0 0-124 16,3 0-48-16,1 0-280 0,8-7 180 16,0-6 40-16,8-2-200 0,0-1-64 0,4-3 176 15,4 2 144-15,-4 2-48 0,-1 5 224 16,5 1 264-16,-7 5 192 0,-2 2-132 15,1 2 56-15,-3 2 128 0,-6 5-4 0,5 5 204 16,-4 2-316-16,-8 2-388 0,0 5-4 16,-4-1-172-16,0 5-232 15,-8 0-612-15,-4 1-208 0,-4-1-788 16,1-5-1948-16,-18 13-1537 0</inkml:trace>
  <inkml:trace contextRef="#ctx0" brushRef="#br0" timeOffset="1604.147">2215 3137 10272 0,'0'0'7245'16,"0"0"-5885"-16,0 0-1088 0,0 0 352 0,0 0 828 15,0 0-795-15,0 0-449 0,0 0-4 16,88-26 112-16,-37 13 156 0,12 1-244 0,14 2-216 15,7-2-12-15,11 2-12 16,16 1 12-16,13-4-36 16,12 0 36-16,11 1 220 0,0-1-120 15,4 1-100-15,-3-1 0 0,0 0 0 16,-5 1-108-16,-4 1 20 0,5 5 80 16,-5 2-64-16,-3 2-132 0,-1-2-208 15,-11 4 108-15,-8 0-72 0,-17 0 35 0,-11 0 1 0,-17 6-120 0,-7 1 104 16,-12 0 4-16,-13 0-384 15,-11 1-212-15,-7 3-712 16,-10-5-1136-16,-11-4-3105 0</inkml:trace>
  <inkml:trace contextRef="#ctx0" brushRef="#br0" timeOffset="2370.574">6908 1009 5004 0,'0'0'7629'0,"0"0"-5937"0,0 0-356 16,0 0 268-16,0 0-340 0,36 74-136 0,-3-65-124 15,14 4-300-15,13-7-215 16,15 0-89-16,9-6-108 0,4-3-28 0,3-6-32 15,-3-4 8-15,-4 0-96 0,-5 0-144 16,-6 1-12-16,-15-1-64 16,-2 4-20-16,-7-2-24 0,-10 9-12 0,-7-1-40 15,-12 3-56-15,-8 0-52 16,-8 16-84-16,-4 3 135 0,-12 13 221 0,-12 9-4 0,-8 12-48 16,-7 5 8-16,-6 5 52 0,-6 8 8 15,-5 1 4-15,-4 7 124 0,-7 3-52 16,-1 5 1-16,3-2-25 0,2-2 40 15,3-7-52-15,13-13-40 16,7-8 4-16,8-8-12 0,12-12 0 0,9-5-48 16,11-12-124-16,0-3 3 0,15-2 169 15,13-3 24-15,11-1 281 0,10-2 43 0,7-1 4 0,4-2-72 16,3-4-64-16,1 0-68 16,0-4-28-16,-5 1 0 15,-3-3-76-15,-5 0-44 0,-2-1-12 0,-6 1-60 16,-3 0-60-16,-7-5-196 0,-2 6-312 15,1-2-225-15,-5-3-59 0,-3 1-544 16,0-7-1404-16,-3 4-3057 0,-10-20-4363 0</inkml:trace>
  <inkml:trace contextRef="#ctx0" brushRef="#br0" timeOffset="2600.161">8231 1213 7008 0,'0'0'6725'0,"0"0"-5473"0,0 0-696 0,-28 70-16 16,9-36 448-16,-2 7 328 0,-7 3-236 0,-4 8-428 15,-3 5-324 1,-1 3-48-16,-8 7-180 0,0 6-52 0,-4 0-44 0,1 6-4 16,-5-5-48-16,4-4 44 15,4-7-84-15,4-9-20 0,9-13 20 16,6-12-228-16,5-10-416 0,9-6-328 0,7-13-628 15,4 0-2144-15,0-19-3017 16</inkml:trace>
  <inkml:trace contextRef="#ctx0" brushRef="#br0" timeOffset="2826.754">8844 1162 10436 0,'0'0'7077'15,"0"0"-6025"-15,81 15-720 0,-42-11-100 16,6 3 140-16,-6-5 128 0,-3-2 196 16,-1 0-184-16,-3 0-220 0,0-9-172 0,-4-3-120 15,0-2-160-15,-8 3-644 0,0-3-344 0,-8 4-604 0,-4 1-2728 0,-8 6-3481 16</inkml:trace>
  <inkml:trace contextRef="#ctx0" brushRef="#br0" timeOffset="3066.975">8928 1492 6976 0,'0'0'7717'0,"0"0"-6597"15,-20 89-832-15,16-54 140 0,-3 9 828 16,3-2 16-16,-5 2-244 0,5 1-332 15,0-1-304-15,0 1-112 0,4-4-24 0,0 1-51 16,0-9 3-16,4-1-40 16,0-3-8-16,5-6 92 0,2-5 244 0,6 1-204 15,-6 1-240-15,10-5-52 0,2-2-8 16,1-1-152-16,0 2-68 0,4-9-88 0,0-1-20 16,8-4-88-16,-1 0-113 15,9-4-23-15,4-4-36 0,0-6-628 16,3-4-756-16,-15-1-1888 0,12-13-3021 0</inkml:trace>
  <inkml:trace contextRef="#ctx0" brushRef="#br0" timeOffset="3337.147">9916 1117 14673 0,'0'0'3896'0,"0"0"-3516"15,0 71-376-15,-11-27 4 0,-2 13 168 0,-6 9 488 0,-1 7 620 16,-1 7-387-16,-3 6-253 16,1 5-196-16,-1 5-244 0,4-1-144 15,-3 0-52-15,6-6-8 0,1-16-44 16,4-15-52-16,5-21-72 0,3-14-112 16,4-11-60-16,0-12-301 0,4-12-223 0,3-13 216 0,5-13-380 15,4-17-788-15,1-8-1196 16,-6 9-2757-16,1-35-2831 15</inkml:trace>
  <inkml:trace contextRef="#ctx0" brushRef="#br0" timeOffset="3567.669">9980 1355 4876 0,'0'0'8121'15,"0"0"-6721"1,0 0-808-16,48 83 0 0,-32-42 516 16,0 10 136-16,0 3 60 0,0 6-176 15,-1 4-252-15,2 2-292 0,-2 1-219 0,2 3-185 16,-6-7-128-16,-3-5-52 0,1-10-84 15,-2-14-12-15,1-9 0 0,-4-8 24 0,-4-8-16 16,4-5-57-16,-4-2-63 16,0-2-72-16,0-2 0 0,-4-9 40 15,-4-1-188-15,-3-7 0 0,-6-6-124 16,2-1-100-16,-9-2-236 0,-4-1-328 16,0-2-520-16,-4-5-120 0,-8 1-260 0,0 1-845 15,4 2-2783-15,8 9 5392 0,5 2-1384 16</inkml:trace>
  <inkml:trace contextRef="#ctx0" brushRef="#br0" timeOffset="3695.783">9836 1788 2784 0,'0'0'208'16,"0"0"8241"-16,0 0-5449 0,0 0-980 0,0 0-580 0,0 0-292 16,0 0 16-16,92 38-20 15,-68-38-63-15,4 0-305 0,-4-7-316 16,4-3-244-16,0-8-216 0,0-2-192 0,-1-5-256 0,-3-4-216 16,0 1-125-16,1-4-27 0,-1 1-428 15,-1-1-1296-15,-3 7-2228 16,4-14-3573-16</inkml:trace>
  <inkml:trace contextRef="#ctx0" brushRef="#br0" timeOffset="4038.153">10637 1254 6948 0,'0'0'9181'0,"0"0"-7705"16,0 0-932-16,0 0 284 0,0 0 200 15,0 0-248-15,0 0-48 0,76 13-147 0,-60-23-273 16,4-3-224-16,4-3-88 0,0-3-352 15,3 0-1-15,1 0 61 0,0 6 84 16,0 4 52-16,0-1-16 0,-7 10 52 0,-2 0 68 0,1 5 52 31,-8 3 136-31,0 9 24 0,-4 4-16 0,0 10 64 0,-4 5-100 16,0 5-36-16,0 7-68 16,0 2-4-16,0 8 4 0,4 2 4 0,-4 3 104 15,-1 4 57-15,2 0-9 0,-1-4 20 16,0-2 16-16,-4-7 104 0,4-6-92 15,-4-4-88-15,0-9-36 0,0-3-80 16,0-7 0-16,-4-6-4 0,-4 0-60 16,-8-3-144-16,-4-4-148 0,-12-2-268 15,-12-1-269-15,-12-2-35 0,-7-3-416 16,-16-4-1016-16,14 0-1948 0,-46-4-2789 0</inkml:trace>
  <inkml:trace contextRef="#ctx0" brushRef="#br0" timeOffset="4666.744">8908 1165 3068 0,'0'0'536'0,"0"0"3776"0,0 0-2408 15,0 0-651-15,0 0-149 0,0 0 112 0,0 0-60 16,0 0-136-16,0 0-164 16,0 0-132-16,4 19-116 15,-4-13-148-15,0 0-56 0,0 7-44 0,0-3-80 0,0 3-20 0,5 3-76 16,-5-1-16-16,0 1 16 15,0 7-48-15,0-1-40 0,0 3-20 16,0 0-76-16,0 3-8 16,0 8-68-16,-5-1-92 0,1 3 8 0,0 0-72 0,0 4-112 15,1 2-260-15,-1-3-372 0,0 3-352 16,4 1-740-16,-5-3-728 16,1-1-1733-16,4-9-1987 0,-4 9 6296 0</inkml:trace>
  <inkml:trace contextRef="#ctx0" brushRef="#br0" timeOffset="29858.428">13032 1602 9804 0,'0'0'864'0,"0"0"1089"0,0 0-1149 0,0 0 240 0,0 93 204 16,0-64-44-16,0 3-184 0,-4 0-304 16,4-1-200-16,-4-2-212 15,0-1-132-15,4-6-92 0,-3 1-80 0,-1-7-124 16,4-4 0-16,-5-5-8 0,5-5-16 15,0 3-196-15,-4-5-448 0,0 0-284 0,-4 0-344 0,-4-5-2452 16,-7-9-2893-16</inkml:trace>
  <inkml:trace contextRef="#ctx0" brushRef="#br0" timeOffset="30016.441">12665 1324 13921 0,'0'0'1844'16,"0"0"-1516"-16,0 0 364 0,0 0 104 0,0 0-252 16,84-22-484-16,-60 15-60 0,4 1-208 15,4 0-152-15,4 6-572 0,-8-4-1044 16,15 4-3137-16</inkml:trace>
  <inkml:trace contextRef="#ctx0" brushRef="#br0" timeOffset="30338.427">13570 1358 8976 0,'0'0'2697'0,"0"0"-1237"0,0 0-264 16,-59 77 480-16,38-55-28 0,-3 0-312 15,5-3-504-15,3-6-380 16,8 0-208-16,0-4-108 0,3-3-100 0,5 1-36 16,0-4-160-16,9 6 4 0,10 2 148 15,5-3-4-15,4 3-40 16,0 1-8-16,4-3-24 0,0 3 20 0,-4 2 60 0,-4-1-44 15,-1-1 48-15,-2 7 160 0,-1-3 340 0,-5 6-60 16,-6 0-148-16,2-3-184 16,-7 4-36-16,-4-4-12 0,0 0 40 15,0 0-3-15,-11-3-37 0,-2 3-60 16,-2-3-84-16,-5-3-89 16,-5 2-155-16,-3-2-48 0,1-4-136 0,-1 4-208 15,-8-2-240-15,4-5-596 0,-4-1-904 0,8-2-2249 16,-15-3-2555-16</inkml:trace>
  <inkml:trace contextRef="#ctx0" brushRef="#br0" timeOffset="31033.234">15459 1607 6856 0,'0'0'2504'0,"0"0"-1588"0,0 0 93 15,0 0-909-15,0 0 1324 0,0 0-24 16,0 0-72-16,0 0-324 16,0 0-168-16,0 0-44 0,0 0-4 15,-64-63-256-15,51 63-216 0,2 5-72 0,-1 8-72 16,-4 2-60-16,0 10 32 16,0 8 40-16,4 5-40 0,0 6-8 0,4 1-136 15,4 0 4-15,0-8-4 0,4-1 140 16,0-14-140-16,0-3-52 15,0-7-8-15,8-8 56 0,0-2-192 16,8-2 100-16,0-6 96 0,4-6-160 0,0-4-96 16,3-9 36-16,2-1 36 0,-5-7-12 15,0 6-72-15,-1-2-16 0,-2 3-20 0,-2 4 56 16,-2 7 76-16,-6 5-28 16,1 7-120-16,0 3 208 0,1 0 112 0,-2 9 308 15,1 7 40-15,0 0 20 0,0 3-108 16,0 3-16-16,0-2-72 0,-4 2-36 15,4-3 48-15,-4 0-88 0,4-3-96 0,-4 0-92 16,4-4-32-16,-5 1-8 0,6-4-92 16,3 1-132-16,-5 0-344 0,10-3-292 15,-2-2-572-15,2 2-1008 16,-2 0-1785-16,9-5-1215 0</inkml:trace>
  <inkml:trace contextRef="#ctx0" brushRef="#br0" timeOffset="32000.89">16518 1657 5380 0,'0'0'5148'0,"0"0"-3515"0,0 0-621 0,0 0-48 16,0 0 464-16,96 19-148 0,-68-16-320 0,0 3-368 15,0-6-248-15,0 4-148 16,0-4-60-16,3 0-132 0,-3-10-4 0,4 4-100 15,-4-10-72-15,0 0-200 0,0-4-444 16,-5 1-192-16,-2-2-588 16,-10 2-1372-16,2-6-3729 0</inkml:trace>
  <inkml:trace contextRef="#ctx0" brushRef="#br0" timeOffset="32289.073">16809 1181 808 0,'0'0'7100'0,"0"0"-4652"0,0 0-735 0,0 0-345 16,0 0-240-16,0 0-244 16,0 0-116-16,0 0-180 0,-31 89-52 0,31-48-40 0,0 6-128 15,0 11-44-15,0 5-188 16,4 10-88-16,-1 7-40 0,-3 5-8 0,4 5 4 16,-4 1-4-16,0 2 60 0,-7-4 52 15,-1-6-108-15,-5-1 0 16,2-10 96-16,-2-5-28 0,-2-6 40 0,3-11-104 0,0-6 40 15,4-8-40-15,0-8-8 0,4-10-48 16,-1-4-88-16,5-11-36 16,0-3 24-16,0 0-432 0,0-12-40 0,5-11-136 0,-1-11-300 31,0-14-484-31,-4 6-1128 0,4-34-3533 0</inkml:trace>
  <inkml:trace contextRef="#ctx0" brushRef="#br0" timeOffset="32586.601">17188 1558 7596 0,'0'0'1816'0,"0"0"-500"0,0 0 409 16,0 0 59-16,0 0-396 0,88 86-260 16,-77-60-392-16,-2 6-216 0,-5 3-136 0,-4 5-176 15,0 2-96-15,0 2-100 16,-13 1-12-16,5-4-100 0,-3-6-36 0,-2-3 64 15,6-10 72-15,-1-9 148 0,4-7-24 16,4-3 120-16,-4-3 64 0,4 0-12 0,0-6 44 16,0-7 4-16,0-7-344 0,4-5-4 15,4-8 0-15,3-6-4 0,2-2-40 16,-2-1-112-16,10 3 48 16,-10 6-68-16,9 3-92 0,-8 2-108 15,8 6-172-15,-4 0-416 0,-4 6-252 0,4 6-708 0,0 4-996 16,-8 3-1701-1,3 3-375-15</inkml:trace>
  <inkml:trace contextRef="#ctx0" brushRef="#br0" timeOffset="32908.095">17534 1828 5652 0,'0'0'5132'0,"0"0"-3859"0,0 0-389 0,0 0 820 16,45 83-220-16,-38-70-308 0,5-4-368 15,0-5-364-15,4-2-160 0,4-2-76 16,4-6 0-16,0-10-36 0,3-6-172 15,5-6-120-15,5-4-296 0,-1-7-372 0,-5-1-144 16,1 4-80-16,-8 1-108 0,-1 4-440 16,-6 5-344-16,-6 7 175 0,-7 1 149 15,-4 4 124-15,-4 8 192 16,-3 4 824-16,-9 2 440 0,4 2 1432 16,-9 15-848-16,6 2 196 0,-1 9 412 15,-4 4 180-15,4 3 197 0,4 7-173 0,-4-5-40 0,8 1-100 16,1-3-276-16,-1-9-184 15,8-4-352-15,0-10-272 0,0-5-48 16,4-4 184-16,7-3-76 0,6 0-24 0,2-7-108 16,5-2-100-16,8-10-272 0,4-3-216 0,4-4-56 15,0 1-388 1,-1-3-696-16,-11 9-2292 0,12-11-3205 0</inkml:trace>
  <inkml:trace contextRef="#ctx0" brushRef="#br0" timeOffset="33291.066">18264 1670 8520 0,'0'0'1864'0,"0"0"-1243"0,0 0-209 16,0 0 692-16,0 0 436 16,0 0-424-16,16 69-324 0,-4-64-176 15,3-3-192-15,1 1-100 0,5 0-76 0,2-3-88 0,1 0-148 16,4-3 76-16,-4-2-88 15,4-9-52-15,-4 4-84 0,-1-5-60 16,-2-1 20-16,-6-3-132 0,-2 0-144 16,-6 3 216-16,1 0 236 0,-8 4 96 0,0-1 40 0,-12 0 116 15,1 3-16-15,-9 1 100 16,-5-1 12-16,1 4-240 16,-8 4 44-16,1 2-140 0,3 0 36 15,1 8 100-15,-1 5-36 0,7 6 0 0,1 4-52 16,5 2 40-16,-2 6 96 0,6 4 148 0,3 0 256 15,-1 1-220-15,5-3-232 0,1 0-36 0,3-5-40 16,0-2-8-16,7-7-64 0,6-3-132 16,-2-3-200-16,10-6 0 15,-2-2-8-15,9-2-128 0,0-3-236 0,4-3-300 16,3-9-712 0,-7 2-2192-16,21-9-2597 0</inkml:trace>
  <inkml:trace contextRef="#ctx0" brushRef="#br0" timeOffset="33915.616">20168 1577 2752 0,'0'0'7188'0,"0"0"-6400"0,0 0-555 16,0 0 439-16,-24-66 696 0,9 60-96 16,2 3-60-16,-2 3-56 0,-2 3-344 0,2 9-304 15,-2 8-52-15,2 8-76 16,-1 9 4-16,8 12 132 0,-5 8 240 0,9-3-160 15,-3 3-204-15,3-9-164 0,4-13-116 16,0-10-112-16,0-8-44 0,4-9 32 0,7-8-328 16,10-3-28-16,3-13 64 0,8-9-60 15,7-13-248-15,-3-11-284 0,4 2-192 16,-8-7-20-16,0 7 80 0,-4 0 56 16,-9 9-108-16,2 2 216 15,-6 11-280-15,-6 6 243 0,-2 9 593 0,1 10 308 16,-4 7 605-16,0 12 667 0,-4 6 8 15,0 10-12-15,0 2-236 0,0 9-104 0,0-2 156 16,0 3 60-16,0-3-356 0,0-5-312 16,0-10-476-16,5-10-136 0,2-6-500 15,5-13-160-15,4-7 188 16,4-12-172-16,4-13-748 0,-4 7-2564 0,8-36-4569 0</inkml:trace>
  <inkml:trace contextRef="#ctx0" brushRef="#br0" timeOffset="34277.836">20853 825 12117 0,'0'0'2412'0,"-4"80"-712"0,-3-36 328 0,-6 16-368 16,-2 10-612-16,-6 3-512 0,6 3-328 15,-5-2-156-15,8-5-52 16,3-5-184-16,6-10-96 0,3-10 0 0,0-12 124 15,3-9 148-15,10-11 8 0,-5-3-184 16,3-5-84-16,6-4-40 0,-2 0 64 16,9-4 124-16,0-3 68 0,4 5-20 0,0 2-24 0,0 0-16 15,0 7 112-15,-5 5 108 16,5 7 48-16,-3 0 28 16,-5 3-48-16,-5 4-16 0,-2-4 88 0,-5 3-12 15,-5 0 0-15,-3-2-88 0,0-2 76 16,-3-1-60-16,-5-4 128 15,-9 0-44-15,-3-6-48 0,-3-1-160 0,-1-3-124 0,-4-2 4 16,4-1-52-16,-4-3-44 0,5 0-176 16,-1-3-84-16,-1-7-112 0,1-2-344 0,0-5-404 0,5-5-1096 31,6 7-2149-31,-2-20-1891 0</inkml:trace>
  <inkml:trace contextRef="#ctx0" brushRef="#br0" timeOffset="34597.01">21268 1702 13817 0,'0'0'2044'16,"0"0"-1500"-16,0 0-8 0,0 0 852 15,0 0-256-15,0 0-408 0,92 42-284 0,-73-56-136 0,5-5-304 16,4-7-12 0,0-2-356-16,-4-1-132 15,-1-3-60-15,-2 5 28 0,-6 2-44 0,-10 1 56 16,-5 2 124-16,-5 3-16 0,-6 7-148 15,-10 2 324-15,2 7 236 0,-5 3 272 16,4 9-132-16,-3 11 8 0,-2 8 76 0,1 7 64 16,4 10 96-16,1 2 60 0,-2 4 0 15,1 6-60-15,1-3-80 16,2 0-68-16,6-3-80 0,3-10 52 16,8-6 52-16,0-14-224 0,8-7-36 15,12-9-232-15,-1-5-76 0,13-2 308 0,0-15-144 16,4-4-188-16,4-11-632 0,0-3 12 15,8-9 356-15,-8-5-676 0,3-1-3040 0,-11 12 1663 0,9-28-5455 16</inkml:trace>
  <inkml:trace contextRef="#ctx0" brushRef="#br0" timeOffset="34820.181">21798 920 10556 0,'0'0'1929'0,"0"0"-1137"15,8 70 732-15,-5-32-36 0,-3 17 104 16,4 1-148-16,-4 12-368 0,0 4-284 0,-4 7-208 16,-7 4-135-16,-2 6-133 15,-2 2-160-15,-2 2-156 0,6-7 0 0,-1-10-60 16,4-13-48-16,4-14-392 0,4-16-193 16,4-10-183-16,8-16-104 0,7-7-460 15,6-7-12-15,-1-16-992 0,0 4-1625 16,4-20-2379-16</inkml:trace>
  <inkml:trace contextRef="#ctx0" brushRef="#br0" timeOffset="34966.78">22109 1702 5548 0,'0'0'7201'0,"0"0"-6013"0,7 82-936 0,-7-45 40 16,-4 5 980-16,1 0 556 16,-1-8-88-16,0-2-836 0,-1-12-804 15,1-4-100-15,4-10-208 0,0-3-172 0,-4-3-224 16,0-7-416-16,1-6-1040 0,-1 1-2204 0,-9-16-2237 0</inkml:trace>
  <inkml:trace contextRef="#ctx0" brushRef="#br0" timeOffset="35116.119">21837 1498 11609 0,'0'0'2504'15,"0"0"-1856"-15,0 0-108 0,0 0 88 16,81 10 240-16,-53-7-160 0,-1 3-88 0,-3 1-448 15,4-1-172-15,-4 3-332 0,0 4-688 16,-9-3-1204-16,13 16-3477 0</inkml:trace>
  <inkml:trace contextRef="#ctx0" brushRef="#br0" timeOffset="35877.806">22742 1641 9276 0,'0'0'5345'0,"0"0"-4301"15,0 0-540-15,0 0-40 16,0 0 320-16,0 0 196 0,-80-20-340 0,64 37-296 16,-3 5-148-16,2 7 48 0,2 6 220 0,-2 6 220 15,6 1-256-15,2-1-152 16,5-6-164-16,4-7-112 0,0-9-12 0,0-5-196 15,4-6 40-15,9-8-64 0,2 0-12 0,5-3 0 16,8-13-12 0,4-6-148-16,0-6-120 0,0-4-68 0,-4 2-24 0,0 3 208 15,-8 4 136-15,-1 8 124 16,-2 3 12-16,-9 7-16 16,3 5 152-16,-7 5 0 0,1 7 448 0,-1 3 108 15,-4 8-12-15,0-1-100 0,0 3-100 0,0 1 8 16,-9-1-32-16,5-6-28 0,0-3-172 15,4-4-120-15,-4-5-124 0,4-4-96 0,0-3-72 16,0 0-420-16,0-3-224 0,8-6-564 16,-4-4-1184-16,5 0-2093 15,2-13-1719-15</inkml:trace>
  <inkml:trace contextRef="#ctx0" brushRef="#br0" timeOffset="36148.776">23112 1756 11193 0,'0'0'2244'15,"0"0"-1484"-15,0 0 200 0,13 88 500 0,-13-59 116 0,-8-4-88 16,-1 1-460-16,5-6-456 0,-3-8-232 0,7-5-168 16,-4-5-168-1,4-2-4-15,4 0-100 0,3-9-152 16,6-8 32-16,2-5 72 0,6-3-44 16,-2 0-76-16,1-4 36 0,4 4-36 15,-4 6 8-15,0-1 52 0,0 11 12 0,-1 2 112 16,-6 5 84-16,2 2 24 0,-2 0 272 15,-5 6-116-15,-1 3-116 0,1 1 68 16,-3 5-80-16,-1 2 32 0,0 2-36 0,-4 3-48 16,3 0-104-16,1 0-376 0,4 4-588 0,1-1-892 31,-2-5-2940-31,5 7-5449 0</inkml:trace>
  <inkml:trace contextRef="#ctx0" brushRef="#br0" timeOffset="36667.674">24659 1781 3436 0,'0'0'7605'0,"-77"47"-5301"0,46-18-892 16,-1 3-432-16,-4 6 400 15,12 0-104-15,5-7-416 0,10-1-416 0,5-8-444 0,4-7-28 16,4-8-228-16,9-4-112 0,6-3 276 16,9-10 92-16,4-9 124 0,3-9-52 15,2-7-72-15,-1 0-76 16,3-6 64-16,-7 6-60 0,-4 0-16 15,-4 9 4-15,0 11-28 0,-8 5-112 16,-5 10-132-16,6 4 36 0,-6 15 320 0,2 6 196 16,-2 10 0-16,2 6 40 0,-1 9-12 15,-5 1 108-15,6 7-76 0,-2 2-96 0,-3 1-24 16,0 2 12-16,-3 0 84 16,-5 4-76-16,0 0 76 0,-9-4-48 15,-6-3 60-15,-2-3 112 0,-2-6 264 16,-1-6-255-16,-5-11-137 0,1-4-80 15,1-11-16-15,-5-7-12 16,-4-5-48-16,-3-7-72 0,-2-5 0 0,-3-6-108 0,-3-11-48 16,7-8-52-16,-4-4 28 0,8-11-113 15,0-6-71-15,8-8-356 0,1-8-72 16,6-3-188-16,6 1-568 0,2-2-768 16,5 24-2293-16,8-21-1783 0</inkml:trace>
  <inkml:trace contextRef="#ctx0" brushRef="#br0" timeOffset="36982.083">25168 1546 6776 0,'0'0'5581'0,"0"0"-4749"15,0 0-652-15,32 70 264 0,-16-42 1088 16,4 4-388-16,0 6-484 0,0 4-348 0,3-2-64 15,-6 5 12-15,-1-1-76 16,-12 8-60-16,0-1-64 0,-4-1 4 0,-13 4-52 16,-2-2-12-16,-5-5 0 0,4-6 72 0,0-13 116 15,4-6 228-15,5-9 224 0,2-4-236 0,5-9-148 16,0 0 0-16,0-6 24 0,5-6-36 16,2-11-244-1,5-8-48-15,4-10 44 0,0-6 4 0,0-12-112 16,3 2-68-16,5 3-164 0,-3 1-108 15,3 2-24-15,-1 2-164 0,5 5-308 16,-4 4-484-16,0 1-948 0,-3 14-2113 0,2-7-3215 16</inkml:trace>
  <inkml:trace contextRef="#ctx0" brushRef="#br0" timeOffset="37452.146">25682 1813 14161 0,'0'0'2744'0,"0"0"-2296"15,0 0-112-15,0 0 404 0,-35 82 440 0,26-47-276 16,-3 4-404-16,1-6-196 0,7 0-24 16,4-8-72-16,0-3-111 0,4-9-97 0,7-3-205 0,1-4 37 15,8-6-100-15,1-3 36 0,3-13 0 32,3-3-36-32,1-6-24 0,4-4-88 0,-4-6-12 0,0 3 36 15,-1 1 52-15,-6-1 80 16,-6 6 64-16,2 1 36 0,-14 3 124 0,1 0 48 15,-4 2 224-15,-4 8 172 16,-7 2-64-16,-2 2 0 0,-2 8-48 0,2 0-28 16,-6 5-84-16,-1 8-100 0,-4 9-44 0,0 3 44 15,0 4 136-15,4-4-84 16,0 1-172-16,8-4-128 0,1-3-444 16,2-5-232-16,5-6-240 0,4-4-500 15,0-4-1196-15,8 0-1425 0,8-19-483 16</inkml:trace>
  <inkml:trace contextRef="#ctx0" brushRef="#br0" timeOffset="37751.53">26061 1762 13001 0,'0'0'2636'0,"0"0"-1968"16,0 70-156-16,-4-45 892 0,0 7 548 0,0-4-444 15,0-8-691-15,4-5-541 0,0-4-276 0,0-5-72 16,8-6 60-16,4 0-180 0,4 0-28 0,3-11 28 15,5-3-89-15,4-9-207 0,-4 0-48 16,1-2 12-16,-1 0 24 0,-5 3-28 16,1 3 112-16,-8 3 68 0,0 6 88 15,-4 3 140-15,-8 7 120 0,4 0 272 0,-4 10 316 16,0 6 112-16,0 5-88 0,0 6-64 0,0 1 28 16,0 1 17-16,0-1-241 15,0-3-132-15,0 1-108 0,0-8-112 16,0-1-120-16,0-8-304 0,0-2-489 15,0-4-63-15,4-3-88 0,4-6-1352 16,0-5-3348 0,4-8-4325-16</inkml:trace>
  <inkml:trace contextRef="#ctx0" brushRef="#br0" timeOffset="37948.824">26754 1857 6584 0,'0'0'8597'16,"0"67"-8033"-16,-8-28-264 15,0 7 20-15,-4 8 1396 0,0 4 188 0,0-2-344 16,1 8-891-16,-2-3-293 0,2 2-60 0,-2 0-16 16,1-2-180-16,-3-1-120 0,3-6-68 15,4-9-160-15,4-7-184 16,0-13-24-16,4-6-1 0,0-10-87 16,0-4-268-16,4-5-88 0,0-17-152 0,4-6-196 15,-5-11-284-15,6-10-256 0,-5-11-624 0,0 11-1821 0,0-35-1151 16</inkml:trace>
  <inkml:trace contextRef="#ctx0" brushRef="#br0" timeOffset="38158.868">26762 1596 11597 0,'0'0'1676'0,"0"0"-1304"16,0 0 172-16,0 0 492 0,0 0-244 0,92-41-324 16,-72 38-20-16,3 0 48 15,1 3-72-15,0 0-152 0,-3 6-148 16,-2 8-28-16,-3 1 52 0,-4 3 100 0,-8 12 220 15,-4-2-136-15,0 10-136 16,-16 3-64-16,-4 8 16 0,-12 1-48 0,-3 1-96 16,-10 4-4-16,-2-5 0 0,-1 0-52 15,0-9-56-15,4-2-88 16,8-5-232-16,8-11-324 0,9-4-224 16,7-10-460-16,4-2-1420 0,8-7-3801 0</inkml:trace>
  <inkml:trace contextRef="#ctx0" brushRef="#br0" timeOffset="38325.583">27655 2152 7776 0,'0'0'10229'16,"0"0"-8261"-16,0 0-1356 16,0 0-600-16,0 0-12 0,0 0-268 0,0 0-176 15,-84-8-436-15,60 3-1064 0,-24-1-3496 0</inkml:trace>
  <inkml:trace contextRef="#ctx0" brushRef="#br0" timeOffset="42802.839">5892 4848 4384 0,'0'0'1604'0,"0"0"2644"0,0 0-2999 0,52-76-185 16,-44 63 376-16,0 3-24 0,-4 8 116 15,-4-3-204-15,0 5-172 0,0 0-276 0,0 0-340 16,-4 7 56-16,0 3 157 0,0 6 155 16,-4 6-12-16,-3 7-308 15,-6 12-176-15,-3 6-40 0,-7 11-264 0,-1 12-108 16,-9 9-8-16,1 10 8 15,-3 6-12-15,-1 7-132 0,0-4-60 16,4 0-12-16,0-3-100 0,5-5 64 0,-1-11 36 16,11-15-16-16,6-14 64 0,2-15-12 15,10-12 32-15,-1-11-32 16,4-9-208-16,0-3-825 0,0-3 117 0,0-9 168 0,7-11-424 0,2-15-600 0,3-9-412 31,0 5-1829-31,8-40-1475 0</inkml:trace>
  <inkml:trace contextRef="#ctx0" brushRef="#br0" timeOffset="43053.342">5781 4949 1564 0,'0'0'1684'15,"0"0"5308"-15,0 0-5523 16,0 0-573-16,0 0 632 0,0 0-48 16,0 0-164-16,0 0-308 0,47 86-160 15,-30-48-208-15,-2 13-176 0,5 6-144 16,5 10-172-16,-1 6-28 0,-1 7 28 0,5-2-148 15,-4 2-52-15,-4-4-96 0,-1-8 64 16,2-15-16-16,-6-5 4 0,-2-7 8 0,-2-13 4 16,2-3 12-16,-9-8-64 0,-4-4-244 15,0-5-196-15,0-4-80 16,-4-1-112-16,-9-3-328 0,-2-3-936 16,-9-3-1164-16,0-6-1369 0,-1-5-787 0,6 4 4844 15</inkml:trace>
  <inkml:trace contextRef="#ctx0" brushRef="#br0" timeOffset="43178.265">5785 5731 2048 0,'0'0'952'0,"0"0"5044"16,0 0-4520-16,0 0-331 0,0 0-29 0,0 0-56 0,0 0-84 16,0 0 16-16,0 0-172 0,0 0-248 15,0 0-200-15,56-54-184 16,-28 50-76-16,-1 1-112 0,10-3-40 16,-2-1-232-16,9 1-324 0,0 0-760 0,-8 0-1088 15,20-7-4873-15</inkml:trace>
  <inkml:trace contextRef="#ctx0" brushRef="#br0" timeOffset="43457.579">6705 5585 8200 0,'0'0'9661'0,"0"0"-9265"0,0 0-324 15,0 0-72-15,79-17 556 0,-43 8-164 0,5 0 28 16,10-1-4-16,9 1 96 16,8 2 72-16,11-2-244 0,1 5-108 0,8-2-172 15,-1 4-55-15,1-3 39 16,0-1-44-16,-4 0-145 0,-9-1 69 0,-3-5-8 16,-8-1-596-16,-13 4-152 0,-7-4 36 0,-12 1-336 15,-4-1-964-15,-9-3-2348 16,-6 0-2169-16</inkml:trace>
  <inkml:trace contextRef="#ctx0" brushRef="#br0" timeOffset="43682.509">7690 5232 6976 0,'0'0'6341'0,"0"0"-5425"16,0 0-360-16,0 0 512 0,79 38-148 15,-48-22-188-15,5 1 136 0,1 1-56 16,-1 1-260-16,3 0-160 0,-3 3-196 0,-4 0-112 15,-4 4-72-15,-8-1-24 16,-5 5-24-16,-2-3-64 0,-13 2-180 0,0 3 168 16,-13 3 16-16,-10 0 0 0,-5 3-76 0,-7 4-12 15,-10-1-16-15,-2 3-80 16,-1-3-188-16,-1-3-252 16,2-9-596-16,8-4-1200 0,7-9-2661 0,11-9-3439 15,1-7 8573-15</inkml:trace>
  <inkml:trace contextRef="#ctx0" brushRef="#br0" timeOffset="44170.854">8702 4959 11461 0,'0'0'2124'0,"0"0"-1352"15,107-16-252-15,-51 9 248 0,11-1-100 0,1 1 56 16,-1-3 120-16,2 2-252 0,-5 3-272 15,-1 3-164-15,-3 2-156 0,-13 0-96 0,-2 2-40 16,-13 11-72-16,-13 4-76 0,-10 11 0 0,-9 4 24 0,-17 15 36 31,-15 7-88-31,-11 7-188 0,-9 5-52 0,-8 2 288 16,4-2 64-16,-4 0 124 0,4-3 76 16,5-2 164-16,7-3 124 15,4-5 104-15,8-1 44 0,12-8 124 0,8-3-76 16,9-3-76-16,3-3-76 0,20-4-36 15,3 1 24-15,13-3-24 0,4-4 156 16,7-6-24-16,9-6-88 0,4-10-108 0,4-3-60 16,-4-9-112-16,3-10-60 15,-7-3-160-15,0-7-300 0,-4-7-116 16,-8-1-160-16,-5-2-212 0,-3-2-476 16,-12 7-1700-16,4-17-3877 0</inkml:trace>
  <inkml:trace contextRef="#ctx0" brushRef="#br0" timeOffset="44375.274">9630 5251 3676 0,'0'0'8173'0,"0"0"-6969"0,-41 66-428 16,18-30 212-16,-5 8 84 0,-7 4 56 0,-2 3 12 15,-3 3-252-15,-3 3-396 0,-5 3-248 16,0-3-160-16,0 0-84 0,5-3-96 15,2-9-172-15,9-8 32 0,8-7-328 16,13-11-216-16,7-10-536 0,4-9-1116 0,0-3-2029 16,4-3-1179-16</inkml:trace>
  <inkml:trace contextRef="#ctx0" brushRef="#br0" timeOffset="44898.412">10291 4832 456 0,'0'0'364'0,"0"0"1488"0,0 0 2496 15,0 0-3284-15,0 0-144 0,0 0 272 0,0 0 137 16,0 0 15-16,0 0-184 0,0 0-136 16,0 0-44-16,-8 13-164 0,4-10-204 15,4 3-128-15,-4 4-52 16,-4-1-52-16,0 7-48 0,0 4-48 0,-4 2-40 16,0 3-72-16,1 0-36 15,-2 4-16-15,1-1-8 0,1-2-64 16,-2-4-36-16,6 1-8 0,-1-4 8 0,-1-4 112 15,1-2-64-15,1 3 0 16,3-3 76-16,-5-1-28 0,5 1-96 0,0 0 48 16,4-1-20-16,-3 4-40 0,3 10-76 0,-4 2 76 15,4 7 132-15,0 6-72 16,0 4 24-16,0 2-76 16,4 1 0-16,-1-3 68 0,1-1-4 0,0-6-60 0,-4-6 72 15,5-3 28-15,-1-4-52 16,4-6-52-16,-5-6-8 0,1-4-8 15,0 1-40-15,-4-4-16 0,4-3-20 0,1 0 24 16,-1 0-24-16,0 1-196 0,3-1 36 16,6-3-160-16,-2 0-96 0,1 0-28 15,4 0-336-15,-4-7-636 0,1 1-1436 16,-2-7-2877-16</inkml:trace>
  <inkml:trace contextRef="#ctx0" brushRef="#br0" timeOffset="45332.407">10120 4886 6504 0,'0'0'5601'0,"0"0"-3889"0,0 0-520 16,0 0-540-16,0 0 428 0,0 0 100 15,92 3-168-15,-65 0-140 0,9 3-272 16,4 1-124-16,-1-1-172 0,2-3-160 0,-5 0-144 16,-8-3-48-16,4 0-208 0,-13 0-316 0,1-6-136 15,-4 4-92 1,-4-4-360-16,-4 1-788 0,-8 3-2052 0,0 2-1213 15</inkml:trace>
  <inkml:trace contextRef="#ctx0" brushRef="#br0" timeOffset="45699.91">10128 4975 3648 0,'0'0'1824'0,"0"0"2808"0,0 0-3495 16,0 0 299-16,0 0 80 15,0 0-100-15,15 67-112 0,-15-48-272 0,0 4-356 16,0 2-268-16,-4 0-140 0,0 7-68 16,-7 5-92-16,-2 2-36 0,-2 8 40 15,-1 0-52-15,0 8-60 0,0 2-48 0,0 0 0 0,0-1 48 16,4 3 12-16,0-6 0 16,4-4-12-16,4-3 0 0,0-7 0 15,4-4 12-15,0-4 60 0,4-1-8 16,4-9-52-16,4-2-4 0,0-3 100 0,-4-3-60 15,8-4 40-15,-4-2-16 0,0-1-24 16,0-3 28-16,4 4 32 0,0-4 40 0,4 0 36 16,-1-3 336-16,9 3-152 0,4-3-211 15,0 0-73-15,5 0-84 0,-2-6 0 0,5-1-8 0,-5-2-4 16,1-4-133 0,0 1-219-16,1-4-136 0,-2 0-60 15,1-7-100-15,-4 1-324 0,-4-3-1124 16,-8 3-2732-16,3-10-3109 0</inkml:trace>
  <inkml:trace contextRef="#ctx0" brushRef="#br0" timeOffset="45968.844">11020 4985 10064 0,'0'0'5733'0,"0"0"-4765"15,-24 72-696-15,9-31 128 0,-9 11 304 16,3 5 564-16,-3 3 176 0,-4 1-291 0,5 2-521 16,-5 0-268-16,0 0-256 15,0 1 0-15,-4-3-108 0,8-7-240 16,0-10-124-16,9-9-12 0,2-16 12 0,9-3-37 16,0-10-99-16,4-6-268 0,0-3 44 15,4-6-160-15,5-7-512 16,2-9-436-16,5-10-424 0,4-7-973 0,0-2-1647 15,0-10 148-15,4 0 4648 0</inkml:trace>
  <inkml:trace contextRef="#ctx0" brushRef="#br0" timeOffset="46268.7">10873 5321 748 0,'0'0'2296'0,"0"0"-1604"0,56-67 5752 0,-36 67-4411 15,-5 3-297-15,2 10-68 0,2 6-640 16,-3 3-392-16,0 10-40 16,-4 3 144-16,0 7-160 0,-4 2 8 0,-1 7 24 15,2 0-100-15,-1-1-24 0,-4 4-76 16,-4-7-207-16,4-1-197 0,-4-9-8 15,0 2-48-15,0-8-12 0,0-5-13 0,3-7-75 16,-3-10-228-16,0-2-136 0,0-4-84 16,0-3 96-16,-3-3 180 0,-5-6-48 0,-9-8-532 15,-2-4-140-15,-5-2-4 0,0-6-100 0,-8 1-212 16,0-4-512 0,0 0-349-16,-3-3 9 0,-1 3-224 15,8 1 100-15,0 5 2332 0,13 8 832 16,2 5 3076-16,9 6-1924 0,4 4-123 15,0 0-345-15,4-1-64 0,9 4-176 0,2-7 56 16,5 2-336-16,3-4-428 0,10-4-320 16,3-6-248-16,0 0-60 15,3-7-164-15,1 1-616 0,0-7-712 0,-12 10-2272 16,16-16-3829-16</inkml:trace>
  <inkml:trace contextRef="#ctx0" brushRef="#br0" timeOffset="46607.098">11538 5045 9624 0,'0'0'7513'15,"0"0"-6101"-15,0 0-1032 0,0 0 16 0,87-57-288 16,-54 35-104-16,-6-4 60 16,5 7-64-16,1 1 120 0,2 1-120 15,-3 8-36-15,-4 2-112 0,-5 7-144 16,-6 3 68-16,-2 8 176 0,-6 8 48 15,-5 6 80-15,0 6 20 0,-4 11-64 0,0 5-36 0,0 3-48 16,0 8 44-16,-4-1 0 16,0 3 4-16,4 1-4 0,0 2-96 0,-4 4 96 0,4-3 4 15,0-4 4 1,0-3 156-16,0-6-48 0,0-4 108 16,0-2 12-16,-5-11-84 0,1 1-100 15,-7-3 4-15,-1-4 20 0,-8-2-72 0,-4-3-60 16,0-4-136-16,-4-7-184 15,-4 1-148-15,-8-3-276 0,-12-8-476 0,-11 5-1200 0,15-7-3417 16,-51 0-2450-16</inkml:trace>
  <inkml:trace contextRef="#ctx0" brushRef="#br0" timeOffset="47374.759">7231 6642 3696 0,'0'0'6908'0,"0"0"-5211"0,0 0 419 0,0 0-840 15,100 50-196-15,-57-25 24 0,9 1-324 16,8 6-116-16,4 3-236 0,12 3-148 0,3 6 124 15,9 7 72-15,3 10-100 16,1 2-120-16,0 4 24 0,3 9-59 0,-3 0 103 16,0 1-56-16,-5-2-220 0,-3-2-48 15,-1-6-48 1,-3-7 48-16,-4-5 36 0,0-7-36 0,-5-7 0 16,-3-6-60-16,-8-7-36 0,-8-2-4 15,-9-4 28-15,-6-7-24 0,-10-1-108 16,-7-2-153-16,-3-5-67 0,-10-1-76 0,1-3-220 15,-8-3-124-15,0 0-180 0,0 0-304 16,-8 0-292-16,1 0-1020 0,-6-7-2317 16,1 0-955-16,-8-7 4296 0</inkml:trace>
  <inkml:trace contextRef="#ctx0" brushRef="#br0" timeOffset="47612.742">8917 7969 6748 0,'0'0'5461'15,"0"0"-4437"-15,0 0-836 16,0 0-188-16,8 67 560 0,3-49 632 0,9 4 52 16,0 1-236-16,4 3-324 0,0-4-156 15,0 0-96-15,-5-3-112 0,5-6 12 0,1-1-16 16,-5-6 160-16,3-1 220 16,1-5-172-16,0-7-99 0,4-13-37 15,0-5-184-15,0-11-204 0,4-4-72 16,-4-5-208-16,-5-5-8 0,1 2 7 15,-3 3-23-15,-2 1-196 0,-7-1-304 16,-4 1-444-16,-4 10-1724 0,-4-18-3693 0</inkml:trace>
  <inkml:trace contextRef="#ctx0" brushRef="#br0" timeOffset="48193.397">10143 8111 404 0,'0'0'11249'0,"0"0"-9521"0,0 0-572 15,0 0 404-15,0 0-96 0,76 74-204 16,-56-33-244-16,-4 9-332 0,1 12-256 0,-2 7-196 0,-3 0-40 16,0 8-56-16,-8-4-128 0,4-3-8 15,-4-3-44-15,-4-10-140 0,3-6-144 16,6-10-244-16,-9-9-64 16,4-10-28-16,0-9-160 0,0-7-564 15,-1-6-1068-15,-3 0-2045 0,0-6-1063 0,0-13 1209 16</inkml:trace>
  <inkml:trace contextRef="#ctx0" brushRef="#br0" timeOffset="48340.274">10438 8643 1500 0,'0'0'10813'0,"0"0"-8901"0,0 0-1080 0,112 0 404 0,-68 0 48 16,-5 0-468-16,2 0-224 0,2 0 8 16,-7 0-36-16,4-11-212 0,4-1-316 15,-5-4-36-15,1-3-464 0,-3-3-172 0,-2 0-212 16,-7-4-524-1,-8 8-1684-15,4-8-3945 0</inkml:trace>
  <inkml:trace contextRef="#ctx0" brushRef="#br0" timeOffset="48552.242">10949 8191 872 0,'0'0'5780'0,"0"0"57"0,0 0-4853 0,0 0-412 16,0 0 12-16,0 0 648 0,0 0 60 15,32 99-176-15,-17-58-316 0,-3 3-172 16,4 5-104-16,0 1-208 0,-4 7-144 16,-4 6-172-16,-4 7-12 0,0 4-148 15,-4-2-228-15,-4 1-140 0,0 0-136 0,-4-3-184 16,4-6-632-16,-4-1-1192 0,4-9-3061 0,0-12-2490 16</inkml:trace>
  <inkml:trace contextRef="#ctx0" brushRef="#br0" timeOffset="51581.789">10682 6417 12193 0,'0'0'1644'16,"0"0"-1376"-16,0 0 136 0,0 0 252 0,0 0 0 16,-17 82-332-16,13-50-96 0,0-4-228 0,1 1-216 15,-1-4-112 1,4 4-376-16,-4-1-688 0,0 7-1232 0,-1-4-1961 15</inkml:trace>
  <inkml:trace contextRef="#ctx0" brushRef="#br0" timeOffset="51857.634">10582 6963 1592 0,'0'0'128'0,"0"0"6728"16,0 0-5664-16,0 0-624 0,12 66 441 15,-12-46 67-15,4-2-220 0,-4-1-144 0,0-2-348 0,0 1-364 16,3-3-12-16,-3 0-88 15,0-1-128-15,4 4-16 16,0 3-300-16,1 0-340 0,-1 3-196 16,0 7-133-16,0-1 281 0,-1-3-780 15,-3-2-732-15,0-4 1112 0,0-6 1216 0,4-4 116 16,-4-2 300-16,0-1 288 0,0 0-148 0,0-3-164 16,0 0-160-16,0 1 0 0,0-1 484 15,-4 3 12-15,4 0-184 0,-3 1-168 16,3 3 28-16,-4-1-120 0,0 3-24 15,4 2 36-15,-4-3-180 0,-1-1-1144 16,-3-3-664-16,5 0-680 0,-1-5-68 0,-4-2 2525 16</inkml:trace>
  <inkml:trace contextRef="#ctx0" brushRef="#br0" timeOffset="52138.221">10375 7280 4028 0,'0'0'1280'0,"0"0"2436"0,0 0-2748 16,0 0-540-16,0 0 397 0,0 0 511 16,0 0-444-16,32 70-156 0,-21-42-152 15,6 1-44-15,-2 2-212 16,-2 2-40-16,2 2-60 0,1-5-88 0,-4 0 48 16,1-5 24-16,2-3 0 15,-3-6-116-15,4-7-92 0,-4-2 56 0,8-7 24 16,0 0 16-16,3-7 24 0,5-7 0 15,4-9-48-15,5-9-76 0,2-3-72 0,5-7-52 16,4-1-100-16,-1-6-172 16,1 5-372-16,0 3-476 15,-4 0-576-15,-12 12-789 0,11-12-2963 0</inkml:trace>
  <inkml:trace contextRef="#ctx0" brushRef="#br0" timeOffset="65621.795">7192 7918 1288 0,'0'0'1996'16,"0"0"4764"-16,0 0-4251 0,0 0-953 0,0 0-4 15,0 0-160-15,0 0-360 0,0 0-268 16,15 16-88-16,2-9-116 0,6-1 16 0,8 0-52 16,-3 1-160-1,4-1-132-15,4-6-51 0,-4 0-69 16,1 0-64-16,-1-6-48 0,-1-1-76 0,-4-5-133 15,-3-1-227-15,1 0-200 0,-5 1-108 16,-5 2-272-16,-2-3-876 0,-5 4-1920 0,-5-1-2289 16</inkml:trace>
  <inkml:trace contextRef="#ctx0" brushRef="#br0" timeOffset="66156.554">7446 7613 3024 0,'0'0'3924'0,"0"0"125"16,0 0-2625-16,0 0-160 16,0 0 28-16,0 0-148 0,0 0-376 0,-80 19-260 15,76-13-184-15,-3 5-100 0,3-3 8 16,0 6-60-16,-5 1 28 16,9 2 8-16,-4 2-24 0,4 2 88 0,0 2 96 15,0 2-88-15,0 3-60 0,0-2-168 16,0 7 92-16,0-3-80 15,4 3 32-15,5 1-92 0,-5 1 80 0,4-2-84 0,-1-2 76 16,1-4-76-16,5 6 48 16,-6-7-48-16,1 2-24 0,5-3 24 0,-6-2 40 15,1 2-40-15,1-6 0 0,-2 2 40 16,-3 0-32-16,0 0 64 0,0 2-72 0,0-4 76 0,-4 3-72 31,0-3-4-31,0 0-56 0,0-2 56 0,0-3 76 16,-4 3 32-16,4-4-108 0,-4-4 0 15,0 1 0-15,-3-7-4 0,-2 0 4 16,1 0-8-16,-3 1-4 0,-6-4-60 0,6 0-76 16,-6 0 40-16,2-4 36 0,-6-2-64 15,6-4 28-15,-5 0-128 16,-4 1 56-16,4-3-16 0,0 1-52 0,4-1 52 16,0-1-48-16,9 5-40 0,-2-3 148 15,5 3 0-15,4 1-120 0,0-3 32 0,0 4 76 16,4-4 0-16,1 4 36 15,-1 0 48-15,-1-1-36 0,1 4 16 16,4-3-68-16,-4-1 4 0,0 4-188 0,1 0-508 16,2 3-200-16,-3 0 44 0,0 0-660 15,4 0-645-15,-5 0-2623 0,2 0 296 16,-1 6 4349-16</inkml:trace>
  <inkml:trace contextRef="#ctx0" brushRef="#br0" timeOffset="67344.416">14147 5279 3192 0,'0'0'1080'0,"0"0"2212"0,0 0-1216 0,-47-82-411 15,27 53-345-15,4-3-44 0,-4 1-72 16,0-1-112-16,1 1-164 0,-2 2-208 0,1 1-16 16,1 4-164-16,2 3 24 0,-2 5 12 15,3 3-284-15,0 7 136 0,4-1 252 16,-4 7-251-16,-4 0-201 16,5 13-96-16,-2 4-68 0,-3 8-52 15,4 3-8-15,4 7 36 0,0 6-32 16,8 5 56-16,-3 1 32 0,7 6-24 0,0 1 0 15,0 6-68-15,0-5 84 0,0-4-88 0,7-7-68 0,1-8 68 16,5-11-4-16,-2-6-40 16,1-10-64-16,0-4 48 0,4 0 52 15,4-5 4-15,-4 0 0 0,4-10-8 16,4-6-184-16,0-3-116 16,-1-4-5-16,-2-2 13 0,3-3-36 15,0-4 84-15,-5 4 12 0,1-1-12 0,-4 1 60 16,0 3 36-16,-8-1 76 0,4 3 20 15,-8 7 64-15,0 1 60 0,-4 5 88 16,0 7 32-16,0 0-8 0,0 3-96 0,0 0-68 16,0 3-16-16,0 3 16 0,0 4 36 15,4 6 124-15,-4 3 28 0,4 4-88 16,0 2 40-16,0 0 72 0,4 2 44 16,0-3-248-16,0 1-16 15,-1 0-52-15,6-3-68 0,-5 0-64 16,3-3-68-16,-2-2-324 0,3-1-240 0,-5-4-464 15,2 1-856-15,-5-3-1936 0,3-1-2665 0</inkml:trace>
  <inkml:trace contextRef="#ctx0" brushRef="#br0" timeOffset="68689.233">13056 4361 1616 0,'0'0'4564'0,"0"0"893"0,0 0-4077 0,0 0-208 15,0 0 244-15,0 0-288 0,0 0-444 0,0 0-212 16,0 0-136-16,0 0 216 0,72-19-48 15,-52 43-196-15,-5 4 0 16,-2 7-28-16,-2 3-12 0,-3 4 60 0,-3 5-216 0,-5 7 44 16,0 0-32-1,0-1-124-15,-5-2-112 0,1 1-20 0,0-8 120 16,1-10-136-16,3-4-20 0,0-11 20 0,0-5-12 16,0-7 28-16,0 0-16 15,0-4-12-15,0-3 40 0,0 0 108 0,0 0-40 16,0-6 48-1,3-5 0-15,1-3-68 16,0-5-112-16,5-11 72 0,-2-1-96 0,1-4 48 0,1 0 0 0,2-3 12 0,1 3 76 0,-3 0 20 31,6 3 52-31,-3 1 0 0,0 2 4 0,4 4 120 16,-4 0 36-16,0 6-36 0,-1 0-48 16,2-1 168-16,-1 8 0 0,-4-1-72 0,4 6 0 15,-4-2-36-15,-1 6-64 16,2-4-12-16,-5 7-48 0,4 0-12 0,-5 0 0 15,5 0-108-15,-3 10 108 0,3 2 36 16,-5 7 64-16,1 4 120 0,0 6-136 0,0-1-12 16,-4 7 4-16,0 0-76 15,0 3-8-15,-4 0 0 0,0 4-160 0,0-1 80 16,-3 0-276-16,3-3-152 0,4-2-36 16,0-5-104-16,0-4-184 0,0-3-600 15,4-2-1316-15,3-6-2497 0,5 6-2651 0</inkml:trace>
  <inkml:trace contextRef="#ctx0" brushRef="#br0" timeOffset="69306.711">13475 6197 2540 0,'0'0'1980'0,"0"0"3612"0,0 0-3955 0,0 0-341 15,0 0-100-15,0 0-160 16,0 0-108-16,0 0-12 15,0 0-60-15,0 0-116 0,79 29-64 0,-43-26-28 0,-1 0-60 16,6 0-176-16,-2-3-120 0,1 0-120 16,1 0-52-16,-2-6-60 0,1-1-60 15,-5-2-108-15,-3 0-124 0,-4-1-108 0,0 1-292 16,-8 2-116-16,-8 1-184 0,-3 3-304 16,-2 0-604-16,-7 3-860 0,0 0-1525 15,-3 0-591-15,-14 0 1268 0</inkml:trace>
  <inkml:trace contextRef="#ctx0" brushRef="#br0" timeOffset="69632.04">13833 6261 468 0,'0'0'1084'0,"0"0"-380"0,0 0 1644 0,0 0 2260 15,0 0-3148-15,-16 73-211 0,16-54 223 16,0 6-176-16,4 1 0 16,0-1-280-16,4 7-184 0,-4-1-328 0,4 8-8 15,-4 2-80-15,0 6-156 16,4 4 68-16,-4 3 52 0,3 0-52 0,-2 3-96 0,3-6-132 0,0 4-28 15,-1-5-24 1,-3 4 0-16,5-3-44 0,-5 3-4 16,4 0-12-16,-5-4-48 0,1 4 56 0,-4-6-140 15,0-4 56-15,5 1 88 0,-5-8-72 16,4-1-124-16,0-4 88 0,-4-4-64 16,4-9-60-16,0 1 48 0,-1-8 72 15,1-3-132-15,-4-2-40 16,4 0-44-16,-4-7-80 0,5 2-160 15,-5-2-488-15,0 0-392 0,0 0-44 0,-5-5-296 16,1-6-621-16,-3-1-1819 0,3-4-900 16,-4 3 5036-16,-5-6-99 0</inkml:trace>
  <inkml:trace contextRef="#ctx0" brushRef="#br0" timeOffset="69915.37">13709 7506 4212 0,'0'0'5004'0,"0"0"-3556"16,0 0-443-16,0 0-249 0,0 0-88 0,32 69 312 15,-24-47 232-15,4 5-432 0,4-2-116 0,-4 0-128 0,0 4-288 16,4-1 124-16,-4 1 308 16,4-4 44-16,-4-3-316 0,3-5-264 15,2-3 52-15,-2 0-72 0,2-9 96 16,3 2-64-16,-1-7-32 15,5-7 168-15,0-5-36 0,4-9-24 0,0-9-64 0,4-4-156 16,0-8 0-16,4 4-12 0,-4-4-84 16,3 5-72-16,-7 5-112 0,0-1-320 15,-4 8-204-15,-4 3-228 16,-4 0-416-16,0 7-796 0,-4 1-2689 0,-4 0-4111 16</inkml:trace>
  <inkml:trace contextRef="#ctx0" brushRef="#br0" timeOffset="70989.934">13427 8687 64 0,'0'0'9024'16,"0"0"-7356"-16,0 0-191 0,0 0 363 0,84 3-452 15,-53-3-280-15,5-3-388 0,4-4-184 0,-1 1-180 16,2-4-48-16,-6 1-24 16,5-3-172-16,-4-2 12 0,0 5-124 15,0-4-136-15,-4 3-36 0,-4 1-160 16,-9 3-460-16,-2 3-144 0,-10-1-432 31,-3 4-1440-31,-4 4-2985 0</inkml:trace>
  <inkml:trace contextRef="#ctx0" brushRef="#br0" timeOffset="71338.029">13479 8779 132 0,'0'0'9340'16,"0"0"-7135"-16,0 0-717 0,0 0-132 0,0 0-192 16,91 57-212-16,-71-44-376 0,0 0-280 0,0-1-24 0,-4 1-120 15,0-1-84-15,-8 4-64 16,0 3-8-16,-8 3 4 31,0 4 0-31,-4 5-4 0,-8 5 4 0,-8-2-224 0,0 8 40 16,0-7 72-16,-4 2 108 0,0-5 4 0,0-4 8 15,5-2 140-15,2-3-36 0,2-8-12 0,2-2 84 0,9-7 4 16,0-2-16-16,4-1 260 16,4 0-348-16,9 0-36 0,6 1 188 0,5-1-76 15,8 3-64-15,0-3 100 0,8 0 0 0,0 0-24 0,0 1 132 16,-1-4-20-16,1 3-284 0,0 0 0 16,-4 0-100-1,4-3-96-15,0 4-48 0,0-4-160 16,-1 0-492-16,1 0-512 15,-8 0-1252-15,4-4-2997 0</inkml:trace>
  <inkml:trace contextRef="#ctx0" brushRef="#br0" timeOffset="72417.632">15403 8994 1264 0,'0'0'536'0,"0"0"8861"0,0 0-6925 0,0 0-1068 16,0 0 56-16,0 0-400 0,0 0-368 0,0 0-100 0,0 0-364 16,-84-22-228-16,68 38 0 15,0 3 100-15,0 10 84 0,0 3 60 16,5 3 76-16,-1 0 48 0,-1-4 8 16,6 1-192-16,3-9-100 0,0-9-84 0,4-1-8 0,0-9-112 31,0-2-28-31,8-2 148 0,3 0 12 0,2-8 60 0,2-5 4 15,5-6-76-15,1-6-220 0,-2 2-72 16,1-5-40-16,0 3 16 16,-4 2 92-16,-1 1 16 0,2 6 100 0,-6 4 20 0,-2 1 80 15,-5 5 8-15,-4 4-4 0,4 2-4 16,-4 0 8 0,0 0 88-16,4 0-88 0,0 5 0 15,-1 2 344-15,1 6-48 0,1 2-176 16,-5 1-32-16,4 0-16 0,0 0 4 0,0 3 8 15,-4-3-84-15,4 0 0 0,-1 0-72 16,5-3-40-16,1-1 40 0,-1-3-112 16,3 4 72-16,2-3-8 0,2-3-224 0,-2-1-196 15,2-4-92-15,1-2-48 0,-4 0-712 16,4 0-1044 0,-8 0-2145-16,8-2-2951 0</inkml:trace>
  <inkml:trace contextRef="#ctx0" brushRef="#br0" timeOffset="73318.302">15941 8868 3208 0,'0'0'5816'16,"0"0"-3479"-16,0 0-849 0,0 0-432 0,0 0-168 16,0 0 32-16,0 0 208 0,0 0-468 15,0 0-224-15,79 22-128 0,-55-25-76 0,4-4-56 16,0-5-80-16,0-1-96 0,-5-4-208 0,2-1-336 16,-1-1-636-16,-4 0-492 0,-5 0-1392 15,-2 6-3481-15,-9-6 1153 0</inkml:trace>
  <inkml:trace contextRef="#ctx0" brushRef="#br0" timeOffset="73690.321">16116 8483 716 0,'0'0'2468'0,"0"0"3800"16,0 0-4695-16,0 0-377 15,0 0 56-15,0 0-212 0,0 0-244 0,0 0-156 16,0 0-120-16,0 0-60 0,0 0 52 15,-76 70-4-15,73-44-52 0,3 2-124 16,0 8-60-16,0-3 20 0,0 9 4 0,0 0-64 16,7-1-24-16,1 7-160 0,0-1-36 15,4 1-8-15,4 0 4 0,-4-2-8 16,0-1-60-16,4 0 48 16,-4-1 8-16,-1-3-4 0,-2 1-40 15,-1-1 48-15,0-6 4 0,-1 0-4 16,-7-7 4-16,5 2 96 0,-1-9-88 0,-4 5 88 0,0-7-88 15,0-3 72-15,0-4-80 16,0 1 60-16,-9-4-4 0,5-2 60 16,-3-4-12-16,-5 4-108 0,0-4 0 15,-4-3-148-15,0 0-132 0,-4 0 12 0,0-7-112 0,-4-2-100 16,0-4-232-16,1-3 128 16,-1 0-220-16,3-7-352 0,10 2-548 0,-2-2-1120 15,13-2-2121-15,-4 6-1163 0,8-6 6056 16</inkml:trace>
  <inkml:trace contextRef="#ctx0" brushRef="#br0" timeOffset="73973.152">16770 8794 456 0,'0'0'10753'0,"0"0"-8561"16,0 0-924-16,0 0 116 0,0 0-504 16,0 0-160-16,0 0-236 0,0 0-212 0,-84 0-172 15,71 10-100-15,6 6 160 16,-1 7-12-16,0 2 36 16,3 3 48-16,2 4-60 0,-1 0-24 0,4 0-100 0,0 0-48 15,0-7-124-15,4 2-8 0,4-4-116 0,4-6-356 16,4-5-320-16,4-6-284 0,8-6-344 15,3-6-1520-15,-6-4-3385 0</inkml:trace>
  <inkml:trace contextRef="#ctx0" brushRef="#br0" timeOffset="74306.58">17076 8838 3684 0,'0'0'480'15,"0"0"6100"-15,0 0-4819 0,0 0 19 16,-75 71 124-16,50-39-332 0,1 2-228 15,9 1-216-15,-2-7-248 0,6 2-176 0,3-8-267 16,4-6-281-16,4-6-156 0,0-1-56 16,0-6 44-16,8 0-156 0,0-3 120 0,8-3-64 15,0-7 16-15,8-5-25 16,-4-5-111-16,3-1-108 0,-3-5-48 0,1 0 32 0,-2 1 64 16,-3 3 12-16,0 0-40 15,-4-1 36-15,0 8 52 16,-4-1 148-16,0 5-64 0,-4 6 84 0,-4 5-20 15,4 0 84-15,0 3 72 0,0 6 248 16,0 4-12-16,-1 6 12 0,2 0-40 16,3 0 12-16,-4 3-24 0,4-3-12 15,-5-3-140-15,6 0-116 0,-1-6-124 0,0-1-56 0,-5-3-212 16,6-6-160-16,3 0-72 16,-1-2-424-16,-2-4-1752 15,6-13-3313-15</inkml:trace>
  <inkml:trace contextRef="#ctx0" brushRef="#br0" timeOffset="74556.804">17538 8699 80 0,'0'0'10336'0,"0"0"-7919"15,0 0-461-15,0 0 68 0,48 76-596 0,-36-54-200 0,0 5-272 16,4-2-420-1,-4 2-292-15,4 6-60 16,-4-1-76-16,0-1-108 0,-1 1 0 0,-2 0 76 0,-9 3-76 16,0 0-12-16,-4 3-60 15,-8 0-136-15,-9 0-156 0,2 4-112 0,-5-1-244 0,-4-4-164 16,0 2 8-16,-4-1-304 16,0-4-1036-16,1-4-2281 0,3-8-2983 15,-20 0 5704-15</inkml:trace>
  <inkml:trace contextRef="#ctx0" brushRef="#br0" timeOffset="79089.078">14701 8515 7868 0,'0'0'6173'16,"0"0"-5373"-16,0 0-384 0,0 0 680 0,0 0-236 0,0 0 276 15,0 0-360-15,0 0-308 0,0 0-124 16,69 10-124 0,-62 12-12-16,1 6 48 15,0 7-136-15,-4 0 76 0,1 3-188 0,-5 0 40 16,0 1-44-16,-5-5 4 0,1-2-8 0,-4-1-4 15,4-1-128-15,0-5 44 0,1-3 4 16,-1-6-112-16,-1-10 52 0,5 1 44 16,0-7-32-16,0-3-76 0,0-7-28 0,5-6 16 15,2-3 148-15,1-6-16 0,0-3 4 0,4-5 72 16,0 1-36-16,4 4 44 0,-4 0 4 0,0 2 60 16,0 4-48-1,0 3 112-15,0 0-76 16,-4 2 36-16,4 5-76 0,0-1 64 0,-4-3-64 15,3 7 0-15,-2 0 52 0,3-1 40 0,-5 1-52 16,-3 5-40-16,5 1 76 0,-9 3-20 0,4 0 20 0,0 0 40 16,-1 7 60-1,-3 2 8-15,4 4 76 0,-4 6-156 16,4 0-8-16,-4 4-104 0,0-2-84 0,4 5-52 16,0-4 16-16,1 4-64 15,-1-4-84-15,-1 6-256 0,5-6-140 16,-4 4-212-16,0-5-652 0,1 2-828 15,-1-7-1517-15,3 9-1623 0</inkml:trace>
  <inkml:trace contextRef="#ctx0" brushRef="#br0" timeOffset="83623.343">13733 9899 392 0,'0'0'2176'0,"0"0"6661"0,0 0-7453 0,0 0-404 31,0 0-180-31,0 0 572 0,0 0-156 0,0 0 108 16,16 19-240-16,-7 3-192 0,-2 4-392 15,1 7-24-15,0 7 45 0,0 2-265 16,4 8-196-16,-4 4-12 0,4 7 100 16,0 2-52-16,0 0-4 0,0 4-92 15,3-6-60-15,-2-2 12 0,-1-11 36 0,0-6-124 16,-4-15-20-16,3-3-52 0,-2-15-21 15,-5-3-123-15,4-6-416 0,-1-6-148 16,1-10-324-16,1-6-808 16,-5-10-996-16,-1 4-1765 0,-3-24-703 0</inkml:trace>
  <inkml:trace contextRef="#ctx0" brushRef="#br0" timeOffset="83765.097">13749 10032 5792 0,'0'0'3028'0,"0"0"-251"0,0 0-1661 0,-79 67-656 15,51-41 212-15,0 6 268 0,4-1-196 16,1-1-668-16,2-5-76 0,5-4-328 16,8-11-264-16,4-3-464 0,0-7-1348 0,4-5-3681 15</inkml:trace>
  <inkml:trace contextRef="#ctx0" brushRef="#br0" timeOffset="83897.942">13814 10062 1240 0,'0'0'7944'0,"0"0"-6135"0,0 0-613 16,83 28 220-16,-59-19-236 0,0 1-436 0,4-1-320 16,0 4-128-16,0-7-296 15,4 4-180-15,-5-4-172 0,4 0-960 0,-10 1-984 16,7-1-3289-16</inkml:trace>
  <inkml:trace contextRef="#ctx0" brushRef="#br0" timeOffset="84599.401">13653 11414 8200 0,'0'0'5173'16,"0"0"-4273"-16,0 0-128 0,0 0 132 0,0 0 140 0,0 0-448 15,0 0-496-15,0 0 344 0,84 4 48 0,-40 1-220 16,0 2-268-16,0-4-4 0,-4-3-8 31,-4 0-116-31,-1 0-48 0,-7-7-88 0,-3 1-48 16,-10-3-472-16,1 2-296 0,-12 0-740 15,0 2-516-15,-4-2-829 0,-4-6-4451 16</inkml:trace>
  <inkml:trace contextRef="#ctx0" brushRef="#br0" timeOffset="84798.018">13865 11131 3556 0,'0'0'1732'0,"0"0"3356"0,0 0-3399 16,0 0-693-16,0 0 112 0,-44 101 104 0,44-52-80 15,0 4-72-15,0 8-284 0,12 2-96 16,0-2-68-16,4 3-108 0,0-8-212 0,4-2-208 16,4-6-84-16,-4-11-36 0,-1-7-304 0,1-12 32 15,-4-7 52-15,4-11-236 16,0-4 52-16,-4-13-144 0,4-7-344 0,-4-8-664 16,-8-3-1248-1,0 3-2129-15,0-18-2223 0</inkml:trace>
  <inkml:trace contextRef="#ctx0" brushRef="#br0" timeOffset="85176.567">14339 10849 6836 0,'0'0'4205'16,"0"0"-3141"-16,0 0-372 0,0 0 276 16,4 98 464-16,-8-53 124 0,4 9-236 15,-4 6-396-15,4 0-276 0,0 4-96 16,0 2-28-16,4 2-144 0,4-2-152 0,4-3-128 15,-5-3-100-15,6-9-112 0,-5-6-92 16,-1-13 20-16,2-10 0 0,-1-10 100 0,-4-8-52 16,3-4-84-16,2 0 112 0,-1-13 36 0,3-9-64 15,2-4-120-15,-1-2-112 0,-1-1 24 16,2 0 120 0,-2 7-32-16,-3 6 32 0,4 7-36 15,-4 3 76-15,0 6 0 0,1 0 132 0,-2 6 52 16,1 6 312-16,0 1 244 15,4 6-176-15,0 1-24 0,-4 2 24 0,4 4 36 16,-4-5-60-16,0 5-100 0,0-4-36 0,0-3-100 16,-4 0-120-16,4-6-164 0,-8-3-120 15,3-5-68-15,1-1 8 0,1-4-256 16,-5-4-272-16,8-8-244 16,0-4-840-16,-1-9-1120 0,2 2-1521 0,3-15-1211 15</inkml:trace>
  <inkml:trace contextRef="#ctx0" brushRef="#br0" timeOffset="85305.394">14853 11500 1828 0,'0'0'1380'15,"0"0"-948"-15,0 0 5860 0,0 0-4423 0,0 0-117 16,0 0 8 0,0 0-300-16,63 83-244 0,-63-62-244 0,0-2-296 15,0-3-272-15,0 0-256 0,0-6-148 16,-3-1-128-16,-1-5-264 0,-4 2-492 16,0-6-424-16,0 0-1516 0,-8-10-4333 0</inkml:trace>
  <inkml:trace contextRef="#ctx0" brushRef="#br0" timeOffset="85447.897">14869 11271 1528 0,'0'0'11213'16,"0"0"-10013"-16,0 0 0 0,0 0 272 16,0 0-812-16,0 0-636 0,96-34-24 0,-76 23-660 0,7-4-988 15,-7 1-2509-15,8-1-5963 16</inkml:trace>
  <inkml:trace contextRef="#ctx0" brushRef="#br0" timeOffset="85682.709">15431 11350 6884 0,'0'0'5969'0,"0"0"-4329"0,0 0-592 16,-52 83 880-16,36-58-276 16,4 1-400-16,0-10-352 15,8-4-500-15,0-2-400 0,4-4-252 0,4 0 104 0,12-3 148 16,0 4 0-16,4-4 208 15,0 0-160-15,0 0-48 0,0-3-4 16,-4 4-56-16,-5-1 48 16,2 4-76-16,-2-2 76 0,-2 6 12 15,-5 1 52-15,0 4-44 0,-1 3-4 0,-3 0-4 0,0 0-196 0,-3-3-120 0,-5 3 72 16,-1-3-124-16,-2-3-192 16,-6-1-188-1,2 1-564-15,2-3-1316 0,-14-5-3185 0</inkml:trace>
  <inkml:trace contextRef="#ctx0" brushRef="#br0" timeOffset="86210.226">16531 11392 7900 0,'0'0'4981'16,"0"0"-3781"-16,0 0-100 0,0 0 196 15,0 0-140-15,0 0-216 0,63 86-204 16,-55-58-280-16,-4 0-176 0,4-2-132 0,-4 3-148 16,-4-7 0-16,4-3-172 15,0 0-72-15,-4-6-64 0,4-4-340 0,-4-6-428 16,0 1-572-16,0-4-2348 0,0-7-3045 15</inkml:trace>
  <inkml:trace contextRef="#ctx0" brushRef="#br0" timeOffset="86365.92">16594 11141 1684 0,'0'0'10045'0,"0"0"-8229"0,0 0-256 0,0 0 112 15,0 0-780-15,0 0-816 0,79-41-76 16,-58 31-432-16,7-2-604 0,4-1-628 0,-1-1-1476 16,-7 6-2789-16</inkml:trace>
  <inkml:trace contextRef="#ctx0" brushRef="#br0" timeOffset="86623.595">17148 11207 2600 0,'0'0'7900'0,"0"0"-6495"16,0 0-497-16,-20 71 328 0,8-49 244 0,0 0-100 0,4-3-276 15,-4 0-340-15,4-1-260 16,4-4-124-16,4-2-108 0,0 2-272 0,0-2-116 16,4-3 104-16,8 0-48 0,0 5 60 15,4-5 4-15,-4 4 4 0,4-7 84 0,0 7-88 16,-4-4 28-16,0 1-32 0,-1-1-4 16,-2 1-32-16,-1 2 32 15,0 2 4-15,-8 2-12 0,3-4-40 0,-3 1 52 16,0 2 0-16,-7-5-176 15,-1 3 40-15,-5-4-84 0,6 1-248 16,-5-4-172-16,0 4-364 0,-4-1-828 0,8-6-2000 0,-16 7-5825 16</inkml:trace>
  <inkml:trace contextRef="#ctx0" brushRef="#br0" timeOffset="87431.277">18455 11357 768 0,'0'0'7992'0,"0"0"-5651"0,0 0-865 0,-16-64-24 15,4 45 64-15,4 3-324 0,-4 1-108 16,0 4-356-16,4 5-164 0,0 3-48 15,1 3 12-15,-6 0-284 0,5 9-196 16,-4 10 24-16,0 8-8 0,5 10 68 16,-1 8-48-16,8 6 88 0,0 0 0 0,0-1-112 15,0-9-12-15,8-5-48 0,-1-7-196 16,1-14-48-16,5-5 88 0,-2-7-40 16,5-3 100-16,4-3 88 0,0-14-152 0,0-1-184 15,0-5-72-15,0-5 12 0,-9 2 156 16,6-2 40-16,-6 3 24 15,-3-2 60-15,5 13 76 0,-9 0 32 16,-1 9-44-16,5 1-52 0,-4 4 64 0,1 4 48 16,3 4 320-16,-1 9-12 0,6-2 0 0,-2 5-124 15,1 2-120-15,0-3-20 0,4-1-44 16,-4 2-4-16,8-1-244 0,0-3-84 16,4-4-532-16,4-2-1160 15,8-6-736-15,-8-2-2205 0,11-2-2815 16</inkml:trace>
  <inkml:trace contextRef="#ctx0" brushRef="#br0" timeOffset="87747.317">19614 11678 3372 0,'0'0'10965'16,"0"0"-9313"-16,0 0-1148 0,0 0-16 0,0 0 588 15,0 0-200-15,100 50-224 0,-56-50-272 16,0-6-172-16,4-13-136 15,-1-6-72-15,1-7-52 0,0-6-228 16,0-3-468-16,-9-4-104 0,-3 1-248 0,-4 3-656 0,-8 8-1200 16,-4-11-2917-1</inkml:trace>
  <inkml:trace contextRef="#ctx0" brushRef="#br0" timeOffset="88031.194">19993 11109 4200 0,'0'0'652'0,"0"0"4292"0,0 0-3795 0,0 0-81 16,0 0 476-16,0 0-224 0,-60 86-376 0,56-51-140 0,4 6 20 16,0 7-72-1,4 2-48-15,3 4-164 0,6 7-60 0,-1-1-176 16,-4 4-108-16,4 2-100 0,-4 4 52 0,-1 0-16 16,2-6-128-1,-5 2 0-15,-4-6 48 0,0-2-52 0,0-5-60 0,0 1 60 16,-4-7 52-16,0-5-48 15,-5-3-4-15,2-8-4 0,3-9-60 16,-4-3 60-16,4-9-4 0,-1-3-4 0,2-4-180 16,3-3-176-16,-8-6-24 0,4-11-320 15,-4-5-136-15,0-13-292 0,4-6-844 16,0 6-2032-16,4-22-2513 0</inkml:trace>
  <inkml:trace contextRef="#ctx0" brushRef="#br0" timeOffset="88223.43">20415 11541 7504 0,'0'0'2968'0,"0"0"-1231"15,0 0-357-15,0 0 504 0,0 0 20 16,0 0-200-16,28 89-440 0,-28-64-572 0,0 1-276 16,0-7-176-1,0 0-240-15,0-4-96 0,4-2-136 0,0 0-84 16,-4-1-12-16,4-1-416 0,-4-2-384 15,4-4-1116-15,-4 2-2476 0,0-3-3225 16</inkml:trace>
  <inkml:trace contextRef="#ctx0" brushRef="#br0" timeOffset="88664.612">20316 11395 1228 0,'0'0'12277'0,"0"0"-10129"0,0 0-1492 16,0 0-108-16,0 0 12 0,0 0 136 16,0 0-140-16,0 0-520 0,0 0-36 15,88-51-212-15,-65 44-108 0,-3 1-372 0,4 0-772 16,-5 3-1000-16,2 0-2717 0,-5-1-3163 16</inkml:trace>
  <inkml:trace contextRef="#ctx0" brushRef="#br0" timeOffset="89037.786">20655 11525 7644 0,'0'0'5805'0,"0"0"-4561"0,0 0-664 15,0 0-76-15,7 93 48 0,-7-60 448 16,4 0 40-16,-4 2-376 0,0-7-380 0,4-3-188 15,0-2-96-15,0-10-76 0,0-1-124 16,0-6-80-16,4-2-16 0,-4-4 72 0,4 0-8 16,4-7-64-16,-4-5 8 15,3-4-132-15,-2-3-68 0,-1 0 60 0,3-4 216 0,-2 1 48 16,-1-3 40-16,3 3 32 16,2 0 92-16,-5 2 72 15,-1 8-8-15,1 2 136 0,1 6 220 0,-5 4 64 16,3 0-48-16,-3 0-12 0,0 4-164 15,0 6 172-15,1 2 120 0,-1 4-24 16,0 3-36-16,-1-3-76 0,-3 3-28 16,4 0-144-16,0-6-244 15,-4 3-100-15,4-4-96 0,0 2-108 0,-4-3-236 16,9 0-476-16,-6-5-592 0,1 0-1208 0,4-6-2833 0</inkml:trace>
  <inkml:trace contextRef="#ctx0" brushRef="#br0" timeOffset="89191.77">21145 11678 5580 0,'0'0'7185'0,"0"0"-5873"16,-32 75-732-16,19-50 404 0,2 5 84 0,-2-5-260 16,5-7-660-16,5-1-148 15,3-11-496-15,0-2-532 0,0-4-228 0,3 0-1008 0,5-20-3481 16</inkml:trace>
  <inkml:trace contextRef="#ctx0" brushRef="#br0" timeOffset="89347.623">21152 11437 12541 0,'0'0'2012'0,"0"0"-704"0,0 0 308 15,0 0-308-15,0 0-176 0,0 0-828 0,0 0-304 16,0 0-96-16,0 0-592 0,0 0-664 0,100-93-1236 0,-76 68-3285 15,8-16-3223-15</inkml:trace>
  <inkml:trace contextRef="#ctx0" brushRef="#br0" timeOffset="89550.761">21678 11001 260 0,'0'0'11641'16,"0"0"-10221"-1,0 77-720-15,0-40 336 0,-7 14 488 0,3 1 324 16,-1 4-300-16,5 1-620 0,-4 7-308 15,0-1 353-15,0-2-213 0,4 3-552 0,-4-10-208 16,4-7-24-16,0-9-100 0,0-10 28 16,0-6-120-16,0-9-88 0,0-6 12 15,0-4-68 1,0-3-177-16,4 0-11 0,-4-3-320 0,0-6-640 16,4-7-452-16,-4-4-216 0,0 5-2221 15,0-14-2575-15</inkml:trace>
  <inkml:trace contextRef="#ctx0" brushRef="#br0" timeOffset="89712.336">21542 11458 7080 0,'0'0'6201'0,"0"0"-4401"0,0 0-1120 15,0 0 16-15,0 0 188 16,0 0-104-16,0 0-28 0,0 0-236 16,92 61-272-16,-68-61-244 0,4-4-64 0,0-5-352 15,4-4-460-15,3-2 20 16,-3-5-768-16,0 5-896 0,-4 2-3349 0,-4 1 657 0,-3 5 3296 15</inkml:trace>
  <inkml:trace contextRef="#ctx0" brushRef="#br0" timeOffset="89955.978">22000 11468 404 0,'0'0'1528'0,"0"0"1428"0,4 66 4945 0,1-40-5841 0,-1 3-576 15,0-4-424-15,7 0-316 0,2-6 44 16,2-6 72 0,2-6-92-16,6-7-560 0,1-7 12 0,4-6-172 0,0-12-48 15,4-4-192-15,-4-6-104 16,0 3 52-16,-8 4-428 0,-4 0 392 0,-9 9 276 15,-3 3-96-15,-4 3 52 0,-11 6-52 16,-10 4 100-16,-2 3 60 0,-5 7-20 16,-4 9-32-16,1 6 44 0,-5 6 24 0,8 7 108 15,0 3 120-15,8 1-144 0,4-4-104 16,0 0-52-16,8-1-8 0,4-5-32 0,4-6-136 16,0-2-196-16,12-5 88 15,4-3-152-15,7-4 224 16,9-2-76-16,5-4-248 0,10-3 184 0,-11 0-1896 15,24-3-4173-15</inkml:trace>
  <inkml:trace contextRef="#ctx0" brushRef="#br0" timeOffset="90442.995">23447 11312 2888 0,'0'0'8016'16,"0"0"-6523"-16,0 0-677 0,28-80-40 0,-19 66 276 15,-2 0 372-15,-3 7 4 16,-4 5-340-16,4 2-440 0,-4 0-268 0,0 2-204 16,0 12-176-16,-8 7 0 0,1 15 72 0,-6 8-72 15,5 10-36-15,-4-2-48 0,4-5-28 16,4-6 28-16,4-13-16 16,0-5-8-16,12-4-28 0,0-6 64 15,9-5 8-15,2 3 64 0,1-1 44 16,4-5-40-16,0 2-8 0,0 2-68 15,-4-2 72-15,-5-2 4 0,1 2-4 0,-4 3 0 0,-4 0 64 16,-8-1 156-16,0 4 60 16,-4 2 88-16,0 4-4 15,-8 0-168-15,-4 4-64 0,-4-4-20 0,-8 0 20 0,4 0-56 16,-7-3-76-16,3 0-8 16,0-7-52-16,3-2-60 15,6-7-320-15,7 0-180 0,-4-7-348 0,8-9-340 0,4-5-652 16,0 0-2132-16,0-19-2517 0</inkml:trace>
  <inkml:trace contextRef="#ctx0" brushRef="#br0" timeOffset="91039.877">23981 11376 1056 0,'0'0'12149'15,"0"0"-10549"-15,0 0-996 0,0 0 244 0,0 0 484 16,-12 79 112-16,4-56-428 0,4-5-612 15,4-2-244-15,0-3-116 0,0 3-44 0,0-4-8 16,0-1-76-16,4 1-4 16,4-5-20-16,-4-1-4 0,4-3 52 0,0 0 0 15,-4-1-4-15,0-2-8 0,0 4-100 16,0-4 52-16,0 0-16 0,-4 0-36 0,0 0 0 16,0 0 60-16,0 0 52 15,0 0 0-15,0 0-28 0,0 0-184 16,0 0-48-16,0 0 60 0,0 0 112 0,0 0 24 15,0 0-72-15,0-4-40 16,0 2-88-16,0-8 64 0,0 1 72 0,4-3-112 16,-4-5 184-16,4 1-68 0,-4-6 180 15,4 3-308-15,0-6 100 0,4 3-240 16,0-3 184-16,4-1 256 16,-1 3 12-16,-2 4-112 15,-1 0-4-15,3 0 28 0,-7 7 76 0,1 2 12 16,-5 3 176-16,4 5 28 0,-4-1-80 0,0 3-72 15,0 0 24-15,0 0 88 0,0 0 88 16,0 0-28-16,0 0 4 0,0 0-92 0,0 0-36 16,0 0-100-16,4 3-64 0,0 3 64 0,-1 0 340 15,-3 7-64 1,4 0-76-16,0 2-76 0,0 1 48 0,1 3-8 16,-1 1 32-16,0 5-8 0,-1 0-28 0,1 1-96 15,0 2 32 1,0 1-88-16,-4-1 104 0,5-2-60 0,-1-1-52 15,-4 0 0-15,4-2-52 0,-1-4 4 0,-3 0 36 16,4-3-100-16,-4-4 36 16,0-2-72-16,4-1-124 0,-4-2-324 0,4-4-208 15,0-3-64-15,5 0-232 0,-2-10-1236 0,1-5-1997 16,-4 2-2555-16,0-15 6317 0</inkml:trace>
  <inkml:trace contextRef="#ctx0" brushRef="#br0" timeOffset="91745.387">23901 11207 2460 0,'0'0'8'0,"0"0"476"0,0 0 1340 0,0 0 804 15,0 0-512-15,0 0-399 16,0 0-409-16,0 0-288 0,0 0-180 0,0 0-96 16,0 0 48-1,0 0 52-15,-11 67-200 0,11-38-144 0,0-1-84 0,0 5-32 16,0-2-28-16,0 4 76 15,0-3-52-15,0-4-176 0,4 1-56 16,-1-7-24-16,-3-3-16 0,8-7 28 0,-4-1-16 16,0-2-120-16,1-6-8 0,-1-1-4 0,-1-2-48 15,5 0 60-15,0 0 12 0,1-5-12 0,2-4-196 16,1-7-60-16,0-1 24 0,0-5-124 16,0 0-72-1,4 0 20-15,-5 0-20 0,2-3-4 16,2-1-16-16,-2 4-60 0,-5-3 20 15,-1-2 60-15,2 5 152 0,-5 0-28 0,-4 3 104 16,0 3 148-16,0 4 52 16,0 3 128-16,0 4 48 15,0 3 24-15,0 2 0 0,0 0 156 0,0 2-108 0,0 5-232 16,-4 5 56-16,4 5-8 16,-5 2 108-16,5 0 92 0,0 0 48 0,0 3-176 15,0-3-64-15,0 4 52 0,5-1-24 16,-1 0-24-16,0 3-76 0,0 1 128 15,-1-1-128-15,1 3-100 0,0-1-160 0,0-2-360 0,1 4-256 16,3-8-168-16,-1 2-1152 0,-3-11-2437 0,9 1-3023 16</inkml:trace>
  <inkml:trace contextRef="#ctx0" brushRef="#br0" timeOffset="92439.781">24535 11246 7068 0,'0'0'4245'0,"0"0"-2781"15,0 0-852-15,0 0-256 0,0 0 64 0,0 0 352 16,0 0 752-16,0 0-380 0,12 76-440 15,-8-38-136-15,-4-1-124 0,4 3 68 16,-4-3 4-16,0-2-272 0,0-7-160 16,0-5-40-16,0-5-44 0,0-4-84 15,0-5 80-15,0-6-108 16,0-3-8-16,3 0 72 0,-3 0-184 0,9 0-148 0,-1-9 48 16,3-3 100-16,2-7-16 15,2-1-156-15,2-2-104 0,-6 3 100 0,6 3 112 16,-6 3 208-16,-3 7-12 0,1 0 48 0,-2 6 52 0,1 0 252 15,0 0-44 1,-4 0-8-16,4 3 24 0,-4 3-28 16,0-3-108-16,0 1 96 0,0 2 52 15,0-3-128-15,1 0 40 0,-2-3-84 0,-3 0-64 0,8 0 4 16,-4 0 72-16,4 0 84 16,8-9-48-16,-4-1-112 15,4-6-100-15,-1 0-144 0,2 3 8 0,-6 1 76 16,6-1 100-16,-6 7-52 0,-3 0 24 15,5 2-8-15,-2 4 32 0,1 0 64 16,-3 7 112-16,2 2 36 0,-3 8-12 16,1-2-12-16,-6 7 24 0,5 1 12 15,-8 2-88-15,0 3-72 0,0 1-96 0,0 0-76 0,0 0-100 16,0 2-532-16,-8-2-768 16,5 2-2272-16,-1-12-2089 0</inkml:trace>
  <inkml:trace contextRef="#ctx0" brushRef="#br0" timeOffset="93254.348">26762 11131 3608 0,'0'0'392'16,"0"0"4788"-16,0 0-3604 0,0 0-379 0,0 0-97 15,0 0 132-15,0 0-44 0,0 0 80 0,0 0-272 0,0 0-256 16,0 0-480-16,-80-60-260 16,61 70 24-16,-9 5-24 15,0 8 8-15,-4 5 0 0,4 3 4 16,0 9 4-16,0-7 44 0,9-1 24 15,2 0-20-15,2-10-64 0,10-2-12 0,1-8-88 16,4-3-60-16,0 2-24 0,13 1 120 0,-2 1-32 0,6-4-28 16,2 1 116-16,1 0-68 15,4-2 64-15,0 3-100 0,0-2 40 16,0 1-72-16,-4 2 144 0,-5-2 60 16,2 6-52-16,-9-4 4 0,-1 4 72 15,-3 4 28-15,0-4 12 0,-4 2-40 0,0-1 52 16,-4 2-48-16,-4-5-48 15,1 3-40-15,-6-1-96 0,5-7-104 16,-3 4-504-16,2-10-280 0,2 0-196 0,-1-3-568 16,4-6-1289-16,0 0-2567 0</inkml:trace>
  <inkml:trace contextRef="#ctx0" brushRef="#br0" timeOffset="93419.636">26942 11401 7796 0,'0'0'4597'0,"0"0"-3345"0,0 0-744 16,7 80 540-16,-7-55 260 16,0-3-152-16,-4-3-276 0,-3-2-636 0,-2-5-244 15,5-3-220-15,-4-2-136 16,5-4-660-16,-5-3-680 0,4 0-3153 16,-1-12-5183-16</inkml:trace>
  <inkml:trace contextRef="#ctx0" brushRef="#br0" timeOffset="93813.745">27013 11087 964 0,'0'0'9740'0,"0"0"-8211"0,0 0-1209 16,0 0 128-16,0 0-448 0,0 0-64 16,0 0-344-16,0 0 36 0,88-25-24 0,-77 37-521 15,2 1-735 1,-5 9-1008-16,-1 3-324 0,-3 7 192 0,-4 3 2740 15,0 7-144-15,0 2 196 16,0 0 1932-16,-4 1 688 0,-3-1 2048 0,-1-2-2967 0,-1-1-353 16,-2-7 40-16,3-7-100 0,4-6-96 15,4-9-444-15,0-5-468 16,0-3-280-16,4-4 0 0,8-4 164 0,4-8-80 16,3-4-84-16,5-10-444 0,0 1-40 0,4-4 120 15,-3 4-8-15,-2 5 16 0,-3 6 80 16,-4 0 100-16,0 9 112 15,0 5 64-15,-8 0 76 0,4 2 324 0,-4 8 44 16,-4 3-8-16,0 2-96 16,4-2-32-16,-4 3-8 0,-1 0-16 0,1-4-24 0,1 1 60 0,3-4-136 0,-4 4-184 15,3-6-12 1,-3 3-148-16,5-8-124 0,2 1-496 16,-3-3-140-1,9 0-100-15,-2-8-380 0,9-6-1040 0,-7 5-2985 16</inkml:trace>
  <inkml:trace contextRef="#ctx0" brushRef="#br0" timeOffset="94115.441">27850 11423 4940 0,'0'0'2604'15,"0"0"1845"-15,0 0-3537 0,0 0-328 0,0 0 800 0,40 77 140 0,-32-68-368 16,3-3-200-16,-3-6-588 16,8 0-160-16,1-3-24 0,2-9-184 15,1-7-72-15,0-7-360 0,4 1-60 16,-4-4 8-16,0 0-72 0,-4 7 44 0,-5 0 212 0,-2 6 200 31,-9 4-56-31,0-1 156 0,0 7 140 0,-12 6 72 0,-4 0 176 16,-4 6-212-16,-4 10-176 0,-4 9 0 15,1 7 12-15,-1 5 260 0,-4 9 136 0,12-5 52 0,-1 3 56 16,6 0-96-16,7-5-268 16,3-4-152-1,5-3-76-15,5-10-84 0,7-3-96 16,8-4-80-16,3-2-68 0,9-3-84 0,5-3 480 15,-2-4-96-15,5-1-1508 0,0-2-908 16,0 0-2849-16,-12 0-1187 0,8-2 5125 16</inkml:trace>
  <inkml:trace contextRef="#ctx0" brushRef="#br0" timeOffset="95289.131">18264 13532 3820 0,'0'0'496'0,"0"0"3292"16,0 0-2428-16,0 0-56 15,0 0 21-15,31-77-61 0,-19 65-132 0,-7 2-60 16,3 4-92-16,-5 0-156 0,5 1-292 15,0 5-160-15,-3 0-28 0,6 0-60 0,-3 5-100 16,4 4 0-16,0 7 88 16,0 3 108-16,0 9 204 0,-4 4-292 0,-4 1-192 15,0 0 8-15,-1-1-108 0,2 0-4 16,-5-3 0-16,0-1-80 16,0 1 24-16,0-6-40 0,0-4 4 15,0-7 48-15,0 1-16 0,0-5-44 0,0-1 36 16,-5-7-4-16,5 4-20 0,0-4 24 15,0 0-52-15,0 0-48 0,0 0-36 16,0 0 24-16,0 0 24 0,0 0 76 16,0 0 84-16,0-4-8 0,0-3 8 0,0 5-12 15,0-4-64-15,0 0 64 0,0 2 8 16,0 1 0-16,0 3 4 0,0-4-4 0,0 4-4 16,0 0-52-16,0 0 48 15,0 0-64-15,0 0 16 0,0 0-40 0,0 0 40 16,0 0-4-16,0 0-20 0,0 0-4 15,0 0-36 1,0 0 0-16,0 0 4 0,0 0-56 16,0 0-60-16,0 0-72 0,0 0-52 0,0 0 24 15,0 0-28-15,0 0-216 0,0 0-540 0,0 0-432 0,-3 0-693 16,3 0-447-16,-4-2-1608 0,11 4 484 16</inkml:trace>
  <inkml:trace contextRef="#ctx0" brushRef="#br0" timeOffset="95830.815">18387 13570 1316 0,'0'0'980'0,"0"0"-368"0,0 0 1852 16,0 0-592-16,0 0-508 0,0 0-120 16,0 0 149-16,0 0-261 0,0 0-228 0,0 0-152 0,-24-67-56 31,20 64-164-31,0 3 68 0,0-3 80 0,1-1-168 16,-6 1-76-16,5 0-28 0,-8 3-24 15,5-3-112-15,-2 3-64 0,-3 0-84 16,1 0-124-16,-2 6 0 0,-2 4-88 15,2 9 28-15,6 6 52 0,-1 3 8 16,4 11 112-16,4-1 72 0,0 7 12 0,0-7 0 0,4 0-12 16,4-3-12-16,-1-7-112 15,2-6 4-15,-1-9-64 0,-1-4-56 0,1-2 44 16,1-4 12-16,2-3 60 0,6-3-48 16,-2-10 88-16,9-6-100 15,-3-10-380-15,-2-3-256 0,1-1 8 16,-1-3-4-16,-2-2 48 0,-6 3 72 0,6 2-4 0,-9 6 64 15,-5 2 100-15,1 2 352 0,-4 4 88 16,0 3 88-16,-7 3 100 16,-5 4 0-16,-1 0 4 0,2 5-92 0,-6 1 72 15,6 3 16-15,-1 0-276 0,0 9-12 16,0 1-140-16,4 6 16 0,5 0 128 16,-2 4-40-16,5-1-152 15,0-5-64-15,0 5-92 0,0 1-296 16,5-4-928-16,-5-3-956 0,7 2-2349 0</inkml:trace>
  <inkml:trace contextRef="#ctx0" brushRef="#br0" timeOffset="96234.394">18726 13430 6552 0,'0'0'1064'0,"0"0"3149"0,0 0-3061 0,0 0-364 0,0 0 76 0,0 0 244 0,0 0 124 32,7 79-340-32,-3-49-248 0,1 1-192 0,-1 4-108 15,4 3-24-15,-4-4-164 16,-1 1-156-16,1-6-84 0,0-6-88 0,1-10 0 16,3-1 0-16,-4-10-36 15,-1 2-88-15,1-4-76 0,4 0 164 0,5-9-4 0,-6-7-60 0,6-3-24 16,-5-4 20-1,3-2 28-15,-3-1 48 0,1-2 124 0,-2 2 28 16,5 1 48-16,-8 3 60 16,0 6 52-16,0 3 28 0,0 5 8 0,-4 3-12 15,0 3-24-15,4 2 40 16,0 2-12-16,-4 5-132 0,8 5 292 0,-5 5 108 16,6 2-100-16,-1 3-12 0,-4 0-148 0,0 0-136 15,-1 0-12-15,2 0-116 0,3 1-84 16,-4-4-108-1,0-2-544-15,0-5-384 0,3-3-972 0,2-9-1681 0,-1 0-775 16</inkml:trace>
  <inkml:trace contextRef="#ctx0" brushRef="#br0" timeOffset="96756.366">19204 12934 5896 0,'0'0'5881'0,"0"0"-4833"0,0 0-508 16,12 89 436-16,-8-41 436 0,-4 6 180 15,4 7-208-15,-4-1-452 0,0 3-368 0,0-3-160 16,3 4-100-16,1-4-256 0,1 0-48 16,3-8-184-16,0-8-180 0,-1-12-308 15,6-7 32-15,-2-12 28 16,6-7 140-16,-2-6-208 0,9-9-204 15,1-10-36-15,2-1 128 0,1-2 168 16,-1 3 448-16,5 6 176 0,-4 11 0 0,0 2 328 16,-4 2 192-16,1 11 112 0,-1 3 84 0,-5 3-152 15,-3 4-28-15,-4 2-112 0,-4 3-92 16,0 2-36 0,-4-2-24-16,0 0-24 0,-4 1 44 0,0 3-108 0,0-1-60 0,0 4-116 0,0 3-8 31,0 0 0-31,8 7 0 15,-1-1 88-15,6 3 32 0,-1 5 712 0,0-5 72 0,0-2-700 16,-5-1-192-16,6-6 0 0,-5-6 36 16,-1-3 197-16,-3-11-197 0,-4-5-40 15,0-6 52-15,0-1 16 0,0-6 8 0,-7 0-12 16,-1 0-68-16,-5-6-4 0,2-7-36 16,-6-9-84-16,2-4-76 15,-2-5 99-15,6-10-63 0,-5-5-8 0,8 2-184 0,-4-6-136 16,8 3-52-1,4-2 100-15,0 5 24 0,8 6 36 0,4 0-40 16,4 0-332-16,8 3-468 0,4 3-632 16,4 0-864-16,4-3-1313 0,-4 13 97 15</inkml:trace>
  <inkml:trace contextRef="#ctx0" brushRef="#br0" timeOffset="97875.97">20623 13519 11705 0,'0'0'1944'16,"0"0"-1208"-16,0 0-132 0,0 0 944 0,0 0-92 15,99 22-336-15,-63-19-408 0,3-3-296 16,6 0-208-16,-6-5-128 15,5-9-80-15,0-2-96 0,-4-6-52 16,-1-3-156-16,2-7-568 0,-6-3-372 0,-7 0-668 16,-3 14-2264-16,-6-18-3177 0</inkml:trace>
  <inkml:trace contextRef="#ctx0" brushRef="#br0" timeOffset="98205.071">20953 13176 2552 0,'0'0'392'0,"0"0"5164"0,0 0-3744 16,-40 89-599-16,40-48-9 0,0 4 72 16,0 2-52-16,12 7-88 15,4 3-340-15,4 4-148 0,0 2-108 0,0 3 52 16,4-1-88-16,-9-6-112 16,6 2-136-16,-6-10-8 0,2-7-68 15,-10-2-44-15,1-8-16 0,-3-5 4 0,-5-1 8 16,0-1-8-16,0-2-124 0,-9-3 0 15,1-6 4-15,1 0 44 0,-2-4 12 16,-3-2-56-16,5-4-4 0,-6 0-220 0,-2-3-8 16,-6 1-152-16,6-4 36 0,-5 0-56 0,-4-4 80 15,1-8-160-15,-2-1 88 16,1-3-204-16,0-7-96 0,0 4-220 16,5-2-272-16,2-2-272 0,10 4 0 0,3 0-785 15,0 0-923 1,4 3-3376-16,0-6 6273 0</inkml:trace>
  <inkml:trace contextRef="#ctx0" brushRef="#br0" timeOffset="99929.001">21383 13506 5836 0,'0'0'6221'0,"0"0"-3809"0,0 0-1616 0,0 0-620 0,4 89 632 16,1-61-84 0,-5 4-252-16,4 0-152 0,-1 0-268 0,5-7-52 15,0-3-112-15,1-5-336 16,-2-9-576-16,-3-4-284 0,4-4-560 0,-4-6 8 0,-4-11-373 0,0 3-3219 16,0-16 2256-16</inkml:trace>
  <inkml:trace contextRef="#ctx0" brushRef="#br0" timeOffset="100089.853">21347 13189 2752 0,'0'0'9133'0,"0"0"-6749"0,0 0-1384 0,0 0 244 16,0 0-24-16,0 0-564 15,0 0-224-15,0 0-432 0,0 0-76 16,96-13-528-16,-76 6-312 0,0 2-788 0,-4 1-2684 15,0 2-4965-15</inkml:trace>
  <inkml:trace contextRef="#ctx0" brushRef="#br0" timeOffset="100409.714">21699 13477 2632 0,'0'0'9401'16,"0"0"-7433"-16,0 74-656 0,0-46 460 0,0 1-376 0,0-7-336 15,0-6-412-15,0-7-464 0,0-2-184 16,0-4-88-16,7-3-216 16,1 0-28-16,0-7-60 0,4-5-12 0,0-7 132 15,-1-6-96-15,2-1-68 0,-2 1-36 0,6 2 88 0,-6 4-4 16,-3 3 88 0,5 7 8-16,-9 2-108 15,3 7 96-15,1 0 304 0,-3 0 316 16,-1 7 260-16,3 6 140 0,1-1-32 0,-4 4-88 15,5 3-152-15,-5-3-124 0,3 3 84 16,-3-3-24-16,4 3-24 0,-3-3-36 16,-1-3-188-16,-1-1-132 0,1-5-68 0,-4-1-224 15,0-6-332-15,4 0-224 0,-4 0-168 16,0-3-508-16,4-4-1180 16,0-11-2725-16</inkml:trace>
  <inkml:trace contextRef="#ctx0" brushRef="#br0" timeOffset="100564.845">22156 13405 4528 0,'0'0'8653'0,"0"0"-7117"0,0 0-920 0,5 82 368 15,-5-53 360-15,0-4 40 0,0 0-344 16,0-8-624-16,0-5-416 0,0-5-148 16,0-4-404-16,0-3-244 0,0 0-252 0,0-3-296 15,4-10-912-15,-4 0-2377 16,0-12-2011-16</inkml:trace>
  <inkml:trace contextRef="#ctx0" brushRef="#br0" timeOffset="100723.154">22196 13004 9036 0,'0'0'5553'16,"0"0"-4769"-16,0 0-356 15,0 0 264-15,0 0 116 0,0 0 0 0,0 0-748 16,0 0-60-16,0 0-580 0,79 17-268 15,-58-30-560-15,-10 3-1640 0,10-9-4265 16</inkml:trace>
  <inkml:trace contextRef="#ctx0" brushRef="#br0" timeOffset="100947.798">22650 12808 1656 0,'0'0'10181'0,"0"0"-8965"0,-4 67-860 16,0-33 444-16,-4 10 628 0,1 5 164 0,3 4-168 15,4 4-344-15,0 7-264 0,4 0-96 16,3-1-135-16,5 0-197 16,1 1-132-16,-2-7-64 0,2-5-132 0,2-12-56 0,2-5-4 15,2-9-40-15,-3-8-56 0,0-2-48 16,0-9-196 0,3-1 11-16,-6-6 133 0,2 0-400 0,-6-10-404 15,-5-2-40-15,-4-7-544 0,0 0-1352 0,-13-3-2605 16,2 6-2571-16</inkml:trace>
  <inkml:trace contextRef="#ctx0" brushRef="#br0" timeOffset="101124.362">22468 13402 888 0,'0'0'11885'0,"0"0"-10269"16,0 0-1276-16,0 0 228 16,0 0 288-16,0 0-56 0,99 60-164 15,-67-60-264-15,0-4-372 0,3-8-76 16,1-1-444-16,0-6-228 0,-1-4-268 15,6 1-44-15,-5 0-568 0,3-3-1149 0,-7 6-1735 0,0 3 84 16,-8 13 3233 0</inkml:trace>
  <inkml:trace contextRef="#ctx0" brushRef="#br0" timeOffset="101347.847">23033 13316 204 0,'0'0'2584'15,"0"0"-1256"-15,24 98 4932 0,-20-60-3947 0,0 0-441 16,-4-3-336-16,4-2-408 0,-1-12-288 16,1-5-220-16,0-9-168 15,5-4-68-15,2-3-152 0,1-3-124 0,4-8-8 16,1-4-100-16,2-8 0 0,-2-2-256 15,2-3-176-15,-7 3 4 0,0-1 232 16,-8 7-104-16,-4 3-92 0,0 4 120 16,-8 5 272-16,-8 7 108 0,-4 0 32 15,0 7-80-15,-4 7 164 0,1 10 132 0,3 4 64 16,-1 4-64-16,6 2-52 0,2 2-20 16,6-4-52-16,7-4-84 15,0-3-148-15,0-3-52 0,12-9-204 0,0 0-148 16,8-7-112-16,7-3 48 0,6-3 64 15,10 0 80-15,1-9 212 0,4-4-1044 16,-12 0-1708-16,16-9-3237 0</inkml:trace>
  <inkml:trace contextRef="#ctx0" brushRef="#br0" timeOffset="102075.086">24033 13230 1736 0,'0'0'6864'0,"0"0"-4668"0,0 0-307 16,0 0-133-16,0 0-128 0,83 10-180 15,-71 5-224-15,1 8-252 0,-2 2-228 0,-7 11-328 0,1-3-184 16,-5 6-128 0,0-7-104-16,0-4-60 15,0-6-88-15,0-6 16 0,0-6 8 0,4-7-56 16,-4 0-16-16,4-3-124 0,-1-3 148 0,5-3-36 16,0-7 160-16,1-6-12 0,2-3 60 15,1-7-160-15,0-2 0 0,-4 1 12 16,8 5 12-16,-4 6-36 0,0 3 52 0,0 10-40 15,-4 3 96-15,-4 3 64 16,3 9 248-16,-2 7 84 16,-1 3-148-16,-4 6 12 0,0 1-24 0,0-1 0 15,0-2-40-15,-4-1 64 0,4-9-108 16,0-4-40-16,0-2-44 0,0-4-4 0,0-3 48 16,0 0 100-16,8-10-148 0,3-3-64 0,2-9 60 0,6 0 4 15,2-3-124 1,-1 3-72-16,-1 0 60 0,5 9-8 15,-3 3 80-15,2 8 64 0,1 2 284 16,-4 5-164-16,-1 9 40 0,2 0 144 16,-5 5-36-16,3 4 16 0,-2-1-20 15,-2-3-116-15,2 3 44 0,-6-2-68 0,2-1-39 0,-2-3-81 0,-3-1-4 16,0 2-73-16,-3-9-207 0,-2 3-388 31,5-3-224-31,-4-1-312 0,4-7-752 16,0 0-2740-16,8-3-3153 0</inkml:trace>
  <inkml:trace contextRef="#ctx0" brushRef="#br0" timeOffset="102390.723">25172 13319 7840 0,'0'0'6449'0,"0"0"-5185"16,0 0-736-16,0 0 36 16,0 0 272-16,0 0 448 0,0 0-180 0,0 0-468 15,-96 15-344-15,69 4-72 16,-1 7 72-16,1 3 96 0,6-1 305 15,1 4-257-15,8-3-228 0,5-4-208 0,2-6-4 16,5-2-80-16,0-9-16 0,0 2 4 0,5-7-48 16,6-3-208-16,-3 0 48 15,8-7-37-15,4-5 125 0,0-7 8 0,0-10-96 16,3 1-184-16,1-1-112 0,-3 1 96 16,-1 6 172-16,-1 3 100 0,-2 9 120 0,-2 6 112 15,-7 4 172 1,4 0 344-16,-4 11 72 0,-4 1 0 0,0 4-40 15,1 0-156-15,-5 3-88 0,4-7-99 16,-4 5-201-16,0-11-4 0,0 0-205 16,0-3-563-16,0-3-196 0,3 0-176 15,-3-3-868-15,0 0-1116 0,4-13-2693 0</inkml:trace>
  <inkml:trace contextRef="#ctx0" brushRef="#br0" timeOffset="102814.319">25456 13233 12765 0,'0'0'2548'16,"0"0"-1500"-16,0 0 36 16,-17 92 420-16,6-59 76 0,2-5-312 15,1-6-527-15,1-3-429 0,3-10-312 0,4-2 0 0,0-7-132 16,0 0-232-16,4 0-132 16,3-10-29-16,6-2 41 0,2-7 44 0,2 0-48 0,-2-4-164 15,2 2-184 1,-6 4 144-16,-3 4 8 0,1 4 160 15,-2 6 312-15,-3 3-16 0,0 0 228 0,0 6 528 16,-4 7 208-16,8-1-152 0,-4 1 104 16,0-1-60-16,0 1-444 0,-4-3 0 0,0 0-36 15,4-5-52-15,-4 2-96 0,0-3-60 0,0-4 0 16,0 0 48 0,4 0-64-16,-4 0 16 0,4-4-172 0,0-3-160 15,4 2-52-15,4-5 244 16,-1 0-20-16,10-3-240 0,-1 4-48 15,3-1 308-15,5 1 192 0,-4 6-504 0,0 0 512 0,0 3 200 16,-4 0-192-16,0 3 704 0,-5 3-516 16,-2 0 104-16,-1 7 244 0,-9-2-140 15,1 3-328-15,-4 0 16 0,0 2-92 16,-7-2-72-16,-1 3-28 16,-4-4-292-16,4-4-340 15,-4-2-236-15,4-4-996 0,4-3-1108 0,0 0-2125 0</inkml:trace>
  <inkml:trace contextRef="#ctx0" brushRef="#br0" timeOffset="103223.642">26105 13204 144 0,'0'0'11101'16,"0"0"-9253"-1,0 0-1328-15,0 0 356 16,0 0 396-16,0 0 32 0,-24 71-324 0,20-59-388 0,4-2-308 15,0-1-76-15,0-3 16 0,8 4-40 0,0-4-12 16,-5-2-112-16,6 3-52 0,-1-2 0 16,3 2 40-16,-2 2-36 0,3 3 0 15,-1 7 40-15,-2 6 68 0,2 8 40 0,-7 2-24 16,0 6-40-16,0 6-84 0,-4 2-8 0,0-2-4 16,0 4 0-16,-4 0 0 15,-4-5 0-15,1 3 12 0,-6-2 172 0,-2 1 292 0,-6-3 56 16,-3-1-155-1,-4 1-133-15,-3 0-100 0,-1-5-92 16,-4-5-48-16,4-3 44 0,0-7-36 0,8-6 108 16,9-12 72-16,7-4-44 0,3-6-88 15,5-17-60-15,0-5-84 16,5-13-112-16,10-6 88 0,6-7 24 16,3-3-36-16,8-3-4 0,7 0 40 0,5 0-84 0,8-7-4 15,8 0-61 1,3-3 89-16,5 1 0 0,-1-3-148 0,-3 2-344 15,1 3-464-15,-10 0-1136 0,-11 20-2380 0,7-19-3201 16</inkml:trace>
  <inkml:trace contextRef="#ctx0" brushRef="#br0" timeOffset="104356.372">27364 13049 10396 0,'0'0'2253'16,"0"0"-649"-16,0 0 96 0,0 0-308 0,0 0-168 15,79 79-168-15,-75-43-408 0,-4 2-244 16,0 3-172-16,0-3-112 0,-4-3-72 0,4-10-48 16,-4-2-68-16,4-11-52 0,0-2 8 15,0-7-20-15,0-3-88 0,0 0-196 0,4-3 148 31,0-4-64-31,0-6 196 0,9-9 136 0,-6 0-4 0,1-7-72 16,5-2-72-16,-6 2-72 16,5 4 72-16,0 3 48 0,0 2-36 15,0 7 36-15,0 7 16 0,4 6 84 0,-4 4 320 16,0 5 12-16,4 7 12 0,-4 6-36 0,-5 1-52 16,6 5-48-1,-5-2 12-15,3 2 24 0,-2-3-132 0,-1 0-76 16,-1-2-36-16,1-1-160 15,5 1-168-15,-6-1-284 0,1 0-188 0,5-3-248 16,2 3-980-16,-7-9-2412 0,8 7-2921 0</inkml:trace>
  <inkml:trace contextRef="#ctx0" brushRef="#br0" timeOffset="104689.152">28173 13386 5928 0,'0'0'5909'15,"0"0"-4273"-15,0 0-796 0,-64 63 232 0,40-31 636 16,0-1 84-16,5 1-444 0,-2 0-396 16,5-3-320-16,4-7-267 0,8-6-149 15,1-4-80-15,3-5-124 0,0-4-12 0,0-3-128 0,7 0-148 16,1 0 68-16,5 0 27 0,-2-7-75 0,9-2-24 31,-4-7-60-31,0-3 36 0,4-6 32 0,-4 2-80 0,-4 1-52 16,4 3-28-1,-8 0 52-15,3 6 24 0,-2 4 132 16,-1 6 28-16,-1 3 196 0,1 0 220 0,5 3 188 16,-6 6-88-16,5 4-88 0,0 3-84 15,0 3-48-15,1 4-92 0,-2-1 0 16,-3 0-8-16,1-3-72 0,-2 0-300 0,1-3-392 16,4-7-364-16,-4 1-1320 0,0-4-2261 15,7-6-3119-15</inkml:trace>
  <inkml:trace contextRef="#ctx0" brushRef="#br0" timeOffset="105165.728">29073 13087 3696 0,'0'0'8381'0,"0"0"-6621"15,0 0-644-15,0 0-124 0,0 0 348 0,43 96 316 0,-38-68-452 16,-1 4-460-16,-4-4-428 0,0 1-172 16,0-10-144-16,0-4 0 15,0-5-132-15,0-7-220 0,4 1-296 0,-4-4-148 16,0 0-140-16,0-7-200 0,0 2-780 0,0-6-1108 16,-8-8-3073-16</inkml:trace>
  <inkml:trace contextRef="#ctx0" brushRef="#br0" timeOffset="105465.324">28942 12802 7432 0,'0'0'6389'16,"0"0"-4973"-16,0 0-1100 0,0 0-252 0,0 0 124 15,0 0 164-15,0 0-352 0,0 0-152 0,0 0-312 16,88-16-584-16,-69 19-452 15,-3 3-2405-15,12 3-4783 0</inkml:trace>
  <inkml:trace contextRef="#ctx0" brushRef="#br0" timeOffset="105761.359">29583 12972 5136 0,'0'0'10185'0,"0"0"-8577"15,0 0-1148-15,-84 77 12 0,56-48 320 0,1-1 164 16,-1 0-440-16,3 4-372 0,6-3-132 16,7-3 52-16,4-4-4 0,4 0-52 15,4-9 56-15,4 2-64 0,12-2-156 0,4 0 44 16,4 0 16-16,4-1 96 16,0 2 0-16,0-6 0 0,0 5-52 0,0-3 40 15,-5 3-48-15,1-1 60 16,-8 1 8-16,0 0 52 0,-9-4 16 0,2 4-72 15,-9-4-4-15,0 4-124 0,0-4 64 0,-12 4 12 0,0-3-64 16,-4-1-180-16,-8-2-252 16,4-5-268-16,-4-2-416 0,5 0-1404 15,-9-2-3333-15</inkml:trace>
  <inkml:trace contextRef="#ctx0" brushRef="#br0" timeOffset="106346.144">30065 13014 4092 0,'0'0'6905'16,"0"0"-5813"-16,0 0-528 0,0 0 696 0,84 44 572 0,-69-21-216 16,-6 2-380-16,-5 8-484 0,0-3-312 0,-4 5-136 0,0-3-96 15,-8-3-208-15,-1-4-76 16,5-3-48-16,1-6-144 16,-1 0-136-16,0-9-36 15,4 0 8-15,0-5 72 0,0-2 4 0,0-2-80 0,0-9 140 16,4-2 132-16,3-5 160 0,6-5 4 0,-5-5-48 15,3 3-76-15,6-1 60 16,-6 1-12-16,6 8 76 0,-2 5 220 0,-2 5 156 16,2 5-16-16,-2 2 60 0,-6 2 160 15,5 9-28-15,-3-3-120 0,2 9-76 16,-3-4-64-16,-4-1-48 0,0 4-48 0,-4-3-88 0,4-1-108 31,-4-2 0-31,0-4-120 0,0 1-308 16,0-1-392-16,0 0-252 0,0-3-376 0,0-3-1096 15,0 0-2049-15,0 0-2175 0</inkml:trace>
  <inkml:trace contextRef="#ctx0" brushRef="#br0" timeOffset="106606.031">30531 13169 3180 0,'0'0'9689'0,"0"0"-7973"15,0 0-1184-15,24 86 160 0,-20-57 624 0,-4-4 208 0,4-2-432 16,-4-8-616-16,5-4-388 0,-2-9-88 0,1-2-8 15,8 0-188-15,0-13 136 0,4-6-48 16,0-3-152-16,4-6-204 0,-4-4-128 0,-1 2 36 0,-2 3 124 16,-5 2-16-16,-1 5-100 15,-3 1 32-15,-4 3 228 0,0 4 100 16,-4-1 76-16,-3 4 112 0,-10 2 76 0,2 4-68 16,-5 3 52-1,4 0 44-15,0 13-92 0,-4-1-4 16,8 7 0-16,-4 0-8 0,4 4-52 0,4-8-96 15,0 2-92-15,5-5-556 0,3-3-1792 16,-4-2-2421-16</inkml:trace>
  <inkml:trace contextRef="#ctx0" brushRef="#br0" timeOffset="106951.484">30846 13087 2872 0,'0'0'8413'16,"0"0"-6621"-16,0 0-1012 0,0 0 268 15,0 0 588-15,44 79 104 0,-40-54-460 0,-4-2-364 16,0 3-320-16,0-4-228 0,0-3-188 0,0 0-180 16,0-10-92-16,0 1-104 15,0-7-228-15,4-3-176 0,-1 0-36 0,6-6 36 16,3-7 172-16,-1-6-56 0,6 0-36 16,-2-6-76-16,2-4-28 15,3 4-16-15,-5-1-16 0,2 5 316 16,2 1 340-16,-7 7 52 0,4 4 500 0,-8 5 100 15,0 4-20-15,0 0-24 0,-4 0 0 16,0 7 12-16,0-1-80 0,-1 7-136 16,2 0-12-16,-1 2-60 0,0 7-4 0,-4 0-24 0,0 1 16 0,0 3-64 15,0-1-164 1,-4 0-92-16,0-3-60 0,-1-2-112 16,5-5-192-16,-3-2-212 0,-1-4-168 15,4-2-140-15,0-4-268 0,0 1-1100 16,0-4-3089-16,0 0-4587 0</inkml:trace>
  <inkml:trace contextRef="#ctx0" brushRef="#br0" timeOffset="107481.786">31157 13195 3696 0,'0'0'6064'16,"0"0"-2051"-16,0 0-3113 16,0 0-772-16,0 0 212 0,0 0 1020 15,0 0-104-15,0 0-328 0,0 0-388 0,0 0-244 16,0 0-140-16,83 35-156 0,-66-35-104 15,3-3-364-15,-9-3-320 0,5-1-336 16,0-3-608-16,-8 1-2216 0,4-7-2617 0</inkml:trace>
  <inkml:trace contextRef="#ctx0" brushRef="#br0" timeOffset="107772.397">31507 12998 9732 0,'0'0'5577'15,"0"0"-4685"-15,0 0-612 0,0 0 392 16,77 4 704-16,-58-2-380 0,-3 2-288 16,0 2-196-16,-4 3-132 0,0-2-140 0,-4 6-92 15,-5 2-140-15,1 5-8 0,-4 2-8 16,0 3-4-16,-4 8-36 0,-3-2 36 0,-1 3-48 16,0-2-52-1,0 3 64-15,0-6-12 0,0-1-12 0,4-6 72 0,0-5 0 16,4-8 48-16,0-2 60 0,0-4 12 15,0-3 12-15,8 0-132 0,4 0-136 0,0 0 4 16,4 0-136 0,8-3-148-16,0-10-244 0,4 0-160 0,-5-3-288 0,5 0-764 15,0-3-1128-15,-12 6-2173 0,4-6-2503 16</inkml:trace>
  <inkml:trace contextRef="#ctx0" brushRef="#br0" timeOffset="108081.12">31973 13189 4788 0,'0'0'2268'0,"0"0"3785"0,0 0-4733 16,0 0-864-16,0 0 224 0,0 0 204 0,0 0-212 15,77 63-288-15,-54-66-336 16,1-10-40-16,0-7-8 0,0-1-204 0,0-5-468 0,-4-2-284 16,-4 3-12-16,-4-1 52 15,-1 4 76-15,-2 3-80 0,-5 0 380 16,-4 5 540-16,0 6 232 0,-4 2 256 0,-5-1 264 15,-6 3-36-15,-2 4-172 16,-2 0-164-16,-1 4 64 0,4 9 60 0,-4 2 72 0,0 11 228 16,0 3-72-1,4 2-200-15,5 4-16 0,-6 0 124 0,6 0 56 16,3-3-156-16,-1 0-236 0,1-10-256 0,5 0-48 16,3-5-60-16,0-5-88 15,0-5-364-15,0-5-356 0,3-2-488 16,9 0-940-16,-3-2-1904 0,6-15-1969 0</inkml:trace>
  <inkml:trace contextRef="#ctx0" brushRef="#br0" timeOffset="108470.915">32512 13011 4484 0,'0'0'8489'0,"0"0"-7269"0,0 0-1080 15,0 0 100-15,0 0 856 16,-9 86 396-16,1-61-376 0,5 0-292 0,-1 0-284 15,-4 1-124-15,3-1-24 0,5-5-100 16,-4-5 52-16,0-5-16 0,4-3-12 0,0-4-183 16,0-3-73-16,0 0 24 0,4 0-84 0,0 0-24 31,5-3-205-31,-1-1-27 0,8-2 168 0,-1-4 88 0,6 1 0 0,2-7-24 16,-3 0-184-1,0 0 72-15,4-3-8 0,-4 0-76 16,0 0-72-16,-1 0 64 0,-2 3 224 15,-10-3-224-15,6 3 44 0,-13 3-12 0,0 1 12 16,0 2 48-16,0 4 136 0,-13-1 116 16,2 0 44-16,-6 7-160 0,2 0-64 0,-5 0-84 15,0 7 100-15,-4 3 48 0,4 0 4 16,-4 5-4-16,5-2-72 0,2 0 72 16,2 0-4-16,2-4-108 15,2-3 0-15,3 4-60 0,3 0-84 0,-3-3-140 16,5-5-188-16,-1 4-372 0,0-2-164 0,0 3-144 0,4-5-828 15,-4 2-2661-15</inkml:trace>
  <inkml:trace contextRef="#ctx0" brushRef="#br0" timeOffset="108764.014">33062 13322 8764 0,'0'0'8813'0,"0"0"-6537"0,0 0-1604 0,0 0-672 15,0 0-164-15,0 0 112 16,0 0-104-16,0 0-308 0,0 0-384 16,0 0-424-16,0 0-1716 0,-60-6-5081 0</inkml:trace>
  <inkml:trace contextRef="#ctx0" brushRef="#br0" timeOffset="109665.011">32388 12947 3908 0,'0'0'1900'15,"0"0"2328"1,0 0-3219-16,0 0-741 0,0 0-264 0,0 0 292 16,0 0 360-16,0 0 316 0,0 0-424 15,0 0-348-15,0 0-120 16,4 39-80-16,-4-27 8 15,4 1 52-15,-4-1 120 0,4 5 112 0,-4-5-16 16,4 4 76-16,-4 3 116 0,4 0 32 16,-4 3-108-16,0-3-180 0,0 3-100 0,-4-2 0 15,0-1-60-15,0-4-48 0,0 2-4 0,0-5-8 16,0-2-8-16,4-4-32 0,-4-3 44 16,4 1 0-1,0-4-8-15,0 0-40 0,0 0-48 0,0-4-12 0,0-5 52 16,0-4-104-16,0-6-152 0,8-7 104 0,0-2-40 15,4-1-112 1,0-2-40-16,-4-1-76 0,3 0-16 16,-2 3-64-16,3 1 12 0,-5 9-116 0,6 1-208 0,-5 4-149 15,-1 4-11-15,1 4-332 0,1 3-532 16,-1 3-1036-16,-5 0 100 16,1 0 2740-16</inkml:trace>
  <inkml:trace contextRef="#ctx0" brushRef="#br0" timeOffset="116585.709">18479 8734 14497 0,'0'0'2204'16,"0"0"-1296"-16,0 0-328 0,0 0 172 0,0 0 256 15,0 0-216-15,0 0-196 0,0 0-59 16,95-44-77-16,-50 25-120 0,-6-1-196 0,5 1-144 16,0 4-48-16,-4-1-120 0,-9 3-64 15,1 4-180-15,-8-1-341 16,-4 7-271-16,-8 3-264 0,-4 0-968 0,-8 3-1876 0,-8 10-1405 15</inkml:trace>
  <inkml:trace contextRef="#ctx0" brushRef="#br0" timeOffset="116764.591">18490 8912 1004 0,'0'0'9965'16,"0"0"-7769"-16,0 0-864 0,0 0-336 0,0 0 276 15,0 0-68-15,84 44-180 0,-48-40-436 0,0-4-320 0,4 0 40 32,0-4-308-32,3-2-136 0,5-3-364 15,1-4-820-15,2-3-1372 0,1-3-2461 0,-13 6-2323 0</inkml:trace>
  <inkml:trace contextRef="#ctx0" brushRef="#br0" timeOffset="117097.221">19854 8076 8796 0,'0'0'7057'16,"0"0"-6289"-1,0 0-716-15,0 0 332 0,99 10 536 16,-56-6 384-16,2-1-408 0,6 0-420 0,1-3-256 16,4 0-112-16,4 0 44 0,-4-3-152 15,-1-7-100-15,1 3 28 0,-4-1-196 16,-4-3 12-16,-4 3-452 0,-13 2-360 15,-3-1-256-15,-12 3-1136 16,-11 4-3313-16</inkml:trace>
  <inkml:trace contextRef="#ctx0" brushRef="#br0" timeOffset="117447.724">19889 8226 5580 0,'0'0'5024'0,"0"0"-2595"0,0 0-1045 15,0 0-476-15,0 0 0 16,0 0-44-16,0 0 548 0,0 0-444 16,79 10-488-16,-51-3-248 0,-3-5 0 0,-1 4-72 0,-9 0-64 0,2 8-96 15,-6-2-72-15,-2 6 64 0,-1 9 8 16,-8 5-8 0,0 2 0-16,-4 4-104 0,-9 1-108 0,2-2 12 0,-6 2 36 15,6-4 40 1,-6 0 124-16,6-1 0 0,-1-5-4 0,-1-1-64 15,6-2 64-15,3-4 8 0,4-3 4 0,0-3-84 16,0-3 72-16,0 0-40 16,11-1 48-16,2-3 4 0,2 2 124 0,6-3 256 15,3 3-124-15,4-5-60 0,8-4-36 16,3 2-148-16,4-4-12 0,6 0-8 16,3-4-68-16,-1-4-116 0,5-3-224 0,0-1-396 15,0-1-296-15,-5 1-384 16,-14 2-1464-16,6-3-3513 0</inkml:trace>
  <inkml:trace contextRef="#ctx0" brushRef="#br0" timeOffset="118472.718">20156 9169 4468 0,'0'0'12'16,"0"0"5024"-16,0 0-3463 15,0 0-221-15,0 0-192 0,0 0 132 16,0 0-260-16,0 0-88 0,0 0-176 15,-83-19-148-15,75 22-92 0,-5 4-184 16,6 8-176-16,-6 4-168 0,5 7 0 0,1 5 44 16,3 1 88-16,4 0-32 0,0 0-40 0,0-7-56 31,0-3-4-31,4-3-48 0,3-6-76 0,1-7 52 0,1 1-52 16,2-3 64-16,2-4-124 0,-1 0 48 15,3-7-108-15,1-3-40 16,0-3 48-16,4-6-60 0,-8 0 108 0,4-3-60 15,-4 3 36-15,0 0 76 0,-4 7 48 0,-4-1 88 0,0 6 4 16,-1 7-4-16,-3 0 0 16,0 0 44-16,5 0 252 0,-5 7-60 15,8 2 124-15,-4 4-124 0,0 0-64 0,3 2-24 16,-3-2 0-16,5 3-24 0,-5-3-112 16,4-3-12-1,-1-1-112-15,2-3-24 0,3-3-24 0,-1 0-84 16,2 1-464-16,-2-4-212 0,6 0-364 0,-2-4-1232 0,-2 1-2301 15,2-3-2467-15</inkml:trace>
  <inkml:trace contextRef="#ctx0" brushRef="#br0" timeOffset="118827.897">20754 9024 5852 0,'0'0'732'16,"0"0"3200"-16,0 0-2967 15,0 0-105-15,0 0-92 0,-88 44 400 16,68-22-132-16,4 4-192 0,0 5-356 0,8 1-212 15,1-1 24-15,3 2 120 0,4-2 28 0,0 1-44 0,4-7-108 16,7-3-160-16,2-6 0 0,-2-3-36 16,6-3-16-16,-2-3-40 15,-3-2-44 1,4-5-12-16,-4 0-72 0,4 0-136 0,-4-5-152 0,0-6-280 0,0 2-216 16,-5-1-276-16,2-6-492 15,-1 3-816-15,-4 1-2121 16,-4-4-2195-16</inkml:trace>
  <inkml:trace contextRef="#ctx0" brushRef="#br0" timeOffset="118972.545">20682 9217 4684 0,'0'0'196'0,"0"0"6073"0,0 0-4217 0,0 0-516 16,0 0-164-16,0 0 40 0,0 0-200 0,0 0-228 0,0 0-400 0,0 0-228 16,83 28-212-1,-58-28-144-15,3-9-236 0,-4-3-232 16,4-8-240-16,0-2-340 0,-5-3-688 15,-3 2-2448-15,4-12-2881 0</inkml:trace>
  <inkml:trace contextRef="#ctx0" brushRef="#br0" timeOffset="119145.93">21132 8826 7324 0,'0'0'3056'15,"0"0"-575"-15,0 0-1297 0,0 0 156 0,-39 77 340 16,26-46-156-16,1 4-236 15,1 6-320-15,2 4-348 0,-2-1-147 16,-1 4-109-16,-1-1-120 0,2 2-244 0,3-5-48 16,-1-3-136-16,2-9-289 15,3-7-111-15,4-11 84 0,0-9-132 0,0-2-388 16,0-3-1056-16,0 0-2140 0,0-13-1993 0</inkml:trace>
  <inkml:trace contextRef="#ctx0" brushRef="#br0" timeOffset="119449.684">21104 9024 3332 0,'0'0'8445'0,"0"0"-6921"15,0 0-624-15,0 0 452 0,0 0 216 16,60 82-120-16,-44-60-280 16,0 0-508-16,0 0-284 0,0 3-72 0,0 2-304 15,-1-2 0-15,-6 0-108 0,3 0-196 16,-8-6-52-16,-1 1 76 0,-3-5-88 0,0-2-144 15,0-4-92-15,-11 1-164 0,-2-1-188 16,-2-2-148-16,3-4 44 0,-4-3 592 16,-1 0 280-16,6-5 188 0,-9-6 124 15,4-5-48-15,5 1 116 0,-6-8 36 0,10 1-40 16,3 3 180-16,4-3-296 16,7 2 92-16,9-2-124 0,0 3-40 15,8 3-228-15,-4 1-124 0,4 2-496 0,-8 4-1736 0,7 5-2905 16</inkml:trace>
  <inkml:trace contextRef="#ctx0" brushRef="#br0" timeOffset="119970.411">19953 9899 4984 0,'0'0'976'16,"0"0"3764"-16,0 0-3199 0,0 0-301 0,0 0-48 16,0 0-156-16,88 73-144 0,-77-53-144 15,2-1-180-15,-5-1-308 0,-4 4-60 0,3-5-128 0,-3-2-72 0,-4-2 0 16,0-3-72-16,0-1 8 16,0-6-32-16,0-3-140 0,4 0-100 0,-4 0-260 15,5 0-152 1,-5-12 232-16,4-1 200 0,3-9-300 15,1-3-168-15,-4-1 160 16,5-2-92-16,-5 5 588 0,3 1 128 0,1 3 80 16,0 9 140-16,0 4 96 0,4 3 120 0,-4 3 8 15,0 3-164-15,0 10 24 16,-4-1 8-16,4 4-172 0,-5 3-52 0,6-3 8 16,-5 3-96-16,0-2-8 0,4 2-92 15,-5-5 0-15,1 3-64 16,5 2-404-16,-5-3-552 0,4 3-648 0,-8-7-2173 15,3 7-2187-15</inkml:trace>
  <inkml:trace contextRef="#ctx0" brushRef="#br0" timeOffset="120447.725">20559 10157 4136 0,'0'0'8'0,"0"0"44"0,0 0 4560 15,0 0-2131-15,0 0-1069 0,0 0-216 16,0 0-44-16,0 0-8 0,0 0-268 0,0 0-516 0,0 0-172 16,-80 37 0-16,72-7 96 15,4-3 120-15,-1 5 80 0,5-3-56 0,0 0-160 0,5-4-144 16,3-3-124-16,4-3-24 0,-5-6-136 16,10-4 64-16,-6-9-116 0,6 0 28 0,-2-5-208 15,2-15 24-15,-2-2-92 0,1-7-136 31,0 4 12-31,-4-3-196 0,4 4 76 16,-4 6 24-16,0 3 124 0,0 8 236 0,-4 3 128 16,4 4 192-16,-5 0 76 0,2 7 572 15,3 5 88-15,-5 1-244 0,2-1-28 16,-1 2-84-16,0-4-116 0,-5 2 44 0,6-2-92 16,-5-1-216-16,4-3-136 0,-8-2-400 15,4-4-584-15,-1 0-92 16,1 0-472-16,0-7-1113 0,1-2-2539 0</inkml:trace>
  <inkml:trace contextRef="#ctx0" brushRef="#br0" timeOffset="120648.878">20810 9999 7220 0,'0'0'272'0,"0"0"4689"0,0 0-3205 15,0 0 84-15,0 0-116 0,0 0-588 0,92 2-436 0,-69-4-296 16,1-5-304-16,0-3-100 16,0 3-100-16,0-5-352 0,-8 2-360 0,4 1-224 15,-9 2-448-15,-3 4-1184 0,-8 3-2497 16</inkml:trace>
  <inkml:trace contextRef="#ctx0" brushRef="#br0" timeOffset="120798.311">20849 10153 6168 0,'0'0'4240'16,"0"0"-2311"-16,0 0 387 0,0 0-512 0,0 0-412 15,0 0-268-15,92-3-376 0,-68-7-468 0,-5-2-280 0,6-4-172 32,-5 0-368-32,-5-4-232 0,2-1-392 15,-6 5-1016-15,2-6-3497 0</inkml:trace>
  <inkml:trace contextRef="#ctx0" brushRef="#br0" timeOffset="121034.427">20866 9779 8716 0,'0'0'2905'0,"0"0"-1149"0,0 0-792 0,0 0 260 16,27 70 268-16,-11-48-4 0,0 6-468 15,0 4-432-15,-1 0-212 0,6 4-108 16,-5 1-108-16,-4 1-108 0,4 0-52 16,-8 0-168-16,3-3-40 0,2 4-344 0,-1-5-96 15,3-5 120-15,-2-4-40 0,2-6-236 16,-2-6-1108-16,2-7-1884 0,1-6-1813 16</inkml:trace>
  <inkml:trace contextRef="#ctx0" brushRef="#br0" timeOffset="121352.015">21487 9947 7160 0,'0'0'7077'0,"0"0"-6233"0,0 0 100 16,0 0 856-16,0 0-176 0,8 79-192 16,0-62-604-16,-5-5-575 0,10-3-205 0,-5-2 28 0,-1-2 32 15,6 2-24-15,-5-7-84 0,3 4-44 31,2-4 32-31,-2 0 0 0,6-11-268 0,-6 3-25 16,1-9 13-16,-3-5-60 0,2-3-24 16,-3 0-52-16,-4-1-112 0,1 4-60 0,-1-3 120 15,-4 6 12-15,0 0 8 0,-9 0 176 0,-3 2 184 32,1 2 100-32,-6 5 72 0,2 2 24 0,-5 1-96 0,-1 3-12 0,2 4-224 15,-9 6-112 1,4 11-292-16,0 1-768 0,0 8-652 15,-3 2-669-15,10-5-1603 0,-3 11-1232 0</inkml:trace>
  <inkml:trace contextRef="#ctx0" brushRef="#br0" timeOffset="122784.153">21901 8019 4756 0,'0'0'4728'0,"0"0"-2895"16,0 0-189-16,0 0-236 0,0 0 44 0,0 0-260 15,88 24-188-15,-73-3-128 0,2 5-336 16,-6 6-172-16,-2 2-100 16,-1 4-108-16,-4-3 12 0,-1 4-76 15,-3-6-96-15,0 0 0 0,0-4-108 16,0-4 20-16,0-3 4 0,0-8 36 15,0-6-12-15,0-2-16 0,0-6-56 16,0 0-52-16,0 0-224 0,0 0-144 0,0-6-200 0,0-2-28 0,4-9 44 16,0-5 168-1,1-3 192-15,3-1-116 0,-4-2 204 0,3-2-16 16,-3 5 304-16,5 0 48 0,-1 3 40 0,-1 0 232 16,1 3 108-16,5 6 12 15,-6-1 0-15,5 6-28 0,-3 2-36 16,2 2-116-16,-3 4-12 0,4 0 0 15,-4 10 148-15,4 3 24 0,-4 6-148 16,0 3-88-16,0 3-72 0,-1 4-28 0,2-4-72 16,-1 1-12-16,-4-1 0 0,3 1-148 15,2-4-96-15,-1 0-572 0,0 0-300 16,-1 3-616-16,2-9-2813 16,-1 3-4331-16</inkml:trace>
  <inkml:trace contextRef="#ctx0" brushRef="#br0" timeOffset="123104.826">22687 8369 2540 0,'0'0'9357'0,"0"0"-6705"0,0 0-1872 16,0 0-276-16,-69 88 640 0,54-58 244 16,-2 1-296-1,6-6-320-15,-1 1-404 0,7-10-200 0,5-4-168 0,-4-5-12 0,4-1-144 16,0-6-88-16,0 0 48 0,9 0-100 15,-5-6 164 1,7-1-312-16,-3-5-32 0,5-4-20 0,-2-3 76 16,-3 0 0-16,5 0 72 0,-6 4 24 15,5-2 0-15,-3 5 72 0,2 1 112 0,-3 9 28 16,1-2 112-16,2 4 240 0,-3 0 248 16,1 6 160-16,2 1-92 0,-3 5-124 15,0 5-172-15,0-4-88 0,-4 3-84 16,4-4-8-16,-1 1-80 0,-3-4-72 15,5 1-28-15,-1-4-184 16,-1-3-704-16,-3-3-524 0,5 0-2548 0,-1-3-2557 0</inkml:trace>
  <inkml:trace contextRef="#ctx0" brushRef="#br0" timeOffset="123321.927">23117 8175 11589 0,'0'0'2440'16,"0"0"-396"-16,0 0 320 0,0 0-448 0,0 0-407 0,92 16-529 15,-69-19-472-15,9-7-288 0,-1-5-220 0,1-1-36 0,0-6-292 32,5-4-276-32,-5 1-281 0,-4 2-383 15,0-2-868-15,-9 6-2444 0,1 0-1905 16</inkml:trace>
  <inkml:trace contextRef="#ctx0" brushRef="#br0" timeOffset="123589.017">23264 7782 4244 0,'0'0'2640'0,"0"0"448"0,0 0-1283 0,0 0-169 0,0 0 140 16,-32 92-108-16,28-58-204 0,4 5-292 0,0 5-280 31,4 3-272-31,4 8-156 0,-4 2-160 0,4 6-111 15,0 4 3-15,0 0-52 0,0 3-72 16,0-7-64-16,-1 0-8 0,-3-2-68 0,1-8-28 16,-1 2 84-16,0-7-144 0,0-4 32 0,0 1-9 0,3-4-87 31,2-6-108-31,-5-4-112 0,0-8 28 0,0-8 56 0,-4-8-48 16,0-7 0-16,-4 0-148 15,-9-7-464-15,-2-5 184 0,-6-1 104 0,-2-9-440 16,-5 0-1056-1,4 6-2445-15,-20-17-3187 0</inkml:trace>
  <inkml:trace contextRef="#ctx0" brushRef="#br0" timeOffset="124112.362">23989 8083 3252 0,'0'0'1916'16,"0"0"2044"-16,0 0-2163 0,0 0-269 16,0 0-204-16,-76-22-156 0,60 22 128 0,0 7-284 0,-3 1-208 15,2 6-148 1,2 4-152-16,2 8-64 0,2 9 0 16,7 0-24-16,0 6-84 0,4 1-76 15,0-4-76-15,4 0-112 0,4-4-68 16,3-2-108-16,2-10-320 0,2-2-144 15,2-8-188-15,-2-5-124 0,9-7-388 0,-4 0-684 16,8-10-772-16,-8-2-2473 0,16-13-2238 16</inkml:trace>
  <inkml:trace contextRef="#ctx0" brushRef="#br0" timeOffset="124428.799">24272 8086 8584 0,'0'0'2457'0,"0"0"-957"15,0 0 132-15,-52 83 272 0,36-45-132 0,0 0-356 16,8 0-288-16,0-6-336 0,1-4-244 16,7-8-327-16,0-4-221 0,0-10-181 0,0-3-147 0,7-3-52 15,5 0 64-15,1-6-48 0,2-7-224 0,5-3-148 16,-8-6-224-16,4-1-308 31,-4 5-12-31,4-4 120 0,-8 3 40 0,3-1 84 0,-2 1 240 16,-1 3 139-16,0 4 657 0,-5-1 92 15,-3 4 669-15,4 2 275 16,-4 4-244-16,0 3-196 0,4 0 104 0,-4 6-108 16,0 7 224-16,5 0 0 0,-1 6-136 0,0 4-160 15,3-2-12-15,-3 5 228 0,4-4 96 16,1 0-368-16,-2 1-404 16,1-5-60-16,-4-2-280 0,5-3-404 0,-2-1-332 15,1-2-468-15,0-7-1268 0,1-3-2785 0</inkml:trace>
  <inkml:trace contextRef="#ctx0" brushRef="#br0" timeOffset="124689.987">24798 7960 1604 0,'0'0'9296'0,"0"0"-7703"16,0 0-557-16,0 0 384 15,0 0-20-15,76 78-132 0,-57-55-404 0,-6 2-432 16,2 4-160-16,2 6-124 0,-6 0 60 16,-3 4-88-16,-3 1-44 0,-5 2-64 0,0 2-12 15,-9 3-36-15,-3 1-124 0,-8-3-184 16,-4-1-284-16,1 1-100 0,-5 0-104 0,0-5-84 16,-4-5-292-16,4 0-736 0,4-13-2049 15,-16 4-2447-15</inkml:trace>
  <inkml:trace contextRef="#ctx0" brushRef="#br0" timeOffset="131722.475">17992 8731 3420 0,'0'0'10073'15,"0"0"-8537"-15,0 0-1044 0,0 0-156 16,0 0 460-16,0 0 196 0,0 0 12 0,0 0-452 16,0 0-392-16,28 0-160 15,-20 3-36-15,1 4-124 0,-5-7-260 0,0 6-444 16,-4-3-340-16,0 0-912 0,0 4-2545 15,0 2-2743-15,-53-47 4908 0</inkml:trace>
  <inkml:trace contextRef="#ctx0" brushRef="#br0" timeOffset="131866.177">17973 9064 3604 0,'0'0'7861'0,"0"0"-6069"0,0 0-788 0,0 0-296 0,0 0 124 15,0 0-64-15,0 0-544 0,0 0-224 16,0 0-576-16,0 0-784 0,47 12-1584 16,-39-17-5593-16</inkml:trace>
  <inkml:trace contextRef="#ctx0" brushRef="#br0" timeOffset="183416.997">11279 7061 10184 0,'0'0'1917'31,"0"0"215"-31,0 0-1476 0,0 0-492 0,0 0 64 0,0 0 424 16,0 0 600-16,0 0-384 15,104 6-472-15,-72-6-212 0,0 0-108 16,0 4-4-16,-4-4-68 0,0 0-4 0,-5-4 0 16,1-2-48-16,-4-3-272 0,-1-5 148 15,-2 2-436-15,-6-4-336 0,2-3-352 16,-5 0-1228-16,-5 6-2669 0,1-10-2486 0</inkml:trace>
  <inkml:trace contextRef="#ctx0" brushRef="#br0" timeOffset="183662.349">11507 6829 9984 0,'0'0'1677'0,"0"0"-997"0,0 0 152 15,0 0 260-15,0 0 348 0,-5 70-48 16,10-45-452-16,6 4-496 0,-3 3-148 0,4 0 36 16,0 3-108-16,0 5 520 0,0 4-352 15,-4 5-332-15,0-2-60 0,0-2-80 16,-4-5 80-16,-4 2 0 15,0-7 0-15,0-5-84 0,0-2-148 0,-9-6-112 16,-2-4 52-16,-5 1-424 0,0-2-208 16,-4-4 56-16,4-1-640 0,-4-5 208 0,5-4-320 15,2-3-153 1,-2-7-503-16,7 1-516 0,-9-16-1528 0</inkml:trace>
  <inkml:trace contextRef="#ctx0" brushRef="#br0" timeOffset="183977.848">11260 6743 9592 0,'0'0'2449'0,"0"0"-1477"0,0 0-104 15,0-70 172-15,3 49-48 0,9-2-164 16,1-2-204-1,6 2-276-15,1 1-88 0,4 4-100 0,-1 1-72 16,5 8-80-16,-4-1 88 0,1 8-96 0,-1 2-84 0,-5 0 8 0,5 6 16 31,-4 7-4-31,-4-1 64 0,4 7-4 0,-4 3-32 16,-4-3 36-16,4 4 36 0,-4-8-36 16,-4-2-4-16,-1-4-44 0,1-2 40 15,1-4-264-15,-1-3 12 0,3 0 48 16,-2-3 76-16,2-4-240 15,1-2-240-15,1-7-364 0,2 0-668 0,-2 3-1161 0,2-9-3631 0</inkml:trace>
  <inkml:trace contextRef="#ctx0" brushRef="#br0" timeOffset="194653.697">3191 16224 4072 0,'0'0'7825'16,"0"0"-6649"-16,0 0-512 0,0 0-132 0,0 0 416 0,0 0 472 16,0 0-336-16,0 0-292 15,-8-3-216-15,11 3-132 0,10 3-16 16,7 0 132-16,12 0 4 0,8 4-324 0,12-1-32 16,3 0-100-16,8 4 28 0,6-4-27 15,-1 1-101 1,-1 0 76-16,4-7-84 0,2 2-96 0,-2-2 96 0,1 0 0 15,-4-2-49-15,-4-5-35 16,-4 0-28-16,-9-2-116 16,-3 2-104-16,-5-2-80 0,-7-1-4 0,-8 4-84 0,-8 0-16 15,-4-1-196-15,-7 4-416 16,-6 3-372-16,-3-3-700 0,-7 3-2253 0,-17 0-2639 0</inkml:trace>
  <inkml:trace contextRef="#ctx0" brushRef="#br0" timeOffset="194921.065">3072 16799 3056 0,'0'0'9485'0,"0"0"-8501"0,0 0-984 16,0 0 0-16,0 0 596 15,75-26 428-15,-31 16 148 0,11 1-248 0,5-3-352 16,9 1-92-16,6 3-120 15,0 4-128-15,1 2-108 0,4 2 524 16,-4 0-304-16,-5 0-344 0,1 0-172 0,-12 2 24 0,0-2-96 16,-5 0-88-16,-3 0 0 0,-4 0-84 15,0-2-128-15,-13-5-364 0,-3 1-572 16,-8 0-636-16,-7-1-929 16,-6-5-2547-16</inkml:trace>
  <inkml:trace contextRef="#ctx0" brushRef="#br0" timeOffset="195253.702">3653 15833 900 0,'0'0'8732'0,"0"0"-7788"0,0 0-211 0,0 0 603 15,87-9 16-15,-55 9-64 0,5 6-268 0,-1 1-520 31,7 5-164-31,5 1-272 0,-1 4 256 16,6 2 188-16,3 2-248 0,-4 2-196 16,-1 5-52-16,-3 4 48 0,-5 3 100 15,-7 2-148-15,1 5-12 0,-14 3-24 0,-3 5-24 16,-8 4 40-16,-8 4-672 16,-4 5 680-16,-12 3 504 0,-8 5-328 0,-3-1-168 15,-5 2 0-15,0-2 76 0,-4-3 64 16,0-1 112-16,-4-3-52 0,4-5-164 0,1-7-44 15,7-7-48-15,-1-5-284 0,5-11-88 16,9-6-916-16,3-6-420 0,-1-6-728 0,5-4-2241 16,4-6-3115-16</inkml:trace>
  <inkml:trace contextRef="#ctx0" brushRef="#br0" timeOffset="195899.077">6318 16068 3008 0,'0'0'8753'0,"0"0"-6877"16,81-6-356-16,-42 3-576 0,13-7 120 0,4 4-120 15,8-4-240-15,3 1-140 0,9 0-52 16,4 2-120-16,-5 1-244 0,1 0-52 0,-4 2-84 0,-13 4-12 16,-6 0-8-1,-10 6-76-15,-7 4-36 0,-8 3 104 16,-12 3-44-16,-8 6-88 0,-8 3 88 15,-4 10-148-15,-20 9-36 0,-4 4 72 0,-16 9 160 0,0 1 12 16,-11 9 12-16,-10-1-12 16,2 6-4-16,-9 2 4 0,9 2 8 15,3-6 40-15,4-3-36 0,12-6 0 16,5-11-12-16,11-6 120 0,8-12-60 0,12-10 188 16,-1-6-248-16,9-7-152 0,13 1-188 0,2-4 340 15,17-2 232-15,5 3 148 16,10-7-84-16,9 0-80 0,4-11-128 15,3 5 8-15,9-4-92 0,-5 1 132 16,2 0-136-16,-2 2 0 16,-11-2-64-16,-1 2-68 0,-10-2-232 0,-6 2-276 15,-3-5-280-15,-4 2-252 0,-8-2-756 0,-4 2-1308 0,-4-12-3465 16</inkml:trace>
  <inkml:trace contextRef="#ctx0" brushRef="#br0" timeOffset="196128.99">7534 16342 7840 0,'0'0'5265'0,"0"0"-3893"0,0 0-968 0,0 0-164 0,-76 91 328 16,52-56 808-16,-4 3-284 16,-4 7-536-16,-4 2-396 0,-3 11-36 15,-1-2-48-15,0 12-76 16,-4-5-96-16,5 4-28 0,-6-7 0 15,6-3-72-15,7-9-52 0,4-6-136 16,8-14 0-16,0-3-300 0,12-9-508 0,0-3-932 16,8-10-2093-16,0-3-2387 0</inkml:trace>
  <inkml:trace contextRef="#ctx0" brushRef="#br0" timeOffset="196470.381">7948 16304 3100 0,'0'0'12445'0,"0"0"-10753"16,0 0-1692-16,0 0 236 0,116-6 172 0,-69-5 308 15,5-2-64-15,-7 1-284 0,-2-1-232 0,-3 1-124 16,-1-4 32-16,-2-3-44 16,-1 3-148-16,-5 0-232 0,-3 0-96 0,-8 0-56 15,0 7-284-15,-8-1-460 16,-8 3-704-16,0 4-1124 0,-4 3-1949 0,-16 0-359 0,4 0 4781 15</inkml:trace>
  <inkml:trace contextRef="#ctx0" brushRef="#br0" timeOffset="196666.838">8195 16272 3576 0,'0'0'12'0,"0"0"5712"0,0 0-4019 16,-75 79-585-16,58-50-136 0,6 2 172 16,2 4 20-16,1 0-232 0,5 0-232 15,3 3-280-15,-4 1-20 0,4-2-44 16,0-2 140-16,4 4-68 0,-1-5-232 0,5-2-132 15,1 0-76-15,2 0 84 0,6-4 28 16,-2-3-108-16,6-2-4 0,3-4-64 16,-5 0-96-16,9-3-136 0,-4-4-24 15,4-2-160-15,0-1-112 0,4-5-228 16,0-1-584-16,3-3-748 0,-10 0-1069 0,18-13-3267 0</inkml:trace>
  <inkml:trace contextRef="#ctx0" brushRef="#br0" timeOffset="197092.895">9307 16043 6368 0,'0'0'1924'0,"0"0"4"0,0 0-1023 0,0 0-749 16,0 0 368-16,0 0 808 0,0 0-112 16,-16 69-144-16,4-30-476 0,0 8-80 15,1 11-60-15,-6 5-148 0,-3 11-176 0,4-2-24 16,-8 8-40-16,4-4-72 0,-3 1-52 16,-1-8-84-16,7-12 12 0,2-13-28 0,2-14 40 15,9-11-24-15,1-13-112 0,3-6-456 16,0-13-304-16,7-13-792 15,2-12-705-15,-1 7-1395 0,12-36-1956 16</inkml:trace>
  <inkml:trace contextRef="#ctx0" brushRef="#br0" timeOffset="197420.714">9366 16156 508 0,'0'0'11113'0,"0"0"-9677"15,40 74-900-15,-27-32-220 0,6 5 280 0,-3 7 752 16,5 0-368-16,-6 0-308 15,-2 0-348-15,2-6-232 0,1-4-92 16,0-6-124-16,-5-3 16 0,2-6 32 0,-2-10-36 16,2 0 52-16,-5-6-176 0,-4-7-176 15,-4-3 36-15,0 1-28 0,-4-4-124 0,-8 0-304 0,-8 0-244 16,-4 0 4-16,0-7 148 0,-8 4 316 16,0-7 95-16,-8 4-187 15,-3-3-632-15,-1-4-372 0,0-1 1248 16,4 0 456-16,4-3 444 15,8 1 464-15,9 7 224 0,10-1 148 16,5 7-143-16,4-3-433 0,9-1-420 0,10 1 240 16,5-3 524-16,8-7-352 15,4 0-532-15,8 0-164 0,0 0-12 0,-1-3-36 16,5-1-80-16,-4 1-404 0,0 0-436 16,-12 7-1925-16,11-7-4071 0</inkml:trace>
  <inkml:trace contextRef="#ctx0" brushRef="#br0" timeOffset="198120.746">9860 16180 3724 0,'0'0'472'15,"0"0"5564"-15,0 0-4595 16,0 0-465-16,105-38-136 0,-78 31-52 0,1-2-156 0,0 2-364 0,0 0-168 16,-4 4-24-1,4 0-16-15,0 3 16 0,-4 0 64 0,-1 3-52 16,1 11 112-16,-4 8 24 15,5 6-32-15,-2 14-64 0,-3 8-40 0,0 8-88 0,-1 5 0 16,-6 3-64-16,-1 1-24 0,-1-3 32 16,-6-4 56-1,3-3 0-15,-4-6 60 0,-4-6 52 0,3-1 264 16,-3-5 84-16,0-8 48 0,0-6-188 16,-3-6-132-16,-1-3-80 0,0-6 52 0,-5-7 88 15,1 0 60-15,-3-3-212 16,-6 0-96-16,-2 0-392 0,-5-10-16 15,-4 1-12-15,4-4-24 0,-4-6-152 16,0 1-508-16,0-6-672 0,9-1-1424 16,-2 6-2429-16</inkml:trace>
  <inkml:trace contextRef="#ctx0" brushRef="#br0" timeOffset="198470.268">11937 16634 11997 0,'0'0'2032'0,"0"0"-1520"16,0 0-512-1,55 72-304-15,-39-49 76 0,-4-4 36 0,-8-4-328 16,-4-2-812-16,0-3-1313 0,-4-3-1799 0,-4-4 136 15,-12-3 4128 1</inkml:trace>
  <inkml:trace contextRef="#ctx0" brushRef="#br0" timeOffset="198615.714">11813 16142 7476 0,'0'0'4961'16,"0"0"-4121"-16,0 0-468 0,87-13-32 15,-59 7-340-15,0 2 0 16,0-3-316-16,0 4-1384 0,-4-2-3325 16,20-6-935-16</inkml:trace>
  <inkml:trace contextRef="#ctx0" brushRef="#br0" timeOffset="198858.046">12602 16329 2936 0,'0'0'9589'16,"0"0"-8201"-16,-4 89-600 0,-4-61-56 15,0 5 360-15,-4-6-8 0,4-4-328 0,4-4-684 16,0-4-72-16,4-2-208 0,0-3-4 0,8-3 28 16,4 2 96-16,4 0 80 15,8-2 8-15,-1-4 88 0,2 3-80 16,-1-3-8-16,-4 1 0 0,-1-1 0 0,-2 0-76 16,-6 3-36-16,-3 4 112 0,-3-1 12 15,-5 5 124-15,0 0-136 16,0 3-84-16,-9 2-476 0,-3-3-200 15,-4 0-312-15,4-4-344 0,-8-2-908 16,1 0-2237-16,6-7-1363 0,-15 0 5780 0</inkml:trace>
  <inkml:trace contextRef="#ctx0" brushRef="#br0" timeOffset="200547.139">15324 16758 692 0,'0'0'940'16,"0"0"-512"-16,0 0-76 0,0 0-116 0,0 0 12 31,0 0-80-31,0 0-64 0,0 0 2256 0,0 0-1436 0,0 0-560 16,0 0-272-16,-5 9-80 15,5-9-12-15,0 0-204 0,0 0-900 0,0 0-552 16,-4 0-156-16,4 0 116 0,0 0 1528 16,0 0-56-16,0 0 169 0</inkml:trace>
  <inkml:trace contextRef="#ctx0" brushRef="#br0" timeOffset="205987.292">16901 16205 1880 0,'0'0'9457'0,"0"0"-7473"0,0 0-880 16,0 0-196-16,0 0 28 15,0 0-300-15,0 0 48 0,0 0 168 0,0 0-468 16,0 0-140-16,79 99-72 0,-79-55-160 0,0 4-12 16,0-1-108-16,0-6 20 15,-4 1-72-15,1-7 0 0,3-3 0 0,-4-7 12 0,0-6 36 0,4-10-24 16,0-3-48-1,0-6-28-15,0 0-72 16,0-9-100-16,8-10 36 0,-1-7 96 0,10-2 152 16,-2-7 100-16,2 6 164 0,-2 2-64 0,-2 7 72 15,-6 7-48-15,1 10-124 0,-4 0-312 0,-4 3 248 16,5 6 64-16,-2 4 584 16,1 6-112-16,-4 3-248 15,4 2-76-15,-4-4-60 0,0-1-80 0,4-5-8 16,-4 0-12-16,0-8-160 15,0 0-40-15,8-3 212 0,-3 0 112 16,2-10 408-16,9-2-176 0,0-8-148 16,0 1-196-16,4-2 0 0,0-2-8 0,-1 4 0 15,2 7-80-15,-1 5-84 16,-1 4-48-16,2 3 84 0,3 3 88 0,-5 13 48 0,1 0 392 16,4 6 76-16,-8 4-272 15,0-1-24-15,0-4-108 0,-4 3-28 0,0-2-36 16,-5-3-148-16,2-3-60 15,3-4-64-15,-8 1-268 0,3-3-304 0,-3-3-300 0,5-7-1024 16,-1 0-2261-16,-5 0-1575 16,9-20 2213-16</inkml:trace>
  <inkml:trace contextRef="#ctx0" brushRef="#br0" timeOffset="206269.768">17749 16487 156 0,'0'0'9084'16,"0"0"-5915"-16,0 0-2325 0,0 0-412 0,45 80 304 15,-38-61 324-15,1-7 24 0,1-2-524 16,-1-7-500-16,-1-3 104 0,5 0 172 0,4-6 108 16,0-6-100-16,0-8-156 0,-1-5-128 15,2 0-60-15,-6-5-72 0,2 2-16 0,-5 3-4 16,-4 3 84-16,-4 2 16 16,0 8 4-16,-8-1 40 0,-4 7-52 0,-8 0-100 15,-4 1-96-15,0 5 48 0,1 0 140 0,-1 0-56 16,3 11-84-16,6 2-64 15,-5 5 52-15,8 2 48 0,-4-1-12 16,8 3-100-16,-5-2-88 0,9-6-112 16,1 5-508-16,-1-2-472 15,4-1-1128-15,0 2-2257 0,0-8-1151 0,0 6 5237 0</inkml:trace>
  <inkml:trace contextRef="#ctx0" brushRef="#br0" timeOffset="210104.373">15268 16135 4468 0,'0'0'5716'0,"0"0"-4439"0,0 0-701 0,0 0 156 15,0 0 528-15,-73-73-148 0,58 67-108 16,-2-1-260-16,2 1-124 0,-1 6-172 0,0 0 32 15,0 0-60-15,0 9-52 16,0 1-48-16,4 9-40 0,1 6-12 0,-2 7-8 16,2 10-140-16,2 8-72 0,1 4 28 0,4 7 32 15,0-4-24 1,4 0-72-16,4-10 136 0,8-5-76 0,0-10 4 16,0-14 20-16,4-8-92 0,0-7-4 15,0-6-48-15,4-9 0 0,0-8-124 16,0-5-304-16,-4-10-72 0,0-2-152 0,-1-2 184 0,-2-3 156 15,-1 5 140 1,-5 2 20-16,2 9 200 0,-1 7 104 16,-4 6-32-16,-1 10-72 0,1 3-176 15,0 7 176-15,0 5 324 0,5 10 180 16,2 3-196-16,-3 7-88 0,4 1-84 0,0 1-24 0,4 1 72 16,0 4-4-16,0-8-32 15,7 1-36-15,-2-3-64 0,7-4-48 0,-4-6-256 16,4-3 84-16,4-10-356 15,-4-3-532-15,3-3-516 0,1-3-1328 16,-9-7-2701-16,14-2-2478 0</inkml:trace>
  <inkml:trace contextRef="#ctx0" brushRef="#br0" timeOffset="211037.549">18243 16446 40 0,'0'0'6964'0,"0"0"-4360"16,0 0-1231-16,0 0-297 0,0 0 192 0,0 0-288 15,0 0-224-15,-51 66-200 16,47-27-232-16,4 8-4 0,0 1 4 0,0 6 88 16,4-3 84-16,0 0-100 15,0-13-100-15,4-6-48 0,-1-13 60 16,-2-6-72-16,3-13-140 0,0 0-96 16,-1-17-64-16,6-8 60 0,-2-10-476 0,6-6-412 15,-6-10-228-15,6 0 64 0,-2-3-196 16,-3 0 172-16,0 1-200 0,0 2-113 15,-3-6-183-15,-6 3 212 0,1-3 340 16,-4 2-1388-16,0-2 1188 0,0 7 1224 16,0 1 196-16,-4 5 744 0,1 10 1624 15,-2 2-396-15,1 3-576 0,4 10-199 16,-4 7-89-16,4 1-80 0,0 5-176 16,0 6-116-16,0 0-184 0,0 0-200 0,0 6-152 0,0 11-60 15,4 2 8-15,0 13 88 16,4 3-16-16,-4 12-24 15,0 3 84-15,4 8-96 0,-8 5-136 0,4 2-160 16,-4 0-84-16,4-1-120 0,-4-4-160 0,0-5 36 16,0-8-320-16,4-6-208 0,0-9-28 0,0-7-116 0,4-14-400 31,0-9-716-31,0-2-1041 0,4-16-3699 0</inkml:trace>
  <inkml:trace contextRef="#ctx0" brushRef="#br0" timeOffset="211337.783">18622 16618 2764 0,'0'0'4588'16,"0"0"-1492"-16,0 0-1587 0,28 75-41 0,-16-62 220 15,3-7-392-15,2-6-508 0,3-2-432 16,3-17-68-16,5-7-288 0,0-5-204 16,-4-7-380-16,4-4-316 0,-7 0-308 0,-2 2-316 15,-3 1-72-15,-4 8 243 16,-4 2-239-16,-8 7-148 0,0 6 324 0,-4 4 152 15,-12 8 1264-15,-4 4 912 0,0 0 1092 0,-3 7 96 0,2 9-692 32,1 3-367-32,1 9-29 0,6 4 96 0,2 9-72 15,7 3-304-15,0 4-28 0,4 6 132 16,0 3-104-16,4-3-192 0,7-3-192 16,2-10-216-16,2-12-132 0,2-10-72 15,2-13-248-15,1-9 124 0,5-13-372 0,2-12-276 16,0-14-600-16,6-8-1472 15,-10 8-3525-15,13-27 893 0</inkml:trace>
  <inkml:trace contextRef="#ctx0" brushRef="#br0" timeOffset="211533.109">19236 15893 52 0,'0'0'8132'0,"0"0"-5672"15,0 0-1031-15,0 0-125 0,0 99 180 16,4-61-48-16,0 11-116 15,-4 1-184-15,8 10-312 0,-5 0-224 0,1 14-172 16,-4-1-248-16,0 5-180 0,0 2-48 0,0-7-120 0,0-2-336 16,0-11-376-1,0-13-256-15,0-6-292 16,4-15-1116-16,5-5-3237 0</inkml:trace>
  <inkml:trace contextRef="#ctx0" brushRef="#br0" timeOffset="212061.205">20419 16754 2304 0,'0'0'2880'15,"0"0"1452"-15,0 0-2655 0,0 0-621 0,0 0 144 16,0 0 80 0,32 67-208-16,-21-39-120 0,2 10-204 15,2-2-300-15,-2 2-128 0,2-6-100 0,2-7-168 16,-2-6 16-16,2-7-68 0,2-9-184 16,1-3-76-16,-3-9-332 0,6-10-256 0,-7-3-192 15,4-4-136-15,-8-2-80 16,0-3 296-16,-4 1 308 0,-4 5-32 15,-4 3 195-15,0 6 345 0,-9 7 144 16,2 2 364-16,-9 4 137 0,-4 3 103 16,0 0-424-16,-8 3 204 0,5 4 104 15,-5-1-68-15,0 0-76 0,4 4-192 0,8-1-24 16,0 1-104-16,4-4-24 0,3 0-404 16,9 1-492-16,0-3-797 0,5-2-3027 15,-1 1-564-15,12-3 4436 0</inkml:trace>
  <inkml:trace contextRef="#ctx0" brushRef="#br0" timeOffset="212178.968">20866 16799 1004 0,'0'0'1356'0,"0"0"3796"15,87 16 269-15,-56-13-3945 0,1-3-744 0,0-3-316 16,-8-7-252-16,4-9-164 0,-4-6-732 16,1-7-1108-16,-6-10-2577 0,1 14-2995 0,0-26 7336 15</inkml:trace>
  <inkml:trace contextRef="#ctx0" brushRef="#br0" timeOffset="212424.107">21005 16415 3860 0,'0'0'640'0,"0"0"4632"16,-21 95-3851-16,21-51-561 0,0 7 292 16,0 6 284-16,9 4-52 0,-1 5-192 0,7 4-352 15,-2 2-232-15,6 5 4 0,-2 2-12 16,-6 1-304-16,6 0-296 0,-6-1 0 0,2-3-60 0,-6-3-28 0,1 0-60 31,0-7-156-31,-3-5-140 0,-5-10 4 16,0-4 8-16,0-8 24 0,0-8-40 15,-5-6-136-15,-3-6-396 0,-3-8-648 16,-6-5-604-16,-2-6-645 0,-5-6-2147 0,7-1 3368 16,-11-16 120-16</inkml:trace>
  <inkml:trace contextRef="#ctx0" brushRef="#br0" timeOffset="213070.688">22435 16776 3284 0,'0'0'1940'0,"0"0"3540"0,0 0-4311 0,0 0-397 15,96 39-172-15,-73-20 200 0,1 3 76 0,-3 1-284 16,-6 2-280-1,-2 0-236-15,-6 4-68 0,1-1 4 0,-4 1-12 16,-4-1 4-16,0 1 68 0,0 3-72 16,0-5 0-16,-4 0 0 15,0-5 8-15,0-7 104 0,1-2 156 0,-1-6-8 16,4-5 16-16,0-2 72 0,0 0 136 16,0 0 48-16,0-6-172 15,0-3-80-15,7-4-180 0,1-6-40 0,0 3-52 0,1-7 116 16,-2 4-52-16,5 0-20 0,-3 5-52 15,2-6-8-15,1 1-4 0,0 3-64 16,0-3 16-16,4-3-64 0,0 3 64 16,0-3 8-16,-1 3-44 0,-2 0-4 15,2-1-48-15,-2 8-36 0,-5-1-188 16,-4 3-96-16,-1 7 44 0,-3 0-12 16,0 3-244-16,0 0-652 0,-7 3-844 0,-1 3-1109 15,3 1-2375-15,-6 2 2632 0</inkml:trace>
  <inkml:trace contextRef="#ctx0" brushRef="#br0" timeOffset="213548.307">22236 16830 196 0,'0'0'4308'0,"0"0"28"0,0 0-3028 0,0 0-752 15,0 0-119-15,0 0 283 16,0 0-76-16,0 0 56 16,0 0-216-16,0 0 252 0,28-12 48 0,-20 9-192 0,-1 3-204 15,2-4-160-15,-5 4-76 0,0 0-140 0,-4 0 48 16,0 0-60-1,4 0-8-15,-4 0-76 0,0 0-16 0,0 0-64 16,0 0-140-16,0 0-48 0,0 0-12 16,0 0-40-16,0 0-16 0,0 0 4 0,0 0 20 15,0 0-228-15,-4 0-296 16,0 0-701-16,-4 0-1475 0,-1-3-1268 0,-2 3 3308 16,3-3 444-16,52 9-724 15</inkml:trace>
  <inkml:trace contextRef="#ctx0" brushRef="#br0" timeOffset="213978.578">22056 16824 3496 0,'0'0'4584'0,"0"0"-1711"0,0 0-1189 0,0 0-448 16,0 0-48-16,0 0 84 15,0 0-136-15,100 16-320 0,-63-13-152 0,-2-3-232 16,1 0-176-16,0 0-12 0,-5-6-124 16,1-1-120-16,-4-2-12 0,-7-4-72 0,2 4-40 15,-7-4-280-15,1 0-148 0,-6-2-200 16,1 2-168-16,-9-1-496 0,2 6-684 15,-5-5-821-15,0 3-2939 0,0 1 1508 16,-12-3 3849-16</inkml:trace>
  <inkml:trace contextRef="#ctx0" brushRef="#br0" timeOffset="214320.288">22247 16402 640 0,'0'0'376'0,"0"0"4704"0,0 0-2236 0,0 0-1280 0,9 77-351 16,-1-52 183-16,-4 2-164 15,3 3-196-15,6 5-256 0,-1 3-376 0,-1 3-108 16,6 3-180-16,-1 4 20 0,-1 6-64 16,2 0-8-16,-2 2 12 0,-3-1 20 15,0-4 68-15,0-1-40 0,-4-6-116 0,0-5 128 16,-4-1 12-16,0-3 0 15,-4-3-48-15,0-3-4 0,0-2-44 0,-4 0-8 0,-3-5-40 16,-2 3-8-16,-3-3 4 16,1 0 0-16,-6 1 0 0,2-4-72 15,-5-4-164-15,-1-2-48 0,2-1 48 0,-1-1-48 0,-4-5-52 16,-1 0-128-16,2-2-88 0,-5-4-152 16,4 0 48-16,-4-4-68 0,4-8-396 15,0-1-1001 1,9-4-1859-16,-2 3-1412 0,6-9 4320 0</inkml:trace>
  <inkml:trace contextRef="#ctx0" brushRef="#br0" timeOffset="-214426.663">23149 17021 548 0,'0'0'6872'15,"0"0"-4100"-15,0 0-1263 16,0 0-177-16,0 0-60 0,75 35-352 0,-55-35-228 0,0 0-276 16,0-9-176-16,0-8-80 15,-1 2-52-15,-2-5-108 0,-6-5-100 16,2 0-184-16,-5 3 4 0,-5-3-60 0,1 2 88 16,-4 0 52-16,0 8-104 0,0 5 180 0,-11 4 12 15,2 0-4 1,-6 6 116-16,-6 0 52 0,2 0 112 0,-5 9 48 15,0 4 80-15,0 2-116 16,1 5 48-16,2 6-24 0,1-1-60 0,5 6-36 0,2 4 184 16,1 3-16-16,5 0-160 15,3 1 140-15,-1-5-180 16,5-2-72-16,0-7-96 0,9-9-104 0,2-3-288 0,6-13-140 16,2-3-420-16,5-10-332 0,4-12-1649 15,-4 3-3763-15,12-20 5228 0</inkml:trace>
  <inkml:trace contextRef="#ctx0" brushRef="#br0" timeOffset="-214150.793">23559 17072 5488 0,'0'0'340'0,"0"0"4921"16,0 0-3629-16,0 0-296 0,0 0-208 16,0 0-348-16,84 32-164 0,-61-49-404 15,-3-5-212-15,4-6-264 0,0-7-76 0,-4 0-160 16,0-1 108-16,-5 9 40 15,-6 2 12-15,-1 2 96 0,-8 7 32 0,0 6 32 16,0 4 116-16,-8 3 64 16,-8 3 216-16,-4 0 152 0,0 3 24 0,0 7-140 0,-4 2-124 15,4 7-72-15,0 7-52 0,5 9 108 16,2 3 88-16,9 3 52 0,0 3 48 16,4 0-20-16,0 1-180 0,0 0-100 15,8-1-100 1,1-6-100-16,6-5-332 0,6-5-260 0,7-9-284 0,3-6-572 15,5-10-2541-15,-8 0-2175 0,23-6 5556 16</inkml:trace>
  <inkml:trace contextRef="#ctx0" brushRef="#br0" timeOffset="-213754.543">24865 17008 5716 0,'0'0'1664'0,"0"0"3237"16,0 0-3229-16,-87 22-596 0,71-9 28 0,1 0-112 15,2 6-272-15,5 4-216 0,1-4-204 16,2-1-116-16,5-2 12 0,0-3-48 0,0-7-44 15,8-3-104-15,0-3-160 16,0 0 160-16,8-6 0 0,4-7-92 0,0-10-144 16,4 2-20-16,0-8-64 0,-1-3-76 0,1 7 196 15,-3 3 100-15,-2 9-12 16,1 7 0-16,0 6-24 0,0 0-100 16,-4 19 96-16,0 3 140 0,0 6 272 0,-8 4 64 15,-1 3-24-15,-2-6 8 0,3-4 0 0,-4-3-196 0,-4-9-124 31,0-10-24-31,4-3-248 0,-1-3-556 0,1-13-268 0,1-6-636 16,3-10-1276 0,0 6-3241-16,3-24 3053 0</inkml:trace>
  <inkml:trace contextRef="#ctx0" brushRef="#br0" timeOffset="-213406.116">25241 16291 4500 0,'0'0'5184'0,"0"0"-2427"0,7 98-1025 16,-3-50-232-16,-4 8 252 0,4 7-32 0,-4 5-460 15,0-5-480-15,0 1-452 0,-4-4-244 16,0-9-84-16,0-7-96 0,4-8 36 0,0-11 0 16,0-9-4-16,4-10-104 15,4 0-380-15,4-6 192 0,0 0 124 0,7 0 108 0,-2-2-84 16,7-2-24-16,0 4 72 15,-5 0 76-15,5 0-16 0,-3 10 52 0,-2-1 40 16,-3 1 8-16,0-1 100 0,-4 4 72 16,-8-1 12-16,4-2 24 15,-8 7 60-15,0-5-48 0,-8 1-124 16,1-5-96-16,-10 3-96 0,-3-3-148 0,4-1 12 16,-4-7-28-16,1 4-72 0,-1-4-120 0,-1 0-204 15,2-7-248-15,-1-2-728 0,0 0-1016 16,-4-2-2245-16,8 3-1975 15,1-6 6044-15</inkml:trace>
  <inkml:trace contextRef="#ctx0" brushRef="#br0" timeOffset="-212776.405">26539 16931 6004 0,'0'0'1444'16,"0"0"2421"-16,0 0-2813 0,0 0-372 16,0 0-108-16,0 0 480 15,-91-12-128-15,78 28-324 0,1 7-232 0,1 8 44 16,-2 10-4-16,6 8-24 0,-5-2-36 15,3 3 8-15,2-2-8 16,3-7 20-16,0-6-252 0,4-12-116 16,0-11-12-16,0-5-256 0,4-7-200 0,7 0-52 0,6-11 260 0,2-8 0 15,1-6-76 1,4-3-12-16,-3-4 24 0,-2 0 200 0,-3 4 12 16,0-1-44-1,-4 10 8-15,0 6-144 0,0 7 16 0,0 6-52 0,-4 10 328 16,0 6 216-16,0 6 172 15,0 6 4-15,0 4-268 0,-1 3 16 16,-3 3 112-16,1 0 120 0,-5 7 64 16,0-1-88-16,-5 4 12 0,-6 2 8 0,-1-2 40 15,0 3-52-15,-4-2-48 0,0-5-136 16,0 0-168-16,0-3 4 16,0-6-8-16,-4-6-12 0,0-11-64 0,1-4-132 0,-2-12-220 15,1-2-64-15,5-13-252 0,-2-6-288 16,6-12-588-16,3-10-1280 0,4-10-2277 15,4 12-799-15,0-34 5884 0</inkml:trace>
  <inkml:trace contextRef="#ctx0" brushRef="#br0" timeOffset="-212576.503">26850 16976 7200 0,'0'0'4741'15,"15"67"-2981"-15,-11-19-908 0,-4 6-424 16,5 16 316-16,-5 2 772 15,0 8-316-15,0 0-300 0,0 2-388 0,0 1-228 16,0-8-40-16,-5 2-48 16,5-4-88-16,0-9-108 0,0-7-4 0,0-13-92 0,5-6-188 15,-1-12-144-15,0-8-208 16,0-11-224-16,-1-7-68 0,1-16-96 0,-4-12-904 16,0-11-2673-16,0-8-1635 0,0 5 4828 15,0-28-116-15</inkml:trace>
  <inkml:trace contextRef="#ctx0" brushRef="#br0" timeOffset="-212382.059">26929 17040 808 0,'0'0'1592'0,"0"0"4620"15,0 0-4840-15,0 0-275 0,72-73 59 32,-56 67-16-32,0 3-176 0,-4 3-304 0,0 6-132 15,-4 3-40-15,-4 7-108 0,0 3-116 0,-4 3-264 0,-4 4-64 0,-4 2-84 0,-4 0-68 16,-4-2-176-16,0 0-160 0,-3-4-180 15,2 0-220-15,-3-3-132 0,4 1-793 16,0-5-2387-16,4-5-1360 16,-3 2 4932-16</inkml:trace>
  <inkml:trace contextRef="#ctx0" brushRef="#br0" timeOffset="-211891.429">28025 16373 380 0,'0'0'6068'0,"0"0"-3084"15,0 0-1447-15,0 0-393 16,-8 79 200-16,-4-33-36 0,-4 7-328 0,-4 11-384 16,-4 8-284-16,5 11-52 15,-5 3 40-15,0 3 120 0,-4 3 12 0,0 0-84 16,-4-4-152-16,-4 1-184 0,4-3 0 16,0-10-12-16,4-8-48 0,4-15-112 15,9-12-260-15,-2-9-88 0,10-10-52 0,3-12-124 16,4-6-164-16,4-4-248 0,8-17-1472 15,4-8-2293 1,0-1-939-16,16-27 5004 0</inkml:trace>
  <inkml:trace contextRef="#ctx0" brushRef="#br0" timeOffset="-211659.661">28332 16738 940 0,'0'0'6444'15,"0"0"-3724"-15,-20 77-1363 0,4-33-381 0,-8 9 144 16,4 11 164-16,-3 3-304 16,-5 7-488-16,4 4-268 0,-4 2-36 0,0-1-176 15,0 4 228-15,4-8-144 0,0-4-96 0,8-17-60 16,4-12-16-16,9-20-184 16,-2-11-256-16,5-11-264 0,0-2-420 0,5-14-572 0,2-6-517 15,5-13-3199 1,0 6 2896-16,8-31 1040 0</inkml:trace>
  <inkml:trace contextRef="#ctx0" brushRef="#br0" timeOffset="-211310.128">28296 16923 716 0,'0'0'1384'16,"0"0"3984"-16,0 0-3152 0,0 0-992 0,0 0-271 16,0 0 175-16,0 0 56 0,83 44-200 15,-62-9-292-15,3 6-260 0,0 7-56 16,-1 6 48-16,1 0 504 0,0 3-532 0,-4-1-212 15,-4-1-84-15,0 2-96 16,-8-6-4-16,4-7-76 0,-9-5-8 0,6-8-40 0,-5-12 48 16,0-6-196-16,-4-4-344 0,0-9-332 15,-4 0-108-15,-4-3-652 16,-4-3-748-16,-4-10-2157 0,0 0-215 0,-3-6 4828 16,-2 3 0-16,-3-3-1392 15,0-4 1392-15,-4 1 2176 0,-4-3-2176 0,0-2-860 0,-3 5 860 16,3-3 3076-1,0 6-848-15,8 6-760 0,5 2-252 16,6 6-3-16,9 4 239 16,4 4-620-16,4 0-300 0,12 0-24 0,5 0 288 0,6 4-340 15,9-2-332-15,4-2 28 16,3 4-64-16,6-4 36 0,-6-4-124 0,5-4 0 0,-4-3-488 16,0-1-824-16,0 2-1512 15,-17 1-6361-15,13 0 8377 0</inkml:trace>
  <inkml:trace contextRef="#ctx0" brushRef="#br0" timeOffset="-211175.674">29320 17373 5440 0,'0'0'10633'0,"0"0"-8357"0,0 0-2276 15,0 0-284-15,0 0-932 0,0 0-1488 16,-80-50-3741-16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5T08:52:24.5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16658 5156 8640 0,'0'0'2353'0,"0"0"-761"16,0 0-660-16,0 0-44 15,0 0 400-15,0 0 188 0,0 0-324 0,0 0-352 0,0 0-12 16,0 0-240-16,56 25-232 16,-41-25-168-16,6-6 36 0,-1-1 20 15,-1 5-104-15,5-5-40 0,-3 1 48 0,2 0 40 16,-3-1-88-16,4 1-12 16,0-4 37-16,-1 0 63 0,2 1-52 0,-1 2-96 0,0-2 0 15,-5 4-36-15,5-2 36 16,-4 3 56-16,5-2-56 0,-6 3-72 0,5-4 60 0,-4 4 12 0,3 0 0 31,2 0 0-31,-5-3 0 0,4 2 12 16,-1-2-8-16,1 0 8 15,4 0 108-15,-4-4-108 0,0 3-4 0,0 1 40 0,-4 0-48 16,-5 3-8-16,2-4 0 16,-1 4-52-16,-4 0 60 0,-1-4 60 0,2 7 12 15,-2-2-72-15,6-3-72 0,-6 5 68 16,1-2 4-16,4-1 0 0,0 0 0 0,4-3 8 15,0 2 52-15,0 1-60 0,4-3-8 0,-4 0-40 0,-1 2-12 32,5 1 56-32,1-1 4 0,-1 1 64 15,0 0-64-15,-5 1-116 0,5 2 116 0,0-4 68 16,-1 2-68-16,2 2-96 0,3-5 84 0,-4 5 12 16,8-2 0-16,-4-2 0 0,3 1-56 15,-3-2 56-15,4 0 8 0,4 3-8 16,-4-5 4-16,0 4-4 0,3-3-44 15,1 2 44-15,-4 1 8 16,8 0-8-16,-4 0 4 0,0 0 36 0,3 3-40 16,2-3-8-16,-2 3 8 0,1-4 0 15,4 4 12-15,-4 0-8 0,3 0 4 16,2-3 0-16,-2 3 52 0,2 0-56 16,-2 0 0-16,1-3-4 0,0 3-68 15,-1 0 56-15,2 0-36 0,-2 0 40 0,1-3 4 16,4 3 0-16,-4 0 4 0,3 0-72 15,-2 0 72-15,2 0 0 16,-3 0 0-16,4 0 0 0,0 0 0 0,-1 0 0 16,1 0 4-16,3 0 0 15,-2 0 0-15,3 3 0 0,-1 3 8 0,1-2 40 16,0-1-48-16,-1 3 0 0,1 0 56 16,-3-2-60-16,2 2 8 0,1 0-8 0,-4 0-28 15,3 1 28 1,1-4 0-16,-3 0 4 0,6 1-8 0,-3-2 0 0,0 3 0 15,3-3 4-15,-3-2 0 0,4 4 0 0,-4-4 0 16,-1 2 0 0,5 1 0-16,-8 0 4 0,8 1 4 0,-5-4-4 15,2 7 44-15,-1-7 12 0,-1 3-48 16,1 0 32-16,0-3-44 0,-1 2 0 16,1-2 4-16,-3 0 44 0,2 0-48 0,1 0 0 15,0 0 0-15,-5 0-40 0,5 0 36 16,-5-2 4-16,2 2 0 15,-6-3 0-15,5 3-8 0,-4-3 8 0,4 3 0 16,-5 0-8-16,2 0 8 0,-2 0-8 0,-3 0-40 16,0 0 0-16,0 0 0 15,3 0 48-15,-2 3 4 0,-2-3-4 0,1 0 4 0,-4 0 0 0,0 3-4 16,0-3 4 0,0 0-4-16,-4 0 0 15,3 0 0-15,-3 0 0 0,-4 0-4 16,4 2 4-16,-4 2-72 0,-4-4 20 0,4 3 4 15,0 1 48-15,-5-4 0 16,1 2-12-16,-3-2-36 0,-2 4 44 0,1-4-4 16,-3 3 0-16,2-3-53 0,1 0 61 15,4 3 0-15,-5-3 8 0,6 2 5 0,-5-2-13 16,-5 0 0-16,2 0-49 0,-2 0 45 16,-2 5-4-16,6-5 8 0,-3 0 0 0,0 0 0 15,0 0 0-15,-4 0 4 16,0 0-4-16,-4 0-44 0,-4 2 44 15,0-2 0-15,-4 0 8 0,4 0 0 0,0 0-8 16,-4 0 0-16,4 0-8 0,-4 0 4 16,0 0 4-16,0 0 0 0,4 0 8 15,-4 0 0-15,0 0 64 0,0 0-67 16,0 0 79-16,0 0-72 0,0 0 36 0,0 0-36 0,0 0 52 31,0 0-52-31,0 0 48 0,0 0 0 16,0 0-60-16,0 0 0 0,0 0-4 0,0 0-4 15,0 0-4-15,0 0 4 0,0 0-40 16,0 0 44-16,0 0-8 0,0 0 8 16,0 0 0-16,0 0 4 0,0 0 0 0,0 0 0 15,0 0-4-15,0 0-4 0,0 0-4 16,0 0 0-16,0 0-40 0,0 0-8 0,0 0 0 16,0 0-73-16,0 0-3 0,0 0-68 15,-4 0-64-15,4 4 36 0,-4-4-148 0,0 3-96 31,-4 0-296-31,0 4-1028 0,1-4-2004 0,-10 6-2785 0,69-38-503 16</inkml:trace>
  <inkml:trace contextRef="#ctx0" brushRef="#br0" timeOffset="3481.183">21531 3556 536 0,'0'0'1448'0,"0"0"-844"0,0 0-596 0,0 0 256 16,0 0-172-1,0 0 52-15,0 0 156 0,0 0 820 0,0 0 1548 16,0 0-1020-16,0-42-536 0,0 37-39 16,0 1 147-16,0 1 60 0,-4-1-128 15,0 4-40-15,0-3-48 16,0 0-268-16,-5 0-128 0,2 0-236 0,-5-1-196 15,3 1-52-15,-2 0 148 0,3 0-52 16,-4 3 36-16,4-3 4 0,-4 3-40 0,0 0-120 0,-4 0-100 16,0 3-48-16,-3 3 96 0,-2 4-108 15,-3 3-72-15,0 2 24 16,1 2 36-16,-5-2-36 0,4 1-16 16,0 1 64-16,0 1-8 0,1 1-40 15,-2 3 40-15,5 1-52 0,-4-1 52 16,5 1-52-16,-2 2-16 0,2 0-8 0,3-2 0 15,0 2 80-15,4 0-4 0,0-3-4 16,3 3 8-16,6-2-84 16,-1-1 16-16,4 0-16 0,0 0 16 15,0 1 64-15,7 2 4 0,2-3 0 0,3 0-36 16,0 2 36-16,0-6 4 0,8 4-12 0,-1-4-76 16,6 2-20-16,3 2 100 15,0-3-116-15,3 1 64 0,5-1 56 0,-4-4-84 0,7 5 40 16,-3-5-48-1,5 2 96-15,2-2 0 0,-2-3 12 0,6 1 36 16,-8-3-48-16,10-1-36 0,-2 1 36 16,-3-4 0-16,4 1-8 0,4-4 4 0,0-1-88 0,-1-2 84 15,1 0 8-15,4 0-12 0,0-2-76 16,0 2-8-16,4-3 84 0,-1 0 4 31,0 3 4-31,1-4 0 0,4 4 0 0,-4 0-36 16,3 0 36-16,-3 0 4 0,0 0-48 0,0 0 36 0,0 0-48 15,0-6 48-15,-1-4-56 0,1 1 68 0,0-4 48 16,0-2 4 0,-4-2 68-16,-5-2-112 0,1 3-4 0,-8-3 0 0,0 1 0 15,-5-1-4-15,1-1 0 16,-7 1-12-16,-1-3-76 16,-5 2 0-16,-3-5-8 0,0 3 32 0,0-3 60 0,-5 0-8 15,2-4-24-15,-1 1 36 16,-5 3 0-16,2-4-48 0,-6 4 48 15,2-5 4-15,-5 5 0 0,3 0 68 0,-7-1 40 16,0 0 36-16,1 1 0 0,-5 0 72 0,0 3 76 16,0-4-40-16,-5 1 48 0,-7 3-80 15,1-3-128 1,-6 0-84-16,-7 2 148 0,1-2-16 16,-9 0-140-16,0-2 4 0,-8 2-8 0,-4 3 0 15,-4 0 0-15,-3 3 8 0,-5 2 60 16,-4 3-68-16,-3 3 0 0,-5 3 0 15,-1-2 0-15,-2 3 0 0,0 3-8 0,-9 2 4 16,1 2-188-16,-5 0-40 0,0 0 24 16,-8 0-88-16,0 0-32 0,-3 0 120 15,3 0 60-15,-3 2-24 0,-1 2-76 16,4 3-32-16,1-4-116 16,-1 4-76-16,-3 1-48 0,7 3-92 0,0 1-232 15,0 4-304-15,5 0-736 0,-1 3-609 0,24-7-1703 16,-24 14-1096-16</inkml:trace>
  <inkml:trace contextRef="#ctx0" brushRef="#br0" timeOffset="4810.544">17212 3438 4044 0,'0'0'6424'0,"0"0"-5767"16,0 0-593-16,-100-19 80 0,69 19 136 0,-1 0 184 15,4 0-28-15,0 7-16 0,4 5-88 16,-4 4-76-16,7 6-40 16,-2 4-116-16,7 6-8 0,0 2 8 0,4 1-92 0,4 7 108 0,0-1-68 15,5 0 4 1,3 3-40-16,0 1 64 0,7-1-24 0,5 8 88 0,4 1 72 15,4 1-60 1,8 4 12-16,3-5 64 0,5-1 24 0,9-5 0 16,7-3-92-16,-1-8 28 0,9-3 32 0,7-7-96 0,5-3 24 15,4-7-48 1,4-7-44-16,8-9-48 16,-2 0 96-16,6-9-20 0,0-10-84 0,-1-8-152 0,-3-3 104 15,0-3 40-15,-4-1-68 16,-5-4 64-16,-6 0-224 15,-10-4-20-15,-3 5 16 0,-9-8-248 0,-6 4 212 0,-10 0 100 16,-7-1 0-16,-8-3 44 16,-4 4 128-16,-8 3 8 0,-5-1 132 15,-3 4 88-15,-3 5-32 0,-9-5 172 0,-4-1-24 16,-8 2 200-16,-7-2-92 0,-6 2-224 16,-10-1-160-16,-5 0 48 0,-8 6-100 15,-4 1-8-15,-7 6-4 0,-9-1-8 16,0 7 0-16,-11 7-116 0,-1 6-12 0,-3 3-140 15,-6 3-12-15,-2 9 40 0,0 7-272 0,-1 4-132 16,-3 6-20-16,7-1 12 0,5 0-52 16,3 2-144-16,8-5-264 15,8-3 179-15,12-1 165 16,4-2-1324-16,21-5-372 0,-10-1-1592 0</inkml:trace>
  <inkml:trace contextRef="#ctx0" brushRef="#br0" timeOffset="34310.066">15116 7766 520 0,'0'0'1372'15,"0"0"-1100"-15,0 0-264 0,0 0 216 0,0 0 180 0,0 0 288 16,0 0-692-16,44-6-132 0,-41 6 132 16,6 0 92-1,-5 0-92-15,4 0-64 0,-4-4-108 0,3 4 120 16,2-3-128-16,-5 3-1476 0</inkml:trace>
  <inkml:trace contextRef="#ctx0" brushRef="#br0" timeOffset="40366.192">9036 8750 3440 0,'0'0'0'15,"0"0"-40"-15,0 0 40 0,0 0 676 0,0 0 3244 16,0 0-2872 0,0 0-528-16,0 0-108 0,0 0 116 0,0 0 185 15,24-9 247-15,-17 9-216 0,6 0-196 16,-5 0 468-16,-1 0-536 0,2 0-316 0,-5 0-88 16,4 0 24-16,3-3 116 0,-2 3-68 15,2 0 40-15,1 0 40 0,4-4-76 0,0 4-12 16,-4 0-52-16,4 0-28 15,0 0-48-15,0 0 128 0,0 4-92 0,0-1 88 0,4-3 28 16,-4 3 24 0,0 0-52-16,4-3-124 0,-5 3 64 15,6-3-28-15,-1 0-40 0,3 0-8 0,-3 0 0 16,4 0 0-16,1-3-8 0,2 0 16 0,1-3 44 16,-1 2-44-16,1 1 4 15,4-3-8-15,0 2 0 0,0 1 108 0,-4-3-108 16,4 0-4-16,4-1 44 15,-5 1-40-15,6 0 40 0,-5-5-36 16,4 3-4-16,-5-3-4 0,5-1 52 16,0 3-52-16,0-3-64 0,4-2 64 15,-4-2-8-15,3 4-36 0,1 2 44 0,-3-2 0 0,2 2 0 16,1 1 48-16,-1 2-72 16,2-2 24-16,-2 2 0 0,5 1-8 15,-4 0-40-15,0-1 36 0,-5 1 12 0,10 0 0 16,-9 2 0-16,3-3-52 15,1 5 40-15,0-1 4 0,0 0 16 0,-1-1-8 16,-3 4 4-16,5 0-4 0,-6 0 0 16,1 0 0-16,4 0 76 0,-5 0-76 15,6 0 12-15,-6 0 0 0,1 4-4 16,0-4 28-16,0 3-36 0,0-3-40 16,0 3 40-16,0-3 8 0,-1 2-8 0,1-2-88 15,0 0 88-15,0 0 64 16,0 0-64-16,0 0-12 0,-1 4 12 15,1-4-4-15,-4 3 4 0,4-3-4 0,-4 4 8 16,-1 2-8-16,2-2-44 0,-1 2 48 0,0-1 12 16,0 2-12-1,0 0 0-15,-1-1-4 0,1 4-56 0,0-5 60 16,0 2-4-16,0-1 16 0,3-2-36 0,-3 2 28 16,0 0-4-16,0 1 8 15,0-4 52-15,0 3-52 0,-4 0-8 16,3-3-32-16,1 4 32 0,-4-4 12 15,4 3-8-15,-4 1 64 0,4-3-64 0,-4 1-8 16,4 2 0-16,-4 0-48 0,0-5 16 0,4 4 36 16,-4 0 0-16,3-1-4 0,-3 1 4 15,4 0 12-15,0-4 36 0,0 5-48 16,0-3 0-16,0 2-12 0,-1 0-36 0,5-2 48 16,-4 1 92-1,0-1-92-15,4 2-8 0,-5-3 8 16,1 4 0-16,5-4 4 0,-5 0-4 0,3 4-12 15,-3-1-88-15,4-3 92 0,0 0 8 16,3 0-64-16,-2 1 128 0,2-1-28 16,-3 0 52-16,4 0-80 0,0 0-4 15,0-3-8-15,-1 3 8 0,1 1-40 16,4-1 84-16,0-3-48 0,0 6 0 0,3-6-48 16,-2 3 48-16,2 0 48 0,1-3-48 15,0 3-76-15,0-3 40 0,4 0 24 0,-1 0 12 16,-3 0 0-16,3-3 68 15,5 3-60-15,-7-6 60 0,7 3-64 16,-5-3 4-16,1 2 4 0,4-2 0 0,-4 3-12 16,3-3 52-16,1 2-44 0,-4 1 4 15,0 0-4-15,-1 0-8 16,1 0 0-16,0 3-4 0,0-3-4 0,-4 3-4 16,-1 0-64-16,1-3 64 0,0 3-44 0,4-4 52 0,-4 4 8 31,-1 0 0-31,5 0 8 0,0-3-8 0,-4 3-4 15,4-3 8-15,0 3 16 0,-5-3-20 16,5-1-4-16,4 4 0 16,-5-3 68-16,2 3-20 0,-1-3-40 0,-1 0-4 0,-3 3 8 15,4-4 40-15,-1 4-52 16,1-2 0-16,0 2 0 0,0-3-4 0,0 3-4 16,0 0 4-16,-1 0-44 0,1 0 24 15,0 0 24-15,-1 3 4 0,1-3 4 0,0 2 4 16,4-2-12-16,-1 0 100 0,1 0-92 15,0 0 96-15,4-2-96 16,4-1 32-16,0-1 20 0,-5-2-8 0,9-4-52 16,-1 1 4-16,-3-1 20 0,9-3-24 15,-6 0-4-15,4-1 4 0,2 0-48 0,-2-2-16 16,4-3 64-16,-2 4 0 16,2-2-12-16,-3 2 0 0,4-1 12 0,-1 3-8 15,1 1-36 1,-1-4 44-16,2 7 8 0,-2-2 4 0,1 3 0 15,-1 1-8-15,-2 0 4 0,-2 2-4 0,1 5-4 16,-5-4-8-16,6 1-40 0,-6 3 32 16,1 0 4-16,-1 0-36 0,-3 0 36 0,4 7-20 15,-4-5 32 1,0 4 60-16,-4 0-56 0,3 1 4 0,-3-1-8 16,0 5 8-16,0-5-4 0,-2 2 64 0,2 3-68 15,-4-1 0-15,4-1 8 0,-4 3 0 16,0-2-8-16,0 0 0 15,-1-1-8-15,1 4-4 0,-4-4 4 0,4 4 0 16,-5-4-4-16,1 4 4 0,0 0-8 16,-1-4 16-16,2 1 4 0,-1 3 0 15,0-5-4-15,-1-1 8 0,1 3 40 16,0-4-44-16,-5 1 0 0,6-1 68 16,-2 0-56-16,5-2 32 0,-4-1-36 0,0-1 24 0,-1 2-32 15,1-1-4 1,0 0 0-16,-1 0-48 0,1 4 48 15,4-4-64-15,-3 0 52 0,-2-3-48 16,1 7-12-16,4-7 72 0,-5 6 0 0,1-6-4 16,0 3 4-16,-1 0 88 0,1-3 24 0,0 0-108 15,-4 3 44-15,4 1-40 16,-4-4 80-16,-1 3-28 0,2 0 52 0,-2 0-12 16,1 0 180-16,-5-3 360 0,2 3-348 15,-6 1-144-15,1-4-64 0,-4 0-80 16,4 3-4-16,-8-3 0 0,-4 0-8 15,4 0 0-15,-9 0-8 0,-3-3 16 16,-3-1 8-16,-2 1 36 0,-2 0-44 16,-6 0 0-16,1 3-8 15,-4 0-80-15,0-3 28 0,-4 3 12 0,0 0-28 0,4 0 28 16,-4 0-12 0,0 0-16-16,0-3 16 0,0 3 0 0,0 0 0 0,5 0 8 15,-5 0-32-15,0 0-88 0,0 0-172 16,0 0-260-16,0 0-612 0,-9 3-704 15,5 0-1160-15,-15 0-3629 0,46-9 1389 0</inkml:trace>
  <inkml:trace contextRef="#ctx0" brushRef="#br0" timeOffset="44492.152">14757 8756 7504 0,'0'0'1608'0,"0"0"-856"0,0 0-236 0,0 0 273 15,0 0 1603-15,0 0-1108 0,0 0-428 16,0 0-240-16,0 0-28 16,0 0 108-16,-47 87 84 0,42-56-312 15,-3 4-188-15,5 6-156 0,-5 1 12 0,0-2 0 16,3 2-136-16,1-7 0 16,1 0-160-16,-1-10-148 15,4-2-36-15,0-11-236 0,4-6-128 0,3-3-136 0,6-3-364 16,2-12-1164-16,-2-1-2093 0,2-15-1839 15</inkml:trace>
  <inkml:trace contextRef="#ctx0" brushRef="#br0" timeOffset="44682.436">14957 8651 9548 0,'0'0'1873'0,"0"0"-681"0,0 0-184 16,0 0 288-16,0 0 0 0,-32 87-124 0,23-59-340 15,2 3-376 1,-1 1-176-16,0 3-144 0,3 0-136 0,-2 7-172 0,-1-4-36 16,0 7-176-16,-4-5-332 0,4 5-256 15,-4-1-208-15,0-3-300 0,4 1-548 16,-3-14-593-16,-10 17-1715 0</inkml:trace>
  <inkml:trace contextRef="#ctx0" brushRef="#br0" timeOffset="45200.026">14124 9775 8916 0,'0'0'3045'0,"0"0"-1817"0,0 0-1048 16,0 0 212-1,0 0 584-15,0 0 220 0,83 10-68 16,-47-7-344-16,4-3-280 0,4 4-132 16,0-4-52-16,0 0-76 0,-1 0-156 0,-2 0-4 0,-6 0-80 15,-3 0 72-15,0 0-76 16,-8 0-64-16,-5 0 52 16,-2 2-108-16,-6 3-4 0,-7 0-96 0,1 2 96 15,-5 6 76-15,-5-1-112 0,-6 3-124 0,-5 5 48 0,-4 2 100 16,-4 3 88-16,0 1-76 0,-8-1 0 15,0 0 60-15,-4 5 64 16,1-3 52-16,-5 5 20 0,0-3 92 0,0-1 44 16,4-2-48-16,4 0-48 0,1 0 72 15,7-8 64-15,8 4-52 16,4 1 36-16,4-4 40 0,4-1-28 0,4-2-72 16,12 3 48-16,0 0-36 15,7-3-4-15,5 0-44 0,4-2 84 16,4-3-52-16,-4-1-32 0,8 0 8 0,0-4 28 0,-4-3-88 0,3 4-72 15,-3-4 76-15,-4 3-76 0,4-4-12 32,-4-2-68-32,0 5-4 0,-4-5-232 0,0 0-24 0,-1 0-148 15,1-5-72-15,1-3-68 0,-1-2-208 16,0-2-252-16,-5-5-488 0,5-1-824 0,-12 1-833 16,8-11-2659-16</inkml:trace>
  <inkml:trace contextRef="#ctx0" brushRef="#br0" timeOffset="45447.258">14853 10024 9200 0,'0'0'1292'0,"0"0"-403"16,0 0-41-16,0 0 456 0,0 0-100 0,-79 40-256 0,62-28-244 16,2 5-256-16,-5 2-160 15,3 3-88 1,-6 3-40-16,3 1 40 0,-4 7 20 0,0-2-208 0,4 3 76 15,-8-2-88-15,4 0-8 0,0 0-252 16,5-4 112-16,-5-6 12 0,7 0-112 16,6-8-240-16,-1-3-192 0,3-4-96 0,5-7-364 15,4 0-568 1,0 0-841-16,0-7-511 0,0-4-1012 0</inkml:trace>
  <inkml:trace contextRef="#ctx0" brushRef="#br0" timeOffset="45718.172">15096 9947 2916 0,'0'0'9261'16,"0"0"-7729"-16,0 0-1072 0,0 0 260 0,0 0 388 0,92 28-80 16,-64-18-148-16,3-3-312 15,1 2-208-15,0-6-212 0,4 0-148 0,-4 1-64 16,-1-4-192-16,-6 0-252 0,-1-7-320 16,-4-3-312-16,-5 1-800 0,-2 3-1180 0,-5-10-2445 15</inkml:trace>
  <inkml:trace contextRef="#ctx0" brushRef="#br0" timeOffset="45954.321">15191 10090 7292 0,'0'0'4965'16,"0"0"-3829"-16,-47 79-792 0,35-47 240 0,0 6 488 0,0-1 300 16,4 2-220-16,4-1-372 0,4-3-340 31,0-3-108-31,0-3-60 0,8-2-76 0,4 3-12 15,-4-5 36-15,8-3 60 0,0 3 96 0,4-2-96 16,4 0-280-16,3-4-72 0,1-4-124 16,-4-2 136-16,0-3-60 15,-3-8-236-15,2-2-168 0,-3-7 8 0,4-4-72 0,-5-8-4 16,6-1-324-16,-5-5-976 0,-1-4-452 16,-2 7-2077-16,3-16-1911 0</inkml:trace>
  <inkml:trace contextRef="#ctx0" brushRef="#br0" timeOffset="46135.126">15650 10134 9896 0,'0'0'2485'15,"0"0"-1301"-15,0 0-332 0,32 77 336 16,-20-45 292-16,0-1 52 0,-1 4-228 16,6 0-524-16,-2-3-340 0,2-4-260 15,-6-6-180-15,5-2-24 0,-4-8-180 0,1-5-224 0,-2-4-184 31,6-3-172-31,-6-6-176 0,5-10-528 0,-4-4-816 16,0 5-924-16,4-14-3389 0</inkml:trace>
  <inkml:trace contextRef="#ctx0" brushRef="#br0" timeOffset="46316.288">15813 10204 12225 0,'0'0'2028'16,"0"0"-956"-16,-68 86-428 0,40-45 332 0,-7 7 264 15,3 2-80-15,0-3-376 0,0-1-344 0,4-5-160 0,4-5-208 16,5-11-72-16,2-3-172 16,6-10-144-16,3-5-112 0,8-7-320 15,0 0-312-15,8-7-604 16,-1-5-2412-16,6 2-1065 0,2-19-2174 0</inkml:trace>
  <inkml:trace contextRef="#ctx0" brushRef="#br0" timeOffset="46712.158">16151 9969 6552 0,'0'0'7045'0,"0"0"-5413"16,0 0-520-16,0 0 244 0,0 0-392 0,0 0-328 0,77-47-180 16,-62 34-188-16,5 0-132 15,4 0-52-15,-3 6-84 0,-2 2-60 0,5 2-88 16,-4 3 136-16,-4 0 12 0,4 3 40 15,-8 9-32-15,4 4 48 16,-4 3 40-16,-5 7 112 0,-3 5-24 0,-4 1-52 16,0 4 64-16,0 4-36 0,0 2-40 15,0 5 0-15,0-1 4 0,-4 0-64 16,4-1 24-16,-3-1-36 0,3 2 76 16,0-6-116-16,0-3 149 0,0 2 3 0,0-7-40 0,7-1-120 0,-2-2-40 31,3-4 40-31,-4-2 168 0,-4-7-20 0,0-4-100 0,0-2 0 15,0-7-40-15,0 1 0 16,-8-1-8-16,-1 0-132 0,2-3 8 16,-5 3 28-16,-4 0-96 15,-4 0-53-15,-4 0-71 0,-4 1-96 0,-8-1 8 16,1-3-96-16,-13 3-28 0,-1-3-196 16,2 0-212-16,-5 0-480 0,1 0-828 0,14-3-2241 15,-18-7-2143-15</inkml:trace>
  <inkml:trace contextRef="#ctx0" brushRef="#br0" timeOffset="47445.652">17423 10337 10288 0,'0'0'2261'0,"0"0"-565"0,0 0-660 0,0 0-208 16,0 0 224-16,0 0 112 0,88 32-300 15,-61-25-168-15,10-4-204 16,-2 0-164-16,5 3-36 16,4-2-60-16,4-2-36 0,8 5-52 15,-1-1 16-15,9-2-88 0,8-4-72 0,4 0-8 16,7 0 0-16,5-7-4 0,3-3-36 15,5-5-88-15,-5-5-8 0,-7 5-28 0,-8-4-96 16,-4 0-24-16,-12 0-12 16,-13 3 12-16,-3 3-16 0,-17 1-48 15,-2 5-96-15,-13 0-40 0,-4 1-300 0,-8 4-492 16,0 2-288-16,-12-4-588 0,4 2-273 0,-8-5-467 16,4 3-172-16,-8-2 32 15</inkml:trace>
  <inkml:trace contextRef="#ctx0" brushRef="#br0" timeOffset="47678.975">18733 10064 3024 0,'0'0'5484'15,"0"0"-3892"-15,0 0-275 16,0 0 247-16,0 0 36 0,101 76-164 0,-82-57-308 16,1 1-296-16,4 0-228 0,-4-1-136 15,0-1-88-15,0-3-148 0,-4 5-144 16,0-1-4-16,0 0-8 0,0 3-64 0,-4 0-12 15,-1 1 180-15,-2 0-180 0,-9-2-244 0,0-2-84 16,-9 0-40-16,-2-1-188 16,-10 6-24-16,-2-2-52 0,-5 3-76 0,-9 0-148 15,-2-3-708-15,-1 4-628 16,9-7-777-16,-14 0-1963 0</inkml:trace>
  <inkml:trace contextRef="#ctx0" brushRef="#br0" timeOffset="48178.514">20814 9906 8172 0,'0'0'2356'16,"0"0"-583"-16,-28-70-725 0,16 47-32 0,-4 2 212 15,-1 1-200-15,2 8-144 16,-5 9-204-16,-4 3-136 0,0 3-100 0,-4 12-40 15,-3 9-12-15,-5 9 0 0,0 11-28 16,-4 8 28-16,4 8-16 16,-4 9-72-16,5 5-111 0,7 6 27 15,4 2-88-15,7 1 16 0,9-4 56 0,8-3-48 16,0-3 40-16,8-9-4 16,9-10-60-16,7-7-120 0,4-9 88 0,4-6-96 15,3-13 44-15,5-3-48 0,4-9 4 16,-4-7 4-16,3 0-4 0,-7-10 104 0,0-6-72 15,-4-3-36-15,-5-6-192 16,-6-1-196-16,-5-2-168 0,-8-4-40 16,-4 3-85-16,-4 1-279 0,-12 3-636 15,-8 0-888-15,-8 1-1708 0,4 6-865 0,-16-5-595 16</inkml:trace>
  <inkml:trace contextRef="#ctx0" brushRef="#br0" timeOffset="48417.636">20419 10531 820 0,'0'0'9320'0,"0"0"-7079"0,0 0-749 0,92 28 64 0,-57-24 184 0,10-1-168 16,-2-3-320-16,5-3-472 0,0-7-316 16,-4-2-136-16,0-7-328 0,-5 0-132 0,-7-3-308 15,0-1-192-15,-4-3-28 0,-4 5-104 16,0-2-260-16,-9 4-368 0,-2 3-420 16,-5 10 416-16,-8 3-140 15,0 3 67-15,-4 9 1145 0,-4 10 324 16,-4 3 700-16,-4 10 317 0,0 4 83 15,0 2 8-15,4 3-68 0,4 0-348 0,-3 3-380 16,2 1-312-16,5-4-100 0,0 4-264 16,4-1-176-16,-4-6-436 15,4-1-708-15,0-13-2501 0,0 4-3599 0</inkml:trace>
  <inkml:trace contextRef="#ctx0" brushRef="#br0" timeOffset="49327.658">23072 10392 6368 0,'0'0'3924'0,"0"0"-2275"15,0 0-461-15,0 0-108 0,0 0 196 16,17 84-80-16,-17-57-140 0,4-2-388 0,-4 0-312 16,0-2-144-16,4-7-212 15,-4-1-80-15,0-4-92 0,0-5-64 16,0-1-208-16,0-2-212 0,0-3-276 16,-4 0-516-16,0 0-1584 0,-9-8-3861 15</inkml:trace>
  <inkml:trace contextRef="#ctx0" brushRef="#br0" timeOffset="49486.613">22962 10115 9364 0,'0'0'1925'0,"0"0"-721"0,0 0-436 0,0 0-80 15,95 0-472-15,-72 0-216 16,-3 0-636-16,5 0-924 0,-5 0-1693 0,7 3-5163 0</inkml:trace>
  <inkml:trace contextRef="#ctx0" brushRef="#br0" timeOffset="49758.354">23459 10264 10256 0,'0'0'1753'0,"0"0"-909"0,0 0 136 15,0 0 664 1,-63 80-188-16,54-61-388 0,1-3-672 0,8-3-396 15,0-1 0-15,8 2 0 0,5-6-100 16,2 2 100-16,9 3-72 0,0-4-16 16,4 4 76-16,-4-3 0 0,3 2-88 0,-3-2 52 15,-3 2 48-15,-6-2 0 0,-2 6 36 0,-6-4 64 0,-3 7-40 16,-4 1 52 0,0-1-24-16,-7-1-88 0,-5-1-76 15,-4-1-96-15,-1-2-12 0,-2 0-216 16,-1-4-132-16,0-1-324 0,-4-6-148 0,0 0-476 15,0 0-604-15,9-3-1981 0,-17 0-2183 16</inkml:trace>
  <inkml:trace contextRef="#ctx0" brushRef="#br0" timeOffset="50424.384">24483 10276 4044 0,'0'0'4780'0,"0"0"-3084"0,0 0-371 15,0 0-97-15,0 0 184 0,0 0-200 0,-88-14-196 16,73 23-256-16,-2 7-228 0,2 9-24 0,2 7-116 16,-2 6 12-1,2 6-8-15,2 6-8 0,-2-1-44 0,6-5-100 0,3-6-36 16,4-6-204-16,0-13-4 0,0-6-136 0,11-8-44 15,2-5-188 1,2-5 256-16,6-8-180 0,-1-2-260 0,3-8-24 16,-3-5-80-16,4-1-76 0,-3 0 100 0,-2-2 52 15,1-1 88 1,-4 7 28-16,-4-1 48 0,-4 7 172 0,-4 6 244 16,0 1 212-16,-4 8 120 0,0 4 96 0,0 0 48 15,0 4 104-15,0 5 4 0,4 5-208 16,-4 7 168-16,4 2 24 0,0 5-4 15,0 4 16-15,-4-4-8 0,4 0-264 0,-4-5-308 16,4-6-52-16,0-5-372 16,0-3-324-16,4-5-248 0,0-4-196 15,0 0-664-15,-1-6-872 0,6-11-2929 0</inkml:trace>
  <inkml:trace contextRef="#ctx0" brushRef="#br0" timeOffset="50729.128">24805 10401 8020 0,'0'0'2913'0,"0"0"-569"0,9 70-252 0,-5-38-236 16,-4-1-260-16,0-2-532 0,0-4-536 16,0-2-504-16,0-8-24 0,4-2-148 0,0-6-108 15,-1-4 12-15,10-3-76 0,-1-3-132 0,4-7 108 16,3-6-164-16,5-3-12 0,-3-6-52 15,2 2-148-15,1-2 100 0,0 6 168 0,-4 0 224 16,-4 5 180 0,0 6 48-16,-8 2 48 0,3 6 268 15,-2 0 136-15,-1 0 52 0,-4 9 72 16,3 1 68-16,1 2-184 0,-3 4-200 16,-1 3-88-16,0 0-172 0,-4 0 0 0,4 3-480 15,-4-3-416-15,3 0-508 0,-3-6-1484 16,8 3-3901-16</inkml:trace>
  <inkml:trace contextRef="#ctx0" brushRef="#br0" timeOffset="51073.715">25862 10399 10616 0,'0'0'2097'0,"0"0"-1305"0,0 0-312 0,95 19 320 15,-67-1 964-15,-3 4-140 16,-6 7-320-16,-3 2-556 16,-4-2-356-16,-4 0-160 0,-5-4-148 15,-3-2-84-15,0-8-288 0,0-3-312 16,0-5-280-16,-3-3-368 16,-5-4-472-16,4 0-968 0,-8-7-2633 0</inkml:trace>
  <inkml:trace contextRef="#ctx0" brushRef="#br0" timeOffset="51226.504">26013 10043 4092 0,'0'0'8449'0,"0"0"-6969"0,0 0-936 16,92-14 76-16,-64 9 208 0,-1-2-764 0,5-3-64 15,1 2-756-15,2-3-492 16,1 5-592-16,-4-1-813 0,11 7-2075 0</inkml:trace>
  <inkml:trace contextRef="#ctx0" brushRef="#br0" timeOffset="51484.481">26491 10194 9108 0,'0'0'2441'15,"0"0"-981"-15,-60 82-504 0,36-52 512 16,-3 5 100-16,3-4-144 0,8-2-500 0,0-6-608 16,12-8-240-16,4-3-76 0,0-1 0 0,12-2-48 15,4-4 96-15,4 6-8 0,4-5-40 31,4 1-48-31,0-1-88 0,0 3 136 0,-5-2 8 16,1 5 52-16,-4 1-52 0,-4 3 176 0,-4-1 88 0,-4 6 80 16,-8-2-60-16,0-1 12 0,0 1-12 0,-8 2-24 31,-1-4-156-31,-6-1-112 0,3-3-24 16,-4-4-184-16,1-3-204 0,2-2-164 0,5-4-132 15,1 0-88-15,3-7-128 0,-1-2-616 16,5-7-868-16,0 0-1481 0,0-15-2383 15</inkml:trace>
  <inkml:trace contextRef="#ctx0" brushRef="#br0" timeOffset="51744.723">26914 10506 10949 0,'0'0'3048'0,"0"0"-1068"0,0 0 76 15,15 72-272-15,-10-58-236 0,3-7-635 0,-5-5-609 16,9-2-296-1,4-13 88-15,4-3-96 0,4-6-80 0,0-6-260 16,4-1-157-16,-4-6-3 0,-1 3 36 16,-2 5 4-16,-9 0-92 0,-8 5-172 15,-4 3 132-15,-4 3 336 0,-12 7 252 0,-8-4-40 16,-8 7 44-16,-4 0 52 0,0 6 108 16,1 0 12-16,-1 6-172 0,4 7-12 15,4 2-112-15,8 1-48 0,3 3-212 16,6 0-212-16,-1-3-1120 0,8 0-820 15,4-4-2505-15,0 4-2191 0</inkml:trace>
  <inkml:trace contextRef="#ctx0" brushRef="#br0" timeOffset="52386.549">27228 10236 9520 0,'0'0'2525'0,"0"0"-1117"0,0 0-152 0,0 0 240 16,68 73-108-16,-64-38-288 0,-4 6-472 0,0 0-236 15,-8 4-124-15,-4-4-36 0,0-6-96 0,0-4-136 32,4-8-76-32,1-6-168 0,2-9-24 0,5-5 36 0,0-3 24 15,9-5-308-15,2-8 72 16,1-6-176-16,8-7 88 0,0-6 8 15,3-2-44-15,2-1 16 0,-5-1 164 0,4 6 148 0,-5 0 176 16,-2 8 64-16,-6 3 24 0,-3 9 152 16,1 7 380-1,-9 3 48-15,3 3 136 0,-3 10 28 16,0 3-176-16,-3 3-96 0,-1 3-68 16,-5 1-72-16,1-2 0 0,4-2-28 15,1-2 16-15,-1-4-204 0,4-7-140 0,0 0-144 0,0-6-40 16,4 0 124-16,3-6 56 15,5-5 4-15,0 3-148 16,4-5-156-16,4-3-64 0,4 3 60 0,0 5 64 16,0 1 244-16,0 7 24 0,-4 0 24 15,-5 2 76-15,6 9 120 0,-6 1 172 16,-2 3 124-16,-2 2-4 0,-2 2-48 0,-1 0-15 0,-5-3-133 16,5-4-304-16,-4-5-36 0,0-1-280 15,1-6-193-15,-1 0-159 16,7-3-76-16,1-10-248 0,4-3-808 15,4-6-1248-15,-4 3-2741 0,8-9-1859 0</inkml:trace>
  <inkml:trace contextRef="#ctx0" brushRef="#br0" timeOffset="52617.869">27989 10458 9972 0,'0'0'3073'0,"0"0"-1661"16,0 0 48-16,0 0 412 0,0 0-244 0,0 0-672 15,0 0-480-15,0 0-4 0,0 0-336 16,88 18-136-16,-68-36 0 15,0-8-220-15,0 5-208 16,-4-2-32-16,0-2-152 0,-8 9-124 0,-1-3-52 0,-7 9-80 16,0-2 320-16,-4 6 548 0,-3-1 60 0,-10 1 152 0,-2 0-36 15,-5 1 8 1,0 5 80-16,0 0-28 0,4 5-76 0,-4 7-148 16,8 1 64-16,0 3-76 0,0-4-184 15,4 4-212-15,1 0-128 16,-2-3-516-16,6-4-1448 0,-1 2-293 0,3-6-2107 0,5-5-208 0</inkml:trace>
  <inkml:trace contextRef="#ctx0" brushRef="#br0" timeOffset="52849.547">28252 10220 6960 0,'0'0'6101'0,"0"0"-4793"15,0 0-852-15,0 0 200 0,88 38 864 16,-72-15-256-16,0 2-32 0,-4 3-24 0,-8 1-600 0,-4 2-192 15,-4-1-87-15,-8 1-137 0,0-5-180 16,-1-4 108-16,-2-7 4 0,7-2-64 16,4-3 12-16,0-10-60 0,4 0-12 15,0 0-168-15,0-10-124 0,4-6-24 16,8-6 71 0,0-3-71-16,4-7-36 0,-1-3-124 0,6 0-160 15,-5 0-220-15,3 4-504 0,5 2-652 16,-3 4-636-16,-6 8-2033 0,9-1-2491 0</inkml:trace>
  <inkml:trace contextRef="#ctx0" brushRef="#br0" timeOffset="53177.296">28826 10315 1460 0,'0'0'11041'0,"0"0"-9513"15,0 0-1124-15,0 0 392 0,0 0 1212 16,-4 96-56-16,0-52-424 16,4 10-444-16,-4 6-587 0,4 10-157 0,-4 3 48 15,0 7 204-15,0-4-328 0,0-3-116 16,0-7-148-16,0-5-12 15,4-10-208-15,0-10-8 0,0-6-184 0,4-10-36 0,0-2 72 16,4-11 60-16,0 1-133 16,0-7-307-16,8-2-524 0,-4-4-880 0,0-13 420 15,-5-9 312-15,-7-7-984 0,5 4-1749 16,-5-30-903-16</inkml:trace>
  <inkml:trace contextRef="#ctx0" brushRef="#br0" timeOffset="53370.48">28818 10334 5988 0,'0'0'3080'0,"0"0"-1352"0,0 0-595 0,0 0 175 15,83-19 140-15,-62 19-304 0,-1 3-276 16,-1 7-344-16,-6 3 60 0,-2 3 240 0,-7 6-292 0,-4 0-312 16,0 1-172-16,-8-1-48 15,-3 3-136-15,-2-6-132 0,-2 0-236 16,-5-3-240-16,4-7-500 0,4-2-428 15,-4-7-964-15,7 0-2753 0,2-23-1239 0</inkml:trace>
  <inkml:trace contextRef="#ctx0" brushRef="#br0" timeOffset="53748.989">29360 9799 9020 0,'0'0'4161'0,"0"72"-2409"16,-4-31-216-16,0 10 92 0,-4 10-92 0,0-2-436 16,0 2-452-16,-4-6-372 0,1-3-152 0,2-7-27 0,1-7-97 0,4-6-341 31,4-10-183-31,0-9 36 0,4-3 88 16,8-8-56-16,0-2-32 0,4-2 20 0,0-8-200 15,8-6-124-15,-1-3-56 0,5 0-72 0,0 0-176 16,-4 3 296-1,1 4 520-15,-6 5 280 0,-3 7 128 0,0 0 368 16,-4 10 276-16,0 5 236 0,-4 1 160 0,-4 7-128 16,-4-1-200-16,0 3-140 0,0-3 48 15,0 3-100-15,-4-2-88 16,-4-1-123-16,4-3-181 0,0-6-168 16,0 0-88-16,0-7-220 0,1-3-157 15,3-3-171-15,0 0-232 0,0-6-236 0,3-4-352 16,1-2-704-16,8-7-1856 0,-4 3-829 15,4-9-655-15</inkml:trace>
  <inkml:trace contextRef="#ctx0" brushRef="#br0" timeOffset="53876.13">29638 10443 7764 0,'0'0'4013'15,"0"0"-2477"-15,0 0-164 16,0 0 24-16,-3 66-20 0,3-53-264 0,0-4-324 16,0-3-348-16,0-2-440 0,0-4-60 15,0 0-456-15,0 0-100 0,3-4 60 16,2-5-12-16,-1-7 44 0,0 0-380 0,0-6-844 15,0 3-1476-15,0-10-1949 0</inkml:trace>
  <inkml:trace contextRef="#ctx0" brushRef="#br0" timeOffset="54017.793">29715 10057 6732 0,'0'0'3128'0,"0"0"-1027"0,0 0-249 15,0 0 4-15,0 0-488 0,84 24-388 0,-61-18-276 16,1 0-360-16,8 0-220 0,3-2-124 0,6-4-124 15,-2 0-60-15,9 0-632 16,-4-4-724-16,0-5-616 0,-9 6-2133 0,14-8-2415 0</inkml:trace>
  <inkml:trace contextRef="#ctx0" brushRef="#br0" timeOffset="54203.676">30352 10115 6432 0,'0'0'5809'0,"0"0"-4161"0,0 0-572 15,-72 70 272-15,40-42 160 0,0 2-240 16,1-2-176-16,-1 4-360 0,4-1-272 15,0-2-68-15,12 0-87 0,4-1-173 16,0-5-128-16,12-1-4 0,0-4-120 0,8-1-16 16,8-5 3-16,8-2-3 0,3-4-56 15,5-3-88-15,5-3-160 16,-5 0 100-16,3-6 36 0,-7-1-248 0,0-5-1208 16,-8-1-1084-16,-8 3-2685 0,4-5-2879 15</inkml:trace>
  <inkml:trace contextRef="#ctx0" brushRef="#br0" timeOffset="65078.704">15176 11671 6352 0,'0'0'1468'0,"0"0"1032"0,0 0-1171 0,0 0-189 15,0 0 196-15,0 0-72 0,0 0-56 0,0 0-88 16,0 0-192-16,-28-28-292 0,20 31-156 16,0 2-224-16,-4 9-172 0,-4-1 64 15,4 5-60-15,0 5-28 0,4 2-60 16,4 3-88-16,0 8 80 0,0 2 8 0,4 6-48 15,0 3 40-15,0 1-100 0,4 0 56 16,4 0-8-16,0-7-88 0,0-3 4 16,0-7-16-16,4-1-60 0,-4-8 48 15,4-7-36-15,0 1-128 0,4-6-292 16,0-4 96-16,3-6-304 0,2 0-408 16,-1-3-808-16,-1-10-1093 0,1 1-3435 15</inkml:trace>
  <inkml:trace contextRef="#ctx0" brushRef="#br0" timeOffset="65549.901">15438 11728 3588 0,'0'0'2264'0,"0"0"2144"16,0 0-3607-16,0 0-69 0,0 0 548 0,0 0-236 15,0 0-8-15,0 0-268 0,92 29-288 16,-79-8-116-16,-2 5-104 0,-3 7-60 16,-4 4-88-16,-4 1-40 0,0 0-20 15,0 1-52-15,-4-5-112 0,0 1-124 0,0-9 172 0,4-7-108 31,-4-10 32-31,4-6-32 0,0-3 20 0,0-3-188 0,4-9 24 16,0-10 192-16,4-4 60 0,0-6 4 0,0-5-32 16,4 1 92-16,0 1 52 15,-4 1 0-15,4 2 72 0,0 6-24 0,0 3-24 16,-5 9-64-16,2 3-12 16,-5 6 0-16,0 5 0 0,0 0 164 15,0 0 0-15,-1 0 128 0,1 9 80 0,1 4-148 16,-1 2 100-16,4 7-64 15,-4-2-172-15,3 5-84 0,-3 0 44 16,5 1 64-16,-1-1-112 0,-1 6-40 0,-3-1-108 0,1 1-112 16,-1-2-140-16,0 0-616 0,-4-4-560 15,4-6-1024-15,-4 0-2413 16</inkml:trace>
  <inkml:trace contextRef="#ctx0" brushRef="#br0" timeOffset="65902.215">15929 12185 808 0,'0'0'576'16,"0"0"6896"-16,0 0-6540 0,0 0-328 0,0 0 533 0,0 0-97 16,0 0-468-16,59-73-328 0,-42 61-192 15,-2 2 36-15,5 4 52 0,0 0-76 0,-4 6-56 16,4 0 296-16,0 3-100 16,-4 6 124-16,-4 4-12 15,0 3-128-15,0 4 128 0,-4-2-64 0,-5 4-76 0,1-4-64 16,1 6-112-16,-5-8 0 0,4-1-136 15,-4-2-116 1,0-7-252-16,0-6-168 0,4 0-404 0,-4-9-1068 0,4-1-1737 16,0-12-2067-16</inkml:trace>
  <inkml:trace contextRef="#ctx0" brushRef="#br0" timeOffset="66069.439">16235 12004 508 0,'0'0'10184'0,"0"0"-8951"0,0 0-669 0,-47 67 548 16,31-38 220-16,-5-1-128 0,2 4-248 0,3-3-400 16,0-4-308-16,0 0-248 15,4-6-116-15,0 1-168 0,0-5-376 16,4-2-444-16,5-4-740 0,-1-5-1205 16,-1-4-3055-16,5-7 1760 0</inkml:trace>
  <inkml:trace contextRef="#ctx0" brushRef="#br0" timeOffset="66318.136">16398 11684 3160 0,'0'0'416'0,"0"0"6272"0,0 0-5143 0,0 0-137 15,0 0 144-15,0 0-320 0,92 44-452 16,-68-28-184-16,-3 0-160 0,-1 2-152 0,-5 1-76 15,2 4-120-15,-6 0-84 0,1 5 4 16,-8 1-8-16,0 5-4 0,-4 1-96 16,-8 4-136-16,-4 2-172 0,-4-3 112 0,0 0-216 15,-4-3-72-15,1-4-172 16,-1-6-180-16,-5 2-436 16,6-12-1077-16,3-2-2759 0,-12-6-140 0</inkml:trace>
  <inkml:trace contextRef="#ctx0" brushRef="#br0" timeOffset="66992.973">17586 11732 4268 0,'0'0'444'15,"0"0"3832"-15,0 0-2984 0,0 0-51 0,0 0 91 16,0 0 44-16,0 0-292 0,0 0-88 16,0 0-172-16,0 0-204 0,72 91-188 15,-69-56-60-15,-3 3-124 16,0 0-104-16,0 0-44 0,-3-2-100 0,-1-5 0 16,4 1-72-16,-4-3-152 0,4-7-48 0,-4 0-132 15,4-6-280-15,0-7-176 0,0-6-284 16,0-3-436-16,0 0-1212 15,0-8-3097-15</inkml:trace>
  <inkml:trace contextRef="#ctx0" brushRef="#br0" timeOffset="67216.215">17777 11964 4360 0,'0'0'340'15,"0"0"3840"-15,0 0-2872 0,0 0-59 0,76-4 443 16,-44 4-460-16,0 0-384 0,12 0-132 0,0-3 648 15,7-1-668 1,1 1-264-16,8-3-88 0,0-4-24 0,4 4 100 0,-1-3-128 16,1-1-144-16,3 1-88 15,-7 2-60-15,0-2-4 0,-8 3-80 16,0 2-16-16,-12 1-72 0,-4 0-184 0,-8 3-148 0,-4 0-184 16,-9 0-292-16,-2 0-612 15,-6 0-1352-15,-7 0-3077 0</inkml:trace>
  <inkml:trace contextRef="#ctx0" brushRef="#br0" timeOffset="67453.79">18817 11684 3512 0,'0'0'628'0,"0"0"4000"0,0 0-3360 0,0 0-67 15,0 0 339-15,80 50-344 0,-60-37-320 0,4 0-132 16,-4-4-116-16,-1 0-140 0,-2 2-164 15,-2-3-176-15,2 3-36 0,-10-3-104 16,-3 6-8-16,0 2 12 0,-4 3 40 0,-4 3-44 16,-7 3-8-16,-6 7-48 0,2 0-140 15,-5 0 52-15,-5-3 124 16,6-1-264-16,-9-3-352 0,4 0-128 0,-4-1-352 16,0-6-740-16,4-3-1441 0,-12 2-3847 15</inkml:trace>
  <inkml:trace contextRef="#ctx0" brushRef="#br0" timeOffset="67989.065">19957 11767 4680 0,'0'0'6901'0,"0"0"-5505"16,0 0-88-16,80 0-68 0,-40 0 4 0,-1 0-116 0,9 0-188 15,0-3-316 1,0-1-232-16,-1 4-196 0,1-7-128 0,-4 1-68 0,0-4-52 0,-4 1-8 16,-1 0-36-16,-2-4-188 15,-10-3-464-15,-3 4-188 16,-4-1-320-16,-8 6-924 0,-3 0-2441 0,-14 7-3023 15</inkml:trace>
  <inkml:trace contextRef="#ctx0" brushRef="#br0" timeOffset="68286.281">20247 11795 5188 0,'0'0'208'16,"0"0"5473"-16,0 0-4025 15,0 0-204-15,0 0 76 0,0 0-276 16,0 0-368-16,97 19-156 15,-82-10-160-15,2 1-140 0,-2 0-96 0,-2 2-152 0,-6 4-96 16,-3 3-80-16,0 3 0 0,-4 3-4 16,-4 4-12-16,-7 2-64 15,-2 2 16-15,-2-5 12 0,-6 4-24 16,5-7-4-16,-3 1 16 0,6-1 12 16,-2-6 48-16,2 0 0 0,2-2 4 15,3-1-4-15,8-7-12 0,0 1-100 0,0-4-72 16,8 3 12-16,8-2 100 15,7-1 72-15,5 0 12 0,4 1 60 0,9-4-72 16,-2 0-44-16,1 0-68 0,4-3-36 16,-1 0-304-16,6 0-340 15,-2 0-464-15,-11 0-1484 0,12 0-3305 0</inkml:trace>
  <inkml:trace contextRef="#ctx0" brushRef="#br0" timeOffset="68870.871">21177 11912 4224 0,'0'0'1760'0,"0"0"2644"16,0 0-2819-16,0 0-177 15,0 0 264-15,0 0-260 0,79-47-416 0,-72 47-340 16,2 9-140-16,-1 7 64 0,-1 6 44 16,1 7-244-16,-8 8-148 0,0 1-172 0,0 2-60 15,0-9-48-15,0 1-36 16,0-4-64-16,0-6-12 0,5-6-24 16,-5-4-48-16,4-5-96 15,0-3-140-15,0-4-100 0,3-6 508 0,6-7 60 16,-5-10 0-16,3-2-124 0,2-4-24 0,-6-2 0 15,5 2 132-15,-3 3 12 0,-2 1 0 16,1 2-40-16,0 9 44 0,1 0 56 0,-2 5-48 0,-3 5 0 16,4 4 164-16,1 0-60 0,-2 0 184 0,1 10-52 15,3 0 28 1,-2 2-24-16,-5 8-76 0,4-1 0 16,-4-1 8-16,-4 5-92 0,3-4-88 15,-3 3-36-15,0-3-64 0,0 0-132 16,0 0-492-16,0-2-192 0,-3 2-400 15,-1-5-880-15,4-3-1961 0,-4 4-2087 0</inkml:trace>
  <inkml:trace contextRef="#ctx0" brushRef="#br0" timeOffset="69140.215">21671 12271 2584 0,'0'0'1212'0,"0"0"4944"15,0 0-4251-15,0 0-509 0,0 0 12 16,0 0-384-16,0 0-396 16,59-69-216-16,-47 56-136 0,-1 3-128 0,2 0-64 0,-5 5-84 15,3 5-112-15,2 0 12 16,-2 0 100-16,2 8 88 0,-1 5 72 16,-1 4 16-16,2 4 120 0,-6-1-84 15,1 5-104-15,1-3 28 0,-5 0-96 0,0 0-40 16,3-3-88-16,-3 0-132 15,0-2-340-15,-4-4-412 0,4-7-312 0,-4-6-604 16,5 0-1341-16,-5 0-2271 0,0-17 4044 16</inkml:trace>
  <inkml:trace contextRef="#ctx0" brushRef="#br0" timeOffset="69311.332">21981 12103 640 0,'0'0'5776'0,"0"0"-2856"0,0 0-1768 0,0 0-211 15,0 0 571-15,-80 86-100 0,61-59-424 16,-5 3-512-16,0 2-324 0,-1-1-140 0,1-1 36 16,1 0-48-16,3-4-276 0,0 0-504 15,4-1-384 1,0-6-828-16,0 0-2281 0,4-6-2979 0</inkml:trace>
  <inkml:trace contextRef="#ctx0" brushRef="#br0" timeOffset="69792.826">22380 11839 6140 0,'0'0'740'0,"0"0"3721"15,0 0-3757-15,0 0-576 0,0 0 360 0,0 0 328 16,0 0 48-16,0 0-344 0,91-72-292 16,-68 55-116-16,2 4 12 0,-1 1-68 15,0 2-48-15,0 4-4 0,-1 6 124 16,1 0 8-16,-7 6 28 0,-2 7 60 0,2 6 108 16,-6 1 68-1,-3 5-28-15,1 3-136 0,-2-2-76 0,-3-1 4 16,0 4-64-16,0-7-40 0,0 3-60 0,0-6-8 15,4 4-116-15,-4-8 12 0,-4-3 0 16,4 2-248-16,0-5-400 0,-4-2-196 16,0-4-256-16,4-3-536 0,-1-6-1177 15,1 0-2107-15,-4-15 904 0</inkml:trace>
  <inkml:trace contextRef="#ctx0" brushRef="#br0" timeOffset="69987.132">22878 11618 132 0,'0'0'11029'16,"0"0"-9413"-16,0 0-876 16,0 0 236-16,0 0 108 0,0 0-128 15,-84 60-256-15,59-35-340 16,-2 4-288-16,0-1-68 0,-5 7-4 0,-1 3-68 16,1 3-56-16,-4 0-100 0,-3 1-36 15,-1 2-204-15,0 1-288 0,4-1-548 0,-4 0-956 0,12-9-2113 16,-20 12-3311-16</inkml:trace>
  <inkml:trace contextRef="#ctx0" brushRef="#br0" timeOffset="77095.666">1621 11811 1408 0,'0'0'11409'0,"0"0"-10133"15,0 0-1048-15,-31 73 264 0,22-42 380 16,5 7 404-16,4 10-380 0,0 13-292 15,0 9-112-15,0 14-96 16,4 12-164-16,5 15-84 0,-2 10-100 0,-3 6 24 16,4 10 40-16,-4-4-8 15,-4 4-104-15,5-11-84 0,-2-5 76 0,-3-10-104 16,4-15 4-16,0-14-100 0,-4-19 36 0,4-12-88 16,0-19-268-16,-4-13-360 0,4-15-508 15,0-10-1156-15,-4-7-1389 0,0-35-1759 0</inkml:trace>
  <inkml:trace contextRef="#ctx0" brushRef="#br0" timeOffset="77361.158">1581 12189 1748 0,'0'0'10209'0,"0"0"-9417"0,0 0-740 15,48-77 460-15,-24 58 276 16,-1 0-68-16,9 7-52 0,-4 6-88 0,4 2-76 0,0 4-104 15,1 10-116-15,-1 9-112 0,-9 6 104 16,-3 10-128-16,-5 13-148 16,-6 9-12-16,-9 9 4 0,0 8-168 0,-12 2-60 0,-8-4-84 15,-4-2 20 1,0-12 0-16,0-14-180 0,1-9-376 0,3-10-116 0,-5-12-364 16,6-9-372-16,-5-4-785 0,8-17-743 15,0-8-828-15,4 3 3672 0,-4-23-571 0</inkml:trace>
  <inkml:trace contextRef="#ctx0" brushRef="#br0" timeOffset="77595.626">2151 12284 6704 0,'0'0'5421'0,"0"0"-4733"16,0 0-468-16,0 0 608 0,60 92 928 0,-56-60-428 15,-4 6-580-15,0 6-352 0,-4 5-224 16,-4-2-148-16,-4-3-24 0,4-6-100 15,0-6 100-15,0-13 172 0,4-6 60 0,4-11 4 16,0-2 20-16,0 0 16 0,0-2-116 0,0-8-156 16,0-6-296-16,4-6 24 15,4-6 140-15,8-5-4 0,4 1-52 16,4-2-108-16,3-1 12 0,1 3-24 16,4 0-552-16,-4 1-684 0,0 1-816 15,-4 9-2153-15,-4 2-1443 0,-4 3 4360 0</inkml:trace>
  <inkml:trace contextRef="#ctx0" brushRef="#br0" timeOffset="77879.065">2514 12566 1604 0,'0'0'6640'15,"4"70"-2587"-15,0-38-3593 0,3-3-268 16,1 2 472-16,5-8 252 0,-2-8 16 0,2-9-88 16,2-2-132-16,2-4-304 0,2-16-160 15,5-5-140-15,4-12-108 0,-4-8-396 16,-1-8-176-16,-2 2-196 0,-5 0-84 0,-4 3 56 15,-1 5 200-15,-6 11 316 16,-5 6 52-16,0 2 228 0,-9 11 152 0,-6 2 280 0,-5 7 264 16,-5 0 88-1,-3 7 56-15,5 5-260 0,-1 11-108 0,4 3-124 0,4 9-88 16,4 2 36-16,0 4 112 0,9-3 108 16,-1 1-356-16,4-7-160 15,0-7-196-15,4-6-260 0,3-9-100 0,1-4-24 16,8-6-80-16,0-3-360 0,8-16-772 15,0-6-468-15,4-4-1829 16,-9-1-2175-16,14-7 5632 0</inkml:trace>
  <inkml:trace contextRef="#ctx0" brushRef="#br0" timeOffset="78143.6">2960 12478 4104 0,'0'0'2720'0,"0"0"3101"0,0 0-4217 0,0 0-796 16,48 79-28-16,-36-60 600 0,-5-4-204 0,2-4-536 15,-1-5-432-15,-1 0-76 0,5-6-132 16,1 0-220-16,2-12-176 0,5-4-12 15,-3-6-72-15,-2-8-264 0,1 2-68 0,-8 0-156 16,0-1 284-16,-8 10 316 16,0 5 368-16,-4 9 368 0,-8 2 64 15,-4 3 8-15,-8 0 124 0,-4 0-48 0,0 8-116 0,1-1-76 16,-1 6-52-16,4 3-164 16,4 0-104-16,8 0-8 15,-1 6-56-15,10-3-76 0,3-3-136 0,0 0-76 0,0-4-188 16,3-2-248-16,6-3-172 0,7-7-824 0,0 0-1089 15,3-14-1159-15,5-5-1404 0,-3 5 5428 16</inkml:trace>
  <inkml:trace contextRef="#ctx0" brushRef="#br0" timeOffset="78267.689">3498 12433 3344 0,'0'0'6792'0,"83"16"-2491"0,-55-7-3505 0,4 1-92 16,0-4 412-16,0 1-592 15,-8-7-164-15,-8 0-360 0,0-10-16 0,-5-5 4 16,-2-8-136-16,-1-6-508 0,-5-9-384 15,1 0-372-15,-4-3-212 0,0 0-677 16,-11-1-947-16,3 14-2300 0,-20-20 4072 0</inkml:trace>
  <inkml:trace contextRef="#ctx0" brushRef="#br0" timeOffset="78436.153">3482 11878 288 0,'0'0'9472'16,"0"0"-7551"-16,0 0-1433 15,4 88 12-15,-1-46 216 16,6 12 844-16,3 6-112 0,-5 7-216 0,6 9-404 15,-5 9-224-15,3 8-124 0,-2 5-52 16,-1 4-112-16,-1 2-48 0,-3-5-216 0,0-6-52 16,-4-11-476-16,0-10-112 15,0-7-100-15,0-15-312 0,-11-3-672 16,-1-5-1236-16,-12-7-2825 0,4-14-1243 16,-33 5 6417-16</inkml:trace>
  <inkml:trace contextRef="#ctx0" brushRef="#br0" timeOffset="78762.56">709 13783 6400 0,'0'0'6425'0,"0"0"-6425"15,0 0-1036-15,0 0 1036 0,52-74 1548 16,-17 46-580-16,18 2-72 0,10-2 20 15,9 3 36-15,15 2-108 0,9 4-140 0,16 3-248 16,3 4-284-16,12 2-48 16,13 4 36-16,11 2 84 0,9-2 612 0,11 0-224 15,4 3-328 1,5-4-72-16,-1-2-51 0,0 3-181 0,-4-1 12 16,1 1 76-16,-8 2 8 0,-5 4-72 0,-16 4-24 15,-12 5-144 1,-15 1-309-16,-17-1 197 0,-15 1 64 0,-12-1-76 0,-16 1-332 15,-9-1-168-15,-15-3-488 0,-8 1-836 0,-15-4-624 16,-6 0-1937-16,-18 1-3795 0</inkml:trace>
  <inkml:trace contextRef="#ctx0" brushRef="#br0" timeOffset="79590.274">5622 12227 2872 0,'0'0'7932'0,"0"0"-6723"15,0 0-785-15,0 0 188 0,0 0 520 16,0 0 396-16,0 0-436 0,23 98-284 0,-14-54-200 16,-2 3-152-16,1 2-88 0,0-2-160 0,-4 1-208 15,4-6-52 1,-4-8-168-16,-4-2-312 0,4-10-220 0,-4-3-84 0,0-6 20 16,0-7-388-16,0-6-1088 15,-4 0-3405-15,-12-9-851 0</inkml:trace>
  <inkml:trace contextRef="#ctx0" brushRef="#br0" timeOffset="79777.015">5115 12344 5976 0,'0'0'1624'16,"0"0"-808"-16,-24 79 2197 0,16-34-901 0,5 6-604 0,3 6-36 15,0 3-352-15,0-3-376 16,7 3-524-16,6-9-220 0,2-3-356 0,2-10-288 15,6-9-340-15,-3-14 40 0,4-8 164 16,8-7-436-16,-13-9-716 0,22-23-2533 0</inkml:trace>
  <inkml:trace contextRef="#ctx0" brushRef="#br0" timeOffset="79990.286">6036 12160 3676 0,'0'0'1892'0,"84"-10"2184"15,-52 17-2435-15,3 2-13 0,5 10-140 0,-5 4 88 0,2 6-460 16,-10 2-176-16,-7 7-64 0,1 9-188 16,-10 8-308-16,-7 2-36 0,-4 6-76 15,0 4-196-15,-11-4 12 0,-6 1-76 16,-2-7 0-16,-1-9 56 0,-8-4-64 0,0-9 0 16,-4-7-88-16,-4-4-156 0,-3-13-452 15,-6-1-312-15,2-6-188 0,-2-4-804 0,6-4-1060 16,11-6-2245-16,-8-15-1127 15</inkml:trace>
  <inkml:trace contextRef="#ctx0" brushRef="#br0" timeOffset="83631.781">5179 12439 272 0,'0'0'6508'0,"0"0"-5064"16,0 0-836-16,0 0-76 0,0 0 876 16,0 0 121-16,-40-70-353 0,40 54-400 15,0 2-472-15,4-6 36 0,4-2 12 16,5-4 28-16,2-2-104 0,5-1 0 0,4 0-48 16,-1 1 36-16,9 3 8 15,9 2 76-15,-2 1-12 0,14 3-136 16,-2 0-100-16,8 3-40 0,5-1-60 0,0 5-4 15,4-1 4-15,-4 5 12 16,4 1 48-16,-9 3-60 0,5 1 0 16,-4 3 0-16,-4 3-60 0,-9 8 12 0,1 1-52 15,0 7 24-15,-4 6-72 16,-4 4 100-16,-5 3-76 0,-3 2 24 0,0 4 0 16,-8 1-36-16,-4 2-100 0,-4 4 148 15,-9-1 88-15,2-2 44 0,-9 2 8 16,0 0-44-16,0 0 4 0,-9 1-12 0,2-8-8 0,-5 5-4 15,0-3 0-15,-4-2 12 16,0-1 12-16,0-1 0 0,-8 0 0 0,0-4-4 16,-4 1 44-16,-4 0-4 0,-3-1 0 15,-9-2-48-15,-4 3-4 0,-3 0 4 0,-5-4 0 16,0 1-92 0,0-7-136-16,-4 0 16 0,0-5-72 15,0-3-12-15,1-3-4 0,-1-8-152 0,5-3-140 16,3 0-96-16,0-7 4 0,8-3 172 15,9-1 76-15,7-6-436 16,0-2-961-16,11 6-215 0,2-12-1208 0</inkml:trace>
  <inkml:trace contextRef="#ctx0" brushRef="#br0" timeOffset="94669.809">5837 14046 1708 0,'0'0'7652'0,"0"0"-6412"16,0 0-956-16,0 0-272 0,0 0 209 0,0 0 359 16,0 0-172-16,0 0 40 0,0 0-52 15,40-6 356-15,-12 12 164 0,7 0-160 0,5 4-128 0,4-1-248 31,3 1-268-31,-7-1 28 0,1-2-140 0,-6-1-12 16,-3-3-60-16,-4 0-4 0,0-3-88 0,-4 0-4 16,-5-3-380-16,-2-6-300 0,-2-4-444 15,-7 6-988-15,-3-15-2469 0</inkml:trace>
  <inkml:trace contextRef="#ctx0" brushRef="#br0" timeOffset="94928.272">6075 13735 4784 0,'0'0'1344'15,"0"0"1740"-15,0 0-2476 16,0 0-440-16,0 0 296 0,-28 73 417 0,28-41 143 0,0 5-12 0,0 8-276 16,9 5-64-16,3 8-120 0,-5 2-172 15,6 8-156-15,-2 1-84 16,1-2 0-16,1-3-88 0,-6-8-52 0,5-5-68 0,-3-13-32 15,-2-6-12-15,1-9 0 16,1-9-128-16,-2-7-164 0,-3-7-304 0,4 0-128 16,0-9 212-16,4-8-40 0,-4-8-660 15,0-10-1081-15,0-9-1935 0,-4 9 13 16,4-26 4327-16</inkml:trace>
  <inkml:trace contextRef="#ctx0" brushRef="#br0" timeOffset="95429.334">6391 13684 12 0,'0'0'8044'0,"0"0"-5972"16,0 0-1376-16,0 0-179 0,0 0 47 15,0 0 104-15,0 0 312 0,0 69 36 0,0-39-260 16,0 8-228-16,4 3-132 16,3 3-112-16,-3 1-84 0,4-1-100 15,1 4-100-15,-2 3-12 0,-3-4-124 0,4-2 0 0,-4-1-40 0,0-3-16 16,4-5-20-16,-4-8 24 0,4-5-268 15,-4-4 68-15,0-7 8 0,4-6-152 16,-4-3-348-16,4-3-272 0,0 0-417 0,-1-7 781 31,6-5 152-31,-5-1-556 0,4-6-172 16,4 7 60-16,0-5 224 0,-1 8 584 16,2 7 496-16,-2 2 120 0,6 0 360 15,3 9 980-15,-5 7-368 0,1-1 52 0,4 4-224 16,-1 4-376-16,-2-7 92 0,-5 0 20 0,3-7-63 15,-2-3-37-15,-6-6 8 16,6 0-128-16,-6-9-168 0,6-7-204 0,-6-4-64 16,5-5-64-16,-4-6-232 0,0-1 68 0,-4 0-364 15,4 1 248-15,-4 2-4 16,-4 7 308-16,0-1 40 0,-4 10 272 0,0 4 8 0,-4 4 208 31,0-2 152-31,-8 7 48 0,0 0 352 0,0 9-116 16,5 1-800-16,-6 5 40 0,5 8 84 0,1 6-28 0,3-1 4 31,0 3-36-31,4-1-76 0,0-9-24 0,4-2-88 16,7-2-172-16,1-9-52 0,12-3-356 15,4-5-324-15,0-5-148 0,8-9-568 0,-8-3-2585 16,16-12-3922-16</inkml:trace>
  <inkml:trace contextRef="#ctx0" brushRef="#br0" timeOffset="96672.33">12785 9703 2672 0,'0'0'9445'16,"0"0"-8521"-16,0 0-772 0,4 63-76 16,0-25 396-16,4 7 252 0,-4 9 336 0,0 6-80 15,4 3-308-15,-4 4-136 0,0 3-128 16,-4-1-88-16,0 5-96 16,0 2-92-16,0-3-80 0,0-6 32 15,-4-4-84-15,4-5 0 0,0-14 0 16,0-9-56-16,-4-10 52 0,4-6 0 0,0-9-84 15,0-4-220-15,-4-6-136 0,4 0-272 16,-8-13-272-16,4-9-816 0,-8-10-652 0,8-7-385 0,-4-11-39 31,-3-4-2168-31,6 7 4436 0,-7-27-71 0</inkml:trace>
  <inkml:trace contextRef="#ctx0" brushRef="#br0" timeOffset="96928.197">12714 9775 3648 0,'0'0'5872'0,"0"0"-4375"15,0 0-841-15,0 0-284 0,0 0 168 16,0 0 72-16,79-31 24 0,-63 31 48 0,4 6 0 16,4 4-56-16,-4-1-236 15,4 7-152-15,-5 0-68 0,1 3-96 16,-8 4 0-16,1-4-16 0,-6 6-8 16,-3 0 8-16,-4 3-52 0,0 4 68 15,-8-3 0-15,-3-1 24 0,-2 0 48 0,-6-2-12 0,-1-3-72 16,-4-1-16-16,0-3-48 0,-4-7-4 0,4 1-84 15,0-3-184 1,0-4-128-16,4-2-196 0,1 3-100 0,2-7-36 16,6 2-408-16,3-2-60 0,-1 0-549 15,5 0-1083-15,4 0-2000 0,0 0 1761 16,-3 0 3071-16</inkml:trace>
  <inkml:trace contextRef="#ctx0" brushRef="#br0" timeOffset="98720.081">13415 10163 11009 0,'0'0'5180'0,"0"0"-4888"0,0 0-292 15,0 0-544-15,0 0 120 0,0 0 424 16,16 80 148-16,-20-68-148 16,-4 1-376-16,-1-7-484 0,2 1-268 0,-5-1-408 15,-1 0-697-15,6 1-635 0,-9-4-2240 16</inkml:trace>
  <inkml:trace contextRef="#ctx0" brushRef="#br0" timeOffset="98843.591">13232 10420 10768 0,'0'0'1325'0,"0"0"-341"0,0 0-728 16,0 0 12-16,0 0-64 16,35 76-204-16,-23-66-192 0,1-4-48 15,2 0-836-15,-3-2-945 0,0-4-2779 0</inkml:trace>
  <inkml:trace contextRef="#ctx0" brushRef="#br0" timeOffset="101652.459">7892 14198 5044 0,'0'0'7957'0,"0"0"-6885"0,0 0-176 0,0 0-116 16,0 0-224-16,0 0-20 0,0 0-24 15,0 0-16-15,0 0-152 0,0 0 64 16,0 0 96-16,13 61-60 0,-2-33-260 0,-3 3-52 0,-4 2-120 16,1-5-12-1,-1-5-44-15,-4-4-16 0,3 0-24 16,-3-10-4-16,4 1 4 0,-4-7-112 0,0 0 36 16,4-3-64-16,-4-3-256 0,8-7 48 15,-4-6 260-15,4-6-16 0,4-3 4 0,-4-4-52 16,0 8 60-16,4 0 164 15,-8 6 0-15,3 6-36 0,-2 2-28 16,3 4-36-16,0 3 112 0,-1 0 12 16,2 6 188-16,-1 4 72 0,-4 8-36 0,3 3 0 15,-3 0-48-15,-4-2-104 16,4 4 16-16,1-7 24 0,-5-7-88 16,0 0-36-16,4-5-208 0,-4-4 8 0,0 0-8 15,4 0 32-15,3-4 176 0,6-5 200 16,-1-4 24-16,-1-6-224 0,6 1-84 15,-6-1-92-15,6 2 128 0,-6 1 0 16,6 7-28-16,-6 0 64 0,1 5-52 0,0 1-60 16,0 3 124-16,0 3 16 0,-4 3 80 0,4 7 216 15,-5 0-76-15,6 5 24 0,-5 1-52 16,-1 4-24-16,2-4 160 16,-1 0-204-16,-4-3-140 0,-1-3 0 15,5-4-8-15,-3-3-64 0,-5 1-40 16,4-4 16-16,-4 0-40 0,4-3-52 0,-4 0-20 0,7 0-136 15,-3 0-252 1,9-6-40-16,-2-4-584 0,-3 1-1468 0,12-13-2905 16</inkml:trace>
  <inkml:trace contextRef="#ctx0" brushRef="#br0" timeOffset="102035.415">8869 14274 10616 0,'0'0'1713'0,"0"0"-1101"0,0 0 232 16,0 0 256-16,0 0-4 0,0 0-268 15,-88-9-220-15,72 9-72 0,4 3-44 0,0 6-72 16,0 4-100-16,0 4-136 0,1 8 24 16,-2 1 12-1,9 2 48-15,-4-3-36 0,5-3-108 0,3-6-124 16,0 0-68-16,0-10-104 0,0-3 48 15,0 0-32-15,7-3-164 0,1 0 248 16,5-9-76-16,6 0-208 0,-3-7-16 0,4-6-20 16,0-1-68-16,0 2-36 0,-1 2 148 0,-2 2 48 15,-2 8 128-15,-2 2 84 0,-2 4 36 16,2 3 52-16,-5 0 100 16,-1 6 352-16,1 5 92 0,1 3 28 0,-2 3-64 15,1 2-68-15,-4-3 16 0,-4 3-160 16,4-3-28-16,-4-4-152 15,5-2-116-15,-5-4-120 0,4-3-124 0,-4 0-112 16,3-3-332-16,5 0-316 0,0 0-152 16,4-6-708-16,0-3-916 0,4-10-2157 0</inkml:trace>
  <inkml:trace contextRef="#ctx0" brushRef="#br0" timeOffset="102251.724">9228 14230 10949 0,'0'0'2052'15,"0"0"-1400"-15,11 70 56 0,-11-29 368 16,4 9 452-16,-4 8-176 0,0 2-196 0,0 3-308 16,0 8-204-16,0 2-144 0,0 0-136 15,0 0-159-15,0-6-93 0,0-5-112 0,0-4-44 16,0-7-152-16,0-4-73 16,4-5-23-16,0-7-180 0,1-10-4 0,-2-2-100 15,1-8-296-15,0-12-436 16,0-6-480-16,-4-12-192 0,0-14-208 15,0-16-261-15,0 8-551 0,-12-40-2920 0</inkml:trace>
  <inkml:trace contextRef="#ctx0" brushRef="#br0" timeOffset="102468.699">9256 14358 8584 0,'0'0'2016'0,"0"0"-1395"0,0 0-185 0,0 0 168 16,0 0-16-16,0 0-64 15,67-68 148-15,-59 68 40 0,3 0-84 16,2 0-136-16,-2 0-204 0,2 7-48 15,-5 3-116-15,3-1-36 0,-3 7-24 16,1-1 24-16,-5 8-24 0,-4 2-64 0,0 4 0 16,0-1 0-16,-13 1 12 0,1-1-12 15,-8 2-4-15,-3-5-144 0,-1 0-16 16,-4-6-72-16,-4 0-132 16,0-3-312-16,0-7-24 0,1 1-136 0,-1-7-152 15,0-3-332-15,4-6-661 0,11-4-1107 16</inkml:trace>
  <inkml:trace contextRef="#ctx0" brushRef="#br0" timeOffset="103281.298">10502 14341 468 0,'0'0'5476'0,"0"0"-4188"0,0 0-676 0,0 0-248 0,0 0 128 16,0 0 260-16,0 0-80 0,0 0-248 15,0 0-260 1,0 0-164-16,0 0-104 0,4 0-52 15,-4 0-36-15,0 0-156 0,0 0-92 16,0 0 0-16,0 0 36 0,0 0-8 0,0 0 60 16,0 0 120-16,0 0 152 0,0 0 80 15,0 0 96-15,0 0 112 0,0 0 52 0,0 0-16 16,0 0-88-16,0 0-156 16,0 0-164-16,0 0-304 0,0 0 172 0,0 0 24 15,0 0 36-15,0 0-180 0,0 0-92 16,0 0 92-16,0 0 144 15,0 0-28-15,0 0-52 0,0 0-168 0,0 0-288 16,0 0-144-16,0-2 24 0,0 2 200 16,0-4 100-16,0 4 377 0</inkml:trace>
  <inkml:trace contextRef="#ctx0" brushRef="#br0" timeOffset="103516.408">10502 14341 652 0,'8'-9'1736'0,"-8"9"-16"15,0 0-312-15,0-4-264 0,0 4 52 0,0 0 8 0,0 0-76 0,0 0-47 16,0 0-193-16,0 0-196 0,0 0-68 15,0 0-52-15,0 0-64 16,0 0-52-16,4 7-104 0,-4 5-264 16,8 11 212-16,0 15 104 0,4 13 48 15,4 15-4-15,0 14 136 0,0 12 208 16,3 2-200-16,-2 5-140 16,-1 2-36-16,-4-2-192 0,-5 0-164 0,1-7-52 0,-3-10 28 15,3-8-36-15,-5-18-148 16,1-12-48-16,0-18 40 0,-4-10-92 15,4-9-364-15,-4-7-588 0,0-16-660 0,0-13-304 16,0 4-1029-16,0-36-2367 0</inkml:trace>
  <inkml:trace contextRef="#ctx0" brushRef="#br0" timeOffset="103785.559">10629 14307 9128 0,'0'0'1252'15,"0"0"-1032"-15,0 0 129 0,0 0 307 0,40-77 448 16,-24 68-48-16,5 2-268 0,2 4-56 16,1 0-80-16,8 3-72 0,-4 0-192 15,4 6-176-15,-4 7 0 16,-4 0-64-16,-5 6-24 0,-3 3-36 0,-4 0-16 16,-3 3 28-16,-9 5 0 0,0-2-4 15,-4 0-32-15,-9 4-52 0,-7-4-12 0,-7 5-44 16,-5-8-56-16,-1 1-172 15,-2-7-64-15,3-7-60 0,0 1-16 16,0-4-208-16,4-2-208 0,0-1-208 0,5-6-328 0,-1 0-1557 16,4 0 613-16,0 0-2308 0</inkml:trace>
  <inkml:trace contextRef="#ctx0" brushRef="#br0" timeOffset="104172.774">11769 14268 10856 0,'0'0'1225'0,"0"0"-1045"0,0 0 216 0,0 0 116 16,0 0 148-16,68 71 0 0,-52-38-80 0,-4 6-124 15,-4 2 84-15,0 0-48 0,0 1-180 0,-8-7-152 16,0-3-160-16,0-10 0 0,0-3-336 0,0-7-268 0,-8-5-200 31,-5-4-16-31,2-3-428 0,-1 0-1161 16,-12-16-2431-16</inkml:trace>
  <inkml:trace contextRef="#ctx0" brushRef="#br0" timeOffset="104310.614">11789 13960 640 0,'0'0'11573'0,"0"0"-10205"0,0 0-1204 0,0 0 12 15,100 0-176-15,-76 0-532 0,-5 0-992 16,-3-2-1041-16,9-5-2519 16</inkml:trace>
  <inkml:trace contextRef="#ctx0" brushRef="#br0" timeOffset="104578.187">12371 14119 11205 0,'0'0'2600'16,"0"0"-1940"-16,-44 89-444 0,28-57 236 0,-8 5 304 15,0-7 384-15,5-5-184 16,2-6-436-16,6-10-200 0,7-3-76 16,-1-6-196-16,5 0-48 0,9 0-196 0,6 0 196 15,9 0 136-15,4 0-64 0,4 0-72 16,0 0-8-16,0 4-40 0,3 3 48 0,-7-1-12 0,0 2 0 15,-3 6 12-15,-6-1 0 16,1-1 12-16,-12 7 36 0,4-3 40 16,-8 6-76-16,-4 0 48 0,0 1 16 15,-7 3-76-15,-6-1-100 0,-2 0-96 0,-6-3-384 16,1-3-172-16,-3-3-220 0,-1-4-484 16,-4 1-828-16,8-6-2153 0,-16 0-1879 15</inkml:trace>
  <inkml:trace contextRef="#ctx0" brushRef="#br0" timeOffset="110484.965">14295 14189 612 0,'0'0'9744'0,"0"0"-7547"16,0 0-945-16,0 0 264 0,-84-31-68 0,61 31-72 15,3 6-84-15,4 2-92 0,-4 6-116 16,7 2-455-16,-2 3-349 0,-1 9-160 16,4 7 40-16,-3 9 20 0,2 11 184 0,1-2-64 15,0 4-168-15,4-3-84 16,4-6-40-16,4-7 140 0,-4-9-144 0,4-10-4 16,0-8-48-16,4-11-88 0,4-3-152 15,8-17 132-15,4-8 148 0,0-10-68 16,4-6-104-16,0-7-84 0,4 0-4 0,-8 1 124 15,0 3 76-15,-1 2 64 0,1 7 4 16,-8 4-4-16,0 8-4 16,-8 11-48-16,0 5-40 0,-4 7-12 0,0 0 0 15,0 13 108-15,0 6 24 0,0 4 36 0,4 9 0 16,0-1-52 0,5 4 4-16,-2 0 36 0,1-4-48 0,5-2-84 15,2-4-100-15,1-3-157 16,4-3-59-16,4-6-868 0,0-3-1444 0,-9-8-2268 15,10 2-1637-15</inkml:trace>
  <inkml:trace contextRef="#ctx0" brushRef="#br0" timeOffset="111160.742">15626 13764 6748 0,'0'0'4249'0,"0"0"-2529"0,0 0-572 16,0 0-160-16,20-74 304 15,-16 68-124-15,-4 6-292 16,0 0-244-16,0 3-240 0,0 13-148 0,0 13 344 16,0 16 168-16,-4 11-376 0,-4 10-224 0,-8 14-80 15,0 0-76-15,-4 2-84 0,5-5 84 16,-2-5 148-16,6-11-148 16,-2-10-76-16,9-17 24 0,0-11-44 15,4-11-36-15,0-9-52 0,0-3-24 16,12-3-16-16,4-6 224 0,8-4 112 15,0-3-44-15,4-3-68 0,3 3-84 0,-3 1-4 0,0 4 28 16,-3 5-60-16,-5 4 8 16,-5 2 28-16,2 0-52 0,-6 6 136 15,-3 7 128-15,1-1 28 0,-9 4 64 16,0 0 24-16,0 3-24 0,0 0 12 16,-13-3-64-16,1 0 16 0,0 3 0 15,-3-7-51-15,-2 1-45 0,-2-3-88 0,-1-1 0 16,-1-5-12-16,2-2-48 0,-1 2-25 15,-1-4-63-15,6 0-32 0,-1-4-100 16,4-4-404-16,0-3 24 0,9-4-12 16,3-5-500-16,3-2-1628 15,5 6-2329-15,12-15-4039 0</inkml:trace>
  <inkml:trace contextRef="#ctx0" brushRef="#br0" timeOffset="111322.32">16100 14287 3088 0,'0'0'7396'0,"0"0"-6071"0,0 0 379 0,0 0 192 0,0 92-376 16,-7-66-216 0,-6-1-444-16,5 0-612 0,1-6-248 15,-6-6-160-15,5 0-88 0,4-6-244 0,-8-5-360 16,4-2-496-16,4 0-1816 16,-11-9-4273-16</inkml:trace>
  <inkml:trace contextRef="#ctx0" brushRef="#br0" timeOffset="111474.484">16072 14052 5732 0,'0'0'5445'0,"0"0"-4405"0,0 0 964 0,0 0 12 16,0 0-632-16,0 0-764 16,0 0-388-16,84-25-232 0,-64 19-220 0,-4-1-164 15,3 1-684-15,-2 6-920 0,-6 0-2457 16,-2 6-3075-16</inkml:trace>
  <inkml:trace contextRef="#ctx0" brushRef="#br0" timeOffset="111689.461">16340 14377 3088 0,'0'0'8957'16,"0"0"-8049"-16,23 69-192 0,-19-41 436 0,4 10 248 16,-8-3-28-1,4 7-212-15,-4-1-408 0,0 1-264 0,0 2-12 16,-4 4 84-16,0-1-132 0,-4 1-172 0,0 0-111 0,-4-1-133 15,-4-5-12-15,4-1-73 0,-4-6-27 16,1-7 40 0,-6-6 12-16,1-3-96 0,5-6-124 0,-6-6-112 0,6-5-180 15,-1-2-148-15,-4-12-116 16,8-7-612-16,-4-16-1164 16,4 6-2589-16,-4-37-4275 0</inkml:trace>
  <inkml:trace contextRef="#ctx0" brushRef="#br0" timeOffset="111852.125">16308 14172 5460 0,'0'0'7321'16,"0"0"-6125"-16,0 0-816 0,0 0 1084 0,0 0 200 15,0 0-232-15,0 0-8 0,0 0-680 16,51-75-744-16,-39 59-88 16,0 3-156-16,3 0-156 0,6 1-212 15,-5 5-432-15,3 1-416 0,-2-1-1544 0,2 5-3117 0</inkml:trace>
  <inkml:trace contextRef="#ctx0" brushRef="#br0" timeOffset="112182.703">16666 14205 7324 0,'0'0'2852'0,"0"0"-1807"16,0 0-441-16,7 79 828 0,-7-56 432 0,0-2-204 15,5-8-432-15,-5-1-524 0,4-5-336 0,0-3-48 16,4-2-76-16,-1-2-60 0,10 0-84 15,-2 0-100 1,6-8-84-16,-1-6-48 0,3-5-248 0,1-3-248 16,0 0-52-16,-4-4 124 0,0 4 20 0,-8 3 12 15,-4 3 84-15,0 7 364 16,-8 3 76-16,0 2 416 0,-4 4-40 16,-12 0-76-16,-4 0 84 0,0 0 12 0,1 4-172 0,-6 4 84 0,5 9 12 15,1 5 12-15,-1 3 12 16,3 7-12-16,6 3-76 15,-1 1 16-15,0-3-28 0,4 0-160 0,4-5-84 16,4-6-172-16,0-3-72 0,0-3-84 16,4-3-164-16,4-7-48 0,4 1-128 15,4-7-172-15,0-3-416 0,3-7-824 0,-2-3-2253 16,7-9-3195-16</inkml:trace>
  <inkml:trace contextRef="#ctx0" brushRef="#br0" timeOffset="112386.442">17212 14255 1788 0,'0'0'8392'0,"0"0"-6527"16,0 0-841-16,0 0 136 15,0 0 140-15,0 0-232 0,-72 67 64 0,60-48-292 16,0 6-336-16,8-2-148 0,1 2-36 16,3 4-52-16,0-7-72 0,0 0-196 15,11-2 0-15,1-5-160 0,0-9-36 0,8-2-36 16,0-4 12-1,4-10 36-15,0-12-148 0,3-10-272 16,5-6-436-16,-4-9-792 0,-4 8-1112 0,12-28-2501 0</inkml:trace>
  <inkml:trace contextRef="#ctx0" brushRef="#br0" timeOffset="112735.549">17634 13636 5672 0,'0'0'5821'0,"0"0"-3849"16,0 0-904-16,-4 80-8 0,-4-38 204 15,0 5-108-15,0 6 124 0,-4 8-200 0,8 6-360 16,-4 2-200-16,5 4 161 0,-1 1-209 16,4-2-332-16,-4-2-140 0,4-6-112 15,0-7-104-15,0-13-16 0,0-9-68 0,0-9-5 0,0-13-47 32,-5-7-148-32,1-6-148 0,0-3-208 15,-3-11-152-15,-6 0-756 0,1-16-580 0,-8 2 164 16,5-7-257-16,-6 0 325 0,2-4 172 15,-5 1 976-15,0-3 964 0,0 6 724 16,4 4 484-16,8 9 480 0,4 9 396 0,8 7-139 16,0 6-617-16,4 0-236 0,12 0 572 15,8 3 24-15,4 0-392 0,3 0-524 16,6 1-236-16,3-4-60 0,-1 0-160 0,1-7-316 16,0-2 0-16,0-2-124 15,-1 3-104-15,2-3-568 0,-1 3-352 16,-1-3-596-16,-7 5-2696 0,4 0-3577 0</inkml:trace>
  <inkml:trace contextRef="#ctx0" brushRef="#br0" timeOffset="112885.911">18017 14366 7476 0,'0'0'7525'16,"-12"64"-6557"-16,7-35-440 0,1 5 656 0,0 1-76 0,1-5 96 31,3-9-80-31,-4-9-580 0,4-5-544 16,0-3-192-16,0-4-124 0,0 0-160 0,4-13-136 15,-1-4-84-15,1-8-808 0,5 3-2480 16,-9-19-3437-16</inkml:trace>
  <inkml:trace contextRef="#ctx0" brushRef="#br0" timeOffset="113016.489">17921 14071 13133 0,'0'0'2460'0,"0"0"-1768"16,0 0 380-16,0 0-340 0,84 35-364 15,-65-29 64-15,-2-6-136 0,2 4-296 16,1-4-24-16,0 0-260 0,0 0-788 0,0-4-312 0,-4 4-1192 16,11 0-3281-16</inkml:trace>
  <inkml:trace contextRef="#ctx0" brushRef="#br0" timeOffset="113278.372">18367 14307 3068 0,'0'0'10065'0,"5"63"-8173"0,-5-35-724 0,0 1 68 0,0-1-280 16,0-6-132-16,0-9 168 15,3-6-504-15,5-7-112 0,4-7-204 16,8-12-12-16,4-6-28 0,-1-10-132 0,1-4-364 16,1-1-160-16,-1-2 132 0,-13 4 88 15,2 10 84-15,-9 2-4 0,-4 11 216 16,0 4-84-16,-17 5 92 16,2 6 12-16,-9 6 136 0,-4 13 0 0,-4 8 180 15,4 4 16-15,0 4-16 0,4-1-192 16,5 1-132-16,-2 1-4 0,10-7-68 15,2-1-136-15,-3-6-324 0,12-3-304 16,0-3-204-16,0-7-1120 0,4-5-2608 0,13-11-2977 16</inkml:trace>
  <inkml:trace contextRef="#ctx0" brushRef="#br0" timeOffset="113500.205">18786 14287 9036 0,'0'0'6701'0,"0"0"-5721"16,0 0-432-16,0 0 888 0,52 79-320 0,-48-62 484 15,-1-2-483-15,-3-5-657 0,0-4-268 16,0-2-84-16,4-4-108 0,0 0-8 0,4 0-316 16,1-10 32-16,6-3 220 0,5-3-24 0,4-3-208 15,4 3 12 1,-1-3 35-16,1 6 149 0,0 4-76 16,-4 6 124-16,-3 3 60 0,-2 7 136 0,-3 4-16 15,0 10 40-15,-4 0-160 0,-4 5-52 16,0 2-152-16,-4 1-504 0,-4-1-380 15,0 1-696-15,0-7-2468 0,0 9-2489 0</inkml:trace>
  <inkml:trace contextRef="#ctx0" brushRef="#br0" timeOffset="113651.912">20000 14655 8308 0,'0'0'10277'0,"0"0"-8353"0,0 0-996 15,0 0-259-15,0 0-669 16,0 0-549-16,0 0-195 0,0 0-796 0,-95 17-2572 16,31-8-4941-16</inkml:trace>
  <inkml:trace contextRef="#ctx0" brushRef="#br0" timeOffset="123677.817">4322 14262 8704 0,'0'0'1720'15,"0"0"-59"1,0 0-921-16,0 0 80 0,0 0 296 0,0 0 216 0,108 15-244 16,-68-11-220-16,8-4-28 15,8 0-80-15,3 0-136 0,4-4-12 16,6-5-320-16,-1 0-124 0,-9-1-20 15,1-3-148-15,-9 1-132 0,-2-1 36 0,-6 0-60 16,-6-2-16-16,-2 2-84 0,-7-4-124 0,-8 5-216 16,-4 3-68-16,-8 2-224 0,-8 4-664 0,-4 3-664 0,-4 3-1865 31,-20 7-1067-31</inkml:trace>
  <inkml:trace contextRef="#ctx0" brushRef="#br0" timeOffset="123850.291">4554 14477 4060 0,'0'0'2096'15,"0"0"1112"-15,0 0-1207 16,0 0-577-16,0 0-176 0,0 0-236 16,0 0-32-16,-17 70-88 0,54-64-160 0,3 1 0 15,11-7 16-15,1-2-232 16,0-9-172-16,0-1-256 0,-9-5-88 0,1 2-132 16,-8-4-88-16,-4-3-212 15,-5 3-96-15,-3-6-408 0,-3 2-824 16,-10 5-1404-16,-11-6-2881 0</inkml:trace>
  <inkml:trace contextRef="#ctx0" brushRef="#br0" timeOffset="124193.715">4391 13836 5044 0,'0'0'7345'15,"0"0"-5701"-15,0 0-556 0,0 0-84 0,-69 67-436 0,41-35-244 0,-4 5-212 32,0 12-112-32,-3-2-88 0,-1 7 36 0,0 3 44 15,1-3-48-15,-1 0 48 0,8-2-52 16,-4-8 60-16,4 0 16 0,4-6 88 0,4-3-104 16,0-3 0-16,8 0-72 0,8-7 72 0,4-3 40 0,8 0-40 31,12 0 0-31,4-3 28 0,12 4 180 15,7-2 92-15,6 0-52 0,7 0 208 0,-1 2-108 16,9-1-104-16,-4 0 128 0,8 0-216 16,-5-3-84-16,-3-3-72 0,0-7-136 15,-4-5 88-15,-9-4-88 0,-4-10-208 16,2-5-396-16,-6-11-540 0,-7-6-1000 16,-4 4-1933-16,-4-26-5303 0</inkml:trace>
  <inkml:trace contextRef="#ctx0" brushRef="#br0" timeOffset="124429.599">4916 13868 2752 0,'0'0'6452'16,"0"0"-4683"-16,76 29-49 0,-41-14 632 16,6 8-704-16,2 2-728 0,1 4-240 15,-4 3-224-15,4 2-272 0,-9 8-72 16,1 2-40-16,-8 4-68 0,-4 3-4 15,-7 3-108-15,-10-1 100 0,-7 8-44 16,-3-1 48-16,-14 4-44 0,2-1-88 0,-13 4-24 16,0 0-160-16,-8-5-136 0,0-1-228 15,-8-4-268-15,1-5-496 0,11-22-1328 0,-20 12-2645 16</inkml:trace>
  <inkml:trace contextRef="#ctx0" brushRef="#br0" timeOffset="125288.823">21280 14341 7840 0,'0'0'2356'15,"0"0"113"-15,0 0-777 0,0 0-540 16,0 0-220-16,0 0 100 0,0 0 104 16,0 0-324-16,107 25 8 0,-47-21 48 0,3-4-396 15,10 0-288-15,2-6 21 0,-3 0-81 16,0-5-76-16,-1 3-12 0,-3-6-36 0,0 5-148 15,-13 0-57-15,-3-4-39 0,-7 3-108 16,-13 3-184-16,-9 1-124 0,-7 3-208 16,-12 3-664-16,-4 0-732 0,-20 3-784 0,4 3-2021 15,-32 11-2031-15</inkml:trace>
  <inkml:trace contextRef="#ctx0" brushRef="#br0" timeOffset="125451.837">21519 14566 7688 0,'0'0'1840'16,"0"0"-548"-16,0 0 289 15,0 0 127-15,-48 67-320 0,68-54-132 0,4 3-248 16,12-4-240-16,3-2-140 0,10-4-16 0,6-6-392 16,1-6-136-16,0-6-84 0,0-5-84 0,0-2-112 15,-5-6-268 1,-3 0-300-16,-12-3-336 0,-5-2-552 16,-10 9-1248-16,-10-15-3949 0</inkml:trace>
  <inkml:trace contextRef="#ctx0" brushRef="#br0" timeOffset="125727.125">21328 13958 10316 0,'0'0'1225'0,"0"0"-569"16,0 0 468-16,0 0 576 15,-80 82-276-15,56-51-456 0,3 4-472 0,-2 3-200 0,-1 1-120 16,4 5-4-16,-3 0 12 15,3 1-84-15,-5 5-96 0,5 8 116 0,5-1-56 16,-2 1-56-16,10-2-8 0,3 1 12 16,4-2 112-16,7-4-16 0,14-4 384 15,7-6 216-15,7-6-368 0,9-3-84 0,4-10 76 16,8-6-116-16,4-6-204 0,0-8-24 16,3-4-36-16,5-18-108 0,-1-8-260 15,1-6-316-15,1-8-356 0,-11-9-704 16,-13 12-2028-16,11-24-2481 0</inkml:trace>
  <inkml:trace contextRef="#ctx0" brushRef="#br0" timeOffset="125960.802">22228 13906 10816 0,'0'0'1685'15,"96"26"-1685"-15,-53-7 688 0,9 2 872 16,0 5-248-16,-1 6-348 15,-2 0-320-15,3 6-196 0,-9 1-164 0,-3-1-36 16,-8 3-248-16,-8 3-64 0,-13 3-132 16,-6 4-176-16,-10 3 164 0,-14 0-204 15,-9 3-72-15,-11-3-104 0,-10 0 260 0,2-6 164 16,-9 0 28-16,4-11-204 0,-4-1-444 16,5-5-856-16,6-12-981 15,-11-3-3003-15</inkml:trace>
  <inkml:trace contextRef="#ctx0" brushRef="#br0" timeOffset="126447.515">24244 14386 28 0,'0'0'8492'0,"0"0"-6936"15,0 0-535-15,0 0 327 0,99-14-48 16,-79 14-96-16,-3 0-172 0,-6 0-304 0,-3 0-268 15,-4 7 24-15,-4-3 100 0,0 4-44 0,0 6-48 16,-8 2-220-16,-7 6-148 16,-2 0-124-16,-7 3-84 0,5 3 72 15,3-2 0-15,4-4-100 0,8 1-36 0,4-4-36 16,0 0 136-16,8 0-36 16,3-3 32-16,6-1 52 0,-2 1-4 0,2-2 0 0,-2-3 4 15,2 3 52-15,-6-5-40 31,-2 1-4-31,-1-3 64 0,-1 1 136 0,-3 5 28 16,-4-1-52-16,0 2-172 0,0-1 132 0,0-1-44 0,-8-2-28 16,1-1-72-1,-2-3-52-15,-3-2-84 0,1-1-84 0,-6-3-196 0,2 0-336 0,-1-7-448 16,0-5-656-16,4-1-960 16,-4-19-2853-16</inkml:trace>
  <inkml:trace contextRef="#ctx0" brushRef="#br0" timeOffset="126825.895">23941 14002 6688 0,'0'0'3216'0,"0"0"-1875"16,-83 47-545-16,46-15 204 0,-6 12 208 16,3 8 116-16,0 11-144 0,4 9-232 15,13 5 4-15,3 8-20 0,8 5-196 0,7-2-312 0,5 4-96 0,5-3-96 16,10-6-60-1,13-8-68-15,8-7-104 16,12-8-84-16,7-13-88 0,14-11-20 0,6-8 32 16,13-12-60-16,4-7 12 0,7-9 28 0,-4-9 92 15,6-16 16-15,-9-7 12 0,-2-10-184 16,-6-8-124-16,-4-4-184 0,-5-3-4 0,-7 0 148 16,-8-4 48-1,-8 1 212-15,-12-4 148 0,-4-3 76 0,-4-2 36 16,-9-4 24-16,-6-7-52 0,-10-3-68 0,-7 1 80 15,-4 0 188-15,-12 2 76 16,-11 4-80-16,-10 3-204 0,-6 10-76 16,-9 9-96-16,-4 8 92 0,-3 16-152 0,-9 10-16 15,-8 14-60-15,0 6-64 0,-3 19 72 16,-5 10-88-16,0 9-196 16,1 6-456-16,3 5-320 0,9 1-548 15,18-16-941-15,-10 24-4099 0</inkml:trace>
  <inkml:trace contextRef="#ctx0" brushRef="#br0" timeOffset="174157.838">3980 16380 10224 0,'0'0'2777'0,"0"0"-2713"15,0 0 104-15,0 0-168 0,104-64 484 16,-76 54-144-16,-9 4-36 0,5 4-60 0,-8 2 144 0,0 0 28 16,-1 6 12-16,-2 2-176 0,-1 9-84 15,0-1-8-15,-8 6-60 0,-4 4 176 16,0 2-88-16,0 10-80 0,-13 3-108 15,2 1 0-15,-9 5 48 16,0-2-48-16,-4 0 0 0,0-1-48 16,0-6 40-16,1 0 8 0,3-3 24 0,-1-10 76 15,10-3 36-15,-1-3-136 16,12-7-40-16,0-1-68 0,4-5 108 16,8 3 48-16,4-2-36 0,7-1 112 15,1-3 12-15,0-3-24 0,4-3-12 16,0-3 112-16,0-8 44 0,-5 0-168 0,2-5-84 15,-5 0 132-15,-5-4-124 0,2 1-12 16,-10-4-384-16,1 4-296 0,-4-3-268 16,1-1-360-16,-5 1-888 0,0 6-1085 0,-9-10-2923 15</inkml:trace>
  <inkml:trace contextRef="#ctx0" brushRef="#br0" timeOffset="174676.007">3566 16272 9516 0,'0'0'864'0,"0"0"-616"0,0 0 577 0,-105 73 251 16,77-48-308-1,1 3-224-15,7 4-48 0,4 0 340 0,0 4-320 16,9 1-168-16,3 4-184 0,4 7-8 0,4 3-156 16,3 3 0-16,9 3-12 0,4 0 12 0,4 4 0 0,4-1 72 15,4-6 92 1,4 0 360-16,-1-3-164 0,5-7-28 0,0-3-56 15,4-6 104-15,0-6 40 16,0-8 24-16,-1-4-444 0,5-10 60 16,1-5-60-16,-2-2 208 0,5 0-208 15,4-2-92-15,4-11 92 0,-1 0 60 16,0-10-60-16,-3-2-144 0,0-3-64 0,-7-7-40 16,-6-3 188-16,-7-6 60 15,-4-5 8-15,-8-5 68 0,-4-6-16 16,-5-3-60-16,-2-7-48 0,-9 3-52 0,-4-3 88 0,-4 1-76 15,-9 2 28-15,-7-3 48 16,-7 7-112-16,-5-2 40 0,-8 2-4 16,-4 10 0-16,-4 1 88 0,1 12 100 0,-5 4 24 15,3 8 12-15,-2 6-92 0,7 3-40 16,1 3 40-16,-1 10 56 0,7-1-100 16,2 7-44-16,3 0 40 0,0 7-140 0,0 5 20 0,4 4 12 15,0 6 16-15,0 4 32 16,0 6-108-1,5 2-112-15,-1 11-16 0,4 2 40 0,4 2-88 16,0-2-200-16,4 3-496 0,5-2 96 16,7 0-160-16,0-8-400 0,3-1-557 0,9-7-555 15,4-7-476-15,-4-6-899 0</inkml:trace>
  <inkml:trace contextRef="#ctx0" brushRef="#br0" timeOffset="176424.278">5633 16498 10724 0,'0'0'953'16,"0"0"-953"-16,0 0 0 0,0 0 528 15,0 0 164-15,88 47 592 0,-48-9-136 16,3 9-36-16,9 7-452 0,0 10-252 15,0 3-148-15,-4 2-172 0,-5-5-28 0,-2-1-60 0,-6-12-232 16,-7-9 68-16,-3-11-208 16,-6-12 0-16,-7-9-484 0,0-10-452 15,-4-3-128-15,0-13-1273 16,-4 2-2215-16</inkml:trace>
  <inkml:trace contextRef="#ctx0" brushRef="#br0" timeOffset="176625.732">6107 16510 2492 0,'0'0'8052'16,"0"0"-7047"-16,-28 73-581 0,20-32 436 15,-3 10 476-15,-2 3-148 0,2 6-348 16,-6 0-248-16,6 3-308 0,-1-5-284 0,3-4 0 16,-2-3-148-16,3-7-28 15,-4 1 28-15,4-10-140 0,0 0-92 16,1-7-312-16,-2-3-268 0,5-2-376 15,0-7-560-15,4-4-729 0,0-5-1459 16</inkml:trace>
  <inkml:trace contextRef="#ctx0" brushRef="#br0" timeOffset="177348.028">7227 16704 3452 0,'0'0'7292'0,"0"0"-6519"0,0 0-349 0,0 0 124 15,0 0 40-15,-87 2 164 0,74 11-28 0,-2 10-156 16,3 2-204-16,3 13-72 16,2 6-132-16,7 13-84 0,0 7-12 0,0 6 116 15,11 0-108-15,6-7-72 16,-6-6-176-16,2-12 72 0,-6-16 104 0,1-14 140 15,-4-11-140-15,5-4-116 16,-5-6 112-16,3-11-12 0,5-4 12 0,0-9 4 16,0-4-48-16,-4-5-204 0,0 1-12 15,4 4 100-15,-1-2 0 0,2 5 76 16,2 5-12-16,2 8-40 0,-2 8 52 0,2 7-152 16,3 3 176-16,-5 6 28 0,6 10 36 15,-2 3 4-15,-3 9 160 16,0 2-48-16,-4 3-108 0,0 6 144 0,-4-1-92 15,0 3 44-15,-4 4 160 0,4 3 0 0,-8-4 188 16,4 4-124 0,-4-4-140-16,-4-3 60 0,0-3 52 0,-4-6-76 15,0-3-36-15,-4-7-40 0,4-3 36 0,-4-3 28 16,0-4-40-16,1-5-60 0,-6-1-64 16,6-6-8-16,-6 0-40 0,6 0-112 15,-6 0 36-15,2-6-32 16,-2-1-28-16,6-2-28 0,-6-1 16 0,6 4 36 15,-1-3 28-15,4 2 20 0,0 1-36 16,-4-1-24-16,9 1 36 0,-2-3-108 16,1 2-180-16,4-2-140 0,-4-1 152 0,4-2 24 0,0-1-40 15,0-6-164 1,0 2-40-16,4-4 76 0,0 2 24 16,4-4 8-16,-4 1-240 0,8 0-341 0,-5 0-639 15,6 0-564-15,-5 6-1648 0,3-10 1249 0</inkml:trace>
  <inkml:trace contextRef="#ctx0" brushRef="#br0" timeOffset="177715.305">7529 16976 5092 0,'0'0'560'15,"0"0"3368"-15,0 0-3360 0,0 0-192 0,80 58 269 0,-63-49 239 16,2-5-228-16,-2-2-260 16,-2-2-128-16,-2-6 188 0,2-7-36 15,-2-2-92-15,2-5 52 0,-7-5-228 0,4 0-152 0,-4-3-12 16,-4-2-4-16,0 2-348 16,-1-1 8-16,-3 7 356 0,0 0-124 0,-3 6 124 15,-5 7 148-15,0-1-36 0,-4 7 92 16,-4 3-80-1,0 0-124-15,0 0 12 0,0 10 176 0,1 5 0 16,7 5 52-16,-5 2-76 0,9 12-16 0,4 1 116 0,0 10-44 16,4-1-48-16,4 1 4 15,5-1-120-15,-2 4-56 0,2-10-152 16,-2-3-124-16,-3-10 60 0,5-9-96 16,-6-10-92-16,1-6-428 0,0-6-376 15,0-10-996-15,0 0-733 0,-4-15-3035 0</inkml:trace>
  <inkml:trace contextRef="#ctx0" brushRef="#br0" timeOffset="178023.5">7920 16763 3588 0,'0'0'7256'16,"0"0"-6275"-16,32 67-481 0,-24-29 560 0,4 4 160 16,-4 2 124-16,0-3-176 0,-3 1-348 15,-2-7-400-15,-3-3-420 0,4-10-40 0,0-10-144 0,-4-5 24 16,0-4 72-1,4-3-60-15,0-10-372 0,0-9 208 16,4-9 124-16,-4-4-236 0,4-3-268 0,0-3-116 16,-1 6 164-16,6 4 272 0,-2 8 132 15,2 7 112-15,2 4-48 0,-2 9 80 16,2 0 96-16,-3 3 344 16,1 10 192-16,-2-1 32 0,-3 5-188 0,4-1-40 0,-4 3 12 0,0-3 0 15,1 3-36 1,-6 0-52-16,5-3 8 0,-4-1-196 0,0-2-76 15,-4-3-208-15,4-3-192 0,-4-2-4 16,5-5-172-16,-2 0-576 0,-3-3-1004 16,0-6-2445-16,0-1-2683 0</inkml:trace>
  <inkml:trace contextRef="#ctx0" brushRef="#br0" timeOffset="178332.395">8494 16926 1512 0,'0'0'10109'15,"0"0"-8253"-15,0 0-1628 0,0 0-72 0,0 0-4 16,51 69 252-16,-46-69 128 0,-1 0 124 16,-4-12 148-16,4-7-316 0,4-7-248 15,-5-8-240-15,-3-2-424 0,4-5-204 0,-4 7 112 16,0-1 164-16,-4 8 240 0,1 2-16 16,-9 10 72-16,-1 3 56 15,-2 5 48-15,-5 3 92 0,1 4-52 0,-6 4-12 16,5 8 364-16,5 4-216 0,6 10 16 15,1 2-148-15,4 14 32 0,4 2 76 0,0 7 76 16,4 0 8-16,0-4 4 16,4 1-152-16,-3-4-136 0,2-8-80 15,-3-11-68-15,0-9-112 0,0-7-52 0,0-6-152 16,1-3-392-16,-1-6-624 0,-1-4-716 16,1-21-1021-16</inkml:trace>
  <inkml:trace contextRef="#ctx0" brushRef="#br0" timeOffset="178581.43">8773 16637 312 0,'0'0'10468'0,"0"0"-9295"0,0 0-801 0,47 82 396 16,-34-47 832-16,-5 4 136 0,-1-5-492 16,-3 1-612-16,1 3-312 15,-5 0-192-15,4 0-128 0,0 1-124 0,0-5 28 16,-4 1 20-16,0-9-8 0,3-5 32 15,-3-7 52-15,0-8 0 0,0-3 88 0,0-3 48 16,0 0-64-16,0-3 64 0,0-6-136 16,0-7-208-16,0-6-64 0,4-3 0 0,4-5-76 15,5-1-348 1,2-1-380-16,1 0-488 0,12 1-988 0,0 1-2085 0,0 2-791 16,8 6 5428-16,-8 6-300 0,4-3-1099 15</inkml:trace>
  <inkml:trace contextRef="#ctx0" brushRef="#br0" timeOffset="178769.252">9283 16748 3384 0,'0'0'416'0,"0"0"5884"0,0 0-4803 0,0 0-829 15,0 0 292-15,-36 86 144 0,28-61-32 0,0-3-112 16,8 1-100-16,-3-8-168 16,-2 1-260-16,5-6-268 0,0-7-164 0,0 3-188 15,0-6-32-15,5 0 8 16,-2 0-12-16,5-3 212 15,0-6-60-15,4-4 72 0,0-6-288 0,0-10-244 0,0 0-236 0,-4-5-212 16,3-4-492-16,-2 0-908 16,-1 2-2217-16,-4-18-1667 0</inkml:trace>
  <inkml:trace contextRef="#ctx0" brushRef="#br0" timeOffset="179342.214">9366 16148 1332 0,'0'0'10501'0,"0"0"-9185"0,0 0-1084 0,28 73 36 0,-20-35 340 15,5 7 732-15,-6 2-148 16,9 4-324-16,0-1-248 0,5 4-128 16,2 1-96-16,1 2-152 0,4-3-144 0,-4 0-100 15,0-4-160-15,-1-2-76 0,-3-10 16 16,1-7-64-16,-2-5 52 16,-6-10 84-16,-2-3-200 0,-7-7 28 0,0-2-4 15,-4-4 0-15,0 0-64 16,-4 0-140-16,-8-4-276 0,-4-2-576 0,-3-7-48 15,-9 1 336-15,0-5 303 0,-8 2 29 16,4-4-160-16,-3-1 116 16,3 2 504-16,8 5 300 0,7 0 508 0,6 7 696 0,11 6-28 15,0 0-339-15,0 0 155 16,11 0 180-16,6 3-144 0,2 3-372 0,1-2-292 16,4 2-204-16,0-6-160 0,0 3-112 15,0-3-128-15,-4-3-88 0,4-3-340 0,-5-4-56 16,2 1 164-16,-2-4-80 15,-3 3-220-15,5 0-105 0,2 5 965 16,5 1 581-16,0 4-425 0,0 4 176 16,0 5 244-16,0 0 308 0,-4 1-272 0,0 3 148 0,-5-4-192 15,1 1-356 1,-4-1-96-16,0-6-116 0,-4 1-152 0,-4-4 36 16,0 0-20-16,-4-10-40 15,0 1 100-15,-4-10 12 0,0-1-100 16,-4-2 12-16,-8 3 64 0,0-4 24 0,-8 9 128 15,4-3-52-15,-4 4 192 0,1 4 8 16,-2 9 104-16,5 0 188 0,4 3 252 0,5 14-356 16,-1 2-176-16,3 9 88 15,5 4-28-15,0 3 148 0,0-1 88 0,5-2-88 16,3-4-432-16,-4-5-88 0,7-4-132 16,-2-10-140-16,-1-2-332 15,3-4-428-15,2-3-884 0,-6-6-684 0,9-19-2889 0</inkml:trace>
  <inkml:trace contextRef="#ctx0" brushRef="#br0" timeOffset="179618.43">10347 16510 8612 0,'0'0'6373'0,"0"0"-5729"0,0 79-268 16,-4-44 576-16,-4 6 180 0,0-2-184 15,0-8-164-15,0-8-344 0,4-8-328 16,4-5-112-16,0-7-52 0,0-3-84 15,8 0 88-15,7 0-64 0,6-3 100 16,3 0-36-16,4-4-40 0,0 1-120 0,4 6 76 16,-4 0 44-16,0 0-8 0,-5 3 96 0,1 7 0 15,-4 6 48-15,-5-1 100 16,-2 4-16-16,-9 0 116 0,0 4-40 16,-4-4 24-16,-4 0-112 0,-9 0-40 0,-2 3-80 15,-5-3-208-15,-8 0-320 0,-8 3-344 16,0 4-348-16,-3-7-1332 15,-2 0-2085-15,13-10-99 0,-19-6-36 16</inkml:trace>
  <inkml:trace contextRef="#ctx0" brushRef="#br0" timeOffset="180458.67">12052 16109 1888 0,'0'0'1108'16,"0"0"4768"-16,0 0-5072 0,0 0-44 16,0 0 465-16,-60-66 107 0,41 66-20 15,-6 0-76-15,5 13-492 16,-8-1-368-16,1 11-80 0,-1 9 16 0,4 8-164 0,-4 12 4 16,8 12-56-16,1 5 92 15,6 13 36-15,5 7 60 0,8 3 208 16,0 3-184-16,12-2-124 0,4-13-76 0,0-11-108 0,4-15-4 0,4-13-52 31,-5-16 56-31,6-6 8 0,-1-13 200 0,4-1 36 16,0-10-60-16,3-9-72 0,1-9-112 15,-4-6-124-15,0-3-168 0,-8-5-224 16,-4 2-112-16,-4-1-176 0,-9 1-228 16,2 7-588-16,-5 3-640 15,-8 6-233-15,-8 2-1731 0,4 5-1328 0</inkml:trace>
  <inkml:trace contextRef="#ctx0" brushRef="#br0" timeOffset="180694.498">11857 16796 3676 0,'0'0'4948'16,"0"0"-2143"-16,0 0-1409 0,0 0-324 0,63 69 92 15,-38-55-144-15,-6-2-56 0,5-5-108 16,-4-1-188-16,4-6-348 0,-4 0-260 16,0 0-60-16,-5 0-196 0,-2 0-172 0,2-4-128 0,-6 2 36 15,-5 2-112 1,0 0 36-16,0 2-144 0,0 8-164 0,-1 3 20 15,1 6 152-15,-4 6 436 0,5 3 236 16,-1 7 168-16,0-3-28 0,3 6-52 16,1-3-88-16,-4 0-80 0,5-6-100 0,2-1 0 15,-3-3 40-15,5-5-204 16,-2-5-1377-16,-3-2-2211 0,1-7-2252 0,-2 0 6120 16</inkml:trace>
  <inkml:trace contextRef="#ctx0" brushRef="#br0" timeOffset="181226.452">12972 16748 144 0,'0'0'9836'0,"0"0"-8547"16,0 0-633-16,0 0 292 0,80 0 160 16,-48 0-272-16,0 0-156 15,4 0 52-15,-1-3-420 0,1-4-212 0,-4-2-100 16,0-8-4 0,4 5-68-16,-9-7 20 0,1 3-20 0,-7 0-104 15,-1 4-420-15,-5 2-372 0,-2 4-392 0,-5 3-972 16,-8 3-2797-16</inkml:trace>
  <inkml:trace contextRef="#ctx0" brushRef="#br0" timeOffset="181417.106">13048 17011 7036 0,'0'0'4261'0,"0"0"-3953"31,0 0 52-31,0 0 496 0,92 10 12 0,-60-13 32 15,0-4-92-15,3-2-180 0,-3-4-224 0,4-3-304 16,0 1-100-16,-4-1-212 16,-1 0 32-16,-6 2-180 0,-1 2-560 0,-4-1-412 15,-5 5-1104-15,-7-3-2845 0</inkml:trace>
  <inkml:trace contextRef="#ctx0" brushRef="#br0" timeOffset="181794.887">12766 16329 5944 0,'0'0'7285'0,"0"0"-6753"15,0 0-532-15,0 0-268 0,0 0 92 16,0 0 176-16,-33 95 292 0,21-60-36 0,1 4-16 0,-6 1-152 15,6 2-88-15,-2 5-204 0,2 5 64 0,-1-2-24 16,0-3 156-16,0 4-56 16,8-3 52-16,-5-4 12 15,6-2 36-15,-1-8 360 0,4 1-344 0,0-6-48 16,7-4-4-16,2-5 4 0,3-5-4 16,4-3 164-16,7 2 216 15,9-1 124-15,9-4 164 0,2 4-212 16,5-4 80-16,7 1-124 0,-3-1-164 0,0-6-176 15,-4 1-60-15,0-2-12 0,0-2-124 0,-8 0 40 16,-1 0-80-16,-3-9-208 16,-4-4-204-16,0-6-468 0,-8-3-720 0,-8 3-1225 15,-8-23-3343-15</inkml:trace>
  <inkml:trace contextRef="#ctx0" brushRef="#br0" timeOffset="182075.663">13363 16354 5488 0,'0'0'5465'0,"0"0"-4937"0,79 48-260 16,-42-26 144-16,-2 6 128 0,-3 1 264 16,0 2-108-16,-4-1-264 0,0 1-292 15,0-2-92-15,-5 3 4 0,1-4-52 0,-3 1-52 16,-2-1-24-16,-7 1 68 15,0-1 8-15,-4 4 4 0,0-3 12 0,-8 6 84 16,0-3 0-16,0 2-100 0,-8 4 0 16,-4 1-188-16,-3-5 8 0,-6 4 4 0,-3 1-216 15,-4-1-168-15,-3-3-268 0,-5 0-328 16,4-4-677-16,-4 2-1227 0,8-12-2140 16,-15 5 4036-16</inkml:trace>
  <inkml:trace contextRef="#ctx0" brushRef="#br0" timeOffset="183650.993">14893 16710 196 0,'0'0'9220'0,"0"0"-8020"16,0 0-631-16,0 0 267 0,0 0 48 0,0 0 20 15,0 0 324-15,0 0-84 0,0 0-304 16,68 79-308-16,-57-34-196 0,2 5-112 0,-5 11-16 16,-5 2-60-16,1 4-60 0,-4 3-28 0,0 0-60 31,0 2-84-31,-7 2-64 0,-1-11 84 15,-1-3-120-15,-2-8 36 0,-1-11 24 0,0-10 24 16,0-12-72-16,-1-9-424 0,-2-7-548 16,-1-6-772-16,-4-16-2005 0,4 3-1291 0</inkml:trace>
  <inkml:trace contextRef="#ctx0" brushRef="#br0" timeOffset="183891.776">14821 16693 7476 0,'0'0'5241'0,"0"0"-5141"15,0 0-48-15,0 0-52 0,92-63 408 16,-80 60 204-16,4 0 36 0,-9 3 8 0,2 0-28 16,3 3-124-16,-5 7-128 0,6-1-100 0,-2 4-92 0,-3 3-108 15,-4 0 0 1,1 5-68-16,-5-2 76 0,0 4-32 16,-5 3 8-16,-7-4-56 0,-3 3-4 0,-5 0-132 15,-1 2-116-15,-3-6 36 16,5 2-88-16,-5-4-140 0,8-3-452 15,0-7 60-15,4 0-400 0,9-5-500 0,3-4-1029 16,0 0-3343-16,3-4 4108 0</inkml:trace>
  <inkml:trace contextRef="#ctx0" brushRef="#br0" timeOffset="184305.095">15762 16672 7444 0,'0'0'4825'0,"0"0"-4749"15,0 0 104-15,0 0-144 16,51 70 540-16,-35-32 60 0,-4 0 188 0,-4 6-556 15,0-6-268-15,-8 0 0 0,0-6-128 16,0 0-36-16,0-10-52 0,-8-3-152 16,0-10-100-16,-8-5-208 0,4-4-272 15,-4-4-1309-15,-4-11-1863 0,5 2-660 0</inkml:trace>
  <inkml:trace contextRef="#ctx0" brushRef="#br0" timeOffset="184407.625">15694 16504 4728 0,'0'0'1760'0,"0"0"772"16,0 0-2080-16,0 0-452 0,96-23-40 16,-73 21-64-16,5-3-1048 0,-8 5-1344 0,0 0-2828 0</inkml:trace>
  <inkml:trace contextRef="#ctx0" brushRef="#br0" timeOffset="184683.944">16200 16443 680 0,'0'0'10056'0,"0"0"-8615"0,0 0-785 0,0 0-44 15,0 0 428-15,-8 88 408 16,-1-65-404-16,2 3-560 16,3-1-260-16,-4 0-64 0,4-6-48 0,0 0-104 15,4-3-8-15,0-2-12 0,0-6-88 16,0-2 32-16,12 5 68 0,-1-5 12 0,6 0-12 16,3 1-4-16,3-1-72 0,1 0 68 15,-3 1-148-15,-2-1 120 16,-3 0 36-16,0 4 8 0,-4 3 0 0,0-1 80 15,-4 1 0-15,-4 6 36 0,-4 3-12 16,0-3-64-16,-4 4-48 16,-8-1-188-16,0-3-236 0,-4 0-160 0,-3-3-260 0,-2-1-248 15,1 1-404-15,-4-3-660 0,9-3-1829 16,-17-4-2219-16</inkml:trace>
  <inkml:trace contextRef="#ctx0" brushRef="#br0" timeOffset="185334.31">17279 16554 5944 0,'0'0'4448'0,"0"0"-3207"16,0 0-857-16,0 0-384 0,0 0-12 15,0 0 12-15,-91 54 292 0,67-28-8 0,4 2-92 16,-4 1-40-16,8-3 92 0,0-1 84 16,4-6 4-16,4-7-88 0,4 1-108 15,4-6-136-15,0-1-112 0,8 0 100 16,8 0 12-16,5-2 188 0,-2-1-24 16,5 0-164-16,0-3 16 0,-1 0-16 15,1 3 0-15,-7 0 12 0,-2 4 128 16,-2-1 48-16,-2 6 140 0,-7 4 64 0,0 0 32 15,-4 4 96-15,0-1-136 0,0 0-160 16,-11 0-112-16,-1 0 12 0,-4-4-124 16,-5-2-56-16,6 0-32 0,-9-4-60 0,8-2-116 15,-4-4-72-15,4-3-120 0,0 0-96 16,8 0-192-16,0-3-28 0,4-10-196 0,0 0-700 16,4-5-1501-16,0 1-3075 0,13-14 4409 0</inkml:trace>
  <inkml:trace contextRef="#ctx0" brushRef="#br0" timeOffset="185649.582">17554 16649 6096 0,'0'0'5817'0,"0"0"-4473"16,17 74-1064-16,-17-36 240 0,4 3 644 0,-4 0 408 16,0-3-344-16,0-7-584 0,-4-8-596 15,4-7-48-15,0-9-308 0,0-4-12 16,4-3-76-16,0 0 36 15,7-13 356-15,2-6-84 0,-2-10-260 0,5-3-356 16,-4-6-492-16,0 1-592 0,-5-2-545 16,6 2 5-16,-5 4 104 0,4 5 76 15,-4 6 804-15,4 6-12 0,-5 9 1356 0,6 7 1344 16,-5 10 976-16,3 6 232 16,-2 6-468-16,2 6-587 0,-3 4-225 0,5 3-200 0,-9 7-8 15,3-4-116-15,-3 3-156 16,-4 1-244-16,4-5-236 15,-4-2-312-15,0-6-88 0,0-4-136 0,0-9-172 16,0-3-372-16,-4-6-316 0,4-5-492 16,-4-2-1209-16,0-2-4039 0</inkml:trace>
  <inkml:trace contextRef="#ctx0" brushRef="#br0" timeOffset="185915.957">17973 16652 5988 0,'0'0'1704'0,"0"0"-96"0,0 0-1028 16,0 0 352-16,0 0 341 0,0 0 55 0,55 86 108 16,-50-61-492-16,-5 8-452 0,0 1-144 15,0 1-36-15,0 0-136 0,0-4-52 16,-5-4 0-16,5-5 88 0,-4-9 120 0,0-4 40 16,4-6 24-16,0 0-16 15,0-3 0-15,0 0-108 0,0-9-272 16,0-4 0-16,0-6-296 0,0-3 52 0,8-6 72 15,1-5-12-15,6 1 36 0,-2 4-28 0,6 0 28 16,-3-5-12-16,4 5-72 0,0-1-488 0,0 4-408 31,0 0-900-31,-8 9-2433 0,4-6-3219 0</inkml:trace>
  <inkml:trace contextRef="#ctx0" brushRef="#br0" timeOffset="186227.49">18559 16656 1800 0,'0'0'1772'0,"0"0"5320"0,0 0-6239 16,0 0-509-16,0 0 132 0,8 70 176 15,-8-54 584-15,0 5-228 0,3 5-328 0,1 3-212 0,0 5-68 16,0 7 48-1,1 11 196-15,3 8-248 0,-5 7-40 16,5 3-60-16,-4 3-24 0,5-1-88 0,-6 2 84 16,-3-5-132-16,0-8 12 15,0-4-16-15,-8-10-44 0,0-8-88 16,-3-8-12-16,-2-5 4 0,-2-7-200 0,-6-10-236 16,6-5 4-16,-9-10 108 0,0-13-100 0,-1-17-248 15,2-14-268 1,-5-14-396-16,12 10-848 0,-24-45-2789 0</inkml:trace>
  <inkml:trace contextRef="#ctx0" brushRef="#br0" timeOffset="186386.747">18430 16221 4592 0,'0'0'8229'0,"0"0"-6841"15,0 0-840-15,0 0 356 0,0 0-236 16,0 0-392-16,0 0-140 0,81-10 40 0,-70 14-176 15,2 5-140-15,6 0-212 0,-3 7-1144 0,-4-3-1268 16,4 18-4613-16</inkml:trace>
  <inkml:trace contextRef="#ctx0" brushRef="#br0" timeOffset="186557.702">19427 17131 12973 0,'0'0'5384'0,"0"0"-5336"16,0 0-48-16,0 0-468 0,0 0 180 0,0 0 52 0,0 0-348 15,0 0-1188-15,0 0-2096 16,0 0-2337-16</inkml:trace>
  <inkml:trace contextRef="#ctx0" brushRef="#br0" timeOffset="190382.465">14678 6804 5460 0,'0'0'1832'0,"0"0"-820"0,0 0-672 0,0 0-96 16,0 0-24-16,0 0 16 0,0 0-4 0,0 0-92 16,0 0 16-16,0 0-40 0,0 0-12 15,-5 0-40-15,5 0 52 0,5-7 0 16,-5 4-100-16,0-3 124 0,4 3 40 16,-4 0-52-16,0-1 237 0,0 1-365 0,0 0-232 15,0 3-233-15,0 0 25 16,-4-3 128-16,4 3 120 0,-5 0 36 0,5 0 0 15,0 0 64-15,0 0-36 0,0 0-64 16,0 0-16-16,0 0 12 16,0 0-12-16,0 0 20 0,0 0 188 15,0 0 168-15,0 0 64 0,0 0 28 0,0 0-28 16,0 0 16-16,0 0-80 0,0 0 40 0,0 0 12 16,0 0-92-16,0 0-116 15,0 0-12-15,0 0-88 0,0 0-16 16,0 0 92-16,0 0 12 0,0 0 0 0,0 0 76 15,0 0 40-15,0 0 64 16,0 0 116-16,0 0 92 0,5 0-27 0,-1 0-129 16,-4 0-36-16,4 0-4 0,0 0 36 15,0 0-20-15,-1 0-68 0,5 3-76 0,1-3-56 0,-1 3 44 16,3-3 36-16,2 0-76 16,-2 0 104-16,6 0 0 15,-6 0-12-15,6-3 60 16,-6 3-24-16,1-3-36 0,0 3 36 0,0 0 0 15,4 0 24-15,0 3-48 0,0 0-116 0,3 0 0 0,-2 1-52 16,-2-4 40-16,6 3-52 16,-5-3 64-16,-1 3 4 15,-3-3-4-15,4 0-8 0,1 0 8 0,-6 0 0 0,1 0 0 16,4 0-60 0,-4 0 56-16,0 0-4 0,0 3-44 0,0-3 0 15,0 3-48-15,0 0 36 0,-1 0-12 0,6 1 68 16,-6-1-56-16,2 0 56 15,-2 0 8-15,2 1 44 0,-1-4-44 0,3 0 4 0,-3 0 76 0,0 0-20 16,4 0-8-16,-4-4-40 16,1 4-8-16,-2 0-4 15,1 0 0-15,0 0-44 0,0 0 44 0,4 6 104 16,-4-2 420-16,4 2-360 0,-4-3-164 0,3 0 4 16,2 0-4-16,-6 4 100 0,6-7-48 0,-2 3-52 15,1-3 76 1,5 0 12-16,-6-3-36 15,5 0-48-15,-4-4 60 0,0 4-20 0,4-3-40 16,-4-1 36-16,-1 5-40 0,2-5-12 16,-6 7-80-16,10-3 32 0,-10 3 52 15,6 0-52-15,-2 0 60 0,2 0 0 16,-2 0 8-16,1 0-4 0,5 0 0 0,-2 0 108 16,1-3 216-16,0-1-136 15,0 1-144-15,4 0-40 0,-4 0-4 0,-1 0 12 16,6 0 32-16,-9 3-48 15,7 0-44-15,-7 0 40 0,4 0 4 0,0 0-28 16,0 0 28-16,-4 3 240 0,4 0-240 16,-5 0 4-16,6 0 48 0,-1 0-44 0,-1 1 0 15,2-4 68-15,-1 0-68 16,-1 0-4-16,1 0 84 0,-3 0-12 0,2 0-20 0,-3 0-56 16,4 0-48-16,-4 0-16 0,0 0 52 15,-4 0 4-15,7 3-68 0,-6-3 76 0,2 0 0 16,2 0 0-16,-2 0 8 15,2 0 68-15,-2 0-12 16,2 0-56-16,3-3-4 0,-5-1-4 0,5 1 0 16,-4-3-52-16,0 3 4 0,0 3 36 15,0-3-40-15,-4 3-12 0,4 0 60 0,-4 0-8 16,-1 0 0-16,2 0-40 0,-2 0 44 16,2 0 8-16,2 0 64 15,2 3-52-15,-2-3-12 16,2 0-8-16,2 0 8 0,1 0 100 0,0-3-96 15,0 0 0-15,4-1-4 0,-4 1 0 16,-1-3 4-16,6 3 0 0,-5 0 48 0,-1-1-44 0,1 1 0 16,1 3-8-16,-2 0-48 15,-3 0-16-15,5 0 52 0,-2 0 4 16,-3 0-44-16,4 0 4 0,0 0 48 16,0 0 0-16,-1 0 44 0,2 0 8 0,3 0-4 0,-5 0-44 15,-2 0 0 1,3-3 48-16,-5 3 24 0,2-3-16 15,-2 3-56-15,1 0-4 0,0 0-60 16,-5 0-28-16,6 3 24 0,-6 3 60 0,10-2 4 16,-5 2 0-16,0 0 0 15,4 1 0-15,-5-1 0 0,6-3 0 0,-1 0 0 16,3 0 40-16,-3 0-24 0,4-3-4 0,-1 0 84 16,2 0-96-16,-1 0 0 15,0 0-8-15,4 0 8 0,-4 0-4 0,-1 0 8 16,1-3 40-16,4 3-40 0,-4 0 4 15,4 0 44-15,-5 0-52 16,5 0-4-16,0 0-8 0,0 0 0 0,0 0-76 16,0 0 24-16,4 0 60 0,0 0 0 0,-4-3-84 0,4 3-52 15,0-3 128 1,0 0 4-16,-4 3-56 0,3 0 60 0,-3 0 4 16,0 0-12-16,4 0 0 15,-4 3 12-15,4 0-52 0,-4 3 48 0,0 1 4 0,4-1-4 0,-4-2 4 31,-1 2-56-31,5-3 56 0,-4 0 12 16,3-3-8-16,1 0-4 0,5 0-8 16,-5 0 8-16,0 0-4 0,3 0-8 0,-3-3 0 15,4 0 12-15,-4 3 0 0,3-4 8 16,-3 4-8-16,4-2 12 0,-4 2-12 0,4 0 0 16,-4 0 4-16,0 0-4 15,4 0-4-15,-4 0-44 0,3 0 48 0,-3-4 56 16,4 1-48-16,0 3-16 0,0-3-12 15,0 3 20-15,-4-3 48 0,4 3-48 16,-5 0 0-16,5-4 4 0,0 4-4 16,-4 0 100-16,-1 0-88 0,1 0 76 0,5 0-72 15,-5 0 80-15,0 0-92 16,0 0-4-16,-5 0 44 0,5 0-44 0,4-3-4 0,-4 3 4 16,-4-3 8-16,4 0 44 0,0 3-40 15,-4-3-8-15,3 0 60 0,-3 0-64 16,0 3-4-1,-1-4-8-15,5-2-40 0,-4 3 44 0,0-3 4 16,0 2 4-16,0-2-12 0,0 3-40 16,0 0 44-16,0-3-4 0,-4 1 12 15,4 3 0-15,-5-1-52 0,1 0 48 0,1-1 0 16,-1 4-32-16,-1-2 24 0,1-3 12 0,0 3-8 16,0 2-4-16,-5-4 0 15,6 2-36-15,-1-2 40 0,0 2-40 16,-1-2 44-16,5-3-56 15,-4 1-48-15,4 4 104 0,-4-5 0 0,4 0-8 16,0 4-52-16,0-3-24 0,-1 4 84 0,1-3-76 16,0 3 80-16,0 2 0 0,0-4-4 0,0 4 4 15,-4-3 0-15,4 3 4 16,0 0 4-16,-1 0-8 0,1-3 0 16,0 3 0-16,0-3 12 15,0-1 40-15,-4 1-52 0,4 3 0 0,-4-3-72 16,-1 0 68-16,5 3-48 0,-3-4 52 15,-5 4 0-15,3 0 0 0,-3 0 0 0,1 0 52 16,-6 0-52-16,1 0-76 16,0 0 20-16,-4 4 56 0,0-4 0 15,-1 3 40-15,2-3-36 0,-5 3-8 0,3 0-68 0,2 1 72 16,-2-1-12-16,2 0 12 0,-1-3 48 16,-1 0-48-16,-2 0-8 15,-5 0 0-15,0 0 4 0,-1 0-4 0,1 0-92 16,-4 0-4-16,0 0 100 0,0 0 4 15,0 3 52-15,0-3 36 16,0 4 12-16,0-2 28 0,0 3-4 16,0-3-48-16,0-2 0 0,0 0 24 0,0 0 28 0,0 0-16 15,0 0-36-15,0 0 0 0,0 0 12 16,0 0-24-16,0 0-56 16,0 0-8-16,0 0-96 0,0 0-56 0,0 0-76 31,-4 0-72-31,4 0-144 0,-3 0-164 0,-1 0-384 0,0-2-520 15,0-3-1149-15,-5-1-1815 0,37 19 60 16</inkml:trace>
  <inkml:trace contextRef="#ctx0" brushRef="#br0" timeOffset="194634.495">14761 7306 6900 0,'0'0'1388'0,"0"0"-492"16,0 0 100-16,0 0 73 0,0 0-221 16,0 0-144-16,0 0-80 0,0 0 40 0,0 0-172 15,0 0-72-15,0 0-144 0,60 2-36 16,-48-2-40-16,4 0 76 15,0 0 28-15,0 0-92 0,0 0-76 0,0 0-8 16,4 0-80-16,0 0 104 0,3 0-104 16,1 0 0-16,0 0-48 0,4 0-12 15,-3 0-48-15,2 3 48 0,1 1-52 0,-4-2 16 16,4 3-4-16,-4-3 40 0,4 2-32 0,-5 2 40 31,1 1 4-31,0-1 0 0,0 0 12 0,4 4-12 0,-5-4-12 16,5 0 0-16,0 4 4 15,4-7-40-15,-4 3 48 0,4-3 8 0,0 0 0 16,0 1-4-16,-4-4-4 0,0 0 0 16,0 3 0-16,0 0 4 0,0 0 4 0,0 1 44 15,0 3-48-15,0-2 8 0,0 2 32 16,-1 2-40-16,1 0-4 0,3 1 0 16,-3-3-4-16,0 0 0 15,4-3-36-15,-4 3 40 0,0-7 48 16,0 3 4-16,-4-3-40 0,4 0 100 15,-1 0-100-15,-3 0 112 0,1 0-116 0,-1 0 56 16,0 0 8-16,-1 4 152 0,5-4-48 16,-4 3-172-16,4 1-4 0,4-4-76 0,0 3 28 15,-4-1 48-15,7 1 4 16,-3-3 0-16,4 4-4 0,0-4 0 0,-5 0-8 16,6 0 8-16,3 0 0 0,-1 0 60 0,2 0 28 15,-2 0-40-15,1 0 16 0,-1 0-4 16,6 0 28-1,-6 0-76-15,6 3-4 0,-6 1 100 0,1-2-104 16,-1 2 40-16,2-1-36 0,-1 0 4 16,-5-1 40-16,6 3-40 0,-6-3 48 0,5-2-8 15,-4 4-4-15,-1-4-40 0,1 0 52 16,-4 3-48-16,5 0 40 0,-6-3-48 0,1 3 80 16,0 1-20-16,0-1-60 15,0 0 4-15,-4 0 0 0,4 3-8 0,-4-3-12 16,0 1 8-16,-1-1-8 15,-3 0 12-15,4 0 8 0,0-3-8 16,-4 0 4-16,4 0-4 0,-4 3-8 0,3-3 8 0,-3 0-8 16,0 0 0-16,0 0-44 0,4 0 52 15,-5 0 0 1,2 0 12-16,-1 0-8 0,0 0 12 0,0 0-12 0,-1 0 0 16,1 0-8-16,0 0 4 15,0 0 0-15,0 0-4 0,4 0 4 0,-4 0-16 16,0 0 16-16,4 0-12 0,-4 0 0 15,-1-3 12-15,-3 3-12 16,5 0-36-16,-1 0 48 0,-1 0 8 16,1 0-4-16,0 0-4 0,0 0 0 0,4 0 0 15,-5 0 4-15,1 0-4 0,1 0 12 0,-1 3-8 16,-5-3 8-16,1 0 0 0,4 0 64 16,-4 0-32-16,0 3-44 15,-4-3 0-15,4 0-12 0,0 0 8 16,-5 0-44-16,6 0 44 0,-5 0-52 15,3 0 56-15,-2 4 0 0,2-4 0 16,-3 0-8-16,4 3-40 0,-4-3 48 0,0 0 0 16,4 0 4-16,-4 0-4 0,3 0 0 0,-2 0-4 15,2 0 4-15,-2-3 4 16,-1-1 4-16,-1 1 28 0,6 3-36 0,-10-3 0 16,6 0-4-16,-2 3-56 15,1-3 48-15,-4 3 4 0,4 0-44 16,0 0-8-16,0 0 48 0,0 0 0 0,4 0 4 15,-5 0 8-15,2 0-8 0,-2 0-4 16,6 3 12-16,-1 0 4 16,-5-3 8-16,6 3-8 0,3 0 40 0,-5 1-44 0,5-1 0 15,-4 0-8-15,3 0-28 0,2 0 36 16,-1 1 0-16,0-2 0 0,-1 3 0 16,1-3 4-16,0 1 8 0,0-3 0 0,4 0 48 15,-5 3-52-15,2-3-4 16,-1 0 4-16,0 0 36 0,0 0-44 15,-1 0 0-15,1 0 0 0,0 0-8 16,1 0 0-16,-2 0-8 0,-3-3 4 16,4 3 4-16,0 0 0 0,-5-3 0 15,6 3 0-15,-5 0 8 0,-1-2-12 0,1 2 4 16,-3 0-4-16,2 0 4 0,-2 0 0 0,-2 0-4 16,1 0 0-16,0 0 0 15,4 0 4-15,-5 0 8 0,2 0-4 16,-2 0-8-16,2-5 0 15,3 5-36-15,-5-2-176 0,2 2 176 0,-2 0 8 16,2 0 40-16,-6 0 0 0,6 0 4 16,-6 0-4-16,6 0 0 0,-6 0 0 0,1 0-8 0,0 0 4 15,-4 0 4-15,4 0-4 16,-4 2-4-16,0 3-68 0,0-5 72 16,-1 0-8-16,-3 0 12 0,1 2-4 0,-1-2-4 15,0 0 8-15,0 0 0 0,-4 3 0 0,4-3 0 16,-1 0 0-1,-3 0-4-15,0 0-4 0,4 0-44 0,-4 3 40 16,0-3 4-16,0 0-4 0,0 0 12 16,0 0 8-16,0 0 68 15,0 0-4-15,0 0 40 0,0 0-12 0,0 0 12 16,0 0-16-16,0 0-20 0,0 0 8 0,0 0-8 16,0 0-28-16,0 0-36 15,0 0 40-15,0 0-44 0,0 0 4 16,0 0 0-16,0 0-8 0,0 0-4 15,0 0-4-15,0 0-8 0,0 0-40 0,0 0 40 16,0 0-36-16,0 0 36 16,0 0-48-16,0 0 44 0,0 0 4 0,0 0 4 0,0 0 4 15,0 0 4-15,0 0 4 16,0 0 4-16,0 0 4 0,0 0 4 0,0 0-8 16,0 0 4-16,0 0 0 0,0 0 48 15,0 0 4-15,0 0 8 16,0 0-12-16,0 0-60 0,0 0-176 15,-4 0-192-15,1 0-328 0,-9 0-284 0,-1 0-368 0,6 4-872 0,-14 5-3581 16,81-22-1399-16</inkml:trace>
  <inkml:trace contextRef="#ctx0" brushRef="#br0" timeOffset="196192.13">20586 17348 1420 0,'0'0'6976'0,"0"0"-5100"0,0 0-1035 0,0 0-429 0,0 0 88 15,0 0 292-15,0 0 24 0,0 0-256 0,0 0-244 16,-12 44-136-1,5-24-56-15,3-2-36 0,0 1-40 0,-5 0-48 16,5 0-76-16,-3 0-64 0,-1 1-100 16,4-4-380-16,-5 0-16 15,6-1-108-15,-1-5-216 0,0 2-409 0,0-5-259 0,0-4-700 0,4 0-1944 16</inkml:trace>
  <inkml:trace contextRef="#ctx0" brushRef="#br0" timeOffset="199959.766">21933 16805 5500 0,'0'0'1680'16,"0"0"-860"-16,0 0-224 0,0 0 104 0,0 0 296 0,80 3 253 0,-72-3-697 16,-4 0-168-16,-1 3-76 0,1-3 0 15,-4 0-16-15,0 0-52 0,0 4-8 16,0-4 60-1,0 6-16-15,-4 3 28 0,1 4-204 0,-9 6-56 16,-1 0-44-16,-2 0 0 16,-1 0-8-16,0-3-108 0,-4 3-36 0,1 0-112 15,-2 1 112-15,1-2 0 0,1 1 100 16,-1 0-24-16,3-3 64 0,6-2 0 0,-1-2 8 16,8-3-8-16,-5 1 8 0,9-3 4 15,0-5 0-15,0 2 36 0,0-4-36 16,0 3-68-16,9-3 68 15,-1 3 192-15,3-3-28 0,6 0 52 16,-2 0-116-16,-2 0 40 0,6 0 0 0,-2-3-76 16,-2 0-64-16,5-1 0 15,-4 2 0-15,4-3-4 0,-4 5-48 0,4-2-48 16,-4 2-80-16,-1-4-288 0,2 2-128 0,-6 2-144 16,6-4-340-16,-6 2-969 0,6-3-1983 15</inkml:trace>
  <inkml:trace contextRef="#ctx0" brushRef="#br0" timeOffset="201329.83">22272 16811 7324 0,'0'0'2268'15,"0"0"-1184"1,0 0-307-16,0 0 107 0,0 0 12 0,0 0 80 15,0 0-316-15,0 0-232 16,0 0-164-16,3 82 36 0,-3-56 4 0,0 0-76 16,0-4-52-16,0 0-76 0,0-3-92 15,0-3 4-15,0-3 0 16,-3-7 0-16,3-2-4 0,0-4-8 0,0 0-172 16,0 0-56-16,0 0-52 0,0 0-56 0,3-7 44 15,6 1 204-15,-1-4 40 16,0-3 40-16,3 1-80 0,-2 2-52 0,2 1 88 15,-3 5 48-15,5 1 4 0,-6 3 76 16,5 0 188-16,-3 3-72 0,-2 4 8 0,5-1 36 16,-8 0-60-16,5 4-44 0,-2-4-132 15,-3 1 0-15,4-1-104 0,1-3-60 16,-2 0-236-16,5-3-372 16,4 0-240-16,0-6-1060 0,0 0-769 0,8-10-1859 0</inkml:trace>
  <inkml:trace contextRef="#ctx0" brushRef="#br0" timeOffset="201694.202">22786 16802 8976 0,'0'0'1936'0,"0"0"-1211"0,0 0-61 0,-24 91 168 16,12-49 644-16,-4-1-392 0,8 1-180 0,-3-4-356 16,2-10-212-16,1-6-152 15,4-9-24-15,4-6-160 0,0-4-4 16,0-3-160-16,0-3 68 0,4-11-328 15,4-7 212-15,8-8-24 0,-4-3-188 0,4-9-260 16,0-3 20-16,0-3-124 0,3-2-36 16,2-1-32-16,-1-1-32 0,-5-4 556 15,6 5 112-15,-6 3 220 0,-2 2 164 16,-2 6 480-16,-3 6-132 0,1 6-192 0,-6 8 432 0,1 10-76 16,-4 3-96-16,0 3 76 15,0 3 160-15,0 0-36 16,0 3-232-16,0 6-16 0,0 7-224 15,-4 3-60-15,1 10-28 0,-6 6 76 0,9 0 36 16,-4 6-64-16,4-3-96 0,-4 6-168 0,4-2-4 0,0-1-72 16,0 0-28-1,4-6-96-15,0 1-36 0,5-9-420 16,-2-2-40-16,5-5-240 0,-3-4-448 0,6-3-1536 16,-7-4-2357-16,8-3-1991 15</inkml:trace>
  <inkml:trace contextRef="#ctx0" brushRef="#br0" timeOffset="202082.482">23407 16904 8688 0,'0'0'1692'0,"0"0"-647"16,0 0-301-16,0 0 648 0,0 0-272 0,60 69-12 15,-48-34-440-15,0 9-184 0,0 8-344 16,0 5 132-16,0 3-36 15,-4 6 112-15,-1 1 120 0,-2 0-220 0,-5-1-164 16,0-8-84-16,0-1-108 0,0-12 0 16,-9-5-52-16,2-8-52 0,3-9-84 0,-4-7-100 15,4-10-64-15,0-6-216 0,0-10-244 16,-4-8-976-16,0-14-1213 0,4-10-931 16,-4 10-144-16</inkml:trace>
  <inkml:trace contextRef="#ctx0" brushRef="#br0" timeOffset="202263.938">23542 16973 8960 0,'0'0'2309'16,"0"0"-1717"-16,0 0 76 0,65-73-16 0,-46 57 224 0,2 4-280 15,-6 5-292-15,5 4-64 0,-8 3-104 0,4 0 116 0,-4 10-36 16,0-1 20-16,-4 8 44 0,-4 2-28 16,0-1-68-16,-4 5-68 15,0 2-20 1,-8-3-48-16,0 3-48 0,-4 1-164 0,4-3-396 0,4-4-272 15,0-5-40-15,1-3-268 16,3-3-832-16,3-1-2393 0,13 0-2587 0</inkml:trace>
  <inkml:trace contextRef="#ctx0" brushRef="#br0" timeOffset="202594.8">24013 16938 8520 0,'0'0'4689'15,"0"0"-3961"-15,-52 89-464 0,32-54 520 16,-3 9 652-16,2-2-80 16,1-7-404-16,5-3-596 0,7-10-240 15,-1-10-116-15,5-5-64 0,4-4-32 0,0-3-236 16,4-7-200-16,5-2 136 0,3-10 200 16,3-3-104-16,1-4-248 0,0-2-44 0,0-1-60 15,-4 1 136-15,4-1 36 0,-4 7-88 16,4 0 56-16,-4 9 180 0,-4 3 332 15,4 8 156-15,-4 2 188 0,0 2 216 16,0 11 72-16,0 3-4 16,0 7-88-16,4-2-32 0,-8 9-100 0,0-5-44 15,-4 3-28-15,4-6-104 0,-4 0-96 0,0-2-136 0,0-8-88 16,0-5-12-16,0-4-248 16,0-3-348-1,0 0-296-15,0-13-372 0,0-3-816 0,0 3-2209 16,0-21-1767-16</inkml:trace>
  <inkml:trace contextRef="#ctx0" brushRef="#br0" timeOffset="202801.144">24197 16912 9520 0,'0'0'2409'15,"0"0"-1613"-15,0 0-424 0,0 0 136 16,0 0 456-16,0 0 232 0,35 81-340 0,-35-63-492 16,0 8-104-16,0-7 48 0,0 4 40 0,0-2-24 15,0-4-104-15,0-3-108 16,0-7-52-16,0 0-60 0,0-7 4 15,0 0-4-15,0 0-12 0,0-7-48 0,4-5-88 16,4-8 0-16,0-5-40 16,4-4-168-16,4-2-252 0,0 3-104 15,-1-4-80-15,2 2-244 0,-2 3-400 16,2 7-756-16,3-12-2301 0</inkml:trace>
  <inkml:trace contextRef="#ctx0" brushRef="#br0" timeOffset="203182.625">24650 16500 10196 0,'0'0'2149'16,"0"0"-1305"-16,0 0-56 0,-12 76 428 0,5-41 328 15,3 3-228-15,0 6-464 16,4 1-336-16,0 3-124 0,0 3-24 0,0-1-16 16,4 1-56-16,0-3-152 15,3-4-92-15,1-9-52 0,-4 0-60 0,5-9-160 16,-2-7-48-16,-3-3-36 0,4-7 48 0,-8-3 20 15,4-2-128-15,-4-4-104 16,0 0-64-16,0 0-184 0,-4-7-116 16,-8 1-236-16,1-7-272 0,-6-3-20 15,-7-3 260-15,0-2 224 0,1-5 63 0,-9 1 77 16,-3-4 400-16,-2 0 336 0,5 1 40 16,4 5 256-16,9 8 672 0,2 4 321 15,13 11 71-15,4 0-280 0,0 0-448 0,4 0-104 16,4 7 328-16,8 0 120 0,5-2-156 0,2 6-192 31,1-5-84-31,0-3-228 0,4 0-168 0,0-3-136 16,0 0-12-16,0-3-196 0,4-6-332 15,0 2-124-15,3-5-104 0,1-1 372 0,4-4-276 16,0 3-1436-16,-13 0-2389 0,21-5-939 0</inkml:trace>
  <inkml:trace contextRef="#ctx0" brushRef="#br0" timeOffset="203575.982">24953 16837 8292 0,'0'0'1724'0,"0"0"-679"15,84-3-197-15,-45 3 472 0,10 6-128 0,-2 0-244 16,1 0-444-16,0-2-164 16,-4-1 100-16,3 0-204 0,-6-3-172 0,-6-3-64 0,-3-7-8 15,-4 1-52-15,-7-4-240 16,-2 4-492-16,-7-1-344 0,-4 1-284 0,-8 3-568 16,0 2-689-16,-12 4-2055 0</inkml:trace>
  <inkml:trace contextRef="#ctx0" brushRef="#br0" timeOffset="203742.591">25057 17034 5700 0,'0'0'2084'15,"0"0"-1244"-15,0 0-384 0,0 0 628 16,0 0 633-16,87 66-133 16,-55-60-316-16,8 0-536 0,0-6-228 0,8 0-176 15,-4-8-240-15,-1-5-40 0,1-3-48 16,-4-3-452-16,-8 0-368 0,0-3-264 15,-8 0-332-15,-4 5-797 0,-5-8-2071 0</inkml:trace>
  <inkml:trace contextRef="#ctx0" brushRef="#br0" timeOffset="204086.618">25085 16605 10364 0,'0'0'1505'16,"0"0"-1181"-16,0 0-236 0,0 0 348 16,0 0 480-16,-9 88 36 0,2-58-484 0,-1 1-328 15,-4 8-132-15,-4-5 104 0,4 7 64 0,-4-3-60 16,-4 4 8 0,4-1 64-16,4-6-12 15,0 0-48-15,5-3-52 0,-2-6-64 16,9-5 76-16,0 2-24 0,5-4-4 15,10 3 264-15,5 0 100 0,0 1 0 0,12-5 108 16,4 4-212-16,0-5-76 0,3-2-96 0,1-5-72 16,1-4-32-16,-2-6-44 0,1 0-84 15,-5-6-236-15,2-11-224 0,-5-2-236 16,0-6-280-16,-9-3-656 0,-3 5-1348 16,0-8-2861-16</inkml:trace>
  <inkml:trace contextRef="#ctx0" brushRef="#br0" timeOffset="204341.612">25630 16576 8928 0,'0'0'2493'0,"0"0"-1965"0,0 0-376 16,0 0-48-16,96 70 536 0,-72-51 584 0,-4 3-328 0,0-3-568 15,4 4-240-15,-4 2-84 0,4 1-4 0,-1 2 100 16,-3 1 16-16,-3 2-4 15,-2 5-12-15,-3-2-100 16,-7 1 4 0,-5 3 108-16,0 3-24 0,-9-2-76 0,1 1-12 15,-7-1-12-15,-2-1-140 0,-3 1-96 0,-3-5-44 16,-5 2-248-16,0-8-168 0,0-3-300 0,0-3-516 16,8-6-1277-16,-12-3-3595 0</inkml:trace>
  <inkml:trace contextRef="#ctx0" brushRef="#br0" timeOffset="204838.727">26906 16796 10981 0,'0'0'1488'0,"0"0"-1192"15,0 0-220-15,19 91-64 0,-10-49 588 16,-1 9 492-16,-1 6-8 0,1-1-572 0,1 9-220 15,-2-2 60 1,-3 7 168-16,0-3-120 0,-4-1-176 16,0 1-64-16,0-7-52 0,0-6-100 0,-8-5-8 0,5-12-12 15,-6-9-160-15,5-5-160 16,0-4-28-16,0-10-88 0,-3-6-232 0,-1-3-276 16,-1-9-600-16,1-10-1056 0,-3 0-1529 15,-6-23-1727-15</inkml:trace>
  <inkml:trace contextRef="#ctx0" brushRef="#br0" timeOffset="205082.109">26882 16856 10965 0,'0'0'1208'0,"0"0"-1064"0,0 0-140 0,0 0 428 0,91-67 360 16,-71 54 8-16,-4 4-280 15,4 3-232-15,-4-1-8 0,0 1 72 16,0 3-104-16,-4 0-184 15,-4 3-52-15,-4 0-24 0,0 0 24 0,0 9-8 16,-4 3-4-16,-4 8 0 0,-4 2 4 0,-8 3 112 16,0 1-68-16,-4 2-48 0,1-2 0 15,-6-5-4-15,1 2-128 0,-4-4-304 16,4 1-4-16,-4-8 100 0,5 1-116 16,-1-4-420-16,4-2-348 0,4-4-861 0,8-3-299 0,0 0-920 0</inkml:trace>
  <inkml:trace contextRef="#ctx0" brushRef="#br0" timeOffset="205467.546">28169 16611 13149 0,'0'0'1272'16,"0"0"-1272"-16,0 0 0 0,0 0 52 16,0 0 892-16,32 82-36 0,-28-46-456 0,-1 2-280 15,-3 3-84-15,4-6 148 0,0 1-100 0,-4-9-136 16,0-2-12 0,4-5-100-16,-4-7-408 0,0-4-324 0,0-2-236 15,-4-4-408-15,0-3-997 0,-7-7-3603 0</inkml:trace>
  <inkml:trace contextRef="#ctx0" brushRef="#br0" timeOffset="205632.511">28149 16386 12569 0,'0'0'1312'0,"0"0"-1312"0,0 0-420 0,0 0 408 0,0 0-92 0,95-76-72 16,-75 64-976-1,5-5-589-15,-10 8-379 0,21-1-1784 16</inkml:trace>
  <inkml:trace contextRef="#ctx0" brushRef="#br0" timeOffset="205882.928">28567 16433 7656 0,'0'0'5197'16,"0"0"-4433"-16,0 0-596 0,-31 86 172 0,14-60 784 15,6 2 200-15,-2-3-540 0,1-2-560 16,9-4-216-16,3-3 4 0,0 0-12 15,0-7-4-15,7 1-32 0,10-3 36 16,-2-1 40-16,9-4-40 0,-4-2-148 0,4 0 72 16,4 0-48-16,-8 0 64 0,4 0 8 15,-5 0-36-15,-2 0-8 0,-2 4 96 16,-6-2 152-16,-1 5 8 0,-5 3 16 16,-3 3-80-16,0-1-96 0,0 7-180 15,-7 1-232-15,-6-2-160 0,-2 1-96 0,-2 0-188 16,2 0-196-16,-1-3-468 0,0-7-1029 15,-12 2-2591 1</inkml:trace>
  <inkml:trace contextRef="#ctx0" brushRef="#br0" timeOffset="206266.566">29563 16634 9200 0,'0'0'2145'16,"0"0"-1297"-16,0 0-516 0,36 95 280 16,-28-61 924-16,0 5-336 0,-4-4-508 0,4-4-356 15,-8-1-176 1,4-9-60-16,0-5-92 0,-4-3-8 0,3-7-80 15,-3 1-244-15,0-7-128 0,0 0-368 0,0-3-440 0,0-10-472 16,0-1-1141-16,0-13-2087 0</inkml:trace>
  <inkml:trace contextRef="#ctx0" brushRef="#br0" timeOffset="206476.614">29460 16265 5580 0,'0'0'6345'0,"0"0"-5177"0,0 0-980 0,0 0 296 16,0 0 672-16,0 0-264 0,0 0-476 16,0 0-292-16,0 0-124 0,0 0-420 0,0 0-472 0,87-3-580 15,-79 3-2393-15,0 3-4987 0</inkml:trace>
  <inkml:trace contextRef="#ctx0" brushRef="#br0" timeOffset="206807.335">29966 16675 3180 0,'0'0'11837'16,"0"0"-10229"-16,-4 70-1332 0,0-42-268 15,-5 1 240-15,-2 3 324 0,3-4 144 0,0-6-484 16,-1-2-232-16,6-5-88 0,3-8-12 16,0-4-292-16,0-3-304 0,7-6-336 0,6-11 440 15,2-5 288-15,6-6 16 0,-5-4-104 0,3 1-216 0,-2 1 152 32,-2 5 276-32,1 6 116 0,-4 6 64 0,1 7 280 0,-6 6 216 15,5 0 48-15,-4 0 136 16,0 10-28-16,0 3-60 15,4-1-44-15,-4 7-76 0,0 3-124 0,0 4-116 0,-4-1-32 16,3 0-4-16,-2 2-12 16,3-2-72-16,-4-6-112 0,0 0-44 15,3-7-32-15,-3 1-60 0,1-7-268 0,-1-6-404 16,4 0-460-16,-5 0-776 0,5-15-4277 0</inkml:trace>
  <inkml:trace contextRef="#ctx0" brushRef="#br0" timeOffset="207053.837">30615 16811 6156 0,'0'0'8065'0,"0"0"-6777"0,8 76-912 16,-5-40 376-16,-3 8 704 16,0 0-396-16,0 7-496 0,0-1-420 0,0 2-80 15,0-1-56-15,0 2 112 0,-3 2-44 16,-1-5-64-16,-4-2-12 0,4-4 0 15,-4-5 0-15,-4-5-12 0,0-5-40 0,0-4-68 16,-4-5-148-16,-4-8-40 16,1-2-112-16,-5-7-120 0,-4-3-188 0,-4-10-168 15,-4-12-296-15,0-10-376 0,12 4-1000 16,-20-38-1921-16</inkml:trace>
  <inkml:trace contextRef="#ctx0" brushRef="#br0" timeOffset="207189.914">30536 16298 4924 0,'0'0'7929'16,"0"0"-7013"-16,79-39-840 0,-59 29 104 15,-1 1-92-15,-6 2-88 0,-5 1-1120 0,-1 3-1037 16,2 0-1819-16,-5-3-2684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04:41.38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8893 1444 64 0,'0'0'1124'16,"0"0"-1124"-16,0 0 0 15,0 0 128-15,0 0 4 0,0 0 180 0,0 0-300 16,-84 61 2220-16,67-46-592 0,6-2-780 15,-9 3-288-15,8 4-80 0,-3-5 172 16,-2 3-248-16,2 1 116 0,-2 4 100 16,2-4 104-16,2 1-400 0,2-1-155 0,2-1 11 15,1 6-24-15,1 1-64 0,3 0 256 16,-4 2 444-16,-1 6-152 0,5-2-524 0,1 1-124 16,-1 0-4-16,4 0-4 0,0 0 4 15,0-1 368-15,0-2-296 16,0 0-68-16,7-1 0 0,1 0 12 0,5 2 72 0,2-2 280 15,5 1 364-15,5-1-620 16,-6-3-104-16,9 1 120 0,0-1 188 0,4-3-268 16,-1 1-40-1,5-7 92-15,1 0 12 0,2-4-96 16,-3-2-4-16,4-4 48 0,-4-3 16 16,4-3-76-16,-8 0 4 0,3-6 0 15,-7 0-4-15,4-7 4 0,0-3 8 16,0 0 0-16,0-3-12 0,3-6 0 15,-3 2-64-15,0-6-24 0,-4 1-64 16,4-3-124-16,-4-5 40 0,0 1-16 0,0-6 112 16,-4 0-76-16,0 0 128 0,-5-1-64 0,-2-2 0 15,-6 0-24-15,1-4-52 0,-7-4-64 16,3 5 72-16,-8-3-44 0,0-1-72 16,0-3-44-16,-8 6 60 0,-9 1 88 0,-3 2 232 15,1 7 52-15,-9 6 240 0,0 0-8 16,-4 10-4-1,-7 0 28-15,2 6-16 0,-7 4 52 16,1 2-40-16,-1 4-48 0,-4 3-92 16,4 3-124-16,1 0-40 0,-2 0-112 15,2 6 48-15,-1 4-36 0,4 2 12 0,-4 4-80 16,5 3 16-16,-6 3-12 0,2 1 24 16,3 2-116-16,0 0-240 15,4 4-260-15,4 0-389 0,4-1-327 0,8 0-632 0,1 2-236 16,-1-5-580-16,8-6 1720 0,-1 6 612 0</inkml:trace>
  <inkml:trace contextRef="#ctx0" brushRef="#br0" timeOffset="1880.862">19678 1413 2340 0,'0'0'0'0,"0"0"0"0,0 0 4084 0,0 0-2940 16,0 0-180-16,0 0-188 0,0 0-76 15,-92 13-68-15,81-11-115 0,-6 2-81 16,6-1-116-16,-6 0-64 0,2 0-64 0,-5 4 52 15,3-4 0-15,-2 7-16 0,-5-4 116 16,0 3-48-16,1 1-156 16,-5 2 12-1,0 4-64-15,-4 0-88 0,0 3 0 0,4 1-96 16,-8 2 92-16,8 3-108 16,-4 0-4-16,5 4 68 0,-1-1 32 0,3 4-96 15,1 0 108-15,5 0-72 0,-1 0-28 16,3-1-48-16,10 1-52 0,-1 0 52 0,4-1 100 0,4-2-116 0,0 3 156 15,0-4 12-15,8 1 4 16,3-4 0-16,2 1-8 0,-2-1 8 16,2-2 112-16,2-1-108 0,2-6 36 15,-2-2-44-15,2 3-64 0,2-4-52 16,-3-4-12-16,0-2 64 0,0-1 64 16,4-3-4-16,-4 0 4 0,4-3 128 0,-1 0-12 15,2 0-104-15,-1-3 64 0,-1 0-12 16,5-7-12-16,1 4 0 0,-1-6-40 0,4-1-12 15,-1-3-4-15,4 0-72 0,6-3-28 16,-5-4-140-16,4 2-48 0,-1-5-28 0,-3 0 60 16,4-2 80-16,-8 3-88 15,0-5 112-15,0 2 80 0,-4 0-41 32,-1-1 109-32,-3-3 4 0,1 4-4 0,-6-1-4 15,2-3 12-15,-2 5-8 0,-2-5-80 0,-6 0-160 0,1 0-20 0,-4 0 172 16,0 0 88-16,-4 4 8 0,0-1-124 15,-4 4 124-15,0 0 140 0,-8 2-48 16,0 5 280-16,-7 1-112 0,-2 1 25 0,-7 4 35 31,0-2 144-31,-11 2-156 0,-1-1-116 16,-8 5-156-16,-8 1-36 0,-4 0-116 0,-4 4-36 0,1 3-16 16,-1 0-140-16,0 10-308 0,-3 2-469 0,3 4-363 15,1 10-228-15,-1 2-80 16,-9 4-108-16,6 6-992 0</inkml:trace>
  <inkml:trace contextRef="#ctx0" brushRef="#br0" timeOffset="11527.359">1753 3988 2188 0,'0'0'272'0,"0"0"760"0,0 0 3632 15,0 0-2712-15,0 0-339 0,0 0-229 16,0 0 0-16,-8-67 40 0,8 63-296 0,-4 1-296 16,4 3-152-16,0 0-128 0,0 0-36 0,0 0-52 31,0 0-12-31,0 3 48 0,0 4 12 0,4-1-111 15,4 4-253-15,3 6-140 0,10 10-4 16,-1 2 112-16,3 10 28 16,1 6 28-16,0 4-28 0,0 0 0 0,-4 2-144 0,0 1-48 15,-5 0-36-15,6-3 76 0,-5-1 0 0,-1-5-100 16,2-5 12-16,-2-2 84 16,-2-6-88-16,-2-4-116 0,1-5-52 15,-3-5-97-15,-2-2-111 0,1-4-60 16,0-2-452-16,4-4-220 0,-4-3-356 0,4 0-272 15,-4-13-424-15,0-2-765 0,4-1-1995 16</inkml:trace>
  <inkml:trace contextRef="#ctx0" brushRef="#br0" timeOffset="11801.812">2374 3956 10820 0,'0'0'1657'0,"0"0"-801"0,0 0-168 0,0 0 312 0,0 0-132 15,0 0-288-15,0 0-320 16,0 0-160-16,0 0-100 0,-84 47-48 0,56-21 48 16,-4 5 60-16,-3 7-48 0,-5 4 88 15,0 0 0-15,-4 2 24 0,1 0 64 16,-6 0 12-16,6-2-16 16,-5-2-60-16,4 2-48 0,0-7-40 0,4 1-36 15,9-9-100-15,3-4-12 0,3-4 40 16,6-6-152-16,7-3-24 0,4-4-164 15,0 0-216-15,8-6-440 0,0 0-400 0,4 0-540 0,4-6-149 16,4-7-839-16,-4 1-3392 0</inkml:trace>
  <inkml:trace contextRef="#ctx0" brushRef="#br0" timeOffset="12404.483">2585 4305 392 0,'0'0'768'16,"0"0"-572"-16,0 0 276 15,0 0 3772-15,0 0-2516 0,0 0-548 16,0 0-40-16,0 0 201 0,0 0-341 0,0 0-440 15,0 0-136-15,28 4 44 0,-12-4 140 16,4 0-64-16,0 0-240 0,3-4-76 0,2 4-56 0,3-3-68 16,0 3-20-16,7-4 56 15,1 4-12-15,8-3 24 0,4 0-16 0,0 0-12 16,8-2-56-16,7-2-60 0,-3 0 80 16,8-3-88-16,-4 1-112 0,-5 0 60 15,1-1-20-15,-8 1-52 0,-4 2-64 16,-4 1-144-16,-4-1-372 0,-13 0-244 15,-2 5-196-15,-6-1-420 0,-7 0-357 0,-8 3-883 16,0-4-1664-16,-8 4 2428 0</inkml:trace>
  <inkml:trace contextRef="#ctx0" brushRef="#br0" timeOffset="12674.235">3573 4029 364 0,'0'0'1020'16,"0"0"3800"-16,0 0-3624 0,0 0-64 0,0 0-136 15,80 28-144-15,-56-21-167 0,-4 2-261 16,0 4-168-16,-1-4-216 0,-6 8-40 16,2-1-52-16,-7-2-36 0,-3 6-68 0,-5 2-204 15,0 1 103-15,-9 2 129 16,2 3 128-16,-9 1 52 0,0-4 221 0,0 3-145 15,0-2-64-15,0 0-64 0,4-4 0 16,4-6-100-16,0-3-56 16,8-1-569-16,-3-2-827 0,3-4-796 0,0 0-700 0,3-1 176 15,13-3 2456-15</inkml:trace>
  <inkml:trace contextRef="#ctx0" brushRef="#br0" timeOffset="13224.615">5072 3657 220 0,'0'0'916'0,"0"0"-264"0,0 0 2372 0,0 0-852 15,0 0-508-15,0 0-280 0,0 0-107 16,0 0-337-16,0 0-188 0,0 0-164 16,0 0-260-16,-69-47-112 0,62 44-140 15,-9 3-76-15,4 0 0 0,-4 0 52 16,-4 3-52-16,-4 6 100 0,-4 4-36 15,1 6-60-15,-10 7 8 0,-2 6 116 16,-5 5 64-16,0 5 32 0,-3 5 28 16,2 4 88-16,2 3-24 0,3 0-80 15,3 0 56 1,9 0 20-16,5-7 88 0,3 0 20 0,12-8-156 0,1-4 32 16,7-3-88-16,0-3-20 0,7-4 20 15,9-6 12-15,0 0 16 0,8-6 56 16,-1-1-56-16,5-2-164 0,4-4-72 15,0 1-8-15,5-4-52 16,-5-3-4-16,-5 0-68 0,1 0-104 16,-4-7-20-16,-4 1-152 0,-1-3-160 0,-6 2-212 0,-5-2-244 15,-1-2-296-15,-3-1-624 0,-4-4-485 16,0 1-743-16,0-2-1100 0,-4-2 1628 16,-3 7 2189-16,-9-7 455 0</inkml:trace>
  <inkml:trace contextRef="#ctx0" brushRef="#br0" timeOffset="13389.453">4645 4216 220 0,'0'0'1672'0,"0"0"5100"16,0 0-5296-16,0 0-291 0,0 0 379 16,0 0-88-16,0 0-276 0,0 0-132 15,0 0-408-15,0 0-176 0,0 0-100 0,100-9-204 16,-76 3-180-16,0-1-12 0,-1 1-160 16,1 0-224-16,-3-5-260 0,-2 2-132 15,-3 0-384-15,1-2-676 0,-10 3-617 16,1 2-1555-16,-8-1 8 0,0 0 1704 0,0 2 2308 15,-4 1 0-15</inkml:trace>
  <inkml:trace contextRef="#ctx0" brushRef="#br0" timeOffset="13592.043">4876 4109 560 0,'0'0'888'0,"0"0"1668"0,0 0 1468 0,0 0-2740 0,0 0-316 15,0 0 157-15,0 0-37 0,0 0-216 16,0 0-200-16,0 0-240 0,-19 12-204 16,19-9-76-16,4 1-64 0,-4 5-76 0,3-4 40 15,1 9 36-15,0-2 72 0,0 8-160 16,-4-1-96-16,0 6 36 15,0 3 44-15,0 4-16 0,-8 4 28 0,4-3-80 16,-3 2-116-16,3 1-132 0,-5-8-96 16,9 1-120-16,0-7-144 0,0 1-256 15,0-4-353 1,9-4-755-16,-9-5-1860 0,4 0-360 16,0-7 4276-16</inkml:trace>
  <inkml:trace contextRef="#ctx0" brushRef="#br0" timeOffset="14760.685">2505 5156 1096 0,'0'0'2504'0,"0"0"3412"0,0 0-4343 0,0 0-197 0,0 0-88 16,0 0 80-16,0 0-400 16,0 0-452-16,0 0-128 0,0 0 120 0,0 0 136 15,37 38-164-15,-18-22-184 16,5 6-24-16,0 0-4 0,4 3-32 15,4 5 8-15,0 1-48 0,4 4 24 16,0 0-88-16,3 6 28 0,-3 0-52 16,4 3-48-16,4 1-48 0,-5 6 36 0,6-3-48 15,-2 6-76-15,5-3 76 16,4-1 0-16,-4 4-4 0,0-3-8 0,3-3-72 16,-3-1 36-16,0-2 0 0,-4-1 48 0,-1-2 0 15,2-4 0-15,-6-3-12 0,-3-4-76 16,-4 4 76-16,0-6-84 0,-4 3 48 0,0-4-64 15,-4 4-24-15,0-4-8 16,-5 2-4-16,5-3 12 0,1-2 40 0,-6 2-88 16,1-5 36-16,4 0 36 0,0-7-20 15,-4 2-28 1,-4-4-76-16,3-1 28 0,-6-6-4 0,-2 1-32 16,-2 0-16-16,-5-7-140 0,0 2-120 15,0-2-136-15,-4 0-288 0,0 0-268 16,0 0-332-16,-8 0-361 0,-1 0-463 15,2 0-296-15,3 0-2132 0</inkml:trace>
  <inkml:trace contextRef="#ctx0" brushRef="#br0" timeOffset="15136.985">3641 6736 416 0,'0'0'3896'15,"0"0"3009"-15,0 0-5801 0,0 0-376 16,48 71 60-16,-36-55 304 0,0-1-24 16,0-1-204-16,-1-5-252 0,2 3-116 15,2-1-188-15,6 1 24 0,-6-2-96 16,5-5-4-16,1 6-36 0,-6-5 28 15,5-3-44-15,-4 0-8 0,-4-1-48 16,4 3-28-16,-4-3 16 0,0 2-28 16,-1-4-32-16,-2 3-48 0,-1-3 8 15,0 0 0-15,-1 0 48 0,6-3 0 16,-2-3-52-16,6-4 0 0,2-6-4 0,5-7 0 16,4-5 4-16,4-10-8 0,0-3-96 0,4-3-28 0,-5-1-340 15,-3-6-224-15,-3 3-184 16,-9 1-108-1,-4 2-460-15,-5-1-1100 0,-3 13-1349 16,-4-15-2807-16</inkml:trace>
  <inkml:trace contextRef="#ctx0" brushRef="#br0" timeOffset="17185.632">4669 6838 392 0,'0'0'7476'0,"0"0"-5456"0,0 0-983 0,0 0 15 0,0 0 12 16,-24 90 80-16,21-46 56 0,-1 8-328 15,-1 8-136-15,-3 9-104 0,-3 4-52 16,3 7-36-16,-9-4-200 0,2-1-108 16,2-1-76-16,-2-11-160 0,6-5 0 0,2-14-52 15,3-9-144-15,4-6-60 0,0-7-28 16,0-10-196-16,7-2-176 0,-3-4-240 15,5-6-312-15,-1 0-92 0,-1 0-12 16,6-13-536-16,-1 1-557 0,3-7-1479 16,1-6-212-16,-4 6 3692 0</inkml:trace>
  <inkml:trace contextRef="#ctx0" brushRef="#br0" timeOffset="17333.206">4761 7436 2832 0,'0'0'1108'0,"0"0"-132"0,0 0 692 0,0 0-60 15,0 0-64-15,87-10 5 0,-59 10-217 16,4 3-132-16,4-3-336 0,4 3-348 16,0 1-276-16,-1-4-240 0,2 0-28 0,-6 0-20 0,-3-4 36 15,0 1-228-15,0-7-444 0,0 1-332 16,-8-1-492-16,-5-5-813 0,-2 5-2515 16,-6-12 1032-16</inkml:trace>
  <inkml:trace contextRef="#ctx0" brushRef="#br0" timeOffset="17564.848">5338 7061 1108 0,'0'0'444'0,"0"0"64"0,0 0 5556 0,0 0-4096 0,0 0-355 16,-23 67-321-16,18-42-96 0,1 10-120 15,0 1-184-15,4 4-104 16,0 7-228-16,0 1-152 0,0 3-60 15,0 0-112-15,0-1-188 0,0 2-48 16,0-5-12-16,0 0-136 0,0-5-248 0,0 0-336 16,0-5-316-16,-3-2-440 0,-1-3-636 15,4-3-837-15,-4-10-2651 0</inkml:trace>
  <inkml:trace contextRef="#ctx0" brushRef="#br0" timeOffset="21060.451">2115 6356 7352 0,'0'0'6925'15,"0"0"-5649"-15,0 0-700 0,0 0 92 16,0 0 76-16,0 0-184 0,0 0-288 16,0 0-16-16,0 0-192 0,0 0-16 15,0 0-48-15,108-16 76 0,-69 16 32 16,-2 0-56-16,-2 3-40 0,1 1-8 0,-4-4-4 0,-8 0-52 15,4 0-144-15,-9-7-212 16,-6 3-220-16,2-1-244 0,-7-4-408 16,1-8-1100-16,-5 1-2689 0,0 0-2791 0</inkml:trace>
  <inkml:trace contextRef="#ctx0" brushRef="#br0" timeOffset="21407.742">2454 5909 340 0,'0'0'664'0,"0"0"-364"0,0 0 1668 0,0 0 2864 0,0 0-2956 16,0 0-535-16,0 0-301 0,-76-32-452 16,68 32-256-16,0 7-216 0,0 1-64 15,0 5 152-15,0 6 36 0,1 4 192 16,-2 5 60-16,5 7-100 0,4 3-16 16,0 3 268-16,0 6-44 0,0-2-152 0,0 6-160 15,0 1-68-15,4-2-132 0,5 4-88 16,-2-3-76-16,1-1 4 0,0 2 8 15,4-8-108-15,0-3 24 0,0-3-40 16,-4-3 40-16,4-3-104 0,-5-7 92 16,-7-6 84-1,5 0 76-15,-5-6 52 0,0-3 72 0,0-4 0 16,-5 0 112-16,2-3-48 0,-5-3-40 16,0 0 12-16,-4 0-160 15,-4-6-80-15,0-3-8 0,-4-8-160 0,-4-1-324 0,0-8-236 16,0-6 4-16,-3 0-44 15,-1-1-888-15,4-7-877 0,-4 6-1555 16,8-1-656-16,4 9 4824 0</inkml:trace>
  <inkml:trace contextRef="#ctx0" brushRef="#br0" timeOffset="22356.187">4761 5161 3300 0,'0'0'640'15,"0"0"5360"-15,0 0-3679 0,0 0-549 16,0 0-280-16,0 0-448 0,0 0-572 16,0 0-412-16,0 0-60 0,0 0-12 0,0 0-176 15,-9 68-76-15,6-46-188 0,-5 0 0 16,4 3-316-16,-4-2-116 0,0-1-520 0,4 1-457 15,0-1 193-15,0-3 592 32,0-3 724-32,4-1 352 0,-4 4 0 0,-1-3 68 0,2 3-16 15,-1 4 88-15,0-4 28 16,0 3-168-16,0-3-116 0,4 4-976 16,-4-1-1028-16,4 0-540 0,0-3 1032 0,4 4 1416 15,0-2 372-15,4 2-160 0,-1-1 1340 0,2-4-764 0,-1 2 4500 16,-4-1-3276-16,0-4-340 0,-1 2-95 0,2-2-201 31,-1 1-8-31,-4-2-232 0,4-2-336 16,-4 1-208-16,4 0-156 0,-4-1-168 15,4 1-56-15,-4 3-88 0,0-1 0 16,0 1-428-16,0 0-316 0,0 6-256 0,0-3-352 0,0 0-657 0,0 0-467 16,0-3 132-16,0-4 220 0,0 2 592 15,0-5 1620-15,0 1 196 0,0-1 1500 16,0-2 416-16,0 2-124 0,0 1-432 0,0 2-184 15,0 1-175-15,0 3-197 16,0 0-248-16,4-4-292 0,-1 4-180 0,1-2-80 0,1-2-128 31,-1 1-72-31,0-5-128 0,0-1-352 16,-4 0-348-16,0-4-272 0,0 3-525 16,0-6-1599-16,-4 0-2248 0,-4 0 4308 0,-1 0 788 15</inkml:trace>
  <inkml:trace contextRef="#ctx0" brushRef="#br0" timeOffset="22622.365">4546 6169 8092 0,'0'0'1260'16,"0"0"-680"-16,0 0 376 0,0 0 445 15,15 79-73-15,-2-57-236 0,2 0-348 16,2-3-256-16,-2 4-56 0,2-4 40 15,-2 0-136-15,-3-3-24 0,0 0 0 16,0-1 20-16,-5-2 12 0,6-3-48 0,-5 0-136 16,4-3-48-16,-4-2-12 0,4-2-16 15,0-3-36-15,4 0-48 0,0-3 12 16,3-7 100-16,9-5-40 0,0-7-68 16,4-7-4-16,4-9-76 0,-1-9-316 0,6-4-372 15,-1-13-540-15,-5 0-568 0,-7 10-1980 16,4-22-2537-16</inkml:trace>
  <inkml:trace contextRef="#ctx0" brushRef="#br0" timeOffset="23310.781">5330 5305 156 0,'0'0'144'0,"0"0"8400"0,0 0-6976 16,0 0-655-16,0 0 27 15,0 0 132-15,0 0-244 0,0 0-348 0,0 0-404 0,0 0-76 16,0 0 128-16,68-2-128 15,-40-3-88-15,0 3-128 0,0-2-12 16,0 1-52-16,-8 0 76 0,-1 3-88 0,-2 0 216 16,-2 3-116-16,-2 6 116 0,-5 4 76 15,3 7 168-15,-2 2-28 0,-1 3 152 16,-5 4-40-16,1 2 28 0,0 4-16 0,-4 1 16 0,0 2 112 16,0 0-216-16,-4-3-76 15,0-1-24 1,-3-2 36-16,3-7-36 0,-1-5-16 0,-3-1-60 15,4-6 0-15,1-4-8 0,3 0-104 0,-4-5-176 16,-5-1-556-16,5 0-568 16,-4-3-328-16,-3 0-949 0,2 0-1587 15,-2-3 240-15,-5-4 3748 0,7 1 236 0</inkml:trace>
  <inkml:trace contextRef="#ctx0" brushRef="#br0" timeOffset="23466.226">5430 5686 1460 0,'0'0'680'0,"0"0"-432"0,0 0 1484 0,0 0 444 15,-47-66-1356-15,43 53-224 16,0 6 196-16,4 1 492 0,0 3-99 0,4 0-413 15,0 3-204-15,7 0-60 16,6 0-176-16,-2 3 0 0,1 0-132 16,0 1-200-16,0 1-100 0,0-1-52 0,-8 2-68 15,4-3-276-15,-8 4-568 0,0-1-1025 16,-4 4-1975-16,0-4-856 0,-8 3 4408 0</inkml:trace>
  <inkml:trace contextRef="#ctx0" brushRef="#br0" timeOffset="23627.057">5330 5822 5196 0,'0'0'3900'0,"0"0"-1383"16,0 0-1413-16,0 0-224 0,0 0 248 0,0 0-168 15,0 0 316-15,0 0-256 0,0 0-404 16,0 0-232-16,68 32-164 0,-44-32-208 16,4 0-12-16,4 0-148 0,0-3-96 0,3-6-164 15,1-4-236-15,5 0-224 0,-2-9-464 0,5 0-932 16,-13 0-2241-16,22-17-3059 0</inkml:trace>
  <inkml:trace contextRef="#ctx0" brushRef="#br0" timeOffset="23843.164">6024 5251 6244 0,'0'0'1612'0,"0"0"-136"0,0 0 513 0,0 0-233 0,0 0-396 15,0 0-412-15,8 92-268 0,-4-57-176 16,-4 0-144-16,0 3-296 0,-4 3-64 16,0 1-124-16,0-1-64 15,-5 0-236-15,2 0-536 0,3-2-620 16,-4-1-1369-16,4-6-2579 0,-1-10 784 16,2 6 4249-16</inkml:trace>
  <inkml:trace contextRef="#ctx0" brushRef="#br0" timeOffset="23949.836">6024 6039 2980 0,'0'0'988'0,"0"0"4292"0,0 0-4092 16,0 0-347-16,23 76-225 0,-14-60-348 16,-1-4-268-16,-1 1-24 0,1-3-516 15,1-4-957-15,-5 0-3307 0,-4-3-491 0</inkml:trace>
  <inkml:trace contextRef="#ctx0" brushRef="#br0" timeOffset="25276.428">6625 5753 10272 0,'0'0'1881'0,"0"0"-1189"0,0 0-44 0,0 0 432 16,0 0 56-16,0 0-256 16,0 0-232-16,0 0-188 0,0 0-16 15,0 0-84-15,52 10-164 16,-32-10-128-16,4 0-68 0,4-7-256 0,0-2-204 15,0-4-196-15,0-4-252 0,0-2-388 16,-4 5-620-16,-1-6-689 16,-7 1-1387-16,-4 6-780 0</inkml:trace>
  <inkml:trace contextRef="#ctx0" brushRef="#br0" timeOffset="25695.072">6844 5416 1736 0,'0'0'768'15,"0"0"4928"-15,0 0-4540 0,0 0-392 16,0 0 8-16,0 0 29 0,0 0 31 0,0 0-192 0,0 0-272 16,0 0-76-16,-56 29 128 0,45-13 160 15,-1 2-148-15,0 6-180 16,0 1-16-16,-1 0-24 0,2 7 96 0,-1-1 4 0,4 7-28 31,0 0 28-31,4-2-12 0,0 2-88 16,4 0-88-16,0-3 0 0,0 3 48 15,4-4-100-15,4 2 16 0,1-2-88 0,-2-2-12 16,5 3-40-16,-5-3 44 0,10-1 8 16,-9-2-48-16,4 0 0 0,0-4-4 15,-5 0 4-15,2 1-64 0,-5-1-24 16,0-3-24-16,-4-3-16 0,0 1-8 16,0-4 60-16,-4-4 0 0,-5-2 60 0,5-4 64 15,-3 0 0-15,3-6 88 0,-4 4-28 0,-1-4 8 16,2 0-68-16,-5-4-8 0,-4-5-68 15,4 0-60-15,-4-7-88 0,-3-3-140 16,-2-6-240-16,6-5-304 0,-5-8-588 16,-1-6-1057-16,6 9-2651 0,-5-32 556 15</inkml:trace>
  <inkml:trace contextRef="#ctx0" brushRef="#br0" timeOffset="26041.938">6633 5168 1084 0,'0'0'300'0,"0"0"324"16,0 0-428-16,0 0 5396 0,0 0-3728 15,0 0-828-15,0 0-211 0,95-47-221 16,-74 37-16-16,-1 8-204 0,-1-2-156 0,2 2-152 0,-5 2 12 31,-1 6 68-31,-2 2 60 0,-1 9 88 0,-5 2 100 0,1 3 176 0,1 4-276 16,-5-4-104-16,3 0-100 0,5-3 28 16,4-4-120-16,5-2 140 15,2 0 144-15,5-7 196 0,7-6-88 0,2 0-352 31,3-6-48-31,3-7-172 0,-2-6-192 0,2 0-200 16,-4-6-216-16,2-1-584 16,-13 4-1256-16,8-9-2569 0</inkml:trace>
  <inkml:trace contextRef="#ctx0" brushRef="#br0" timeOffset="30095.489">3087 4911 1316 0,'0'0'2480'0,"0"0"3644"0,0 0-5248 16,0 0-551-16,0 0 303 0,0 0 576 16,0 0-272-16,0 0-184 0,88-63-104 0,-68 57-104 0,-1-1-96 15,6 1-44-15,-5 3-88 0,4-3 8 16,-1 2 28-16,-3 4-36 0,1 0-104 16,-6 0-8-16,1 4-160 0,0 2-32 15,-4 6 96-15,0 4 16 0,0 3 92 16,-9 6-92-16,6 8 40 0,-9 2-160 0,0 2 52 15,0 5-140 1,-9 2 52-16,-2-5-76 0,-1-6 76 0,0 0 36 16,0-4 12-16,1-7 0 0,-2-6-12 0,5 0-60 15,-3-4-64-15,-2-3-208 0,2 2-124 16,-2-6-276-16,2-2-360 16,-6-3-848-16,9 0-1000 0,1 0-2109 0</inkml:trace>
  <inkml:trace contextRef="#ctx0" brushRef="#br0" timeOffset="30319.618">3183 5203 2540 0,'0'0'1108'16,"0"0"3964"-16,0 0-3636 0,0 0-996 0,0 0-260 15,0 0 273-15,0 0 383 0,-24 74 148 16,24-48-296-16,0-5-168 0,0 2-28 16,0-2-76-16,4-1 76 0,4-7 240 0,0-1 116 15,-1-5-80-15,6-1-152 0,-1 0-136 0,0-6-124 16,0 3-36-16,4-3-28 0,3-3-72 31,2-3-84-31,3-4-136 0,4-5-60 0,7-5-172 16,1-2-136-16,8-3-136 0,4-4-272 15,-1-3-460-15,5-3-1416 0,-16 10-2793 16,24-22-3411-16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06:33.84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4825 1257 4120 0,'0'0'8853'15,"0"0"-7581"-15,0 0 140 0,0 0-92 0,0 0-204 16,0 0-488-16,0 0-384 16,0 0-96-16,0 0 36 0,0 0 124 0,0 0 316 0,0 0-64 15,75 73-132-15,-55-19-124 0,0 13-48 16,4 15 49-16,-8 13 323 0,3 10-396 15,-2 10-56-15,-2 6-172 0,-2-1 120 0,-5-6-124 16,3-9-132-16,2-13-24 0,-2-16 96 16,2-13 60-16,-2-18 0 0,5-13 84 15,0-13-80-15,1-13 92 0,6-6 364 16,1-6 144-16,4-13-208 0,4-9-216 16,0-21-136-1,3-11-44-15,10-23-84 0,-6-9-60 0,8-16-48 16,2-3-48-16,-6-5-148 0,2 1 124 15,-2 5-64-15,-7 1-36 0,0 13 24 16,-4 11 64-16,-9 15-77 0,1 10-59 16,-7 12-76-16,-6 10-60 0,2 9-176 0,-5 8-12 15,-1 2-548-15,1 5-892 0,-4 8-836 16,1 3-3053-16</inkml:trace>
  <inkml:trace contextRef="#ctx0" brushRef="#br0" timeOffset="628.039">7044 1937 6836 0,'0'0'4805'15,"0"0"-3613"-15,0 0-124 0,0 0 600 16,0 0 160-16,0 0-136 0,43 89-700 15,-39-55-452-15,-4 8-348 0,0 2-140 16,-4-2-52-16,1-4-12 0,-1-4-112 16,0-8 4-16,0-4-88 15,4-9-60-15,0-7-136 16,0 0-296-16,0-6-324 0,-5 0-920 0,5-6-2744 16,-8-13-5101-16</inkml:trace>
  <inkml:trace contextRef="#ctx0" brushRef="#br0" timeOffset="768.615">7048 1602 468 0,'0'0'10304'0,"0"0"-8311"0,0 0-393 16,79-6-612-16,-42 6-988 0,6 0-40 0,0 0-640 16,6 4-668-16,-14-2-1305 0,21 5-3739 0</inkml:trace>
  <inkml:trace contextRef="#ctx0" brushRef="#br0" timeOffset="1034.314">7761 1756 5288 0,'0'0'5448'0,"0"0"-4299"0,0 0-177 0,0 0 188 15,-84 76-36-15,61-54-180 0,-5 0-140 16,4 4-380-16,7-4-340 0,6 0-84 16,3-3-8-16,4 0-16 0,4-1 24 15,4 1 112-15,4-2-104 0,3-1 140 16,6 3 52-16,2-3-188 0,5 3 76 0,4 0 84 15,4 3 344-15,0 0 408 0,-4 1-632 16,-4-1-96-16,0-3 12 0,-5 0-48 16,-6 0 24-16,-2 0 8 0,-7 0-180 15,0 3 0-15,-4-3-12 0,-4-2-180 16,-7-2-76-16,-2-3-28 0,-2-1-20 0,-2-8-148 0,2 3-212 16,-9-3-288-16,0-3-20 15,1 0-348-15,-5 0-576 0,7-3-2201 0,-11-6-3795 0</inkml:trace>
  <inkml:trace contextRef="#ctx0" brushRef="#br0" timeOffset="1531.812">10156 2082 7172 0,'0'0'4109'0,"0"0"-2905"0,0 0-396 0,0 0-60 0,0 0 568 31,0 0 52-31,-80-41-176 0,64 44-388 0,0 10-92 16,-4 10-76-16,0 5-24 0,-4 10 180 16,0 7-319-16,1-1-121 15,3-3-180-15,7-3-112 0,1-13-60 0,9-1 0 0,3-16-72 16,3-2 20-16,14-2-44 0,6-4-96 16,9-12 104-16,5-11-44 0,6-2-137 15,0-10-131-15,-2 0 24 0,-2 0-40 0,-3 3 12 16,-8 4-96-16,-8 9 156 0,-4 3-76 15,-7 6-24-15,-2 7-36 0,-3 3 32 16,-4 9 448-16,4 7 272 0,-4 7 336 0,0 2-200 16,0 7-164-16,4-4-8 0,0 1 80 15,0-4-104-15,8-6-80 0,4-3-124 16,8-2-8-16,4-9-4 0,3-2-216 16,5-3-232-16,-4 0-152 0,4-6-412 0,0-1-1048 0,-12-2-2577 31,11-4-4671-31</inkml:trace>
  <inkml:trace contextRef="#ctx0" brushRef="#br0" timeOffset="2014.507">11865 2007 3492 0,'0'0'796'15,"0"0"2752"-15,0 0-2008 0,0 0-80 16,0 0 85-16,80 9-105 0,-69 19-24 16,2 10-280-16,-2 10-28 0,-7 6-316 15,-4 7-288-15,0-4-108 0,0-1-104 0,0-4-168 0,0-8-116 16,0-9-4-16,8-10 108 15,4-6-4-15,0-8 76 0,-4-6 12 0,8-2 256 0,0-3-28 16,4-8-80-16,4-12-80 16,4-9-103-16,4-3-101 15,0-10-56-15,-1 2-4 0,1-8-85 0,0-3-255 0,0-3-268 16,-4 0-236-16,0 1-308 16,0 2-752-16,-5 7-640 0,1 9-1625 0,-4 13-663 15,5 9-599-15</inkml:trace>
  <inkml:trace contextRef="#ctx0" brushRef="#br0" timeOffset="2385.949">12674 2339 11821 0,'0'0'2412'0,"0"0"-1604"0,0 0-192 0,0 0 280 16,0 0 12-16,0 0-180 0,0 0-268 15,103-35-448-15,-67 7-12 0,4-10-272 0,0 3-148 16,0-3-140-16,-5 3 188 0,-11 3 100 15,-3 7 20-15,-10 3 140 16,-7-1-192-16,-4 4 28 0,-8 6 212 0,-4 5 64 16,-7 4 44-16,-2 4-40 15,-3 4 284-15,-4 8 52 0,0 4-152 16,1 6 64-16,-1 3-68 0,0 4 64 0,4 3 76 16,0 2 0-16,0 4-64 0,5 1-4 15,2 2-80-15,2-3-32 0,7 0-44 16,3-6 36-1,5 0-64-15,0-3-12 0,5-7-60 0,7-3 0 16,-1-7 64-16,9-2-52 0,5-4 88 16,6-6-100-16,5-6-148 0,4-10-136 15,8-3-368-15,8-6-304 0,-1-7-284 16,5 0-776-16,-4 0-1829 0,-17 7-1579 16</inkml:trace>
  <inkml:trace contextRef="#ctx0" brushRef="#br0" timeOffset="2582.132">13507 2035 7840 0,'0'0'4157'16,"0"0"-3069"-16,0 0-552 0,0 0 340 16,0 0 260-16,-92 95-116 0,64-56-128 15,4-5-160-15,4 1-164 0,4 0-88 32,4-6-196-32,8-4-284 0,4-3-72 0,0-6-52 15,0-4 28-15,12-5 20 16,0-3-84-16,8-4-48 0,3-4-136 0,2-6-188 0,-1-6-88 0,4-3-428 15,-4 1-436-15,4-8-384 0,4-2-573 0,-4-7-679 16,-9 6-2412-16</inkml:trace>
  <inkml:trace contextRef="#ctx0" brushRef="#br0" timeOffset="2968.15">13909 1400 8140 0,'0'0'1092'15,"0"0"-280"-15,0 0 597 0,-28 79-1 0,19-44-32 16,6 6-240-16,-5 6-152 16,0 8-124-16,0 8-128 0,0 8-252 0,-4 5-172 15,1 3 24-15,2-4 428 0,5-1-440 16,0-6-320-16,4-10-88 0,4-6-8 16,9-11 96-16,2-6 148 0,9-7-88 0,-5-9-60 15,6-5-76-15,-9-8-44 0,3-3-88 16,2-3-48-16,-5-12 96 0,3-4-136 0,-6-10-24 15,-2 0-100-15,-7-5-236 16,-4-4-276-16,0-6-728 0,-11 0-356 16,-10-4-709-16,-3 1-135 0,1 2 36 0,-5 3 984 15,-4 6 1708-15,0 3 132 0,1 9 1920 16,-2 8 356-16,13 3 60 0,0 4-231 0,12 3-465 16,1 3-340-16,7 0-240 15,0 0-304-15,7-3-164 0,14-1 80 0,6 1-240 16,17-7-36-16,3-2-36 0,6-1-352 15,2-3-8-15,1 4-124 0,-4-1-136 0,-4 1-348 16,-5 1-484-16,-2 3-712 16,-13 1-2481-16,4 0-3499 0</inkml:trace>
  <inkml:trace contextRef="#ctx0" brushRef="#br0" timeOffset="3278.081">14478 1958 5716 0,'0'0'8621'0,"0"0"-7269"0,0 0-384 0,-39 90 508 15,22-58-24-15,6-1-84 0,-1-5-347 16,4 0-645-16,8-8-276 0,0 1-100 16,3-3-8-16,10-6 8 15,2-4-8-15,6 0-88 0,7-6-232 0,3 0-13 16,5-12-191-16,0-1-152 16,0-6-48-16,0-1-32 0,-4 2 12 15,-5-1-64-15,-7-1 244 0,-7 5 572 0,-9 2 64 16,-4 0 356-16,-9 4 376 0,-10-1-20 15,-5 7 108-15,-8 0-92 0,-4 3-292 0,-4 6-232 16,0 7-24-16,4-3 49 0,5 2-49 0,10 1-244 16,6-7 0-16,2 0-172 0,9 1-145 15,4-7-143-15,0 0-16 0,0 0-48 16,9 0-432-16,3-10-104 0,8 1-656 16,-1-11-1076-16,5-2-2209 15,-7 3-1495-15,6-16 4369 0</inkml:trace>
  <inkml:trace contextRef="#ctx0" brushRef="#br0" timeOffset="3554.461">14785 1927 1580 0,'0'0'76'0,"0"0"7336"0,8 73-5696 0,-8-47-223 31,0 2 75-31,0-2-224 0,4-4-440 0,1-3-264 16,-2-3-276-16,1-1-192 0,4 2-160 15,0-5-12-15,0-2-8 0,0-1-80 0,0 0-272 0,-4-2-228 16,0-4 172-16,-4 4 128 0,0-1 60 15,0 0 40-15,0-3 148 16,0 1 40-16,0-4 192 0,0 3 84 0,0-3-52 0,4 0-72 16,4-3 48-16,4-7-68 0,12-6-132 15,0 0-28-15,12-6-240 16,-5-3-32-16,1 2 60 16,0 1-112-16,-4 3-76 0,-4 3-80 15,-4 3 64-15,-4 7 36 0,-1 3-24 0,-6 3-220 16,3 0-172-16,-8 0-193 0,3 0-911 15,-7 0-2156-15</inkml:trace>
  <inkml:trace contextRef="#ctx0" brushRef="#br0" timeOffset="4044.671">16559 1914 4644 0,'0'0'584'16,"0"0"3076"-16,0 0-1964 0,86-31-103 15,-73 28-9-15,-5-1-104 0,-4 1-120 16,-4 3-276-16,0 0 88 0,-12 0-508 0,-8 7-212 16,-12 5-256-16,-4 4-112 0,1 0 16 15,-1 4 8-15,8-1-72 0,4-1-36 0,8-3-144 16,8-2-28-16,0 4-36 0,8-2 136 0,0 1 68 15,4 3 4-15,3 3 8 0,6 1 88 16,2 0-84-16,-2-2-12 0,-1-2 0 16,-1 4-48-16,2-9 44 15,-6 6-52-15,-3-4 56 0,-4 3 12 0,0-3 0 16,0-4 48 0,-4 1-60-16,1-3-60 0,-5-7-224 0,4 0-292 15,-1-3-176-15,5 0-372 16,0 0-912-16,0-3-1080 0,5-3-1849 0,14-14-1955 0</inkml:trace>
  <inkml:trace contextRef="#ctx0" brushRef="#br0" timeOffset="4291.128">17192 2038 1044 0,'0'0'7644'0,"0"0"-5227"15,12 67-429-15,-12-33 0 0,0 15-140 16,-9 1-224-16,2 10-360 0,-9 11-152 15,-4 5-360-15,0 3-287 0,0 7 115 16,-4-1 184-16,8-5-524 0,1-7-240 0,11-10-60 0,0-9-36 0,4-9-76 16,4-10-116-16,0-10-40 0,3-6-24 15,1-10-192-15,-4-2-161 0,1-4-123 0,-5-3-56 32,0-3 136-32,0-10-16 0,0-6-1160 0,0-9-144 0,-5-1 116 15,1-10-329-15,4-8-235 0,-4-7-1524 16,4 10 1416-1,0-39 2168-15</inkml:trace>
  <inkml:trace contextRef="#ctx0" brushRef="#br0" timeOffset="4513.706">17240 2067 3160 0,'0'0'600'0,"0"0"5072"0,0 0-3643 0,0 0-505 16,0 0-124-16,0 0-88 0,79-58-408 0,-63 58-220 0,0 0-148 16,0 0-192-16,4 7-144 15,0 3-80-15,0 5-44 0,-5 1-76 16,2 7 4-16,-6 2 56 0,-2 3-60 0,-9 4-108 15,0-1 48-15,-9 1 56 16,-10 0-104-16,-5 3 60 0,-8-3 0 0,4-1-16 16,-4-1-96-16,4-8 24 0,0-4 12 15,8-5 0-15,9-6-24 0,3-4-124 16,8-3-216 0,0-3-340-16,4-7-672 0,11-2-820 0,5-1-817 0,20-12-2219 15</inkml:trace>
  <inkml:trace contextRef="#ctx0" brushRef="#br0" timeOffset="4892.31">17781 2127 4416 0,'0'0'328'0,"0"0"6685"0,0 0-5021 0,0 0-324 0,0 0-48 15,0 0-640-15,0 0-276 16,0 0-236-16,-111 73-112 0,67-28 96 0,4 2 416 16,1 0-236-16,7 2-304 0,4-11-255 15,11-4-73-15,6-8-69 0,11-10-3 16,0-4-100-1,15-5-32-15,9-7 44 0,12 0-60 0,5-13-36 0,6-6-156 16,-3-3-92-16,4-4 52 0,0-5 192 0,-5 2 88 16,-7 0 100-16,0 1-88 0,-8 2 12 0,-4 4-12 15,-4 3 160-15,-8 7 116 0,-9 5 352 32,1 4 48-32,-4 3-52 0,0 3-196 0,-4 13-60 0,-7 6 280 0,-6 6-52 0,-6 5 4 31,-1 4 349-31,0 2 107 15,0-4-268-15,5-7-328 0,2-2-180 0,10-7-116 0,3-7-4 16,4-1 0-16,0-3-12 0,4-2-96 16,7-1-72-16,6-5 0 0,2 0-88 15,5 0 4-15,4-7-124 0,4-3-120 16,0 1-72-16,3-1-65 0,6 0-343 0,-5 1-496 16,-5-4-656-16,5-3-796 15,-12 4-2001-15,12-14-1243 0</inkml:trace>
  <inkml:trace contextRef="#ctx0" brushRef="#br0" timeOffset="5196.559">18430 2486 3696 0,'0'0'7829'16,"0"0"-6089"-16,0 0-736 0,0 0-80 15,0 0-84-15,32 66 52 0,-19-66 164 0,7 0-228 16,3-8-288 0,5-9-136-16,8-2-256 0,4-3-148 15,0-4-224-15,3 4-44 0,-2 0 96 0,-9 0 124 16,-4 2-160-16,-13 4 208 0,-2 4 180 15,-13-1 100-15,0 4-84 16,-17 2-48-16,1 4 24 0,-11 3-172 0,-10 3-76 16,2 7 76-16,-1 9 100 0,-4 4 204 15,5-1 248-15,3 3 92 0,4 0-135 0,4-3-145 16,7-3-120-16,6 1-100 0,3-8-60 16,8 1 16-16,0-1-28 0,0-2-72 0,12 4-124 15,0-8-92-15,7 0-28 0,2 0-116 16,3-6-153-16,4 3-47 0,4-3-292 15,3 0-796-15,-7-3-2112 0,20-3-3225 0</inkml:trace>
  <inkml:trace contextRef="#ctx0" brushRef="#br0" timeOffset="5324.901">19614 2711 6368 0,'0'0'11469'0,"0"0"-8961"0,0 0-1024 0,0 0-595 15,0 0-889-15,0 0-328 0,0 0-156 16,-48-73-173-16,40 61-231 0,1-4-668 0,-1 6-2424 16,-5-9-5753-16</inkml:trace>
  <inkml:trace contextRef="#ctx0" brushRef="#br0" timeOffset="6310.761">21718 1435 548 0,'0'0'3196'15,"0"0"2100"-15,0 0-3407 0,0 0-297 16,0 0-204-16,0 0-60 16,0 0-256-16,0 0-248 0,32 73-180 15,-20-37-208-15,7 8 32 0,6 12-16 16,3 11 176-16,11 10-236 0,6-2-148 16,-2 1-88-16,9-6-156 0,-1-6-64 0,-3-7-68 15,1-6-28-15,-6-11-48 0,-7-1-72 16,-1-10-152-16,-7-4-96 0,0-2-408 15,-7-8-408-15,-6-2-1052 0,-2-7-2113 0,-6-3-2139 0</inkml:trace>
  <inkml:trace contextRef="#ctx0" brushRef="#br0" timeOffset="6606.206">22494 1511 364 0,'0'0'9868'0,"0"0"-8335"0,0 0-497 0,0 0 188 15,-79 73 192-15,48-44-124 0,-1 6-320 16,-9 2-464 0,-2 8-212-16,-4 6-148 0,-6 3 0 15,-6 3-16-15,3 3-32 0,-8 1 60 0,0-4 84 16,1 0-132-16,3-3-112 15,4-7-48-15,12-5-112 0,4-8-148 0,17-8-136 16,2-7 0-16,10-5-448 0,6-6-424 16,1-5-1136-16,4-3-1825 0,4 0-1383 15,1 0 2124-15</inkml:trace>
  <inkml:trace contextRef="#ctx0" brushRef="#br0" timeOffset="17691.896">23463 2111 4468 0,'0'0'4356'0,"0"0"-3216"0,0 0-171 0,0 0-17 16,0 0-376-16,0 0 1904 0,0 0-1080 16,0 0-516-16,4-44-252 0,-4 44-52 0,0 0-64 15,4 6-232-15,0 3-64 16,0 7 272-16,1 3 276 0,-2 10-244 0,-3-1-244 16,0 5-280-16,0-2-52 0,0 1-84 15,-3-4-80-15,-2-2-28 0,1-4-48 16,0-5-212-16,4-6-280 0,-4-1-556 0,4-3-1816 15,-4-7-4373-15</inkml:trace>
  <inkml:trace contextRef="#ctx0" brushRef="#br0" timeOffset="17859.21">23579 1769 10876 0,'0'0'1913'0,"0"0"-1213"0,0 0-112 0,0 0 172 0,0 0-332 0,87 2-428 16,-59 1-296-16,4 4-524 15,-8 0-1160-15,20-1-4181 0</inkml:trace>
  <inkml:trace contextRef="#ctx0" brushRef="#br0" timeOffset="18143.659">24197 1828 8400 0,'0'0'1592'0,"0"0"-235"0,0 0 231 0,0 0-240 16,0 0-388-16,0 0-492 0,-81 70-404 15,74-51-52-15,-1 1 112 0,3-1 12 16,5-1 32-16,0 2-164 0,0-1 124 0,9-4 44 31,2 5 16-31,6-5 124 0,2 2-40 0,1 1-108 16,5-2-28-16,-2 3 112 0,1 4 0 0,0-8-188 15,-9 5-60-15,-2-2 88 0,-5-1-88 16,-8 2-76-16,0-1 16 0,0 5-12 16,-8-5 72-16,-12 5 8 0,0-4-8 15,-4 0-104-15,-4-3-20 0,0-1-88 16,4-4-100-16,0-2-248 0,1-4-368 0,6 0-676 16,6-5-1464-16,-2 0-3521 0</inkml:trace>
  <inkml:trace contextRef="#ctx0" brushRef="#br0" timeOffset="18675.768">26252 2026 3724 0,'0'0'3128'16,"0"0"-728"-1,-20-77-283-15,0 52-273 0,0-1-356 16,-3 8-368-16,2 5 260 0,1 6-280 16,5 7-436-16,-5 10-304 0,-5 9-176 0,-2 13 0 15,3 5 36-15,-4 7 0 16,4 11 96-16,0-4 36 0,9-3-296 0,2-4-56 0,13-9-88 16,0-10-44-16,5-6 120 15,14-6-124-15,1-7-96 0,8-6 48 0,8-3 0 0,4-10-84 16,4-6-124-16,3-6-88 15,-2-6-100-15,-2-2 12 0,1 3 220 16,-8-3 148-16,-4 4 28 16,-4 1-4-16,-5 2 112 0,-6 7 64 0,-10 6 128 15,1 5 96-15,-8 8 48 16,0 0-136-16,0 6-72 0,0 9 492 0,0 11-260 0,-4 2-148 0,0 7 12 16,0 0 28-16,4 3-116 0,0-2-72 15,0-5-60-15,12-2-88 0,8-10-64 0,4-3-72 16,8-7-384-16,4-9-428 0,-4 0-1480 15,24-19-3673-15</inkml:trace>
  <inkml:trace contextRef="#ctx0" brushRef="#br0" timeOffset="19200.602">27492 1295 4060 0,'0'0'9329'15,"0"0"-6853"-15,0 0-1172 0,0 0-260 0,0 0-320 16,0 0 260-1,-21 79 136-15,10-37-388 0,-10 12-127 16,-3 3 3-16,-4 7-76 0,0 5-136 16,-7 4-188-16,3-4-156 0,0 2-52 15,4-7-256-15,9-13 40 0,6-11 24 16,5-8 44-16,5-10 136 0,3-6-180 16,0-6 24-16,0-4-148 0,3-3-60 15,5 1 160-15,9-4 216 0,-2 3 72 0,9-3-72 0,4 3 0 16,4 0-88-16,-4 4 80 0,0 2-96 0,0-3 44 15,-5 5 56-15,-3-3 4 16,1 5 24-16,-10-3 60 0,-3-1 76 0,1 1-40 16,-9-2-108-16,3-1 84 0,-3 0-20 15,0-1 32-15,-12-2 60 16,0 2-60-16,-8 0-56 16,1 0-44-16,-9-2-8 0,4 2-48 15,-4-3-24-15,4 0-12 0,0-3-84 16,8 0-52-16,1 0-96 0,2-3-73 15,5 0-183-15,1 0-220 0,7-4-396 16,0-2-628-16,7 0-356 0,14-1-408 0,-10 3-1817 16,25-8-3199-16</inkml:trace>
  <inkml:trace contextRef="#ctx0" brushRef="#br0" timeOffset="19547.784">28053 2080 8564 0,'0'0'2933'0,"0"0"-1305"16,0 0-128-16,0 0 588 0,0 0-548 15,0 0-568-15,-80 0-236 0,44 12-224 16,-3 10-24-16,-1 1 252 0,4 5-155 16,4-2-125-16,12-1-264 0,4-3-196 0,8-6 0 15,4-3-172-15,4-1-116 0,0-5 104 16,8-1-32-16,4-3-89 0,0-3 49 16,12-3 108-16,-4-3-56 0,8-7-28 0,0-3 0 15,-4 0-12-15,0 1-84 16,4-2-16-1,-9 2 88-15,1 2-16 0,-4 3-48 0,-4 2 320 16,-4 3 24-16,-8 5 112 0,4 0-24 16,-4 0 172-16,0 11 156 0,-4 4-124 15,-4 1 76-15,0 3-112 0,0 0 120 16,0 3-8-16,4-3-308 0,-3-6-84 16,7 3-172-16,0-7-8 0,0-2-124 15,11-4-244-15,5-3-88 0,4-3-284 0,8-10-712 0,-4 4-1496 16,16-14-4797-16</inkml:trace>
  <inkml:trace contextRef="#ctx0" brushRef="#br0" timeOffset="19815.097">28559 1958 8776 0,'0'0'2661'0,"0"0"-1109"16,0 0 12-16,0 0 276 0,0 0-396 15,-96 36-296-15,72-21-388 0,5-3-392 16,-1 5-308-16,12-7-60 0,0 2-48 15,3-2-52-15,5 0 28 0,0-1 68 16,5 4-8-16,7-4-40 0,4 4 40 0,0 0-40 16,0-1 52-16,-1 2 0 0,2 0-4 15,-6 3 4-15,-3-4 52 0,1 1 220 16,-5 3 80-16,-4-4 16 0,0-1-124 0,-9 4-88 16,1-6-76-16,-7 3-80 0,-2-4-144 0,6-3-208 15,-6 1-124-15,6-4-124 0,3-3-212 16,3 0-224-16,1-6-268 15,4-1-952-15,0-3-3193 0,9-8-2255 0</inkml:trace>
  <inkml:trace contextRef="#ctx0" brushRef="#br0" timeOffset="19973.344">28894 1991 6156 0,'0'0'5729'15,"0"0"-5241"-15,0 0-324 0,-88 63 1048 16,44-41 180-16,-4 4-400 15,5-1-200-15,-1-3 4 0,8 0-168 0,4-2-464 16,4-2-164-16,8-6-828 0,4 2-556 16,8-4-660-16,4-4-2129 15,4-6-3399-15</inkml:trace>
  <inkml:trace contextRef="#ctx0" brushRef="#br0" timeOffset="20832.491">28734 2114 5548 0,'0'0'2536'0,"0"0"-604"0,0 0-731 0,0 0 259 16,0 0-628-16,0 0-148 0,0 0-404 16,0 0-80-16,0 0-32 0,84-70 156 0,-76 64 56 15,0 3 340-15,-4 0-124 16,-1 3-220-16,2-4-92 0,-5 4-48 0,0 0-48 15,4 0-92-15,-4 0-96 0,0 0-84 16,0 0-152-16,0 7-48 16,0 2 284-16,0 4 164 0,-4 6-28 0,-4 3 88 0,0 4-40 15,-8 6 40-15,4-4-40 0,0 4 100 16,0-3 612-16,0-1-456 0,4-9-220 0,1 0-64 16,2-3-32-16,5-6-116 0,0-3 0 15,0-2 40-15,0-2-48 0,5 1 0 16,-1-4-4-16,3 0-336 0,5-4-4 0,0-4-108 15,4-6-320-15,4-2-652 0,-1-3-1020 16,-2 6-1849-16,-1-12-3283 0</inkml:trace>
  <inkml:trace contextRef="#ctx0" brushRef="#br0" timeOffset="20991.994">28929 1816 10484 0,'0'0'2593'0,"0"0"-1245"0,0 0 252 15,0 0 76-15,0 0-468 0,0 0-532 0,0 0-432 16,0 0-244-16,0 0-72 0,0 0-52 16,104 16-340-16,-76-13-216 0,4 0-220 15,8 0-472-15,-4-3-800 0,3 0-732 16,-7 0-1477-16,12 0-471 0</inkml:trace>
  <inkml:trace contextRef="#ctx0" brushRef="#br0" timeOffset="21216.827">29416 1867 352 0,'0'0'6372'16,"0"0"-3516"-16,0 0-831 0,0 0-373 0,0 0-380 15,-88 63-100-15,60-47-132 0,-4 3-156 16,4-3-204-16,5 3-112 0,3-3-336 16,4 3-232-16,4-3-60 0,8-4-60 15,0 5 120-15,4 1 100 0,0-2-100 0,0 3 4 16,4 0-4-16,3 3 8 16,6-2-8-16,-1 2 84 0,-5-3-72 15,6 0 28-15,-6 0-36 0,1 0-4 0,-4-3 12 16,0-3 108-16,-4 3-120 15,0-7-40-15,-4 3-8 0,-8-1-136 0,-4-3-320 16,1-1-140-16,-9-3-176 0,-1-4-244 16,6 0-32-16,-1 0-540 15,4-7-1201-15,0-3-2815 0</inkml:trace>
  <inkml:trace contextRef="#ctx0" brushRef="#br0" timeOffset="21565.059">30233 2156 10212 0,'0'0'2329'0,"0"0"-1129"16,0 0 920-16,0 0 104 0,-37 63-392 16,26-44-660-16,3 0-568 0,0 0-335 15,3-3-37-15,1-4-148 0,4-2-72 0,4-3 48 16,9-1-60-1,2-3-36-15,9-3-168 0,4 0-52 16,4-9-157-16,4-4-147 0,4-3-112 16,0-6-136-16,-4 3-52 0,-8-4 204 15,-4 4 212-15,-13 1 444 0,1-4 12 16,-12 2 272-16,0-2 76 0,-8 3 280 0,1 0-124 16,-10 0-160-16,2 6-124 0,-2 0-144 15,-2 10-88-15,3 0-124 0,-4 3 48 0,4 0 72 0,-4 3 4 16,8 4-260-16,0 2-144 15,4 7-596-15,-4-4-400 0,8 1-2424 0,4 6-3709 16</inkml:trace>
  <inkml:trace contextRef="#ctx0" brushRef="#br0" timeOffset="21708.869">30815 2232 10408 0,'0'0'2669'16,"0"0"-2565"-16,91-25 252 0,-51 9 380 0,-1-4-180 15,6-2-228-15,-6 0-328 0,1 0-476 16,-1-3-644-16,-11 2-1376 0,4-8-4365 16</inkml:trace>
  <inkml:trace contextRef="#ctx0" brushRef="#br0" timeOffset="21973.168">31105 1802 5868 0,'0'0'2012'0,"0"0"-636"16,0 0 381-16,0 0-241 0,0 0-328 15,-68 83-264-15,56-57-140 0,4 7-272 16,-3 4-68-16,3 1-20 0,-5 6-24 16,2 7 292-16,-2 4 272 0,2 2-128 15,3 3-384-15,-5 0-452 0,10 4-64 16,-1-4-68-16,4-3 68 0,4 4 52 16,8-8-36-16,0-2 36 0,-5-6-172 15,-3-7-172-15,-4-10-124 0,0-5-12 16,0-4-164-16,-7-13-412 0,-5-3-368 0,-4-3-44 15,-4-6 280-15,0-10 252 0,-4 0 368 0,4-9 359 16,0-1 109-16,4-2 108 0,4-7-56 0,8 9-1296 16,4-22-3396-16</inkml:trace>
  <inkml:trace contextRef="#ctx0" brushRef="#br0" timeOffset="22308.123">32113 1638 8552 0,'0'0'3141'0,"0"0"-1557"0,0 0-288 0,20 89 276 16,-20-45 104-16,0 11-236 0,-12 4-288 15,-8 8-360-15,0 0-87 0,-7 3-289 0,-5-1-416 16,0-6-132-16,8-5 48 0,0-4 72 15,8-10 12-15,4-8 24 0,8-8 36 16,0-6 48-16,4-6 88 0,4-9-40 16,3-1 148-16,6-3 276 0,2-3-96 15,6 0-196-15,11-9-36 0,3-7-156 0,10-9 64 0,2-7-160 16,9-12-56-16,8-11-268 16,3-8-232-16,5-7-96 15,4-9-84-15,8-4 212 0,-9 1-533 0,1 2-743 16,-12 7-176-16,-9 13-172 15,-15 9-484-15,-8 19-345 0,-8-2-2179 0</inkml:trace>
  <inkml:trace contextRef="#ctx0" brushRef="#br0" timeOffset="24401.236">4729 4267 4332 0,'0'0'3036'0,"0"0"-1816"0,0 0-756 15,0 0 68-15,0 0 332 0,0 0-103 0,0 0-309 16,0 0-56-16,0 0-152 0,0 0 140 31,0 0 256-31,36 31 212 0,-21-1 360 16,-2 3-408-16,6 13 160 0,-2 1-108 15,-6 8-300-15,2 4-200 0,-2 2-120 0,-3 2-140 0,-4 1-96 0,0 0-48 16,1-5-112-16,-1-4 12 0,-1-11 112 16,5-6 36-16,-4-9 60 0,5-7-8 15,-6-10 44-15,1-2-48 0,4-7 40 16,0-3 36-16,0 0 72 15,8-6 108-15,4-13 172 0,8-10-232 0,4-6-156 16,0-9-88-16,4-4 4 0,-5-6 0 16,-3-2-4-16,0-3-4 15,-5 3-156-15,-6-4-120 0,-9 2-88 0,-1 1-184 16,-7 3 76-16,0 7-192 0,-7 5-148 16,-9 8-448-16,4 9-592 0,-4 5-1316 15,4 10-1165-15,-11 10-131 0</inkml:trace>
  <inkml:trace contextRef="#ctx0" brushRef="#br0" timeOffset="24598.013">4761 4591 5928 0,'0'0'2184'16,"0"0"-708"-16,0 0-468 0,0 0 137 16,0 0 163-16,0 0-188 15,0 0-412-15,0 0-64 0,0 0 72 0,0 0 72 16,51 38-128-16,-30-32-180 0,3 1-108 15,-1-1-152-15,1-3-80 16,0 0-140-16,4 0-100 0,4-3-96 0,0 0-136 0,3 0-436 16,1 0-872-16,-8-3-1296 0,17-3-3685 0</inkml:trace>
  <inkml:trace contextRef="#ctx0" brushRef="#br0" timeOffset="25249.9">6180 4536 3300 0,'0'0'1940'0,"0"0"-572"0,0 0-172 0,0 0 204 16,0 0 8-16,0 0-67 0,19 80-329 0,-15-45 68 16,0 0-92-16,-4 3-172 15,4-1-172-15,-4-1-220 0,4-1-100 16,0-6-164-16,0-6-24 0,0-4-12 0,3-8 76 16,-2-4 24-16,3 0 72 0,0-7 12 15,-1 0 0-15,6-7-4 0,-1-5-20 16,8-8-284-16,-5-5-124 0,2-1-488 0,2-2-4 15,-3-1-40-15,-4 1-80 0,-3 3-40 16,-5 2-92-16,-4 2-92 0,0-3-376 16,0 9-164-16,-8-1 259 0,-5 3-115 15,2 0-292 1,-2 7-736-16,-2-3-1724 0</inkml:trace>
  <inkml:trace contextRef="#ctx0" brushRef="#br0" timeOffset="25537.429">7008 4464 8520 0,'0'0'2689'0,"0"0"-1417"0,0 0-32 0,0 0-164 15,0 0-296-15,-72 78-188 16,44-42 84-16,5 5 268 0,-1 0-4 0,3 1-364 15,6 3-232-15,-1-4-96 0,4 3-116 16,3-6 4-16,9-5-88 0,0-5 0 16,0-10 28-16,13 1-4 0,-5-6-60 0,3-3 36 15,6-4-48-15,-1-2-60 0,3-4-112 16,-2 0-48-16,6-7-232 16,-3-6-212-16,0-2-408 0,0-4-408 0,-8 0-844 15,0 2-2289 1,-8-5-2479-16</inkml:trace>
  <inkml:trace contextRef="#ctx0" brushRef="#br0" timeOffset="25682.234">6728 4781 8140 0,'0'0'2176'16,"0"0"-823"-16,0 0 323 0,0 0-304 16,0 0-264-16,0 0-252 0,0 0-332 0,97 3-304 0,-65-9-160 15,0-4-60-15,0-2-360 16,-1-2-276-16,-3 3-508 0,0-3-860 0,-12 2-2697 0,8-7-3491 15</inkml:trace>
  <inkml:trace contextRef="#ctx0" brushRef="#br0" timeOffset="26003.747">7362 4245 7564 0,'0'0'2928'0,"0"0"-971"0,0 0-505 16,40 95 28-16,-27-51-96 0,-2 7-216 0,2 6-108 15,-6 7 188-15,-3 3-748 0,4-1-400 16,-4-2-100-16,0-7 84 0,4-3-36 16,4-13 24-16,-1-6 76 0,6-9 48 15,-2-11 20-15,2-2 29 0,-1-6 35 16,3-5 8-16,2-2 52 0,-2-6 0 15,9-10-136-15,-4-6-200 0,4-9-4 0,4-8-8 16,0-8-136-16,0-7 48 0,-4-10-124 0,3-9-180 16,-3-12-120-16,-3-11-345 0,-6-13-255 0,1-1-1232 15,-8 21-3192-15,-7-35-4009 0</inkml:trace>
  <inkml:trace contextRef="#ctx0" brushRef="#br0" timeOffset="28206.189">8792 4988 6188 0,'0'0'4765'16,"0"0"-3261"-16,0 0-268 0,0 0 172 0,0 0-100 15,-7 82-288-15,-1-60-312 0,4-3-388 16,-8-2-132-16,8-5-188 0,0-5-144 15,4-1-116-15,0-6-472 0,0 0-616 16,0-3-900-16,20-16-2669 0</inkml:trace>
  <inkml:trace contextRef="#ctx0" brushRef="#br0" timeOffset="28543.538">9841 4292 10064 0,'0'0'2381'0,"0"0"-1245"0,0 0-580 0,0 0-112 15,92-25-292-15,-56 15-152 0,7 4-100 0,5-3-104 16,7 2 16-16,5 1 100 0,0 3-192 16,-4 0-216-16,-8 3 48 0,-5 3 284 15,-11 6 100-15,-8 7 64 0,-8 6 68 16,-7 3 456-16,-9 11 60 0,0 5 136 15,-4 7-24-15,-13 6 20 16,2 5-148-16,-5 6-132 0,-5 4-76 0,5 3-124 16,1 2-36-16,-1-4-16 15,8-7-60-15,0-5-52 0,12-11 152 16,0-12 36-16,4-7-40 0,4-5-160 0,0-7-56 16,0-6 4-16,0-4-8 15,0-6-24-15,-4 0-368 0,0 0-336 0,-4-6-144 16,3-7-420-16,-3 3-1752 0,0-16-4309 0</inkml:trace>
  <inkml:trace contextRef="#ctx0" brushRef="#br0" timeOffset="28720.278">9920 4717 9308 0,'0'0'4157'0,"0"0"-3181"0,0 0-432 0,0 0-28 15,0 0 152-15,0 0 360 0,0 0-100 16,96-6-424-16,-56 6-392 0,0 0-112 0,-4 0-196 0,-5 3-152 15,-3 0-208-15,-3-3-412 16,-6 7-428-16,-10 0-684 0,-6-2-2745 16,-11 8-3491-16</inkml:trace>
  <inkml:trace contextRef="#ctx0" brushRef="#br0" timeOffset="28860.095">9841 5013 9712 0,'0'0'3077'16,"0"0"-1625"-16,0 0-368 0,0 0 324 15,0 0-288-15,0 0-184 16,0 0-160-16,0 0-80 0,79 7 136 0,-34-14-324 16,2-3-288-16,5 4-220 0,-1-3-84 0,1-1-148 0,0 0-120 15,-8 3-660-15,0 2-768 0,-16-2-2684 16,8 5-5509-16</inkml:trace>
  <inkml:trace contextRef="#ctx0" brushRef="#br0" timeOffset="33350.356">15307 5143 7700 0,'0'0'0'15,"0"0"-220"-15,0 0-520 0,0 0-1424 0</inkml:trace>
  <inkml:trace contextRef="#ctx0" brushRef="#br0" timeOffset="34708.97">10880 4146 4348 0,'0'0'8817'0,"0"0"-6789"0,0 0-708 0,0 0-224 0,0 0 40 16,-79 70 104-16,55-35-396 16,-4 3-360-16,0 1-180 15,8-1-47-15,1-1-113 0,6 2-92 0,1-2-52 16,5-2-84-16,3 4-73 0,0-8-111 0,-1 1-36 15,5-3-120-15,-4 3-272 0,0 0-360 0,-3-1-872 16,-1-5-2700-16,-8 15-3733 0</inkml:trace>
  <inkml:trace contextRef="#ctx0" brushRef="#br0" timeOffset="34852.252">10478 5188 168 0,'0'0'10592'16,"0"0"-8947"-16,0 0-1209 0,0 0-80 16,0 0 0-16,0 0-280 0,0 0-76 15,0 0-292-15,92 22-360 0,-76-19-1261 0,3-3-5375 16</inkml:trace>
  <inkml:trace contextRef="#ctx0" brushRef="#br0" timeOffset="37988.755">11885 4664 2340 0,'0'0'180'15,"0"0"-164"-15,0 0 5268 0,0 0-3936 16,0 0-336-16,0 0 121 0,0 0-81 0,0 0 60 16,0 0-44-16,0 0-224 15,0 0-140-15,0-57-136 0,0 44 92 16,0 1-28-16,0-2-64 0,-4 2 20 0,4-2 4 0,-4 6-204 15,0-5-192 1,4 6-60-16,-8-2-124 0,4 6-4 0,0-1 52 16,0 2-16-16,0-2-44 0,0 4-60 15,-4 0 48-15,0 4-172 0,-4 5-48 0,-4 3 124 16,0 11 108-16,0 3 4 0,1-1 128 16,-2 7-8-16,2-1-40 15,-2 4-16-15,6-3-68 0,-2 0-12 16,5-7-136-16,5-6 64 0,-1-3 84 15,4-6-4-15,0-4-48 0,4 0 44 0,3-3 4 0,6-3 4 16,2 0 100-16,9-6-100 0,4-10-244 16,4-3-188-16,0-3 28 0,0-4-12 0,0 1 92 15,-8-1 116-15,4 7 196 16,-9-3-76-16,-6 10 88 16,-2-1 36-16,-7 7 16 0,0-1 8 0,0 7-60 15,-4 0 0-15,0 0 8 0,0 4 116 16,0 5 0-16,0 4 332 15,5 2 36-15,-5 2-188 0,0-2-68 16,0 4 68-16,4-2-220 0,-1-5-84 16,1 1-48-16,4-5-24 0,0 3-76 0,0-5 64 0,0 0-76 0,0 1-220 15,4-4-468-15,0 0-624 0,-4 1-1056 16,-1-4-4541-16</inkml:trace>
  <inkml:trace contextRef="#ctx0" brushRef="#br0" timeOffset="38194.609">12263 4742 6504 0,'0'0'2132'0,"0"0"721"0,0 0-1865 0,0 0-516 0,0 0 308 16,0 0 44-16,0 0-156 0,0 0-252 16,13 81-252-16,-13-62-108 0,3 0-52 15,-3-1-8-15,0 1-96 0,0-6-88 16,0 0-24-16,0-3-228 0,0-8-348 15,0 2-256-15,0-4-904 0,0 0-3029 0</inkml:trace>
  <inkml:trace contextRef="#ctx0" brushRef="#br0" timeOffset="38356.963">12220 4553 8552 0,'0'0'4229'0,"0"0"-3261"0,0 0-180 0,0 0-20 0,0 0-164 0,0 0-344 16,0 0-260-16,0 0-252 0,0 0-200 16,87-19-128-16,-63 19-648 0,-4 0-1332 0,4 2-3861 31</inkml:trace>
  <inkml:trace contextRef="#ctx0" brushRef="#br0" timeOffset="44706.471">13120 4328 3676 0,'0'0'4664'15,"0"0"-2320"-15,0 0-931 0,0 0-69 0,0 0-164 0,0 0-172 16,0 0-104-16,-88-7-168 0,69 14-340 16,-2-1-72-16,-3 6-76 0,0 1-152 0,-4-1 116 15,5 8-100-15,-1-1 120 16,0 3-120-16,4 0-52 0,-4 1 76 15,8-2-124-15,-3 5 72 0,6-1 4 0,-2-2-44 16,2 2-44 0,5 1-8-16,-3-1 0 0,2 0-52 15,5-2 60-15,0-2-148 0,4-2 36 16,4-2 64-16,4-2 36 0,1-2-144 16,6-3 156-16,2 0 84 0,-2-8 0 15,5 2-84-15,-4-1-88 0,4-3 76 0,-4 0-60 16,0 0-40-16,0-7-48 0,-4 5 0 15,-1-5 0-15,2 1-100 0,-5-1-236 0,-1 1-236 0,-3-1-184 16,1 0-484-16,-5-1-972 0,0 2-2637 0,0-5-1787 16</inkml:trace>
  <inkml:trace contextRef="#ctx0" brushRef="#br0" timeOffset="44952.262">12665 4607 2864 0,'0'0'0'0,"0"0"0"0,0 0 4556 15,0 0-2872-15,0 0-68 0,0 0-263 0,0 0-141 16,0 0-56-16,0 0 208 0,0 0-496 16,0 0-72-16,56 3-4 0,-32-3-248 15,4 3-252-15,0-3-292 0,0 0-64 16,-1 0-72-16,5 0 132 0,5-3-328 0,2-4-248 0,-3 5-312 15,4-5-400-15,0 1-1152 16,-17 2-2409-16,10-2-2911 0</inkml:trace>
  <inkml:trace contextRef="#ctx0" brushRef="#br0" timeOffset="47261.182">14136 4264 3900 0,'0'0'0'16,"0"0"0"-16,0 0 4276 0,0 0-2864 15,4-82 229-15,-8 59-25 0,-4 1-368 0,4-1-276 0,-4 4-128 32,-4 1-216-32,4 1-188 0,0 5 92 0,-4 2-48 15,0 1-176-15,-4 3-108 16,1-1-24-16,-6 7-176 0,1 0-124 0,-3 3 24 15,-1 7 4-15,0 3-56 0,-4 5 92 16,0 1-64-16,0 11 112 0,-4 1-136 16,-4 4 48-16,-3 3 52 0,-1 3-164 0,0 3 88 0,0 7 24 15,4 1 0-15,1-2-12 16,3 1 112-16,8 0 48 0,7-1-44 0,2-5 0 16,11-1 72-16,4-2 156 0,0-4 144 15,11-3-20-15,10-7 152 0,2-6-508 16,1-2 12-1,0-5 284-15,8-2-164 0,0-7-20 0,7 0 12 0,2-6-16 0,2 0-60 16,1-3-48-16,-4-6-64 0,0-4 64 0,-1 0-48 16,-2-5-52-16,-5-1-156 0,-5-3-248 15,1-1-512-15,-8-2-384 0,-3 0-744 16,-6-1-1081-16,-7 3-1755 0,-4-8-588 16</inkml:trace>
  <inkml:trace contextRef="#ctx0" brushRef="#br0" timeOffset="47536.655">13749 4219 2416 0,'0'0'196'15,"0"0"-196"-15,0 0 2112 0,0 0 532 16,0 0-1048-16,0 0-768 0,0 0-388 15,0 0 669-15,0 0-85 0,-23 67-372 16,19-44-52-16,4 2-140 0,-5 7 44 0,5-2 4 16,-4 6 20-16,4-1-116 0,-4 3-156 15,0-1-192-15,1-1-64 0,-1-1-164 0,4-3-24 32,0-4-12-32,0-3 0 0,0 1-4 15,4-8-96-15,3 1-648 0,-3-5-532 0,0-5-1145 16,1 1-3195-16</inkml:trace>
  <inkml:trace contextRef="#ctx0" brushRef="#br0" timeOffset="49432.23">14897 4867 1148 0,'0'0'1684'31,"0"0"3888"-31,0 0-4484 16,0 0-80-16,0 0 833 0,0 0-601 0,0 0-440 16,4 76-360-16,-8-51-148 0,-5 4-168 0,2-3-72 15,-5-4-52-15,0-3-4 16,-4 1-48-16,5-6-84 0,-10 5-384 0,1-2-672 15,1-1-1321-15,-22 2-4167 0</inkml:trace>
  <inkml:trace contextRef="#ctx0" brushRef="#br0" timeOffset="51315.54">16340 4242 40 0,'0'0'10981'16,"0"0"-8865"-16,0 0-1124 16,0 0-232-16,0 0 8 0,0 0-148 0,0 0 28 15,0 0 208-15,0 0-260 0,95-4-20 0,-51 4 124 16,8 0-136 0,-1 0-208-16,5 0-152 0,-4 0-140 0,4-3-64 0,0 0-124 0,-1 0-108 15,-3-3-84-15,-4 2-100 16,-8 1-172-16,-8-3-536 0,-8 6-732 0,-17 0-884 15,-3-3-2385-15,-11 3-1623 0</inkml:trace>
  <inkml:trace contextRef="#ctx0" brushRef="#br0" timeOffset="51669.036">16467 4226 1592 0,'0'0'3192'16,"0"0"2068"-16,0 0-3479 15,0 0 339-15,0 0-552 0,0 0-452 16,0 0-292-16,0 0-340 0,88 66-140 16,-73-53-160-16,5-4-96 0,0 5-88 15,0-2-76-15,4 1 16 0,-5 2-152 16,2 1-44-16,-10 1-92 0,-6 1-76 0,-5 8-124 16,0-1-356-16,-16 3-40 0,-12 5-352 31,0 2-264-31,-4 0 159 0,0-1 985 0,0-5 416 0,4-4 324 15,4-3 52-15,9-5 333 16,-2-5-197-16,10-5-164 0,3-5-144 16,4 2-64-16,0-4 104 0,0 0 124 0,11 3-152 15,2-3 368-15,2 3 128 0,9-3-96 16,1 0-100-16,2 2 12 0,1-2-40 16,8 5-28-16,-4-5-176 0,4 2-88 0,-1-2-196 0,1 0-152 15,5 0-192-15,-6 0-568 16,5-2-448-16,-12-3-1408 0,15 0-3449 0</inkml:trace>
  <inkml:trace contextRef="#ctx0" brushRef="#br0" timeOffset="52100.992">17598 4384 7764 0,'0'0'908'0,"0"0"192"0,0 0 593 0,0 0-257 16,0 0-36-16,0 0-304 0,-27-70-236 15,14 70-236-15,2 0-340 0,-10 7-8 0,1 8 56 16,1 5 400-16,-5 6 164 16,3 2-184-16,2 4-116 0,-1-4-132 0,8 4-172 15,0-6-172-15,4-5-108 0,4-2-4 16,4-9-8-16,0 0-48 0,4-1 48 15,8-5-4-15,4-2-104 0,4-2-124 0,3 0 0 16,5-9-144-16,0-3-76 0,0-4-12 0,-3-1 68 16,-1-1-80-16,-1 1 104 0,-7 1 140 15,0 2 56-15,-4-3 164 0,-4 7 12 0,-4 1 148 16,0 6 76-16,-1 0-64 16,-3 3-148-16,0 0-12 0,0 0 4 0,0 6 0 15,0 6 452 1,0 5 12-16,0-2-176 15,0 7-12-15,0-2-32 0,0 2-44 0,0-6-164 16,0 0-40-16,0-3-136 0,5-4 64 16,-1 0-40-16,0-2-60 0,0-1-220 0,4-3-516 15,4 0-772-15,-4-3-2344 16,3 0-3273-16</inkml:trace>
  <inkml:trace contextRef="#ctx0" brushRef="#br0" timeOffset="52286.42">17929 4591 1120 0,'0'0'8080'16,"0"0"-5487"-16,0 0-345 0,0 0-468 0,0 0-164 15,-16 73-468-15,11-58-520 0,5 2-412 0,-3-2-216 0,3-2-72 16,0 3-112-16,-4-7 12 0,4 1-260 16,0-3-420-16,-4-1-416 0,0-6-612 0,0 0-2149 15,-4 0-2759-15</inkml:trace>
  <inkml:trace contextRef="#ctx0" brushRef="#br0" timeOffset="52421.977">17885 4388 6460 0,'0'0'4072'15,"0"0"-2555"-15,0 0-697 0,0 0-520 0,0 0-300 16,0 0-256-16,0 0-564 0,0 0-1733 15,83-20-4031-15</inkml:trace>
  <inkml:trace contextRef="#ctx0" brushRef="#br0" timeOffset="52755.103">18280 4442 7552 0,'0'0'3300'0,"0"0"-1603"15,0 0-217-15,0 0-228 0,0 0-448 16,0 0-300-16,0 0-428 0,0 0-76 0,95-39-388 16,-63 24-68-16,0 2-60 0,-4-1 140 15,0 6 236-15,-1-3 88 0,-7 5-36 16,1 4 80-16,-6 2 8 0,-2 0 0 0,-2 0 52 16,-3 6 264-16,1 7 148 0,-6 2-136 0,5 5 152 15,0 2-104-15,0 6-104 0,0-2 4 16,0 6 108-16,0 0 148 0,-1-4 160 15,2 0-152-15,3 1-100 0,-5-7-184 16,2-3-132-16,-1 0-112 0,0-6-12 16,-1-3 0-16,2-4-100 0,3-3-80 0,-1-3-460 0,2-3-320 15,6-7-304 1,-3-3-820-16,1 1-2617 16,2-10-2271-16</inkml:trace>
  <inkml:trace contextRef="#ctx0" brushRef="#br0" timeOffset="52927.764">18873 4305 7700 0,'0'0'1684'0,"0"0"-324"0,0 0-139 0,0 0 31 15,0 0 60-15,-95 91 8 0,71-61-128 16,0 4-224-16,-4-2-164 0,3 4-264 16,-2-3-320-16,-1 3-220 0,-3-1-96 0,3 0-308 15,0-4-532-15,4-1-344 0,8-5-552 16,4-6-648-16,8-7-377 0,4-5-1415 15</inkml:trace>
  <inkml:trace contextRef="#ctx0" brushRef="#br0" timeOffset="53122.474">19104 4619 7432 0,'0'0'884'15,"0"0"-236"-15,0 0 632 0,0 0-3 16,0 0-61-16,0 0-4 15,0 0-388-15,0 0-284 0,0 0-24 0,28 79 28 16,-36-56 56-16,1-4-156 0,-2-3-168 0,1 0-164 16,0-4-28-16,5-2-84 0,-5-3-68 15,8-5-84-15,-9-2-780 0,5 0-296 16,4-2-736-16,-4-11-4201 0</inkml:trace>
  <inkml:trace contextRef="#ctx0" brushRef="#br0" timeOffset="53266.791">19120 4356 11701 0,'0'0'1804'0,"0"0"-980"0,0 0-392 15,0 0-120-15,0 0-312 0,0 0-4 16,0 0-284-16,96-39-68 0,-81 36-212 0,2 0-1040 31,7 1-3129-31</inkml:trace>
  <inkml:trace contextRef="#ctx0" brushRef="#br0" timeOffset="53502.51">19785 4467 11085 0,'0'0'6232'15,"0"0"-5244"-15,0 0-520 0,0 0-84 0,84-3-80 0,-52 3 52 16,4-7-172-16,0 4-184 16,0 0-64-16,0 0-72 0,-1 0-144 0,-7 0-432 15,0-1-376-15,-3 4-448 0,-10-3-1396 16,-7 3-2785-16,-5 0-1231 0</inkml:trace>
  <inkml:trace contextRef="#ctx0" brushRef="#br0" timeOffset="53686.889">19921 4597 11101 0,'0'0'2216'15,"0"0"-860"-15,0 0-184 0,0 0-304 0,0 0 288 16,0 0 360-16,0 0-548 0,0 0-480 16,96 10-244-16,-68-10-244 0,0 0-16 15,-4 0-252-15,3-4-216 0,-3 2-216 0,0-2-172 16,-4 4-364-16,-8-3-1244 15,4-3-3925-15</inkml:trace>
  <inkml:trace contextRef="#ctx0" brushRef="#br0" timeOffset="54423.73">20866 4121 1316 0,'0'0'8500'0,"0"0"-7039"0,0 0-129 0,0 0-20 16,43 82-44-16,-39-47-316 15,0 6-160-15,0 1 28 0,-4 3-152 0,0-1-236 16,0 3-40-16,0-6-208 0,4-3-96 15,8-2 20-15,0-7 64 0,0-7 0 16,8-7-12-16,0-5 204 0,4-4 196 16,4-6-280-16,4-3-132 0,7-13-40 15,5-6-108-15,0-9-156 0,3-4-64 16,6-7-84-16,-10 1-100 0,1-7 124 0,0 0-76 16,-9-6-256-16,6 4-100 0,-9-7-252 0,0 3-196 31,-8 3-400-31,-5 3-436 0,-6 7-277 0,-6 10-175 15,-7 2-540-15,-3 10-1200 0,-1 6 3252 0,-17 4 905 0</inkml:trace>
  <inkml:trace contextRef="#ctx0" brushRef="#br0" timeOffset="60137.079">16690 5128 4012 0,'0'0'168'16,"0"0"2464"-16,0 0 1825 0,0 0-2597 0,0 0-296 16,0 0 60-16,0 0-228 0,0 0-236 15,0 0 104-15,0-32-424 0,0 28-316 16,0 4-135-16,0-3-145 0,0-2-148 15,4 0-12-15,3-4-84 0,-3 3-4 16,5-1-116-16,3 1-76 0,-1-3 15 0,2 2 57 0,-2 4-20 16,-2 0 24-16,-5 3 8 15,0 0 40-15,0 0-100 0,-1 0 52 0,1 0 12 16,9 6 20-16,-6 4 88 0,1 2 100 16,4 4 44-16,0 3-44 0,-4 0 8 15,5 6-36-15,-2-2 8 0,-3 3-76 0,0-1 80 31,0 0-36-31,-4 1 72 0,0-3-72 0,0-4-44 16,-4-1 48-16,4-5-40 0,-4 0-12 16,0-4-4-16,4-4-96 0,-4 0 16 0,0-3 24 15,0-2-24-15,3 0-124 0,2 0-120 16,-1 0-184-16,4 0-260 0,0-7-852 0,4-4-812 16,0 1-1980-16,-5-6-1669 0</inkml:trace>
  <inkml:trace contextRef="#ctx0" brushRef="#br0" timeOffset="60377.173">17032 5048 1264 0,'0'0'1096'0,"0"0"-312"0,0 0 2004 0,0 0 200 16,0 0-803-16,0 0-645 0,0 0-508 0,0 0-156 16,0 0-20-16,0 0-188 0,0 0-52 15,-87 63 8 1,67-46 68-16,0 2-76 0,-4 2-72 0,0 2-116 0,-4 2-84 15,1 1-124 1,-5-1-208-16,-1 4-12 0,1-1-88 16,5-2-56-16,3-1-40 0,8-6-60 0,0-3-176 15,8-6-72-15,4-1-88 0,0-3-288 0,0-3-460 0,4 1-640 16,0-4-1017-16,8 0-1947 0</inkml:trace>
  <inkml:trace contextRef="#ctx0" brushRef="#br0" timeOffset="60756.42">17300 5185 3756 0,'0'0'416'0,"0"0"4440"0,0 0-2351 0,0 0-737 16,0 0-144-16,0 0 72 0,0 0-132 0,0 0-504 16,0 0-336-16,0 0-332 0,0 0-28 15,-41 28 16-15,26-12 20 16,-2 0-108-16,-2 3-147 0,3 1-45 0,-4 1 4 16,0 5-104-16,8-1-12 0,-4-3-48 15,8 1 48-15,1-8-64 16,7 1 64-16,0-3 4 0,0-4-52 0,0-2 52 15,7-1-53 1,1 0-11-16,4-2-52 0,0-4-32 0,4 0-16 0,-4 0 88 16,4 0-112-16,0-7-156 0,-1-2-184 0,-2 2-200 15,-1-2-100-15,-1-4-316 16,-2 4-900-16,-5 2-2020 0,-4-6-1845 0</inkml:trace>
  <inkml:trace contextRef="#ctx0" brushRef="#br0" timeOffset="60918.245">17167 5311 484 0,'0'0'2504'0,"0"0"-1424"0,0 0 2808 0,0 0-783 16,0 0-1221-16,0 0-384 0,0 0-248 16,0 0-372-16,0 0-196 15,0 0 24-15,0 0-388 16,13-6-136-16,-1 6-36 0,0 0-148 16,4-2-4-16,0-3-240 0,-1 3-188 0,2-2-252 0,-2 1-392 15,2-2-648-15,-10 5-2145 16,5-5-2707-16</inkml:trace>
  <inkml:trace contextRef="#ctx0" brushRef="#br0" timeOffset="61654.132">16980 5556 1864 0,'0'0'2076'0,"0"0"-1804"0,0 0-36 0,0 0 4452 0,0 0-3048 16,0 0-327-16,0 0-225 16,0 0-108-16,0 0 56 0,0 0-272 0,-7 0-132 15,10 0-172 1,-3 0-24-16,4 0 12 0,-4 0-16 0,0 0-272 15,0 0-36-15,4 0-40 16,-4 5-80-16,5 2 72 0,-5 3-28 0,4 0-36 16,-4 0 36-16,0 2-48 0,0 1-4 15,0-4 4-15,0 4 4 0,-4-4-4 16,-1 1-48-16,5-4-40 0,0 1-180 0,-4-4-228 16,4-3-260-16,0 0-128 15,0 0-252-15,0 0-356 0,0-3-848 0,0-4-2069 0,4-9-1963 16</inkml:trace>
  <inkml:trace contextRef="#ctx0" brushRef="#br0" timeOffset="61808.891">17064 5356 3496 0,'0'0'692'15,"0"0"1988"-15,0 0 44 0,0 0-1187 0,0 0-857 16,0 0-384-16,0 0-152 0,0 0-144 15,0 0-668-15,0 0-829 0,0 0-1603 16</inkml:trace>
  <inkml:trace contextRef="#ctx0" brushRef="#br0" timeOffset="62234.115">17626 5159 8384 0,'0'0'4513'16,"0"0"-3481"-16,0 0-400 0,0 0 0 0,0 0 564 16,0 0-136-16,4 79-468 15,8-50-284-15,4 0-24 0,0 3 24 16,4-1-72-16,-4 1-88 0,0 3-88 0,3-4-60 15,-6-2-4-15,2-4-96 0,-2-2 28 16,-5-4 24-16,-1 0-124 0,1-10-224 16,1 1-408-16,-1-3-364 0,-1-5-428 15,1-2-1152-15,4-2-2957 0</inkml:trace>
  <inkml:trace contextRef="#ctx0" brushRef="#br0" timeOffset="62438.501">17961 5286 3148 0,'0'0'1108'0,"0"0"-28"0,0 0 4368 0,0 0-3443 15,0 0-705-15,0 0-124 16,0 0-156-16,0 0 100 0,-96 45-56 0,76-23-300 16,-7-3-260-16,-1 3-76 0,0 0-52 15,-4 0-108-15,0 4-108 0,-5-4-160 16,2 7-60-16,-1-4-172 0,0 1-548 15,1 2-536-15,-1-2-1196 0,8-4-2160 0,-4 3-3557 16</inkml:trace>
  <inkml:trace contextRef="#ctx0" brushRef="#br0" timeOffset="68810.026">4968 8099 2384 0,'0'0'0'0,"0"0"0"0,0 0 4416 16,0 0-2468-16,0 0-48 0,0 0-615 0,-92-56 11 16,77 49-4-16,-6 7-216 0,2 0 76 15,-1 0-480-15,-4 9 172 0,-1 0-352 16,2 8-136-16,-5 2 208 0,4 6-132 16,0 7-104-16,4 3-72 0,1 7-84 0,-2 5-4 15,2 4 172 1,6 9-168-16,-2 3-88 15,6 0 16-15,5 8-4 0,1-7-88 16,3-1 77-16,7-9 63 0,6-10 8 0,6-5-24 16,5-6 16-16,0-6-104 0,8-5-40 15,4-9 64-15,0-4-60 0,4-3-8 0,-4-6-120 16,3 0-28-16,-3-6 40 0,0-3 48 16,-4-1-36-16,-4-3-148 0,-4-3-97 15,-4 0-59-15,-1 1-112 0,-2-4-248 0,-10-1-320 16,1 1-476-16,-3-3-592 0,-5 3-932 15,-9-3-1917-15,2 9-1207 0,-21-13 6204 16</inkml:trace>
  <inkml:trace contextRef="#ctx0" brushRef="#br0" timeOffset="69008.289">4793 8620 1160 0,'0'0'600'16,"0"0"2140"-16,0 0 3556 0,0 0-4111 16,0 0-509-16,0 0 240 0,0 0-264 15,0 0-424-15,0 0 44 0,0 0-200 16,19 0-355-16,9 0-209 0,0 0-196 15,0 0-104-15,4-3-208 0,-4-4-172 0,-4-2-248 16,4-1-164-16,-5 1-217 0,1-1-211 16,-3 4-664-16,-10 0-1072 0,2-1-1576 15,-9 4-1081-15,-4 3-627 0,0-3 5980 16,0 3-263-16,-4 0 315 0</inkml:trace>
  <inkml:trace contextRef="#ctx0" brushRef="#br0" timeOffset="69126.156">5087 8553 992 0,'0'0'796'15,"0"0"-40"-15,0 0 4864 0,0 0-2839 16,0 0-653-16,0 0-628 0,0 0-228 0,8 64-68 15,1-43-172-15,-5 5-344 0,3 3-172 0,5 3-24 16,-3-1 8-16,2 7 512 0,2-6-660 16,-6 4-240-16,1-5-112 0,4-3-72 0,-8-2-60 15,8-4-488-15,-4-3-332 16,4 0-152-16,4-2-804 0,-9-9-2236 16,14-2-3509-16</inkml:trace>
  <inkml:trace contextRef="#ctx0" brushRef="#br0" timeOffset="69568.056">6629 8312 732 0,'0'0'11137'0,"0"0"-8381"0,0 0-928 15,0 0-312 1,0 0-384-16,0 0-284 0,45 89-264 0,-34-54-84 16,-3-3-120-16,1 3-64 15,-6-4-159-15,-3-2-97 0,4-7-60 16,-4 0-84-16,4-5-149 0,0-9-351 0,-4-2-232 15,4 1-288-15,-4-7-796 0,0 0-2520 0,0-7-3553 0</inkml:trace>
  <inkml:trace contextRef="#ctx0" brushRef="#br0" timeOffset="69720.937">6665 8093 8168 0,'0'0'3153'0,"0"0"-1637"0,0 0-792 0,0 0-368 0,96 3-356 32,-64 0-328-32,4-3-1040 0,-8 0-2849 0,15-3-2927 0</inkml:trace>
  <inkml:trace contextRef="#ctx0" brushRef="#br0" timeOffset="69982.628">7250 8204 6776 0,'0'0'1080'16,"0"0"3829"-16,0 0-3321 0,0 0-148 0,-67 79 248 15,55-63-280-15,0 0-280 16,0 0-372-16,8-6-520 0,1 2-236 0,3-2-96 16,3 2 24-16,5 1-76 0,5 3 64 15,2-3-16 1,2 2-32-16,2 4-64 0,1-2 60 16,0-2 68-16,0 5 64 0,4-5 8 0,-4 5 140 15,3-2-36-15,1 1-96 0,-3-3-12 16,-2 0 0-16,-3 1-60 15,1-5-148-15,-6-3-88 0,-3 3-144 0,-8-5-164 0,0 3-48 16,-4-1-368-16,-7 1-636 0,-10 0-140 16,-7-1-420-16,0 0-137 0,-4 1-671 15,4-3-2608-15,-11-1 5349 0</inkml:trace>
  <inkml:trace contextRef="#ctx0" brushRef="#br0" timeOffset="70702.257">9808 8194 3456 0,'0'0'664'15,"0"0"5208"-15,0 0-3143 0,0 0-605 16,0 0-300-16,0 0-360 0,0 0-504 0,0 0-284 15,0 0-76-15,13-63-4 0,-21 63-48 16,-4 0-147-16,0 10-181 0,-4 9 240 16,-7 9-156-16,6 10-184 0,-3 0 36 0,1 4 100 0,6-5-64 15,1-5-96-15,9-10-88 16,-1-2 40-16,4-13-48 16,0-2-64-16,11-5-116 0,1 0 32 15,12-9-56-15,0-7-112 0,8-6-216 0,4-10-137 16,-1 0 1-16,2-3 72 0,-5-3 180 15,-4 3 148-15,-1 0 120 16,-3 3 24-16,-4 4 40 0,-8 3 84 0,-4 6 344 0,-4 2 168 16,0 12 160-16,-4 1-88 0,0 4-159 0,0 0-109 15,-4 9 72-15,0 8-232 0,0 8 16 16,4 4 8-16,-4 6 48 0,4-1 64 16,4 4-88-1,8-2-120-15,4-5 124 0,4-2-148 0,4-4-60 16,4-9-192-16,4 0-376 15,0-7-160-15,0-2-84 0,3-4-53 0,1 0-623 0,-12-3-2336 16,12 0-3393-16</inkml:trace>
  <inkml:trace contextRef="#ctx0" brushRef="#br0" timeOffset="71095.477">11518 7969 4168 0,'0'0'744'16,"0"0"6605"-16,0 0-5157 16,0 0-632-16,0 0 152 0,0 0-332 31,88 55-348-31,-36-47-324 0,3-4-320 0,9-4-192 15,-1 0-64-15,2-10-132 0,-6-3 0 16,6-3-280-16,-7-3-328 0,-2-3-344 0,-7 0-464 0,-6-4-1340 0,-15 11-2833 16,-4-14-3459-16</inkml:trace>
  <inkml:trace contextRef="#ctx0" brushRef="#br0" timeOffset="71366.247">12108 7553 3616 0,'0'0'1420'0,"0"0"4893"16,0 0-4113-16,0 0-428 0,-32 79-12 0,24-40-472 16,0 12-96-16,0 5-164 0,4 11-224 15,-4-1-283-15,-3 11-169 0,-2 6-144 16,-2 2-112-16,-6 8 144 0,1-1-68 16,-3-4-52-1,6-5-60-15,2-7-60 0,2-9-84 0,6-7 36 0,-1-9 0 16,8-10-36-16,0-10-40 0,0-5-68 15,4-10-124-15,4-3-181 0,8-7-159 16,-4-6 56-16,3-3-24 0,1-6-160 16,0-10-200-16,4-4-344 0,-3-5-824 15,-2-7-960-15,1 6-1269 0,0-28-1259 16</inkml:trace>
  <inkml:trace contextRef="#ctx0" brushRef="#br0" timeOffset="71640.906">12311 7966 92 0,'0'0'952'16,"0"0"7760"-16,0 0-6803 0,0 0-473 16,0 0-228-16,0 0 228 0,79-13-444 0,-62 26-332 0,-2 6-288 0,-2 6-24 15,-2 1 8-15,-3 6 16 16,1-1-28-16,-9 1 0 0,0 0-124 0,0-4-12 16,0-2-48-16,0 0-40 0,-4-12-32 15,4 0-80-15,-5-9-8 0,5-1 0 16,0-4-8-16,0 0-4 0,0 0-112 0,9-4-12 15,-2-4 16 1,9-9 112-16,0-2 0 0,5-3-56 16,-2-3-8-16,5-4 24 0,0 1 48 15,-5-1-88-15,2 1-32 0,-5 2-236 16,3 0-64-16,-2 1-136 0,-2 6-184 16,2 4-332-16,-6 2-540 0,2 0-756 15,-6 7-2289-15,5 0-1779 0,-3-1 6124 0</inkml:trace>
  <inkml:trace contextRef="#ctx0" brushRef="#br0" timeOffset="71988.713">12833 8106 3484 0,'0'0'8'15,"0"0"5604"-15,0 0-2823 0,0 0-949 0,0 0-248 16,36 63-320-16,-21-57-288 0,2 1-144 16,3-7-28-1,3 0-444-15,5-4-244 0,4-5-124 0,0-4-280 16,0-7-296-16,3 2-52 0,-7-1-28 15,0-4-16-15,0 1-56 16,-7 0 152-16,-6 0-104 0,-2 0 212 0,-6-3 468 0,-7 3 212 16,0-4 192-16,-4 4 88 0,-7 3-128 15,-2 2 4-15,-2 12-228 0,-1 2 20 16,0 6-60-16,-8 9 148 0,0 13 164 0,0 4 48 16,0 9 120-16,0 3 156 0,0 5 136 0,0 1-140 15,4-1-60-15,4 0-91 16,0-9-145-16,12-1-144 0,4-11-232 15,0-6-60-15,17-3-44 16,2-9-136-16,9-4-220 0,4-3-197 16,12-13-243-16,3-2-224 0,6-11-904 0,-14 6-3052 0,25-14-4445 15</inkml:trace>
  <inkml:trace contextRef="#ctx0" brushRef="#br0" timeOffset="72322.096">13614 8147 4044 0,'0'0'5476'16,"0"0"-2283"-16,0 0-805 0,-28 79-8 15,28-60-272-15,0-7-716 16,16-1-515-16,4-5-333 16,8-6-324-16,7 0-76 0,2-13-144 0,2-5-304 15,5-6-292-15,-4-4-157 0,-4 0-27 16,-4-1-236-16,-4-4-340 0,-9 8 148 16,-2-2 492-16,-10-3 128 0,-3 5 412 15,-4-3 176-15,0 3 400 0,-4-5 144 16,-7 8 108-16,-2 1-120 0,-2 5-160 0,-2 7-12 15,-7 4-152-15,1 5-132 0,-1 14 84 0,-4 5 172 16,-4 6 428-16,0 7 196 0,0 6-152 16,-7 0-135-16,2 7-113 15,5-1-48-15,5-1-268 0,3-1-140 0,12-7-40 16,4-3-12 0,8-6-48-16,4-7 0 0,8-3-112 15,4-7-156-15,8 1-96 0,0-7-144 0,8-3-173 16,4 0-107-16,3-3-580 0,6-4-1404 15,-10 4-1584-15,16-11-2061 0</inkml:trace>
  <inkml:trace contextRef="#ctx0" brushRef="#br0" timeOffset="75526.979">15387 7845 1760 0,'0'0'68'0,"0"0"112"0,0 0 212 0,0 0 1380 16,0 0 1496 0,0 0-1580-16,0 0-540 0,0 0 77 15,0 0 7-15,4-73-300 0,-4 67-68 0,0 0-220 16,0 2 8-16,0 1 16 15,0-3-32-15,-4 2-140 0,4 4-160 0,-5-2-92 16,2-3-32-16,3 3-124 0,-4-1-88 0,-4 3-12 16,4-3-84-16,-8 3-64 15,0 0-52-15,0 0 76 0,-4 3 36 0,4 2 4 0,-4 9 8 16,1-1-24-16,-2 2-24 0,2 4-424 16,2 1-444-16,-2-1-332 0,2-3-768 15,6 0-977-15,-5-1-1495 0,8-9-20 16,4 4 4497-16</inkml:trace>
  <inkml:trace contextRef="#ctx0" brushRef="#br0" timeOffset="76120.518">16024 7315 144 0,'0'0'8344'15,"0"0"-4403"-15,0 0-2293 0,0 0-424 0,0 0 136 0,0 0-304 0,0 0-92 0,0 0 56 16,-15 89-436-16,7-48-120 0,3 6-72 15,-3 4 180-15,1 7-99 0,-1-2-181 16,-1-2-160-16,-2 7-60 0,-1-7-36 16,0-6-36-16,0-4-48 0,4-9 36 0,3-6-36 15,2-10 44-15,3-3-80 0,0-7-76 32,0-3-140-32,0-2-105 0,0-4-103 0,0 0-128 15,8-4 88-15,4-2 96 0,-1-1 156 16,6-5 36-16,-2-1 16 0,2 1 108 15,-2-1 0-15,2 0 128 0,-6 4 8 0,2 3 100 0,-6-1-92 0,1 4-8 16,0 3 8-16,-3 0 116 0,2 3-64 16,1 4 16-16,0-1-40 15,-3 3 12-15,-2 4 112 0,1 0 96 16,-4-1 16-16,0 4-112 0,0 0 24 16,-7 1 48-16,2-3-24 0,-7 0-28 0,1 1 40 15,-6-2-24-15,6-1-36 0,-6-1 32 16,-2-5-104-16,3 0-88 0,-9 1-8 15,6-5-80-15,-5-2-20 0,4 0-28 0,-4 0-276 16,0-2-152-16,-4-5-144 0,0-2-164 16,1 2-480-16,-1-3-832 15,-4 1-732-15,0-4-1713 0,8 3-783 16</inkml:trace>
  <inkml:trace contextRef="#ctx0" brushRef="#br0" timeOffset="76798.037">15303 7878 1136 0,'0'0'232'16,"0"0"668"-16,0 0-728 0,0 0-172 0,0 0 168 15,0 0 56-15,-4-68 844 16,4 55 1068-16,0 1-1120 16,0-1-120-16,0 1 24 0,0-1 52 15,4 7 96-15,-4-1-63 0,0 1-97 16,0 3-12-16,0 3-60 0,0 0-28 15,0-3 20-15,0 3-52 0,0-4-128 0,0 4-164 16,-4 0-140-16,4 0-108 0,-3 0-64 16,3 0-100-16,0 0-64 15,-4 0-8-15,-1 0-4 0,1 7-68 0,-8-1-28 0,-4 6 100 16,1 5 8-16,-6 1 152 0,2 5 12 16,-1 2 0-16,3 3 36 0,-2 4 16 0,3-3 68 15,0 3 52 1,0-4-152-16,4 4-104 0,5-7-28 0,-2-3-56 15,9-2 56-15,0-4 52 0,0-5-24 0,0-4-88 16,9-4-84-16,-2 1-64 0,1-4-24 0,4 0 124 16,4 0-72-16,4-7-112 0,3-5-148 0,2-4 36 15,3-7-124-15,0 2-172 0,-1-8-200 16,5 0-332-16,-4-2-416 31,4-1-308-31,-4-3-649 0,0 0-619 0,-9 3-24 16,-2 1 1088-16,-6 2 2100 0,-3 7 352 15,-3 6 1968-15,-5 4 400 0,4 2-320 0,-4 6-579 16,0 4-553-16,0 0-500 0,0 0-360 16,-4 4-296-16,-1 9 204 0,1 3 156 0,4 3-184 15,0 3 92-15,0 0 32 16,4 3-32-16,9-6-152 0,-6 1-16 0,6-1-112 16,2-4-100-16,2 1-100 0,-2-4-340 15,2 2-340-15,-2-5-396 0,5 0-772 0,0-5-3089 0,-4 2-799 16,12-6 4556-16</inkml:trace>
  <inkml:trace contextRef="#ctx0" brushRef="#br0" timeOffset="77351.917">16363 8045 10104 0,'0'0'2153'0,"0"0"-1081"0,0 0-92 15,0 0 40-15,0 0-352 0,0 0-100 0,0 0 152 16,0 0-72-16,0 0 104 0,0 0-176 15,0 0-144-15,44 16-252 16,-25-16-180-16,2 0-316 0,7-4-484 0,0-2-536 16,-9 0-1396-16,18-7-3881 0</inkml:trace>
  <inkml:trace contextRef="#ctx0" brushRef="#br0" timeOffset="77830.738">17387 7845 3876 0,'0'0'10521'15,"0"0"-7445"-15,0 0-1412 0,0 0 0 16,0 0-688-16,-80-16-419 0,52 19-133 0,-3 10-72 16,-1 3-76-16,4 6-56 0,4 1-88 15,4-1-120-15,0 0-12 0,12 0-8 16,1-6-52-16,2-3-48 0,1-4-48 0,4-2-88 15,0-5-20-15,9-2 80 16,-2 0 28-16,9 0 20 16,4 0-176-16,8-9-77 0,-4 0-39 15,4-4 64-15,-1 0 120 0,-7-2 96 16,5 5 52-16,-10 1 96 0,-3 2 0 16,-4 4 8-16,0 0-8 0,-4 3-4 15,1 6 4-15,-2 7 0 0,1 6 244 0,0 6 120 16,0 13-96-16,0 7-12 15,0 6 109-15,0 6 171 0,0 6-88 0,-4-2-16 0,0-1-152 16,0-2-136-16,-8-2-60 0,0-5-84 0,-4-3-12 16,0-3 4-16,0-7 8 0,-8-4 4 0,5-2 0 31,-6-10 4-31,1-6 40 0,1-3 0 16,2-4-40-16,-2-6 44 0,-1-3 8 0,0 0-12 15,4-9 24-15,0-1-72 0,0-6-96 0,4-6-340 0,0-4 24 16,8-8-228-16,0-4 20 0,4-7-25 15,0-5-219-15,12-1-1024 0,-4 10-2224 16,12-23-3109-16</inkml:trace>
  <inkml:trace contextRef="#ctx0" brushRef="#br0" timeOffset="78116.238">17865 7889 3756 0,'0'0'1396'0,"0"0"5705"0,0 0-4773 0,20 83-164 16,-16-45-156-16,0 6-464 0,0 8-92 16,-4 5-363-1,0 4-325-15,-8-2-244 0,0 5-76 0,0 2-188 0,-8-3-124 16,4 2-60-16,-4-5-72 0,5 1-60 16,-2-8-84-16,6-5 32 0,-1-10-32 15,8-7-120-15,0-8 0 0,0-7-172 16,0-7 36-16,0-2 12 0,4-7-72 0,3 0 96 15,-3-11 47-15,9-1-11 16,-2-9-400 0,5-9-276-16,0-1-520 0,0-7-812 15,0-7-296-15,-1-3-337 0,2-6-1255 0,-9-2-340 16,4-9 3716-16</inkml:trace>
  <inkml:trace contextRef="#ctx0" brushRef="#br0" timeOffset="78326.85">17953 8271 928 0,'0'-70'440'15,"0"3"-440"-15,-4 9 616 0,0 6-56 0,0 10 2516 16,4 7 1632-16,0 6-2955 15,0 7-93-15,0 6-180 0,8 4 16 0,4 1-452 0,-5 3-216 0,14-3-544 16,-5 5-224-16,3 0-60 0,5 4-92 16,1 2-80-16,-6 2-4 0,1 10 104 15,-4 7 72-15,0 10 84 0,-8 0 112 0,-4 6-12 16,-4 0 100-16,0-1 8 16,-4 4-20-16,-4-5-52 0,-8 2-24 15,-4-7-64-15,0 1-8 0,-3-1-4 0,-1-2-32 16,0-1-88-16,3-6-124 0,6-2-316 15,-2-6-120-15,10-4-316 0,3 0-608 16,4-4-1512 0,0-3-4509-16</inkml:trace>
  <inkml:trace contextRef="#ctx0" brushRef="#br0" timeOffset="78485.477">18730 8457 1488 0,'0'0'5228'0,"0"0"2513"0,0 0-5313 0,0 0-744 15,0 0-580-15,0 0-516 0,0 0-76 0,0 0-220 16,0 0-292-16,-48 68-36 16,28-59-440-16,4-2-600 0,4-5-872 15,-8 2-3384-15</inkml:trace>
  <inkml:trace contextRef="#ctx0" brushRef="#br0" timeOffset="79479.355">20399 7445 6216 0,'0'0'1768'16,"0"0"2961"-16,0 0-3101 0,44 91-504 0,-20-45-168 15,-1 8-120-15,9 13-32 0,0 2-36 0,0 4-156 16,-4 0-244-16,0-3-88 15,-4-7-144-15,-8-6-136 0,0-5-72 0,-5-11-88 16,6-10-144-16,-6-8-252 0,2-7-156 16,-1-4-340-16,0-8-1140 0,-4-4-2865 15,3-7-3823-15</inkml:trace>
  <inkml:trace contextRef="#ctx0" brushRef="#br0" timeOffset="79733.92">20989 7486 7376 0,'0'0'2940'16,"0"0"-1227"-16,0 0-409 0,-33 74 132 16,18-37-304-16,-5 9 108 0,1 0-272 15,-9 8-216-15,0 4-272 0,-8-5-188 0,-5 4-108 16,-2-2-176-16,-9-2 36 15,1 2-44-15,-1-4-48 0,3-4-60 0,10-6-88 0,3-5-212 16,8-9-156-16,13-2-164 0,6-11-156 16,9-4-472-16,0-7-1048 0,16-3-3089 15,0-3-2186-15</inkml:trace>
  <inkml:trace contextRef="#ctx0" brushRef="#br0" timeOffset="79973.995">21890 7918 7584 0,'0'0'4401'15,"0"0"-2701"-15,0 67-1000 0,-4-39 284 16,0 4 136-16,-1-3 76 0,1-2-480 0,4 0-488 15,0-8-228-15,0-6-220 0,0-4-212 16,0-6-376-16,0 0-408 0,0-3-1108 16,0-9-2737-16,0-1-2915 0</inkml:trace>
  <inkml:trace contextRef="#ctx0" brushRef="#br0" timeOffset="80135.172">21834 7613 380 0,'0'0'8036'16,"0"0"-1743"0,0 0-4369-16,0 0-480 0,0 0-424 0,0 0-516 15,0 0-320-15,95-16-184 0,-59 16-400 16,-1 0-892-16,-7 0-1192 0,17 4-4013 16</inkml:trace>
  <inkml:trace contextRef="#ctx0" brushRef="#br0" timeOffset="80412.295">22578 7824 3636 0,'0'0'10317'15,"0"0"-7197"-15,0 0-772 16,-87 47-552-16,55-29-619 0,0-1-425 0,4-1-340 0,5-2-244 16,6 3-164-16,2-1-4 15,6 0-72-15,5 0-12 16,4 2-148-16,0 6-80 0,4-6 44 0,5 1-20 15,3 0-4-15,3 0-61 0,-2-3 37 16,2 3-36-16,-2-6 132 16,-2 3 24-16,1-4 76 0,0 1-16 0,-4-3 64 0,0-1 12 15,0 1-28-15,-4-1-32 16,-4-3-4-16,0 0-144 0,0 1-272 16,-12 0-64-16,0-2-160 0,-8 2 156 0,-3 0 48 0,-5-4 108 15,0 1 0-15,-8-4-912 0,12 0-1548 16,-24 0-4033-16</inkml:trace>
  <inkml:trace contextRef="#ctx0" brushRef="#br0" timeOffset="81220.671">23810 7819 2328 0,'0'0'88'15,"0"0"-88"-15,0 0 6800 0,0 0-4423 0,0 0-661 16,0 0-320-16,0 0 100 0,0 0-208 16,0 0-16-16,0 0-116 0,-79 38-120 15,54-2-280-15,1 2-115 0,-4 6-81 16,8-2-200-16,-3-5-92 0,10-8-64 16,2-6-36-16,7-7-20 0,4-10-148 15,0-3-12-15,8-3 12 0,3 0 108 0,9-6-108 16,5-8-84-16,6-7-148 15,1-5-216-15,0-2-168 0,4-4-196 0,-1-3-345 16,1 0-319-16,-4 0-240 0,0 0-108 16,-4 3 384-16,-4-3 412 0,-4 7 672 15,0 2 356-15,-8 8 152 0,0 4 396 0,-8 9 112 0,-1 5-64 16,-3 5 284-16,5 12 360 0,-5 8-308 16,0 4-144-16,0 6-208 0,-5 0-128 15,2-1-60-15,3-2-28 0,0-3-96 16,0-7-196-16,8-3-72 0,0-10-124 15,7 1-376-15,2-10-88 0,7 0-268 0,-1-3-592 16,-3-7-2312-16,16-15-3893 0</inkml:trace>
  <inkml:trace contextRef="#ctx0" brushRef="#br0" timeOffset="81691.285">24861 6917 4568 0,'0'0'10233'0,"0"0"-7537"0,0 0-452 16,0 0-548-16,41 90-291 0,-33-43-365 15,-5 14-196-15,-3 9-204 0,-3 6-220 0,-10 4-140 16,1 5-100-16,-8-3-132 15,-3 1-48-15,-1-3-8 0,0-10-88 16,0-7-24-16,8-15-24 0,0-7-40 0,8-12 4 16,8-10-24-16,0-4-48 0,0-8-112 15,0-4-104 1,4 0 20-16,4-3 64 0,4-3 32 0,4-7-36 16,4-3 24-16,0-2 24 0,3-5-145 15,1 1-51-15,-3 1 136 16,3-1 204-16,-5 3 108 0,-2 4 16 0,-2 5-52 15,1 3 124-15,-4 4 100 0,-4 4 108 0,4 3-148 16,0 1-60-16,0 5-60 16,4-1 56-16,-5 5-4 0,2-2 8 0,-2 2 44 15,-2-1 76-15,-5 3 112 0,-4-7 24 0,0 7 36 16,-4-3-84-16,-8-3 145 0,-4 3-13 16,-4-4 48-16,0 2-132 0,-3-6-252 15,-2 2-4-15,5-3-100 0,0-4-152 0,8 0-184 16,1-3-65-16,2 0-59 15,1-3-72-15,8-4-408 0,-4-6-624 0,4-2-36 0,0-2-1516 16,12-5-2601-16</inkml:trace>
  <inkml:trace contextRef="#ctx0" brushRef="#br0" timeOffset="82090.408">25707 7829 352 0,'0'0'3132'16,"0"0"6969"-16,0 0-6141 0,0 0-2340 16,0 0-8-16,0 0-479 0,0 0-525 15,-84 9-368-15,63 5-132 0,2 2 40 0,-5 5 8 16,0 5-24-16,-4 2-20 0,4 1-16 16,4 0-36-16,0-4 24 0,5-6-36 0,6-3 24 15,1-6-12-15,8-5-60 0,0-5-4 0,0 0-104 16,8 0-244-16,5-2-168 0,6-8-48 15,5-3-269-15,4-6-235 16,8 0-140-16,-1-3-504 0,-3 0-264 0,0 3 284 16,-8 3 628-16,0 4 1016 0,-7 1 52 31,-6 6 856-31,-7 2 412 0,-4 3 244 0,0 0 8 0,-4 3-520 0,-3 9 140 16,-2 4-116-16,-3 3-280 0,5 6 57 15,-6-2 143-15,5 0-352 16,4-2-208-16,4-5-204 0,0-6-120 0,0-1-60 15,12-3-300-15,1-6-124 0,2 0-144 16,5-3-192-16,4-9-345 0,4-2-1055 16,-8 0-3292-16,15-12-5901 0</inkml:trace>
  <inkml:trace contextRef="#ctx0" brushRef="#br0" timeOffset="82393.002">26332 7664 5032 0,'0'0'5528'16,"0"0"-763"-16,0 0-3081 0,0 0-308 0,-75 70-48 16,47-48-304-16,3 0-136 0,-3 4-303 15,8-6-317-15,5-1-160 0,2-5-108 16,5 0-8-16,8-2-176 0,0 1-80 16,0-3-41-16,4 2-11 0,5 1-24 0,-1-3 72 15,-1 2 120-15,1 1 76 0,1 3 72 16,2-1 0-16,-3 7 72 0,5 2 100 15,-2-3 556-15,1 1 89 0,-3-2-589 0,-2-4-168 16,-3-2-52-16,0 3 4 0,-4-7 72 16,0 2-84-16,0-5-104 0,-4-1-52 15,-4-3-100-15,1-3-144 0,-2 0-209 16,-3 0-171-16,9 0-136 0,3-9-252 0,0-4-628 16,0-3-676-16,7 4-4149 0,17-18-663 0</inkml:trace>
  <inkml:trace contextRef="#ctx0" brushRef="#br0" timeOffset="82547.424">26571 7906 6612 0,'0'0'2260'15,"0"0"3457"-15,0 0-3501 0,0 69-396 16,-4-47-200-16,-4 0-84 0,0 2-311 0,0-10-525 16,0 3-436-16,4-5-224 0,0-5-40 15,0-1-268-15,0-4-480 0,0-2-477 16,0 0-751-16,-3-2-3240 0,2-11-4585 15</inkml:trace>
  <inkml:trace contextRef="#ctx0" brushRef="#br0" timeOffset="82672.466">26702 7715 6504 0,'0'0'6169'16,"0"0"-4285"-16,0 0-812 0,0 0-316 0,100-16-756 15,-68 13-64-15,3 0-932 0,-7-1-1004 16,24 1-3521-16</inkml:trace>
  <inkml:trace contextRef="#ctx0" brushRef="#br0" timeOffset="82924.66">27304 7763 4912 0,'0'0'5920'0,"0"0"-3011"0,-76 41-409 0,40-26-288 0,1 4-260 16,-1 0-516-16,8-2-587 0,8-5-509 15,8 1-220-15,4-4-108 0,4 1-12 16,4 3-48-16,4-1-156 0,4 5 8 15,0-2 64-15,0 1-28 0,-1 0 4 0,2 1 36 16,-5-3 36-16,4 2 72 0,-4 4 4 16,-4-4-4-16,3 0 8 0,-3 3 4 15,4-3-72-15,1 3-45 0,-1-1 117 0,4-2 0 16,-4 0-88-16,-4-2-304 16,0-2-276-16,-4-3 120 0,-8-3 204 0,0 0 40 15,-8-2-300-15,-4-4-372 0,-4 0-552 0,0-4-96 16,4 2-1308-16,-19-8-3617 0</inkml:trace>
  <inkml:trace contextRef="#ctx0" brushRef="#br0" timeOffset="83706.321">27881 7836 5460 0,'0'0'520'0,"0"0"7249"0,-28 75-5017 0,17-43-1188 0,-1 3-452 16,8-3 28-16,0-4-288 15,4-5-304-15,4-4-247 0,8-6-301 0,12-10-48 16,4-3-145-16,4 0-39 0,7-13-256 15,1-6-12-15,4 0-72 0,-4-7-52 16,0 4 20-16,-9 0-112 0,-3 0 12 16,-7 0 292-16,-6 2 240 0,-6 2 172 15,-9 3 128-15,0-2 220 0,0 1 124 0,-9 3-64 16,-3-2-76-16,-4 5-148 0,1 0-72 16,-9 7 24-16,-4 3 12 0,-4 3-88 15,4 10 40-15,-4 1-16 0,4 0-60 16,9 5-24-16,-2-2-516 0,10-2-372 0,-2 2-256 15,9-8-1436 1,0 1-1597-16,4-4-567 16,4-3 700-16</inkml:trace>
  <inkml:trace contextRef="#ctx0" brushRef="#br0" timeOffset="83825.817">28128 7911 144 0,'0'0'2296'16,"0"0"-1032"-16,88 0 5360 0,-56 0-3835 0,9 7-305 0,-2 0-124 0,5-4-296 0,-4 0-432 15,3-3-599-15,-3 0-477 16,8-6-300-16,-4-8-256 0,4-1-60 15,-1-7-656-15,1 0-473 0,-4-4-275 16,-12 4-1556-16,3-7-3681 0</inkml:trace>
  <inkml:trace contextRef="#ctx0" brushRef="#br0" timeOffset="84110.695">28798 7534 3220 0,'0'0'4452'15,"0"0"429"-15,0 0-3337 0,0 0-216 0,0 0 100 16,-92 29-136-16,77-7-172 15,2 3-80-15,-2 8-88 0,2 4-235 0,6 8-205 0,-5 2-200 16,3 5-104-16,-2 4-16 16,-6 5 112-16,6 2 348 0,-1 1-232 0,0-1-128 15,0 0-112-15,4-2-172 16,-4-4-8-16,8-3-60 0,-4-7-196 16,4-3 4-16,4-4-24 0,0-6-100 0,0 1-20 15,0-10-52-15,0 1 12 0,0-7 0 16,0-4 59-1,0-2 133-15,-3-6 12 0,-6-4-156 0,-3-3 216 0,1 0 40 0,-10-6 80 16,5-5-92-16,-3-3-212 16,-1-9-552-16,8 0-176 0,-1-8-532 0,6-4-160 15,3 10-388-15,4-24-3293 0</inkml:trace>
  <inkml:trace contextRef="#ctx0" brushRef="#br0" timeOffset="84680.727">30651 7508 4376 0,'0'0'9173'0,"0"0"-7249"0,0 0-1296 0,0 0-300 31,0 0 584-31,0 0-32 0,-108 33-144 0,64 1 136 16,-7 10-200-16,-9 11-124 0,0 7 317 15,-7 6 227-15,-6 6-320 0,6-2 48 16,3-3-252-16,8-2-148 0,13-6-44 0,15-11-52 16,8-4-96-16,12-6-84 15,8-8-96-15,4-6-48 0,7-4 0 16,6-6-48-16,7-4-180 0,0-6-144 0,-1-2-148 0,1-4-80 16,-4 0-100-16,-4-7-148 0,-4 1-580 15,-4-3-961-15,-4-4-1699 0,-4 0 2536 0,0 1-1316 16,0-4-2397-16,-12-1 5265 0,4 2 664 15,-4-4 272-15,4-4 40 0,-4 1 228 16,4 0 229-16,4 3 123 0,4 3-92 16,0 7-212-16,0 2 304 0,4 1 68 0,8 6-444 15,-4-3-348-15,8 3-148 0,8 0-124 0,4 0-147 16,4 0-97-16,0 0-52 16,3 0-132-16,-3-6-84 0,8 1-48 15,-7 0-232 1,-2-4-520-16,-4-2-185 0,1 1-503 0,-3 2-1020 15,-9-2-1976-15,-1 1-1417 0</inkml:trace>
  <inkml:trace contextRef="#ctx0" brushRef="#br0" timeOffset="84781.06">30400 8013 7928 0,'0'0'2060'0,"0"0"-1452"0,0 0-608 0,0 0-40 0,0 0 28 16,0 0 4-16,0 0-884 15,0 0-1612-15,0 0-1628 0,0 0 1236 16</inkml:trace>
  <inkml:trace contextRef="#ctx0" brushRef="#br0" timeOffset="84912.587">30400 8013 2164 0,'0'4'4288'15,"4"11"-1368"-15,-1 2-175 16,1 2-361-16,-4 3-116 0,0-1-472 16,0 4-640-16,0 5-436 0,-4-5-184 15,1 8-148-15,-1-6-72 0,0 5-192 16,0 0-124-16,4 0-72 0,-4 3-100 0,4-4-180 16,0 1-244-16,0-3-164 0,0 0-36 15,0-4-300-15,0-3-900 16,0-6-1824-16,0 6-3285 0</inkml:trace>
  <inkml:trace contextRef="#ctx0" brushRef="#br0" timeOffset="87416.971">5283 10334 3484 0,'0'0'7288'16,"0"0"-3471"-16,0 0-2745 0,0 0-328 15,0 0 316-15,0 0 384 0,0 0-204 16,0 0-180-16,0 0-3 0,0 0-53 15,8-22-216-15,7 60-392 0,9 16-216 0,4 18-20 16,0 15 68-16,-7 15 24 0,-2 5 12 0,-7 8-144 16,-8-3-24-16,0-5 40 0,0-6-124 0,0-12-12 15,0-13 0-15,8-9 0 0,-4-16 0 16,7-10-4-16,2-15-168 16,3-7 4-16,-1-12-192 15,6-7 120-15,3-5 20 0,0-13 88 0,3-11-12 16,5-9-24-16,0-12 24 0,-1-4 24 0,-3-10 120 0,5-3 0 31,-5-2 60-31,-5-11-60 0,-3-3-24 0,-4-6-208 16,0-2 88-16,0-2-84 0,-4-2-16 15,-4 3-68-15,-1 2 56 0,6 15-108 0,-10 11 48 16,1 17 47-16,1 19 113 0,-9 15-112 16,0 10-208-16,0 3-792 15,-9 12-236-15,-6 6 600 0,-2 9-1584 0,-6 4-3245 0,7-8-2407 16,-16 14 7377-16</inkml:trace>
  <inkml:trace contextRef="#ctx0" brushRef="#br0" timeOffset="87613.762">5398 11004 7704 0,'0'0'6901'15,"0"0"-5429"-15,0 0-584 16,0 0 304-16,0 0-20 0,0 0-316 15,88 14-64-15,-53-14-316 0,1 0-172 0,9-7-75 16,-6 0-181-16,1 2-48 0,0-2-144 16,0 4-101-16,-1-4-107 15,-2 3-500-15,-1 2-372 0,-8-2-1252 16,7-2-4297-16</inkml:trace>
  <inkml:trace contextRef="#ctx0" brushRef="#br0" timeOffset="88321.541">7084 10959 6900 0,'0'0'4649'16,"0"0"-2397"-16,0 0-1252 0,0 0-320 16,0 0 216-16,-76 33-148 0,48 1 84 15,0 14 104-15,0 3-224 0,0 2-100 16,4-1-28-16,13-11-120 0,-2-6-172 0,9-13-292 0,4-9-192 16,9-7-36-16,3-6 140 0,3-3 4 15,5-7-76-15,8-9-324 0,0-3-68 0,4-6-24 16,-4-5-4-16,0 5 100 0,-5-4 160 15,1 7 56-15,-7 3 140 0,-2 3 124 16,-2 6 28-16,-6 3 144 0,-3 8 16 16,0 2 108-1,0 6-100-15,-4 10 336 0,4 9-212 16,1 7-160-16,2 5-88 0,5 12 0 0,-3 1 212 16,-2 4-28-16,5 4-48 0,-8-1 48 15,-4 3 24-15,0 0 64 0,-4-2-40 16,-11-1-52-16,-2-7 17 0,-3-3 11 0,1-1-112 15,-6-5-80-15,1-6-84 0,0-7 0 16,5-3-4-16,-1-6 4 0,8-6 8 0,-1-3-4 16,2-8 52-16,-1-2-16 0,0-2-44 15,-4-11 0-15,4 1 0 0,0-13 0 16,1-5 0-16,-2-4-96 0,2-4-64 16,-2-4-32-16,5-2-88 0,1 0 23 15,3 2-155 1,4 7-112-1,0 3-88-15,11 4-60 0,6 2-228 0,2 1-860 0,5 3-1164 16,-4 3-2481-16,16-10-2695 0</inkml:trace>
  <inkml:trace contextRef="#ctx0" brushRef="#br0" timeOffset="88551.264">8088 11004 10896 0,'0'0'1913'0,"0"0"-1273"0,0 0 224 16,0 0 600-16,-95 92 0 0,70-60-512 31,-3 6-40-31,0 3-16 0,8 3-260 0,1 1 92 16,6-4-312-16,9-2-175 0,4-7 3 0,4-7-124 0,13-7-116 0,2-4 4 0,1-8 44 16,8-6-52-16,4-3-256 15,0-10-145-15,-4-3-267 0,0-3-188 16,0-4-664-16,-9 2-1064 0,-6-2-1608 15,-6 1-2109-15,-7 6 630 0</inkml:trace>
  <inkml:trace contextRef="#ctx0" brushRef="#br0" timeOffset="88719.301">7912 11214 5852 0,'0'0'7613'0,"0"0"-4817"0,0 0-1204 0,0 0-444 15,0 0 320-15,0 0-19 0,-48 69-333 16,65-62-524-16,11-1-244 0,7-6-32 0,5 0-104 15,8-6-212-15,-1-10-336 0,5 0-160 16,1-5-216-16,-2-5-88 0,-3 0-453 16,-16 5-2959-16,11-9-4397 0</inkml:trace>
  <inkml:trace contextRef="#ctx0" brushRef="#br0" timeOffset="89025.048">9164 10585 6048 0,'0'0'3000'0,"0"0"1325"0,0 0-3017 0,0 0-140 0,0 0 236 16,0 0 68-16,-80 51-172 16,44-16-92-16,0 3-199 0,-4 12 139 0,-4 9-252 15,0 6-328-15,1 9-136 0,-1-1-108 16,8 0-44-16,9-4-112 0,6-4-48 15,14-9-36-15,3-8 48 0,8-7-12 0,7-5 0 16,6-8-48-16,2-6-12 0,5-3-56 16,4-3-4-16,4-7-84 0,0 1 0 15,3-7-120-15,5-3-108 0,0 0 44 16,0-3-44-16,-1-4-60 0,6-2-124 0,-9-1-8 31,3-2-136-31,-7-1-100 0,-4-3-581 0,-4-2-1323 0,-8 1-2084 16,-8 1-277-16,0-3-2391 0</inkml:trace>
  <inkml:trace contextRef="#ctx0" brushRef="#br0" timeOffset="89202.559">9140 11197 2936 0,'0'0'232'15,"0"0"8773"-15,0 0-6065 0,0 0-472 16,0 0-520-16,-80-15-120 0,76 18-223 0,4 1-313 16,0-4-604-16,7 0-280 0,10 0-132 15,7 0-48-15,8 0-44 0,7-7-100 16,1-6-84-16,1-3-292 0,2-3-236 15,-7 4-220-15,-5-4-192 0,-3 2-236 16,-7 5-1245-16,-10 3-2739 0,-3-2-3541 0</inkml:trace>
  <inkml:trace contextRef="#ctx0" brushRef="#br0" timeOffset="89366.618">9363 11147 416 0,'0'0'12325'0,"0"0"-9445"0,0 0-1664 0,0 0 136 0,11 67 344 16,-6-42-108-1,-1 7-315-15,0 6-509 0,0 3-344 0,3 1-56 16,1-1-4-16,1 0 16 0,-2 0-260 16,1-6-116-16,0-2-252 0,4-8-400 15,0-3-292-15,1-9-144 0,6-5-517 16,-7-4-2179-16,16-4-2325 0</inkml:trace>
  <inkml:trace contextRef="#ctx0" brushRef="#br0" timeOffset="89488.019">9969 11572 8748 0,'0'0'6837'16,"0"0"-5653"-16,0 0-700 0,-17 86 100 0,9-57 180 15,1-1-124-15,3-6-640 16,-1-2-736-16,1-5-1052 0,4-4-1416 0,-8-2-7053 0</inkml:trace>
  <inkml:trace contextRef="#ctx0" brushRef="#br0" timeOffset="90236.598">11685 10629 5852 0,'0'0'2680'15,"0"0"2037"-15,0 0-2829 0,0 0-16 16,0 0-300-16,0 0 48 0,0 0-464 0,0 0-387 0,97 58-177 16,-58-58-96-16,13-11-228 0,3-7-172 15,5-4-96-15,-4-3-156 0,4-4-208 16,-8 4-84-16,-5 2-12 0,-6 7 83 15,-9 7 97-15,-9 3 60 0,-7 3 40 0,-4 3 20 16,-8 6 68-16,0 6 92 16,-4 11 84-1,0 2 0-15,-4 8 112 0,-4 0-12 0,0 9-28 16,0 6-36-16,0 6-68 0,0 6 8 16,-4 4 133-16,0 2-9 0,-4 5-52 0,0-2 76 15,1 1-76 1,-2-3-36-16,2-7 88 0,2-3 32 0,2-6-48 0,-1-11-108 15,7-4 20-15,1-11-80 0,1-3-76 0,3-9-140 16,0-3-196-16,0-7-280 0,0-3-169 16,3 0-7-16,1-3-256 0,1-4-1188 0,-5-6-752 15,0 4-1965-15,0-13-2459 0</inkml:trace>
  <inkml:trace contextRef="#ctx0" brushRef="#br0" timeOffset="90421.096">11849 11078 5764 0,'0'0'7149'15,"0"0"-5573"-15,0 0-540 0,0 0-144 16,0 0 116-16,0 0 328 0,0 0-536 0,88 22-236 16,-45-19-224-16,1-3-156 0,4 0-184 15,-8 0-56-15,-5-3-252 0,-3 3-376 0,-8 0-140 0,-11 0-548 16,-6 0-1300-16,-3 6-3693 0,-11 0-1703 15</inkml:trace>
  <inkml:trace contextRef="#ctx0" brushRef="#br0" timeOffset="90575.788">11889 11423 1420 0,'0'0'10905'0,"0"0"-7857"0,0 0-1316 0,0 0-520 15,0 0 80-15,-4 70-144 16,19-57 265-16,5-4-481 0,5-2-460 0,6-4-160 15,5-3-276-15,8-6-36 0,4-7-348 0,0-3-536 16,-1-6-245-16,-2 0-627 0,-10 6-2440 16,9-13-3009-16</inkml:trace>
  <inkml:trace contextRef="#ctx0" brushRef="#br0" timeOffset="90936.687">12916 10541 1436 0,'0'0'9793'16,"0"0"-7033"-16,0 0-940 0,0 0-96 15,0 0 92-15,0 63-156 0,0-38-299 16,0 8-465-16,0 5-328 0,9-1-240 0,-5 8-264 16,0-1-64-16,-1 1-228 0,-3-4-136 15,4 0-168-15,-4-2-220 0,0-5-233 0,-11 5-563 16,-2-4-1440-16,2-10-2820 0,-21 10-5069 15</inkml:trace>
  <inkml:trace contextRef="#ctx0" brushRef="#br0" timeOffset="91079.744">12761 11512 3676 0,'0'0'6640'0,"0"0"-883"0,0 0-4369 0,0 0-216 0,0 0-100 15,32 66-548-15,-24-55-168 16,0-3-356-16,0 3-392 0,4-5-648 0,-4-2-356 15,0-2-2384-15,0 1-5413 0</inkml:trace>
  <inkml:trace contextRef="#ctx0" brushRef="#br0" timeOffset="92006.91">14179 11271 12 0,'0'0'576'0,"0"0"6400"0,0 0-2931 0,0 0-2557 0,0 0-204 15,32-70-12-15,-23 47-164 16,2 2-228-16,1-5-188 0,-3 1-208 0,-6 0-228 0,1-1-36 15,-4 3-72-15,0 5 0 16,0-1 184-16,-7 2 216 0,-6 5 48 16,5 5-204-16,-3 1-3 0,-2 6 143 0,-2 0-72 15,-2 6 12-15,-2 11-96 16,-1 6-220-16,-4 8-96 0,4 4 0 0,-4 6 16 31,4 3-72-31,1 3 8 0,2 4 72 16,-3-3 12-16,8-3 12 0,1-1 36 15,6-9 60-15,5-7 4 0,0-2-52 0,5-7-108 0,-1-6-48 16,7-7-12-16,1-3-96 16,4-3-136-16,8-6-104 0,4-10-64 15,4-6-20-15,4-6-184 0,4-4 56 0,-5 3 15 16,-3-3-3-16,5 4 36 0,-10 6 112 16,1 0 192-16,-8 2 12 15,-5 5 96-15,-2 2 4 0,-5 6 96 0,-4 7 4 0,-4 0 288 16,0 14 40-16,0 4 228 0,-8 8-48 15,4 2 97-15,4 4-137 0,-4 3 60 16,4-3-96-16,0-3-40 0,8-4-164 16,0-6-88-16,4-4-96 0,-4-5-48 0,3-4-44 15,-2-6-232-15,3 0-292 0,-1 0-328 16,6-9-29 0,-6-4-1407-16,2 1-4040 0,2-8-5433 0</inkml:trace>
  <inkml:trace contextRef="#ctx0" brushRef="#br0" timeOffset="92179.019">14781 11364 1304 0,'0'0'12205'0,"0"0"-9881"0,0 0-872 15,0 0 108-15,4 73 56 0,-4-52-460 0,0-1-219 16,0-2-573-16,-4-2-352 0,4 0-12 16,0-7-184-16,0 1-180 0,0-4-108 15,0-2-113-15,-4-1-107 0,1-3-384 16,-1 0-1060-16,-1-3-2052 0,1-7-1701 0</inkml:trace>
  <inkml:trace contextRef="#ctx0" brushRef="#br0" timeOffset="92307.901">14813 11185 4332 0,'0'0'3152'0,"0"0"3769"0,0 0-5285 0,0 0-720 15,0 0 4-15,0 0-152 16,0 0-56-16,0 0 8 0,80-38-536 0,-57 38-184 15,5-3-476-15,-3 0-652 0,-9 3-1168 16,3-7-4633-16</inkml:trace>
  <inkml:trace contextRef="#ctx0" brushRef="#br0" timeOffset="92924.639">15873 10972 1932 0,'0'0'1460'16,"0"0"-772"-16,0 0 4276 0,0 0-2715 0,0 0-621 15,0 0-280-15,0 0-288 0,0 0-136 16,0 0 24-16,0 0-20 0,0 0-212 16,-60 20-200-16,40 6-172 0,-4 2-4 0,0 9 100 15,-4 2 244-15,5-1-224 16,-1 3-119-16,4 1-25 0,-1-2-48 15,2-1-76-15,7-4-8 0,8-3-40 0,0-3 12 0,4-8 28 16,4-2-80-16,4-3-100 0,8 0-8 16,0-6 4-16,4-1-12 0,4-3-36 15,0 1-64-15,4-7-128 0,-4 0 8 16,3 0-104-16,-7-7-16 0,0 1-173 16,0-3-71-16,-8-4-244 15,4 0-680-15,-8-3-1568 0,-4 4-2985 0,-4-11-3470 0</inkml:trace>
  <inkml:trace contextRef="#ctx0" brushRef="#br0" timeOffset="93087.189">15646 11258 6536 0,'0'0'2568'0,"0"0"1397"16,0 0-2617-16,0 0-264 0,0 0 24 16,0 0 24-16,0 0-192 0,0 0-216 0,0 0-260 15,80-7-96-15,-52 7-12 0,-1 0-164 16,-3 0-120-16,4 4-72 0,0-4-124 15,0 3-216-15,4 1-344 0,0-4-300 16,0 3-240-16,-8-3-1232 0,11 3-3313 0</inkml:trace>
  <inkml:trace contextRef="#ctx0" brushRef="#br0" timeOffset="94175.156">16514 10851 4636 0,'0'0'6000'15,"0"0"-3435"-15,0 0-361 0,0 0-472 16,112-8-480-16,-68 1-96 0,4-3-424 16,4 4-376-16,-5 4-244 0,5-2-112 15,-1 1-60-15,2 3-36 0,-5 0 8 16,-1 0 16-16,-3 3-64 0,-4 1 52 0,0-2-88 15,-9 2-48-15,-6 2-36 0,-14-4 12 16,-6 5-88-16,-5 3 4 16,-9 3 328-16,-6 1 0 0,-13 10-116 0,0 1-44 15,-8 7 48-15,-3 0 12 0,-2-1 92 16,2 4 8-16,-1 0-8 0,-1 0 0 16,2 0 8-16,-1-3 80 0,0 2 376 0,0-2 60 15,8 0-124-15,1-3-12 0,3-1 12 16,3-3-76-16,6 0-24 0,3-2-60 15,4 0-100-15,8-4 28 0,4-3 32 16,4-4 113-16,8-2 23 0,8-1-156 16,4-6-4-16,4 4-12 0,8-7 4 15,0 3-40-15,-1-3-12 0,10 0-100 0,-2 0-4 0,0 0-4 0,2 0 0 16,-6 0-96-16,5 0-208 16,-4-3-240-16,-4-1-89 0,4-2-35 0,-12 0-88 15,0-1-360-15,-4-2-564 0,-5 3-700 0,-3-4-444 16,-4 1-1321-16,-3-2-1583 0,-9-1 3389 15</inkml:trace>
  <inkml:trace contextRef="#ctx0" brushRef="#br0" timeOffset="94411.48">17379 11032 704 0,'0'0'4520'0,"0"0"-16"0,0 0-2583 0,0 0-397 0,0 0-88 16,-92 39-204-16,69-17-140 0,-5 0-296 0,-4 7-228 16,0-1-48-16,-4 4 56 0,0 3 120 15,0-3-204-15,-3 3-152 16,3-4-132-16,4-2-112 0,4 0-96 0,4-6-4 0,4-4-180 16,4-5-316-16,4 0-280 15,0-1-104 1,8-7-252-16,0 0-1252 0,4 0-2577 15,0-6-3679-15</inkml:trace>
  <inkml:trace contextRef="#ctx0" brushRef="#br0" timeOffset="95145.278">20097 10896 900 0,'0'0'9788'15,"0"0"-7135"-15,0 0-901 0,0 0-256 16,0 0-92-16,0 0-136 0,103 45-276 16,-60-39-272-16,2-3-232 0,6-3-87 15,5 0-109-15,0 0-148 0,-4-6-144 0,-5-1-36 0,-2-2-256 16,-10-1-461-16,1 1-199 0,-8 0-432 0,-13 2-1424 31,-6-3-3369-31</inkml:trace>
  <inkml:trace contextRef="#ctx0" brushRef="#br0" timeOffset="95476.206">20120 11018 7312 0,'0'0'2008'0,"0"0"1033"0,0 0-1381 0,0 0-484 16,0 0-28-16,0 0 156 15,0 0-596-15,76 25-204 0,-36-20-148 0,-5-2-60 16,1 4-88-16,-4 0-208 0,-4 2-124 15,-12 0-24-15,0 4-24 0,-7 3 76 0,-9 0 96 16,0 3 4-16,-4 3 92 0,-9 4 16 0,-2-3 0 16,-2 2 20-16,-3 0 28 0,1 0-24 15,-2 1-16-15,6-4 16 0,-5 3 0 16,-1 1-16-16,6 0-108 0,-1-5 60 16,-4 2-8-16,8-1-52 0,0-6 48 15,5-1 0 1,2 1 24-16,1-3 28 0,4 0-4 0,0 2 88 15,4-2 581-15,4-1-169 0,8 5-304 16,4-5-160-16,4-1-84 0,8-2-60 16,4-4-56-16,7-1-176 0,5-1-360 15,0-3-417-15,8 0-295 0,-16-3-1436 16,19-3-3925-16</inkml:trace>
  <inkml:trace contextRef="#ctx0" brushRef="#br0" timeOffset="96331.498">21611 10982 1528 0,'0'0'5168'16,"0"0"-19"-16,0 0-2925 0,0 0-572 0,0 0-336 15,-92-10-112-15,64 23-280 0,4 6-140 16,-8 14-76-16,4 1 8 16,4 7 77-16,-4 7-153 0,9-7-180 0,2 1-108 15,6-11-124 1,7-2-68-16,4-10-160 0,0-7-44 0,8-5-76 16,3-1-72-16,6-6-24 0,3 0-52 15,3-10-252-15,9-2 36 0,0-10-29 16,-1 0-131-16,6-4-172 0,-5-3-224 0,0 4-60 15,-4 0 48-15,-1 2-16 0,-3 4 112 0,-4 0 476 16,-8 4 428-16,0 2 52 16,-4 4 368-16,-4 5 212 0,-4 1-16 15,0 3-196-15,0 0 108 0,0 10 32 16,-4 9 248-16,-7 3-172 0,2 9 92 16,-7 5 92-16,0 5-108 0,1 0 144 0,2 0-27 15,1-3-257-15,9-6-192 0,-1-3-172 16,4-7-56-16,0-4-100 15,4-4-168-15,-1-5-120 0,9-5-160 0,1-4-184 0,2 0-109 16,5-10-323-16,1-7-1408 0,-6 5-3636 0,9-7-3045 16</inkml:trace>
  <inkml:trace contextRef="#ctx0" brushRef="#br0" timeOffset="96500.934">21909 11293 3132 0,'0'0'872'16,"0"0"5732"-16,0 0-4127 0,0 0-837 15,0 0-128-15,0 67-104 0,0-45-88 16,0 4-80-16,0-4-604 0,5-1-356 0,-5-1-268 16,4-7-12-16,-1-4-256 15,1-2-208-15,-4-4-124 0,0 0-112 0,0-3-236 16,0-6-740-16,0-4-2132 0,0-9-2133 16</inkml:trace>
  <inkml:trace contextRef="#ctx0" brushRef="#br0" timeOffset="96632.632">21989 11112 4864 0,'0'0'6373'16,"0"0"-3181"-16,0 0-2104 0,0 0-436 15,0 0 76-15,0 0 16 0,0 0-744 16,0 0-24-16,0 0-784 0,95-12-384 16,-70 8-820-16,6 1-3397 0</inkml:trace>
  <inkml:trace contextRef="#ctx0" brushRef="#br0" timeOffset="96964.419">22503 11144 784 0,'0'0'2216'0,"0"0"6533"0,0 0-7389 0,0 0-1132 0,0 0 16 16,107-44-4-16,-75 27-240 15,9 2-144-15,-6-2-416 0,1 5 12 0,-4 3 148 0,-4 3 156 16,0 0 244-16,-9 6 220 16,-6 0 472-16,-6 2-56 0,1 10 164 31,-4 4 312-31,-4 4-228 0,0 5-248 0,0 7-40 16,0 3 12-16,4 6 44 0,-4-3-24 15,5 4-128-15,2-1-240 0,5 1-176 16,-3-9 28-16,6 0 44 0,-3-1-56 0,0-10-100 15,-4-3-4-15,0-7-60 0,0-2-44 16,0-7-260-16,0 0-108 0,3-3-100 0,2-9-164 16,-2-7-548-16,2 6-1544 0,6-15-3857 15</inkml:trace>
  <inkml:trace contextRef="#ctx0" brushRef="#br0" timeOffset="97166.302">23220 11020 5336 0,'0'0'1588'15,"0"0"3529"-15,0 0-4321 16,0 0-212-16,-80 0 408 0,57 17 496 0,-1 8-236 16,-4 6-372-16,0 4-212 0,-4 6 312 15,0 4 196-15,4-1-300 16,-8 4-235-16,5-7-217 0,-1 1-192 0,0-8-232 16,8-2-72-16,0-3-340 0,4-10-256 15,4 0-161-15,8-7-135 16,4-2-556-16,1-4-1548 0,6-3-3533 0</inkml:trace>
  <inkml:trace contextRef="#ctx0" brushRef="#br0" timeOffset="97373.155">23300 11433 2540 0,'0'0'1316'0,"0"0"-664"15,0 0 756-15,0 0 916 0,92-10-212 16,-84 17-503-16,-1 6-317 0,-7-5-48 0,0 9 44 15,-4-1-212-15,-3 0 56 16,-10-4-232-16,6 4-176 0,-6-3-100 16,6-4-344-16,-2 1-280 15,9-6 0-15,-3-4-244 0,3 0-368 0,4 0-260 16,0-4-660-16,0-3-2648 0,0-9-3481 16</inkml:trace>
  <inkml:trace contextRef="#ctx0" brushRef="#br0" timeOffset="97517.663">23431 11232 7948 0,'0'0'5813'16,"0"0"-4937"-16,0 0-272 0,0 0 608 0,0 0 44 15,96-25-184-15,-76 25-344 0,-1 0-460 16,2 4-268-16,-6-1-552 0,-2 1-716 16,-6-2-1760-16,5 1-5469 0</inkml:trace>
  <inkml:trace contextRef="#ctx0" brushRef="#br0" timeOffset="98131.15">24563 11360 7292 0,'0'0'1312'16,"0"0"2737"-16,0 0-2393 15,0 0-256-15,0 0-160 0,0 0 88 0,100-16-320 16,-69 9-320-16,5 1-284 0,0 0-172 16,0 0-184-16,-1 2-48 15,-2-2-232-15,-6 3-356 0,1 0-160 16,-8 0-300-16,-8-1-796 0,0 1-2464 16,-8 3-2757-16</inkml:trace>
  <inkml:trace contextRef="#ctx0" brushRef="#br0" timeOffset="98281.582">24774 11423 2660 0,'0'0'1592'0,"0"0"1688"0,0 0-328 0,0 0-947 16,0 0 159-16,0 0-100 0,0 0-400 15,0 0-240-15,0 0-336 0,100 25-300 16,-57-25-287-16,6-2-273 0,2-5-228 16,-3-2-396-16,4-3-381 0,-5 2-283 15,-2-3-524-15,-6 0-2736 0,9-3-2997 0</inkml:trace>
  <inkml:trace contextRef="#ctx0" brushRef="#br0" timeOffset="99253.2">26021 10999 4744 0,'0'0'428'0,"0"0"900"0,0 0 2804 16,0 0-1643-16,0 0-333 0,0 0-700 16,0 0-508-16,0 0-232 0,0 0-124 0,0 0-28 15,0 0 96-15,4 0-64 0,-4 0-168 16,0 0-184-16,0 0-28 0,0 0 17 0,4 0-1 15,-4 0-40-15,0 0-20 0,0 0-28 16,0 0-60-16,0 0-72 16,0 0-4-16,0 0-4 0,0 0-4 0,0 0 0 15,0 0-4 1,0 0-4-16,0 0-40 0,0 0 48 0,0 0 12 16,0 0 60-16,0 0-12 15,0 0 16-15,0 0-36 0,0-4-40 0,0-2-48 16,0-1-64-16,0 1-44 0,0-1-88 15,-4 2 88-15,0-2-12 0,0 3 56 16,0 1 4-16,1 0-25 0,-6 0-51 16,1 3 64-16,0 0 108 0,-8 9 12 0,-8 7 120 0,1 10 88 15,-9 9 157-15,-5 6-89 16,-2 0-92-16,3 7-28 0,4-1 52 0,4-6 32 16,4-2 280-16,9-4 228 0,11-10-408 15,4-3-228-15,0-6-112 0,7-6-124 0,5-1 28 16,8-5-108-16,8-4-24 0,4-4-172 31,4-11 16-31,7-2-28 0,2-5-96 0,-2 0 12 16,1 0-65-16,-4-1-11 0,0-2-220 15,-9 4-188-15,1-5 28 0,-4 4 76 16,-8-1-84-16,1 1 76 0,-10 3 368 16,1 0 176-16,-7 9 340 0,-1 4 0 15,-4 6 316-15,0 0 48 0,0 6 0 0,-4 7 404 16,-1 3 144-16,1 6-156 0,4 3 8 0,-4 4-16 15,4 0-124-15,0 9-124 0,0 0-84 16,0 3-76-16,0 4-160 0,-8 2-104 16,5 4-76-16,-10 3-4 0,5-1 0 0,-7 1 8 15,2 1 4-15,2-4 64 16,-2-4-60-16,2 0 85 0,-1 2-89 16,7-5-4-16,-2 1 0 0,7-4 8 0,0 0-12 0,0-6 0 15,0 0-193-15,0-4-87 0,0-1-60 16,-4-5 60-16,0-6 24 0,-4 0 36 15,-1-6 60-15,-2-1 160 0,-1 1 192 16,-8-4 212-16,0 1-16 0,-3-4-132 16,-2 0-100-16,-3-1-32 0,0-5 33 0,0 0 51 15,1 0-28 1,2-7-36-16,2-6 76 16,3 0-40-16,5-3-180 0,-2-3-104 0,9-6-64 15,5-5 8-15,3-3-164 0,0-3-177 16,3 1 221-16,5 7 280 0,4 2-4 0,4 5-116 15,0 0-184-15,-4 2-124 0,7 5 160 16,-2-3-76-16,3 1-256 0,-1 3-224 16,5 4-216-16,-7 0-288 0,6 2-524 0,-3 4-600 15,4 3-801-15,-8 0-711 0,0 3 1332 0</inkml:trace>
  <inkml:trace contextRef="#ctx0" brushRef="#br0" timeOffset="102370.893">19940 12246 1068 0,'0'0'1148'0,"0"0"4220"0,0 0-3296 0,0 0-419 16,0 0-573-16,0 0-96 0,0 0-72 0,0 0 124 16,-79 44-12-16,79-44-204 15,0 0-148-15,0 0-68 0,0 0 124 16,4 0 80-16,0 0-196 0,-4 0-212 0,8-6-144 0,1 0-72 15,2-4-184-15,5-2-96 16,0-5-160-16,8 1-156 0,-4-3-76 16,3 6 36-1,-2 1 60-15,-1 5 120 0,-1 7 124 16,2 0 148-16,-6 11 76 0,1 3 96 0,0 10 108 16,-4 1 148-16,0 7-72 0,-4-1 96 15,-3 1 60-15,2-1-100 0,-3 1-119 16,0-6-121-16,-4-4-52 0,0-3-48 15,4-6-64-15,0-4-8 0,-4-5-60 16,3-4-124-16,2 0-229 0,-1 0-71 0,4 0-52 16,0-10-124-16,0 1-64 0,4-7-384 15,-1-3-748-15,2-3-796 0,-5-2-1293 0,-1 3-447 16,1-2-276-16,1 9 4512 0,-1-13 156 16</inkml:trace>
  <inkml:trace contextRef="#ctx0" brushRef="#br0" timeOffset="102539.817">20307 12185 184 0,'0'0'1148'0,"0"0"5524"0,0 0-4964 0,0 0-287 0,0 0-365 15,0 0 372 1,0 0-236-16,0 0-120 16,0 0-256-16,-71 86-180 0,55-54 168 15,0-1 232-15,4 4-228 0,0-7-260 0,0-2-168 16,5-6-224-16,2-5-156 0,1-2-12 16,0 0-232-16,0-4-228 15,0-2-216-15,4-1-208 0,-4 0-304 0,1 1-824 0,-1-1-1924 16,-1-6-2757-16</inkml:trace>
  <inkml:trace contextRef="#ctx0" brushRef="#br0" timeOffset="102736.555">20339 12468 560 0,'0'0'2700'0,"0"0"2964"0,0 0-4460 0,0 0-832 0,88-22 4 16,-76 22 229-16,0 0 179 15,-4 10 8-15,0-1-128 0,-4 7-184 0,-4 3 28 0,4-4 84 16,-4 4 88-16,0-3-200 15,0 0-44-15,0-6-276 0,0-3-160 16,0-4-8-16,0 0-164 0,0-3-304 0,0 0-544 16,0-6-588-1,0-1-964-15,0-9-2617 0</inkml:trace>
  <inkml:trace contextRef="#ctx0" brushRef="#br0" timeOffset="102887.233">20483 12350 10468 0,'0'0'2389'0,"0"0"-889"0,0 0-512 0,0 0-148 0,0 0-24 16,0 0-172-16,0 0-468 0,0 0-164 15,0 0-12-15,0 0-508 0,0 0-504 16,56 14-740-16,-49-14-1132 0,1 0-2797 0</inkml:trace>
  <inkml:trace contextRef="#ctx0" brushRef="#br0" timeOffset="103162.104">20977 12185 132 0,'0'0'104'0,"0"0"2464"0,0 0 4640 0,0 0-5199 16,0 0-413-16,-72 67-404 0,52-41-136 0,1 2-176 15,-1 5-8-15,-1-3-180 0,6 5-236 16,2-3 12-16,6-3-148 0,3-1-148 16,4-2-52-16,0-4 16 0,7-6 72 0,6-1-12 15,-1-4-124-15,3-3-60 0,1-4-12 16,5-4-100-16,-2 0-172 0,1-6-104 16,-4-4-140-16,4-3-260 0,-9 0-376 15,2-1-700-15,-5 3-1224 0,-4-5-3189 16</inkml:trace>
  <inkml:trace contextRef="#ctx0" brushRef="#br0" timeOffset="103341.247">20790 12397 1004 0,'0'0'9064'16,"0"0"-6571"-16,0 0-1141 0,0 0-464 15,0 0 256-15,0 0-152 0,0 0-96 16,0 0-268-16,0 0-356 0,0 0-160 0,95 14-76 15,-67-14-36-15,-8-3-248 16,3-3-120-16,-2-1-276 0,-5 3-424 0,0-1-708 0,-4-2-1028 16,0 0-3237-16</inkml:trace>
  <inkml:trace contextRef="#ctx0" brushRef="#br0" timeOffset="103724.808">21300 12046 2372 0,'0'0'652'0,"0"0"7068"0,0 0-4723 0,0 0-937 16,36 95-572-16,-29-57-152 0,5 4 136 0,-3 5-128 16,-2-3-275-16,5 4-489 0,1-4-252 15,2-5-172-15,1-4-112 16,0-7-44-16,0-2-12 0,3-5-108 0,-2-5-124 15,-2-2-92-15,6-6-52 0,-5-4-148 16,3-4-157-16,2 0-99 0,-1-9-480 16,-1-5-940-1,-2 6-1736-15,2-12-1517 0</inkml:trace>
  <inkml:trace contextRef="#ctx0" brushRef="#br0" timeOffset="103910.579">21822 12065 3220 0,'0'0'4436'16,"0"0"685"-16,0 0-4269 0,-80 54-520 0,48-29 240 15,-4 7 936-15,1 3 32 16,-6 3-332-16,2 3-492 0,-1 1-324 16,-1-2-112-16,-2-1-136 0,0-1-144 0,-6 0-172 15,1 0-452-15,-3-3-532 0,10-6-1036 16,-10 3-4145-16</inkml:trace>
  <inkml:trace contextRef="#ctx0" brushRef="#br1" timeOffset="110853.37">6956 13681 4180 0,'0'0'900'16,"0"0"-796"-16,0 0 208 0,0 0 2744 15,-4-73-1412-15,8 56-251 0,-4 5-305 0,0-1-156 16,4 7 32-16,-4 4-44 0,0 2-24 15,0 0-84-15,4 0-32 0,-4 0-164 16,8 2-136-16,4 4-60 0,12 11 312 0,3 8-72 0,10 7-160 31,3 5-136-31,-5 11-159 0,1 4 27 0,-4 1-76 0,-4 1-8 0,0 1-52 16,-8-3-96-16,-5-3-40 0,2-2-20 16,-6-6-16-16,2-3-32 0,-5-2-48 15,-1-8-52-15,-3-3-61 0,4-3-19 16,-3-5-68-16,-5-2-20 0,4-6-28 0,-4-2-144 15,0 0-32-15,0-7-196 32,0 0-300-32,4-4-388 0,-1-6-152 0,1-8-336 0,0 2-1013 15,4-25-2875-15</inkml:trace>
  <inkml:trace contextRef="#ctx0" brushRef="#br1" timeOffset="111087.268">7486 13681 8944 0,'0'0'1760'0,"0"0"-575"0,0 0-713 0,0 0-12 0,0 0 460 16,0 0 384-16,0 0-172 0,0 0-440 16,0 0-272-16,0 0-332 0,-43 31-76 15,22-4 124-15,1 6 88 0,-3 11 100 16,-5 5 32-16,-4 5-12 0,0 4-48 16,-5 1-36-16,-2 5-4 0,-1 2-160 15,1 1-96 1,-6-3-180-16,10-3-44 0,-1-8-20 0,8-5-28 15,4-7-148-15,4-9-220 16,8-6-592-16,4-7-216 0,5-7-404 0,-1-3-264 16,4-2-537-16,0-4-1431 0</inkml:trace>
  <inkml:trace contextRef="#ctx0" brushRef="#br1" timeOffset="111502.945">7681 14566 11053 0,'0'0'2688'16,"0"0"-1320"-16,0 0-788 0,0 0 212 16,0 0 364-16,0 0-276 0,0 0-268 15,0 0-108-15,0 0 196 16,0 0-68-16,88 83-216 0,-60-55-128 16,0 9-67-16,3 0 35 0,1 3-16 0,4 6 4 15,0 1-64-15,-3-2-32 0,-2-2-148 16,1-1 0-16,-5-4-112 0,6 0-8 0,-6-3-72 15,5 1 20-15,1-8 40 0,-1-3-124 0,3 1 39 16,-3-7-123-16,-4 1-64 0,0-9 52 16,-9 3-100-16,2-2 36 0,-10-2-112 15,-3-1-24-15,-8-3-364 0,0 1-704 16,-4-1-868-16,-11 1-96 0,7-5-405 0,-16 1-1535 16</inkml:trace>
  <inkml:trace contextRef="#ctx0" brushRef="#br1" timeOffset="111755.627">8079 15326 9460 0,'0'0'1961'0,"0"0"-1125"0,0 0-428 0,0 0 420 0,0 0 328 16,0 0-60-16,69 85-164 0,-50-63-324 15,1 0-100-15,1 2 64 0,-2-3-92 0,5-5-52 16,-4-3-24-16,0-5-12 15,0-1 148-15,4-7 44 0,-5 0-160 0,5-3-155 16,1-5-149-16,-1-9-120 0,-1-6-44 16,1-2-40-16,-4-6-13 15,0-4-15-15,0-4-152 0,0-1-224 0,-8-2-72 0,4-2-152 16,-8 3-308-16,-1-8-724 0,-3 14-1080 0,-4-9-2937 31</inkml:trace>
  <inkml:trace contextRef="#ctx0" brushRef="#br1" timeOffset="113789.193">7598 13868 9684 0,'0'0'1289'16,"0"0"-553"-16,0 0-196 15,0 0 392-15,0 0 364 0,0 0-12 0,0 0-228 16,0 0-396-16,0 0-116 0,0 0 0 16,0 0-40-16,0 0-196 0,15-3-124 15,13 9 244-15,12 0-60 0,4 1-100 16,8-1-244-16,3-2-24 0,1-4-72 16,4 0-64-16,0-4 64 0,0-2 72 15,0-7-232-15,-1-3-184 0,-6 1-188 16,-2-2-244-16,-7-1-204 0,-12-1-416 15,-9 5-1012-15,-7 0-3193 0</inkml:trace>
  <inkml:trace contextRef="#ctx0" brushRef="#br1" timeOffset="114049.613">8064 13630 11417 0,'0'0'2316'0,"0"0"-1544"0,0 0-176 0,0 0 196 16,0 0 124-16,0 0-468 0,0 0-400 31,0 0 176-31,0 0 124 0,79 22-148 16,-51-9-116-16,-4-1-84 0,-4 1 4 0,5 3-8 15,-10 0 4-15,1 1-12 0,-4 2 4 16,-4 0 8-16,-8 2 60 0,0 4-60 16,-8 4-48-16,-8 3-40 0,-4 3-44 15,0-3 8-15,1 3 24 0,-5-7-212 16,3-2-196-16,6-4-220 0,-2-7-416 0,10-5-992 0,3-7-2921 15</inkml:trace>
  <inkml:trace contextRef="#ctx0" brushRef="#br1" timeOffset="122138.584">9044 15926 2484 0,'0'0'2216'0,"4"101"2092"0,0-56-2355 32,4 9-1169-32,-5 6-436 0,1-6 24 0,5-7 48 15,-5-5-188-15,-4-15-156 0,4-3-76 16,0-15-216-16,-4-5-436 0,0-4-1113 16,0-4-1379-16,0-5-2820 0,0-10 5024 0</inkml:trace>
  <inkml:trace contextRef="#ctx0" brushRef="#br1" timeOffset="124245.799">8884 15361 2412 0,'0'0'0'0,"0"0"0"0,0 0 4440 0,0 0-2388 15,0 0-424-15,0 0-583 0,0 0-121 16,0 0 56-16,0 0-140 0,0 0-348 0,0 0-200 16,0-26 184-16,5 23 508 15,-5 3-76-15,4-3-276 0,0 3-188 0,-4 0 196 16,3 6 460-16,1 7-256 15,0 5-324-15,5 5-203 0,-1 9-193 0,-1 2-28 16,1 4 72-16,1 4-44 0,-2 2-52 16,5 4-64-16,4-1 0 0,0 5 4 15,0 1 0-15,0 1-12 0,0 4-116 0,-4-1 104 16,0-3-52-16,-4 0 20 0,-4-1 40 0,0-6-4 31,-4-1-52-31,0-2 12 0,0-6 0 16,0-6-12-16,0-3-88 15,0-7-133-15,0-3-167 0,0-3-16 0,0-7 52 0,0 1-128 16,0-7-232-16,0-3-312 16,3 0-148-16,-3 0-84 0,4 0-36 15,-4-3-88-15,0 0 0 0,0-4 87 0,-4-2-619 16,1-4-720-16,-5-3-1764 0,0 4 4128 0</inkml:trace>
  <inkml:trace contextRef="#ctx0" brushRef="#br1" timeOffset="124474.849">9084 16183 3756 0,'0'0'5960'15,"0"0"-3919"-15,0 0-877 0,0 0-388 0,0 0 480 0,0 0-176 0,0 0-12 32,0 0-200-32,95-16-324 0,-59 5-176 0,0 3-48 15,0-2 120-15,0 3 28 0,-4 2-260 16,0 2-208-16,-4-1-88 0,-5 1-144 15,-3-1 72-15,-3 4-120 0,-2-3-16 16,-7 0-144-16,0 1-204 0,0-4-296 0,0-1-664 16,-4-5-1020-16,0-5-2401 0,-4 4-1839 15,4-9 6344-15</inkml:trace>
  <inkml:trace contextRef="#ctx0" brushRef="#br1" timeOffset="124703.81">9621 15684 5288 0,'0'0'8725'16,"0"0"-6857"-16,0 0-928 0,0 0-628 0,0 0 372 16,-8 82 768-16,16-40-372 0,5 6-520 15,2 5-428-15,5 5-20 0,-4-1 80 16,4 0 4-16,-3 4-52 0,-6-5-144 16,1 5-144-16,0-4-12 0,-8 0-40 0,4-6 0 15,-4-3-48-15,0-14-48 0,-4-2-148 16,4-7-112-16,0-8-308 0,0-8-424 15,4-5-712-15,-4-4-1192 16,0 0-2993-16,-1-7 226 0</inkml:trace>
  <inkml:trace contextRef="#ctx0" brushRef="#br1" timeOffset="126528.055">9494 13312 8904 0,'0'0'1808'0,"0"0"-739"0,0 0 83 0,28-76 120 16,-20 54-84-16,0 3 96 0,0 3-464 15,-4 1-312-15,0 4-100 0,-4 2 120 16,0 4 236-16,0-2-152 0,0 3-200 15,0 1-180-15,0 3-156 0,-8 0-76 16,-4 0-108-16,-4 0 48 0,-4 7-88 0,-3 5-108 16,-5 4 60-16,0 7 76 0,-4 5-40 15,8 7 120 1,-4 3 40-16,3 6 0 0,2 4 0 16,-1 3-4-16,4 3-4 0,0-1-80 15,0 8 88-15,4-4 0 0,4 0 0 16,5-6 12-16,3-6-4 0,4-4 200 0,4-6 88 15,7-7-76-15,6-2-76 0,2-8 4 16,9-5-4-16,0-7-32 0,4-6-40 16,3 0 0-16,6-6-12 0,-5-7-60 0,-1-5-12 15,-3-5-108-15,-4 1-64 0,-4 0-108 16,-8-3 48-16,0-2-148 0,-8 6-132 0,-8 3-164 16,0-1-360-16,-16 2-1568 15,8 4-2665-15,-24-6-2271 0</inkml:trace>
  <inkml:trace contextRef="#ctx0" brushRef="#br1" timeOffset="126684.533">9299 13789 3520 0,'0'0'1616'15,"0"0"2808"-15,0 0-2543 0,0 0-393 0,0 0 304 16,0 0-572-16,0 0-116 16,75-12-556-16,-58 1-364 0,3-4-184 0,-5 3-296 15,2-5-500-15,-6 4-548 0,-3 3-760 16,1-2-2009-16,-5 6-1107 15,-1-1 2284-15,-3 4 1969 0</inkml:trace>
  <inkml:trace contextRef="#ctx0" brushRef="#br1" timeOffset="126829.816">9447 13690 2492 0,'0'0'392'0,"0"0"12"15,0 0 4664-15,0 0-3136 0,0 0-143 0,0 0-309 16,0 0-248-16,0 0-136 0,0 80-304 16,7-61-208-16,5 6-212 0,0 1-172 0,0 2-4 15,1 7-108-15,-2 1-88 0,-3-3-136 16,4 9-88-16,-8-1-556 0,0 4-752 0,-4-1-672 15,0 1-1869-15,0-13-1355 16,-8 15 1689-16</inkml:trace>
  <inkml:trace contextRef="#ctx0" brushRef="#br1" timeOffset="127805.142">9355 14408 2940 0,'0'0'780'0,"0"0"4360"0,0 0-2791 0,0 0-273 15,0 0-324-15,0 0-648 0,0 0-224 16,0 0-260-16,0 0-148 0,0 0 44 0,0 0-108 16,43 69-260-16,-35-46-148 0,-3 2-56 15,-1 1-248-15,-4 0-288 0,0-1-312 16,0 0-400-16,-9 0-980 0,5 0-793 0,-7-2-1083 16,3-1 968-16,-1-3 1784 15,1-6 732-15,1-1 300 0,3 1 376 0,0-3 328 16,-1-1 596-16,5 1-364 0,0-4-168 15,0 4 2176-15,0-1-1124 16,0 1-692-16,5 2-544 16,-1 1-144-16,4 0 288 0,-5 3 644 0,5 0-24 0,1 0-199 15,-5 2-29-15,0-2 76 16,3 4 152-16,-3-5 28 0,0 1-180 0,1 0-420 16,-1-3-400-16,-4-1-104 15,4 1-488-15,-4 0-444 0,3-1-452 0,-3-1-865 16,0-3-679-16,0 2-1132 0,4-3 1752 15,-4-1 2412-15,4 0 0 0,-4-3-24 0,4 0 24 16,-4 4 780-16,0-3-284 0,0 1-324 16,0 4-44-16,-4 2-60 15,0 2 8-15,0 5 1436 0,-3 1-196 0,3 3-156 16,-1 2-212-16,5-6-196 0,-4 4-64 16,4-6-92-16,0-3 116 0,0 0-236 0,4-8-476 15,1 2-256 1,-1-7-972-16,0 4-1212 0,-4-4-2852 0,3 0 4940 15</inkml:trace>
  <inkml:trace contextRef="#ctx0" brushRef="#br1" timeOffset="128054.362">9338 15240 984 0,'0'0'2256'16,"0"0"2992"-16,0 0-3516 0,0 0-403 15,0 0-377-15,0 0 56 0,0 0-196 0,0 0-280 16,0 0-68-16,0 0-60 0,-28 76-16 15,37-66 128-15,-1-1 120 0,3 4-228 16,-3-7 16-16,1 1-44 0,-1-2-84 16,-1 2-112-16,2-3-84 0,-5-2 24 0,4-2-116 15,-1 0-8-15,6 0-64 0,-2 0-156 16,10-9-52-16,7-3 52 0,-1-5-176 16,5-5-112-16,4-4-164 0,4 1-32 15,-5-3-160-15,1-1-352 0,-4 1-904 0,-4-1-1053 16,-4 10-3703-16,-4-12 6432 15</inkml:trace>
  <inkml:trace contextRef="#ctx0" brushRef="#br1" timeOffset="128485.398">9980 14544 2944 0,'0'0'780'15,"0"0"3664"-15,0 0-2412 0,0 0-359 16,0 0-249-16,0 0-180 0,76-16-452 16,-56 10-400-16,-4 2-152 0,3-2-80 0,-2 6-108 15,-2 0-48-15,2 0 8 0,-2 4-4 16,-2 12 108-16,-6 3 248 0,1 9 120 0,1 7 148 16,-5 3 12-16,-4 7-200 0,0-1-124 15,-9 4-124-15,1-7-108 0,-3 3-88 0,3-5-12 16,-1-8-48-16,1-5-100 15,1-7-172-15,3 0-208 0,-1-6-276 16,5-4-156 0,-4-2-260-16,4-1-248 0,0-3-372 0,-4 3-609 0,0-3-1435 15,-3-3 624-15,-1 4 2360 16,-1-4 492-16,2 0 312 0,-1 0 100 16,0 0 16-16,0 0 788 0,0-7-340 0,0-2-244 15,0 3-212-15,4-4 156 0,0-3 936 16,0 7 2980-16,4 0-2944 0,0 0-28 15,4 1 113-15,4 3 275 0,0-1-160 16,0 3-492-16,3-3-360 0,2-1-300 0,-2 4-176 0,-3-2-400 16,5-3-600-16,-6 5-760 15,-3 0-1193-15,0 0-2675 0,-4 0 3608 0,0 7 348 16</inkml:trace>
  <inkml:trace contextRef="#ctx0" brushRef="#br1" timeOffset="128651.572">9972 15129 7068 0,'0'0'4337'15,"0"0"-2977"-15,0 0-152 0,0 0 44 0,0 0-68 16,0 0-100-16,-72 67-268 16,72-67-348-16,5 2-124 0,10 2 64 0,6-4 104 15,7 0-256-15,3-4-96 0,5-8-160 16,0-4-156-16,-1-3-184 0,1-7-112 16,1 1-212-16,-1-1-324 0,-5-2-516 0,-3-4-1200 15,-8 9-3097-15,12-10-2046 0</inkml:trace>
  <inkml:trace contextRef="#ctx0" brushRef="#br1" timeOffset="128836.969">10710 14544 7128 0,'0'0'6557'0,"0"0"-4497"0,0 0-1416 0,0 0-308 0,0 0 264 0,7 83 624 31,-3-61-352-31,4 3-516 0,-3 1-356 15,-1-1-152-15,-1-3-484 0,-3 3-576 0,0 5-536 16,-7-2-1300-16,-10 4-3513 0,6-7 142 16</inkml:trace>
  <inkml:trace contextRef="#ctx0" brushRef="#br1" timeOffset="128954.614">10609 15202 5276 0,'0'0'404'15,"0"0"5717"-15,0 0-4725 0,17 70-112 0,-10-52 88 16,2-1-268-16,-1-1-308 15,3-4-448-15,-3-3-348 0,1 1-432 0,-5-6-400 16,3 1-648-16,-3 2-2832 0,0-4-5013 16,-4 1 8885-16</inkml:trace>
  <inkml:trace contextRef="#ctx0" brushRef="#br1" timeOffset="131983.109">10988 14840 1812 0,'0'0'8708'16,"0"0"-6987"-16,0 0-593 0,0 0-428 15,0 0 8-15,100 25 348 0,-68-25-424 16,-1-10-384-16,5-2-248 0,-4-10-460 16,0-1-260-16,0-5-544 0,-8-1-1008 15,-4 4-2309-15,-8 2-2834 16,-5 2 7415-16</inkml:trace>
  <inkml:trace contextRef="#ctx0" brushRef="#br1" timeOffset="132261.612">11200 14500 2940 0,'0'0'1500'0,"0"0"1208"0,0 0-720 0,0 0-167 0,0 0-125 16,0 0-420-16,0 0-152 0,-88 89-244 0,72-48-136 15,4 6-72-15,4 8-28 0,-4 2-100 16,8 3-128-16,0 4-84 16,4-5-72-16,0-1-140 0,0-1-68 0,0-3-52 15,0 1-4-15,4-2-8 0,0-5-64 16,0-1-192-16,-1-5 108 0,-3-7 12 15,0-4 12-15,0-4-48 16,0-2 60-16,-7-6 64 16,-1-7-64-16,0-3-112 0,-4-5-184 15,4-4-176-15,-4-4-456 16,0-7-332 0,-4-13-316-1,0-1-1129-15,4 3-3447 0,-4-26 4360 0</inkml:trace>
  <inkml:trace contextRef="#ctx0" brushRef="#br1" timeOffset="132559.965">10940 14427 3316 0,'0'0'300'15,"0"0"1160"-15,0 0 1700 0,0 0-960 0,60-69-667 16,-47 46-165-16,2 0-136 0,1 1-300 15,0 0-464-15,4 0-308 16,-4 6-84-16,0 0 4 0,-5 4-32 0,6 1-48 16,-9 6 12-16,3 2 100 0,-2 3 0 15,2 0 88-15,1 3-76 0,1 2-36 0,2 6 12 16,5-2-4-16,1 1 4 16,-2-4 36-16,9 0 152 0,-4 1 316 15,4-4-136-15,4-3-356 0,0 0-112 16,3-3-260-16,1-4-444 0,0-2-648 0,4-4-1248 15,-12 4-2817-15,12-7-2103 0</inkml:trace>
  <inkml:trace contextRef="#ctx0" brushRef="#br1" timeOffset="133468.116">6912 15411 2472 0,'0'0'1904'15,"0"0"3012"-15,0 0-2503 0,0 0-573 16,0 0-204-16,0 0-52 0,0 0-468 16,0 0-80-16,0 0-212 0,80 41-176 15,-52-34-112-15,0-1-136 0,4 1-108 16,-4-7-144-16,0 0-148 15,0 0-4-15,0-7-388 0,-1-3-496 0,4-2-88 16,-6-7-528-16,-1 0-2376 16,-4 3-2153-16,-5-7-1847 0</inkml:trace>
  <inkml:trace contextRef="#ctx0" brushRef="#br1" timeOffset="133782.586">7123 15179 3400 0,'0'0'1096'15,"0"0"-1096"-15,0 0 4336 0,0 0-2652 16,0 0 53-16,0 0-501 0,0 0-68 0,0 0-232 16,-79 42-68-16,70-20-172 15,5 3-112-15,1 4-88 0,-1 0-128 0,4 3-168 16,0-1-92-16,0 4-44 0,0 3-28 16,0 4-36-16,4 2-8 0,-4 4-56 0,7-1 16 0,-2 3 40 15,-1 1-4-15,4 1 4 16,-1-5 12-16,1-3-4 0,1-5 0 15,2-4-48-15,-3-4-28 0,1-5-268 16,2-4-40-16,-7-3-60 0,4-6 96 0,-3-1 36 16,-1-5 52-16,-4-7 8 0,0 0 140 0,0 0 112 31,0-4 88-31,0-4 88 0,-9-9-176 16,-3-2-212-16,-3-6-508 0,-1-4-772 0,-5-6-1356 15,6 4-3689-15</inkml:trace>
  <inkml:trace contextRef="#ctx0" brushRef="#br1" timeOffset="134486.772">8450 14490 2620 0,'0'0'132'0,"0"0"-132"0,0 0 5800 0,0 0-3576 15,0 0-499-15,0 0-157 16,48-66-80-16,-40 56-268 0,8-2-228 0,-4-1-212 16,4 1-152-16,0-5-152 0,0 4-156 15,-1 1-100-15,2-1-84 0,-2 3-88 0,-2 1 24 16,-2 3-36-16,-3 6-36 0,5 0-84 16,2 0 80-16,2 10-4 15,-2 8 4-15,1 8 4 0,-4 6 8 0,-4 6-8 16,-8 0 8-16,0 3 40 0,-4 0-48 15,-8 1 0-15,0-7-48 0,-4-7-88 16,5-2-96-16,-2-8-256 0,2-8-200 0,3-1-176 0,-5-4-428 16,6-5-912-16,-1 0-1721 0,-1-5-2031 15,5 3 1972-15</inkml:trace>
  <inkml:trace contextRef="#ctx0" brushRef="#br1" timeOffset="134662.783">8614 14572 2448 0,'0'0'560'0,"0"0"-180"0,0 0 4192 0,0 0-3172 0,0 0-380 15,0 0-451-15,0 0 99 16,-36 96 360-16,31-60-20 0,5-1-184 16,0 3-144-16,0-7-24 0,0 1-76 0,9-10-56 15,3-5-76-15,-1-6-248 0,9-4-104 0,1-4-84 16,3-3-12-16,3-7-120 16,10-7-188-16,2-6-228 0,8-9-332 15,2 1-516-15,3-8-1540 0,-13 11-4357 16</inkml:trace>
  <inkml:trace contextRef="#ctx0" brushRef="#br1" timeOffset="137546.299">25192 3191 1316 0,'0'0'6312'16,"0"0"-2359"-16,0 0-2225 0,0 0 312 15,0 0-436-15,0 0-164 0,0 0-88 16,0 0-424-16,0 0-368 0,49 95-148 15,-42-54-131-15,1 9-37 16,-8 8-64-16,0 5-32 0,0 2-52 16,0-2-92-16,4-3 8 0,0 0 72 15,4-10-80-15,0-1-4 0,0-8 8 16,3-10 0-16,2-2-8 0,-1-10-44 16,-4-2-124-16,0-8-172 0,0-4-305 0,-5-5-243 15,5 0-164-15,-3-5-400 16,7-11-1460-16,-1-6-2037 0,-2-1-1871 0,6-15 4408 0</inkml:trace>
  <inkml:trace contextRef="#ctx0" brushRef="#br1" timeOffset="137794.069">25535 3327 600 0,'0'0'52'0,"0"0"4508"0,0 0 136 0,0 0-2955 16,-75 48-321-16,47-27-336 0,0 9-136 15,-4-2 4-15,0 7-184 0,-4-3-160 16,4 3-108-16,1-3 28 16,-10 3-36-16,1 2-196 0,-8-2-160 0,1 4-132 0,-1-5-4 15,0-1-112-15,4-5-72 16,8-3-124-16,1-2-108 0,10-8-168 0,1-2-148 0,9-4-184 16,7-6-452-16,0 1-272 15,4-4-336-15,4 0-581 0,4-7-2603 16,4-2 3920-16,0-1 220 0</inkml:trace>
  <inkml:trace contextRef="#ctx0" brushRef="#br1" timeOffset="138089.395">25786 3698 3348 0,'0'0'1120'0,"0"0"3948"0,0 0-3223 15,0 0-305-15,0 0 60 0,0 0-88 0,0 0-284 16,0 0-248-16,100-3-228 0,-73-3-300 16,5-4-132-16,8-2-40 0,4 2-48 0,0-2-96 15,7-1-52-15,-2 4-48 0,3 2-36 16,-5-2-4-16,1 2-140 0,0-2-248 15,-4 2-220-15,-1-2-88 0,-11 2-192 0,-4-2-548 16,-4-1-1100-16,-8-2-1641 0,-9-2-1751 16</inkml:trace>
  <inkml:trace contextRef="#ctx0" brushRef="#br1" timeOffset="138346.869">26380 3305 7432 0,'0'0'3004'0,"0"0"-1175"0,0 0-769 0,0 0-220 16,0 0 68-16,0 0-64 0,0 0-328 15,0 0-240-15,92 86-140 16,-73-61-84-16,-3 4 8 0,-4 2 16 16,-4 5 100-16,-4-2 8 0,-4 2-36 15,-4-2 28-15,-8-2-16 0,-12-1-68 16,0 2-92-16,-3-3-88 0,-10 3-108 15,2-1-68-15,-9-1-44 0,8-2-168 0,-4-1-76 16,8 1-204-16,4-7-264 0,9-3-204 16,6-2-272-16,9-8-453 0,4 1-1151 0,13-8-1560 15,-2 2 4240-15,17-4 188 0</inkml:trace>
  <inkml:trace contextRef="#ctx0" brushRef="#br1" timeOffset="138963.048">27073 3334 1264 0,'0'0'720'0,"0"0"24"0,0 0 4600 0,0 0-3260 16,0 0-679-16,0 0-237 0,0 0 4 0,0 0-44 15,0 0-148 1,0 0-100-16,20-13-172 0,-16 13-128 0,-4 6 12 16,4 1 148-16,4 8 372 0,-1 5-384 15,6 7-227-15,-2 12-137 0,2 2 0 16,-5 6-112-16,-1 1-140 0,-3-3-16 15,0 3-88-15,1-7-8 0,-5 0-8 16,0-5-64-16,4-2 12 0,0-5 52 16,-1-7 0-16,1-3 0 0,4-3 8 0,-4-6-8 0,5-5-76 15,-2-1 72-15,1-4-60 16,8 0-48 0,4-4 48-16,0-4 60 0,8-12 4 0,0-2-32 15,4-3 36-15,0-4 8 0,-1-2 4 0,1-9-8 16,4 0-160-16,4-11 16 0,0-4-148 15,7-4-97-15,-2-5-63 16,2-6-132-16,5-3-308 0,-4 7-600 0,0 2-588 0,-5 10-1024 16,-10 19-2105-16,-10 3-2023 0</inkml:trace>
  <inkml:trace contextRef="#ctx0" brushRef="#br1" timeOffset="145289.169">25707 4391 992 0,'0'0'924'16,"0"0"-676"-16,0 0-240 0,0 0 100 15,0 0 8-15,0 0 28 0,0 0 2760 16,0 0-1472-16,0 0-536 0,0 0-348 16,0-16-32-16,0 16 132 15,0-4 0-15,0 4-56 0,0-3-35 0,0 3 83 16,0 0-76-16,0 0 52 0,0 0-44 15,0 0 36-15,0 0-12 0,0 0-56 16,0 0-36-16,0 0-48 0,0 0-96 16,0 0-48-16,0 0-48 0,0 0 20 0,0 3 64 15,0-3 96-15,3 4 0 0,-3-4-76 16,0 0-36-16,0 3-64 0,4-3-36 0,0 6-72 16,0 1 84-16,9-2-24 0,-6 9 72 0,5-1 96 15,4-1-108-15,-4 1-132 16,4 3-88-16,0 4 25 0,0-2-25 15,3 4 28-15,5 3-4 0,1 1-76 0,-5 2 40 16,7 1-44-16,1 3 0 16,0 0 8-16,4 3 0 0,3 0-12 0,-3 2 96 0,1-2-48 0,-6 0-48 15,5 3 0-15,-4-2 0 0,-4-2 0 32,4 1 12-32,-4 0 32 0,0-2-44 0,-1-3 0 0,-2-1 4 15,-1 0-4-15,3 0 0 0,1-4 4 16,-4-3 96-16,5 0-100 0,-6-3 0 15,5-3 0-15,-8-4 12 16,0-1 60-16,-5-3-12 0,2 3 24 16,-5-5-36-16,-4-3-48 0,-1 0 0 0,-3-1-8 15,0 3-4-15,5-5 8 16,-5 0-8-16,0 0-36 0,0 0-60 0,0 0-208 16,-5-5-485-16,2 0-111 0,-5-4 116 0,-4-4-544 0,0 0-884 15,-4-3-2068-15,0 0-1265 16,0 4 113-1,-8-1 4532-15</inkml:trace>
  <inkml:trace contextRef="#ctx0" brushRef="#br1" timeOffset="145597.386">26188 5238 3576 0,'0'0'668'15,"0"0"3600"-15,0 0-3372 0,0 0 20 0,0 0 221 16,0 0 43-16,0 0 196 0,0 0-200 15,16 67-296-15,-8-48-240 0,0 0 84 16,4-1 164-16,0 2-184 0,1-4-140 16,-2 0 36-16,1 0 36 0,0-3-272 15,-4-4-108-15,7 1-112 0,-2-1 16 0,2-2-76 16,2 0 13-16,3-5-25 0,-1 4 16 0,5-6-28 16,-3 0-52-16,-2 0 4 0,1 0 36 15,1 0-36-15,-6 0-8 0,-3-6 44 16,4-1 0-16,-1-8 0 0,6-1-40 15,-1-9-8-15,4-7-4 0,3-6-284 0,1-6-261 16,0-14-487-16,4-2-176 0,0-7-600 16,-8 13-2376-16,4-13-2245 0</inkml:trace>
  <inkml:trace contextRef="#ctx0" brushRef="#br1" timeOffset="146999.689">27324 5594 1616 0,'0'0'864'16,"0"0"3984"-16,0 0-3084 0,0 0-148 0,0 0-355 15,0 0-5-15,0 0-140 16,0 0-208-16,0 0-28 0,0 0-24 15,0 0-76-15,76 16-24 0,-68 3-156 0,-1 3-120 16,-3 7-160-16,-4 2-100 0,0 8-52 16,0 2-32-16,-4 0-52 15,0 4-76-15,-3-5-8 0,7-1 0 0,0-4-60 16,0-6-12-16,7-4 24 16,1-6-16-16,5 1 60 0,-6-8-4 15,1-3-52-15,5 1 52 0,-6-3-64 0,1-5 64 16,5-2-4-16,-6 0-148 0,9-2-60 15,0-9 96-15,4-4-60 0,4-4-12 0,0-7 0 16,4-3 0-16,0-2-40 0,4-7 28 0,-1 2-40 16,5-1-12-16,-4-1 36 15,0 0-8-15,-4 2 56 0,0 8 168 0,-8-1 8 0,-1 10 124 16,-6 7 88-16,-5 2-28 0,-1 4-20 16,-3 6 32-16,-4 0 64 0,0 0-64 0,0 9-60 15,0 10 48-15,-4 4-24 16,0 9-24-16,-7 2 36 0,-2 7-48 15,2 4-40-15,3-3-4 0,-1-1-80 0,9-3 0 16,0-4 40-16,0-5 32 0,9-3-60 16,-1-7 36-16,3-4 28 0,-3-2 68 15,5-3 4-15,-6-4 12 0,6-3-4 16,-5-3-20-16,-1 0 48 0,5 0 20 16,0-3 28-1,0-6-60-15,4-5-64 0,0 0-48 0,4-5-52 16,4-1 0-16,-1-9 4 0,5-2 0 15,0-7-12-15,4-4-8 16,0-5 0-16,0-1-136 0,0 0-196 0,-8 3-4 0,-4 7-68 16,-4 7-140-16,-8 9-48 15,-4 3-188-15,0 6-572 0,-4 3-1192 16,-4-2-2341-16,0 6-4019 0,-8-4 8169 0</inkml:trace>
  <inkml:trace contextRef="#ctx0" brushRef="#br1" timeOffset="150405.041">25264 5372 7416 0,'0'0'6429'0,"0"0"-4773"0,0 0-772 0,0 0-160 16,0 0-80-16,0 0 344 15,0 0-336-15,0 0-164 0,0 0 124 16,0 0 24-16,0 0-320 0,84-4-208 0,-53 4-68 16,1 0-40-16,-4 0-8 15,-4-2-64-15,1-3-136 0,-2 0-120 16,-3-1-328-16,0-8-276 0,-4 2-400 0,0-1-600 16,-1-6-696-16,-2 0-1509 15,-5 0-1355-15,-1 3 1625 0</inkml:trace>
  <inkml:trace contextRef="#ctx0" brushRef="#br1" timeOffset="150738.983">25587 4931 3160 0,'0'0'64'0,"0"0"-64"0,0 0 4272 15,0 0-2924-15,0 0-80 0,0 0-155 16,0 0-125-16,0 0-28 16,-80-52-120-16,64 59-132 0,-4 3-152 15,0 3-40-15,1 2 76 0,2 4-132 16,-2-1-96-16,2 9-68 0,-3-5-96 15,5 6-64-15,-2 1-128 0,6 0 92 0,-1 6-100 16,0 0-4-16,4 2 4 0,0 2 0 16,0-2-12-16,4-2-112 0,4 4 52 15,0-4 68-15,0 3-40 0,8-3 40 0,0 0-12 16,0 0 12-16,3-5 4 0,2 0-4 0,-1-1-92 16,0-4 44-16,0 0 4 0,-1-3-40 15,2-3-72-15,-6-2-64 16,1-2 24-16,-4-2 64 0,1-3 8 0,-1-4-84 0,-4 0-56 15,-4 1-20-15,-5-7 0 16,-2 3-52 0,-6-3 24-16,2-7 228 0,-2 1-240 0,2-10-16 0,7-3-800 0,-4-6 248 0,8-4-249 15,0-3-175-15,4-6-868 0,0 10-2512 32</inkml:trace>
  <inkml:trace contextRef="#ctx0" brushRef="#br1" timeOffset="152031.064">25104 5340 1148 0,'0'0'8276'16,"0"0"-6415"-16,0 0-989 0,0 0-448 16,0 0-68-16,0 0 116 0,0 0 292 15,0 0 44-15,0 0-264 0,0 0-208 0,-7-6-32 0,7 6 36 16,0 0 108-16,0 0 112 15,0 0-112-15,0 0-152 0,0 0-124 16,0 0-124-16,0 0-44 0,0 2-4 0,0-2 0 16,7 4 64-16,1 3 156 0,5-1 4 15,11 0-40-15,-1-4-24 0,9-2-52 16,5 0-108-16,-2 0-36 16,5-5-196-16,-1-1-124 0,6-1-200 15,-2-2-224-15,2 3-240 0,-6-1-696 16,-3 0-2537-16,3-4-4895 0</inkml:trace>
  <inkml:trace contextRef="#ctx0" brushRef="#br1" timeOffset="152657.715">27945 4003 2704 0,'0'0'7912'0,"0"0"-5495"0,0 0-957 0,0 0-740 16,0 0-356-16,0 0-248 15,0 0-104-15,0 0-12 0,0 0-4 0,-8 86-160 16,1-61-176-16,-1 3-76 0,-1-2-356 0,2-3-44 16,-1-1-232-16,0 0-821 15,-1-9-2611-15,2 6-832 0</inkml:trace>
  <inkml:trace contextRef="#ctx0" brushRef="#br1" timeOffset="152811.438">27826 4484 2916 0,'0'0'144'0,"0"0"64"0,0 0 4712 0,0 0-3028 0,0 0-615 16,0 0-701-16,4 75-380 0,-4-62-196 0,0-1-56 15,0 1 52-15,-4 0-100 16,4 0-372-16,0 2-529 0,4-2-587 15,0 0-1160-15,8-4-2268 0,-8-3 4540 0</inkml:trace>
  <inkml:trace contextRef="#ctx0" brushRef="#br1" timeOffset="152975.773">27874 4835 2780 0,'0'0'612'16,"0"0"5136"-16,0 0-4260 15,0 0-127-15,0 0 163 0,0 0 8 0,-28 74-272 16,28-69-572-16,0 5-380 0,0-3-196 15,0-2-112-15,0 2-12 0,0-1-36 0,0 1-352 16,0-7-416-16,0 3-240 0,0-3-388 16,0 0-884-16,-8 0-2537 15,4 0-1367-15,-16-6 6168 0</inkml:trace>
  <inkml:trace contextRef="#ctx0" brushRef="#br1" timeOffset="153287.822">27555 4826 548 0,'0'0'6704'0,"0"0"-4460"0,0 0-836 0,0 0-327 16,0 0 227-16,0 0 12 15,0 0-276-15,0 0-248 0,0 88-200 0,12-62-60 0,-1 6-116 16,6-3-60-16,-6-1-188 16,6-6-12-16,-6 4-100 0,6-5 64 15,-6-2-24-15,2-2 8 0,-2-1-8 0,-3-5 36 16,5 3-4-16,-2-4 88 15,-3-4 16-15,5 0-128 0,-2 0-20 0,6-2 20 16,-2-1 28 0,5-3-4-16,0-3 4 0,8-7-4 15,0-6-32-15,3-4-92 0,5-5-8 16,1-2-76-16,-5-9-228 0,-1-2-256 16,-3 0-264-1,-1-3-76-15,-2-4-440 0,-5 4-696 0,-5 6-2017 0,5-12-2491 16</inkml:trace>
  <inkml:trace contextRef="#ctx0" brushRef="#br1" timeOffset="154054.587">28459 4162 2144 0,'0'0'1656'0,"0"0"1944"0,0 0-1316 0,0 0-223 0,0 0-333 15,0 0-280-15,0 0-244 16,0 0-276-16,0 0-332 0,0 0-224 0,52-16-76 16,-32 12-36-16,0 2-136 0,4-1-52 15,-5 0-64-15,2 3-8 16,-5-4-12-16,0 4-60 0,-4 0-52 0,0 0 0 0,-1 4-60 16,2 4 96-16,-6 6 88 15,1 5 260 1,-4 2-100-16,1 6 76 0,-1 1-52 15,-4 7-100-15,-4-4-32 0,-5 5-52 0,1-5 0 16,-3 1 8-16,-2-3-8 0,2-7 60 16,3 0-12-16,-1-6-40 0,2-4-4 0,-1 2-4 0,4-5-60 15,0-2-52-15,-1-5-72 0,2 2-528 16,-1-1-220-16,0-3-168 16,-4 0-448-16,-1 0-680 0,2 0-465 0,-5 0-1411 15,0-3 1168-15,0-3 536 16,4-5 2140-16,-4 3 260 0</inkml:trace>
  <inkml:trace contextRef="#ctx0" brushRef="#br1" timeOffset="154212.856">28491 4492 1096 0,'0'0'1212'16,"0"0"-912"-16,0 0-92 0,0 0 1176 16,0 0 908-16,0 0-1200 15,-52-69-92-15,52 69 292 0,0 0-127 0,0 0-253 16,0 0 36-16,13 0 32 0,-2 0 84 16,6 3 4-16,2 0-88 15,1 0-148-15,0-3-276 0,-4 0-236 0,0 0-236 16,4 0-84-16,0-3-56 0,-9 0-388 15,6 0-732-15,-6-1-480 0,-2 4-1084 0,-5 0-2077 16,-4 0-1979-16,-4 4 6208 0</inkml:trace>
  <inkml:trace contextRef="#ctx0" brushRef="#br1" timeOffset="154368.914">28448 4547 3192 0,'0'0'444'0,"0"0"3456"0,0 0-1812 16,0 0-219-16,0 0 63 0,-76 35-132 15,72-33-264-15,4-2-468 0,0 0-340 16,0 4-284-16,7-1-16 0,2 0 492 15,7 0-192-15,0 1-276 0,3-4-296 0,5 0-104 0,-3 0-52 16,7-7-160-16,-5-3-156 0,5-2-120 16,0-1-152-16,0-4-220 0,0-4-260 15,4-2-932-15,-8 9-2352 0,7-22-2329 0</inkml:trace>
  <inkml:trace contextRef="#ctx0" brushRef="#br1" timeOffset="154562.561">29009 4105 5348 0,'0'0'2668'0,"0"0"-404"0,0 0-1051 15,0 0-481-15,0 0 380 16,0 0 248-16,0 0-140 0,0 0-416 0,0 77-220 0,0-49-260 16,0-3-88-16,-4 4-112 0,1-1-120 0,-1 1-4 15,-9-1-48-15,2 1-188 0,-6-4-584 16,2 4-372-16,-5-1-680 15,-1-2-2309-15,6-3-2419 0,-9 2 3900 0</inkml:trace>
  <inkml:trace contextRef="#ctx0" brushRef="#br1" timeOffset="154694.288">28822 4734 4772 0,'0'0'7497'0,"0"0"-5761"0,0 0-560 0,0 0-120 16,0 0 80-16,0 0-480 0,0 0-544 15,0 0-112-15,0 0-112 0,0 0-272 16,0 0-624-16,19 63-652 0,2-59-3081 0</inkml:trace>
  <inkml:trace contextRef="#ctx0" brushRef="#br1" timeOffset="156758.154">29698 3857 3084 0,'0'0'0'0,"0"0"0"0,0 0 4212 0,0 0-2420 15,0 0-152-15,0 0-299 0,0 0 63 16,0 0-120-16,0 0-368 0,0 0-400 0,0 0-100 0,0 22 60 16,-4 1 32-16,1 9 160 15,-1 2-28-15,4 8-208 0,-4 5-52 16,0 1-88-16,0 3-36 0,-5 0 12 0,6-1 24 15,-5 2-108-15,0-5-136 16,-1-7-40-16,2-1-4 0,3-7-4 0,0-7-60 16,0 0 0-16,4-6-88 0,-4-2-168 0,-1-2-148 15,5-5-148-15,-3 0-272 0,3-1-268 32,0 1-540-32,0-4-940 0,0-6-2089 0,3 0-1739 0,6-3 5184 15</inkml:trace>
  <inkml:trace contextRef="#ctx0" brushRef="#br1" timeOffset="156993.009">29882 4314 1972 0,'0'0'1552'0,"0"0"3868"15,0 0-3816-15,0 0-227 0,-12 74-33 0,8-49 52 16,0-3-160-16,-1 0-520 0,5 0-440 0,-3-3-276 0,-1-3-12 15,4-2 8-15,0-6 4 0,-4 3-152 32,4-2-320-32,0-6-184 0,0-1-152 0,0-2-40 0,0 0-312 0,0-2-1037 15,4-10-1795-15,0 1-896 0,4-11 3844 16</inkml:trace>
  <inkml:trace contextRef="#ctx0" brushRef="#br1" timeOffset="157170.381">29941 4156 768 0,'0'0'900'0,"0"0"7144"0,0 0-6623 16,0 0-381-16,0 0 404 15,0 0-164-15,0 0-272 0,0 0-380 0,0 0-376 16,0 0-248-16,0 0-4 0,49-61-112 0,-42 58-76 16,5-3-156-1,-3 6-508-15,-2-2-488 0,1 2-1024 0,0-5-2305 0,-3 5-1555 16,-2 0 5529-16</inkml:trace>
  <inkml:trace contextRef="#ctx0" brushRef="#br1" timeOffset="157925.244">30101 4328 3688 0,'0'0'1404'16,"0"0"2832"-16,0 0-2439 0,0 0-485 0,0 0-240 16,0 0 92-16,0 0 72 15,0 0-368-15,0 66-184 0,-4-41-324 0,4 4-4 16,-8-4-20-16,4 0-68 0,0-2-156 15,4-8-100-15,-4-2-12 16,4-3 0-16,0-1-12 0,0-5-48 0,0-1 48 0,0-3-124 16,4 0-88-1,0 0-356-15,4-7 272 16,4 0 8-16,0-1 76 0,0-5 64 0,4 1-4 16,-4-2 40-16,4 2 76 0,-4-1 36 15,-1 1 12-15,2-1 12 0,2 0 28 16,-2 0-40-16,-2 1-4 0,-3 5-4 15,-3 4-128-15,-1 0 84 0,-1 3 52 0,-3 3 124 16,0 10 240-16,0 3 256 0,0 6-12 0,-7 3-240 16,2 0-60-16,-3 0 100 0,4 1 216 15,1-6 84-15,-1-1-340 16,0-3-200-16,4-7-104 0,0 1-60 0,0-4-4 0,0-3-4 16,8 0-108-16,-1-3-336 15,6-3-336-15,6-6 0 0,5-7-428 0,4 0-1076 16,4-6-1976-16,-4 0-1109 0</inkml:trace>
  <inkml:trace contextRef="#ctx0" brushRef="#br1" timeOffset="158226.072">30519 4438 2632 0,'0'0'272'16,"0"0"4908"-16,0 0-2243 16,0 0-1101-16,-28 73-548 0,28-53-140 0,0-4-164 15,0-2-212-15,0-3-288 0,12-5-184 0,-3 0-80 0,6-6-32 16,5 0-188-16,1 0-52 15,6-12-392-15,1-1-176 0,0-4-128 16,-4-1-72-16,4 3-36 0,-8-5 144 0,-5 4 320 16,2 0 392-16,-9 1 168 0,-1-1 64 15,-7 3 108-15,0 1 104 0,0 2 184 16,0 3 152-16,0 5-188 0,-4 2-180 0,-7 0-104 0,-6 9-84 16,-3 3 232-16,-3 8 52 15,-5 2 44-15,4 3 0 0,-4 3-220 0,4 2-124 16,4-2-100-16,4-2 0 0,4-1 4 15,9-6-40-15,-1 0-24 0,4-7-48 16,7 1-88-16,9-4-276 0,8-2-188 16,8-4-124-16,7-3-344 15,6-3-1040-15,-9-4-3125 0,19-8-3839 16</inkml:trace>
  <inkml:trace contextRef="#ctx0" brushRef="#br1" timeOffset="158558.625">31073 4568 13185 0,'0'0'2832'0,"0"0"-1308"0,0 0-176 0,0 0-84 0,0 0-144 16,-91 64-255-16,70-45-417 16,6 3-280-16,2-3-92 0,6-2-76 0,3-5-4 15,4 1-80-15,0-5-84 0,0-3-196 0,4-3-85 16,3-2-63-16,10 0 60 0,-2-7-48 16,5-4-244-16,1-6-316 0,3 1-64 15,-9-3 388-15,5 0 424 0,-4 1 312 16,0 2 152-16,-4 0 308 15,-4-3-36-15,4 3 160 0,-4 0-32 16,-4 4-68-16,0-1-104 0,-4 7 0 0,0 2 60 16,0 4 24-16,0 0-244 0,0 0-164 0,0 10-52 15,-8-2 88-15,0 11 68 0,-1 2-4 16,2 0-84-16,-1 2-72 16,4-4-52-16,0-4-20 0,0 2-60 0,4-5-28 15,0 1-192-15,0-4-172 0,4-3-104 16,4 1-132-16,0-3-524 0,4-4-1416 15,0 0-2457-15,-4 0-3483 0,12-11 8484 0</inkml:trace>
  <inkml:trace contextRef="#ctx0" brushRef="#br1" timeOffset="158943.533">31511 4514 1844 0,'0'0'1396'15,"0"0"4012"-15,0 0-3548 0,0 0-1031 16,0 0-213-16,0 0 268 0,0 0-84 16,0 0-112-16,0 0 32 0,40 77-240 0,-35-55-244 15,2 3-220-15,-3-6-8 0,0 3 52 16,0-5-8-16,0-2-52 0,1-2 48 15,-5-3 16-15,3-2-64 0,-3-3 4 16,0-3 44-16,0-2-36 0,0 0 144 0,0 0-156 16,0 0-404-16,0-2 64 0,0-5 64 15,0 1 0-15,4-4 36 0,4 0 240 0,-4 1 64 16,4-4 224-16,4 0-24 0,4-6 12 0,0-3-160 16,-1 0 44-16,6-3-160 15,3-5-12-15,-5 5-48 0,1-2-144 0,1 4-196 31,-2 4-296-31,-3 3-372 0,5 7-684 0,-10-1-2157 16,9 7-2459-16</inkml:trace>
  <inkml:trace contextRef="#ctx0" brushRef="#br1" timeOffset="159861.307">29949 4861 3524 0,'0'0'7485'0,"0"0"-5881"0,0 73-380 0,0-35-336 0,-4 10 172 16,0-1-20-16,-3 0-256 0,-1-5-252 15,-1-1-272-15,5-6-160 0,1-6-100 31,-1-6-12-31,4-4 12 0,0-8-12 0,0-1-48 0,4-6-16 0,-1-1 16 16,10-3-260-16,-1 0 84 16,4-7-24-16,-1 0-40 0,9-5-24 15,-3-4-24-15,2 0-8 0,1 0 56 16,-4 1 24-16,0 2 172 0,-4 0 104 16,-4 4 88-16,-4 3 0 0,0 6 124 0,-4 0 64 15,-4 2 104-15,0 11 220 0,0 6 500 16,-8 3-420-16,-1 7-252 15,2-1-32-15,-1 5 104 0,0-8-36 0,4-3-196 16,4-6-172-16,0-3-96 0,4-4-12 0,8-6-208 16,4-3-280-16,7-3-60 0,5-13-324 0,4-3-760 15,0-3-2864-15,-4 3-3865 0</inkml:trace>
  <inkml:trace contextRef="#ctx0" brushRef="#br1" timeOffset="160188.221">30551 5147 6004 0,'0'0'6985'0,"0"0"-4401"0,-52 76-1516 0,33-48-408 16,2 0 568-16,10 2-112 0,-1-8-224 15,8 0-440-15,0-7-220 0,12-5-232 0,4 0-72 16,-1-7-112-16,9-3-72 0,1 0-12 16,6-10-136-16,1-3-160 15,-4-2-136-15,4-4-164 0,-9 2 48 0,1 3 228 16,-3-3 248-16,-10 1 340 0,-3 3 36 15,1 4 344-15,-9-4 168 0,0 4 72 16,0-1 24-16,-9 4-140 0,1 3-48 16,-3 3-100-16,-2 0-236 0,-2 3-8 15,-2 10-4-15,-2-4 28 0,-1 7-16 0,4-3-120 32,4-4-144-32,0 5-272 0,4-9-356 0,4 2-68 15,0 0-188-15,0-7-276 0,4 0-516 16,8 0-632-16,4-5-1489 0,7-1-527 15,-2 0 3440-15,15-10-668 0</inkml:trace>
  <inkml:trace contextRef="#ctx0" brushRef="#br1" timeOffset="160563.325">30974 5197 808 0,'0'0'808'0,"0"0"9913"16,0 0-8393-16,0 0-1016 0,28 73-372 16,-28-45 288-16,-4 2-292 0,-9-2-348 0,6-3-268 15,-1-3-320-15,3-2 0 0,1-5-72 16,4-5-40-16,4-1-120 0,5-5-172 15,6-4-396-15,9-4 192 0,4-2-324 0,4-10-224 16,4 1-156-16,0-2 80 0,-1-1 108 0,-3-1 404 16,1 3 720-16,-6 2 116 0,-3 2 488 15,-8-1 276-15,-4 11 128 0,-4-2-8 16,-8 4 8-16,0 6 220 0,-4 7 160 16,-12 3-404-16,0 3-288 0,1 0-60 15,-2 0 212-15,6-3-275 0,3-6-341 0,3-1-232 16,5-3-76-1,0-6-32-15,5 4-12 0,3-4-233 0,7 0 49 16,5-4-108-16,4-5-164 0,1 0 112 16,2-1 24-16,1-3-36 15,0 4-28-15,0-1 120 0,3 0 172 0,-3 3 64 16,0 2 136-16,-4 5 12 0,1 0 0 16,-6 3 212-16,-3 6 108 0,-4 8-112 0,-4 1 28 15,0 5-76-15,-8-1-12 0,0 3-148 0,0 0-48 16,0-2-332-16,-5-4-568 0,5-3-3028 15,0 3-2789-15</inkml:trace>
  <inkml:trace contextRef="#ctx0" brushRef="#br1" timeOffset="160755.784">32265 5673 1316 0,'0'0'336'16,"0"0"-336"-16</inkml:trace>
  <inkml:trace contextRef="#ctx0" brushRef="#br1" timeOffset="161317.808">31779 5413 3344 0,'0'0'6792'0,"0"0"-4835"0,0 0-1201 0,0 0-488 15,-25 73 192-15,25-61 364 0,8-1-80 16,9-5-240-16,-2-4-140 0,13-2-300 15,4 0-64-15,3-6-76 0,6-7-124 16,6-1-40-16,-2-3 88 0,-2 1 148 0,-3-3-56 16,-4 3 60-16,-4 1 60 15,-4-1 132-15,-12 3 32 0,-5 0 16 0,-6 1 24 16,-5-1 0-16,-5 3-28 0,-14 3 12 16,-5 1 176-16,-8 4 332 15,-4 2-116-15,-3 2-148 16,-6 11-272-16,2-1-36 0,-2 2-184 15,2 2-72-15,3-4-296 0,-4 1-604 0,12-3-1028 16,-20 5-4397-16</inkml:trace>
  <inkml:trace contextRef="#ctx0" brushRef="#br1" timeOffset="161449.77">32284 5397 5044 0,'0'0'8433'0,"0"0"-8433"0,0 0-1688 0,0 0 259 16,0 0-35-16,0 0-3144 0</inkml:trace>
  <inkml:trace contextRef="#ctx0" brushRef="#br1" timeOffset="162336.522">26738 4213 4912 0,'0'0'7837'16,"0"0"-6321"0,0 0-932-16,0 0-196 0,0 0 456 15,0 0 232-15,0 0-244 0,0 0-424 0,0 0-88 16,0 0-76-16,56-73 28 0,-28 57 60 15,4 4-40-15,0-2-84 0,-4 2-96 16,-4 5-16-16,-1 1-84 0,1 0-12 0,-4 3 0 16,1 3-12-16,-6 0-84 15,-3 3-40-15,4 7 12 0,-8 5 124 0,-1 7 196 16,-2 10 36-16,-5 0-64 0,0 3-8 16,-5 0-112-16,-6 1 12 0,-1-6-56 15,0-2-4-15,4-4-8 0,0-6-40 0,1-6-12 16,2-1-52-1,1-5-204-15,-4-6-504 0,4 0-288 16,-3 0-280-16,-6 0-1076 0,1 0-1869 16,0-3-1503-16</inkml:trace>
  <inkml:trace contextRef="#ctx0" brushRef="#br1" timeOffset="162519.911">26902 4356 1748 0,'0'0'940'16,"0"0"-304"-16,0 0 5332 0,0 0-3927 0,0 0-273 15,0 0-208-15,0 0-348 0,0 0-248 16,0 0-464-16,-9 19-80 0,5-3-160 15,1 6-48-15,-5-3 44 0,4 3 40 0,-1-3 24 0,1-3-72 16,4-3-88-16,0-4-64 16,0-3 16-16,13 1 84 0,2-3 60 0,9-4 440 15,4 0-380-15,12-14-316 0,4-4-84 0,8-5-308 16,4-5-304-16,-4-4-284 16,4-3-736-16,-17 10-2896 0,17-17-4537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15:28.5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1294 895 14693 0,'0'0'1664'15,"0"0"-732"-15,0 0-596 16,0 0 96-16,0 0 532 0,0 0 64 0,0 0 36 16,88 6-79-16,-41-2-405 0,9-1-180 15,4 3-88-15,4-3-20 0,-4 0-124 16,3 1 16-16,1-4-88 0,-4 3-96 15,0-3-172-15,0 0 100 0,-4 0-204 16,-8-3-172-16,-1-1-388 0,-11-2-221 0,-8 0-531 16,-8 3-2144-16,-12-1-2177 0,-8 4-4111 0</inkml:trace>
  <inkml:trace contextRef="#ctx0" brushRef="#br0" timeOffset="199.342">1517 1207 11041 0,'0'0'5776'0,"-15"91"-5068"0,19-37-224 16,3 13 688-16,10 16 184 15,-6 9-332-15,6 6-475 0,-2 4-89 0,2-4-352 16,-2-6-108-16,-2-9-108 0,-2-13-232 16,1-16-85-16,0-17-39 15,-8-11-156-15,4-10-284 0,-4-7-608 0,0-6-300 0,-4-3-648 16,0 0-1629-16,0-9-1819 0</inkml:trace>
  <inkml:trace contextRef="#ctx0" brushRef="#br0" timeOffset="342.915">1629 1758 6520 0,'0'0'8909'16,"0"0"-7841"-16,0 0-544 0,116 4 368 16,-69-1 884-16,1 1-812 15,-4 1-636-15,4-5-36 0,-4 3-220 0,0 1-72 0,-4-1-84 16,-5 1-136-16,-7-1-292 15,-4 6-600-15,-12 0-564 0,-4 1-2360 0,-12 15-3357 16</inkml:trace>
  <inkml:trace contextRef="#ctx0" brushRef="#br0" timeOffset="526.923">1618 2156 13149 0,'0'0'2268'16,"0"0"-1360"-16,0 0-84 15,0 0 376-15,83 28-4 0,-43-24-400 0,7-4-52 0,5-4-76 16,4-3-243-16,3-1-425 0,-3-5-12 16,4-4-172-16,-8 2-169 0,0-4-535 0,-1-1-260 15,-6 2-1060-15,-9 2-2592 0,3-3-1505 16</inkml:trace>
  <inkml:trace contextRef="#ctx0" brushRef="#br0" timeOffset="674.405">2462 1765 4212 0,'0'0'10153'0,"0"0"-8325"0,43 76-1188 0,-22-37 316 16,3 5 1152-16,4 3-768 0,0-2-367 15,3-4-441-15,-3-3-400 0,8-6-132 0,-4-7-324 16,8-6-356-16,-5-9-353 16,5-7-483-16,-4-3-920 0,-8-7-2772 15,4-14-2829-15</inkml:trace>
  <inkml:trace contextRef="#ctx0" brushRef="#br0" timeOffset="826.936">2924 1796 14145 0,'0'0'2716'16,"-28"80"-2004"-16,13-35-232 0,-2 3 592 0,-3 4 336 0,1 3-604 16,2-10-560-16,2-3-244 0,2-9-272 0,2-1-288 15,-1-6-256-15,-4-1-548 0,-8-6-1200 16,8-3-2545-16,-32 3-3579 0</inkml:trace>
  <inkml:trace contextRef="#ctx0" brushRef="#br0" timeOffset="1079.175">984 2648 15281 0,'0'0'1968'16,"0"0"-1756"-16,0 0-52 0,0 0 608 0,0 0-264 15,0 0-36-15,0 0 144 0,103 38 228 16,-47-38-304-16,8 0-280 0,8 0-160 16,11 0-8-16,9 0 57 0,12 0-97 0,3-4-48 15,16 4-48-15,5 0-36 0,8-3 84 16,7 3 112-16,0-3 48 0,1-3-40 0,-5-1-120 0,1-5-84 16,-9-1-12-16,-3-6 20 15,-9 0-32 1,-7 0-269-16,-9 1-243 0,-7-1-272 15,-16-1-420-15,-12 4-1376 0,-25 3-2693 16,1-3-3675-16</inkml:trace>
  <inkml:trace contextRef="#ctx0" brushRef="#br0" timeOffset="1309.453">4378 1977 19717 0,'0'0'2096'16,"0"0"-1635"-16,0 0-461 16,0 0-521-16,0 0 265 0,0 0 252 0,0 0-120 0,0 0-508 0,0 0-1276 15,0 0-3948-15</inkml:trace>
  <inkml:trace contextRef="#ctx0" brushRef="#br0" timeOffset="1960.078">6363 790 12793 0,'0'0'3852'15,"0"0"-3004"-15,0 0-340 0,111 26 12 16,-59-17 264-16,8-2 260 0,3 3-340 16,5-4-240-16,-1-3-256 0,6 0-15 15,-2-3-133-15,-3 0-60 0,-8 3-80 0,-4 0 19 16,-9 4-87-16,-10-1 16 0,-14 10-124 16,-11 3-168-16,-12 10 80 0,-7 8 40 0,-21 8-40 15,-13 9-32-15,-6 0 192 0,-13 7 184 0,-8-1 80 16,0 3 92-16,-7 0 24 15,-1 4-24 1,0 0 12-16,9-4 108 0,3 1 72 16,16-4-56-16,12-9 44 0,12-6-72 0,12-8-123 15,12-8-157-15,16-3 12 0,15-4-12 16,14 0 280-16,11-3 180 0,8-7 388 0,11-1-380 16,1-11-248-16,3 0-76 15,1-13-144-15,-5-4-104 0,-2-5-64 0,-6 0-340 16,-7-6-220-16,-4-4-228 0,-5-1-273 15,-10 5-1475-15,-2-9-3892 0</inkml:trace>
  <inkml:trace contextRef="#ctx0" brushRef="#br0" timeOffset="2160.15">7446 1171 15469 0,'0'0'1716'15,"0"0"-1528"-15,-91 86 172 0,51-41 272 16,-8 8 68-16,-4 5-112 0,-4 2 76 16,1 4-44-16,3-1-232 0,-4 0-364 0,9 1-24 15,-2-7-280-15,10-6-280 16,7-3-48-16,4-14-180 0,11-5-432 16,6-12-1228-16,11-9-2525 0,0-10-2931 0</inkml:trace>
  <inkml:trace contextRef="#ctx0" brushRef="#br0" timeOffset="2414.179">8279 777 10288 0,'0'0'4641'16,"0"0"-2933"-16,0 0-724 0,0 0-56 0,0 0-20 16,-95 109-124-16,42-53-184 0,-6 15-16 15,-1 8-172-15,-8 3-23 0,1 11-85 16,-6 2-124-16,-6 10-168 0,-9 5-12 15,-3 8 0-15,-5 6 0 0,1 3 0 0,-1-3-72 16,5-3-136-16,3-4-228 31,4-6-49-31,9-9-99 0,11-13-88 16,16-20 232-16,16-18 12 0,11-18-136 0,18-25-996 16,3-4-2484-16,3-21-3953 0</inkml:trace>
  <inkml:trace contextRef="#ctx0" brushRef="#br0" timeOffset="3428.992">7797 2021 6796 0,'0'0'8265'0,"0"0"-6853"0,0 0-1076 0,0 0-136 16,0 0 432-16,0 0-12 0,0 0 8 15,0 0-100-15,80 74-284 0,-69-39-96 16,2 4-148-16,-5 1 0 0,-5 2-36 16,1-4-36-16,0-6 64 0,-4-4-68 0,0-6 64 15,0-5-72-15,0-9 84 0,0-4 0 16,0-1 12-16,0-3-12 16,4-3-88-16,0-6-20 15,1-5 44-15,2-5 16 16,1-6-12-16,4-4-4 0,0-2-44 0,0 3-16 15,0 9 12-15,-4 2-48 0,0 11-136 0,-1 3-36 16,-2 3 332-16,7 9 160 0,-4 8 332 16,-1 2-256-16,2 9-100 0,-1 3-64 15,-1 2-32-15,-3-1-40 0,5-1-12 16,-5-5-124-16,0-4-144 0,0-10-364 0,-4-9-284 16,7-3-616-16,-3 0-836 15,5-9-2673-15,-1-13-2531 0</inkml:trace>
  <inkml:trace contextRef="#ctx0" brushRef="#br0" timeOffset="3713.369">8590 1835 12405 0,'0'0'2820'0,"0"0"-1584"16,0 0-392-16,91 28 1108 0,-66-15-716 0,-2 0-384 0,1 3-59 16,-4-4-213-16,-1 4-276 0,2 0-172 15,-1 0-132-15,-5 0-12 0,2 5-60 16,-10 3-36-16,1 1 8 0,-8 9-140 15,0 5-4 1,-11 2 76-16,-6 7 88 0,6-4 80 0,-5-3 8 16,0 0 48-16,8-3-56 0,4-8-48 15,4-5 0-15,4-6-40 0,11-3 88 16,10-4 40-16,6 1 176 0,14-3 184 16,2-1-120-16,1-3 80 0,3-2-80 15,2-4-184-15,-5 0-92 0,-1 0-4 16,-7-7-176-16,0 1 92 0,-8-4-352 0,-4 1-328 0,-5-7 59 15,1 3 61-15,-7-6-360 16,-2-6-1172-16,-2 5-2636 0,-9-18-3021 0</inkml:trace>
  <inkml:trace contextRef="#ctx0" brushRef="#br0" timeOffset="3897.833">9215 1996 13121 0,'0'0'2068'16,"-28"84"-1288"-16,16-43-188 0,-4 9 304 16,-7 11 32-16,3-4-460 0,-5 0-468 0,1 0-124 15,5-6-580-15,-1-1-612 0,1-8-976 16,6-11-2825-16,-7-1-2719 0</inkml:trace>
  <inkml:trace contextRef="#ctx0" brushRef="#br0" timeOffset="4356.782">11685 1705 6748 0,'0'0'7157'16,"0"0"-5801"-1,16 91-552-15,-8-46 184 0,-4 9 4 0,0 0-240 16,-4-1-196-16,0-4-228 15,0-11-328-15,0-10-48 0,0-6-284 0,0-12-344 16,-4-3-412-16,0-7-400 0,4 0-936 16,-11-12-4985-16</inkml:trace>
  <inkml:trace contextRef="#ctx0" brushRef="#br0" timeOffset="4499.29">11383 1244 13965 0,'0'0'2588'0,"0"0"-1496"16,0 0-28-16,0 0 200 0,0 0-472 16,83 13-580-16,-47-7-212 0,8-2-412 0,3-1-616 0,5 0-660 0,-16 0-2624 15,20 13-5437-15</inkml:trace>
  <inkml:trace contextRef="#ctx0" brushRef="#br0" timeOffset="4772.518">12291 1581 14621 0,'0'0'2500'0,"0"0"-1100"0,0 0 352 16,-75 79-484-16,58-56-443 0,2-1-389 0,6-7-264 15,5 4-172-15,4-2-72 0,0-4 8 16,13-1 16 0,2 3 0-16,6-4 36 0,3-2-96 0,3-4 96 0,9 2-60 15,0 0-12-15,0-4-16 0,3 3-32 16,-3 4 84-16,1 3 48 0,-5 0 72 0,-9 5-72 15,-3 1-44-15,-8 3-76 0,-4 4-112 0,-8 3 71 16,0-2-55-16,-12 3-52 16,-4-8 0-16,-4 0 0 0,0-6-12 15,0-6-124-15,-4-4-380 0,4-6-760 0,1 0-1464 16,-9-10-3301-16</inkml:trace>
  <inkml:trace contextRef="#ctx0" brushRef="#br0" timeOffset="5484.713">14650 1558 12805 0,'0'0'1844'16,"0"0"-648"-16,0 0-528 0,0 0-108 0,0 0 668 16,44 74-328-16,-33-33-300 15,-2 13-292-15,-5 3-164 0,0 0-44 0,-4 0-96 16,0-6-4-16,0-9-64 0,0-14-44 16,0-9-52-16,0-9-244 15,3-10-160-15,1 0-100 0,5-10-4 16,2-9 172-16,10-6-16 0,-2-6-4 15,1-8 52-15,4-2-52 0,0-1 52 16,0-3 336-16,0 7 76 0,0 4 52 16,0 5 4-16,-1 10 364 0,-3 3 112 0,1 13 132 15,-6 3 108-15,2 0 24 0,-6 16 72 16,1 3-40-16,0 3-76 16,-8 8-160-16,4 0-140 0,-8 3-108 0,0-2-72 0,0 1-72 15,-4 0-40-15,0-4-104 0,-4-6 8 16,5-5-8-16,-2-5-4 0,1-2-48 0,4-7-12 15,0-3-196-15,0 0-452 0,0 0-256 16,0-6-320-16,9-5-416 0,2-1-1012 16,1 3-2813-16,4-10-2742 15</inkml:trace>
  <inkml:trace contextRef="#ctx0" brushRef="#br0" timeOffset="5798.43">15391 1835 11221 0,'0'0'2940'15,"0"0"-1552"-15,0 0-344 0,0 73 520 0,0-54-220 16,0-7-416-16,4-2-416 0,0-3-268 0,0-7 0 16,3 0-124-16,10 0-120 0,-2-4-56 0,6-4-128 15,3-6 16-15,4 1 8 16,-4 1 4 0,3-1-76-16,1 4 12 0,0-4 0 0,-4 0-64 15,-4 0 16-15,3 1 120 0,-6-4 76 0,-6 7 72 0,-2 2 12 16,-9 1 160-16,0 0 84 31,0 2-24-31,-13 1-168 0,2-4-64 0,-9 7-52 0,0 0-8 0,-4 0 52 0,0 10-52 0,0 0-8 16,0 5 68-16,1 4 76 0,2-3-64 0,1 3-12 15,5-2-44-15,2-5-80 16,5-2-60-16,1-4-256 0,7-6-288 16,0 0-300-16,7-13-612 0,1 1-888 15,20-20-2873-15</inkml:trace>
  <inkml:trace contextRef="#ctx0" brushRef="#br0" timeOffset="6012.412">16207 1114 14129 0,'0'0'2448'0,"0"0"-1676"16,-7 70-228-16,-1-33 616 0,-1 15-92 15,9 2-120-15,0 3 137 0,5 3-117 0,7 1-520 16,4-1-292-16,0-4-156 0,4 2-60 15,-1-10-268-15,1-6-204 0,1-11 120 16,-6-10 196-16,-2-7-333 0,-2-5-11 16,-7-5-144-16,-4-4-508 0,0-4-616 15,-8-5-836-15,-4-10-1905 0,-4 3-143 16,-12-15 528-16</inkml:trace>
  <inkml:trace contextRef="#ctx0" brushRef="#br0" timeOffset="6217.008">15932 1533 1616 0,'0'0'8664'0,"0"0"-6643"0,0 0-793 0,-86 6 116 15,73 1 204-15,9-4-192 0,4 0-328 0,4-3-500 16,12 3-212-16,12-3 272 0,8 0 0 16,15 0-212-16,9 0-144 0,9-9-64 15,-2 0-156-15,5-4-12 0,-1 0-180 0,1 0-224 16,-4 7-448-16,-4 0-424 0,-1 6-492 16,-19 0-2564-16,12 0-6213 0</inkml:trace>
  <inkml:trace contextRef="#ctx0" brushRef="#br0" timeOffset="6520.991">17483 1457 144 0,'0'0'13341'15,"0"0"-11629"-15,0 0-1120 0,0 0-244 0,0 0 332 16,0 0 228-16,88 60 484 0,-33-44-152 15,13-5-412-15,4-6-428 16,3-5-204-16,-3 0-184 0,4-12-12 0,-9-8-160 0,2-2-56 16,-11-3-368-16,-5-1-296 15,-5-5-408-15,-12-1-720 16,-12 6-2368-16,-5-9-2801 0</inkml:trace>
  <inkml:trace contextRef="#ctx0" brushRef="#br0" timeOffset="6704.44">18076 1124 12137 0,'0'0'2028'0,"-28"83"-928"0,21-27-32 16,-1 14 304-16,-1 13-64 0,5 9 16 0,1 2-364 15,-1 6-351-15,0 0-245 0,0 0-120 16,-1-6-196-16,1-10-48 0,0-15-328 16,1-11-12-16,-1-14-13 0,0-13 49 15,4-11-48-15,0-11-28 0,0-9-256 16,0 0-480-16,0-19-580 0,0 6-1312 0,0-28-3649 0</inkml:trace>
  <inkml:trace contextRef="#ctx0" brushRef="#br0" timeOffset="6972.329">18312 1295 13073 0,'0'0'1640'0,"0"0"-656"0,0 0 132 16,99 16 532-16,-67-3-564 0,-8 2-240 0,4 8 80 15,-9 3-351 1,2 2-233-16,-10 10-160 0,-3 0-120 0,-3 9-60 16,-5 2-100-16,-9 1-116 0,-6 4-4 0,-9-2-73 0,-1-5-23 15,1-10 124-15,9-8 192 0,-2-10 132 16,10-6 88-16,7-10 120 0,0-3 49 16,0-3 83-16,7-10-132 0,6-9-148 15,6-11 16-15,9-11-132 0,9-3-76 0,3-7-232 16,3-1 4-16,-3 5-112 15,4 6-328-15,-5 3-293 16,2 3-307-16,-5 3-864 0,-8 12-2260 16,4-5-1249-16</inkml:trace>
  <inkml:trace contextRef="#ctx0" brushRef="#br0" timeOffset="7286.837">18993 1569 11537 0,'0'0'2544'0,"0"0"-1280"0,-16 72-132 0,16-56 336 16,0 3-76-16,0-10-232 0,7-2-296 0,6-4-243 15,6-3-401 1,9-3-220-16,4-13-48 0,5-6-184 16,2-6-109-16,1-4-35 0,4-7-76 0,-8 4 28 15,0 1 80-15,-5-1 88 0,-6 3 48 16,-10 1 208-16,-6 1 24 0,-6 2-24 16,-3 6-172-16,-8 3 60 0,-8 6 112 15,0 7 112-15,-3 6 148 0,-5 9-252 16,-4 10 144-16,0 16 44 0,-4 6 160 0,0 6 240 0,4 5-24 15,0 2-159-15,4-4-121 0,8-6-100 16,5-2-8-16,6-7-88 0,5-9-36 31,0-6-12-31,13-8-48 0,2-6-228 0,5-6-172 0,8-4-245 16,8-8-355-16,7-7-356 0,6-10-684 0,-14 7-2608 16,17-13-5885-16</inkml:trace>
  <inkml:trace contextRef="#ctx0" brushRef="#br0" timeOffset="7587.067">19678 1473 15045 0,'0'0'2628'0,"0"0"-1724"0,-24 71-164 0,20-50 544 0,0 2-228 15,4-9-227-15,4-3-177 0,12-8-360 16,8 0-196-16,11-3-96 16,6-12-36-16,6-7-244 0,5-7-96 0,0-3 4 15,-1-2 20-15,-2-1 156 0,-6 0-121 16,-6 3-231-16,-5 4 292 0,-13-1 112 15,-11 1 8-15,-8 3-44 0,0 3 172 0,-12 0 8 16,-3 9 144-16,-2 4 248 16,2 6 20-1,-5 4-144-15,-5 14 0 0,1 5 73 0,-4 5 47 0,1 7 24 16,-1 2-40-16,4 2-56 0,4-1-76 16,1-3-80-16,6-3-40 0,2-4-36 0,11-6-24 15,0 1 48-15,11-4-108 0,9 0-68 16,8-3 64-1,8 0-244-15,7 0-344 16,10-7-268-16,6 1-525 0,-11-4-1603 0,36 3-4869 0</inkml:trace>
  <inkml:trace contextRef="#ctx0" brushRef="#br0" timeOffset="7754.034">21587 1663 17021 0,'0'0'4829'16,"0"0"-3265"-16,0 0 28 15,0 0-316-15,0 0-472 0,0 0-456 16,0 0-348-16,0 0-60 0,0 0-228 0,0 0-108 16,0 0-180-16,-64-9-292 0,47 9-544 15,2-3-1205-15,-17 3-5635 0</inkml:trace>
  <inkml:trace contextRef="#ctx0" brushRef="#br0" timeOffset="9653.67">21734 1181 4288 0,'0'0'8369'16,"0"0"-6561"-16,0 0-724 0,0 0-152 0,0 0 0 16,0 0-76-16,0 0-68 0,0 0-40 15,0 0-64-15,0 0-24 0,-12-57-164 16,8 57-239-16,-4 3-173 0,-3 7-84 0,-6 11-145 16,-11 11 37-16,-4 13 108 0,0 12 64 0,1 3 69 15,-1 4 39-15,0-1-100 0,4-3 24 16,8-5-88-16,8-14 0 15,1-13 52-15,7-8-60 16,4-11-56-16,0-3-16 0,7-6 72 0,5 0 80 0,8-3-8 16,8-13-72-16,8-6-200 15,0-7-44-15,3-5-85 16,2-8-23-16,-6 1-100 0,-3 3 76 0,-4 3 20 16,-5-1 4-16,-2 8-4 0,-5 3 120 15,-8 9 64-15,-1 3 172 0,-7 10 88 16,4 3 256-16,-4 0-160 0,0 10-64 0,0 9 176 15,0 0-40-15,0 6 0 0,0 4-60 16,4-4-76-16,1 4-120 0,3-10-24 0,-1-3-144 16,5-4 32-16,4-8-108 0,5-4-112 15,-2 0 16 1,5-13-92-16,4-9-440 0,4-6-1080 0,-8 5-2300 0,8-21-2597 16</inkml:trace>
  <inkml:trace contextRef="#ctx0" brushRef="#br0" timeOffset="10050.675">22300 479 4244 0,'0'0'7729'16,"0"0"-6081"-16,0 0 100 0,0 0 344 16,0 104-192-16,0-52-396 0,-4 8-459 0,0 7-173 15,-9 9-256-15,-2 0-144 0,-5 6-120 0,0 5-352 16,-4-1 0-16,-4-1-120 0,4-6-136 0,0-10 4 15,9-14 32-15,2-10 28 0,9-17 24 16,4-9 48-16,0-10-76 0,4-5 4 16,9-4-16-16,2-4 148 0,5-8 60 15,4-4 0-15,8-3-56 0,0-3-64 16,0 0 20-16,0 6-81 16,3 3-3-16,-7 3-48 0,0 10 16 15,-3 0 80-15,-10 4 136 16,1 8 148-16,-4 1 56 0,-4 3 16 0,-3 3-12 15,-5 3-63-15,0 1 39 0,0-5 32 16,-5 1-32-16,-3 1-4 0,0-7 4 16,1-4-4-16,-6 1-60 0,1-4-60 0,0 0-60 15,-4-6-140-15,5 3-224 0,-2-3-228 0,2 0-89 16,3-3-111-16,-1-3-444 0,2-7-900 16,7-4-752-16,0 3-2229 0,3-16-647 15</inkml:trace>
  <inkml:trace contextRef="#ctx0" brushRef="#br0" timeOffset="10344.551">22655 1463 8976 0,'0'0'2889'16,"0"0"-817"-16,0 0 132 0,0 0-148 16,83 35-688-16,-67-28-364 0,-1-7-68 0,6 0-303 15,3-7-221-15,4-5-220 0,4-4-192 16,0-10-72-16,3 1-412 0,-3 0-185 16,-4 0-87-16,-4 0-12 0,-12 5 80 15,-5 1 52-15,-3 0-80 0,-4 3 120 16,-7 0-100-16,-9 3 444 15,0 4 252-15,-8 3 236 0,1 6 92 16,-2 6 32-16,-3 13 96 0,0 6 64 16,0 10 120-16,-3 3 100 0,3 3 28 15,0 4-84-15,4-1-112 0,4 1-135 16,4-7-161-16,8-4-224 0,8-4-48 16,4-8 68-16,16-3 168 0,0-13-192 15,7 0-48-15,5-6-60 0,9-12-168 0,6-7-232 0,1-10 67 16,4-6-455-16,-4-3-780 0,0-3-360 15,-16 9-284 1,7-25-3617-16</inkml:trace>
  <inkml:trace contextRef="#ctx0" brushRef="#br0" timeOffset="10545.598">23392 571 2704 0,'0'0'9553'0,"0"0"-7945"0,0 0 84 0,0 0 396 0,0 99-408 31,0-58-176-31,0 10-287 16,0 6-421-16,0 3-240 0,-9 7-108 0,-2 6-132 16,-6 3-160-16,-6 0-156 0,-1 1-80 0,4-8-52 15,0-5-184-15,4-7-132 0,8-6 4 16,4-13-104-16,4-7-253 0,4-15-455 0,12-6-584 16,4-10-332-16,-5-3-736 15,22-26-3161-15</inkml:trace>
  <inkml:trace contextRef="#ctx0" brushRef="#br0" timeOffset="10700.177">23706 1254 11701 0,'0'0'3160'16,"0"0"-1904"-16,0 0-588 0,0 79 684 15,-3-50 52-15,-6-3-208 16,5-1-404-16,0-3-500 0,0-3-235 16,0 0-57-16,4-6-85 0,-3-7-343 0,3 0-180 0,-4-6-88 15,-1 0-272-15,1-3-772 0,-4-3-2872 16,-3-10-2661-16</inkml:trace>
  <inkml:trace contextRef="#ctx0" brushRef="#br0" timeOffset="10841.412">23587 1066 11837 0,'0'0'2488'0,"0"0"-1140"0,0 0-180 0,0 0 184 15,0 0-488-15,84-12-264 0,-65 9-172 0,5 0-428 0,-4-1-24 16,0 1-416-16,-4 3-728 0,3 0-480 15,-6 0-1316-15,6 3-4637 0</inkml:trace>
  <inkml:trace contextRef="#ctx0" brushRef="#br0" timeOffset="11477.63">24240 1273 10904 0,'0'0'1993'0,"0"0"-1165"0,0 0-424 0,0 0 772 16,0 0-40-16,0 0-80 0,0 0-204 16,0 0-172-16,0 0-252 0,-84 0-72 15,65 25-88-15,-5 4 148 0,-1 9 24 16,1-1 96-16,5-1-99 0,3-7-121 0,8-7-124 16,4-6-44-16,4-4-28 0,0-5-84 0,4-4-36 15,4-3-204-15,12 0-40 16,0 0 52-16,7-13-4 0,5-3-25 0,1-3-95 15,3-3 24-15,-5-3-24 0,1 2 36 0,-4 2 72 16,-5-2 24-16,1 4-36 16,-7 3 184-16,-2 3 36 0,-7 4 60 15,-3 6-60-15,-5 3 172 0,0 0 232 0,0 3-124 32,0 6 24-32,0 4 52 0,0 3 56 0,0 0-47 15,0 3-125-15,-5-4-144 0,1-2-96 16,4-3-88-16,0-3-8 0,0-1-48 15,4-3-369-15,5-3-375 0,6 0-196 16,2-3-480-16,-2-3-1488 0,9-11-3289 0</inkml:trace>
  <inkml:trace contextRef="#ctx0" brushRef="#br0" timeOffset="11743.374">24702 1244 12077 0,'0'0'2508'15,"0"0"-1676"-15,0 0-36 16,0 0 936-16,-24 70-180 0,12-45-52 0,1-2-343 15,2-1-345-15,1 1-352 0,5-9-208 16,-1 3-120-16,4-4-48 16,0-7-36-16,0 0-48 0,11 1-192 15,2-7-72-15,6 0-40 0,5 0-72 0,4-7-12 16,4-2 28-16,0-4 3 0,4 0 45 16,-5-2 20-16,5-2 36 0,-8 5 120 15,4-1 128-15,-8 4 8 0,-4 2 84 16,-4 4 100-16,-4 3 156 0,-4 0 36 0,0 3-119 15,-4 4-37-15,-4 2-16 0,0 4-20 16,0-1-148-16,0 1-36 0,0 4-328 0,0-2-305 16,-8 5-399-16,8-8-1228 0,-12 7-3780 0</inkml:trace>
  <inkml:trace contextRef="#ctx0" brushRef="#br0" timeOffset="11894.87">25591 1588 11837 0,'0'0'8704'16,"0"0"-7740"-16,0 0-964 16,0 0-296-16,0 0-496 0,-96-33-164 0,68 30 208 15,8 0-1084-15,-20 3-4925 0</inkml:trace>
  <inkml:trace contextRef="#ctx0" brushRef="#br0" timeOffset="22259.924">5514 4048 5896 0,'0'0'6481'0,"0"0"-3989"0,0 0-1384 0,0 0-716 16,0 0 304-16,0 0 508 0,0 69-72 0,-4-27-104 15,4 6-128-15,0 12 97 0,0 7-341 16,-4 6-136-16,0 4 96 0,-5-2-328 16,2-2-168-16,-1-7-108 0,4-3-12 15,4-8 0-15,0-7-4 0,0-9-64 16,8-8-16-16,0-6 76 0,-5-9-88 15,6-3-84 1,-1-10-400-16,0-3-76 0,4 0 52 0,-4-13-209 16,7-9-503-16,2-6-576 0,-2-11-1096 15,-2 7-2277-15,2-22-2531 0</inkml:trace>
  <inkml:trace contextRef="#ctx0" brushRef="#br0" timeOffset="22529.756">5342 3819 5380 0,'0'0'5296'15,"0"0"-1075"-15,0 0-2913 0,0 0-404 16,0 0 224-16,0 0-96 0,0 0-308 15,0 0-356-15,0 0-112 0,0 0 36 16,0 0-24-16,80 4-100 0,-48-4-68 16,0 0-88-16,3-4-12 0,1-2-8 0,9 0-92 15,-6 0-92-15,6-1-248 0,-6 1-208 0,1-5-540 16,-9 9-1428-16,10-10-4085 0</inkml:trace>
  <inkml:trace contextRef="#ctx0" brushRef="#br0" timeOffset="25518.945">4980 4223 2152 0,'0'0'8148'0,"0"0"-6551"0,0 0-765 16,0 0-220-16,0 0 216 0,0 0 68 0,-52 75-88 15,32-45-144-15,-3 1-128 0,-1 4-124 16,-4-3-152-16,0 2-48 16,3 2-88-16,-3-1-4 0,5-5-56 0,-1 3-56 15,8-8 52-15,4 1 4 0,4-7-16 0,4 1-48 16,4-6-4-16,0-1-4 15,4 4 8-15,4-5 12 0,4 4-12 16,4 0-124-16,0 0 76 0,8 3 44 0,4 0-84 16,0 0 40-16,7 3-124 0,5-3-128 15,4 0-144-15,4 0-256 0,8-3-356 16,3-7-588-16,-15 1-1381 16,28-10-4215-16</inkml:trace>
  <inkml:trace contextRef="#ctx0" brushRef="#br0" timeOffset="25860.482">6702 4391 5928 0,'0'0'9629'0,"0"0"-8673"0,0 0-868 0,0 0 0 15,99 57 324-15,-63-45 32 0,-1 1-8 0,5-2-116 16,0-3-252-16,4 2-68 0,-5-3-64 16,2-2-8-16,-13 2-64 0,-5 0 36 15,-7-1-36-15,-8 2-24 0,-4 3-28 16,-4 4 64 0,-8 1 124-16,-12 7 88 0,-7 2 36 0,-10 3-24 0,-2 4-52 15,-8 0 28-15,2 0-28 0,2-4-48 16,2 1 0-16,5-7-112 0,12-3-48 0,5-3-236 0,6-7-404 15,10-4-180-15,3-5-388 16,3 0-892-16,6-5-2721 0</inkml:trace>
  <inkml:trace contextRef="#ctx0" brushRef="#br0" timeOffset="26059.658">7920 4403 12165 0,'0'0'4860'15,"0"0"-4092"-15,0 0-532 0,0 0 112 0,0 0 96 0,108-7-16 16,-72 7-428-16,0 0 0 0,-1 0-588 0,1 0-240 0,-4 0-316 0,0 0-704 16,-12 5-1200-16,-4-3-2025 15,-16 8-1147-15</inkml:trace>
  <inkml:trace contextRef="#ctx0" brushRef="#br0" timeOffset="26195.588">7860 4677 8340 0,'0'0'5317'0,"0"0"-4189"0,0 0-800 0,0 0 464 16,0 0 512-16,0 0-300 0,0 0-292 16,108 19-400-16,-64-23-312 0,0-2-516 15,0-3-348-15,4-1-292 0,-9 0-580 16,-7 4-1488-16,8-7-4401 0</inkml:trace>
  <inkml:trace contextRef="#ctx0" brushRef="#br0" timeOffset="26829.396">9080 3771 7220 0,'0'0'6037'0,"0"0"-4781"0,0 0-220 16,103 0 156-16,-55 4 164 15,0-4-260-15,8 2-360 0,-4 3-260 16,-5-5-184-16,1 2-224 0,-12 2-68 16,-4-4-60-16,-8 6-48 0,-13-4-64 15,-2 9-120-15,-9-2-28 0,-5 7 160 0,-14 9-48 16,-5 4-172-16,-12 9 208 0,-8 3 100 15,-7 7-16-15,2-1 4 16,-7 2 32-16,9-2 52 0,-1 0 100 0,5-2-88 0,7-1 244 16,8-2 164-16,8-8-100 0,12 1-88 15,8-6-100-15,8-1 76 0,12-2 184 0,12-3 48 16,3-4-236-16,13-5-56 0,4-3-104 16,8-8-44-16,3-3-84 0,10-7-100 15,-2-8-228-15,-3-5-224 0,-5-2-232 0,-3-6-512 31,-8-4-1348-31,-12 10-2841 0,3-20-3539 16</inkml:trace>
  <inkml:trace contextRef="#ctx0" brushRef="#br0" timeOffset="27028.824">9857 3982 3636 0,'0'0'5932'0,"0"0"-3691"0,-88 91-845 0,56-47-100 0,-8 5 192 15,9 1-236-15,-5-2-300 16,4-1-384-16,4 1-420 0,0-4-148 0,0-2-160 16,8-8-456-16,1-2-500 0,6-7-364 15,13-8-904-15,0-11-2333 0,16-6-2303 16</inkml:trace>
  <inkml:trace contextRef="#ctx0" brushRef="#br0" timeOffset="27262.165">10921 3695 1644 0,'0'0'11273'16,"0"0"-9153"-16,0 0-1000 0,0 0 276 16,0 0-280-16,-108 82-292 0,68-40-140 15,-12 12-136-15,-8 7-48 0,-7 8-148 16,-8 12-120-16,-13 3-63 0,-8 5 15 15,-8 3-184-15,1 4-72 0,-5 1-148 0,4 3 159 16,1-8-147-16,8 0 4 0,7-4 56 0,12-5-96 0,12-10-132 16,17-7-64-16,15-14-220 0,12-14-188 15,8-13-552-15,12-12-704 0,0-7-964 16,15-12-2669-16</inkml:trace>
  <inkml:trace contextRef="#ctx0" brushRef="#br0" timeOffset="27958.319">10514 4616 3768 0,'0'0'6548'16,"0"0"-4487"-16,0 0-941 0,0 0-444 15,0 0 20-15,0 0 212 0,0 0 108 16,0 0 140-16,0 0-268 0,0 0-360 15,24 86-88-15,-24-52-36 0,0 2-24 16,0 2-28-16,0-3 36 0,-8-1-84 0,8-2-156 16,-4-3-100-16,0-10-48 0,4-3-4 15,0-6-68-15,0-4-4 0,0-3-68 0,0-3-160 16,0 0-112-16,8 0-108 0,0-6-48 16,4-7 192-16,4-6 72 0,4-1 12 15,3-2 48-15,-3 0 16 0,1-3 32 16,3 0-8-1,-5-1-64-15,-2-2 72 0,2 1 12 0,-7 6 40 16,0 9 100-16,-4 1 48 0,-3 8 144 16,-5 3 264-16,0 10 384 0,0 6-64 15,0 3-200-15,0 6-28 0,-5 1 28 16,-3-1-92-16,0 1-92 0,1-3-140 0,3-4-204 16,-1-8-60-16,5-4-148 15,0 0-288-15,5-4-152 0,2-3-124 0,5-3-300 0,8-11-840 16,-4 5-2976-16,12-17-3989 15</inkml:trace>
  <inkml:trace contextRef="#ctx0" brushRef="#br0" timeOffset="28260.76">11223 4505 5380 0,'0'0'6081'0,"0"0"-3985"16,0 0-236-16,88 6-264 0,-60 0-408 0,0 1-436 0,-4 3-320 15,-4-2-212-15,-5 3-120 0,-3-3-100 16,-3 9-64-16,-9-1-8 16,0 6-16-16,-9 4 76 0,-10 2 12 0,-9 7 4 0,-4 0 60 15,-8 6-52-15,-4 1 84 0,8-1 124 16,1-2 136-16,7-8 752 0,11-4-147 16,6-3-269-16,7-6-272 0,4-1-152 15,7-2 108-15,10-2 20 0,6-4-72 16,5 4-80-16,8-6-88 0,12 0-156 0,4-5-44 15,4-2-28-15,3-2-84 0,-3-9-496 0,0-5-156 16,0 1-64-16,0-4-5 16,-5-1-387-16,-3-2-340 0,-20 2-2388 0,8-7-3281 15</inkml:trace>
  <inkml:trace contextRef="#ctx0" brushRef="#br0" timeOffset="28417.985">11717 4553 6188 0,'0'0'2520'16,"0"0"1809"-16,0 0-3425 0,-59 82 132 0,39-50 664 15,-8 6 12-15,0-1-372 0,0 2-840 0,-8 3-500 0,-3-1-12 0,-2 4-428 16,-6 2-492-16,-5 4-652 0,12-16-2684 16,-16 19-5101-16</inkml:trace>
  <inkml:trace contextRef="#ctx0" brushRef="#br0" timeOffset="30518.562">7187 6852 1148 0,'0'0'2920'16,"0"0"2540"-16,0 0-3975 0,16-74-405 15,-8 55 20-15,-4 1-144 16,-4 1-48-16,4 4-164 0,-4 7 24 0,0 4-96 16,0 2-300-16,0 0-212 0,0 8-160 15,-4 9-196-15,-4 8 196 16,0 10 4-16,1 6-4 15,-10 10 4-15,1 3-4 0,0 6 172 0,-4 0 40 16,-3 1-116-16,3-1-56 0,-1-9-40 16,6 0-76-16,-1-13-8 0,4-3 72 15,4-10-64-15,3-6-72 0,5-9 48 16,0-4-112-16,0-3-336 0,5 1 88 16,-1-2 216-16,4 3 152 15,3-3 92-15,2 4 64 0,2 4-64 0,2 0 88 0,-2 9 228 16,2 2-64-16,-2 9-104 0,-2 1 40 0,-6 7 36 15,1-3-52-15,0 0-172 0,-3-7-4 16,-1 1-8-16,-1-4 4 0,1-2-68 16,-4-4-96-16,4-7-188 0,0-2-408 15,-4-7-452-15,9-3-800 0,-5 0-409 0,3-6-1551 16,9-13-1144 0</inkml:trace>
  <inkml:trace contextRef="#ctx0" brushRef="#br0" timeOffset="30934.904">7562 7141 5108 0,'0'0'180'0,"0"0"448"0,0 0 2280 0,0 0-1548 15,0 0-624-15,0 0-491 0,47-67-105 16,-30 47-88-16,-2 1-52 16,2 3 0-16,-6 1-8 0,6 2 8 15,-6 4 96-15,5-1 152 16,-8 7 136-16,0 3 116 0,0 0 112 0,1 6 88 16,-2 7 60-16,-3 6-92 0,0 3-176 15,0 3-168-15,-4 5-4 0,4-3 28 16,-1 9 100-16,2-1 48 0,3 0 48 0,4 6 96 15,-5 4-136-15,2-5-148 0,-5 5-12 16,4-1-112-16,-8-2-88 16,3-8-32-16,-3 1 20 0,4-9 16 0,-4-4-16 15,0-6-132-15,4-4 0 0,1-5-60 0,-1-4-60 16,4-3-176-16,-1 0-80 16,10-3-176-16,-2-6 60 0,2-11-24 0,2 1-260 15,1-3-320-15,0-6-560 0,-8-1-772 0,1 8-1997 0,-10-15-2443 16</inkml:trace>
  <inkml:trace contextRef="#ctx0" brushRef="#br0" timeOffset="31239.175">7570 6575 9532 0,'0'0'2541'16,"0"0"-957"-16,0 0-496 15,0 0 72-15,0 0-144 0,0 0-184 0,0 0-312 16,0 0-248-16,0 0-160 0,0 0-68 15,79-16-44-15,-55 10-100 0,0 0-96 16,8 0-200-16,4 1-584 16,-4 3-412-16,-4-4-1000 0,7 6-2829 15</inkml:trace>
  <inkml:trace contextRef="#ctx0" brushRef="#br0" timeOffset="32198.677">7497 7089 4576 0,'0'0'784'0,"0"0"5205"0,0 0-4157 0,0 0-576 15,0 0 156-15,0 0-132 0,0 0-188 16,0 0-60-16,0 0-212 15,0 0-136-15,0 0-36 0,9-3-127 16,-1 3-97-16,-4 0 0 0,3-2 48 16,2-2-96-16,-1 4-148 0,3-6-32 0,6 3-76 15,-6-7-36-15,6 1-72 16,-2-1 0-16,6-6-12 0,-1 0-12 16,3-6-84-16,-3 0-60 0,4-1-136 0,-4-3-60 15,4 5-32-15,-4 2 8 0,-5 1 72 0,2 4 64 16,-9 4 44-16,-1 7 39 0,-7 0-3 15,4 0 64-15,-4 3 8 0,0 0 24 0,0 0 64 16,0 3 136-16,0 3-64 16,0 4 12-16,-4-1 76 0,4 7-15 0,0 3-25 15,0 3 88-15,0 3-28 0,0 5 4 16,0-2 8 0,0 7 16-16,0 7 8 0,4-2 28 0,1 5-64 15,-5 3-12-15,4 0-12 16,-4 3-8-16,4-4 32 0,-4-3-60 15,0 0-48-15,4-8 12 0,-4-2 12 16,7-1-84-16,-3-5-12 0,5-3-4 16,-1 0-68-16,3-6 68 0,-2 0-8 15,2-5-48-15,-3-5-12 0,5 0 12 0,-6 1 12 0,1-3-24 16,0-5-36-16,1 1-64 0,-6 1-80 16,1-4-100-16,-4 0-44 0,4 0-64 0,-4-4-148 15,0-1-37-15,0-2-231 0,0-3-780 16,-8-1-2188-16,5 1-1369 15,-14-6-2971-15</inkml:trace>
  <inkml:trace contextRef="#ctx0" brushRef="#br0" timeOffset="32436.818">7677 7638 9472 0,'0'0'2977'15,"0"0"-1321"1,0 0-468-16,0 0 96 0,0 0-176 0,0 0-120 15,0 0 44-15,0 0-204 0,0 0-340 0,0 0-48 16,0 0 277-16,64 33-89 0,-40-30-204 16,4 1-96-16,-4-4-112 0,4 0-84 15,-5 0-72-15,5 0-60 16,-4-4-8-16,0 1-112 0,0-4-204 0,-4 0-160 16,0 2-232-16,0 2-257 0,-4-3-271 15,4 1-916-15,-12 5-1912 0,3-2-2029 0</inkml:trace>
  <inkml:trace contextRef="#ctx0" brushRef="#br0" timeOffset="33084.828">8350 6692 10152 0,'0'0'3861'15,"0"0"-2397"-15,0 0-644 0,0 0 80 0,0 0 88 0,0 0-196 16,0 0-292-16,0 0-264 16,0 0-224-16,0 0 0 0,60-31-4 15,-39 22-8-15,-6 5-100 0,5 1-8 0,-4 3-28 16,-4 0-24-16,0 9 36 15,-4 7 124-15,-4 3 72 0,-4 9-12 16,0 5 0-16,-8 2-48 0,-4 3-8 16,1 6-4-16,-10 0 0 0,1-2-4 15,1 2-8-15,2-3-48 0,2 1 0 16,-2-11 56-16,10-1-8 0,-1-8 0 0,3-3 0 16,1-7 12-16,4 1 8 15,0-1 0 1,0-2-4-16,9-1-4 0,-1 2-136 0,-1 1-232 15,5 1 20-15,1-1 104 0,-2 8 44 16,2 2 52-16,-2 0 144 0,1 6 4 16,-3 1 72-16,2 0 4 0,-3-4 96 15,-4 3 152-15,1 1-104 0,2-4-36 16,-3 4-108-16,0-4-36 0,-4 2-40 16,0-6-4-16,0-2 4 0,0 0 8 15,0-3-8-15,0-4-124 0,-4-1-368 16,-4-5-140-16,5 0-12 0,-6-4-104 0,5-2-72 0,-4 0-128 15,4-2-412-15,1-4-1157 0,-1-11-6843 16</inkml:trace>
  <inkml:trace contextRef="#ctx0" brushRef="#br0" timeOffset="33367.098">8925 7226 13401 0,'0'0'3008'0,"0"0"-2096"0,0 0-468 0,0 0-12 16,0 0 40-16,0 0 216 0,0 0 108 0,115 0-320 16,-56 0-220-1,6-2-76-15,10-5 88 0,5 3 124 0,-5 1-27 16,-3-3-257-16,4-4-36 0,-8 1-72 15,-1-1-60-15,-3-6-220 0,-4 0-533 16,-4-3-239-16,-4 1-408 0,-17 1-1540 16,5-8-2933-16</inkml:trace>
  <inkml:trace contextRef="#ctx0" brushRef="#br0" timeOffset="33620.275">9813 6829 10372 0,'0'0'2557'0,"0"0"-1069"0,83 25-328 15,-42-9-152-15,-6 0-236 0,1 4-92 0,-8 2-112 0,0 0-76 16,-9 0-160-16,-2 3-112 16,-2 2 40-16,-10-2-116 0,-1 3-56 0,-4 4-24 15,-17 0-64-15,2 5-60 0,-13-2-4 16,-4 4-32-16,-3-2-196 0,-6 2 32 15,1-4 112-15,-3-4-72 0,2 1-236 0,6-6-308 16,11-7-332-16,4-4-612 16,8-9-1424-16,8-6-4521 0</inkml:trace>
  <inkml:trace contextRef="#ctx0" brushRef="#br0" timeOffset="34223.276">11722 6309 10828 0,'0'0'2321'0,"0"0"-289"0,0 0-560 0,91 19-208 16,-43-11-300-16,8 3-116 0,0-2-104 15,11-2-220-15,-3-4-208 0,3-3-132 0,1 0-124 16,-8 0-48-16,-4 0-4 16,-8 0-8-16,-12-3-4 0,-5 3-92 15,-15 0-196-15,-7 3-124 0,-6 6 28 0,-6 4-140 16,-14 12 448-16,-7 4 76 0,-16 13 0 15,-7 2-8-15,-5 3-32 0,-4 7 44 16,4-3 8-16,1-3 76 0,10-1 88 16,2-3 84-16,11-2 112 0,12-4 92 15,4-3-128-15,12 0-20 0,4-4-7 0,12-2 83 0,8-4 36 16,8-2-60-16,4-8-12 16,3-1-4-16,6-5-140 0,-2-9-196 15,2 0-12-15,2-6-292 0,-8-7-168 0,2-6-156 16,-2-4-88-16,-7 1-241 0,-4-6-683 15,-7 9-1504-15,2-13-2981 0</inkml:trace>
  <inkml:trace contextRef="#ctx0" brushRef="#br0" timeOffset="34416.467">12618 6492 12045 0,'0'0'2308'15,"0"0"-1056"-15,0 0-536 0,-76 89 344 0,48-48 28 0,-4 7 56 16,4-3-176-16,-4 3-360 0,4-7-388 16,1 0-220-16,3-2-52 0,0-6-384 15,4-3-284-15,4-8-16 0,4-6-124 16,8-7-676-16,4-3-2708 16,0-9-3469-16</inkml:trace>
  <inkml:trace contextRef="#ctx0" brushRef="#br0" timeOffset="34677.825">13470 6185 11145 0,'0'0'3144'0,"0"0"-1540"0,0 0-216 16,-83 82-52-16,39-40-120 0,0 2-264 0,-12 10-256 15,0 6-111-15,-11 7-113 0,-1 6-172 16,-12 4-164-16,-4 2-136 0,1 3-52 0,-1 1-48 16,0 2-188-16,13-6 152 0,7-2-152 15,4-8-77-15,8-4-123 0,5-9-12 0,8-8-72 0,6-10-124 16,6-5-180-16,6-12-484 0,5-5-456 0,8-7-708 16,8-5-1701-16,0-8-2171 0</inkml:trace>
  <inkml:trace contextRef="#ctx0" brushRef="#br0" timeOffset="35071.77">12829 7229 14145 0,'0'0'1976'0,"-48"74"-1372"0,24-43-468 0,0 10 488 0,-3 1 588 0,3-2-156 16,4-8-288-16,8-3-316 31,8-6-280-31,4-11-124 0,0-2-48 0,8-4-12 16,3-6-160-16,2 0-48 0,6-6 28 15,5-10-40-15,4 0-40 0,0-7-168 16,0 1 12-16,4-3 36 0,-4 0 84 0,0 2-16 15,0 1-20-15,-5 6 32 0,-3 4 188 16,-4 8 124-16,-4 4 16 0,-4 0 192 16,-4 7 252-16,0 5 108 0,-4 1 20 15,0 3-84-15,0 1-176 0,-8-3-144 16,4 5 12-16,-3-2 0 0,-2-2-112 16,5 2-84-16,0-8 0 0,0-2-4 0,4-1-152 0,0-6-260 15,0 0-148-15,0 0-124 0,0-6-248 16,8-1-420-16,1-5-1012 0,2 1-1729 15,6-7-2499-15</inkml:trace>
  <inkml:trace contextRef="#ctx0" brushRef="#br0" timeOffset="35403.332">13662 7067 7716 0,'0'0'10145'0,"0"0"-8765"16,0 0-1380-16,0 0 0 0,0 0 148 16,0 0 232-16,0 0 132 0,96 4-216 0,-73-8-296 0,-3 4-344 0,0 4-48 15,-4 9-36-15,-4 6 8 0,-4 9 420 16,-4 4 392-16,-4-1-244 0,-8 7-136 16,-12 1 120-16,1 1 104 0,-6-1-116 15,-3-1 4-15,4-2 120 0,4-3-36 16,5-1 156-16,11-3 184 0,4-4 253 15,7 1-377-15,18-4-48 0,10 0 60 0,9 1-196 0,8-5-44 16,4-8-64-16,4-3-132 0,-1-7-76 16,5-10-96-16,-4-2-152 0,-9-8-392 0,-3 1-132 15,-4-3-65-15,-12-3-587 0,-4-2-1432 16,-12 9-2548-16,-8-11-3981 0</inkml:trace>
  <inkml:trace contextRef="#ctx0" brushRef="#br0" timeOffset="35571.276">14216 7232 12057 0,'0'0'2400'0,"0"0"-1240"0,-84 79-328 0,52-43 312 16,-4-1-244-16,-4 2-368 0,0 1-292 0,5 4-240 15,-1-5-640-15,-5 2-520 0,18-10-972 16,-12 12-3929-16</inkml:trace>
  <inkml:trace contextRef="#ctx0" brushRef="#br0" timeOffset="36625.362">9076 8643 7884 0,'0'0'2164'15,"0"0"641"-15,56 69-1457 0,-29-37-224 16,10 9 24-16,2 3 60 0,5 3-184 0,4 5-152 15,4 2 8-15,-1 2-220 0,5 9-224 16,0-2-107-16,4 3-13 16,0 1-60-16,0 3 8 0,3-3-8 0,-3 0-76 15,0-4-96 1,-9 0-48-16,5-2-36 0,-4-1-132 16,-5-3 72-16,5 0 0 0,-3 1 48 15,-2-8-60-15,-7 2 60 0,0-8-40 0,-8-3-20 0,-4-3-96 16,0 0 0-16,-5-5 116 0,-3-5-56 0,-3-3-208 15,-6-3 51-15,1-3 105 0,-3-6-20 16,-2-4-308-16,-7-2-112 16,4-7-72-16,-4 0-260 0,0 0-504 15,0-10-1176-15,-4 1-2217 0,-12-7-2999 0</inkml:trace>
  <inkml:trace contextRef="#ctx0" brushRef="#br0" timeOffset="36871.031">10216 10243 11997 0,'0'0'2312'0,"0"0"-1480"0,0 0-668 0,35 69 428 0,-19-47 536 15,4 3 456-15,4-2-416 16,-5-1-216-16,5-6-344 0,1 0-132 0,3-6 45 16,0-1 339-16,3-6-460 0,1-3-40 15,0 0-116-15,0-15-52 0,0-8-96 16,-4-5-88-16,4-11-8 15,-1-5-240-15,-6-3-280 0,3-4-228 0,-9-1 92 16,1-1-145-16,-4-4-319 0,-4-4-1052 16,-4 13-2592-16,0-24-3649 0</inkml:trace>
  <inkml:trace contextRef="#ctx0" brushRef="#br0" timeOffset="37520.732">12016 10465 6216 0,'0'0'6833'0,"0"0"-4829"16,0 0-520-16,0 0-572 0,52 104-160 16,-40-49 396-16,0 8 48 0,0 14-196 15,-1 8-163 1,2 7-49-16,-5-1-136 0,3 5-228 15,-2-4-160-15,-1-3-132 0,-1-6-132 0,-3-7-104 16,5-10-148-16,-5-11-136 0,0-7 40 16,-1-14 56-16,1-12-20 0,4-9-136 15,-3-4-172-15,-1-9-353 0,0-3-567 16,3-9-984-16,-3 2-1624 0,0-22-1473 16</inkml:trace>
  <inkml:trace contextRef="#ctx0" brushRef="#br0" timeOffset="37689.919">12315 11176 10576 0,'0'0'2541'16,"0"0"-1069"-16,0 0-96 16,88 9 296-16,-52-2-80 0,3 2-296 15,6-6-344-15,6-3-343 16,1 0-321-16,8-9-152 0,-4-8-136 16,3-4-44-16,-7-8-344 0,0 1-417 15,-9-1-119-15,-6 1-204 0,-2-4-712 16,-15 10-2484-16,0-8-2397 0</inkml:trace>
  <inkml:trace contextRef="#ctx0" brushRef="#br0" timeOffset="37884.114">12972 10604 5320 0,'0'0'5629'0,"0"0"-3473"0,8 67-416 15,-3-26-204-15,2 11-80 0,-3 8 108 16,0 9-208-16,-4 4-356 0,4 4-551 0,-4 2-145 15,0 0-160-15,0 1-144 0,0-4-48 0,-8-3-388 16,1-3-393-16,-6-6-363 0,1-2-380 16,5-17-1480-16,-14 21-4033 0</inkml:trace>
  <inkml:trace contextRef="#ctx0" brushRef="#br0" timeOffset="41358.266">12650 8312 10244 0,'0'0'4169'15,"0"0"-3385"-15,0 0-648 0,-9 85-84 0,9-56 88 0,-4 2-28 16,1 2-112-16,-5-5 0 0,8-3-352 15,-4 1-496-15,0-4-216 16,4 0-664-16,-4-6-2409 0,-1 10-3067 16</inkml:trace>
  <inkml:trace contextRef="#ctx0" brushRef="#br0" timeOffset="41490.54">12609 8992 10364 0,'0'0'1569'15,"0"0"-669"-15,0 0-440 0,0 0 200 16,0 79-228-16,0-60-432 0,0 0-116 0,0 0-1004 0,0 3-956 16,0-3-2505-16,0 9-1795 0</inkml:trace>
  <inkml:trace contextRef="#ctx0" brushRef="#br0" timeOffset="41629.917">12582 9557 8188 0,'0'0'2873'0,"0"0"-1653"0,-4 69-556 0,4-44 128 15,0 5 108-15,0-2-320 16,4-6-580-16,0 0-36 0,0-3-1016 0,0-3-308 16,-4 0-633-16,4-7-1167 15,-4 7-2296-15</inkml:trace>
  <inkml:trace contextRef="#ctx0" brushRef="#br0" timeOffset="41894.674">12231 9779 3464 0,'0'0'8913'15,"0"0"-7817"-15,0 0-688 0,0 0 188 0,17 85 512 16,-10-66-64-16,9 4-396 0,-4-1-252 16,9 0-184-16,-2-3 12 0,1 0 48 0,-1-6-52 15,6-1 28-15,-5-1 8 0,-1-9 4 16,5 1-76-16,0-3-88 0,4 0-84 15,0-9 112 1,4 0-56-16,4-8-68 0,0 5 0 0,-1-4-108 16,2 3-40-16,-10 4 12 0,6-1 76 15,-10 1-112-15,1 2-136 0,0 1-196 16,-5-3-364-16,-2-1-492 0,3 0-860 16,-8 3-2121-16,4-12-2547 0</inkml:trace>
  <inkml:trace contextRef="#ctx0" brushRef="#br0" timeOffset="42314.867">13427 8624 900 0,'0'0'12521'0,"0"0"-10405"0,0 0-1136 0,0 0-304 15,0 0 436-15,0 0-140 0,0 0-136 16,0 0-216-16,0 0-424 0,0 0-76 0,0 0 16 16,115-49-44-16,-75 37-92 15,3-1-144-15,-6 4 20 0,3 2-32 16,-5 4 44-16,-3 3-32 0,0 3 8 0,-4 6 16 15,0 8-28-15,-4 5-12 0,-5 3 88 16,-2 6 72-16,-6 11 44 0,-7 6 116 0,-4-1-88 16,0 10 0-16,-7 1 4 15,-9 2-68 1,0-3-8-16,-5-2-12 0,2-5-48 16,3-2 44-16,0-14-104 0,4-4 32 0,0-9-8 15,4-9-184 1,0 2-224-16,4-9-332 0,-4-5-640 0,4 0-1280 15,-7 0-4297-15</inkml:trace>
  <inkml:trace contextRef="#ctx0" brushRef="#br0" timeOffset="42495.08">13490 9074 9672 0,'0'0'6077'15,"0"0"-4549"-15,0 0-944 0,0 0-388 0,0 0 52 16,0 0 260-16,0 0-68 0,0 0-96 0,104 6-344 0,-68-10-136 0,0-1-440 15,-4-4-264-15,0 2-436 16,-13 3-964 0,-3 4-1961-16,-12 0-1723 0</inkml:trace>
  <inkml:trace contextRef="#ctx0" brushRef="#br0" timeOffset="42627.175">13455 9303 10524 0,'0'0'2121'0,"0"0"-973"16,0 0-172-16,0 0 244 0,0 0-380 0,0 0-168 15,0 0 168-15,0 0 60 0,0 0-396 16,91 57-260-16,-43-57-244 0,0-10-172 16,0-2-232-16,-5-5-112 0,1 2-296 15,-4-4-844-15,-16 6-2332 0,7 1-3173 0</inkml:trace>
  <inkml:trace contextRef="#ctx0" brushRef="#br0" timeOffset="43449.204">14582 8906 612 0,'0'0'1724'0,"0"0"-668"0,0 0 4544 0,0 0-4048 0,0 0-135 0,0 0-317 16,0 0 32-16,0 0-56 0,0 0-212 0,-72-16 4 15,64 19-200-15,-8 7-208 0,5 5-52 16,-6 11-136-16,2 5-28 16,-6 11-72-16,10-2-12 0,-6 2 0 0,10-7 36 31,3-6-36-31,4-7-28 0,0-13-132 0,4-2 0 31,12-7-268-31,3-7 156 0,9-8-60 0,4-11-48 0,4-2-148 16,-4-7-64-16,-4 0 52 0,0 4 44 15,-4 1 40-15,0 5 120 0,-9 6 52 0,-2 10 76 16,-1 2-92-16,-1 7 140 0,-6 7 476 16,3 5 128-16,-4 10-96 15,-4 4-152-15,0 2-72 16,0 5-52-16,0-2-12 0,-4-6-12 0,4 1-172 16,0-10-36-16,0-4-144 0,0-9-64 0,7-3-64 0,6 0-220 15,2-12 88-15,2-10-304 0,2-10-536 16,5-6-1152-16,-4 5-2237 0,8-20-1983 0</inkml:trace>
  <inkml:trace contextRef="#ctx0" brushRef="#br0" timeOffset="43649.847">15108 8369 6412 0,'0'0'444'16,"0"0"5313"-16,0 0-4149 0,0 0-348 31,8 99-176-31,-8-52-64 0,0 10 240 16,0 7-256-16,0 3-76 0,0-1-172 0,0 1-183 0,-4-4-137 15,4-6-196-15,0-6-240 0,4-9-272 16,0-8-204-16,0-8 63 0,4-7 109 0,-8-6-24 16,3-4-208-16,-3-2-344 0,0-4-436 15,0-3-624-15,-7 0-432 16,-9 0-1701-16,8 0-683 0,-19 0-344 0</inkml:trace>
  <inkml:trace contextRef="#ctx0" brushRef="#br0" timeOffset="43783.235">14901 9076 1840 0,'0'0'5792'16,"0"0"-3240"-16,0 0-671 0,0 0-389 0,0 0 4 15,-76-52-388-15,76 52-280 0,5-4-196 0,6 1-308 16,9 3 56-16,12-4 16 16,4-2-152-16,11 0-244 15,1-1 0-15,5-2-8 0,2-4-136 16,1 1-164-16,3-4-524 0,-3 0-804 16,-16 3-2168-16,16-6-3649 0</inkml:trace>
  <inkml:trace contextRef="#ctx0" brushRef="#br0" timeOffset="44382.86">15654 8801 8092 0,'0'0'4445'16,"0"0"-3117"-16,0 0-304 0,0 0-144 15,72 92 340-15,-60-57-156 0,-5 6-112 16,-3 0-204-16,1 0-200 15,-5-2-144-15,0-4-232 0,-5-7-164 0,5-6-8 16,-4-5-60-16,4-5-16 0,0-6-132 0,0-3-108 16,4-3-52-16,5-3-96 15,6-10 204-15,5-5 248 0,0-8 12 0,8-2 0 16,-8-1-8-16,4-3 0 0,0 6-40 0,-4 5 48 0,0 1 0 16,-5 8 88-16,-2 6-4 15,-2 2-24-15,-3 4 64 0,1 0 60 16,-5 0 72-16,0 7 4 0,3-1-16 15,-7 7-52-15,4-1-56 0,0 1-28 16,1-3-8-16,-1-1-32 0,-4-3-68 0,3-2-48 16,-3-4-36-1,4 0 8-15,0 0 76 0,8-4 72 16,0-2-64-16,4-3 52 0,0-1-60 16,0 1-48-16,0-1-76 0,-4 7-32 0,0 0-4 15,0 3 160-15,-1 6 24 0,2 4 232 0,-2 2-24 16,2 4-24-16,-1 3-52 0,-5 0 4 0,-3 1-88 15,5-5-60-15,-1-2-12 16,-5 0-36-16,1-7-72 0,0 1-332 16,5-7-452-16,-5 0-148 0,3 0-320 15,-3-7-1584-15,13-9-3225 0</inkml:trace>
  <inkml:trace contextRef="#ctx0" brushRef="#br0" timeOffset="44634.052">16486 9064 9924 0,'0'0'5661'15,"0"0"-4641"-15,0 0-508 0,0 0 616 0,0 0 336 16,9 74-292-16,-1-71-272 0,7-3-219 16,5 0-469-16,1-10-212 0,7-5-4 15,3-8-212-15,-4-2-284 0,1-5-9 16,-3 2 33-16,-5 3-60 0,-5 6 48 16,-2 0 168-16,-9 6 112 15,-4 4 16-15,-4-1 188 0,-9 7 8 0,-2 0 124 16,-9 3 188-16,0 0-132 0,-4 0-84 15,0 6-16-15,1 4 4 0,-1-1-4 16,4 1-84-16,3 2-36 0,2-2-88 16,6-4-60-16,2 1-192 0,7-4-276 15,0-3-720-15,4 0-1528 0,12-19-3729 16</inkml:trace>
  <inkml:trace contextRef="#ctx0" brushRef="#br0" timeOffset="44898.389">16917 8775 13193 0,'0'0'2468'16,"0"0"-1572"-16,0 0-136 0,-55 82 588 0,34-52-160 0,1-2-196 31,1-2-144-31,6-1-371 0,6-6-357 16,7-3-120-16,0 0-8 0,7-4-52 0,10 2 0 16,2-6-24-16,9-2-28 0,0 1 16 15,4 0 35-15,0-2-51 0,-4-1 112 16,3-1 149-16,-6 4-89 0,3-4-60 15,-9 3-48-15,-3 1 48 0,1-1 0 16,-10 3 208-16,-3 1-208 0,-4-3-84 16,0 2 72-16,-8 4-36 0,-4-4-157 0,-4-3-199 15,4-2 40-15,-3-4-12 0,2-7-152 0,1-5-328 16,5-10-156-16,3-10-564 0,4 2-1580 16,0-22-3517-16</inkml:trace>
  <inkml:trace contextRef="#ctx0" brushRef="#br0" timeOffset="45252.279">17442 8347 432 0,'0'0'12937'0,"0"0"-10473"16,0 0-1408-16,21 73-248 0,-21-36 436 0,0 5-212 15,-4 6 92-15,-9-1-79 0,6 8-345 16,-5 2-288-16,-1-3-96 0,2 3-76 16,3-3 28-1,4-4-16-15,0-2-252 0,4-10-108 16,0-2-304-16,0-8 112 0,4-6-172 15,4-6 72-15,0-7 72 0,-1-2 64 16,-2-4-285-16,-1-3-255 0,-4-3-224 0,0-10-336 16,-4 0-672-16,-8-6-112 0,-4-4-420 15,-4 2 23-15,0-5 533 0,-3 1 1480 16,-1-4 532-16,-1-2 404 0,1 2 920 0,5-3-104 0,3 6-276 16,0 5-15-16,11 5 211 15,5 3 368-15,0 7-344 0,13 3-148 16,2-4-36-16,13 4 172 0,4 0-328 15,5-3-236 1,2-1-208-16,5 1-208 0,0 0-172 0,0-7-64 16,-1 6-244-16,1-2-624 0,4 3-712 15,-17-1-2432-15,18 1-2481 0</inkml:trace>
  <inkml:trace contextRef="#ctx0" brushRef="#br0" timeOffset="45804.296">18546 8779 980 0,'0'0'2188'16,"0"0"432"-16,0 0 44 0,0 0-1252 0,0 0-339 0,-84 25 71 15,69-12 148-15,-5 6-136 0,8 7 4 16,-4 5 20-16,8 7-188 0,-4 6-176 16,8-2 20-16,1-2-44 0,3-7-120 15,0-5-232-15,3-8-164 0,9-8-140 16,0-2 33-16,8-10-93 0,8 0-64 16,0-7-12-1,4-8-180-15,0-7-269 0,3-7-99 0,-3-3-52 0,0 1 16 0,-8 1 68 16,-4 2 36-16,0 3-12 0,-12-1-80 0,0 4 116 15,-4 3 232-15,-4 0 184 16,0 2 40 0,-12 5 152-16,4 3 132 15,-8 2-24-15,4 4 100 0,-4 3-124 0,4 3-200 0,-4 7-36 0,-4 6-12 0,5-1-124 16,-2 8-48-16,2-4-64 0,2-3-412 16,5 0-608-16,1-3-1324 0,7-7-2329 15,0-3-2159-15</inkml:trace>
  <inkml:trace contextRef="#ctx0" brushRef="#br0" timeOffset="46400.168">18870 8738 11761 0,'0'0'2588'0,"0"0"-1352"16,0 0-264-16,0 0 268 0,15 79-116 0,-15-51-240 0,0 3-40 0,0-1-296 15,-4-5-304-15,4-3-196 0,0 0-48 0,0-9-96 16,0 0-100-16,0-4-72 0,0-2-12 31,4-4-12-31,0-3-28 0,4 0-48 0,4-3 356 16,3-4-48-16,2-2-48 0,-1-4 8 15,4-3 0-15,-4 4-8 0,-1-1 32 16,2 4 16-16,-6-1 48 0,2 10 12 16,-5-3 84-16,-4 3 116 0,-1 3 128 15,1 3 124-15,0 4 16 0,0 2-80 0,-4 1-96 0,0 0-96 16,0-1-52-16,0-2-48 15,0 3-44-15,0-6-48 0,0-2-4 0,0-2-4 16,0-3-84-16,5 4-8 0,-1-4-220 16,0 0-328-16,7-7 264 0,6 2-24 15,2-9-184-15,1 1-64 0,4-2-128 16,4 2-88-16,-5 0 16 0,5 1 212 0,0 6 312 16,-4 2 188-16,1 4 140 15,-1 0 124-15,-5 0 420 0,-3 4 8 0,4-1 52 0,-4 0-84 16,-1 0 4-16,2-3 8 0,3 0 32 15,-4-6-36-15,4-1-136 0,4-6-184 0,-5-2-144 16,5-4-64-16,4-4-60 0,-3 2-48 31,2 2-28-31,-3-4 28 0,-4 7-16 16,0 0-12-16,-8 3 84 16,-5 4 52-1,-3 3 196-15,-4 3 124 0,-7-1-16 16,-5 4-72-16,-12 0-232 0,-4 7-108 0,-4 8 20 15,0 8 88-15,-3 2 52 0,-1 7 60 0,4 3-36 16,0 0-76-16,4 0 0 0,8-4-72 0,4-2-64 0,8-4-216 0,4-6-52 0,4 0 60 16,8-7 60-16,8-1 0 0,8-5-124 31,-1-6-60-31,14 0 48 0,3-3-920 0,3-7-1340 16,-6 4-2189-16,26-6-283 0</inkml:trace>
  <inkml:trace contextRef="#ctx0" brushRef="#br0" timeOffset="46915.72">20196 8703 12165 0,'0'0'2624'0,"0"0"-1516"0,4 88-564 0,0-47 388 0,-4 10 316 16,0-3-20-16,0-4-44 0,0 1-307 0,0-8-345 0,-4-1-180 16,0-4-180-16,4-10-128 15,0-3-44-15,0-6-84 0,0-7-136 0,4-3-144 16,4-3-169-16,4 0 133 0,8-13 20 16,0-2-96-16,4-4 24 0,-1-4 24 15,5-2 76-15,-4 0 180 0,0 0 96 0,-3 2 16 16,2 0 60-16,-3 8 8 0,-5-1 40 15,-2 10 272-15,-5-1-12 16,-1 7-40-16,-3 0 60 0,1 0 28 0,-1 3 32 16,-4 4-96-1,4-1-84 1,-4 0-124-16,4-2-72 0,-4-1-8 0,7 0-4 16,-3 0-4-16,9-3-4 0,-2 0-40 0,6-6 36 0,-2-7-72 15,6 4-40-15,3-7 40 0,-5 3-24 16,1 3-16-16,0 1-32 0,-4 6 8 0,-5 3 148 15,2 0 0-15,-5 9 368 16,-1 4 20-16,-3 6 37 0,1 0-25 0,-1 4-156 0,-4-5-132 16,8 1-112-16,-4-3-4 15,3-4-56 1,6-5-72-16,2 0-344 0,6-7-205 0,7 0-123 16,0-14-380-16,3 2-1192 0,-6-1-2544 0,18-6-2337 0</inkml:trace>
  <inkml:trace contextRef="#ctx0" brushRef="#br0" timeOffset="47233.064">21268 8944 12925 0,'0'0'3980'0,"0"0"-3124"0,0 0-128 0,-40 69 672 0,15-39 236 15,2-2 13-15,3-3-297 16,0-3-580-16,4-6-472 0,9-3-264 16,3-7-36-16,4-2-168 0,0-4-192 0,8 0-28 0,3 0 4 15,6-4-76-15,6-8-144 0,5-4 12 16,-4-3-112-16,4-4-209 0,-4 4-75 15,-5 4 168-15,1-2 168 0,-3 2 208 16,-2 5 332-16,-2 4 112 0,-2 2 148 16,-3 4 420-16,0 4 60 0,-3 5-128 0,-1 5-44 15,-1 0-68-15,-3 5-32 0,8 0 44 16,-4 1 185-16,0-4-173 0,5 0-232 0,-2-3-12 0,-3-4 40 16,4-6-208-16,4 1-168 15,-4-4-144-15,4 0-224 0,0-7 87 16,4-2 13-16,4-1-176 0,-1-3 16 0,-2-2-844 15,3 2-1640-15,-9-1-1068 16,1 2-217-16,-3-3 137 0</inkml:trace>
  <inkml:trace contextRef="#ctx0" brushRef="#br0" timeOffset="48445.528">21630 8969 5076 0,'0'0'5740'0,"0"0"-4235"16,0 0-561 0,0 0 112-16,0 0 292 0,0 0-240 15,0 0-116-15,0 0-128 0,0 0-100 0,0 0-104 16,0 0 60-1,48 41 0-15,-48 0-247 0,0 11-121 0,-4 11-48 16,-3 7 24-16,-6 3 80 0,2 10 64 0,-2 1-120 0,1 6-136 0,1-1-40 0,-6-7-176 16,2-2-60-16,2-7-24 0,2-10-168 15,2-9-4-15,5-10-32 16,4-8 8 0,4-11-44-16,1-9-64 0,3-7-132 0,-1-9-137 0,6 0-463 15,2-9-772-15,-3-7-948 0,1 0-1636 16,2-16-1697-16</inkml:trace>
  <inkml:trace contextRef="#ctx0" brushRef="#br0" timeOffset="48654.919">21639 9118 6988 0,'0'0'4069'0,"0"-69"-3017"0,0 49 88 0,7 4-24 0,1 0 184 16,5 4-80-16,2 2-288 15,5 4-316-15,3 3-344 0,5 0-260 16,0 3-12-16,4 0-108 0,-4 6-28 15,-4 4 52-15,-3 3-140 0,-6 5-184 16,-11 1 24-16,-4 7 124 0,-8-1-64 16,-7 4-24-16,-13 3-184 0,-4-1-248 0,-9 1-192 15,2 2-352-15,-4-1-320 16,11-8-1397-16,-20 7-4891 0</inkml:trace>
  <inkml:trace contextRef="#ctx0" brushRef="#br0" timeOffset="48789.371">22077 9413 15837 0,'0'0'2484'0,"0"0"-2484"0,0 0-504 0,0 0-92 16,0 0-708-16,0 0-692 0,0 0-2029 0</inkml:trace>
  <inkml:trace contextRef="#ctx0" brushRef="#br0" timeOffset="51059.79">8610 10106 288 0,'0'0'2440'16,"0"0"6329"-16,0 0-6709 0,0 0-688 16,0 0-204-16,0 0-128 0,0 0-208 15,0 0-44-15,0 0 24 0,96 0-140 16,-61-3-232-16,-3-1-196 0,0 4-240 15,-4-6-4-15,4 0-96 0,-4-5 8 0,0-1-68 0,4-1-176 16,-9-6-548-16,5-2-328 16,0-2-604-16,-8-2-908 0,-5 6-1869 15,-6-10-1803-15</inkml:trace>
  <inkml:trace contextRef="#ctx0" brushRef="#br0" timeOffset="51308.181">8869 9588 3572 0,'0'0'860'0,"0"0"1940"0,0 0-308 0,0 0-1139 0,0 0-541 0,0 0-108 0,0 0 60 15,-72 69 40 1,64-39-248-16,4 5 24 0,0 3-52 0,-4 3-84 16,8 4 104-16,-4 5 12 0,0 1-88 15,4 6-28-15,0 1-112 0,0 2-132 16,0 3-116-16,4 3 16 0,0 1-28 0,0 0-72 15,0-1-8-15,0-2-56 0,0-3 56 0,-1-5 8 16,2-5-88-16,-1-3 16 0,4-10 20 16,-4-3 4-16,-1-7 40 0,-3 2 4 15,0-9-44-15,0 5 36 0,-11-7-88 0,-2 0-60 16,-2 0-124-16,-5-7-136 0,0 2 8 16,-8-7-120-16,0-5-512 0,-3-2-736 15,6 0-1140-15,-14-12-2757 0</inkml:trace>
  <inkml:trace contextRef="#ctx0" brushRef="#br0" timeOffset="51444.189">8594 10744 12881 0,'0'0'1312'0,"0"0"-816"0,0 0-496 0,0 0-64 16,0 0-268-16,0 0-1372 0,16 63-2449 0,-12-46-2895 15</inkml:trace>
  <inkml:trace contextRef="#ctx0" brushRef="#br0" timeOffset="53398.253">15367 13084 10092 0,'0'0'4069'15,"0"0"-3209"-15,0 0-596 0,112 13 36 16,-65-10 372 0,1-3-24-1,-4-3-252-15,0-7-396 0,-4-6-136 0,3-3-724 0,-2-6 244 16,-6-4-912-16,-3 7-1208 0,0-15-3513 0</inkml:trace>
  <inkml:trace contextRef="#ctx0" brushRef="#br0" timeOffset="53627.018">15813 12658 3068 0,'0'0'7700'0,"0"0"-6271"0,0 0-649 0,-44 83-120 0,33-38 432 15,2 5-8-15,1 11-92 0,5 8-148 0,-1 1-136 16,0 6-144-16,0 3-96 16,-1-2-112-16,1-4-112 0,-3-3-72 0,3-6 0 15,-4-7-88-15,-1-10-72 0,5-10-12 31,-3-4-60-31,3-5-100 0,-4-6-280 16,-1-5-236-16,2-5-184 0,-1-5-196 16,-5-7-284-16,6 0-516 0,-9-10-968 0,8 1-1881 15,-8-23-739-15</inkml:trace>
  <inkml:trace contextRef="#ctx0" brushRef="#br0" timeOffset="53900.04">15275 12366 7448 0,'0'0'4841'0,"0"0"-3893"0,0 0-48 0,0 0 516 0,88-76-48 16,-60 54-336-16,4-3-328 0,4 3-288 16,-1-4-416-16,5 10-12 0,0 3-196 0,-4 7-100 15,4 6 36-15,-5 4 48 16,-3 11-48-16,0 8-48 0,-4 2 184 0,-4 6 128 31,-4 4-120-31,-4 0 80 0,0-3-112 0,4-1 108 16,0-8-72-16,4-4 116 0,8-6-316 0,4-10-256 15,3-3-200-15,9 0-424 0,4-13-468 16,-12 0-605-16,24-15-2147 0</inkml:trace>
  <inkml:trace contextRef="#ctx0" brushRef="#br0" timeOffset="54510.611">17470 13106 9096 0,'0'0'4825'16,"0"0"-3985"-16,0 0-124 0,21 77-124 16,-10-65 184-16,6-5-28 0,-2-7-168 15,5 0-160-15,5-7-184 0,2-9-88 0,1-5-72 16,-1-9-76-16,6-1-244 0,-6-4-300 15,-3 0-64-15,-7 3 124 0,-6 3-64 16,-7 4 56-16,-4 6 204 0,-4 3 112 16,-11 3 52-16,-5 4 124 0,-4 0 52 15,-4 2 172-15,3 4 128 0,6 3 100 16,-1 3-152-16,8 10-188 0,5 9-100 16,2 7 224-16,1 5 24 0,4 11-72 0,-4 2-76 15,4 4-100-15,0 4 76 16,0-3-4-16,0 3 164 0,0-10 24 15,8-8-236-15,0-11-36 0,8-10-148 0,0-6-308 0,7-10-16 16,5 0-24 0,-3-14-240-16,3-5-500 0,0-6-732 15,-8 3-2165-15,8-16-1923 0</inkml:trace>
  <inkml:trace contextRef="#ctx0" brushRef="#br0" timeOffset="54666.753">18076 12919 4636 0,'0'0'4204'0,"0"0"-1067"0,0 0-953 15,0 0-656-15,0 0-288 0,88 85-24 0,-60-49 140 16,0 2-552-16,0-4-240 0,4 1-308 0,-5-6-244 16,1-3-12-1,-4-12-184-15,4 0-388 0,-4-8-152 16,0-6-84-16,-1 0-268 0,2-13-1112 16,-5 1-2949-16,-1-13-4083 0</inkml:trace>
  <inkml:trace contextRef="#ctx0" brushRef="#br0" timeOffset="54832.872">18514 12856 4272 0,'0'0'5640'0,"0"0"-1435"0,0 0-3181 0,-79 72-396 15,51-34 156-15,4 4 444 0,-4-1-324 0,0 7-132 16,4-4-108-16,5-2-324 0,-1-4-340 0,4-7-12 16,4-2-576-16,4-7-256 0,0-6-280 15,3-7-356-15,5-5-412 0,0-4-760 16,0-7-2297-16</inkml:trace>
  <inkml:trace contextRef="#ctx0" brushRef="#br0" timeOffset="55010.393">18870 12900 5500 0,'0'0'8377'0,"0"0"-6785"0,7 89-888 15,-7-51 24-15,0 6 612 0,-4-3-148 0,1 0-296 0,-1-8-484 16,4-8-412-16,0-9-12 16,0-3-280-16,0-7-356 0,4-6-160 0,3 0-204 15,1-10-704-15,-4-3-2088 0,4-15-3841 16</inkml:trace>
  <inkml:trace contextRef="#ctx0" brushRef="#br0" timeOffset="55167.084">18877 12649 5896 0,'0'0'8837'0,"0"0"-6749"0,0 0-1092 0,0 0-132 0,0 0 168 16,0 0-704-16,0 0-156 0,0 0-172 15,0 0-112 1,92-10-928 0,-60 7-516-16,-8-3-1416 0,8-3-4901 0</inkml:trace>
  <inkml:trace contextRef="#ctx0" brushRef="#br0" timeOffset="55448.295">19375 12753 4804 0,'0'0'10197'15,"0"0"-8537"-15,0 0-1152 0,-71 70 100 0,50-47 616 0,1-1-368 0,5 0-364 16,3-3-260-16,3 0-232 0,6-3-52 16,3 0-8-16,3 0 12 0,6-3-64 0,3 2-32 15,3 2-4-15,5-2-24 0,1-2-120 31,3 0 108-31,-1 3-12 0,-3-7 72 16,4 7-96-16,-4-3-28 0,0 5 108 0,0 1 140 16,-4 4 112-16,-4-4 344 0,-4 2 48 0,-8-4-380 15,0 2-124-15,-4-3-84 16,-9 0 84-16,2 0 24 0,-6-4 24 16,-2 1-48-16,3-6-4 0,0-5-388 0,0-2-224 15,1 0-236-15,2-2-180 0,-2-11-376 16,7-3-720-16,-1 0-841 0,5-13-2271 15</inkml:trace>
  <inkml:trace contextRef="#ctx0" brushRef="#br0" timeOffset="55648.958">19666 13008 8672 0,'0'0'4181'15,"0"0"-3405"-15,0 0-252 0,0 0 752 16,0 0 252-16,0 0-76 15,0 0-308-15,0 0-388 0,48 70-256 16,-44-55-144-16,-4 1-40 0,0-3-124 0,0 4-148 16,-4-3-44-16,4-1-112 0,-4 4-312 15,0-2-172-15,-4 1-40 0,3-3-64 16,2 0-320-16,-1-4-756 0,4-3-1220 0,0-6-1917 16,0 0-7-16</inkml:trace>
  <inkml:trace contextRef="#ctx0" brushRef="#br0" timeOffset="55964.635">19646 12732 4000 0,'0'0'4932'0,"0"0"-4244"0,0 0-688 0,0 0 0 0,0 0-92 31,0 0 92-31,0 0-520 0,0 0-488 0,0 0-864 0,0 0-1100 16</inkml:trace>
  <inkml:trace contextRef="#ctx0" brushRef="#br0" timeOffset="56931.203">19690 12402 5244 0,'0'0'4836'16,"0"0"-3483"-16,0 0-529 0,0 0-212 15,0 0 168-15,0 0 412 0,0 0-212 0,0 0-76 16,0 0-316-16,0 0-8 16,20 19 200-16,-20 22-192 0,0 12-172 15,-4 11-120-15,-4 0-76 0,0 5 0 0,0 2 24 16,0-2 0-16,0 1 12 15,0-3-124-15,4-7-60 0,0-6-64 0,4-6-8 16,0-13-48-16,12-10 40 0,4-6 4 16,4-3-76-16,3-7-164 0,2-6 112 0,-1-3 8 15,0 0-168-15,-1-9-220 0,-3 0-176 0,1-8-124 16,-6-2-104-16,-2-2-620 16,-6-2-956-16,-3 4-2389 0,-4-10-2591 0</inkml:trace>
  <inkml:trace contextRef="#ctx0" brushRef="#br0" timeOffset="57064.03">19562 12881 14113 0,'0'0'2272'0,"0"0"-804"0,0 0-900 16,0 0 108-16,0 0 648 0,0 0-144 0,0 0-535 16,92 16-377-16,-48-16-268 0,4-10-36 15,0-2-428-15,8-1-241 16,-5-6-611-16,-12 6-1260 0,14-9-4445 0</inkml:trace>
  <inkml:trace contextRef="#ctx0" brushRef="#br0" timeOffset="57351.9">20443 12719 13509 0,'0'0'2716'0,"0"0"-1952"15,0 0-516-15,0 0 360 16,-44 89 428-16,32-58-200 0,1 5-496 0,2-5-260 15,-3 4-80-15,5 0-124 0,-6 0-12 0,5-3-108 16,1 0-12-16,3-7 132 16,4-6-36-16,0-4-48 0,0-2-200 15,0-2-132-15,4-5-168 0,3-1-92 16,1 2 20-16,5 0 264 0,-6-4 188 16,5 2 24-1,1-1-152-15,-2-1 140 0,-3 3 264 0,-3-2 48 16,2 2-60-16,-7 1-64 0,0-5-268 0,0 5-240 15,0 3 8-15,-3-7 112 0,-6 3-1 16,5 0-271-16,-4-3-868 0,1 1-684 16,3-1-408-16</inkml:trace>
  <inkml:trace contextRef="#ctx0" brushRef="#br0" timeOffset="57948.363">20380 12808 11477 0,'0'0'2520'16,"0"0"-1712"-16,0 0-632 16,0 0 164-16,0 0 440 0,0 0 100 0,0 0-260 15,-64 79-148-15,44-50-188 0,3-1-88 16,2 0 36-16,3-2 40 16,3 3 60-16,6-7 256 0,-1 4-232 0,4-4-200 15,4-3-80-15,3 4-28 0,6-2 8 16,-2 2-56-16,6-2 0 0,-2 5-60 0,2-4-40 15,2-3 28-15,-6 0 24 0,2-3 36 16,-2-3-112-16,-2-4 16 16,2 2-64-16,-2-3 24 0,1 3-24 0,-8-5-12 0,4 2-24 15,-8-1 36-15,0 3-24 0,0-1-184 16,-12 1-52-16,-4 3 36 0,0-4 8 16,-3-3 180-16,-5 1 96 0,-1-1-28 15,5-6-120-15,-8 0-320 16,5-3-640-16,3-3-1172 0,-8-13-3025 0</inkml:trace>
  <inkml:trace contextRef="#ctx0" brushRef="#br0" timeOffset="58295.644">21515 12786 8704 0,'0'0'4257'0,"0"0"-2833"0,0 0-616 0,60 79-104 15,-45-44 348-15,-7-3-180 0,-4 2-8 0,-4-2-252 0,0-3-340 16,0-7-204-16,0-3-68 0,-4-3-108 0,-4-10-312 0,5 1-304 16,-5-4-316-16,-5-3-652 0,6 0-2960 15,-5-16-5297-15</inkml:trace>
  <inkml:trace contextRef="#ctx0" brushRef="#br0" timeOffset="58454.011">21499 12693 13597 0,'0'0'2200'0,"0"0"-1172"0,0 0-556 0,88 7 188 16,-49-4-116-16,2 0-312 0,-2-3-232 0,5 0-48 15,4 0-508-15,-1 0-636 16,-15 0-1196-16,9 3-3969 0</inkml:trace>
  <inkml:trace contextRef="#ctx0" brushRef="#br0" timeOffset="58601.246">21989 13071 15633 0,'0'0'2088'0,"0"0"-1544"0,0 0 232 0,0 0 704 31,84 38-188-31,-48-38-443 0,3-12-401 0,6-7-412 0,2-10-36 16,1-4-460-16,-1-4-304 0,-6-3-269 15,-2 1-375-15,-7 1-788 0,-8 6-2248 16,-4-7-2301-16</inkml:trace>
  <inkml:trace contextRef="#ctx0" brushRef="#br0" timeOffset="58802.425">22376 12553 7552 0,'0'0'4001'0,"0"0"-2285"0,0 0-508 16,0 0 16-16,-88-3 28 0,72 22-344 0,4 7-364 15,-1 6-152-15,6 9-132 0,-1 3-16 16,4 10 136-16,0 10 52 0,1 3 32 15,-6 2-136-15,1 5-48 0,-8 2-36 0,-4 3-76 16,-4-3-32 0,0 0-88-16,-4-7-44 15,0-1-4-15,5-5 0 0,-1-8-12 0,4-8-124 16,8-2-132-16,0-7-72 0,4-4-160 0,0-9-120 16,8-5-56-16,0-10 72 0,0-10-320 0,4-7-828 15,4-9-1208-15,4 1-2885 0,4-17-1055 16</inkml:trace>
  <inkml:trace contextRef="#ctx0" brushRef="#br0" timeOffset="59797.37">23511 12903 3892 0,'0'0'7509'0,"0"0"-6125"0,0 0-392 0,0 0-128 16,0 0 108-16,0 0 108 0,0 0-260 15,0 0-200-15,-80 44-116 0,68-19-36 16,0 7-12-16,1 7-16 0,-2 5-72 0,5 1-28 0,1-1-48 15,-2-6-36-15,9-9-96 0,0-7-100 16,0-6-60-16,5-7-112 16,3-6-68-16,-1-3-28 0,6 0 12 0,2-3 100 15,6-9-160-15,2-4-308 0,-3-3-184 16,4-8-248-16,0 2-332 0,-5 0-344 16,2 0-244-16,-1 3-172 0,-8 3-33 0,-1 0 1033 0,-2 6 1088 31,-5 7 388-31,0 2 920 0,-4 4 217 15,0 4-85-15,0 5 76 0,0 4-204 16,3 3-340-16,-3 6-412 0,4-3-160 16,-4 4-80-16,4-1-48 0,0-6-24 15,-4-2-148-15,5 0-100 0,-1-4-184 0,0-7-436 16,3-3-152-16,-3 0-248 0,4-3-124 0,4-7-728 0,-8-4-1413 16,8-4-4395-16</inkml:trace>
  <inkml:trace contextRef="#ctx0" brushRef="#br0" timeOffset="60103.099">23821 12941 8292 0,'0'0'4501'0,"0"0"-2773"15,0 0-816-15,0 0 96 0,0 92 260 16,-4-63-60-16,0-4-252 0,1 0-244 16,3-5-276-16,0-1-252 0,0-6-160 0,3-8-24 15,5-2-452-15,5-3-36 16,-2 0 100-16,10-6 56 15,3-7-124-15,-1-1 76 16,-3-3 48-16,0-2 148 0,0 6 84 0,-4 1-12 0,0-1 40 16,-8 6 32-16,0 7 40 0,0 0 200 15,-4 0 132-15,-1 4 184 0,6 2 0 0,-5 7-36 16,0-1-116-16,0 4-120 16,3 3-72-16,-2 0 0 0,-1-2-16 0,0-2-68 15,-4-3-84-15,4-1-4 0,0-5-4 16,3 0-84-16,-3-4-80 0,1-2-308 0,3 0-404 15,3-2-68-15,6-8-364 0,-2 1-932 0,2 0-2817 16,2-8-4839-16</inkml:trace>
  <inkml:trace contextRef="#ctx0" brushRef="#br0" timeOffset="60472.114">24399 13147 11205 0,'0'0'4224'0,"0"0"-3068"0,0 0-408 0,0 0 660 16,-51 69 88-16,38-52-276 15,10-4-431-15,-1-4-341 0,4-2-292 0,0-4-156 0,7-3-288 16,1 0 8-16,9-3 124 16,-2-4 56-16,9-2-153 0,-4-7-63 15,5-6 48-15,3-3 12 0,-5 0-12 16,5-5-48-16,-4-1-4 0,4-1-48 16,0-3 100-16,-4-4 8 15,4 1 76-15,-5-3 100 0,1-3 84 0,-4-1 48 16,-8 1 100-16,4-1 36 15,-8 4 76-15,-4 0 20 0,0 5 24 0,-4 9 16 0,0 7-4 16,0 8-36-16,0 8-36 0,0 4-24 16,0 0 72-16,0 11-63 0,-4 4-57 15,0 10-28-15,-4 10 16 0,0 7-16 16,-4 9 120-16,1 3 16 0,-6 3 0 0,6-3-196 16,-10 0-84-16,6-3-72 0,-2-1-16 15,2-9-104-15,2-2-256 0,6-7-36 16,-1-5 132-16,8-7 83 0,0-1-143 15,0-6-236 1,8-4-156-16,7-6-376 0,2-3-1508 0,18-3-3285 16</inkml:trace>
  <inkml:trace contextRef="#ctx0" brushRef="#br0" timeOffset="60901.913">25782 12960 7292 0,'0'0'4917'16,"0"0"-3489"-16,0 0-664 15,-79-19 244-15,58 25 512 0,5 11-256 0,1 8-156 16,-2 7-224-16,2 5-288 15,2 8-36-15,5-4 25 0,5-2-125 16,3-8-132-16,0-9-196 0,11-3-132 0,2-9-156 16,6-4-136-16,1-6 76 0,8 0-16 15,4-9-229-15,0-7-147 0,0-7-40 16,0-2 12-16,0-1 96 0,-8 5 60 16,0-5 96-16,-5 4-36 0,-3 3-88 0,-4-3 72 0,1 0 300 15,-10 5 136-15,-3 2 12 16,0 2 460-16,-3 4 64 0,-6 6 80 0,1 3-96 0,-3 0-240 15,-6 12-228-15,2 1-40 16,-2 6 0-16,2 0 84 0,-1 3-96 0,4-6-108 16,-1 0-460-16,10-7-356 0,3-2-776 15,0-7-1440-15,3 0-1449 0,10-7-259 16</inkml:trace>
  <inkml:trace contextRef="#ctx0" brushRef="#br0" timeOffset="61172.585">26141 13040 11457 0,'0'0'2568'0,"0"0"-1656"0,0 66-220 0,0-33 624 0,-4-6 196 16,0 2-112-16,4-3-336 0,0-7-408 0,0-4-424 15,4-5-232-15,7-7-176 0,6 0-140 16,2-3 48-16,5-3 64 0,4-7-92 0,0-2-8 16,0-4-24-16,4-3 156 15,-8 3 48-15,3-3 52 0,-3 3-40 16,-3 0 112-16,-6 4 8 0,-2 5-8 0,-10 4 8 15,1 3 104-15,-4 0 268 16,0 10 60-16,0-1-100 0,0 3-84 16,0 4-220-16,0-2-36 0,0 1-60 0,0-2 48 15,0-3-72-15,0-1-16 0,0-6-520 16,4 0-216-16,0-3-12 0,9 0-140 16,-2-13-440-16,6 1-576 15,-6-1-1261-15,13-13-2655 0</inkml:trace>
  <inkml:trace contextRef="#ctx0" brushRef="#br0" timeOffset="61633.093">26973 12364 10316 0,'0'0'3905'0,"0"0"-2833"0,-16 66-492 0,4-25 548 15,-4 10 332-15,1 10 356 0,-6 2-304 16,2 3-395-16,-1-2-357 0,0-4-336 15,4-6-340-15,0-5-84 0,4-9-144 0,8-8-388 16,4-7-136-16,4-3-56 0,12-9 223 16,8-6-7-16,0-4-56 0,8-3-20 0,-1-3-164 15,1-7-40-15,0 0 344 0,0 1 308 16,0 3 72-16,0 3 64 0,-4 3 416 16,0 6 460-16,-4 6-288 0,0 8-244 0,-5 2-296 15,1 3 124-15,-4 3 156 16,0 5-32-16,-8-3-176 0,5 3-108 15,-6 2-4-15,9-3 52 16,0-1 124-16,0 1-40 0,8-3-140 0,-4-1 12 16,4 1-4-16,3-4 0 0,-7 1 0 15,1-3-4-15,-6-2-4 0,-6-2-4 0,-9-3-12 16,0 3-88-16,-9-3 52 0,-10 0 0 16,-5-4 44-16,-8 1 4 15,0 0 0-15,0-7 48 0,-4-2 244 0,5-4-12 16,-1 0-147-16,4-7-85 0,0-3 4 0,7-2-48 15,6-7 68-15,10-4-72 16,5-5-268-16,5-7-25 0,10-3 25 16,13-7-400-16,4 1 32 0,8-6-124 0,4-1-420 31,4-3-1672-31,-8 16-2413 0,15-19-3223 0</inkml:trace>
  <inkml:trace contextRef="#ctx0" brushRef="#br0" timeOffset="61857.806">28248 12912 13773 0,'0'0'5372'0,"-32"64"-4308"0,24-32-796 0,-3 0-84 16,2 3 496-16,5-7 597 0,0-6-505 31,4-3-540-31,0-5-232 0,4-8-484 15,0-4-48-15,5 1-52 0,-1-3-133 16,-1-3-159-16,5-5-620 0,-3 1-2312 0,2-16-3001 16</inkml:trace>
  <inkml:trace contextRef="#ctx0" brushRef="#br0" timeOffset="62013.505">28296 12747 13301 0,'0'0'2668'16,"0"0"-1356"-16,0 0-704 0,0 0 848 15,76-8-112-15,-45 8-600 0,5 0-480 16,1-5-264-16,2-1-60 0,-3 3-524 0,0-3-416 0,-1-1-496 16,-10 1-1508-16,3 3-3293 0</inkml:trace>
  <inkml:trace contextRef="#ctx0" brushRef="#br0" timeOffset="62140.872">28659 13023 14457 0,'0'0'3000'16,"0"0"-2208"-16,0 0-532 0,0 0 328 15,79 32 540-15,-39-35-276 0,0-6-424 16,4-11-428-16,8-1-280 0,-5-5-476 0,1 1-332 16,1-4-488-16,-14 4-916 15,-7 3-1656-15,-5-10-1845 0</inkml:trace>
  <inkml:trace contextRef="#ctx0" brushRef="#br0" timeOffset="62358.539">29065 12658 7444 0,'0'0'4825'0,"0"0"-3689"15,0 0-804-15,0 0 212 0,-63 81 568 0,42-54 344 16,6 4-104-16,-1 8-256 0,-5 3-456 16,6 2-300-16,-5 3 4 0,0 7-16 0,-4 7 12 15,4-1 12-15,0 10-11 16,0 0 195-16,-4-1 32 0,4 1-400 0,1 0-168 0,-2-3-64 16,6-4-288-16,2-2-192 15,2-1-37-15,3-6 141 0,-1-3-204 16,2-1 20-16,-5 2-208 0,-4-8-204 0,-8-3-692 15,-4-6-644-15,8-9-224 0,-24-4-2377 16</inkml:trace>
  <inkml:trace contextRef="#ctx0" brushRef="#br0" timeOffset="62919.626">19826 15218 4668 0,'0'0'9493'0,"0"0"-7385"0,0 0-952 32,0 0-140-32,114 41 188 0,-58-38-80 0,4-3-380 15,8 0-367-15,-5-13-233 0,-3-3-144 16,5-6-168-16,-10 0-149 0,1-6-339 16,-8-4-140-16,-1 0-244 0,-6 0-924 15,-14 7-1212-15,1-10-2697 0</inkml:trace>
  <inkml:trace contextRef="#ctx0" brushRef="#br0" timeOffset="63275.775">20415 14707 6796 0,'0'0'3252'0,"0"0"-1383"0,0 0-577 16,0 0-60-16,0 0 356 16,-76-55-148-16,64 52-400 0,1 3-416 15,2 13-252-15,1 6-104 0,5 16 124 0,3 9 424 16,0 14-196-16,3 8-267 0,5 11-133 0,1-1-76 15,-5-1-136-15,3 2 52 0,1-1-60 16,-4-4 0-16,-4 2 8 0,5-6 4 0,-5-3-4 16,0 2-4-16,-5-4-4 15,1-2 0-15,-4 0 4 16,5-8-8-16,-5-2 4 0,-1-3-48 16,1-7-12-16,5-6 56 0,-1-7-56 15,0-1-132-15,0-13-137 0,-1-1 97 0,1-7-36 16,-3-2 0-16,-1-4-172 15,-5 0 160-15,-6-4 60 0,-1-2 24 0,-4-7 24 16,1-1 0-16,-5-6-208 0,0-6-124 16,-4-5-52-16,0-4-212 0,4-3-16 15,4-10-272-15,3 0-576 0,6-6-516 16,7 13-993-16,3-25-1855 0</inkml:trace>
  <inkml:trace contextRef="#ctx0" brushRef="#br0" timeOffset="63564.243">21172 14879 9488 0,'0'0'6045'16,"0"0"-4193"-16,0 0-1084 0,0 0-128 0,-23 75 612 15,10-40-176-15,5 9-408 0,-3 4-363 16,2 6-89-16,-3 7-32 16,5-2-28-16,-2 5-48 0,1 0-96 0,1-4-12 15,3-3 0-15,4-6-80 0,0-6-224 0,7-11-168 16,10-8-37-16,2-8-283 0,5-8-296 16,8-10-464-16,4 0-1248 15,-8-3-2633-15,20-10-3663 0</inkml:trace>
  <inkml:trace contextRef="#ctx0" brushRef="#br0" timeOffset="64654.778">21662 14977 4744 0,'0'0'6100'16,"0"0"-4171"-16,0 0-541 0,0 0-24 0,0 0 52 16,0 0-188-16,0 0 4 0,0 0-312 15,0 0-216-15,56 82-132 16,-49-48-35-16,6 5-89 0,-9 1-160 0,0 2-80 16,0-4-124-16,-4-3-72 0,3-6-8 0,-3-4-4 15,4-5-12-15,-4-8-120 0,5-6-160 16,-5-2-96-16,4-4-84 15,-4 0-77-15,4 0-11 0,0-6 60 0,0-5 48 16,8-1 136-16,0-7-80 0,-1-4 64 16,2-2 36-16,2 0-12 0,2-4 148 0,-2 1 76 15,2 0 68-15,2-5-44 0,-3 1-28 16,0-1 28-16,0 6 60 0,-8 5 136 0,4 10 220 16,-8 5-8-1,0 7-64-15,0 0 232 0,-4 13 204 0,4 6-244 16,-4 6-220-16,0 4-108 0,-4 3-40 0,-4 2-44 0,0-1 20 0,0-5 0 15,0-3-76-15,4-2-4 16,-3-8-4-16,-2-2-108 0,9-4-296 16,-4-6-132-16,0-3-112 0,4 0 48 0,0 0-252 15,-4-5-876-15,0-9-452 0,-3 5-348 16,2-1-2989-16</inkml:trace>
  <inkml:trace contextRef="#ctx0" brushRef="#br0" timeOffset="64908.784">21602 14818 7128 0,'0'0'2724'0,"0"0"-943"16,0 0-501-16,0 0 168 0,0 0 116 15,0 0-360-15,80 0-188 0,-48 0-80 0,4 0-248 16,-1 0-188-16,6 0-144 0,-5 0-188 16,-1 0-156-16,-3 0-12 15,0 0-144-15,-4 0-248 16,0 0-220-16,0-4-88 0,0 1-36 0,0-3-816 16,-9-1-2256-16,9-2-3301 0</inkml:trace>
  <inkml:trace contextRef="#ctx0" brushRef="#br0" timeOffset="65194.547">22423 14735 6340 0,'0'0'6393'0,"0"0"-4813"0,0 0-860 0,60 67 224 0,-36-42 396 16,-9 3-152-16,6 1-352 0,-6 3-360 0,2-1-256 0,-6 5-72 31,2-5 36-31,-9 4-52 16,-1 3-32-16,-3 0-4 0,0-2-48 0,-3 5-44 0,-5-6-4 15,-5 0-12-15,2 0-156 0,-6-5-104 16,2 3-128-16,-2-1-68 16,2-4 52-16,-5-3-28 0,4 4-64 0,0-6-172 15,-4-4-572-15,4-4-1120 0,0-5-2325 0,-3 0-2699 0</inkml:trace>
  <inkml:trace contextRef="#ctx0" brushRef="#br0" timeOffset="65645.3">23108 14862 5472 0,'0'0'8641'15,"0"0"-6613"-15,0 0-888 0,76 35-196 0,-36-25 212 16,8-4-104-16,3-3-224 0,-2-3-364 16,-2 0-327-16,1-3-137 0,-4-3-305 0,-4-1-267 15,-4-3-268-15,-12 4-8 0,-5 6-456 16,-6 0-1548-16,-13 0-3929 0</inkml:trace>
  <inkml:trace contextRef="#ctx0" brushRef="#br0" timeOffset="65794.311">23340 15107 7460 0,'0'0'5381'0,"0"0"-3589"0,0 0-896 16,0 0-128-16,0 0 132 0,0 0-60 0,0 0-184 15,103 34-312-15,-59-34-344 0,0 0-212 16,4-6-208-16,-1 3-420 16,2-4-912-16,-10 4-1288 0,13 0-4921 0</inkml:trace>
  <inkml:trace contextRef="#ctx0" brushRef="#br0" timeOffset="66388.378">24491 14672 1852 0,'0'0'4288'15,"0"0"1153"-15,0 0-3509 16,0 0 28-16,80 72-480 0,-56-37-164 0,-5 7-60 16,-2 2-244-16,-6 4-304 0,-7 0-208 0,0-1-171 15,1-6-149-15,-5-6-60 0,4-7-112 0,-4-3-8 16,0-4-68-16,4-7-4 15,-1-3-36-15,1-5-124 0,0 1-241 0,0-7-123 16,5 0 32-16,2-7 184 0,1-5 136 16,0-4 36-16,4-4 72 0,0-2 16 15,0 0 44-15,0-3 64 0,3-1 0 0,-6 1 4 16,2 0 4-16,-6 6 8 0,3 0 36 16,-9 5-40-16,1 8 0 0,0 0-4 0,1 6 4 15,-5 0 4-15,4 6 84 16,0 3 352-16,3 10-196 0,-3 1-72 0,0-1-24 15,-4 3-136-15,0-3-8 0,4 3-4 16,-4-3-96-16,5-2-348 0,-1-2-56 0,0-2-68 31,-1-8-580-31,1 2-1424 0,4-7-2657 0,5 0-4427 16</inkml:trace>
  <inkml:trace contextRef="#ctx0" brushRef="#br0" timeOffset="66642.255">25228 14991 9896 0,'0'0'4825'16,"0"0"-3285"-16,0 0-632 0,0 0 172 0,0 0 224 15,0 0-316-15,104 58-364 16,-60-58-248-16,-1 0-120 0,9-3-103 0,0-10-153 16,4-2-217-16,-9-5-307 0,2-1-256 15,-6-5-64-15,-7 0-472 0,-4 1-1556 16,-8 4-3217-16,-4-6-3207 0</inkml:trace>
  <inkml:trace contextRef="#ctx0" brushRef="#br0" timeOffset="66996.322">25658 14433 4164 0,'0'0'8253'15,"0"0"-6749"-15,0 0-1044 0,0 0 272 16,0 0 728-16,-67 83-120 0,59-48-276 0,-1 5-380 0,6 12-156 16,-1 5-52-16,0 7 120 0,0 2-144 15,0 11-199-15,-4-5-105 0,4 4-148 0,-8 1-8 31,4-1-52-31,1 3 48 0,-6-5-60 16,5-2-12-16,4-1-25 0,1-9 101 16,-2-4-56-16,5-3-8 0,0-5-60 15,0-6 24-15,0-2-4 0,5-1-8 0,2-6 32 16,1-3-44-16,-4-4 124 0,0-9 8 16,1-6-268-16,-5-4-88 0,0-5-20 0,0-2 8 15,0-2 60 1,-9 0-148-16,1-2 40 0,-8-8 192 0,0 1 16 0,-4-7-92 15,-3-7-8-15,-1-3-168 0,0-5-224 16,-1-7-320-16,1-7-500 0,5 10-2361 0,-9-24-2447 0</inkml:trace>
  <inkml:trace contextRef="#ctx0" brushRef="#br0" timeOffset="67795.199">26622 14977 1044 0,'0'0'2048'16,"0"0"-1072"-1,0 0-376-15,0 0 144 0,0 0 2412 0,0 0-723 16,0 0-765-16,0 0-544 0,0 0-148 16,0 0-72-16,-4-11-84 0,8 11 100 0,-4 0-412 15,0 0-148-15,0 0-52 16,0 0-24-16,5 4-28 0,-5-4 28 15,4 2-16-15,0 3 40 0,0-3-40 0,-1 2-60 16,-3-1-48 0,4 0-16-16,0-3-8 0,0 2-4 0,-4-2-20 15,5 5-40-15,-1-5-24 0,0 0 0 0,-1 0-44 16,-3 0 4-16,0 0 0 0,0 0 0 16,0 0 4-16,0 0-8 15,0 0-4-15,0 0 0 0,4 0-4 0,-4 0-4 16,0 0 4-16,0 0-56 0,0 0 56 15,0 0-4-15,0 0 4 0,0 0 0 16,0 0 0-16,0 0 4 0,0 0 0 0,0 0 4 16,0 0 68-16,0 0-64 15,0 0 44-15,0 0-4 0,0 0 0 0,0 0-44 16,0 0 8-16,0 0-8 0,0 0-4 16,0 0 0-16,0 2-12 0,0-2-36 15,0 0-4-15,-4 4 52 0,1 5 0 0,-1 4 4 0,0 6 0 16,-5 10-4-16,5 3-8 15,0 5 8-15,4 5 8 0,0 2 40 0,0 1-44 16,0-1-4-16,0-2-4 0,0-4 0 16,4-4-8-16,4-9-48 0,8 1-16 15,-4-10-216-15,8-4-280 0,1-5 84 0,2-7-236 16,1 0-64 0,4-7-264-16,-4-5-900 0,-9 2-1868 15,10-9-1941-15</inkml:trace>
  <inkml:trace contextRef="#ctx0" brushRef="#br0" timeOffset="68231.033">26934 15172 6928 0,'0'0'3292'16,"0"0"717"-16,0 0-2673 0,0 0-428 15,0 0-200-15,0 0 172 0,0 0-136 0,0 0-292 16,0 0-256-16,95-50-196 0,-67 28-208 16,-1 1-136-16,-2-3-24 15,-1 2 20-15,-4 7 116 0,-1 2 120 0,-6-1 100 0,-2 9-52 16,-7 2 56-1,4-1-4-15,-8 4 12 0,5 0 88 16,-5 0 12-16,0 0 48 0,4 0-12 0,-4 7 48 16,3 3 100-16,1 2-136 15,0 7-136-15,0 3 60 0,0 10 16 0,5-1 8 16,-6 8-8-16,-3 1 220 0,4-1-76 16,-4-1 12-16,0-2-12 0,0-5-60 15,0 0-88-15,0-6-44 0,0-5-40 0,0-1-60 0,0-6 0 16,0-7-148-16,0 0-296 15,0 1-268-15,0-7-216 0,-7 3-416 16,-2-3-1296-16,5 0-1917 0,-8 0-1015 0</inkml:trace>
  <inkml:trace contextRef="#ctx0" brushRef="#br0" timeOffset="68390.883">27065 15462 4528 0,'0'0'888'0,"0"0"4288"0,0 0-2839 0,0 0-597 15,0 0-528-15,0 0-120 0,0 0-224 16,0 0 44-16,0 0-456 0,88 17-124 15,-52-17-40-15,-5 0-108 0,9 0-184 16,-4-7-136-16,-1-3-364 0,-2-3-176 0,-6 4-212 16,-3-7-580-1,-3 0-1124-15,-6 4-1953 0,1-7-2619 0</inkml:trace>
  <inkml:trace contextRef="#ctx0" brushRef="#br0" timeOffset="68667.159">27089 14598 4120 0,'0'0'1680'16,"0"0"220"-16,0 0 2457 0,0 0-2493 15,0 0-496-15,0 0-208 0,0 0-56 0,0 0-164 16,0 0-164-16,92 38-40 16,-65-34-320-16,1-4-308 0,4 0-108 0,-4 0-108 15,0 0-172-15,0-4-248 0,0 1-244 16,0 0-204-16,3 0-156 0,-6 0-1008 16,-6-3-1857-16,9 2-1879 0</inkml:trace>
  <inkml:trace contextRef="#ctx0" brushRef="#br0" timeOffset="68999.456">27818 14833 4616 0,'0'0'52'16,"0"0"1588"-16,0 0 3497 0,0 0-2909 0,0 0-496 15,60 83-400-15,-48-61-112 0,0 6-184 0,-5 4-460 16,1 0-296-16,-3 6-168 0,-1 3-4 16,0 4-20-16,-4 3-16 0,0-4 88 0,0 0-112 15,0-2 36-15,-8-4-32 16,-5 0-4-16,2-6-36 15,-6 2-12-15,2-4-8 0,-5-1-4 0,0-1-136 16,0-6-96-16,0-3-184 0,1-3-48 0,-6-4-228 0,5-2-272 16,1-7-584-16,6 0-1196 0,-7-3-2825 0</inkml:trace>
  <inkml:trace contextRef="#ctx0" brushRef="#br0" timeOffset="69430.874">28499 15002 8884 0,'0'0'5865'16,"0"0"-3901"-16,0 0-832 0,0 0-724 15,0 0 320-15,76 31 104 0,-40-24-136 0,0-1-292 16,3-3-260-16,2-3-144 0,-2 0-448 16,-3 0-260-16,-4-3-212 0,-4-3-724 15,-12 3-1548-15,0 3-2617 0</inkml:trace>
  <inkml:trace contextRef="#ctx0" brushRef="#br0" timeOffset="69584.387">28607 15183 4244 0,'0'0'2628'0,"0"0"4469"0,0 0-5417 0,0 0-772 16,0 0-76-16,0 0 404 0,0 0-388 0,0 0-392 0,75 44-348 15,-34-41-8-15,2 0-100 0,5-3-108 31,-4 0-248-31,4 0-440 0,-4-6-488 0,-13 0-1412 0,13-4-4361 0</inkml:trace>
  <inkml:trace contextRef="#ctx0" brushRef="#br0" timeOffset="70001.39">30109 14938 6140 0,'0'0'8933'16,"0"0"-7285"-16,0 0-1212 15,0 0-24 1,-80 34 440-16,72-10 304 16,1 4-216-16,-6 3-208 0,5 4-332 0,1 4-143 0,-2 2 23 15,1-3-12-15,5 0-100 0,-1-5-84 0,0-5-28 16,4-6-56-16,0-3-120 0,11-6-12 15,2-4-88-15,6-6-48 0,9-3-85 16,12-7 37-16,0-5-24 0,11-7 60 16,-2 0 0-16,3-7 0 0,-1 1 84 0,1-3-24 15,-5-1-48-15,-2 0 96 16,-6-3 36-16,-7-3 136 0,-4 4 12 0,-8-4 84 0,-8 3 52 0,-8 1 36 16,-4 2-108-16,0 4 560 15,-12 3-296-15,4 2-256 0,-4 7 232 0,-4 4-96 16,-4 9-132-16,-4 0-88 0,-8 7-12 15,-3 5-96-15,-1 8-380 16,-8-2 12-16,-4 7-232 16,0-2-572-16,12-4-1576 0,-20 10-3281 15</inkml:trace>
  <inkml:trace contextRef="#ctx0" brushRef="#br0" timeOffset="71619.986">18993 15354 6440 0,'0'0'248'0,"0"0"2124"0,0 0-1788 0,0 0-584 16,83-45-2036-16,-59 33-2368 0</inkml:trace>
  <inkml:trace contextRef="#ctx0" brushRef="#br0" timeOffset="71786.537">18870 15519 6596 0,'0'0'856'0,"0"0"3161"15,0 0-2785-15,0 0-444 16,0 0-328-16,0 0-256 0,82 25-168 16,-50-25-36-16,-4 0-648 0,9 0-500 0,-18-3-1301 15,17 3-3675-15</inkml:trace>
  <inkml:trace contextRef="#ctx0" brushRef="#br0" timeOffset="72396.72">15634 15433 3192 0,'0'0'2580'0,"0"0"3361"0,0 0-4329 15,76 4-344-15,-41-11-8 0,6 1-68 0,2 0-212 16,5-7-28-16,4-1-352 0,4 0-244 0,-4-2-204 15,-1-4-152-15,-3 2-12 16,-5-1-96-16,-2-1-124 0,-5 1-184 16,-12 3-424-16,-1-3-296 0,-7 0-604 0,-8 6-1104 15,0-6-2777-15</inkml:trace>
  <inkml:trace contextRef="#ctx0" brushRef="#br0" timeOffset="72738.441">15929 14843 5216 0,'0'0'988'0,"0"0"-336"0,-20 70 3837 0,20-39-2481 16,0 4-220-16,0 7-440 15,4 2-364-15,4 0-92 0,0 5-80 0,4 1-224 16,0 7-196-16,-1 1-88 0,-2 2-108 15,3 6-12 1,-1 1-40-16,6 3 4 0,-2 0-76 0,1-3-24 16,0-1-36-16,4-6 60 0,0-3 28 15,0-7 8-15,0-4 12 0,-4-8-20 0,0-6-28 16,-5-4-72-16,2-2-40 0,-9-4 32 16,0 0-64-16,-4-3-124 0,0 0-228 15,0-3 8-15,-8-3 100 16,0-7-4-16,-1 0-72 0,-2 1 12 15,-1-7-124-15,0 0-76 0,-8-4-24 0,4-5-156 16,-4-4-772-16,-3-6 560 0,-5-3-1324 0,7 3-1561 16,-10-13-1475-16</inkml:trace>
  <inkml:trace contextRef="#ctx0" brushRef="#br0" timeOffset="73105.439">16793 15281 6504 0,'0'0'5781'0,"0"0"-3413"0,0 0-820 16,-39 92-608-16,27-57-244 0,3 0 68 0,2 3 0 16,3 0-224-16,0 1-188 0,4-8-184 0,0-2-168 15,0-7-108 1,4-6-372-16,3-10-96 0,10-6-112 15,2-6-448-15,5-7-1060 16,-4 0-2721-16,12-15-2483 0</inkml:trace>
  <inkml:trace contextRef="#ctx0" brushRef="#br0" timeOffset="73372.819">17092 15396 5548 0,'0'0'744'16,"0"0"5309"-16,0 0-3421 0,-20 78-520 0,16-52-124 0,4-3-200 15,0-5-367-15,13-5-453 0,-2-6-448 0,6-5-520 16,2-2 0-16,5-9-300 0,0-4 8 0,4-5-36 0,-5-5-132 31,-2 2-121-31,-1-3-51 0,-5 2-40 0,-2 3-132 0,-5 1 4 16,-5 5 184-16,-3 0 308 0,0 6 120 0,0-2 128 16,-7 3 60-16,-6-5 284 0,2 6-276 15,-6 2 216 1,2 0 196-16,-6 0-40 0,2 3-256 15,3 0-4-15,-5 0-112 0,2 3 56 0,3 3-64 16,-4-1-8-16,4 2 0 0,1 0-116 16,-2 0-416-16,2-7-376 0,-2 0-1272 0,6 0-2404 15,-9 0-1797-15</inkml:trace>
  <inkml:trace contextRef="#ctx0" brushRef="#br0" timeOffset="73566.109">16881 15014 6884 0,'0'0'5041'0,"0"0"-2717"0,0 0-772 0,0 0-272 0,80 23-240 16,-48-23-140-16,4 0-324 16,3-10-552-16,5-6-24 0,0-6-332 0,-1-4-268 0,-2-2-192 15,-2 0-624-15,-3 0-1336 0,-12 4-2353 0,8-7-2579 16</inkml:trace>
  <inkml:trace contextRef="#ctx0" brushRef="#br0" timeOffset="73773.422">17579 14766 6856 0,'0'0'4309'0,"0"0"-2349"16,0 0-472-16,0 0-40 0,47 83 52 0,-31-53-144 16,-4-2-264-16,4 6-188 0,0 8-116 0,4-1 89 15,-5 7-17 1,-2-1-356-16,-2 0-260 0,-7 1-180 15,-4 0-64-15,0 2-60 16,-11-1-60-16,-1 1-160 0,-8 1-252 0,-4 3-60 0,0-4 84 0,-8 2-77 16,-8 2-11-16,5-3-196 15,-10-1-200-15,-2 1-228 0,-1-7 52 0,4-3-176 16,-4-6-528-16,12-9-1089 0,-20 2-4195 16</inkml:trace>
  <inkml:trace contextRef="#ctx0" brushRef="#br0" timeOffset="74299.508">14821 15591 2584 0,'0'0'508'0,"0"0"8001"0,0 0-6261 0,0 0-680 16,0 0-632-16,104-18-188 0,-72 8-68 15,4-2-272-15,-5-2-172 0,5 3-236 16,-8-3-12-16,0 2-384 0,-9 3-348 16,2-1-408-16,-10 3-824 15,-2 5-2413-15,-9 2-3247 0</inkml:trace>
  <inkml:trace contextRef="#ctx0" brushRef="#br0" timeOffset="74474.581">14909 15726 5672 0,'0'0'456'0,"0"0"3584"0,0 0-1915 0,0 0-249 0,0 0-552 31,0 0-292-31,0 0-160 0,0 0-336 0,0 0-292 16,87 18-244-16,-71-24-368 0,4-1-156 15,-3 2-160-15,-2-5-232 0,1 0-652 16,-8 4-1540-16,4-1-3705 0</inkml:trace>
  <inkml:trace contextRef="#ctx0" brushRef="#br0" timeOffset="75107.35">13996 15304 3740 0,'0'0'1004'15,"0"0"4356"-15,0 0-3415 0,0 0-373 16,100-36-304-16,-72 30-284 0,4-1-156 16,0 7-180-16,0 0-300 0,0 7-164 0,-4 3 16 15,0 2 180-15,-5 8-108 0,-7-1-124 16,0 2-36-16,-13 8-104 0,2 0-4 0,-5 2 8 15,0 4-4-15,0 1-4 16,-8-5 60-16,0 0-56 0,-4-6 48 16,-4 2-20-16,-3-2-36 0,-2-6-160 0,-3 0 36 0,-4 0-60 15,0-7 112-15,0-1 64 0,1-8-44 16,3-3-60-16,0 0-48 0,0-7-84 16,5-8-116-16,-2-5-76 15,1-5 52-15,5-4 20 0,2-3-52 16,1 0-24-16,1-1-124 0,2-3-92 15,5 1-120-15,1 3-180 0,3 0-148 0,3 4-81 0,5 2-379 0,1 8-408 16,10-4-1284-16</inkml:trace>
  <inkml:trace contextRef="#ctx0" brushRef="#br0" timeOffset="90760.595">4032 16659 6836 0,'0'0'6713'16,"0"0"-5609"-16,0 0-84 0,0 0-188 15,0 0 76-15,80 9-52 0,-45-9-140 0,5 0-312 0,3 0-124 0,2 0-72 16,2-6-36-16,5-7 0 15,-4-2 0-15,4-1-128 0,-4-6-44 16,-5-1-84-16,-2 1-52 0,-9 0-108 16,-5-1-284-16,-3 1-220 0,-8 6-192 0,-8 0-452 15,-8 10-944-15,0 0-644 0,-8 3-3365 16</inkml:trace>
  <inkml:trace contextRef="#ctx0" brushRef="#br0" timeOffset="90944.72">4255 16643 1304 0,'0'0'4440'16,"-8"67"2233"-16,4-26-5789 0,4 13-148 0,0 9 0 15,8 11 244-15,-1 2-88 0,-3-1-368 16,5 2-176-16,-5-4-296 0,0-6-52 16,0-4-140-16,-1-6-356 0,-3-12-176 0,0-8-12 15,4-7-272-15,-4-14-824 0,4-7-2309 0,-4-9-2867 16</inkml:trace>
  <inkml:trace contextRef="#ctx0" brushRef="#br0" timeOffset="91103.775">4183 17287 3192 0,'0'0'5664'16,"0"0"-2915"-16,0 0-1137 0,0 0-504 0,0 0-172 16,103-22-132-16,-63 19-412 0,1 0-96 0,6 0-108 15,-3-4-136-15,3 1-8 0,-2 0-44 31,-9-1-288-31,-1 1-764 0,-11 3-540 0,-4 3-1144 0,-8 0-2525 0,-8 3 353 16</inkml:trace>
  <inkml:trace contextRef="#ctx0" brushRef="#br0" timeOffset="91229.678">4331 17577 1800 0,'0'0'1564'0,"0"0"3284"0,0 0-3592 0,0 0-700 0,79 44-196 0,-35-38 197 0,4-6 175 15,8 0-244 1,3-3-76-16,5-9-304 0,0-8-108 0,-4-5-972 0,-12 3-1377 16,23-17-3587-16</inkml:trace>
  <inkml:trace contextRef="#ctx0" brushRef="#br0" timeOffset="91630.34">5334 17164 4316 0,'0'0'8985'0,"0"0"-5925"0,0 0-2240 16,-91 51-432-16,63-29 256 0,0 0 276 0,8 3-708 0,0 3-212 16,12-5-76-16,1 0-84 0,7-5-48 15,0-2-172-15,4-3-228 0,7-1 88 16,-3-5 72-16,4-4 112 0,4-3-80 16,0-3-48-16,0-9 224 0,4-5 92 15,0 2 136-15,3-4 12 0,1 3-48 0,1 2-140 16,3 12 188-16,0 2 224 0,0 2-136 15,3 15-80-15,-3 5 8 0,0 10 72 16,-5 6 60-16,-2 6 28 0,-1 3-76 0,-5 8-36 16,-3-1 0-16,-7 0 264 0,-1 0 96 15,-4-3-100 1,0-1-76-16,-9-1 0 0,-3-2-100 0,-3-6-48 0,-1-3-12 0,0-3-88 16,-4-3-68-16,-4-4-44 0,0-5 16 0,-4-7-4 15,-4-4-172-15,-4-2 24 16,0-10-40-16,-7 0 152 0,-1-10 20 0,0-6-8 15,5-2-268-15,2-6 316 0,9-4 152 0,9 0 12 32,2-1-88-32,13-3-528 15,1-2-580-15,3-1-992 0,3 3-1997 0,1 6-2371 0,5-5 6464 16</inkml:trace>
  <inkml:trace contextRef="#ctx0" brushRef="#br0" timeOffset="94777.565">4286 17865 3440 0,'0'0'480'15,"0"0"4108"-15,0 0-3368 0,0 0 5 16,0 0 187-16,0 0-72 0,0 0-196 16,0 0-128-16,105 0-208 15,-70 0-148 1,5 0-140-16,-1 0-112 0,10 3-64 0,3 4 76 0,-5-1 8 16,9 4-156-16,0 3-40 0,4 0-112 15,0 1-8-15,3 0-40 0,1-1-72 16,0-4-84-16,-1-3 36 0,5-2 36 15,3-1-52-15,6-3-8 0,2-3 72 16,1-4 0-16,-5-2-72 0,1-1-52 0,-8 1-108 0,-1-2-188 0,-11-1-180 16,4 3-128-16,-12-3-332 0,0 1-612 0,-9 3-448 31,-2-3-733-31,-18 2-2055 0,1-3 760 0</inkml:trace>
  <inkml:trace contextRef="#ctx0" brushRef="#br0" timeOffset="95017.769">6427 17323 7764 0,'0'0'7605'15,"0"0"-6397"-15,0 0-600 0,0 0-272 16,86 19 196-16,-65-10 64 16,-5 1-412-16,-1-4-184 0,-2 7-172 0,-5-1-472 15,-1 1-360-15,-3 3-540 0,-4 0-2496 0,0-4-3149 16,0 4 4513-16</inkml:trace>
  <inkml:trace contextRef="#ctx0" brushRef="#br0" timeOffset="95160.807">6455 17675 3940 0,'0'0'9497'0,"0"0"-8481"16,0 0-880-16,0 0-72 0,0 0 492 0,31 67 48 15,-11-58-264-15,4 1-268 0,-4-1-72 16,3-6-416-16,5 1-516 0,-4-1-924 0,-3-3-2637 16,7 0-4034-16</inkml:trace>
  <inkml:trace contextRef="#ctx0" brushRef="#br0" timeOffset="95602.587">7641 16906 10892 0,'0'0'2069'15,"0"0"-481"-15,0 0-264 0,45 99 64 0,-38-55-420 16,5 5-388-16,-8 7-252 0,0 1-128 16,1 7-68-16,-5-1 4 0,0 1-24 15,0-1-112-15,0-2-52 0,-5-4-352 0,-3-6-100 16,4-4-112-16,-4-9-52 15,5-6-128-15,-6-6-324 0,9-14-600 0,-4-6-1108 16,4-2-2741-16</inkml:trace>
  <inkml:trace contextRef="#ctx0" brushRef="#br0" timeOffset="95769.554">7777 17434 1068 0,'0'0'10761'16,"0"0"-8921"-16,0 0-308 0,76-7-512 15,-41 7-20-15,1 0-84 16,5 3-288-16,2-3-272 0,5 0-156 0,-1-3-4 15,6-7-196-15,-10-2-8 0,1-1-300 16,-4-3-368 0,-4 1-216-16,-5-8-252 0,-3 4-696 0,-11 4-2065 15,2-8-2719-15</inkml:trace>
  <inkml:trace contextRef="#ctx0" brushRef="#br0" timeOffset="95920.126">8267 17027 1408 0,'0'0'9012'15,"0"0"-7363"-15,0 0-717 0,0 0-344 0,0 0 476 0,0 0 60 16,16 66-472-16,-1-24-240 0,2 6-36 16,-6 3 8-16,2 2-48 15,-2 5-80-15,-3-1-20 0,1 0-172 0,-5 1-64 16,-4-8-268-16,0 1-464 0,0-4-252 16,0-6-512-16,0 1-1252 0,4-7-3413 0,-1-10 261 15</inkml:trace>
  <inkml:trace contextRef="#ctx0" brushRef="#br0" timeOffset="96086.741">8813 17427 7764 0,'0'0'7577'0,"0"0"-6585"0,0 0-704 16,76 0-52 0,-48 0 200-16,-1 0-76 0,5-3-224 15,-4-4-136-15,0 2-4 0,3-5-392 16,-6 3-724-16,-1-2-684 0,-9 3-3193 15,-6 2-3475-15,-5 4 7664 0</inkml:trace>
  <inkml:trace contextRef="#ctx0" brushRef="#br0" timeOffset="96236.443">8872 17612 6472 0,'0'0'7225'0,"0"0"-6437"0,0 0-712 0,0 0 368 0,0 0 220 16,0 0-32-16,96 42-168 0,-64-42-56 0,8-7-356 15,4-3-52-15,-1-3-572 0,5-3-84 0,0 0-124 32,0 1-1224-32,-12-1-5869 0,12-3 3265 0</inkml:trace>
  <inkml:trace contextRef="#ctx0" brushRef="#br0" timeOffset="96701.046">9585 17170 10304 0,'0'0'4301'15,"0"0"-3545"-15,0 0-356 0,109-16 244 0,-58 7 364 31,5 2-228-31,0 4-188 0,7-1 48 0,-3 4 204 0,4 0-100 16,-1 7-500-16,-7-3-120 16,-3-1-124-16,-6 3-72 0,-11 1-36 0,-5 2-136 0,-7 0-60 15,-7 4-136-15,-6 6-24 16,-11 7 156-16,0 5 148 0,-15 8-24 16,-13 2 136-16,-4 9-64 0,-8 2 112 0,0-1 0 0,-3 2 76 15,2-2 20-15,2-4-20 16,3 2 120-16,8-9 84 0,8-1 76 15,8-8-24-15,12-5-100 0,0-1-132 0,16-3-92 16,8-2-4-16,8-2 300 0,3-1-96 16,10-5-196-16,-2-2 40 15,9-4-52-15,-4-3-60 0,0 0 52 0,0-3-88 0,-9 0 84 16,-3 0-208-16,-4-3-84 0,-4-3-100 0,-4-4-148 0,-5-3-100 16,2-2-24-16,-1-7-228 15,-5-4-612-15,2-2-832 0,-2-5-1733 16,-2-1-1591-16,-2 8 3940 0,1-11-200 0</inkml:trace>
  <inkml:trace contextRef="#ctx0" brushRef="#br0" timeOffset="96887.896">10721 17326 456 0,'0'0'9160'0,"0"0"-6763"0,0 0-1721 0,0 0-240 16,0 0 808-16,0 0 144 0,-60 79-356 15,36-44-400-15,1 9-332 0,-1 3-16 0,-8 8 12 16,-4 2-84-1,1 1-212-15,-10 2-12 0,2 0-88 0,-5 3-272 16,0-2-384-16,-4-4-332 0,8-3-636 16,0-6-2249-1,13-14-2651-15,-9 8 4696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09:42.66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21149 2857 1316 0,'0'0'404'16,"0"0"-192"-16,0 0-108 0,0 0-12 0,0 0-4 16,0 0-88-16,0 0 68 0,-28 0-4 15,28 0 28-15,0 3 924 0,0-3-468 16,0 0-328-16,0 0-152 0,0 0 100 16,0 0 172-16,0 0 64 0,0 0 52 15,0 0 180-15,0 0 120 0,0 0-4 0,0 0-24 0,0 0 20 16,0 0 28-16,0 0-24 15,0 0-19-15,0 0-41 0,0 0-104 16,-4 0 76-16,4 0 0 0,0 0 92 0,0 0-60 16,0 0 8-16,4 0-80 0,-4 0-88 15,3 0-92-15,-3 0 4 0,8 0-8 16,-4 0-156-16,9 3-88 0,-2-3-72 0,9 0 36 16,3 0-76-16,5 0-32 0,9 0 8 15,-5 4-52-15,8-1 52 0,-1 3-52 16,6 0 4-16,2 1-12 0,9-1-8 15,4 3-60 1,3-2 68-16,9-1 0 0,0 4-4 16,-1-4 0-16,5-2-8 0,0 3-36 0,-5-2 48 15,2 2-12-15,-6-5-52 16,1 5-32-16,-5-3-164 0,-3 2-8 0,-4-4 20 16,-5 3-72-16,-2-3 100 0,-6 2-152 15,-2-1 12-15,-6-3 100 0,-3 0 48 16,-4 0-112-16,-4 0-76 0,-5 0-444 0,2 0-180 15,-6 0-400-15,-2 0-512 0,-2-3-729 0,-3-1-2303 16,-3-3 2340-16</inkml:trace>
  <inkml:trace contextRef="#ctx0" brushRef="#br0" timeOffset="7031.535">17081 10341 3456 0,'0'0'0'0,"0"0"0"0,0 0 2448 0,0 0-640 16,0 0-588-16,0 0-664 0,0 0-192 15,0 0-16-15,0 0 28 0,0 0 101 16,0 0-29-16,0 0-76 0,-13-19 40 15,13 19 60-15,0-4 16 0,-4 4-80 16,4 0 12-16,0-3-28 0,-4 3-64 0,4-3-52 16,-3 3-124-16,-1-3-96 15,-5 0-56-15,1 0-76 0,1 0-52 0,-5-1 120 16,-1 4-68-16,2-3-12 0,-2 3 0 16,-2 0 0-16,-2 0 88 0,2 0 12 0,-1 0-12 31,-4 0-4-31,4 0-60 0,0 0 52 0,-4 0 8 15,4 3-96-15,0 1 92 0,-4-1-4 0,5 0-92 16,-2 3 28 0,2-3-48-16,-5 4-16 0,4 2-76 0,0 1 64 0,0 2 60 15,0 7 84-15,-1-3-4 16,-2 7-128-16,7-2 76 0,-4 2 0 0,0 3 52 16,4-1-40-16,1 0 44 0,-2 1 8 0,5-1 12 15,1 0 0-15,-2 0-4 0,1-2 4 0,4-4-8 16,1 3 84-16,-1-6-36 15,4 3 24-15,0 0 0 0,0 0-68 16,0 1 80-16,0 2 4 0,0-3 48 0,7 2 24 16,1 4 24-16,1 2-84 0,2-5 96 15,1 6-148 1,4-3 48-16,8 1 52 0,0 2-76 16,0-2-64-16,8-3-4 0,-1 2-8 0,1-6-24 15,9 0 24-15,-6 1-4 0,1-6 8 0,4 3-12 16,-5-1 4-16,2-1 4 0,-5 2-12 0,0-5 12 15,-4 4-60-15,4 0 60 0,3-3 76 16,1-1-12 0,7 1-56-16,2-4 56 0,2 1-64 0,1-1 48 15,4-2-36-15,3-3-4 0,1 1-8 16,4-2 52-16,4 1-40 0,0-4-4 0,8 2-8 16,-4-2-4-16,3 0 4 0,0 0 12 15,2 0 104-15,-6 0-104 0,1 0 0 16,-1 0 128-16,6 0-92 0,-10-2 40 15,9 2 40-15,-5-4 32 0,2 4 28 0,-2 0 20 16,1 0 76-16,-4 0 352 0,-1 0-212 0,-3 0-288 16,0 0-76-16,0-3-56 0,-8 0 60 15,3 1-64-15,-3-5 12 0,-4 0-4 0,3-2-4 16,-2-1 0-16,-2-2-8 0,5 2-4 16,-4-3-4-16,-1-2-124 15,-2 2-16 1,-6-4 4-16,-3-2 76 0,0 5-4 0,-8-9-24 15,0 4 40-15,-4-4-4 0,-5-2 60 16,-2 0 4-16,-6 0 64 0,2-5 48 16,-9 2-68-16,-4 0-44 0,0-5-136 15,-4 2 0-15,-13-1-64 0,2 1-76 16,-13-4 88-16,-8-3-116 0,-8-1 56 16,-7 1 32-16,-14 4 16 0,-6-4 200 0,-5 6 4 0,-4-3 0 15,-4 6 96-15,1-3-92 0,-4 7 68 16,3 0-76-16,-4-1 0 0,0 5-56 15,1-3 52-15,-5 6-156 0,1-1 72 16,-1-1-192-16,-3 5 132 0,7-1 148 0,0 3 136 16,4 1 40-16,0-1 0 0,1 0-176 15,-1 1-220 1,-4 1 132-16,-3 3 88 0,-5 2-28 0,-3-1 28 0,-9 3-568 0,-3 4-484 16,-1 0 592-16,-4 0 460 0,9 0 76 15,3 4-68-15,4-2-8 0,9 5 8 16,3-1 212-16,9 4-44 0,-1 0-176 15,8 2-140-15,1-2-12 0,2 3-128 16,10-1-92-16,-1 4-128 16,13 3-657-16,-2-3-123 0,14 6-1092 15,3-3-712-15,12-3 84 0,0 9 2060 0</inkml:trace>
  <inkml:trace contextRef="#ctx0" brushRef="#br0" timeOffset="25524.057">8960 12132 10520 0,'0'0'3969'15,"0"0"-3109"-15,0 0-508 0,0 0-104 16,0 0 460-16,0 0 372 16,0 0-288-16,0 0 92 0,49-26-248 15,-34 23-292-15,5 3-64 0,-1-3 0 16,6 3 120-16,-5 0 4 0,4 0-51 15,-5 0-101-15,2 0-80 0,3 0-40 16,-1 0-60-16,5 0 12 0,4 0 16 16,8 0 20-16,0 0-12 0,7-3 328 15,1-4-256-15,1 1-180 0,2 0 0 0,-3-1-4 0,-5 4-44 16,2 0-96-16,-10 0 48 16,-3-1 8-16,-4 4-20 0,-8 0-24 15,0 0 12-15,-4 0 60 0,-4 0 48 0,-5 0-36 16,1 0 36-16,-3 0-52 0,-1 0 4 15,-4 0-36-15,0 0-108 0,0 0-172 0,0 0-125 16,0 0-155-16,0 0-236 0,0 0-420 0,0 0-572 16,0 0-976-16,0 0-2133 0,0 0-2263 31,4 0 6472-31</inkml:trace>
  <inkml:trace contextRef="#ctx0" brushRef="#br0" timeOffset="27226.187">13204 12176 6320 0,'0'0'1820'16,"0"0"832"-16,0 0-1903 0,0 0-569 15,0 0 360-15,0 0 776 0,0 0 304 0,0 0-312 16,0 0-300-16,0 0-204 0,0 0-112 16,4 0-128-16,3 0-112 0,-3 0 36 15,5 0 12-15,2 7-160 0,1-7-204 16,4 6-124 0,0-4 36-16,12 2 12 0,0-4-12 0,11 2-36 15,6 3 40-15,11-3-44 16,4 2 40-16,3-4-40 0,9 3 32 15,3-3-40-15,1 3-48 0,-1-1-28 0,2 3-20 0,-6-3-72 0,0 2 44 16,-2-1 28-16,-2 4-52 0,-7-7-44 16,0 6 44-16,-4-3 40 15,-5 0 20-15,1 0 16 0,0 1 24 0,-4-2 40 16,4 2 8-16,0-4 12 0,-5 3-12 0,5-3-100 16,-1 0 12-1,2 0 76-15,2 3 12 0,1 0 56 0,4-3-56 16,-5 3-244-16,5 1-36 0,0-1 36 0,0 0 192 15,3 0 4-15,-3 3-224 0,4-2 4 32,-4-1 168-32,3 0-20 0,-3 0-32 0,0 0 104 15,-4 0-64-15,0 0-96 0,-4 1-100 16,-1-4-52-16,-3 3 100 0,-8 0 8 0,0 0-48 16,0-3-24-16,-4 4 96 0,0-2 128 15,3 3-28-15,2-3-96 0,2 1 112 16,0 0 108-16,2 0 4 15,-6 0-416-15,6-3-64 0,-6 4 228 0,1-1 200 0,-1-3 48 16,2 4-48-16,-1-2-88 0,-1 1 140 16,2-3 76-16,-2 3-76 15,-7 1-216-15,4-4-12 0,-8 3 76 0,4 1 36 16,-1-1-8-16,1-3-224 0,4 3 288 16,1-1 52-16,-2 2 8 0,9-2 152 15,-5 3 64-15,6-3 344 0,-2 2-560 0,1-4-228 16,0 0-28-16,-5 3-36 0,6 0 176 0,-6-1 0 15,1 3-420-15,-3-3-324 0,-2 2 332 16,-3-1 387-16,0 0 141 0,-4 0 0 16,0-3 141-16,4 0-133 0,-4 0 4 15,4 0-8-15,3 0-4 0,1 0-65 0,4 0-319 16,-1 0 176 0,6 0 196-16,2 0 12 15,1 0 88-15,0-3 56 0,0 3-40 0,0 0 205 16,-5-3-89-16,2 3-144 0,-10-3 16 15,5-1-80-15,-4 4 104 0,-1-2 0 16,1-3 140-16,-3 5-24 0,-1-2-132 0,-1-1-92 16,1 3 120-16,-4-3 80 0,4 3-68 15,0 0 76-15,0-4-24 0,-4 4-88 0,4 0-28 16,-1 0-36-16,5 0-28 0,0-2 28 16,-4 2-40-16,3-5-24 0,5 5 20 15,-3-2-88-15,-2-2 28 0,5 2 0 16,-4-1-100-16,-5-4-104 0,5 4-64 0,-4-1 64 15,0 1 268-15,1 0 0 16,-6 1-44 0,4-2 44-16,-3 4 4 0,0 0 60 0,-3 0-64 15,3 0-44-15,-4 0-8 0,4 0-112 0,-5 0 20 16,5 0-100-16,0 0-52 16,0 0 292-16,4 0 4 0,-4 0 152 15,0 0-148-15,-4 0 4 0,0 0 68 0,-1 4-24 16,-3-4 76-16,0 0 180 0,-4 2 12 15,0-2-48-15,-4 3-120 0,4-3 104 0,-4 3-76 16,-1 1-52-16,-2-4 112 0,3 3 80 0,-8 1 124 16,3-4 0-16,-3 0-80 0,1 0-60 15,-5 0-28-15,0-4-148 0,-5-3-128 16,1 4-368-16,-3-2 4 0,3 1 100 16,0 1-40-16,0 3-256 0,-5-4-244 15,2 4-220-15,-5 0-441 0,-4 0-711 0,-4-3-240 0,8 3-788 16,-12-9 2280-16</inkml:trace>
  <inkml:trace contextRef="#ctx0" brushRef="#br0" timeOffset="31735.05">8865 13719 432 0,'0'0'440'15,"0"0"6856"-15,0 0-6300 0,4-76-76 16,7 54 217-16,2-1 387 0,2 4 296 16,2 4-184-16,2 4-236 0,-3 5-608 0,0 6-400 15,-4 0-48-15,0 4-196 16,8 3 12-16,0 5 148 0,12 7 20 0,0 3-68 15,4 7-140-15,-1 5-52 0,-7 1-68 16,-3 3-60-16,-10 6 0 0,-2-2 0 0,-10 2 60 16,-3 4 0-16,-3-3-60 0,-6-1 12 0,-7-6-72 15,0 0 108 1,4-6-120-16,0-3 20 0,0-3-20 0,5-8 8 0,-1-2-12 16,3-6-24-16,1-4 16 15,4-3-4-15,0-3-36 0,0 0 108 16,0-3 76-16,4-10 172 0,9-3 64 0,-2-10-92 15,2-5-32 1,-2-7-12-16,1-3-100 0,-3-7-76 0,-2 0-72 16,1 4-108-16,0-1 180 0,0 8-68 0,4 5-44 15,-4 3 92-15,8 8-4 0,-1 2 100 16,2 2 24-16,-2 1-24 16,2 7-48-16,-2-1-100 0,2 4 0 0,-2 2 12 15,1 1-52-15,0 3 52 0,-4 0-88 16,4 0-772-16,-4 0-476 0,0 3-328 15,1 4-304-15,-2-1-625 0,-7 1-1723 0,-4 5 1736 16</inkml:trace>
  <inkml:trace contextRef="#ctx0" brushRef="#br0" timeOffset="32189.697">9836 13791 1408 0,'0'0'628'0,"0"0"948"0,0 0 1484 0,0 0-748 16,0 0-620-16,0 0-275 0,0 0-405 15,0 0-8-15,0 0-344 16,0 0-232-16,-47-12 12 0,27 24 12 16,1 8-48-16,-6 2-156 0,5 10-36 0,0 0 52 15,-3 3 20-15,2-1-60 16,6 2-136-16,2-11-84 0,6-6 0 15,3-6 8-15,4-7 196 0,0-3-132 0,4-3 8 16,3 0 388-16,10-6-180 0,2-4-292 16,1-6-88-16,1-2-12 0,2-5 28 0,-3 0-76 15,-3 2 36-15,2-2-148 0,-3 1 40 16,-4 0 8-16,4 0-36 0,-4 3-48 0,-1 6 188 16,-6 4 108-16,3 2 160 0,-8 7 112 15,4 0 52-15,0 9-128 0,-1 4 224 16,1 6-84-16,0 3-92 0,1 4 0 15,-5-1-44 1,4 0-132-16,0-1-68 0,0-6-232 16,-1-2 108-16,5-6-72 0,5-8-76 15,-2-2-308-15,6 0-88 0,-2-5-180 0,5-8-976 16,0-6-1028-16,-4-1-1217 0,0 1-1359 0,-4 4 3772 0,0-11 841 31</inkml:trace>
  <inkml:trace contextRef="#ctx0" brushRef="#br0" timeOffset="32504.209">10064 13744 2860 0,'0'0'104'16,"0"0"7300"-16,0 0-5395 0,0 0-773 16,0 0-108-16,0 0 8 0,0 0-72 0,-36 77-232 15,28-52-188-15,4 0-200 0,4-2-160 16,-4-5-128-16,4 2-128 0,0-8-28 16,0-3-160-16,0-2 96 0,0-3-8 0,8-4-28 0,0 0-36 15,4-4-36-15,0-3 100 0,4-2-4 0,-1-7-72 16,2 0 40-16,-2-2 92 15,2 1-56-15,-2 2-4 0,-2 2 76 0,-6 4 4 16,1 2-4-16,-8 4 0 0,5 3 140 16,-1 0 108-16,-4 6-24 0,7 1 192 0,-3 5-84 15,0 1-88 1,0 3-144-16,0-1 8 0,1 5-32 16,-5-4-76-16,0-4 0 0,4 1-100 0,-1-3-32 0,1-3-16 15,-4 2 24-15,4-4 112 0,-4-1-220 31,4-1-420-31,-4 1-200 0,4-4-444 0,0 0-976 16,1 0-1569-16,-5 0-1887 0,3 0 2636 16,-3-7 1696-16</inkml:trace>
  <inkml:trace contextRef="#ctx0" brushRef="#br0" timeOffset="33303.525">10570 13284 9936 0,'0'0'1705'15,"0"0"-769"1,0 0 44-16,0 0 616 0,0 0-224 16,39 88-300-16,-26-52-452 0,-6 5-264 15,6 7-48-15,-9-1-100 0,0 0-132 0,0 2 8 16,-4-2-84-16,0-2-8 0,0-7-64 15,0-3-64-15,0-10 76 0,0 0 8 16,-4-9-8-16,0-3 48 0,0-7-100 16,-1 1-96-16,1-7-40 0,0 2-72 0,4-2-16 15,-3 0 0-15,3-2 12 0,-4-5-224 16,4-6 220-16,0-2 0 0,0-4 152 0,7-3 52 16,-3-1 24-16,5 2 100 0,3 2 88 15,-5 2 0-15,6 4 212 0,2 4-100 16,-3 6 56-16,4-1 44 0,1 4-24 15,-2 4 60-15,2 5-76 16,-6 1-160-16,-3 2-100 16,0 1-112-16,0-3 12 0,-8 3-136 0,0-1 72 15,0 4 64-15,-8-4 60 0,0 1 40 16,0 0 0-16,-8-4-44 16,4 1-12-16,1-4 56 0,-2-3 64 0,5 1 8 0,1-1 16 15,3 0-12-15,-1-3-72 0,1 3-4 16,4-3-112-16,0 7-112 0,0-1 200 15,0 3 24-15,9 4 96 0,-2 1 80 0,5 0 48 16,4 3 48-16,4-1-108 0,0-4-52 0,4 1-112 16,0-1 0-16,4-5-288 15,-1 3-256-15,1-4-212 0,0-3-528 16,-4-3-1260-16,0 0-2297 0,-4 0-1043 0,0-6 5052 16</inkml:trace>
  <inkml:trace contextRef="#ctx0" brushRef="#br0" timeOffset="33634.777">11945 13339 12137 0,'0'0'4172'15,"0"0"-3736"-15,0 0-324 16,0 0 240-16,0 0 528 0,0 0 152 0,-84-14-724 15,68 33-260-15,0 3-20 0,0 14 192 16,-8 8-64-16,0 10 16 16,-8 6 12-16,0 7 12 0,-3 3-24 0,3-3-76 0,0-8-24 0,12-5 16 15,4-9 20-15,8-9-12 0,8-11 4 16,4-3 104-16,12-4 601 0,8-5-309 0,4-3-252 16,12-4-148-1,7-3 12-15,5-3-104 0,4-3-4 0,-4-6-132 16,3-1-64-16,-7-2-80 0,-4-4-52 15,0 2-73-15,-12 2-123 16,-4-1-108-16,-9 0-324 0,-10 4-532 16,-1-3-412-16,-8 2-740 0,0 0-1317 15,-8-3-1063-15,-1 8 368 0</inkml:trace>
  <inkml:trace contextRef="#ctx0" brushRef="#br0" timeOffset="33946.461">11849 13772 612 0,'0'0'2336'0,"0"0"4508"0,0 0-4807 0,0 0-401 15,0 0-204-15,0 0-212 0,0 0-216 0,0 0 48 16,0 0-176-16,0 0-200 16,43 39-284-16,-18-39-392 0,-1 0-112 15,-1-3-352-15,1-3-236 0,0-1-264 0,-4-2-380 16,-4 2-620-16,0 0-508 0,-8 5-169 16,0-4-59-16,-4 2 564 0,-1 4 1484 0,-3 0 652 0,0 0 1696 15,0 6 356-15,0 0 36 0,-3 8-435 16,-1-2-361-16,4 4-208 0,-4 3-56 15,4 3-312-15,-4 4-324 0,4-1-156 16,0 4-56-16,0-4-44 0,0 4 4 16,0-7-140-16,4 0-4 0,0 0-12 0,3-6-96 15,-2 0-72 1,3 0-460-16,-4-3-580 0,4-1-800 0,-5 1-3009 31</inkml:trace>
  <inkml:trace contextRef="#ctx0" brushRef="#br0" timeOffset="35053.95">13144 13821 220 0,'0'0'10576'0,"0"0"-8979"0,0 0-549 0,0 0-260 16,0 0 248-16,79 0 232 0,-38-5-356 0,-2 3-380 16,5-4-284-16,0 3-224 0,-1-4-24 15,-7 0-172-15,1 5-388 0,-5-4-448 0,-4 0-552 16,-9 1-1136-16,-3 3-2525 16,-8 2-1263-16,-8 0 5988 0</inkml:trace>
  <inkml:trace contextRef="#ctx0" brushRef="#br0" timeOffset="35238.526">13363 13925 4868 0,'0'0'12'16,"0"0"4916"-16,0 0-3715 0,0 0-413 0,0 0 20 16,0 0 340-16,0 0-136 0,0 0-240 0,84 26-260 15,-52-24-304-15,3 3-220 0,-3-3-100 16,0 2-208-16,0-4-472 0,-4 2-508 0,0 2-988 15,-4-2-3253-15</inkml:trace>
  <inkml:trace contextRef="#ctx0" brushRef="#br0" timeOffset="35957.003">14383 13097 3776 0,'0'0'316'15,"0"0"5464"-15,0 0-3475 0,0 0-401 16,0 0-716-16,0 0-484 0,0 0-264 16,0 0-152-16,0 0-100 0,0 0-140 15,-8 86 128-15,8-55-4 0,8 4-8 16,3 6 108-16,2 8-36 0,-1 3-52 15,0 9 12-15,-4-1-48 0,0 7-148 16,-8-3-4-16,0 2-116 0,0-5-16 16,-8-1-64-16,-5-3-96 0,-2 0-152 15,3-6 0-15,-4-6 136 0,12-8-292 0,-4-5-252 16,8-6-536-16,0-8-308 0,0-5 51 0,4-2-511 16,4-9-1120-16,0-2 216 0,0-2 2428 15</inkml:trace>
  <inkml:trace contextRef="#ctx0" brushRef="#br0" timeOffset="36868.772">14993 13230 572 0,'0'0'1464'0,"0"0"4084"15,0 0-3512-15,0 0-63 0,39 82-257 0,-22-41-168 0,2 4-468 0,-3 6-324 0,4 0-244 16,-4-4-152-16,-1 1-164 0,2-7-188 16,3-3-4-16,-1-3-4 15,2-9-84-15,-6-3 76 0,5-4-216 0,1-5-276 0,-6 0-276 16,1-5-140-16,-4 0-324 0,1-5-920 15,-10-1-949-15,1-3-1807 0,-4 0 2320 16,0-3 1420-16</inkml:trace>
  <inkml:trace contextRef="#ctx0" brushRef="#br0" timeOffset="37117.649">15367 13290 2460 0,'0'0'8336'16,"0"0"-7395"-16,0 0-489 0,0 0-196 0,0 0 316 16,0 0 244-1,-96 68-180-15,69-37-360 0,-1 7-172 16,0 3-56-16,-4 3 28 0,0 4 24 16,0-3 4-16,0-1-104 0,0 1-72 0,0-4-92 15,5-4-88-15,-1-1-104 0,0-8-188 16,8-2-248-16,0-7-192 15,8-3-577-15,0-7-935 0,8-3-796 0,0-2 200 16,4-4 1868-16</inkml:trace>
  <inkml:trace contextRef="#ctx0" brushRef="#br0" timeOffset="37416.273">15769 13049 4316 0,'0'0'8041'15,"0"0"-5849"-15,0 0-956 16,0 0-108-16,0 0 200 0,0 0-172 0,0 0-116 16,0 0-420-16,40 85-228 0,-31-47-140 15,-2 6-7-15,1 11-97 0,0-1-64 0,0 7-84 16,0-1-12-16,-4 3-84 0,-4 0-40 0,4 1-45 15,-4-6-183-15,0-1-160 0,0-6-88 16,0-4-96-16,0-6-68 0,-4-3-88 16,0-2-140-16,0-5-288 0,0-5-556 15,1-4-776-15,-2-3-2061 0,1-10-723 0,4-3 4884 16</inkml:trace>
  <inkml:trace contextRef="#ctx0" brushRef="#br0" timeOffset="39467.604">18045 13560 3284 0,'0'0'8505'16,"0"0"-6449"-16,0 0-976 0,0 0-276 16,0 0 464-16,0 0-412 0,0 0-252 0,0 0-184 15,7 83-148-15,-7-52-64 0,4 4-72 16,0-5-28-16,1-9-36 15,3-2-20-15,-5-9 68 16,9-1 164-16,-3-5 156 0,6-1-160 0,-2-3-196 16,6 0-44-16,1-10-40 0,-1 1-120 15,2-5-124-15,-5 2 48 0,3-1 36 16,-2 1 28-16,-2-1-76 0,-2 3-28 16,-2 4 16-16,-7 3-12 0,4 3 12 15,1 3 108-15,-5 10 112 0,-4 0 88 0,3 6-80 16,-3 0-8-16,0-3 8 0,0 0 76 0,0-4-20 15,0-3-52-15,4-2 0 0,0-1 108 16,4-6 164-16,1 4 168 0,-2-4-172 16,10-4-96-16,-6-5-96 0,9-4-4 0,0-6-32 15,0-4-52-15,-1 2-120 0,-2-8-100 16,-1 1-124-16,0-4-144 0,0 0-128 0,-1-7-172 16,-3 1-392-1,4-6-916-15,1 3-692 0,-6-4-2089 16,1 11-1135-16,0-21 6008 0</inkml:trace>
  <inkml:trace contextRef="#ctx0" brushRef="#br0" timeOffset="39866.364">18782 12960 3312 0,'0'0'2436'15,"0"0"708"-15,0 0-1396 16,0 0 77-16,4 95-233 0,-4-50-124 0,-8 8-164 0,-1 8-532 15,-2 3-168-15,-1-3-144 16,-1-5-140-16,2-2-188 0,-1-3-132 0,4-4-56 16,-4-3-44-16,-1-5-56 0,6-4-20 15,-1-6-92-15,0-4 44 0,4-9 64 16,4-7 0-16,0 0-4 0,0-9 16 16,4 0-64-16,4 0-96 0,7-2 308 0,6-8 24 15,7-6 88-15,0-3 0 0,4 0-112 16,-8 0-4-16,0 0-72 15,-9 10-12-15,-3 2 88 0,0 4 0 16,-8 3 200-16,4 10 284 16,-4 2 96-16,0 7-148 0,0 0-248 0,-4 0-48 0,4 4-12 15,-4-4-52-15,4-4-12 16,0 2-60-16,4-5-64 0,-1-5 60 16,2-1-44-16,-1 0 0 0,0-6-212 0,4 0-220 15,0 0 36-15,4-9-128 0,0-5-312 16,4 2-688-16,-5-3-1124 0,2-2-1541 15,-6 2-639-15,2-1 3024 0,-5 6 1004 0,-1-6 397 0</inkml:trace>
  <inkml:trace contextRef="#ctx0" brushRef="#br0" timeOffset="40144.403">19132 13665 2600 0,'0'0'300'15,"0"0"-104"-15,0 0 6084 0,0 0-4379 0,0 0-633 32,0 0-324-32,0 0-204 0,0 0-208 15,0 0-168-15,0 0-76 0,76 63-124 0,-53-63-164 16,5-9-52-16,4-7-188 0,0-3-164 15,-4 0-128-15,0 0-76 0,-8 0-28 16,-4 0 276-16,-4 2 360 0,-4 2 64 16,-8 5 168-16,0-3 188 0,-4 7 116 0,-8 0-96 15,0-1 192-15,-4 7-188 0,0 0-56 0,-4 13 4 16,1 0-16-16,-2 10 20 0,-3 5-72 16,1 1-64-16,-1 2-96 0,-4 1-28 15,8-3-44-15,-4-3-92 0,8-5-124 16,4-2-48-16,4-6-76 0,4-3-48 15,4-4-44-15,0-3-156 0,4-3-348 0,8 0-368 16,0-7-740-16,8-2-1309 0,-1-7-3099 16,-2 1 5796-16,15-8-752 0</inkml:trace>
  <inkml:trace contextRef="#ctx0" brushRef="#br0" timeOffset="40358.668">19527 13544 3404 0,'0'0'116'0,"0"0"3088"0,0 0 788 0,0 0-2383 0,0 0-181 16,0 0-60-16,0 0-588 0,59 92-276 15,-59-57-216-15,0 0-164 16,0-2-24-16,-3-2-88 0,3-3-12 0,-4-3 0 16,4-2-48-16,0-7-12 0,-4-1 60 15,4-8 64-15,0-1-52 0,0-2 136 16,0-1 188-16,8-3 196 0,3-7 212 0,6-2-412 16,2-7-332-16,5-3-136 0,4-4-356 15,0-5-16-15,0 3-200 0,0-4-432 0,-4-3-880 16,-1 7-1117-16,1 3-1871 15,-7 3 308-15,-2 9 4060 0,-2 4 472 0</inkml:trace>
  <inkml:trace contextRef="#ctx0" brushRef="#br0" timeOffset="40631.379">19913 13687 3148 0,'0'0'260'15,"0"0"5584"-15,0 0-3031 0,0 0-1089 16,-20 79-548-16,20-66-120 0,0-3-4 16,0-4-256-16,8-6-228 0,8 0-272 15,7-4-64-15,5-4-232 0,9-11-72 0,-1-1-360 0,0-2-96 16,-1-1 116-16,-7 1 140 0,-4 7 136 15,-4-1 48-15,-4 0 88 0,-8 7 0 0,-4-4 212 16,-4 3 136-16,0 1 48 0,-8 6-64 16,-4 3-36-16,0 0-84 15,-12 9-92-15,1 7-44 0,-5 6 72 16,-4 7 36-16,0 3-64 0,-4 2-44 0,4 2-16 16,-4 2 40-16,4 0-48 0,4-4-52 15,5-2-112-15,2-3 28 16,10-4 32-16,11-8 52 15,0-3 0-15,8-3-40 0,12-5-252 16,3-3-92-16,5-3-220 0,8 0-300 0,8-13-684 0,-1 1-2676 0,-7-2-5037 0</inkml:trace>
  <inkml:trace contextRef="#ctx0" brushRef="#br0" timeOffset="41312.135">21177 13139 6340 0,'0'0'3220'15,"0"0"-1271"-15,0 0-313 0,67 65-112 16,-39-26-88-16,0 5 76 15,0 8-288-15,-5 4-244 0,-3 4-232 16,1 1-468-16,-2-1-280 0,-3-6-88 16,-4-7-8-16,4-5 12 0,-4-10-236 0,-1-4-268 15,10-5-136-15,-5-11 12 16,3-5-232-16,6-7 0 0,-1-5-900 0,4-13-872 16,-5-8-2601-16,-3 5-1154 0</inkml:trace>
  <inkml:trace contextRef="#ctx0" brushRef="#br0" timeOffset="41506.71">21706 13243 10328 0,'0'0'1497'16,"0"0"-613"0,-95 89 32-16,46-42 416 0,6 10-124 0,-5 0-456 15,1 3-452-15,2 1-276 0,-2-4-24 16,2-6-224-16,6-3-200 0,7-10-256 15,0-10-312-15,12-2-444 16,5-11-380-16,2-8-145 0,13-4-787 0,0-3-2680 16,4-3 5348-16</inkml:trace>
  <inkml:trace contextRef="#ctx0" brushRef="#br0" timeOffset="41717.547">22356 13465 9732 0,'0'0'5153'16,"0"0"-4433"-16,0 0-344 0,7 67 600 15,-7-39 500-15,0 7-456 16,0-3-540-16,0 3-388 0,0-7-92 0,0-2-12 16,0-7-112-16,4-1-168 0,0-7-296 15,5-3-128-15,-5-3-124 0,-1-5-864 16,1-5-1376-16,0 3-2817 0,-4-17-383 15</inkml:trace>
  <inkml:trace contextRef="#ctx0" brushRef="#br0" timeOffset="41875.74">22316 13144 3436 0,'0'0'10901'0,"0"0"-8657"0,0 0-888 16,0 0-480-16,0 0-8 0,0 0-376 15,0 0-492-15,0 0-316 0,0 0-504 16,107-35-376-16,-75 29-1380 0,16-4-3929 0</inkml:trace>
  <inkml:trace contextRef="#ctx0" brushRef="#br0" timeOffset="42155.178">22861 13258 5168 0,'0'0'7117'0,"0"0"-5445"0,0 0-812 0,-67 67 84 15,42-39 136-15,6-2-220 0,-1 0-280 16,5 2-356-16,2-6-116 0,9 4-44 0,0-7-56 16,4 0-8-16,8 1 12 0,5-6-12 15,2 5 0-15,5-5-148 16,-1 2-100-16,6-4 28 0,-5 4 144 0,4-3 4 16,-5 2-4-16,-2-2 4 0,-6 0 68 0,-3-3 8 15,1 2-8-15,-5 1 8 16,-4-4 80-16,0 4-84 0,0-3-40 15,-4 3-160-15,-9-5 52 0,-2 6-40 0,-2-5-96 32,-7 4-304-32,1-5-420 0,-1-1-636 0,-8 0-1249 15,4-1-2891-15,4-6 900 0</inkml:trace>
  <inkml:trace contextRef="#ctx0" brushRef="#br0" timeOffset="42949.371">24248 13589 2568 0,'0'0'288'0,"0"0"3604"0,0 0 309 16,0 0-2457-16,0 0-240 0,0 0-52 15,0 0-208-15,-36-70-324 0,32 60-144 16,0 1-196-16,0 6-128 0,4-1 12 15,-3 4 112-15,-6 0-148 0,1 4-152 0,-7 5-276 0,-6 10 0 16,-7 7 0-16,-3 9 0 16,-1 2 160-16,0 2 48 0,4-4-63 0,8-4-61 15,4-8-84-15,12-10-4 0,1-5 4 16,3-3-12-16,11-5-60 0,9 0-49 16,12-5-39-16,4-7-96 0,7-7-96 0,2-3-48 15,-2 0-16-15,2-4 36 0,-10 4 112 0,1 3 96 16,-12 3 12-16,-1 0 60 0,-10 7 92 15,-2 3 8-15,-7 6 76 0,-4 0 292 16,0 0 144-16,0 6-96 0,0 7-196 16,0 6-48-16,-4 3-40 0,4 6-20 15,0 0-112-15,4 1-56 0,5-4-28 0,10-1-52 16,5-3-424 0,8-5-184-16,4 0 288 15,4-6-208-15,4-7-452 0,-1-3-1016 0,2 0-868 16,-14-3-2573-16</inkml:trace>
  <inkml:trace contextRef="#ctx0" brushRef="#br0" timeOffset="43719.323">25818 12744 2672 0,'0'0'6920'16,"0"0"-4959"-16,0 0-473 0,0 0-92 15,0 0 156-15,12 92-52 0,-12-44-276 16,4 12-240-16,-4 4-360 0,-4 6-248 0,-8 3-144 16,-4-1-136-16,-8 2-32 15,0-5-60-15,0-2-4 0,-3-7-64 0,3-6-44 16,3-10-4-16,1-8 28 0,8-11 72 15,5-6-96-15,-1-6 32 0,8-10-68 16,0 0-176-16,0-3-84 0,8-3 124 0,7-3 48 16,5-7 180-16,1-6 52 15,11 0-12-15,-4-3-136 0,-5 0 16 0,1 0 44 16,0 5 40-16,0 4-64 0,-8 4 24 0,0 6 8 16,-1 3 80-16,-2 0 232 0,-2 6 28 15,-3 10-40-15,1 0-72 0,-1 3-60 16,-5 4-80-16,1-2 52 0,-4-1 52 15,0-1 8-15,0 0 76 0,0-6 12 0,-4 2 36 16,-3-5 52 0,-2-1-128-16,-3 2-20 0,-3-6-100 15,-5 2-48-15,-4-5-68 0,3 3-32 16,-2-5-56-16,3 0-100 0,5-5-112 0,2-1-12 16,1-6-148-16,4 2-184 15,4-3-492-15,4 0-864 0,0 1-616 16,9 2-1805-16,-2 4-2055 0,14-3 5840 0</inkml:trace>
  <inkml:trace contextRef="#ctx0" brushRef="#br0" timeOffset="44039.989">26416 13544 6156 0,'0'0'6249'0,"0"0"-3781"0,0 0-956 0,0 0-316 0,0 0 136 16,0 0-424-16,-101 32-308 0,70-13-212 15,4 7-180-15,-5-1-72 0,8 0-28 16,3 1-64-16,6-7-44 0,6-3-72 31,5-4 60-31,4-5-148 0,4 0-68 0,13-7 20 16,2 0 60-16,5 0-108 15,4-14-88-15,0 2-84 0,0-8 0 0,0 5 96 16,0-5 148-16,0 5 72 0,-5-1-12 16,-3 3 112-16,1 1-68 0,-10-1 80 0,2 7 76 15,-9 6 48 1,-1 0 160-16,-3 0 168 0,0 9-56 0,0 3 8 15,0 5-88-15,0 1-108 0,-3 1-72 0,-1 1-52 0,-1-5-84 16,5-2-4-16,0-3-132 0,9-4-204 16,2-3-136-16,6-3 44 0,2-3-192 15,9-6-328-15,0-7-1212 0,4-6-2793 0,-8 5-4907 16</inkml:trace>
  <inkml:trace contextRef="#ctx0" brushRef="#br0" timeOffset="44266.121">26910 13465 3180 0,'0'0'10893'16,"0"0"-8901"-16,0 0-1004 0,-80 51 240 0,56-33-220 15,8-5-540-15,5 0-408 0,-2-1-60 16,9-1-136-16,4-3-204 0,0-1-216 16,0 0-24-16,0-1-12 0,8-3 84 0,1-1 72 15,2-2-308-15,5 0 116 16,-4-2 288-16,4-4 48 0,0 0-456 0,-1-1-1164 15,2 1-761-15,-2 0-375 0,-2 2 24 0,-6 1 352 16,1-1 2568-16,1 4-28 0,-1 0-12 16,-5 0-63-16</inkml:trace>
  <inkml:trace contextRef="#ctx0" brushRef="#br0" timeOffset="45170.883">26862 13528 1316 0,'0'0'2676'15,"0"0"2980"-15,0 0-4440 0,0 0-547 0,0 0-29 16,0 0 92-16,0 0-96 0,0 0-88 15,0 0-208-15,0 0-160 0,72-12 8 16,-64 12 52-16,-8 0 36 0,3 0 64 16,-3 0 88-16,0 0 52 0,0 0-8 0,0 0-36 15,0 0-64-15,0 0-112 0,0 0-148 16,4 0-52-16,-4 0-52 0,4 0 0 16,0 0-8-16,0-4-96 0,-4 4-160 15,5 0-8 1,-5-3 80-16,0 3 48 0,0 0 36 0,0 0 52 15,0 0 48-15,-5 0 148 0,1 0 100 16,0 0-12-16,-4 0-120 0,5 0-116 16,-1 0 0-16,0-3 12 0,-1 3 72 15,1 0-72-15,0 0-12 0,0 0-60 0,-3 0-40 16,3 0 16-16,-5 0 8 16,-2 0-12-16,3 3 4 0,-5 4 68 0,2-1 16 0,-1 4-4 15,0-1 8-15,4-3-4 0,4 5 64 16,0-3 72-16,4-2-48 0,0 1 48 15,0 0 48-15,8-2-48 0,0 2-48 16,-1 0-28-16,2-1 4 0,3 4-52 16,-1-4 36-16,6 3-40 0,-6-2 4 15,2-1 56-15,2 3-68 0,-2-2-4 0,-2-1-4 0,1 4 0 16,-3-1 8-16,-2 0 64 0,-3-2-4 16,0 3-8-16,0-1-40 0,-4 1-12 0,0-1-64 15,0 0 52-15,0-2-60 0,0 3 8 16,0-3 16-16,0-1 0 15,-8 0-4-15,4-4-32 0,-3 2-16 0,-2-4-24 16,1 0-60 0,0 0-64-16,5 0-76 0,-5-6-336 15,3-4-544-15,5 1-680 0,0-8-652 16,5-1-2837-16,3 2 2833 0,11-13 480 0</inkml:trace>
  <inkml:trace contextRef="#ctx0" brushRef="#br0" timeOffset="45552.34">27284 13528 3520 0,'0'0'600'0,"0"0"3812"0,0 0-3712 0,0 0-480 16,0 0 348-16,0 0-28 16,0 0-292-16,0 0-31 0,0 0-113 0,0 0-96 15,0 0 120-15,28 13 284 0,-24-13 256 16,-4 3 264-16,0 0 224 0,0-3 44 0,0 4-244 16,0-2-248-16,0 5-124 0,0-1-16 15,0 4-36-15,0 3-140 0,-8 3-172 0,4 2-96 16,-4-1-64-16,0 1-48 0,4-2-12 15,0 4-8-15,0-8-40 0,4 1-16 16,0 0 56-16,0-4-52 0,4-3-112 16,0-6-244-16,4 4-164 0,0-4-64 15,4-4-36-15,0-2-864 0,0-3-1528 0,-4-1-3993 16,7-3 1649-16</inkml:trace>
  <inkml:trace contextRef="#ctx0" brushRef="#br0" timeOffset="45739.444">27356 13312 236 0,'0'0'10168'16,"0"0"-7855"-16,0 0-1181 0,0 0-216 16,0 0 304-16,0 0-316 15,0 0-260-15,0 0-220 0,0 0-424 0,0 0-148 16,99 16-488-16,-71-16-428 0,0 0-420 0,0 0-964 15,-4-3-2757-15,-9 3-795 0,10-3 5232 0</inkml:trace>
  <inkml:trace contextRef="#ctx0" brushRef="#br0" timeOffset="46024.362">27786 13389 2336 0,'0'0'704'16,"0"0"6144"-16,0 0-4527 0,0 0-1297 0,0 0-364 16,0 0 528-16,-51 76-92 15,30-60-404-15,5-4-456 16,1 1-236-16,2 0 0 0,9 0 0 15,0-1 8-15,1 2 40 0,3-2-40 16,0-3 4-16,3 3 88 0,5-1 0 0,1 1 0 16,2 1 36-16,2 3-12 15,2-4 24-15,2 1 52 0,-6 0-188 0,5-4-12 16,0 4-136-16,-4 0 12 0,0-1 12 16,0 1 24-16,-8-1 80 0,-4-1 8 0,0 2 52 0,-4-4-44 15,-8 0 88-15,-4-2 28 16,-3 2 0-16,-2-6-60 0,-3-1-64 0,0-2-96 15,5 0-164-15,-1-2-312 0,-5-4-516 16,6-4-868-16,3 1-2853 0,4-1-2399 16,0-11 5396-16</inkml:trace>
  <inkml:trace contextRef="#ctx0" brushRef="#br0" timeOffset="46496.628">28444 13391 2812 0,'0'0'8'16,"0"0"9453"-16,0 0-6613 15,0 0-1412-15,0 0-516 0,-52 86 32 0,28-57-116 0,3-3-88 16,2-5-236-16,7 5-292 16,8-7-220-16,4-3-60 0,4-3 12 0,12 0-52 15,4-4 28 1,7-6-84-16,6-3-40 0,-1 0 0 15,0-9-36-15,0-1-212 0,-4-2 4 16,-5-4 68-16,-3 2 136 0,-5 2 28 16,-2 3 8-16,-5-3 124 0,-4 1 76 15,-4-2 124-15,0 4 0 0,0-4 160 16,-8 1 0-16,0-1 72 0,-4 3-60 0,4 4-124 16,-4 0-172-16,4 3-184 15,-4-1-76-15,0 4-60 0,4 0-36 16,-4 4-116-16,4 2-248 0,-4 1-772 0,4-1-556 15,-3 0-789-15,2 4-2427 0,1-7 304 16</inkml:trace>
  <inkml:trace contextRef="#ctx0" brushRef="#br0" timeOffset="46613.224">28846 13566 2964 0,'0'0'9413'0,"0"0"-7641"0,92 4-1116 0,-53-10 24 0,1-5 116 15,4-1-236-15,-4-4-320 16,0 3-240-16,0-6-240 0,0 3-1064 15,-9 1-1064-15,-6 2-3353 0,-2-6-931 0</inkml:trace>
  <inkml:trace contextRef="#ctx0" brushRef="#br0" timeOffset="46926.148">29204 13240 5532 0,'0'0'2316'0,"0"0"969"0,0 0-2013 0,0 0-708 0,0 0 468 0,0 0 292 16,0 0-328-16,-88 63-360 0,81-41-312 15,-9 6-64-15,4 2 28 0,-4 8-16 0,4-1-100 0,-4 8-24 16,4-1-88-16,0 7-48 0,4 0 0 16,5-1 48-16,-1-2-52 0,4 0-8 31,0 0-4-31,4-4-96 0,-1 1-156 0,5-5-140 16,-4 2-52-16,0-4-136 0,0 0-84 15,-4 0-200-15,0-2-216 0,0-2-24 16,-8 1-20-16,0-6 540 0,1-4 588 0,-6-3 136 15,1-3 20-15,5-3 84 0,-6-7 148 16,2 2-80-16,-2-5-76 0,-2-4-232 16,3 3-308-16,0-5-472 0,-4 0-781 15,7-7-2615-15,-2-5-112 0,7 1 3920 16,0-11 136-16</inkml:trace>
  <inkml:trace contextRef="#ctx0" brushRef="#br0" timeOffset="47351.409">30802 13216 8412 0,'0'0'8201'16,"0"0"-7589"-16,0 0-612 0,0 0-1064 16,92-56 1064-16,-88 47 192 0,-4 5 580 0,-8 1-336 15,-12 3 108-15,-12 14 184 0,-16 11-164 16,-4 6-148-16,-11 13-60 0,-9 7 96 15,0 9 352-15,1 1-259 0,-1 2-145 0,8-3-84 0,8 1-136 16,8-7-176-16,16-6-4 0,8-6-72 16,13-9 12-16,7-1 48 0,4-3-156 31,15-7-40-31,6-2-68 0,7-8-41 0,3-2 25 16,1-4 48-16,4-6-84 0,0 0-100 15,0-6-232-15,-9-7-444 0,-3 0-1028 16,-7-6-1756-16,-13-3-2221 0,0 6 2445 0,-8-15 2388 15</inkml:trace>
  <inkml:trace contextRef="#ctx0" brushRef="#br0" timeOffset="47470.833">30252 13681 9456 0,'0'0'5953'15,"0"0"-4469"-15,0 0-416 0,0 0 616 16,0 0 52-16,96 22-643 0,-48-22-769 16,8 0-324-16,7-6-288 0,1-7-344 0,0 0-549 15,-8-6-655-15,-13 7-2948 0,2-7-4153 16</inkml:trace>
  <inkml:trace contextRef="#ctx0" brushRef="#br0" timeOffset="47605.368">30682 13764 3360 0,'0'0'9329'16,"0"0"-7661"-16,-39 69-920 0,27-44 548 0,0 7 260 15,0 0-732-15,0-3-824 0,4 3-60 16,-4-4-632-16,0-3-300 0,0 4-600 15,-3-4-1292-15,-9 1-3117 0,7-7-367 0,-11 6 6196 16</inkml:trace>
  <inkml:trace contextRef="#ctx0" brushRef="#br0" timeOffset="49255.262">14280 14522 692 0,'0'0'780'31,"0"0"-780"-31,0 0-300 0,0 0-260 0,0 0 236 16</inkml:trace>
  <inkml:trace contextRef="#ctx0" brushRef="#br0" timeOffset="50110.263">14280 14522 1580 0,'-60'25'808'0,"60"-25"-560"0,0 0-172 0,0 4-8 0,0-4 1716 0,0 2 64 16,0-2-484-16,0 0-284 0,0 5-200 16,0-5-108-16,0 0-87 0,0 2-69 15,0-2-76-15,0 0-52 16,0 0 8-16,0 4-52 0,0-2-36 16,0 2-28-16,0-2-12 0,0 9-104 15,0-5 152-15,0 7 136 0,0 3-12 16,0-1-240-16,0 7-100 0,0 4-140 15,0 0-48-15,0 2 100 0,0 1 0 0,0-4-48 16,0 4-56-16,7-7 52 0,5 0 52 16,1-3-48-16,2-3 292 0,9-4-356 15,0-5-224-15,4-4 88 0,0-3-28 0,4-3 164 0,-4-6 0 16,4-5 48-16,-4 2-48 16,-1-4-52-16,1 3-20 0,0-2 72 15,0-1 12-15,-4 3-8 0,0-4 8 0,4 3-4 31,-1-3-8-31,1 1-68 0,4 1 20 16,-4 0-40-16,4-2 16 0,4 4-68 0,-4 1 16 16,0 2 64-16,0 7 8 0,-4 3 52 15,-5 0 0-15,1 3 12 0,-4 9 64 16,-4 4-12-16,0 1-60 0,-8 5-4 16,-4-4-76-16,0 5 12 0,0-2 64 0,-4-1 0 15,0 2 12-15,-8-3-4 16,0 1 0-16,0-2-4 0,0 1 44 0,0-6 64 0,0 0 12 15,1-1 0-15,3-5-36 0,-1 0-48 16,5-5-40-16,0-2-72 0,0 0 60 0,0 0-212 16,0-2 140-16,9-8 84 15,2 0 136 1,6-2 28-16,2-4-116 0,5-10-48 0,0 1-124 0,8-7-100 0,-4 4-48 16,8-2-56-1,-5 5 56-15,1 0-32 0,0 7-88 16,0-2 28-16,0 8 76 0,-4 2 172 15,-4 3 116-15,-1 4 52 0,-3 3 364 0,1 0-40 16,-10 0-136-16,6 3-64 16,-6 4-64-16,6-4-8 0,-2 0-56 0,1-3 28 15,0 0 48-15,4-3 100 0,-1-7-72 0,6-2-64 16,-1-4-88-16,0-3-8 0,0-3-156 16,-1-4-136-16,1 1 40 0,0-1-20 15,-3 4 92-15,-10 0-12 0,5 0-180 0,-12 6-492 16,-4 3-1424-16,0 4-837 15,-4 2-2087-15,-16 7 2376 0</inkml:trace>
  <inkml:trace contextRef="#ctx0" brushRef="#br0" timeOffset="50965.702">15088 14791 572 0,'0'0'1240'0,"0"0"-588"0,0 0-336 0,0 0-56 16,0 0 4388-16,0 0-3132 0,0 0-596 15,0 0-200-15,0 0 157 0,0 0 35 16,4 55-108-16,-4-42-80 0,4 7-204 16,0-2-92-16,0 4-64 0,-4 6-60 15,0 4-80-15,0 3 16 0,0 0-88 0,0 0-64 16,-4 6-44-16,0-3-40 0,4 1 0 16,0 2 12-16,0-3 32 0,0-3 64 15,8 0-68-15,0-3-44 0,-4-4-96 16,4-6-144-16,0 0-88 0,0-5-48 15,0-2 24-15,4-5 136 0,-5 0 140 0,2-5-100 16,-1-1 168-16,-1-1-92 0,-3 1-40 16,5-4 0-16,-5 3-36 0,0-3 24 15,-4 0 76-15,4 0 24 0,-4 0 48 16,0 0-44-16,0 0-92 0,0 0-116 16,0 0-228-16,0 0-308 0,3-7-596 15,-3 0-785-15,0-5-659 16,0 5-2764-16,0-5 5280 0</inkml:trace>
  <inkml:trace contextRef="#ctx0" brushRef="#br0" timeOffset="51648.856">14678 15906 2904 0,'0'0'8181'0,"0"0"-6665"0,0 0-140 0,0 0-188 0,47 71-116 16,-34-43-96-16,2 0-296 0,-7 1-208 15,1-4-204-15,-2 0-120 16,-3-2-144-16,-4-4-4 0,4 0-72 0,-4-3-152 15,0-9-180-15,0-1-228 0,0-3-204 16,0-3-296-16,0 0-356 0,0-3-660 0,-4-10-1925 16,0 1-2935-1,-8-14 6892-15</inkml:trace>
  <inkml:trace contextRef="#ctx0" brushRef="#br0" timeOffset="51796.035">14678 15731 2672 0,'0'0'7072'0,"0"0"-6284"0,0 0-219 0,0 0-93 0,0 0 268 16,83 20-360-1,-59-17-384-15,-4 4-616 0,-4-5-669 16,4 1-1111-16,-12 1-3088 0,8-1 4532 0</inkml:trace>
  <inkml:trace contextRef="#ctx0" brushRef="#br0" timeOffset="52783.47">15104 15989 2432 0,'0'0'0'15,"0"0"-92"-15,0 0 40 0,0 0 52 16,0 0 144-16,0 0-16 0,0 0 812 0,0 0-496 16,0 0-16-16,0 0 68 0,0 0 248 15,0 3 244-15,0-3 24 0,0 0-192 16,0 0-356-16,0 0-192 15,0 0-76-15,0 0 24 0,0 0 92 16,0 0 36-16,0 0 0 0,0 0 65 16,0 0 75-16,0 0 144 0,0 0 108 15,0 0 100-15,0 0 24 0,0 0-108 16,0-3-200-16,4 3-140 0,-4-3-152 0,0 3-116 16,0 0-136-16,4-3 40 0,-4 3-44 15,0 0 4-15,0 0-4 0,0 0 40 16,0 0-48-16,0 3-8 0,0-3 8 15,0 3 4-15,0 0 8 0,0 1 52 16,0 5-12-16,0 1 44 0,0 2-40 16,0 4-52-16,0-3-4 0,0 3 0 0,-4-1 0 15,4-2-64-15,-4 3 52 0,4-3-48 16,-4-4 52-16,0 1 0 0,4-2-8 0,-4-3-56 0,4-3 20 16,0-2 48-16,0 0 0 0,0 0-96 15,0 0-212-15,0-2 152 0,4-8 4 0,4 1-8 16,4-4 88-16,4-4 16 0,-4-4-4 15,7 2-136-15,-6-1-40 0,6 1 116 16,-6 4 32-16,2 2 92 0,-2 4 52 31,-5-1 76-31,-1 4 60 0,1 3 24 0,1 3 16 0,-9 0-16 0,7 0 32 16,-3 0 16-16,0 3 40 0,0 3-164 16,5 0-72-16,-2 0-56 0,-3 4-4 15,0 0 0-15,0 2-4 0,0-2-8 16,-4 2-92-16,0-2-76 0,0 2-108 0,0-2-160 15,0 4-120-15,-4-3-92 16,0-1-128-16,0-3-300 0,0-2-696 0,0 2-1493 16,4-3-2563-16,0-4 5624 0,0 0-1707 15</inkml:trace>
  <inkml:trace contextRef="#ctx0" brushRef="#br0" timeOffset="53216.345">15805 15951 2396 0,'0'0'1056'0,"0"0"0"0,0 0 3148 15,0 0-2420-15,0 0-419 0,0 0-237 16,0 0-276-16,0 0-116 0,0 0-80 0,0 0-188 16,0 0-168-16,-28-25-8 15,9 34-128-15,-1 7-28 0,-5 3-48 0,1 9-28 0,1 4 16 16,-1 3 24-16,4-2-4 0,0-2-96 15,8-6-8-15,4-6-104 0,4-3 100 16,4-9 12-16,4-7 64 0,8 0-64 0,8-7 0 16,4-12 176-16,8-3-176 15,0-7-176-15,0-6-236 0,0 0 60 16,-5-3 152-16,1 4 60 0,-3 1-96 0,-6-2 8 0,1 0 100 16,-1 1 56-1,-2-4-168-15,-2-3-40 0,-2 3-24 0,-5-4 28 0,4 4 136 0,-4 3 36 16,0 6 104-16,-5 11 4 15,-3 5 416-15,4 9 264 0,-4 4 144 16,0 4-60-16,-4 6-192 0,-3 9 216 0,-5 2-212 16,0 11-320-1,-4 10-100-15,0 2 88 0,0 3-104 16,-4 1-144-16,4 0-36 0,0-3-124 0,0-5-24 16,4-4-136-16,1-5-284 0,2-5-352 15,9-7-788-15,0-10-1396 16,9-6-2429-16,-2 1-587 0,14-14 5729 0</inkml:trace>
  <inkml:trace contextRef="#ctx0" brushRef="#br0" timeOffset="53500.415">16128 15961 5792 0,'0'0'8501'16,"0"0"-6505"-16,0 0-1348 0,0 0 0 16,0 0 268-16,0 0-352 0,0 0-368 0,100 0-196 15,-68-13-676-15,-1-6-64 0,1 2-144 16,-4-2-256-1,-8 7-600-15,0-4 96 0,-8 7 372 0,-8 2 819 16,-4 4 453-16,0 0 541 16,-9 0 167-16,-6 3 304 0,-1 0-32 15,-8 0-80-15,4 0-184 0,-4 6-288 0,0 7-136 16,1 7 20-16,-1 1-36 16,0 8-240-16,3 3-36 0,-2-1-224 0,7 1 60 0,0 0-108 15,8-7-212-15,4-6-484 0,4-7-20 16,4-5-8-16,8-3 216 0,7-4 100 15,6-11-713-15,3-3-967 0,0-10-2012 0,-4 6 2884 16,11-14-76-16</inkml:trace>
  <inkml:trace contextRef="#ctx0" brushRef="#br0" timeOffset="53785.657">16590 15786 5716 0,'0'0'4360'15,"0"0"-1763"-15,0 0-1577 0,0 0-676 16,0 0 240-16,0 0 60 0,0 0 8 15,0 0-220-15,0 0-208 0,0 0 176 16,52 79 292-16,-49-51-24 0,-3 5-112 0,-3 2-16 31,-9 2 120-31,-4 8 24 0,0 3-268 0,-4 3-196 16,1 3-116-16,-2-1-104 0,1 4-84 16,1 0-40-16,2-2-20 15,6-5-76-15,3-6-132 0,-1-5-16 0,9-10 172 16,0-7 76-16,0-3 104 0,0-10-32 0,0-2-48 15,0-4-100-15,0-3-36 16,0 0-152-16,4 0-44 0,1-10 8 0,-1 1-364 0,0-7-364 16,4-6-996-16,3-5-284 0,2-3-273 0,-2-5-2031 15,-3 6 1888-15,8-25 2168 0</inkml:trace>
  <inkml:trace contextRef="#ctx0" brushRef="#br0" timeOffset="54030.066">16634 15912 3676 0,'0'0'172'15,"0"0"1300"-15,0 0 2560 0,0 0-2612 16,44-66-555-16,-28 57 7 0,0-1 124 0,3 4-20 16,2 0-80-16,3-1-256 15,-9 4-184-15,5 3-256 0,-4 0-136 0,-4 3-64 16,-4 7 0-16,-4-1 100 0,0 7 12 16,0 0 0-16,-4 4-12 15,0-1 24-15,-8-1 76 0,0 1 148 0,1 0-100 0,-6-3-100 16,1 3-136-16,0 0-12 0,-3-3-200 15,-6 0-208-15,2-4-188 0,-1 1-308 0,-1 1-200 16,2-9-164 0,-1 2-160-16,0-7-773 0,4 0-2815 0,8 0 1900 15,-8-12 2320-15</inkml:trace>
  <inkml:trace contextRef="#ctx0" brushRef="#br0" timeOffset="54617.667">17925 15923 5004 0,'0'0'560'16,"0"0"4901"-16,0 0-3305 0,0 0-860 15,0 0-12-15,0 0-176 0,-44 88-412 0,40-59-228 16,0-1-208-16,4-5-148 0,0-5-108 0,12-8-4 15,4 0-184-15,8-10-40 0,4 0 100 0,8-6 120 16,-1-11-84-16,1-5-172 16,1 0-100-16,-2-7 48 0,-3 4 64 15,-8 0 0-15,-4 3 68 0,-4-1 180 0,-8 4 52 32,-1 4 88-32,-7-2 160 0,0 4-4 0,-3 1 104 15,-5-1-16-15,0 7-60 0,-4 3-4 16,0 0-208-16,-1 3-112 15,2 3-328-15,-1 0-92 0,0 6-276 0,4-2-304 0,0 6-448 16,1-4-1128-16,7-3-2873 0,-9 5-423 16</inkml:trace>
  <inkml:trace contextRef="#ctx0" brushRef="#br0" timeOffset="54739.856">18260 15923 2856 0,'0'0'104'0,"0"0"8077"0,0 0-6193 0,91 3-588 31,-51-13-240-31,-1-2-592 0,2-8-568 0,-1-2-156 15,-5 0-964-15,-7 3-988 0,8-13-3041 16</inkml:trace>
  <inkml:trace contextRef="#ctx0" brushRef="#br0" timeOffset="55052.984">18614 15589 3300 0,'0'0'7997'16,"0"0"-5577"-16,0 0-1016 0,0 0-624 0,0 0-88 15,0 0-180-15,0 0-192 16,-79 41-244-16,79-19-72 15,0 5 4-15,0 3 252 0,0 5-36 16,0 7 0-16,0 2-76 0,0 5 48 0,-4 1-12 16,4 4 24-16,0 0 28 0,0 2-40 15,-4 5-96-15,4-4-92 0,0 0-8 16,0 1-16-16,0-8-204 0,4 1-308 0,0-6-176 16,0-5 12-16,-1-1 32 0,-3-4 4 15,0-3 116-15,0-4 276 0,0-2 36 16,0 0 40-16,-7-5 68 15,-1 2 120-15,-5-4 12 0,2 0-4 0,-2-6 132 16,6-1-140-16,-1-6-104 16,0-2-236-16,-1-4-488 0,2 0-512 15,-1-4-73-15,0-5 41 0,0 0 92 16,0-4-256-16,-4 0-1068 0,-4 0-1332 16</inkml:trace>
  <inkml:trace contextRef="#ctx0" brushRef="#br0" timeOffset="56189.075">20192 15656 3056 0,'0'0'340'0,"0"0"4808"0,0 0-4036 0,0 0-308 0,0 0 161 15,0 0 127-15,0 0-72 0,-84-65-104 0,73 65 28 16,-6 0 88-16,2 7-380 16,-1 10-256-16,-1 1-88 0,2 11-144 15,3 2-56-15,0 11 40 0,4 0 52 16,4 2-88-16,0 0-112 0,4-5 0 0,4-1-112 15,4-7-60-15,3-6-64 0,2-2-100 16,2-7 40-16,2-4 84 0,3-2 52 0,-5-4-104 16,2-6-20-16,-2 0-172 15,2-6-312-15,-2-7-380 0,5-6-332 0,-4-6-965 16,0-4-1567-16,0-6-1052 0,0 9 4440 0,-1-18 492 16</inkml:trace>
  <inkml:trace contextRef="#ctx0" brushRef="#br0" timeOffset="56916.951">19734 15630 132 0,'0'0'2256'0,"0"0"3168"0,0 0-4112 0,0 0-228 15,0 0-259-15,0 0-25 0,0 0 32 16,0 0-28-16,0 0-92 0,0 0-204 0,0 0 8 16,15 10 224-16,6-7 104 0,7 0 76 15,4 3-44-15,-1-2-248 0,9-1-236 16,-1 0-148-16,6-3-84 0,-6 0-112 15,6 0 20-15,-6-3-68 0,1-7-100 16,-4 1-204-16,0-7-300 0,0 3-132 0,-4-7-168 16,-8 6-216-16,-1-5-392 15,-3 2-588-15,-8-1-857 0,-3-1-1831 0,-9 6 256 16,0-6 4065-16</inkml:trace>
  <inkml:trace contextRef="#ctx0" brushRef="#br0" timeOffset="57243.642">20192 15163 2612 0,'0'0'0'16,"0"0"0"-16,0 0 2268 0,0 0-40 16,0 0-516-16,0 0-468 15,0 0-303-15,0 0-169 0,-44 67-56 0,32-42 116 16,9 4-4-16,-6 3-96 0,1 6-64 15,-3 4-52-15,3 2-52 0,-5 7-176 16,6-1-228-16,-5 5-60 0,3 1-12 16,-2 1-40-16,3 0-48 0,3-2-12 15,1-2-112-15,0-8-212 0,4-3-260 0,0-11-88 0,4-8 120 16,13-11 248-16,3-9 100 0,7-3-60 0,5-15-256 16,8-4-92-16,-4-10-40 0,-4-3-248 15,4 1-545-15,-8-5-759 0,0 1-240 16,-8-2-684-16,-5 11 2420 0,2-15 32 15</inkml:trace>
  <inkml:trace contextRef="#ctx0" brushRef="#br0" timeOffset="57649.908">20682 14796 2844 0,'0'0'220'16,"0"0"-220"-16,0 0 5512 0,0 0-3208 0,0 0-379 16,0 0-333-16,32 78-256 0,-32-39-180 15,0 9-264-15,-8 9-148 0,-4 6-156 16,-4 3-144-16,-4 5 56 0,-4-2-84 16,4-2-160-16,-8 0-172 0,9-4 4 15,-5-3 8-15,8-8-96 0,0-11-60 0,8-13-64 0,8-9-80 0,0-5-88 16,0-8 68-16,8-4 116 15,3-2 108-15,6 0-60 0,-6-2-76 16,6-9-36-16,2-1-36 0,-3-1 72 0,5-3 64 16,-2 1 60-16,-3-4 0 0,0 3 0 15,0 5 4-15,-4 3 8 0,-5 4 120 0,-2 4 116 32,-1 0 68-32,0 7 16 0,-4 5 8 15,4 11 0-15,-4 5-132 0,0 7-124 0,0 4-68 16,0-1 8-16,0-1-12 0,0-8-56 15,8-7-64-15,-1-3-260 0,6-8-108 16,-2-9-160-16,10-2 56 0,-6-7-160 16,9-8-848-16,-3-7-800 0,3-4-2049 0,-1-6-979 15,-11 14 2808 1,8-17 1496-16</inkml:trace>
  <inkml:trace contextRef="#ctx0" brushRef="#br0" timeOffset="57975.84">21037 15611 444 0,'0'0'10633'15,"0"0"-8301"-15,0 0-1228 0,-16 89-372 16,16-63 136-16,0-1-52 0,12-6-320 16,8-6-272-16,3-5-224 0,9-8-124 0,0 0-48 15,5-12-64-15,2-1-164 0,-3-9-76 16,-1 4-164-16,-7-4 60 16,0 2-40-16,-11 1 164 0,-6 3 328 0,-3 4 128 15,-8-1 204-15,0 0 100 0,0 4 252 16,-11-4-12-16,-6 3-120 0,2 1-16 15,-6 5-136-15,-3 4 68 0,1 0-104 0,-5 17 12 16,0 2 12-16,-4 9 0 0,4 7-12 0,-3 6-40 16,3 1-132-16,0-1-72 0,3 0-4 15,10 1-64-15,6-10-8 0,9-5 72 16,0-2 12 0,13-4-12-16,6-2-236 0,1-7-220 0,8 1-80 15,0-7-112-15,4-3-360 0,0-3-596 0,4 0-1112 0,3-3-2849 16,-11-3 1365-16,21-10 3288 0</inkml:trace>
  <inkml:trace contextRef="#ctx0" brushRef="#br0" timeOffset="58396.071">22371 15821 1136 0,'0'0'7352'0,"0"0"-4367"0,0 0-1217 0,0 0-752 15,0 0-120-15,0 0 24 0,0 0-244 16,0 0-88-16,0 0-156 0,-87 31-48 16,75-9 284-16,-4 8-204 0,4 4-216 15,0 1-64-15,1 3-88 0,11-6-24 0,0-3-72 16,7-8-108-16,9-5-148 15,12-9-52-15,3-4-136 0,10-3 12 0,6-15-172 0,2-8-268 16,2-2-608-16,-3-10-956 16,-1-3-1817-16,-6-3-1443 0,-13 11 4300 15</inkml:trace>
  <inkml:trace contextRef="#ctx0" brushRef="#br0" timeOffset="58781.15">22850 15059 3636 0,'0'0'2864'0,"0"0"-256"0,0 0-1016 0,0 0-243 16,-17 76 111-16,13-32-16 0,0 7-324 15,1 9-404-15,-5 4-168 0,0 9-52 0,-4 0 72 32,-4 4-112-32,-4-2-212 0,0-1-180 0,0-9-24 15,0-4-40-15,0-7-284 0,4-9-344 16,4-13-88-16,4-7 220 0,4-6 284 15,4-9 96-15,12-7-244 0,4-3 32 16,12-7 88-16,4-5 52 0,4-11-228 0,3-2-100 16,2-6-192-16,-5 1 224 0,-1-1 252 15,-7 2 120-15,0 7 44 0,-12 7 68 0,0 5 408 16,-8 7 252-16,-4 3 136 0,-1 6-92 16,-3 10 28-16,4 6-232 15,-4 4-52-15,0 2-152 0,0 1-8 0,0-4-68 0,0 1-220 16,0-8-36-16,9-1-260 15,-1-8-536-15,3-3-136 0,6-6-304 16,-2 0-440 0,-2-9-921-16,2-4-2639 0,-2 1 396 0,2-11 4868 0</inkml:trace>
  <inkml:trace contextRef="#ctx0" brushRef="#br0" timeOffset="59044.684">23252 15887 1748 0,'0'0'5368'15,"0"0"-2284"-15,0 0-1639 0,-36 80-841 0,36-61-120 0,0-3-48 16,0-10-120-16,12 1-316 0,4-7-12 0,8 0-88 16,3-7 96-16,1-5-152 15,4-4-276-15,0-3-260 0,0-4-248 16,-4 4 11-16,-4 0 373 0,-4 3 556 0,-4 4 28 16,-4-1 332-16,-8 3 300 0,-4 4 385 0,0 0 31 31,-4 2-20-31,-8 1 44 0,0 0-268 15,-4 3-312-15,0 0-148 0,-4 10-196 16,1 2-88-16,-2 1-80 0,-3 6-8 16,4 0-40-16,-3 0-160 0,3 0-224 0,-1-3-608 15,2 3-576-15,-1-3-1044 0,0-3-1989 0,8 0-751 0,-8-1 4792 0</inkml:trace>
  <inkml:trace contextRef="#ctx0" brushRef="#br0" timeOffset="60685.431">23813 15777 2812 0,'0'0'6192'0,"0"0"-4199"0,0 0-773 31,0 0-352-31,0 0-64 0,0 0 412 0,0 0-32 0,0 0 24 15,0 0-368-15,0 0-172 16,21 75-176-16,-21-43-200 0,-4 3-96 16,-5 0-116-16,1-3-80 0,1-7-12 0,3-3-208 15,4-9-268-15,0-3-240 16,0-7-84-16,11-3-84 0,2-3-852 16,2-7-712-16,2-6-2633 0,-9 1-2447 0,7-14 7473 0</inkml:trace>
  <inkml:trace contextRef="#ctx0" brushRef="#br0" timeOffset="60849.212">23953 15573 4744 0,'0'0'5420'16,"0"0"-3179"-16,0 0-965 16,0 0-540-16,0 0-4 0,0 0 124 0,0 0-412 0,0 0-444 15,72 70-816-15,-48-67-584 0,8-3-1296 16,-8 0-3521-1,8-3 1409-15</inkml:trace>
  <inkml:trace contextRef="#ctx0" brushRef="#br0" timeOffset="61015.499">24435 15748 6096 0,'0'0'6477'16,"0"0"-4761"-16,0 0-1220 0,-55 67-280 15,42-45 300 1,6-3 352-16,3-3-468 0,0-1-400 0,4-2-388 15,4-4-280-15,7-2-136 0,10 0-300 16,-1-4-696-16,3-3-677 16,1-3-1631-16,-4-1-532 0,12-9 4636 0</inkml:trace>
  <inkml:trace contextRef="#ctx0" brushRef="#br0" timeOffset="61280.849">24861 15856 1096 0,'0'0'10489'15,"0"0"-8585"-15,0 0-1304 0,0 0-260 16,0 0-84-16,96-60-256 0,-72 41-172 16,8 3-424-16,-4-1-332 0,-4 2-200 0,0 2-29 15,-9 3 329 1,-2 2 828-16,-9 1 12 0,-4 3 932 16,-9 1-3-16,-10 3 171 0,-5 0-168 0,-4 3 32 15,-4 10-68-15,-4 3-40 0,-3 3 16 0,-2 7-156 0,-2 2-136 16,3 4-124-16,0 3-208 0,8 0-260 0,0 0-56 15,8-5-40-15,12 0 12 0,12-5 84 16,0-6 0 0,17 0-60-16,6-6-360 0,5-3-292 0,8-8-72 15,4-2-352-15,3-2-1300 0,-11-8-2653 16,13-9-3499-16</inkml:trace>
  <inkml:trace contextRef="#ctx0" brushRef="#br0" timeOffset="61882.574">25527 15821 1760 0,'0'0'1372'15,"0"0"3320"1,0 0-3744-16,0 0-16 0,0 0 100 0,0 0 217 16,0 0 19-16,0 0-188 0,0 0-272 0,-80-16-140 15,72 29 0-15,1 9 56 16,-1 3-80-16,3 8-236 0,1 4-28 0,4-2-168 15,4-3-212-15,12-4-24 0,5-6-248 16,2-6-76-16,9-5 140 0,0-11 196 0,8 0 12 16,3-7 40-16,2-9-36 0,-6-3-8 15,1-3-4-15,-4-4-152 0,-4 0-100 16,-4 5 60-16,-8-2 28 0,-5 4-28 16,-6 3-100-16,-5 0 116 15,-4 4 184-15,0-1 116 0,-4 0 108 0,-9 4 124 16,-2 3-40-16,-1-1-32 0,0 7-152 15,-4 0-124-15,0 3-212 0,-4 7-72 0,8-1-4 0,-4 1-248 0,8 2-456 16,1-2-1136-16,2 0-2269 0,5-3-2603 16,0-5 6532-16</inkml:trace>
  <inkml:trace contextRef="#ctx0" brushRef="#br0" timeOffset="62039.009">25985 15859 6716 0,'0'0'4233'0,"0"0"-2397"0,0 0-448 0,108 3-276 0,-68-6-140 15,0-7-312-15,3-2-424 0,-2-7-236 16,-2-8-140-16,5 2-196 0,-4-3-368 16,0-4-580-16,-5 5-524 0,-7-6-721 15,-4 8-1375-15,-12 0-1144 0,-8 2 3649 0</inkml:trace>
  <inkml:trace contextRef="#ctx0" brushRef="#br0" timeOffset="62345.692">26423 15446 1880 0,'0'0'572'0,"0"0"2284"0,0 0 352 16,0 0-1576-16,0 0-459 0,-75-6-197 15,63 15 24-15,4 4-164 0,-5 4-152 16,-2 8-116-16,3 4-64 0,-4 8 124 0,1 4 144 16,-2 13-100-16,2 4-116 15,-6 5-348-15,5 3-172 16,1 5-36-16,-2-2-84 0,2 1-4 16,2 3 4-16,5 0-52 0,1 0 132 0,3-3 4 15,4-3 0-15,8-6 0 16,8-5 0-16,7-5-64 0,1-7-184 15,4-6-60-15,0-2 24 0,-4-5 24 0,0-5-52 16,-4-4-52-16,-9-3 24 16,-2-6 140-16,-5-4 48 0,-4 1-84 0,-8-7-16 0,-12 0 252 15,-4-3 124-15,-4 0 52 16,-8-3 24-16,4-10-64 0,-3-6-136 0,3-6-140 16,0-4-300-16,8-10-176 0,8-1-296 15,0-5-696-15,4-2-893 0,4-7-2011 16,4 15 1512-16,0-15 1892 0</inkml:trace>
  <inkml:trace contextRef="#ctx0" brushRef="#br0" timeOffset="62770.785">27615 15526 1200 0,'0'0'9945'16,"0"0"-7841"-16,0 0-1188 0,0 0-424 15,0 0 228-15,0 0 576 0,79 57-340 16,-51-29-372-16,4 4-128 0,4 4-4 16,0 4-8-16,4 2-88 0,-4 2-88 0,-5-3-120 15,1 0-44-15,-4 1-104 16,0-8-48-16,0 1 44 0,0-6-56 0,-5-4-52 15,-2-5-232-15,-5-8-256 0,3-3-284 16,-6-2-244-16,-2-3-552 0,1-4-1044 16,1-6-2229-16,-6-5-1211 0,1-8 4425 0</inkml:trace>
  <inkml:trace contextRef="#ctx0" brushRef="#br0" timeOffset="62957.628">28324 15481 8944 0,'0'0'1964'16,"0"0"-1111"-16,-104 73-277 16,57-36-28-16,-5 12 448 0,0 4 80 0,0 2-156 15,0 5-140-15,0-3-108 0,5-3-104 16,-1 0-260-16,4-6-256 0,5-1-52 16,2-9-348-16,5-2-644 0,4-5-200 0,9-6-728 15,6-2-1129-15,10-7-3879 0,3-4 5820 16</inkml:trace>
  <inkml:trace contextRef="#ctx0" brushRef="#br0" timeOffset="63096.663">28957 16145 1696 0,'0'0'15161'15,"0"0"-13129"-15,0 0-2032 0,0 0-296 0,0 0-296 16,0 0-936-16,0 0-3632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11:08.897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1704 4561 10676 0,'0'0'3053'16,"0"0"-1373"-16,0 0-872 0,0 0 16 15,0 0 564 1,0 0-672-16,-3 84-276 0,3-59-36 16,0 7 352-16,0 13-136 0,7 2-240 15,2 13-103-15,3 3 151 0,0 8 32 16,0 5-244-16,-1 3-60 0,-2 1-60 0,3-5-96 16,-5-1-96-16,6-4 0 15,-6-3-60-15,1-1-16 0,0-2-224 0,4 0-333 16,-4-11-455-16,0-9-284 0,1-9-460 0,-2-16-924 15,-3-6-1757-15,0-13-1383 0</inkml:trace>
  <inkml:trace contextRef="#ctx0" brushRef="#br0" timeOffset="337.94">1653 4489 11249 0,'0'0'1592'16,"0"0"-992"-16,0 0-552 0,0 0 792 0,23-76 320 0,-6 64-252 15,-2-1-320 1,9 3-168-16,4 3-84 0,-3 7-28 0,2 0 40 16,-2 7-200-16,-2 6 24 0,-3 3 12 0,-4 6 48 0,0 6 76 15,-8 7-76-15,0 4-72 0,-4 2-32 16,-4 0-128-16,0 3-136 0,-9-5 52 0,2-1-64 31,-1-6-136-31,-4-7-96 0,0-3 24 16,-4-6 72-16,4 0 76 0,-4-10-4 0,4 0 76 0,-4-2-100 15,0-4-48-15,1-4-204 0,-6-2-176 16,2-3-556-16,-1-7-444 0,0-3-1177 16,4 3-1231-16,4-9-2191 0</inkml:trace>
  <inkml:trace contextRef="#ctx0" brushRef="#br0" timeOffset="630.633">1955 4528 8564 0,'0'0'1556'0,"0"0"-848"15,0 0 65-15,84-26 815 0,-60 22-164 0,-3 2-516 16,-2 2-420-16,-3 0-96 16,4 6-80-16,-4 3-12 0,-1 4-52 15,-2 5-48-15,-1 6 36 0,0 1-124 0,-4 7-16 16,-4 2-8-16,0 1-28 0,-4-6-8 0,0-1 44 15,0-5 40-15,0-7 12 0,-4-3-12 16,4-7 12-16,-4-6 64 0,4 3 32 16,0-3 76-16,0 0 60 0,0-3 316 15,0-7-272-15,0 1-180 0,4-7-120 16,0-3-16-16,3-6-12 0,2 2-96 16,-5-3-132-16,7 4-4 0,-3 3-68 31,1-6-52-31,6 0-208 0,-2-2-464 0,2 0-280 0,5-2-960 15,-4 10-1976-15,8-13-1397 0</inkml:trace>
  <inkml:trace contextRef="#ctx0" brushRef="#br0" timeOffset="951.601">2574 4489 9352 0,'0'0'1524'0,"0"0"-635"0,0 0 491 0,15 89 372 15,-7-60-164-15,1-4-792 0,-2-3-472 0,1-6-324 16,5-7 0-16,-2 1 0 15,1-7 40-15,0 1 48 0,4-4-88 16,0 0 0-16,0-7-48 0,0-3-16 0,3-5 64 16,-2-1-4-16,-6-3-4 15,6 0-68-15,-6-3 72 0,-3 6-56 0,-3-3-52 0,-1 2 36 16,-4 5 72-16,0-1-104 16,-4 0 108-16,-9 1 4 0,-2 3 172 15,-2-1-128-15,2 3-36 0,-5 4 40 16,3 3 156-16,2 0 152 0,3 0-40 15,0 10-144-15,0 2-128 16,0 5-4-16,4 1-44 0,0 2-8 16,0 5-140-16,8-2-36 0,0-2-64 15,0 2-308-15,0-4-340 0,4-7-212 16,8-2 148-16,0-7-320 0,4-3-452 16,0 0-861-16,4-13-2447 0</inkml:trace>
  <inkml:trace contextRef="#ctx0" brushRef="#br0" timeOffset="1188.104">3016 4547 8896 0,'0'0'2121'16,"0"0"-1193"-16,0 0 108 0,0 0 476 16,0 0-300-16,0 0-544 0,84 21-296 0,-73-21-144 15,6-7-68-15,-2-5-60 0,5-6 48 16,0-2-148-16,-8-2 0 0,0 3-100 16,-8 3-72-16,-1 4 96 15,-3 2 76-15,0 7 76 0,-11-3 48 0,-1 6 24 0,0-4 152 0,-8 1-4 16,4 3-112-16,-8 0-96 0,8 0 8 15,-4 0-96-15,5 0 4 16,2 0-4-16,2 7-12 0,-2-7-172 0,5 6-112 16,5 0-16-16,-5 4-60 0,4-1-36 15,0 4-384 1,4 4-596-16,0-3-1044 0,0 5-2637 16</inkml:trace>
  <inkml:trace contextRef="#ctx0" brushRef="#br0" timeOffset="1332.494">3433 4509 12477 0,'0'0'1948'16,"0"0"-1316"-16,109-25 680 0,-70 14 44 16,-3-5-616-16,0 1-392 0,-4-4-80 0,0-1-108 0,-4-5-148 15,-5-7-12-15,1 0-392 16,-3-3-684-16,-10 1-556 0,-3 2-1072 0,-3 7-1829 16,-5-4-1175-16</inkml:trace>
  <inkml:trace contextRef="#ctx0" brushRef="#br0" timeOffset="1588.717">3617 4032 1384 0,'0'0'7108'0,"0"0"-5360"0,0 0-447 0,0 0 223 16,0 0-340-16,0 0-300 0,0 0-156 15,0 0 80-15,0 0-112 0,0 0 108 0,0 0-40 16,-64 82-320-16,77-40-124 16,-2 5-16-16,6 7-144 0,-2 10 60 0,1 3-100 15,0 5 16-15,0 4 32 16,0 7-100-16,0-4-68 0,0 4-64 0,0-3-44 15,-1-7-52-15,6-4 40 16,-1-2 108-16,3-3 12 0,5-7 72 16,4 0 88-16,-8-7-160 0,4-8-124 0,-8-4 40 0,0 0-12 15,-4-3-100-15,-4 0-220 0,-5-4-456 16,-7 5 168-16,0-8 12 0,-7 4-280 16,-9-3-388-1,-4-7-388-15,0-2-304 0,-12-8-597 0,9-5-403 16,-26-12-1772-16</inkml:trace>
  <inkml:trace contextRef="#ctx0" brushRef="#br0" timeOffset="1921.527">1442 5800 8008 0,'0'0'6021'16,"0"0"-5589"-16,0 0-372 0,0 0 676 0,0 0 284 16,96-60-236-16,-57 48-260 0,17-5-56 0,8 2 88 15,16 3 120-15,11-2-284 0,17 1 160 0,11-2-148 0,12-1-160 16,5-7-12-16,3 1-52 16,5-9-56-16,4-4 32 0,-2-1-96 15,2-5-60-15,-4 0-44 0,0 0 36 0,-9 6 8 16,-12 3 269-16,-7 7-221 0,-17-1-48 31,-3 8-12-15,-16-1-61-16,-5 3-23 0,-11-1-260 0,-8 5-448 15,-8 3-356-15,-12-2-568 0,-13 6-1392 16,1-5-3601-16</inkml:trace>
  <inkml:trace contextRef="#ctx0" brushRef="#br0" timeOffset="2135.235">4773 4309 18165 0,'0'0'2456'16,"0"0"-2456"-16,0 0-24 0,0 0 24 16,0 0 692-16,99 12 37 0,-71 1-109 15,4-1-124-15,-4 1-376 0,4-1-120 16,-4 1-68-16,0-1-124 0,-8 2-440 0,-1-1-485 15,-6 6-519-15,-5-4-2524 0,-8 12-3685 16</inkml:trace>
  <inkml:trace contextRef="#ctx0" brushRef="#br0" timeOffset="2274.02">4992 4711 16585 0,'0'0'2696'0,"0"0"-2192"0,0 0-124 0,0 0 352 0,0 0 349 0,0 0-329 16,95 36-400-16,-78-30-256 15,6 2-96 1,-3-1-276-16,0 3-452 0,4 0-477 16,-8-1-1159-16,0 7-4784 0</inkml:trace>
  <inkml:trace contextRef="#ctx0" brushRef="#br0" timeOffset="3302.045">6912 4245 9004 0,'0'0'168'16,"0"0"3797"-16,0 0-3201 0,0 0-420 0,0 0 8 15,0 0 696-15,0 0 256 0,0 0-200 31,100 28-376-31,-64-22-284 0,0-6-212 0,-1 0-172 0,1 0-60 0,1-6-64 16,-2-7-84-16,-3 1-8 0,0-4-460 16,-4 0-364-16,-5 1-432 0,-3 2-1124 0,-8 3-2449 15,-7 0-3203-15</inkml:trace>
  <inkml:trace contextRef="#ctx0" brushRef="#br0" timeOffset="3493.155">7159 4353 10452 0,'0'0'1497'0,"0"0"-961"0,0 0 320 0,-8 89 580 0,8-52-280 0,8 5-28 16,-3 5-220-1,2 4-244-15,5 0-332 0,-3 0-200 16,-2-4-132-16,1-2-172 0,0-7 12 0,-4-3 0 0,4-10 24 31,-8-2-36-31,4-1-36 0,-4-6-352 0,0 3-520 0,-4 0-660 0,-8-3-844 16,0-4-1365-16,-8 4-895 0</inkml:trace>
  <inkml:trace contextRef="#ctx0" brushRef="#br0" timeOffset="3663.467">7012 5096 784 0,'0'0'6796'0,"0"0"-4608"0,0 0-807 0,0 0-157 0,0 0-104 15,0 0 48-15,0 0-20 0,0 0-208 16,0 0-280-16,0 0-188 0,0 0-152 16,-68-19-108-1,80 19 24-15,4 0 328 16,12 2 232-16,0-2-272 0,3 0-328 0,5 0-96 15,5-6-100-15,-2-3-48 0,5-1-168 0,-4-6-224 16,4 1-504-16,0-7-264 0,-12 9-1064 16,7-14-3465-16</inkml:trace>
  <inkml:trace contextRef="#ctx0" brushRef="#br0" timeOffset="3823.394">7741 4768 13905 0,'0'0'1820'0,"0"0"-1304"0,0 0 472 0,108-28-12 16,-73 9-592-16,5-6-224 15,-4-4-160-15,4-6-24 0,0-3-260 16,-5-3-320-16,-3-1-452 0,-4 1-604 0,-4 3-1136 16,-12 13-2045-16,-8-7-1499 15</inkml:trace>
  <inkml:trace contextRef="#ctx0" brushRef="#br0" timeOffset="4123.398">7988 4286 6748 0,'0'0'2376'0,"0"0"-1344"0,0 0 29 0,-92-16 643 0,73 13 0 16,2 3-296-16,6 0-268 0,3 3-320 15,-1 6-240-15,5 7-112 0,1 3 12 16,-1 7 108-16,4 9-40 0,0 3-160 0,0 3-108 16,11 10-108-16,2 0-64 0,-2 3-36 15,6 6-72-15,2 1-8 0,1 2-40 16,1 4-24-16,2 0 12 0,1-4 48 0,-4-3 0 15,4-2-48-15,-1-6 52 16,2-3-40-16,-5-5 44 0,-1-6-48 0,-2-6 52 0,-6-3 60 16,2-4-48-16,-6-2 52 15,-3-4-16-15,0-4 12 0,0 1-12 0,-4-6-48 16,0-1-8-16,-8 0-52 0,1-2-36 16,-6-4-28-1,-2-3-44-15,-6 0-76 0,-7 0-88 16,0-3-132-16,-7-6-172 0,-1-4-172 0,-4 0-444 15,1-3-864-15,11 4-768 0,-13-10-2349 16</inkml:trace>
  <inkml:trace contextRef="#ctx0" brushRef="#br0" timeOffset="5077.1">9466 3928 5376 0,'0'0'1420'0,"0"0"-432"0,0 0 1124 0,0 0 601 15,0 0-941-15,0 0-652 0,0 0-272 16,0 0-224-16,0 0-92 0,0 0-160 0,9 85 12 16,-2-41-88-16,1 11-64 0,5 4 76 15,-2 8 36 1,1 6-112-16,0 7-8 0,-4 6 8 0,0 3 0 0,-4-4-124 15,-1 0-96-15,2-5-12 0,-1-10-4 0,0-7-140 16,0-11-92-16,0-11 44 16,-1-13-68-16,6-9-44 15,-1-12-312-15,0-5-272 0,8-4 16 0,-4-10 164 0,8-11-528 16,-1-9-924-16,-6 4-2109 0,2-26-2443 16</inkml:trace>
  <inkml:trace contextRef="#ctx0" brushRef="#br0" timeOffset="5351.295">10044 3959 6248 0,'0'0'1844'16,"0"0"940"-1,0 0-1511-15,0 0-137 0,-12 76 20 0,8-44-44 16,-4 6-144-16,4 10-196 0,0 6-188 15,-4 6-164-15,4 7-112 0,-4 2-136 0,0 7-72 16,-4-2-100-16,5-4-112 0,-2-9-120 16,-3-9-52-16,9-10-52 15,-1-13 52-15,0-10 12 0,4-10-16 16,0-6-184-16,0-3-372 0,0-6-300 16,0-10 24-16,8-9-860 0,-1-13 171 15,1-6-667-15,1 5-532 0,2-24-1207 16</inkml:trace>
  <inkml:trace contextRef="#ctx0" brushRef="#br0" timeOffset="5559.029">9997 4092 6704 0,'0'0'1960'0,"0"0"-948"0,0 0-276 0,0 0 617 0,0 0-149 15,0 0-252-15,79 96-204 0,-59-58-16 16,8 9-28-16,0 4 24 0,4 3-104 16,-4 6-20-16,4 0-416 0,-1-2-116 15,-3-1-72-15,-1-6-124 16,-3-10 28-16,-3 1 44 0,-6-14 4 0,2-2-12 15,-6-7 52-15,-7-7-56 0,1-6-24 0,-1-2-48 16,-4-4-496-16,0 0-348 0,-9 0-252 16,-3-10-816-16,-3-2-521 0,2-1-387 31,-15-10-1084-31</inkml:trace>
  <inkml:trace contextRef="#ctx0" brushRef="#br0" timeOffset="5726.706">9916 4524 7688 0,'0'0'1504'15,"0"0"-404"-15,0 0 189 16,0 0-9-16,0 0-236 0,0 0-372 16,0 0-128-16,0 0-128 0,0 0-76 0,0 0 112 15,0 0 0-15,108-26-216 16,-72 20-228-16,0-2-8 0,0-3-148 0,-1-2 20 0,1-2-8 0,0-1-252 16,-8-3-556-16,4 0-488 0,-12 3-1252 15,4-13-2565-15</inkml:trace>
  <inkml:trace contextRef="#ctx0" brushRef="#br0" timeOffset="12216.843">10916 3914 1120 0,'0'0'2140'16,"0"0"-888"-16,0 0 1548 0,0 0-948 16,0 0-532-16,0 0-263 0,0 0 47 0,0 0-8 15,0 0-80-15,0 0-112 16,-4-12-148-16,4 12-120 0,0 0-112 16,0 0-116-16,0 0-148 0,0 3-28 0,0 1-96 15,0 1-88-15,0 5-48 16,4 12 0-16,5 10 72 0,2 13-64 0,2 11 0 15,2 11 40-15,2 6-48 0,-2 6-12 16,5 5 12-16,-4 4 232 0,0 3 296 0,0-1-344 16,-4-5-176-16,0-5 64 0,-4-7-60 0,4-9-8 15,-4-10-4-15,-1-13-160 0,1-10-60 16,1-7-136-16,-1-16-196 16,3-2-748-16,-2-6-268 0,-1 0 168 0,3-6-820 15,-2-2-1697 1,-5-3-2279-16,0-4 4261 0</inkml:trace>
  <inkml:trace contextRef="#ctx0" brushRef="#br0" timeOffset="22241.376">12470 4479 10516 0,'0'0'1169'0,"0"0"-873"0,0 0-88 16,0 0 1016-16,-44-76-624 0,36 61 8 0,-7-5 260 0,2 5-152 16,2-2-112-16,-6 5-120 15,-2-1 52-15,-1 0 144 0,-8 7-288 16,-4 0 0-16,0 4-60 0,-7 2-100 0,-6 8-24 15,6 5-48-15,-5 13 48 16,4 4-48-16,8 12 168 0,4 6 268 0,9 6-183 0,6 2-133 16,9 2-100-16,4-4-56 0,9-6-124 15,6-3 8 1,6-14-16-16,-2-5-72 16,5-11-88-16,8-8 0 0,0-7 80 0,0-10-8 15,3-12 23-15,2-3-219 0,-5-10-108 16,3-1-76-16,-10 3-60 0,-2-3 68 0,-3 1 116 15,-8 4 32-15,0 5 96 0,-8 1 16 16,0 5 72-16,0 5 24 0,-4 5 112 16,0 8-48-16,4 2 48 0,-4 2 0 0,8 8 324 15,-4 3 96-15,4 2-112 16,0 3-40-16,-1 6 40 0,2-2 20 16,-1-3-156-16,-1-3-172 0,1-1-76 0,1-5-132 0,-2-1-100 15,-3-6-512-15,4 1-280 0,1-4-1008 16,-5 0-1100-16,3 0-1945 0,-3-7-2071 15</inkml:trace>
  <inkml:trace contextRef="#ctx0" brushRef="#br0" timeOffset="22567.908">12562 4342 8944 0,'0'0'1952'15,"0"0"-499"-15,0 0 255 0,20 77-104 0,-20-45-12 0,4 3-504 16,0 0-164-16,0-3-324 0,0-7-280 15,0 0-320-15,0-5 0 0,4-5-208 0,-4-5-72 16,0-4 56-16,4-6 40 0,-1 0-12 16,2-9 196-16,3-10-4 0,-1-6-156 15,2-4-84-15,-2-7-104 0,2 9 52 16,-2-3 148-16,-3 11 140 0,0 4 8 16,4 5-8-16,-4 4-4 0,-4 6 12 0,5 0 48 31,-5 3 252-31,3 7 116 0,-3 2-32 0,0 4-40 0,0 0-12 0,0 3-40 15,1-3-48-15,-2-1-108 0,-3 2-64 32,4-4-72-32,-4-4-100 0,4 0-36 15,-4 1-144-15,4-1-544 0,4-2-248 0,0-4-132 0,0-3-692 0,4 0-1164 0,12-3-2513 32</inkml:trace>
  <inkml:trace contextRef="#ctx0" brushRef="#br0" timeOffset="22974.741">13163 4382 716 0,'0'0'7708'16,"0"0"-5628"-16,0 0-803 0,0 0 235 0,0 0 84 16,0 0-232-16,-39 85-156 0,23-54-36 15,0 2-200-15,4-5-224 0,4-5-236 16,4-8-256-16,0-5-256 0,4-7-108 0,0-3 100 16,0 0 4-16,4 0-40 0,4-3 44 15,4-3 88-15,3-4-76 0,2 3-12 0,3-2 0 0,-1-5-48 16,-2 6-24-16,2-9-12 0,1-2-40 15,1-6-168-15,-2-3-64 0,5-10-120 16,0-4 84-16,4-8-28 0,0 0 236 16,4-5-12-16,-4 1-28 0,-5 3-72 0,-3 4 36 15,-7-1 136-15,-5 1 12 0,-5 5-100 16,1 0 0 0,-4 14 212-16,0 3 208 15,0 12 164-15,0 7 236 0,0 3-64 0,0-1-140 0,0 4-156 16,-4 0-88-16,1 0-64 15,-1 7-88-15,0 5 116 0,-1 7 20 16,-3 8 64-16,4 3 40 0,1 12-16 0,-5 5 36 16,3 7-52-16,1 3-32 15,0 7 12-15,-3 3-76 0,3-1-72 16,4 1-48-16,0-3-72 0,0-8 12 0,0-7-160 0,4-12-108 16,7-11-488-16,6-7-300 0,3-6-552 0,-1-7-2320 15,13-6-3077-15</inkml:trace>
  <inkml:trace contextRef="#ctx0" brushRef="#br0" timeOffset="23436.666">14534 3832 10528 0,'0'0'1481'15,"0"0"75"-15,0 0 28 0,0 96 124 16,8-40-428-16,5 11-96 0,-2 6-280 15,5 10-320-15,0 5-156 0,0 1-148 0,-4 4 12 16,-4-4-123-16,-1-7-169 16,2-13 0-16,-1-11-241 0,3-10-283 0,6-14-352 15,-6-12 16-15,6-9-24 0,2-13-600 0,-3 0-904 0,9-28-2529 16</inkml:trace>
  <inkml:trace contextRef="#ctx0" brushRef="#br0" timeOffset="23628.803">15104 3892 13477 0,'0'0'1788'0,"0"0"-1000"0,0 104 216 0,-4-55 596 16,-4 4-312-16,4 5-228 16,-4 2-340-16,0-3-495 0,0-2-225 0,4-5-193 15,4-5-223-15,0-11-532 0,0-5-328 0,0-4-724 31,0-8-1976-31,4-9-1257 0,-4-8-1727 0</inkml:trace>
  <inkml:trace contextRef="#ctx0" brushRef="#br0" timeOffset="23992.867">15040 4042 5184 0,'0'0'2396'0,"28"-71"-360"0,-8 34-307 0,4-2-165 15,-1 11-104-15,2 3-184 0,-5 6-244 0,0 9-188 0,-4 0-200 16,0 10-188-16,-1 0-36 0,-3 0-88 0,-3 13-12 15,-6 9 20-15,-3 7 248 16,0 6-140-16,-7 9-252 0,-10 4-116 0,-3 6-76 16,1 3 4-16,-5-3-8 0,3-6-4 31,6-10-4-31,2-6 4 0,6-14 0 16,3-4-8-16,4-6-84 0,8 3-124 0,4-5 0 0,4 0 52 15,8 0-28-15,0 4-48 0,0 2-24 16,3 2 120-16,-3 0 148 0,4 9 108 15,-8-4-32-15,0 3-16 0,-8 2 24 16,-4-3 76-16,-4 2-36 0,-4-2 72 0,-8 2 8 16,-4-1-44-16,0-3-12 0,-4 0-88 0,-4-3 0 15,-4-4-60-15,0-2-48 16,1-1 48-16,-1-2-112 0,0-7-192 0,-1 0-196 16,6-2-100-16,-1-12-136 0,0-2 84 15,4-6-192-15,5-7-556 16,-2-6-452-16,5-5-680 0,4 10-1741 0,4-20-1883 0</inkml:trace>
  <inkml:trace contextRef="#ctx0" brushRef="#br0" timeOffset="24103.634">15546 3619 1200 0,'0'0'9000'0,"0"0"-7147"0</inkml:trace>
  <inkml:trace contextRef="#ctx0" brushRef="#br0" timeOffset="25990.064">15913 3712 9244 0,'0'0'2337'0,"0"0"-545"0,0 0-272 0,0 0-56 16,0 0-556-16,0 0-608 0,0 0 20 15,0 0 112-15,12 72 284 0,-1-27-116 16,2 5-84-16,2 8-140 0,2 8-84 16,-6 8-60-16,6 5 24 0,-2 7-144 15,-2 3-112-15,-6 3-212 0,1-1 116 0,0-4-40 0,-3-9 28 32,2-10-148-32,-3-12 72 0,4-14 12 15,4-14-144-15,0-15-272 0,4-7-224 16,4-6-440-16,0-13-1296 0,-1 4-2881 15,-2-16-3395-15</inkml:trace>
  <inkml:trace contextRef="#ctx0" brushRef="#br0" timeOffset="26781.422">18312 4340 5348 0,'0'0'236'0,"0"0"5257"0,0 0-3965 0,0 0-176 15,-17-80-12-15,10 62 132 0,-6 2-380 16,2 3-204-16,-1 3-28 0,-1 1-148 0,2 3-276 15,-6 0-92-15,6 2-92 0,-1 4-44 16,0 0-12-16,-4 4-196 0,4 15-8 0,-4 3-56 16,9 15 52-16,-6 12 12 0,5 8 124 15,4 3-27-15,4 3-97 16,0-3-48-16,0-12-49 0,4-10 89 0,8-13 8 16,-3-8-112-16,6-10-8 15,1-7 48-15,8-5-40 0,0-7-32 16,4-10-136-16,4-10-232 0,-4-3-100 0,-4-7 172 15,-5-2 156-15,1 3 76 0,-3 3 36 0,-2 0 48 16,-3 3-60-16,-4 4 48 0,-4 1 36 16,-4 8 100-16,0 7 132 15,0 2 100-15,0 7 40 0,0 2-100 0,0 4-120 16,0 0 20-16,0 7-28 16,0 5-40-16,8 4 104 15,0 9 136-15,-5 5-48 0,6 3-48 16,-5 3-84-16,0-4-64 0,0-7-156 0,-4-6-40 15,0-6 0-15,4-3-28 0,-4-8 52 0,0 3-308 16,3-5-536-16,-3 0-784 16,0-5-1028-16,0 3-1549 0,4-11-499 0</inkml:trace>
  <inkml:trace contextRef="#ctx0" brushRef="#br0" timeOffset="27117.388">18458 4194 6308 0,'0'0'2068'0,"0"0"-928"0,0 0-4 0,0 0 177 16,0 0-213-16,0 0 212 16,0 0-16-16,0 0-512 0,0 0-224 0,0 0-112 15,88 35-52 1,-71-16-64-16,-2 3-84 0,2 0-88 16,-10 7-84-16,1 3-76 0,-4-3 8 15,1 2-8-15,-5-6-84 0,0 1 24 16,0-6 56-16,0-8-8 0,0-3-64 15,0-3 4-15,0-6 0 0,0 3 72 16,0-3 100-16,0 0 96 0,3 0-84 16,-3-9-108-16,4-4-4 0,4-6 4 0,0-3 44 15,4-6 52-15,0-4-100 0,-1 2-56 0,-2 5-8 16,3 3 56-16,0 6-116 0,0 2-160 0,-1 3-48 16,2 2-52-1,-1 2-100-15,4 4-240 0,-4 3-220 0,-1 0-356 0,2 3-536 16,-2 4-585-16,2-4-1515 0,-2 7-1008 15</inkml:trace>
  <inkml:trace contextRef="#ctx0" brushRef="#br0" timeOffset="28050.235">19025 4396 5136 0,'0'0'2420'16,"0"0"-436"-16,0 0-640 0,0 0 21 16,0 0 11-16,0 0-360 15,0 0-220-15,0 0-80 0,0 0 72 0,0 0 96 16,71 20-156-16,-54-35-272 0,2-8-272 16,-3-2-160-16,0-4-24 0,0 0-136 0,0 7-24 0,-8 0 36 15,4 0-84-15,-8 9-52 0,0 0 88 16,-4 4 172-16,0 3 12 0,-4 0-12 15,-4 6-172-15,-8-4-28 0,0 4 16 16,-4 4 36-16,-4 5-28 0,1 10-20 0,2 3 144 16,-3 10 52-16,5-1 224 0,-1 8-12 15,-1-2 0 1,6 5 8-16,-1 2-96 0,0 1-60 16,4-5 32-16,4 2-32 0,4-7 96 0,4-6 60 15,0-7-8-15,8 0-152 0,4-5 4 16,8-2-64-16,0-3 0 15,4-1-40-15,8-9 40 0,0 2 0 0,3-4-72 16,5-4-124-16,-1-5-112 0,6-3-252 16,-2-2-320-16,2-2-576 0,-10 4-1628 0,13-14-5433 15</inkml:trace>
  <inkml:trace contextRef="#ctx0" brushRef="#br0" timeOffset="28457.363">20224 4121 10796 0,'0'0'2005'15,"0"0"-729"-15,0 0-240 0,0 0 272 16,19 73-372-16,-15-41-180 0,1-1-200 16,-5 4-152-16,0-3-244 0,0 0 12 15,0-10-76-15,0 1-96 0,4-11-136 16,-4-2-148-16,4-7-220 0,-4-3-472 16,4 0-436-16,-4-3-1164 0,4-17-3725 15</inkml:trace>
  <inkml:trace contextRef="#ctx0" brushRef="#br0" timeOffset="28594.351">20184 3842 8232 0,'0'0'2757'16,"0"0"-1921"-16,0 0-348 0,0 0-388 15,0 0-100-15,95 3-1052 0,-78 0-1349 0,7 0-3823 0</inkml:trace>
  <inkml:trace contextRef="#ctx0" brushRef="#br0" timeOffset="28883.837">20455 4105 8264 0,'0'0'2300'0,"0"0"-1319"16,0 66 31-16,0-43 596 0,0 2 32 0,0-2-112 0,0-1-464 15,0-2-436-15,0-9-248 0,7 3-244 16,-2-9-136-16,3-2 0 0,0-3-308 15,3 0 136-15,6-3 0 0,-6-9-196 16,6-1-76-16,-6-6 8 0,6 3 52 0,-6-3 196 16,-3 3 180-16,5 4 8 15,-6-1 48-15,-3 7-44 0,4 0 40 0,-3 2-40 16,-1 4 108-16,-1 0 176 0,5 4 204 16,-4 2-156-16,0 0-140 0,5 1-12 0,-6 2-48 15,5 0-24-15,-4-2-112 0,4 2-4 0,-4-2-108 16,0-1-12-16,-4-3-268 0,4 0-424 15,-4 0-392-15,4-3-736 16,-4 3-2045-16,4-3-1967 0</inkml:trace>
  <inkml:trace contextRef="#ctx0" brushRef="#br0" timeOffset="29077.489">21057 4112 11729 0,'0'0'2400'0,"0"0"-896"0,0 0 856 0,0 0-468 0,88 25-608 32,-61-25-335-32,1-3-441 0,3-10-424 15,10-10-84-15,-1-2-216 0,-1-3-248 16,-3-7-385-16,1-4-115 0,-6 2-336 0,-3 1-940 0,-8 8-2284 16,-4-10-2017-1</inkml:trace>
  <inkml:trace contextRef="#ctx0" brushRef="#br0" timeOffset="29340.243">21228 3654 912 0,'0'0'8492'16,"0"0"-6903"-16,0 0-793 0,0 0 116 0,0 0 232 0,-79 51 24 15,70-29 24-15,1 7-240 0,8 3-156 0,0 6-8 16,0 3 120-16,0 9-160 0,8 8-188 16,1 2-36-16,-2 3-147 0,-3 5-157 15,0-2-148-15,0 4-72 0,0-4-12 16,-4-2 12-16,0 0 52 15,5-7 4-15,-2-7-56 16,-3-2-48-16,8-7 36 0,-4-5-60 0,0-8 12 0,0-3-16 16,-1-5 28-16,-3-8-12 15,0-2-13-15,0-7-87 0,0-3-168 0,0 0-108 16,0-10 20-16,0-5-96 0,0-14-432 16,0-12-552-16,0-11-1100 0,0 11-2993 0,0-38-3279 15</inkml:trace>
  <inkml:trace contextRef="#ctx0" brushRef="#br0" timeOffset="29496.852">21551 4086 8988 0,'0'0'3865'0,"0"0"-2885"0,0 0-52 16,0 0 608-16,0 0-416 0,83 80-56 16,-71-58-188-16,-4 0-400 0,0 0-280 15,-3-3-140-15,-1 0-56 0,-4-5-120 16,0-3-344-16,0-4-288 0,0 0-372 0,0-7-840 15,-9-4-3001-15</inkml:trace>
  <inkml:trace contextRef="#ctx0" brushRef="#br0" timeOffset="29652.984">21559 3857 3372 0,'0'0'9421'0,"0"0"-7173"16,0 0-524-16,0 0 280 0,80-31-912 15,-52 24-552-15,4-2-280 0,-1 0-260 16,5-1-328-16,-8 3-420 0,4 0-520 0,-9 5-1000 16,-3-2-3049-16,1 4-5179 0</inkml:trace>
  <inkml:trace contextRef="#ctx0" brushRef="#br0" timeOffset="29953.661">21957 4092 9852 0,'0'0'1817'0,"0"0"-665"0,-8 74 1020 15,5-52 40 1,3 3-420-16,0-6-420 0,0-3-580 16,0-4-416-16,0-5-256 0,7-1-120 15,1-6-104-15,8 0-140 0,0-9-48 0,4-4-12 16,4-9-356-16,-1 0-244 0,1-3 28 0,1 2 156 16,-5-2 176-16,-1 5 120 0,-2 1 200 0,-6 3 184 0,1 4 40 15,-7 5 176-15,2 4 236 0,-7 3 184 16,4 0 72-16,-4 3 24 0,4 7-40 0,0 4-152 15,-4 0-132-15,4 2-100 16,1 0-84-16,2-4 96 0,-3 2-100 0,0-2-180 16,0-2-52-16,3-6-44 0,2 2-248 15,-1-6-312 1,7 0-312-16,-2-6-416 0,-2-5-1520 16,10-4-3853-16</inkml:trace>
  <inkml:trace contextRef="#ctx0" brushRef="#br0" timeOffset="30087.162">22522 4149 12077 0,'0'0'1684'0,"0"0"-1328"0,0 0 480 0,0 0 888 0,13 74-200 0,-5-59-464 15,-4-2-592-15,-1 0-384 0,1-4-84 16,0-3-172-16,-4-1-440 0,5-3-856 16,-5 1-1000-16,0-3-2985 0,-5-3-3931 0</inkml:trace>
  <inkml:trace contextRef="#ctx0" brushRef="#br0" timeOffset="30261.102">22722 3705 9248 0,'0'0'1949'0,"0"0"-1089"0,0 0-104 16,0 0-756-16,0 0-100 15,0 0-696-15,0 0-1033 0,0 0-3747 0</inkml:trace>
  <inkml:trace contextRef="#ctx0" brushRef="#br0" timeOffset="30639.939">23172 3505 5612 0,'0'0'6841'0,"0"0"-5781"0,0 0-516 0,5 98 684 0,-5-53 404 16,-5 9-244-16,-3 7 52 0,4 8-316 15,0 4-284-15,1 4-211 0,-1 1-205 0,4 2-180 16,0-4-244-16,0-13 0 0,7-8-8 16,14-11 4-16,2-9-8 15,5-13 12-15,4-6-96 0,8-10-232 0,0-6-84 16,-5-12-233-16,5-10-231 0,-8-7-408 15,-4-6-1252-15,-8 10-3212 16,-8-14-4169-16</inkml:trace>
  <inkml:trace contextRef="#ctx0" brushRef="#br0" timeOffset="30799.294">22981 3917 8232 0,'0'0'2548'0,"0"0"-951"16,0 0-157-16,0 0 344 0,0 0-120 0,0 0-92 15,0 0-104 1,0 0-296-16,108 48-359 0,-57-48-281 0,5-6-240 0,0-7-228 16,-4 1-64-16,-1-5-192 0,1 2-404 15,-8-3-473-15,-4 1-355 0,-4 1-1152 16,-8 7-2736-16,0-4-3741 0</inkml:trace>
  <inkml:trace contextRef="#ctx0" brushRef="#br0" timeOffset="31087.563">23686 4003 9472 0,'0'0'6869'0,"0"0"-5477"0,8 64-688 0,-4-45 368 16,4 0-108-16,0-3-352 0,9-3-212 0,2-7-208 16,9-6-116-16,7 0-76 0,6-6-100 15,-1-7-288-15,3-6-320 16,-2-4 52-16,-2 1 116 0,-7 3 96 0,-4-3 88 16,-13 2 356-16,-2 6 0 0,-13 3 368 15,0 3 172-15,-9 1-12 0,-10 0-28 16,-9 7-48-16,-4 0-160 0,-7 16-144 15,-6 3-64-15,-2 13 48 0,-5 3 113 16,3 9 119-16,6 1 604 0,7 3-424 0,5-1-376 16,6-3-108-16,9-9 52 0,12-3-32 0,4-7-80 15,17-2-208-15,14-7-236 0,13 0-136 16,8-4-4-16,12-5 160 0,-5-7-513 16,5 0-1315-16,-20 0-2616 0,11-7-3433 15</inkml:trace>
  <inkml:trace contextRef="#ctx0" brushRef="#br0" timeOffset="32380.837">10510 6347 1368 0,'0'0'1868'0,"0"0"-620"0,0 0 5100 0,12-70-4587 16,-8 45-309-16,-4-1-388 0,0 0 16 0,-7 1 156 15,-2-3-332-15,1-2-260 0,-3 2-56 16,-2 0-172-16,1-1-72 0,-4 1-116 15,4 5 28-15,-4 5 124 0,4 5 156 16,1 3-247-16,-6 4-141 0,2 3-4 0,-5 3-80 16,-8 3-64-16,-4 10-84 0,0 8 24 15,-7 15-12-15,-2 2 0 16,1 9 20-16,5 4 4 0,3 0 36 0,0 6 12 16,4 0 24-16,4 4 64 15,5 2-16-15,-2 7-72 0,10 0-60 0,-6 9-76 16,10-3 64-16,3 0 68 0,4 1 4 0,4-11 4 15,3-5 68-15,14-11 124 0,-2-5 108 0,9-13 20 16,4-7 4-16,0-6-64 0,3-6-32 16,2-10 300-16,-1-3-184 0,-1-3-204 15,1-13-80-15,-4 0-64 0,-4-6-108 0,4-6-72 16,-8 2-72-16,-5-2-88 16,-2 2-84-16,-1 0-80 15,-12 4-164-15,0 3-269 0,-4 1-575 0,0-1-756 16,-13 3-1576-16,5 2-1005 0,-20-1-1375 0</inkml:trace>
  <inkml:trace contextRef="#ctx0" brushRef="#br0" timeOffset="32543.602">10076 6817 1160 0,'0'0'912'15,"0"0"1712"-15,0 0 3028 0,0 0-3763 16,0 0-637-16,0 0-56 0,0 0 148 0,0 0-28 16,0 0 144-16,0 0-284 0,0 0-408 15,39 2-244-15,-22-2-268 0,3 0-128 0,-1-2-128 16,-2-2-216-16,-2-2-260 0,1-4-144 15,0 4-56-15,-4-3-280 0,0 2-628 16,-4 1-1196-16,-3 0-1753 0,-2 2-803 31</inkml:trace>
  <inkml:trace contextRef="#ctx0" brushRef="#br0" timeOffset="32691.071">10263 6800 1828 0,'0'0'1068'0,"0"0"-964"0,0 0 6256 0,0 0-4451 0,12 77-637 0,-8-55-148 0,4 3-96 16,0 4-108-16,4 0 48 0,-4-1 40 15,0 0 92-15,-1 1-512 0,2 0-268 16,-1-1-236-16,-4-2-84 0,-1-1-64 16,1-6-44-16,0 0-116 0,1-3-252 15,-1 0-116-15,0-7-312 0,0 1-300 0,-1-3-1348 16,1-4-3237-16</inkml:trace>
  <inkml:trace contextRef="#ctx0" brushRef="#br0" timeOffset="35832.89">11155 6496 92 0,'0'0'6628'16,"0"0"-2423"-16,0 0-2309 0,0 0-508 15,0 0 140-15,0 0-184 0,0 0-132 0,0 0-228 0,0 0-200 16,0 0-220-16,0 0-224 0,0 0-156 16,8-10 96-16,8 8-64 15,1-2 41-15,2-3-25 0,-2 4 180 0,6-3-112 16,1-4-128-16,0-2-164 0,4-1-8 15,4-3-96-15,0 0-76 16,-1-3-8-16,1 4-52 16,0 2 28-16,0 3-28 0,-4 6 87 0,-4 4-75 15,0 0 64-15,-1 7 44 0,-6 3 28 16,-2 0 84-16,-2 2 36 0,-2 1-28 0,-3-1 100 16,1 1-44-16,-2-4-16 0,1 4-36 15,0-3-12-15,1-1-8 16,2-2 4-16,-3 2 4 0,4-2 0 0,0 0 44 15,4-5 4-15,-4 4-44 0,8-2-4 0,0-1-84 16,4-3 12-16,0 0-76 16,4-3-96-16,-4-7-72 0,3 4-184 0,-3-4-172 15,-4 4-228-15,-4-4-520 16,0 4-828-16,-8 0-744 0,-4 3-1945 0,-4-4-1251 0</inkml:trace>
  <inkml:trace contextRef="#ctx0" brushRef="#br0" timeOffset="36111.681">11311 6785 716 0,'0'0'11889'15,"0"0"-9589"-15,0 0-1168 0,0 0-176 0,0 0 172 16,0 0-276-16,0 0-156 0,0 0-144 15,0 0-320-15,0 0-84 0,12 6 56 16,8 0 384-16,0 1 53 0,8-1-289 16,4 1-156-16,-1-1-28 0,1-6-72 0,4 0 4 15,4 0-4-15,0-4-96 0,-4 2-40 0,3-5-56 16,1-3-52-16,0 1-168 0,0 3-361 0,0-1-91 16,-4 4 100-16,0 0-92 0,0 3-668 15,-8 0-1080-15,-9 0-1876 0,1 0-1989 16</inkml:trace>
  <inkml:trace contextRef="#ctx0" brushRef="#br0" timeOffset="37620.346">12901 6147 3160 0,'0'0'9841'0,"0"0"-7621"0,0 0-996 0,0 0-352 16,0 0 32-16,0 0-312 0,0 0-200 0,0 0 256 16,0 0-144-16,99 0-92 0,-59 0-192 15,8 0 24-15,4 0-48 0,3 0-64 16,1-7-48-16,0 3-84 0,0-1-104 15,0-2 32-15,0 5-40 0,-5-5 4 16,1 3-64-16,-8-2 28 0,-4 6 60 0,-4-2-52 16,-12 2-48-16,-5 0-84 0,-6 0-136 15,-6 0 12-15,-3 0-36 0,0 2 8 16,-4 2 100 0,0 4 24-16,-4 6-100 0,-12 2 172 0,0 9-100 15,-8 3-248-15,-4 4-120 16,-3 3 112-16,-9 3 152 0,0 0-4 15,-4 7 156-15,-3-1 172 0,-5 4 92 16,0 6-52-16,-8 0 64 0,5 0 100 0,-1 3 340 0,0-3 80 16,0 0-68-16,9-2 0 15,-2-5 80-15,10 0-8 0,7-9 0 16,4-5-128-16,8-8-100 0,4-7-72 16,4-5-16-16,8-4-12 0,0-6-24 0,0 1-24 0,4-4-24 15,0 0 0-15,0 0 60 0,0 3 60 16,8-3 172-16,3 4 180 0,10-1-204 15,-1 2-16-15,8-1-108 0,0-2-99 16,-1 3 15-16,10-3-136 0,2 2-36 0,1-4 72 16,0 0-72-16,8 0 0 15,0-4 72-15,3-3-84 16,1-1 0-16,0-2-4 0,-1-3 0 16,-3 4-92-16,0-1-24 0,-8 4 12 15,-8-1-100-15,0 5-1 0,-8-5-55 16,-8 7-384-16,0-3-244 0,-8 3-176 15,-1 0-328-15,-3 0-808 0,0-4-940 16,-4 1-2229-16,0-8-1255 0</inkml:trace>
  <inkml:trace contextRef="#ctx0" brushRef="#br0" timeOffset="38059.728">13872 6292 1892 0,'0'0'1576'16,"0"0"3572"-16,0 0-2872 0,0 0-1091 15,0 0-637 1,0 0 56-16,0 0 16 0,0 0 28 15,0 0-40-15,-79 58 20 0,55-36 28 0,0 3-120 16,-4 7 12-16,-4 0 120 0,-3 6-64 16,-1-1-124-16,-4 5-64 0,-4 2-132 15,0 1-76-15,-4 3-76 0,1 0 16 16,-1-4-16-16,4 1 16 0,0-8-28 0,8 2-44 16,1-4-28-1,7-7 0-15,0-2 0 0,8-8-48 0,8-1 0 16,4-8-96-16,0-3-28 15,8-2-20-15,-4-4-40 0,4 3-36 16,0-3-160-16,0 3-24 0,0-3-12 0,0 0-28 16,0 0-72-16,0 0-292 0,0 0-304 15,4 0-68-15,0-3-116 0,0-4-812 16,4 1-1137-16,-1-17-3211 0</inkml:trace>
  <inkml:trace contextRef="#ctx0" brushRef="#br0" timeOffset="38533.213">14475 6122 3752 0,'0'0'1172'0,"0"0"4400"0,0 0-3871 0,0 0-629 15,0 0 20-15,0 0-16 0,0 0-156 16,0 0-196-16,0 0-192 0,0 0 456 16,59 31-200-16,-27-18-260 0,8-4-88 15,0 1-124-15,-4-7-156 0,4 0-68 16,-1-3-92-16,-3-6-96 0,4-4-88 0,-4-6-328 15,0 0-236-15,-8-3-188 0,-4 6-488 16,-9-2-788-16,-6 3-1676 0,-5-2-2229 16</inkml:trace>
  <inkml:trace contextRef="#ctx0" brushRef="#br0" timeOffset="38907.035">14431 6296 820 0,'0'0'5900'0,"0"0"625"0,0 0-5053 0,0 0-704 15,0 0-152-15,0 0-100 0,0 0 144 0,0 0 284 16,0 0-304-16,16 67-272 0,-9-39-72 16,-3 0-16-16,1 5-48 0,-1 1-24 15,0 8-48-15,0-1 12 0,-1 0-88 0,-3 8-40 16,4-3-44-16,-4 2-60 15,0-1-16-15,0-2 76 0,0-1 12 0,0-2-12 16,0-7 96-16,4-7 36 0,-4-3-44 0,5-6-40 16,-1-3 24-16,-4-6-64 0,4-3 4 15,-4-1-12-15,3-6-12 0,1 0 12 32,4 0 160-32,5 3 20 0,2-3-20 15,1 0 48-15,8 0-75 0,-4-3-121 0,4 0-12 16,0 0-45-16,-1-1-3 0,5 4 0 0,0-3-40 15,0 0-92-15,0 1-100 0,4-3-464 16,0 0-308-16,0-6-440 16,0 2-1260-16,-8-3-2681 0,4-11-3751 0</inkml:trace>
  <inkml:trace contextRef="#ctx0" brushRef="#br0" timeOffset="39276.783">15395 5966 132 0,'0'0'9324'16,"0"0"-7207"-16,0 0-889 0,0 0-284 15,0 0 172-15,0 0 4 0,-52 79-144 0,40-47-180 16,0 2-80-16,0 8-76 0,1-1 12 16,-2 4-64-16,-2 5-112 0,-6 4-100 0,-3 7-120 15,1 2-160-15,-5 4-28 0,-4 6-68 0,4 0-4 16,-4 0-8-16,4-3 12 16,4-4-8-16,4-8-88 0,5-5 24 0,2-8 24 15,5-10-28-15,8-9 4 0,0-10-60 16,0-10-88-16,0-3-112 15,4-3-92-15,0-7-176 16,9-6-236-16,-2-6-340 0,6-9-648 16,-10 6-1284-16,14-26-4049 0</inkml:trace>
  <inkml:trace contextRef="#ctx0" brushRef="#br0" timeOffset="39562.562">15255 6216 416 0,'0'0'2428'0,"0"0"3644"0,0 0-4468 0,0 0-511 16,0 0-169-16,0 0 480 0,0 0-240 16,0 0-108-16,0 0-280 0,69 89-68 15,-54-58 120-15,5 5-112 16,-4 2-228-16,0 6-228 16,3 5-104-16,-2 1-8 0,3 1 12 0,-4 4-160 0,-5-3 0 0,2 0-4 0,-2-5-56 15,2-9-64-15,-2-2 64 0,-3-9 0 16,5-2 56-16,-6-5 4 0,5-4 0 15,-3-3 8-15,-6-4-8 0,1-6-60 16,0 0 12-16,-4 1 36 0,0-4-48 16,0 0-248-16,0-10-464 0,0 1-452 0,-4-10-928 15,-12-4-1708 1,4 4-2477-16,-16-6 2861 0</inkml:trace>
  <inkml:trace contextRef="#ctx0" brushRef="#br0" timeOffset="39750.167">15132 6705 4044 0,'0'0'180'0,"0"0"536"0,0 0 2472 0,0 0-1800 16,0 0-408-16,0 0 13 0,0 0 35 0,0 0-288 15,0 0 532-15,0 0-100 0,80-9-56 16,-48 5-232-16,3-2-192 0,-3 0-128 16,4-7-156-16,-1 0-152 0,2-2-256 0,-5-2-24 15,4-1-272-15,-5-5-380 0,1 1-460 16,0-3-628-16,-12 8-2496 0,7-8-3857 15</inkml:trace>
  <inkml:trace contextRef="#ctx0" brushRef="#br0" timeOffset="40263.378">16060 6115 432 0,'0'0'12413'0,"0"0"-10545"0,0 0-1148 0,0 0-44 16,0 0 588-16,0 0-408 0,0 0-316 15,0 0-304-15,80-42-236 0,-56 26 0 0,0 4-52 16,-1-1-120-16,5 1 12 0,-4 5 52 16,0 1-4-16,1 6-48 0,-10 0 0 15,1 3 36-15,-4 7 124 0,4 2 12 0,-8 7 236 16,0 0-4-16,-4 0-44 0,0 7-80 15,-1-1-20-15,2 4-52 0,-5-1 4 16,4 4 20-16,-4 3-24 0,4-1 28 16,4 2 8-16,-4-1 100 0,4 0-12 0,-4-4 36 31,0 4 48-31,4 0 52 0,-4 1 20 0,-1-5-60 16,6 1-96-16,-5-1-76 0,4-2-12 15,-4-1 16-15,-1-5-88 16,1 3 36-16,-4-8 0 0,4 1-36 0,-4 0 120 0,0-3-56 15,0-3 45-15,0-1-25 0,0-2 28 16,0-4 68-16,0-1-20 16,0-3-100-16,0 1-36 0,0-3-36 0,0 0-60 15,0 0-76-15,-4 0-32 0,0 0-16 0,1 0-93 16,-9 0 57-16,-4 0-60 0,0 3-24 16,-8-3 72-16,0 3 72 15,-4-3-56-15,-4 0-152 0,-4 3-184 0,-3 1-196 16,-6 3-392-16,2-2-836 0,7 2-1960 15,-20 6-3081-15</inkml:trace>
  <inkml:trace contextRef="#ctx0" brushRef="#br0" timeOffset="44205.883">16941 6461 4072 0,'0'0'4128'0,"0"0"985"0,0 0-3225 16,0 0-540-16,0 0-132 0,0 0-56 15,0 0-116-15,0 0-104 0,4 3-236 16,-4-3-203-16,7-3-177 0,10 3-140 31,7-2 8-31,0-3 40 0,3 5-160 0,5-2-72 0,-4-2-8 0,-4 1-100 16,4-3-52-1,-4 2 16-15,0 1-220 0,-5-3-193 0,2 6-151 0,-6-4-132 16,-2 4-496-16,-9 0-944 16,-1 4-2004-16,-3 5-1481 0</inkml:trace>
  <inkml:trace contextRef="#ctx0" brushRef="#br0" timeOffset="44387.454">17029 6711 4000 0,'0'0'8317'16,"0"0"-6205"-16,0 0-1216 0,0 0-304 0,0 0 12 16,0 0-28-16,0 0-144 0,0 0-220 15,0 0 24-15,0 0 72 0,59 13 12 16,-35-6-172-16,0-4-68 0,0-3-80 0,0 0-160 15,4 0 36-15,0 0-480 0,0-3-504 16,4 0-184-16,-1-3-516 0,-6 1-648 16,6 3-2957-16</inkml:trace>
  <inkml:trace contextRef="#ctx0" brushRef="#br0" timeOffset="47698.269">18351 6454 64 0,'0'0'692'15,"0"0"-208"-15,0 0-212 0,0 0-272 0,0 0-268 0,0 0-228 16,0 0 28-16,0 0 189 0</inkml:trace>
  <inkml:trace contextRef="#ctx0" brushRef="#br0" timeOffset="52599.691">18339 5892 5152 0,'0'0'440'0,"0"0"3300"0,0 0-2380 0,16-79-75 16,-8 47-361-16,-4 4-224 0,4-3 24 0,-4-2 60 15,0 5-116-15,0 2 60 0,0 4 44 0,-4 3-176 0,4 6 132 31,-4 4-76-31,0 3-172 0,0 1-28 0,0 5-148 0,0 0-96 0,0 0-148 16,0 0-12-16,-4 5-48 16,-8-3-44-16,5 8-308 15,-14 3 72-15,5 9 20 0,-7 10 152 16,-1 3 12-16,0 13 92 0,-4 2-4 0,0 4-64 16,3 6-28-16,-2 4-8 15,3 2-4-15,-4 1 40 0,8-3 72 0,1-7 0 16,-1-6 120-16,8-9-120 0,-1-9 0 0,10-3-72 15,-5-15 24-15,8-2-112 0,0-3 96 16,0-7-68 0,0 0-264-16,0-3 112 0,4 0 124 0,0 3-12 0,-1-3-16 15,1 0 188-15,5-3 92 0,-5-3-20 0,4-4 4 16,3 1 32-16,-2-4-108 0,2-3-64 16,-3 7-196-16,5-2 124 0,-6 6-72 15,-3 2-44 1,0 3-32-16,4 0-80 0,0 12 328 0,0 4 36 15,0 6 224-15,4 10 76 0,-4 3-28 16,0 9 88-16,-4 8 396 0,0 1-152 0,-1 5-332 16,-3-7-164-16,0 2 40 0,0-5-88 15,-3 0-60-15,3-8-96 16,-4 2-4-16,0-4-8 0,-4 0-40 16,8-3-48-16,-4-3-88 0,4-3-236 0,0-7-348 0,8-3-384 15,0-3-500-15,8-10-408 0,0-6-377 16,0 0-1767-16</inkml:trace>
  <inkml:trace contextRef="#ctx0" brushRef="#br0" timeOffset="53585.522">18814 6117 1696 0,'0'0'1224'0,"0"0"-688"0,0 0 180 0,0 0 3884 32,0 0-3084-32,0 0-151 0,0 0-225 15,0 0-272-15,0 0-96 0,0 0 24 0,-21-31-68 16,21 31-120-16,0 0-84 0,0 0 8 16,0 0-60-16,0 0-128 15,0 0-108-15,0 0-16 0,-7 6-36 0,3 7-108 16,-4 6-28-16,-5 4 60 0,6 5 28 0,-1 7 48 15,-5 0 0-15,6 4-48 0,3-1-16 16,-4 3-20-16,8 0-28 0,-4-3-72 16,4 0-44-16,0-7 36 0,8 1-44 0,0-3-36 15,3-7-20-15,2 1-88 0,-2-5 0 16,2-1-148-16,2-5-48 0,2-3-216 0,2 2-208 16,1-6-244-16,5-2-628 0,-6 1-1040 0,9-4-2785 15</inkml:trace>
  <inkml:trace contextRef="#ctx0" brushRef="#br0" timeOffset="55790.276">19280 6336 1668 0,'0'0'2060'16,"0"0"-2044"-16,0 0 948 0,0 0-468 0,0 0 2780 15,0 0-1620-15,39-72-547 0,-39 60-285 0,4-1-324 16,-4 0-132-16,0 0 40 16,0 4 40-16,0-4-232 0,-4 3 24 0,0 4 76 15,0 0-76 1,1 3 240-16,-5 0 48 0,4 3-100 16,-5 0-12-16,5-4-204 0,-7 4-64 0,2 0-44 0,1 0-100 15,-3 4-4-15,3-1 48 0,-4 0 76 0,4 3-24 16,0-3 36-16,-1 0-72 15,2 4-4-15,-1-1 4 0,0 4 48 16,0-1 0-16,4 4-52 16,-4 0 52-16,4 2 0 0,0 4-40 0,-4 0 52 0,4 4-112 15,4-2 0-15,-4 2-4 16,0-4 40-16,4-3-44 0,0 0 4 0,0-4 64 16,0-2 16-16,0 0-76 0,0-4 48 15,0 0 52-15,0 1-112 16,0-4 0-16,0 0 0 0,0 0-48 15,4 0 48-15,-4 1 0 16,0-1-8-16,0-3-56 0,4 4-32 0,-4-4-4 16,0 2 36-16,0-2-8 0,4 0-16 0,-4 0-8 15,0 0 20-15,0 0 16 0,0 0 56 16,0 0 0-16,0 0-4 0,4 0-56 16,-4 0 56-16,0 0-80 15,0 0 4-15,0 0-40 0,0 0 24 0,0 0-24 16,0 0 24-16,0 0 12 0,0 0-8 0,0 0-44 15,0 0-8-15,0 0 96 0,0 0 48 16,0 0 4-16,0 0 8 16,0 0 44-16,0 0 24 0,0 0-16 0,0 0-60 15,0 0-68-15,0 0-132 0,0 0-100 16,4 0-92-16,-4 0 40 0,0 0 40 16,0 0 60-16,0 0-52 0,0 0-88 0,0 0-64 0,0 0 100 15,0 0 64-15,0-2 112 0,0 2 64 16,0-4 116-16,0 4-36 0,0-3 36 15,-4-1 152-15,4 1 0 0,0 0-152 16,-4-3 0-16,4 4 100 0,0-3-100 16,-4-1 0-16,4 3 52 0,0 0 0 15,-4 3-52-15,4-3-12 16,0-1 4-16,0 4 8 0,0 0 0 16,0 0 8-16,0 0 4 0,0 0 64 15,0 0 28-15,0 0 48 0,0 0 40 16,-4 0-16-16,4-3-124 0,0 3 136 15,0 0-56-15,-4 0-132 0,4-3-64 16,0 3 52-16,0 0-92 0,0 0-8 0,0 0 24 16,0 0 0-16,0-3 80 0,0 3 8 15,0 0 12-15,0-4 64 0,0 4-28 0,0 0-48 16,0 0 8-16,0-3 4 0,0 3-8 16,0 0-4-16,0 0-4 0,0 0-60 0,0 0 56 15,0-2 0-15,0 2 0 0,0 0 8 16,0 0 8-16,0 0-8 15,0 0-12-15,0 0 0 16,0 0-52-16,0-4 16 0,0 4-28 16,0 0-28-16,0 0 16 0,0 0-52 15,-4 0 24-15,4 0 40 0,0 0 68 16,0-3 8-16,0 3 12 0,0 0 64 0,0 0-24 16,0 0-48-16,0 0 4 0,0 0-8 15,0 0 16-15,0 0 60 0,-3 0-76 16,3-3 0-16,0 3-4 0,0 0-8 0,0-3 12 15,0 3 0-15,0 0 0 0,0 0-60 16,0-4-20-16,0 4-44 0,0 0-16 0,0 0-40 16,0 0 52-16,0 0 76 0,0-3 52 15,0 3 64-15,0 0 40 16,0 0-28-16,0 0 24 0,0-3-48 0,0 0-52 16,0 0-192-16,0 3 104 0,0-7-40 0,0 7-116 15,0-6-36-15,0 3-284 0,0 0 88 0,0-3-105 16,0 2 41-16,3 1 228 0,-3 0 160 15,0 3 152-15,0 0 76 32,0 0 104-32,0 0 0 0,0-3 40 0,0 3-40 15,0 0-64-15,0 0-116 0,0 0 0 16,4 0-100-16,-4 0-16 0,0 0-28 0,0-3-48 0,0 3-184 16,0-4 64-16,0 4 16 15,0-3 100-15,0 3 100 0,0 0 96 0,0 0 8 16,0 0-8-16,0 0-324 0,0 0-404 15,0 0-312-15,0-4 116 0,4 4 208 16,0-2 0-16,-4 2 364 0,0 0 352 16,4 0 132-16,-4-3 168 0,0 3 284 0,0 0 196 0,0 0 68 15,0 0-28-15,0 0-80 16,0 0-132-16,0 0-168 0,0 0-196 0,0 0-100 16,0 0-76-16,0 0-68 0,0 0-76 15,0 0-28-15,0 0 40 0,0 3 56 16,-4-3 8-16,4 0 88 0,0 2 56 0,-4 2-28 31,0-1-40-31,4 1 92 0,-4 2 40 0,1 4 76 16,-1-4 141-16,4 6-49 15,-5-2-120-15,1 3-128 0,0 2 64 0,0 1 28 16,0 3-68-16,4 0 64 0,-3 4-36 16,3-4-40-16,0 0 64 0,0 0-48 15,0-3-4-15,3 0 52 0,-3-1 100 16,4-5-76-16,0-1-52 0,0 1 4 0,0-4-104 15,1-2-68-15,-5-1 16 0,4 0-24 0,-1 0-12 16,-3-3 4-16,4 0 4 0,0 0-80 0,0 0 72 16,0 0 12-16,0 0-244 15,0 0 168-15,4 0 16 0,0-3-132 16,-4 0 52-16,4-4 64 0,-4 4-12 0,4 0 24 16,-4-4 52-16,0 2 12 0,0-2 0 0,4 1 0 15,-4-1-80-15,0 1-32 0,0 0-68 16,0-4-100-16,0 4 0 0,-4-4 48 15,3 4-48-15,1-4-132 0,1 1 144 16,-1 3-28-16,0-5 88 0,-4 5-113 0,4-2 137 16,-4 4-20-16,0-3 188 0,0 4-136 15,0 0 152 1,0 1 0-16,0-2-4 0,0 1-244 16,0-1 68-16,0 4-144 0,0-3 92 0,0 0-104 15,0 0 64-15,0 0 64 16,0 1-184-16,0-3-24 0,0 5-12 0,0-2 0 15,0 2 24-15,0 0 80 0,0 0-16 16,0 0-104-16,0 0-12 0,0 0 212 16,-4 0 60-16,4 0-64 0,-4 0-588 0,0 0-232 15,-1 0-484-15,22 2 1048 0</inkml:trace>
  <inkml:trace contextRef="#ctx0" brushRef="#br0" timeOffset="56748.519">19328 6181 1172 0,'0'0'1488'16,"0"0"-524"-16,0 0-376 0,0 0-288 15,0 0-212-15,0 0-88 0,0 0-224 0,0 0-464 16,0 0-616-16,0 0-248 0</inkml:trace>
  <inkml:trace contextRef="#ctx0" brushRef="#br0" timeOffset="58426.331">19252 6400 1512 0,'0'0'1748'15,"0"0"-796"-15,0 0-784 0,0 0 720 16,0 0 1828-16,0 0-1316 0,0 0-636 0,0 0-56 16,0 0 17-16,0 0-85 0,3 0 88 15,-3 0-12-15,0 0-80 16,0 0-44-16,0-3-152 0,0-3-224 0,0-4-180 16,0 1 40-16,0-4 0 0,0 1-28 15,0-4-44-15,0 2 52 16,0 0 32-16,0-3-76 0,0 4 88 0,0-3-84 15,0 1 56-15,0-1 84 0,0 0-148 16,4 3-8-16,0-3 0 0,1 4 88 16,-1-1-84-16,0 4-4 0,-4-2-60 0,4 6 12 15,-1-2-16-15,-3 0 60 0,4 7-64 16,-4-2 8-16,4 2-28 0,1-4-12 0,-1 4-12 16,0 0-4-16,3 0 112 15,-3 0-8-15,4 0 12 0,1 6 72 16,2 1 52-16,-3 3 64 0,5-1 32 15,-2 7 52-15,2 3 92 0,-2 7 96 16,1 2-112-16,-4 4-88 0,4 7-40 0,-4-2-84 16,-4 4 64-16,-1 4-140 15,2-4-12-15,-1-3-48 0,0 0 8 16,-4-3-4-16,4-6 8 0,0-4-12 0,3-3 72 16,-3-6-72-16,5-2-12 0,-5-6 12 15,4-1 0-15,-5-1-8 0,1-2 4 16,1-2-44-16,-1 2-52 0,0-4 92 0,0 0-68 15,0 0-108-15,-4 0-176 0,3 0-120 16,1 0-168-16,-4-6-56 0,4 0 64 0,1-8-168 16,-5 2-564-16,0-11-1041 15,4 8-1999-15,-4-17-1064 0</inkml:trace>
  <inkml:trace contextRef="#ctx0" brushRef="#br0" timeOffset="58710.143">19583 6140 4668 0,'0'0'612'16,"0"0"-196"-1,0 0-24-15,0 0 2220 0,0 0-880 16,0 0-483-16,0 0-425 0,0 0-252 16,0 0-152-16,0 0-88 0,0 0 88 0,-68 79 24 15,52-53-116-15,-5 2-76 0,6 2-40 0,-5 1-36 16,0 4-100-16,-4 3-72 0,4 0 4 15,-4 3-8-15,1 1-112 0,-1-1 0 16,3 0-4-16,2-3 4 0,3-2-28 16,0-5-8-16,4-3 20 0,4-2-136 0,4-7-192 15,0-3 124-15,4-10-240 0,0 3-272 16,0-5-208-16,8-1 31 0,-4-3-271 16,3 0-160-16,2 0-1020 0,7-9-1468 0</inkml:trace>
  <inkml:trace contextRef="#ctx0" brushRef="#br0" timeOffset="59665.553">19785 6604 3724 0,'0'0'1240'0,"0"0"-276"0,0 0 1544 0,0 0-1032 0,0 0-484 16,0 0-127-16,0 0-57 15,0 0-248-15,0 0-264 0,0 0-96 16,0 0-44-16,-67 0-108 0,59 9 92 0,-4 7 128 16,0 0 84-16,4 9 92 15,0-3-4-15,0 8-24 0,4-5-12 0,0 0-116 0,0-6-76 16,4 0 36-16,0-6-24 16,0-4-76-16,0-6-88 0,0 0-56 15,4 1-4-15,4-4 0 0,0 0 0 0,4-7-160 16,4-2 84-1,0-4-160-15,0-6-112 0,-4 3-120 16,4-3 28-16,-4 1-36 0,-1-1 112 16,2 2-56-16,-5 1 52 0,-1 0 12 15,-3 4 52-15,0 5 164 0,1 1 140 16,-5 3 128 0,0 3-52-16,0 0 24 0,0 0 116 0,0 3 4 0,0 8 336 15,4 3-52-15,-4 2-140 0,0 4-60 0,4-1-68 0,-4 3 72 16,0-3-208-16,3-3 84 0,1-4-172 15,0 1-12-15,0 0-84 0,1-7-16 16,-1 0-88-16,3 1-408 0,1-4-512 0,0-3-444 16,-3 3-1221-16,2-3-3015 0</inkml:trace>
  <inkml:trace contextRef="#ctx0" brushRef="#br0" timeOffset="60981.948">20080 6232 4044 0,'0'0'1508'0,"0"0"-712"0,0 0 1840 15,0 0-283-15,76 38-677 0,-56-24-632 0,-4-2-44 16,4 3-8-16,-4 2-324 0,-4 2-32 31,0 0-264-31,0 3-12 0,-5 3-188 0,1-3-60 0,1 7-4 16,-9-1-100-16,0 2 68 0,0-2-72 0,-4 3-4 15,-5-2-84-15,2-4-36 0,-5 1-180 16,-1-1-144-16,2-6-76 0,-6-2-144 0,6-3-204 16,-1-3-304-16,0-5-560 0,0 0-1113 15,0-6-2519-15</inkml:trace>
  <inkml:trace contextRef="#ctx0" brushRef="#br0" timeOffset="63462.988">21085 5877 2204 0,'0'0'1696'16,"0"0"-1448"-16,0 0-236 0,0 0 156 0,0 0 56 15,0 0 1144-15,0 0 748 0,0 0-752 16,0 0-448-16,0 0-91 16,0-7 51-16,0 7 108 0,0 0-208 0,0 0 64 15,0 0-32-15,0 0-232 0,0 0-60 16,0 0-104-16,0 0-148 0,0 0-128 16,0 7 24-16,0 2-112 0,0 3-36 0,-5 7 112 15,5 7-24-15,0 3 36 16,0 6 52-16,5 6 220 0,6 9-40 15,-3 8 12-15,5 5-208 0,-6 10 12 16,1 1-172-16,0 5-12 0,-8 4-144 0,5-1 36 0,-5-3-16 16,0-2-132-16,-5-5-116 0,1-11-120 15,0-7 72-15,4-7-140 0,0-9-236 16,0-9-404-16,0-4-776 0,4-6-1213 16,0 4-3331-16</inkml:trace>
  <inkml:trace contextRef="#ctx0" brushRef="#br0" timeOffset="65234.732">21630 6324 2916 0,'0'0'1540'15,"0"0"3916"-15,0 0-3499 0,0 0-473 0,0 0-200 16,0 0-88-16,16-63-376 0,-8 41-484 15,0-4-212-15,1 1-124 0,2-4-48 0,1 4 48 16,0 0-48-16,0 2 8 0,0 1 40 16,0 6 60-16,-4 3 4 0,4 0-60 0,-8 7 44 15,4-3 16-15,-4 6-60 0,-1-1-4 16,1 1 0-16,-4 3-12 0,5 0-76 16,-5-3-36-16,0 3-112 0,4 0-76 15,0 6 312-15,4 4 84 0,3 2 268 0,2 8-180 16,2 5-60-16,-2 4 16 0,2 6-124 0,-2 6-8 15,-6 6-4-15,5-2 8 0,-8 2 0 16,5-2 0-16,-6-4 0 16,1-3 12-16,0-6 36 0,-4-7-48 0,8-2-8 15,-4-7-68-15,1-4 72 0,-2-2-44 16,1 0-16-16,0-7-24 16,0 0-48-16,0 0 72 15,0-3-108-15,4 0-320 0,0-3-336 0,0-7-320 16,-1-2-152-16,6-4-885 0,-9 0-2107 15,7-13-1608-15</inkml:trace>
  <inkml:trace contextRef="#ctx0" brushRef="#br0" timeOffset="65487.681">22124 6039 3556 0,'0'0'484'0,"0"0"-56"0,0 0 120 0,0 0 3636 0,0 0-2451 0,0 0-565 16,0 0-528-16,0 0-12 0,0 0-32 15,-64 72 52-15,45-47 108 0,-1 5-104 16,-1 1-220 0,-2 1-184-16,-1 3-48 0,-4-1-28 15,0 2-108-15,4 2-64 0,-4-3-76 0,0-3-36 16,5-1-72-16,3-2-68 0,3-4-116 16,2-2-256-16,7-7-172 15,-1-4-92-15,6-2 12 0,3-4-60 0,0-3-313 16,0 0-523-16,0 0-680 0,8-3-712 15</inkml:trace>
  <inkml:trace contextRef="#ctx0" brushRef="#br0" timeOffset="66020.444">22387 6359 4364 0,'0'0'548'16,"0"0"-288"-16,0 0-92 0,0 0 1656 0,0 0-72 16,0 0-148-16,0 0-279 0,0 0-301 15,0 0-120-15,0 0-396 0,0 0-176 0,-84 0-120 16,69 22 116-16,-1 4 88 0,4 2 60 0,-4 4-108 16,4-3-104-16,4-3-52 0,0-5-164 15,4-1-36-15,4-11-24 16,0-3 12-16,0-3-88 0,9-3 4 0,2 0 32 15,4 0-108-15,6-12-180 0,-1-4-40 0,3-3-8 32,-3-4-192-32,1 1 136 0,-2 0 28 0,-3 0-56 0,-4 3 168 15,1 6 48-15,-6 0 164 0,1 7 80 16,-4 3-76-16,0 3 88 0,1 0 64 0,-5 3 508 16,7 3 244-16,-7 7-412 15,4 0-252-15,0 3-100 0,-4 1-48 0,4-3-4 16,0 2-64-16,1-2-240 0,2-2-256 15,5-5-112-15,-5 2-480 0,10-4-701 16,-9 2-1075-16,8 0-1252 0</inkml:trace>
  <inkml:trace contextRef="#ctx0" brushRef="#br0" timeOffset="66661.118">23132 5917 4072 0,'0'0'1524'16,"0"0"-1160"-16,0 0 184 0,0 0 3404 15,0 0-2231-15,0 0-557 0,0 0-324 0,0 0-144 0,0 0-268 16,0 0-124-16,-79 17 8 0,63 5 44 16,-1 10 116-16,-2 6 216 0,3 6 140 0,4 8-284 15,-4 1-164-15,4-2-36 16,1 0-184-16,7-6-108 0,-1-4-52 16,5-10-112-16,0-6 64 0,0-5 48 0,9-5 0 15,-2-5-48 1,1-4 44-16,0 1-36 0,4-4 32 15,0-3-72-15,4 0-140 0,-4 0-384 16,4-7-100-16,0-2-216 0,0-3-432 16,-4-5-840-16,-1 4-2117 0,-2-2-2263 15</inkml:trace>
  <inkml:trace contextRef="#ctx0" brushRef="#br0" timeOffset="66827.102">22937 6248 7584 0,'0'0'1516'15,"0"0"-660"-15,0 0-224 0,0 0 217 0,0 0-169 16,0 0 52-16,0 0 44 16,0 0-140-16,0 0-40 0,92-19-280 0,-64 12-244 15,0-2-72-15,-1 3-88 0,-3-4-136 0,4 4-904 16,-8 0-880-16,12-4-2961 0</inkml:trace>
  <inkml:trace contextRef="#ctx0" brushRef="#br0" timeOffset="67955.052">23499 5816 3544 0,'0'0'2580'16,"0"0"2557"-16,0 0-3353 0,0 0-600 16,0 0-236-16,0 0-32 0,0 0-376 0,0 0-380 15,0 0-160-15,0 0 0 0,0 0 236 16,108-41 100-16,-72 34-88 0,3 2 36 16,1 1-72-16,-4 1-64 0,-5 3-60 0,1 0-88 0,-4 0-48 15,-4 0-112-15,-3 7 36 16,-6-4-36-16,-6 3 12 0,-2 3-40 0,-3 1-36 15,-4 3-148-15,0 3 224 0,-11 3 84 16,-2 6-48-16,-6 3-36 16,-1 8-52-16,-8 2-156 0,0 0 128 0,-4 6 80 0,0 0 96 15,4 0 52 1,-4 5 0-16,4-5 48 0,4 0 40 16,1-6-40-16,3 4 80 0,3-7 60 0,6-4 164 15,7-2-12-15,0-4-4 0,4-6-40 0,8-2 4 16,3-4 96-16,9-1-40 15,5-5 28-15,6-1 96 0,9-3 96 0,1-3-220 16,2 0-136-16,4 0-100 0,1 0 4 16,1 0-124-16,-6 0-52 15,1-3 40-15,-4-1-156 0,-8 2-28 0,0-5-148 16,0 1-184-16,-8 0-392 0,-1-5-432 16,-3-1-1148-16,-8 5-2437 0,0-12-2651 15</inkml:trace>
  <inkml:trace contextRef="#ctx0" brushRef="#br0" timeOffset="68183.759">24029 5936 716 0,'0'0'9972'16,"0"0"-8559"-16,0 0-861 0,0 0-144 15,0 0 344 1,0 0 300-16,0 0-160 0,0 0-24 15,-44 71-292-15,32-36-144 0,-4 3-72 0,0 4-164 16,-3-5-72-16,-6 4-100 16,1 1-24-16,-4 0-96 0,0 2-152 15,0-3-384-15,1-3-376 0,-1 0-556 0,8-13-1072 16,-4 8-3025-16</inkml:trace>
  <inkml:trace contextRef="#ctx0" brushRef="#br0" timeOffset="71236.974">22013 7156 1668 0,'0'0'1412'0,"0"0"-1048"0,0 0-116 0,0 0-16 31,0 0-20-31,0 0 2652 0,0 0-1008 0,0 0-720 0,0 0-372 0,0 0 9 16,0 0 87-16,-52 10-144 0,48-4-104 31,-7-3-92-31,6 7-192 0,-3-1-124 15,0 4-40-15,1-1 88 0,-2 11 60 0,5-1 204 16,-4 6 112-16,4 2-116 16,1 1-100-16,3-2-152 15,0-7-64-15,0 0-72 0,0-6-48 0,3-6-4 16,5-5-8-16,0-1 20 0,12-4 52 0,-3-4-132 0,6-4-4 16,5-9-4-16,0-5-144 0,0 0-100 15,-4 0-136-15,0-3-12 0,-5-1-64 0,1 0 36 16,-4 1-44-16,-4-1-44 0,0 5-16 15,-8-2 8-15,0 1 76 0,-4 3 36 0,0 0 192 16,-8 2 144-16,0 6 72 16,-3-3 104-16,-2 8 24 0,2 6 124 0,-6 0-48 15,2 6-52-15,-2 8 52 0,-2 2-64 16,-1 5 164-16,-1 5 8 0,2-1-96 16,3-2-216-1,0-2-180-15,4-1-364 0,0-4-688 0,5-4-1060 16,2-6-945-16,5-2-1651 0</inkml:trace>
  <inkml:trace contextRef="#ctx0" brushRef="#br0" timeOffset="71560.293">22172 7111 6368 0,'0'0'1676'0,"0"0"-392"0,0 0 36 0,0 0 69 16,0 0 43-16,0 0-112 0,0 0-276 15,21 80-288-15,-21-61-272 0,0 0-196 16,0 1-164-16,0-8-124 0,0-2-100 15,0-1-48-15,0-6 24 0,0 0-88 0,7-3-12 16,-3 0-216 0,8 0-40-16,0-3 104 0,0-6 136 0,4-1 28 15,0-2-68-15,0-2 64 0,-4 2 104 0,4-1 60 16,-4 4 40-16,-5 2-52 0,2 4 64 0,-1 3 96 16,-4 0 236-1,3 0 148-15,-7 6 148 0,0 4 28 0,0 4-96 0,0 0-260 16,0 0-52-16,0-2-76 0,0 1 4 15,-4-4-172 1,4-3-4-16,0-2-160 0,0-4-16 16,0 0 28-16,0 0-76 0,0 0-376 15,4 0-444-15,0-4-380 0,0 1-724 16,1-3-2637-16</inkml:trace>
  <inkml:trace contextRef="#ctx0" brushRef="#br0" timeOffset="71956.782">22599 6832 3848 0,'0'0'756'16,"0"0"-680"-16,0 0-76 0,0 0-88 0,0 0-932 16,0 0-2304-16</inkml:trace>
  <inkml:trace contextRef="#ctx0" brushRef="#br0" timeOffset="72716.797">22694 6810 3148 0,'0'0'1824'16,"0"0"4561"-16,0 0-5013 0,0 0-592 16,0 0 32-16,0 0 448 0,0 0-164 0,0 0-28 15,0 0-264-15,0 76-264 0,-4-45-160 16,1 8-60-16,3-1 0 0,0 3-28 16,-4-2-108-16,-1-2-124 0,5 2-60 15,-4-7-60-15,0-4-160 0,4-9-208 0,0-3-184 16,4-7-212-16,5-5-156 15,6-1-216-15,2-3-492 0,2-3-576 0,1-6-457 16,-1-2-495-16,5-1 364 0,-3-1 648 16,-1 4 2204-16,-1-1 208 0,-6 4 2164 0,2 3 520 15,-7 3-284-15,1 3-263 0,-5 3-121 16,-1 7-380-16,1 4-544 0,-4 1-392 31,0 1-268-31,0 0-224 0,0 4-192 0,0-9-88 0,0 0-136 0,4-4-64 16,0-1-20-16,5-3 32 0,2 1-20 0,10-7-40 15,-2 0-108 1,9 0-212-16,0-7 112 0,0 4 60 16,4 0 76-16,-4 3 8 0,0 3 4 0,-4 7 88 15,-5 5 84-15,-3 1 112 0,0 7 0 16,-4-2-36-16,0 5-4 16,-8-1-64-16,0 1 44 0,-4 2 32 0,0 1 40 0,0-4 76 15,-4 4 72-15,-4 2 48 16,-8-2 0-16,0 0-64 0,0-3-72 0,-3-1-48 0,2-6-24 15,-2-3 20-15,6-4-20 0,2-6-4 16,-2-1 16-16,5-3-16 0,5-2-32 16,3-9-76-16,0-7-220 0,0-7-160 15,7-12 72-15,1-5 40 0,8-6-64 16,5-1-148-16,-2-3-300 0,5 1-80 16,0 9-484-16,4-2-948 15,-12 10-2357-15,12-9-3523 0</inkml:trace>
  <inkml:trace contextRef="#ctx0" brushRef="#br0" timeOffset="73160.405">24009 7252 3952 0,'0'0'8153'0,"0"0"-6453"0,0 0-992 0,0 0 204 15,0 0 232-15,0 0 160 0,107 40-60 16,-67-40-432-16,4-3-384 0,4-12-308 15,0-5-120-15,4-8-216 0,-5-4-356 0,-2 1-92 16,-2-8-212-16,-3 1-376 0,-8 11-1088 16,-5-13-2945-16</inkml:trace>
  <inkml:trace contextRef="#ctx0" brushRef="#br0" timeOffset="73433.863">24391 6859 7248 0,'0'0'104'0,"0"0"2656"0,0 0-1663 0,0 0-413 16,0 0 404-16,-63 77 448 0,59-47-172 0,-4 1-212 16,8 7-380-16,0 7-204 0,0 3-124 15,0 2-64-15,0 7-60 16,0 0-76-16,0-2-48 0,0 2-36 0,0-4-40 16,0-2-60-16,0 1 4 0,-5-8 8 15,1-3-24-15,4-6-48 0,-3-4-4 16,-1-6-56-16,0-1 52 0,0-6-52 15,0-5-4-15,-1 0-104 0,2-7-152 16,-1-3 0-16,4 1 4 0,0-4-56 16,0 0-168-16,0-10-204 15,0-6-152-15,0-6-336 0,7-6-236 16,-2 5-1384-16,7-21-2581 0</inkml:trace>
  <inkml:trace contextRef="#ctx0" brushRef="#br0" timeOffset="73827.564">24742 7134 4060 0,'0'0'6412'0,"0"0"-4831"0,0 0-669 0,0 0 80 15,0 0 424-15,5 73-296 0,-5-45-372 16,3 4-164-16,-3-7-188 0,0 0-152 16,4-8-96-16,0-1-148 0,0-7-124 15,0-2-24-15,0-4-272 0,0-3-496 16,4-3-540-16,-4-7-532 0,0 4-2285 16,0-10-2547-16</inkml:trace>
  <inkml:trace contextRef="#ctx0" brushRef="#br0" timeOffset="73984.252">24802 6864 4440 0,'0'0'5184'16,"0"0"-2943"-16,0 0-1037 0,0 0-272 16,0 0 216-16,0 0-244 0,0 0-612 0,0 0-292 15,0 0-344-15,0 0-876 16,76 47-788-16,-65-43-2797 0</inkml:trace>
  <inkml:trace contextRef="#ctx0" brushRef="#br0" timeOffset="74287.798">24969 7185 3240 0,'0'0'6928'16,"0"0"-5959"-16,0 0-133 0,-16 69 700 16,12-49 324-16,4-8-380 0,0-2-684 0,0-7-632 15,4 1-164-15,5-4-164 0,6 0-132 16,2-11 8-16,6-4-408 0,1-1-236 0,0-7-116 31,4 2-300-31,-4-2-344 0,-1 1 479 0,-3 3 541 0,-4 7 504 0,-4-1 168 16,0 7 88-16,-3 1 572 15,-2 5 385-15,-3 0 111 0,-4 0 48 0,0 5-12 16,0 1 28-16,0 0-252 0,0 7-260 16,0-1-188-1,0 1-136-15,0 0-136 0,0-1-28 0,0-2-116 16,-4 0-104-16,4-3-160 0,0-5-12 15,4 1-100-15,0-3-184 0,4 0-204 0,8-3-248 16,-4-6-212-16,8-4-692 0,-1-3-1009 16,-2 6-1707-16,7-5-64 0</inkml:trace>
  <inkml:trace contextRef="#ctx0" brushRef="#br0" timeOffset="74395.798">25447 7136 4788 0,'0'0'5020'15,"0"0"-3691"-15,0 0-905 0,0 0 52 0,0 0 112 16,0 0 52-16,-4 68-372 0,4-65-268 15,0 0-664-15,4-3-192 0,0 0-188 0,1-3-413 16,2-7-2775-16</inkml:trace>
  <inkml:trace contextRef="#ctx0" brushRef="#br0" timeOffset="74554.981">25559 6778 12317 0,'0'0'2532'16,"0"0"-1688"-16,0 0-316 0,0 0-76 0,0 0-268 16,0 0-184-16,56-75-296 0,-41 58-624 15,6 1-800-15,-6 7-912 0,9-10-2661 0</inkml:trace>
  <inkml:trace contextRef="#ctx0" brushRef="#br0" timeOffset="75004.829">25886 6550 4560 0,'0'0'4808'0,"0"0"-3708"0,0 0-780 0,0 0 365 16,-16 79 431-16,8-49 324 0,-1 3-36 0,2 6-260 16,-1 2-384-16,4 4-228 0,-4-3-184 15,3 5-216-15,-2-3-132 0,3-3-72 16,0-3 68-16,4-3-56 0,0-7-4 16,4-9-60-16,4-2 64 15,4-4 52-15,4-4-140 0,0-6-252 16,8-3-220-16,-1 0-172 0,1-3 64 0,4-6 96 15,-4-1 188-15,4-4 76 0,-4 3 76 16,-4-3 268-16,0 6 24 0,-4-5 292 16,0 1 76-16,-5-2-64 0,6 4-152 15,-6-1-148-15,-3 4-4 0,5 0-204 16,-6 7-60-16,5 0 264 0,-3 0 200 0,2 0-108 0,-3 3-84 16,5 1 68-16,-6-2 176 0,5-2 164 15,-3 0-100-15,2-2-68 0,-3-5-72 0,0-3-48 16,0 4-40-16,-4-3 4 15,-4 2 80-15,0 4-8 0,0-3-40 16,-8 6 12-16,-8 0 4 0,4 0-16 0,-8 6-36 16,-4 7-88-1,-4 6 320-15,0 3 176 0,5 3 184 16,3 1-4-16,3 0-40 16,10-8-100-16,3-1-180 0,4-5-100 0,0-2-256 15,11-1-120-15,9-6-100 0,1 0 28 16,7-3-188-16,7-3-244 0,-3-3-384 0,8-4-700 15,-1-2-784-15,-6 6-2293 0,7-11-3187 16</inkml:trace>
  <inkml:trace contextRef="#ctx0" brushRef="#br0" timeOffset="76038.619">26953 6788 1304 0,'0'0'2724'16,"0"0"2436"-16,0 0-3660 16,0 0-367-16,0 0 107 15,0 0 236-15,84-10-140 0,-72 26 88 0,-8 7-112 0,0 8-364 16,-4 5-396-16,0-3-308 0,0 3-196 16,-4-7-48-16,0-7-4 0,0-2-132 15,0-12-24-15,4-5-96 0,0 0-48 0,8-3-76 16,0-3 8-1,4-3 368-15,3-6 0 0,6-5-216 0,-1 2-140 16,-5-4 28-16,2 0 60 0,-2 3 84 0,-2 0 92 16,-2 4 32-16,-3 1 56 0,-4 5-80 0,1 4 76 0,-1 2 12 15,-4 0 52-15,0 2 320 16,-4 8 48-16,-1 3-48 16,-3 6-152-16,0 0-60 0,1-3-12 15,3-1-12-15,-1-2-40 0,1-7-96 0,4 1-108 0,4-7 108 16,5 0 48-1,2 0 136-15,10-4 48 0,-2-2-108 16,9-6-124-16,0-1-12 0,-4 0-112 0,4 0-8 16,0 6 20-16,0 7-32 15,0 0 144-15,-1 7 220 0,-3 6 112 16,0 6 120-16,0 0-36 0,-4 0-196 0,-4 0-140 16,-1-2-80-16,6-5-168 0,-5-2-296 15,3-4-272-15,2-6-200 0,-1 0-76 0,3-6-236 16,-3-6-452-16,4-2-672 0,-4-5-269 0,0 3 201 15,0-3 724-15,-4 3 868 0,-4 0 848 16,0 0 428-16,-1 4 1280 16,-6-2 228-16,-1 6-76 0,-4-2-83 15,0 3-321-15,0-1-316 0,-4 4-384 0,-4 1-24 16,4 3-96-16,-8 0 12 0,0 12 80 0,-4 5-492 0,0 1 108 16,-4 8 248-16,0 2 312 15,5 1-208-15,-2-7-380 0,10-2-220 0,-6-5-92 16,9-5-4-16,4-7 0 15,0 0 48-15,0-3-48 0,0 0-168 0,9-6-100 16,2-4-136-16,1-5 148 0,8-5-124 16,1 1 28-16,-2-3-92 15,-3 3 40 1,0 3 184-16,0 4 108 0,-4 2 24 16,-5 3-48-16,2 7-20 0,-5 0 156 0,4 4 360 15,-4 2 168-15,3 7-220 0,-2-1-64 16,-1 4-12-16,4-3 12 0,-4 3-24 15,3-1-60-15,2-2-112 0,-1-3-48 0,-1 0-8 16,6-8-124-16,-2 3-112 0,-3-5-148 0,9 0-296 16,-6 0-224-16,1-7-816 0,-4 0-2280 0,8-6-3049 15</inkml:trace>
  <inkml:trace contextRef="#ctx0" brushRef="#br0" timeOffset="76623.83">28153 6785 4912 0,'0'0'7613'0,"0"0"-6085"0,0 0-1160 15,0 0 164-15,0 0 804 0,0 0 44 0,-16 79-168 16,7-51-256-16,6 4-356 0,-5-3-196 16,4-4-188-16,0-3-172 15,4-5-44-15,0-5-100 0,0-3-44 0,4-2-88 0,0-3-72 16,7-4-164-16,2 0-8 15,6-11 72-15,5-1-276 0,0-4-296 0,1-3-252 16,-1 0-4-16,-1 3 40 0,-7 3 312 16,4 1 560-16,-12 5 320 0,0 5 40 0,-4 2 672 31,-4 0 460-31,0 0 52 0,0 2-244 16,0 8-284-16,-4-1-100 0,0 1-88 15,4 0-152-15,-4-4-96 0,4 0-100 16,0-3-160-16,0-3-144 0,12 0 140 0,4-3-128 15,4-6-4-15,4-4-244 0,0-4-80 16,4 3 28-16,4-2-76 0,-4 2 32 16,0 2 136-16,3 5 164 0,-4 4 176 15,-2 3 4-15,-1 0 276 0,-4 10 108 0,-1 6 244 16,1 3-148-16,1 2-124 0,-6 6-124 16,2 1-116-16,-2 0 68 0,-2 5 8 15,-2-1-72-15,-3-1-52 16,0 1-24-16,-4 6-36 0,-4-4-4 0,0 5 68 15,-8-5-16-15,-8 2-52 0,0-1 44 16,-3-7-44-16,-2-2 188 0,1-5 60 0,1-5-108 0,-1 1-40 0,-1-8-96 16,2-3 88-16,3-3 20 0,4-3 16 15,4 0-52-15,0-9 16 0,0-4-40 16,4-5-60-16,4-7-84 0,0-8-296 16,0 1 148-16,12 1 24 0,4-1-88 15,4 0-120-15,0 3-28 0,4 1-172 16,0 3-216-16,0 2-560 15,-9 5-1380-15,9-8-3725 0</inkml:trace>
  <inkml:trace contextRef="#ctx0" brushRef="#br0" timeOffset="77245.376">25101 7982 4940 0,'0'0'7017'15,"0"0"-5001"-15,0 0-500 0,0 0-556 16,0 0-164-16,0 0-376 0,0 0-96 15,0 0-52-15,84-41-24 0,-56 31-140 0,0 4-60 16,3 3-48-16,-4 3 0 16,6 6 172-16,-6 9 136 0,-3 8 36 0,-7 2-100 0,-2 8-36 15,-2-3 12-15,-6 6 36 0,-3-1-72 16,0-7-100-16,0 1-84 0,-4-10-12 16,4-3-60-16,5-7-160 0,-2-6-456 15,1-3-316-15,5-10-320 0,-2-2-556 0,6-7-488 16,-6 0-2009-16,9-14-1619 0</inkml:trace>
  <inkml:trace contextRef="#ctx0" brushRef="#br0" timeOffset="77424.275">25606 7801 11249 0,'0'0'2128'0,"0"0"-1240"0,0 0-128 0,-79 70 776 0,51-35-232 31,0 0-180-31,0 6-156 15,4 1-164-15,1-5-196 0,-1 3-192 0,3-5-175 16,2 1-241-16,-1-4-60 0,4-4-181 16,0-3-163-16,8-6-228 0,-4-2-224 15,8-2-212-15,0-5-688 0,4 0-2328 0,0-4-3357 0</inkml:trace>
  <inkml:trace contextRef="#ctx0" brushRef="#br0" timeOffset="77774.056">25973 8115 9048 0,'0'0'2209'16,"0"0"-1233"-16,0 0 124 0,-47 67 360 16,30-36-64-16,-2 5-196 0,-5-2-48 15,4 1-180-15,4-3-460 0,0-7-268 0,4-6-132 16,8-3-104-16,0-9-8 0,4-7-68 15,0 0-68-15,0 0-280 16,12-7-112-16,3-2 160 0,2-10 108 0,3-3 16 16,3 0-4-16,-3-4-36 0,-3 4 84 0,-2 6 188 15,-3-1 12-15,0 9 56 16,-4 2 92-16,-4 1 12 0,-4 3 0 16,4 2 160-16,-4 2-12 0,9 9 124 0,-6 1-164 15,1 1-20-15,0 3-104 0,4 2-56 0,-4-1-88 16,4-4-40-16,0-1-156 15,0-6-208-15,0 1-152 0,0-1-320 0,0-3-352 16,4 0-964-16,-9 1-2009 0,6-4-2091 0</inkml:trace>
  <inkml:trace contextRef="#ctx0" brushRef="#br0" timeOffset="78290.63">27176 7941 3312 0,'0'0'8073'16,"0"0"-5921"-16,0 0-656 0,0 0-504 15,13 83-124-15,-13-53 24 0,0 2-12 16,0 4-180-16,0-5-224 0,-4-6-204 0,4-2-116 15,-4-5-156-15,4-5-4 0,-5-7-92 16,5 1-212-16,-4-3-416 16,0-2-260-16,0-2-544 0,-3 0-1348 0,-13 0-5277 15</inkml:trace>
  <inkml:trace contextRef="#ctx0" brushRef="#br0" timeOffset="78441.354">27069 7741 9412 0,'0'0'5057'0,"0"0"-3761"0,0 0-776 0,0 0-96 0,0 0 172 15,0 0-208-15,95-13-388 0,-67 7-424 16,4-5-596-16,4 3-636 0,-12-2-1276 16,20 3-4561-16</inkml:trace>
  <inkml:trace contextRef="#ctx0" brushRef="#br0" timeOffset="78692.828">27655 7736 12477 0,'0'0'2620'16,"0"0"-1652"-16,0 0-464 0,0 0 812 0,-84 74 4 16,56-48-220-16,0-5-344 0,1 5-452 0,6-1-260 15,5-2-44-15,4-1-64 0,9-3-20 16,3-3-12-16,7 0-64 16,10-1-20-16,2-2 68 0,1 0 52 0,4-1-24 15,0-1 8-15,0 1-20 0,0 1-16 0,0 0 100 31,-5-1-36-31,2 4 0 0,-5-3 40 16,-1 3-52-16,-7-1-4 0,-3 1 60 0,-1-3-180 16,-4 4-208-16,-4-5-220 15,-5 1-376-15,-2-5-304 0,-2 3-104 0,2-5-380 16,3-4-1137-16,-5-2-3255 0</inkml:trace>
  <inkml:trace contextRef="#ctx0" brushRef="#br0" timeOffset="79259.107">27954 7878 1188 0,'0'0'2296'16,"0"0"3604"-16,0 0-4039 0,0 0-513 15,0 0-176-15,0 0 108 0,0 0 68 0,0 0 56 16,75 11-144 0,-62 15-364-16,-10 6-128 0,1 6-124 15,-4-4-316-15,0 4-167 0,0-5-65 16,-4-5-96-16,1-5-4 0,-2-8-68 0,5-2-37 16,0-7-15-16,0-6-168 15,0 0-132-15,5 0-184 0,2-6-16 0,9-7 340 16,0-7 12-16,3-1-8 0,2-1 44 15,-1-3 52-15,-1 0 96 0,-2-1 40 16,3 3 48-16,-5 4 8 0,2 4 80 0,-10 2 132 16,1 9 76-16,0 2-24 0,1 2 36 15,-6 6 144-15,1 3-12 0,4 7-28 16,-4 6-56-16,0 1-16 0,1 3-12 0,-5-1-71 16,0-7-113-16,0 2-140 0,0-8-4 15,0-2-96-15,0-4-148 0,0-6-193 0,0 0-123 0,3 0-196 16,5-3-372-16,4-10-344 15,0 1-1248-15,0-1-2105 0,8-12-2351 16</inkml:trace>
  <inkml:trace contextRef="#ctx0" brushRef="#br0" timeOffset="79533.475">28504 7953 8520 0,'0'0'4629'0,"0"0"-3065"0,0 0-860 0,-13 71 304 15,9-50 596-15,4-2 8 0,-4-3-572 0,4-3-552 16,0-5-356-16,8-3-124 15,0-3 28-15,4-2-36 0,4-2-192 16,0-5 44-16,4-6-228 0,-4-5-152 0,-1 1-8 16,2-2-4-16,-6 0-4 0,2 3 28 15,-5 1 68-15,-1 2 76 16,-7 0 100-16,0 0 196 0,0 4 76 0,-3 3 176 16,-9 0-176-16,-1 2 184 0,-2 1 88 0,-1 3-36 15,0 7-64-15,-4 2-168 16,4 3 4-16,0 5 188 0,8-5-132 15,1 4-64-15,3-7-296 0,-1-2-688 0,5-1-1204 32,0-3-2293-32,9-3-1763 0</inkml:trace>
  <inkml:trace contextRef="#ctx0" brushRef="#br0" timeOffset="79829.104">28810 7838 7796 0,'0'0'3909'16,"0"0"-2489"-16,0 0-476 0,0 0 404 15,0 0-112-15,0 0 116 16,12 70-292-16,-12-50-448 0,0-1-244 0,-4-6-96 0,4-1-196 16,-4 1-76-16,4-7-124 15,0 0-20-15,0-2-92 0,0-4-92 16,8 0-152-16,4-4-24 0,0-5 296 0,8-4-252 16,4-2-84-16,4-4 48 15,0 0 120-15,-4 0 112 0,-1 2 60 0,-3 5 92 0,0 6 112 31,-8 2 64-31,1 4 388 0,-6 4 248 16,-3 6-68-16,4 5-160 0,-4 0-116 16,0 5-172-16,0-1-24 0,-4 0 36 0,4 0-72 15,0-3-124-15,0-4-40 0,4-1-132 16,-4-6-308-16,4-2-424 0,4-3-440 0,-4 0-800 16,-1-3-2001-16,-2-9-2647 0</inkml:trace>
  <inkml:trace contextRef="#ctx0" brushRef="#br0" timeOffset="79995.927">29236 7899 7748 0,'0'0'7561'16,"0"0"-5777"-16,0 0-956 0,0 0 552 16,88-3-144-16,-64-4-528 0,4 1-272 15,0-3-271-15,4-1-165 0,-4-2-293 16,0-2-511-16,-5 2-588 0,-3 3-1292 0,4-4-4053 15</inkml:trace>
  <inkml:trace contextRef="#ctx0" brushRef="#br0" timeOffset="80313.462">29615 7619 12865 0,'0'0'3996'15,"0"0"-3348"-15,0 0-636 0,0 0 400 0,79-9 192 0,-54 9 12 0,-1 0 116 16,4 7-204-16,0 0-368 16,-1-2-160-16,-3 2-84 0,-8 2-48 0,3 0-40 15,-6 5-12-15,-5 1-60 0,-8 5-52 16,0 5-208-16,-12 0 248 0,-4 7 256 16,-8 0 0-16,-4 3 8 15,1-1 0-15,-1-2-8 16,3-3 12-16,5-4 136 0,13-3 108 0,3-3 4 15,4-3-136-15,0-2-16 0,11-6-8 16,6 2 44-16,7-7-44 0,-1 1-100 16,5-4-172-16,4-4-148 0,3-6-340 15,-3-1-132-15,5-8-288 0,-1-1-852 0,-8 4-2229 16,3-12-3383-16</inkml:trace>
  <inkml:trace contextRef="#ctx0" brushRef="#br0" timeOffset="80629.426">30296 7880 6432 0,'0'0'9909'0,"0"0"-7601"0,0 0-1316 0,0 0 244 15,0 0 65-15,0 0-549 0,80-16-404 0,-52-3-348 16,0-2-24-16,3-6-312 0,-3 2-200 0,-4 0-93 16,1 3 33-1,-10 3 72-15,1-1 36 0,-8 5 8 0,0 1-84 0,-8 6 220 16,0-3 344-16,0 2 8 0,-12-1 216 15,-4 4 44-15,-3-3 40 0,-6 2-184 16,1 7-76 0,0 0-40-16,-4 7-4 0,5 8 0 15,-1 11 180-15,0 7 156 0,0 0 100 0,1 9 96 16,2 6 36-16,-3-4-15 16,9 4-97-16,-2-7-132 0,6-6-212 15,7-10-116-15,4-2-168 0,0-11-60 0,8-3-52 0,7-4-48 16,1-5-145-16,9-7-87 0,-2-5-340 15,5-8-780-15,-8 1-2372 0,12-10-2533 16</inkml:trace>
  <inkml:trace contextRef="#ctx0" brushRef="#br0" timeOffset="80876.831">30735 7657 8200 0,'0'0'2472'16,"0"0"-839"-16,0 0-125 15,0 0 148-15,24 71-236 0,-24-46-292 0,0-3-312 16,-4 0-92-16,-5 5-124 0,-2-2-124 16,-1-3-196-16,-1 0-160 0,2-7-20 15,-2 2-4-15,6-8-36 0,-1 0-60 16,4-2 0-16,0-4-8 0,4-3-4 0,0 0 0 16,0 0-108-16,4-3-112 0,4-6 48 15,8-4-48-15,3-7-132 0,6-8-64 0,3 0-140 16,3-5-428-16,-3-1-744 0,-4 9-2092 15,8-10-2309-15</inkml:trace>
  <inkml:trace contextRef="#ctx0" brushRef="#br0" timeOffset="81142.743">31105 7699 1408 0,'0'0'12245'0,"0"0"-9849"0,0 0-1652 0,-24 70 88 15,16-48 760-15,4-3-576 16,4-5-552-16,0-2-344 0,8-3-120 0,4-5-84 0,8-4-208 15,0 0-172-15,4-4-112 16,-1-9-112-16,5-2-152 0,0-1-364 16,-3-3-332-16,-1-3-48 0,-5 3 348 0,-3 3 476 15,-8 2 312-15,-4 2 448 16,-4 2 500-16,0 4 500 0,-12 1-184 0,-4 1-180 0,-3 1-304 16,-5 0 48-16,-4 3-4 15,0 3-136-15,-4 4 36 0,4 8 140 0,-4 3 224 16,4 2 20-16,0 2-436 0,0-3-224 15,5-3-896-15,6-3-1232 0,-7 3-3953 0</inkml:trace>
  <inkml:trace contextRef="#ctx0" brushRef="#br0" timeOffset="81946.848">31623 5804 5380 0,'0'0'6277'15,"0"0"-4805"-15,0 0-872 0,0 0-208 16,0 0 720-16,79-45 124 0,-42 26-476 15,-1-6-440-15,7-1-252 0,5 1-60 0,-4 3-4 0,0 3 4 16,-4 6 0-16,-8 6 92 0,-4 7 36 16,-13 7 24-16,-3 9 200 0,0 6 304 15,-12 10 108-15,-4 10-344 0,-12-1-304 16,-3 9-112-16,-6 1-12 0,-6 0 0 0,3 6-44 16,-4-3-44-16,4 0 4 0,4-3 80 31,8-4 4-31,4-6 8 0,4-3-8 15,8-6-8-15,0-4-40 0,8 2-4 0,8-8-20 16,-1 3-64-16,2-2 4 0,3 5-16 16,-1 0 36-16,6 8 16 0,-5 2 36 15,-1 6 8-15,-2 7-8 0,-2-1 60 0,1 1 8 16,-4 0 0-16,-3 0 80 16,-2 0 84-16,-3-4 84 0,0-2-112 0,-4 2-68 0,0-2-76 15,-4-3-184-15,0-1-268 0,0-4-92 16,-4-2 88-16,8 1 200 0,0-1 240 15,0-5 4-15,0 6 12 0,8-4 248 16,-4-4 308-16,4-3 32 0,-4 0-96 0,0-4-212 16,-4-2-232-16,0-7-44 0,0 1-4 15,-4-4-280-15,-4 1-552 0,0-7-340 0,0 0-544 16,0-3-1320-16,-3 0-5189 0</inkml:trace>
  <inkml:trace contextRef="#ctx0" brushRef="#br0" timeOffset="93718.759">9203 8708 4620 0,'0'0'1132'0,"0"0"-856"0,0 0 2140 0,0 0-628 15,0 0-615-15,-28-76-493 0,21 61-92 0,-2-1 228 16,1 3-28-16,4 4-116 0,-3 2 232 31,3 1-136-31,-5 0-68 0,5 2 116 0,0 1-272 0,-3 3-188 16,-1 0 84-1,-5 0-48-15,2 7-196 0,-6 2-72 16,-2 7-76-16,3 3 76 0,-3 9-28 0,2 11 16 0,6 2-52 16,-2 10 36-16,1 3 4 0,9 0 8 15,-1 0-96-15,-1-4-4 16,5-5 100-16,0-10-104 0,5-14 4 0,2-4 116 15,5-7-124-15,1-10 0 0,6 0-4 0,1-7 0 16,4-13-180-16,-1-1-96 16,1-8-36-16,1-3-136 0,-1-2 0 0,-5-1-164 0,1 0 88 15,-3 0-152-15,2 4 392 0,-6 1-232 16,-6 2 332 0,1 3 88-16,-4-1 52 0,0 7 48 0,-4 3 212 0,0 7 76 0,0 0 0 31,0 4 56-31,-4 5-32 0,4 0-140 0,0 0 24 15,0 11-32-15,0 1-4 0,0 7 132 16,0 7-68-16,0 2-16 0,4 1-12 16,-4-1-136-16,5-2-60 0,-2-5-60 15,1-4-12-15,4-4-88 0,-4-4 36 16,4-2-196-16,0-4-248 0,0 0 64 0,0-3-216 16,-5 3-572-16,6-3-536 0,-5 0-292 15,0 0-201-15,0 0-495 0,0 0-1440 16</inkml:trace>
  <inkml:trace contextRef="#ctx0" brushRef="#br0" timeOffset="94371.65">9415 8632 4892 0,'0'0'1956'16,"0"0"-216"-16,0 0-500 16,0 0-63-16,0 0-21 0,0 0-80 0,0 0-236 0,0 0-20 0,0 0 0 15,32 32-116-15,-32-16-68 16,3 7-288-16,-3-1-136 0,0 0-64 16,0-3-148-16,0 3 0 0,-3-6-8 0,-1-3-152 0,4-4 152 0,0 1-128 15,0-8-164-15,0 3 16 16,0-5-28-16,0 0-68 0,0 0 64 15,0 0 92-15,4 0 36 0,3-5 72 16,1-1 56-16,1 0 60 0,2 0 56 16,-3-1-56-16,0 1-4 0,0 3-160 0,0 0 76 15,0 3-12-15,0 0-152 0,0 0 152 16,0 0 36-16,-4 3 64 16,4 3 0-16,0 1 216 0,-4 0-212 0,4-2 0 15,-1 4-4 1,2-2-52-16,3 3-12 0,-5-3-188 0,1-1-536 15,5 0-768-15,-6-4-1037 16,10 2-2487-16</inkml:trace>
  <inkml:trace contextRef="#ctx0" brushRef="#br0" timeOffset="94772.823">9980 8638 9572 0,'0'0'1805'16,"0"0"-737"-16,0 0 308 0,0 0 204 0,-88 93-260 15,64-58-348-15,5-4-232 0,2 1-148 16,6-6-248-16,3-7-244 0,3-3-100 16,2-7-104-16,3-5 104 0,0-4 108 0,8 0-108 15,4-7 64-15,4-2-40 16,3-10-24-16,2-4-100 0,3-2-244 0,-5-7-60 16,1 0 180-16,1 1 76 0,-2-1-8 31,1-4 152-31,-4 3-100 0,0-9-20 0,0 3 0 0,-4-5-88 0,0 0-148 15,-5-1-152-15,-2 1 228 0,-1 6 4 16,-4 3 280-16,0 10 92 16,0 8 232-16,4 9 112 0,-4 1 48 15,0 7-72-15,0 0-8 0,0 0-44 16,0 9-104-16,0 7 28 0,-4 6-112 16,0 10 84-16,-1 6-72 0,2 3 60 0,-1 8-8 15,4-2-80-15,0 4-44 0,0-4-108 16,0 3-4-16,4-1-160 0,4-2-48 15,-4-9-24-15,4-6-72 0,3-7-436 0,6-9-492 16,-2-4-124-16,5-5-992 0,-3-7-2225 16,6-2-3791-16</inkml:trace>
  <inkml:trace contextRef="#ctx0" brushRef="#br0" timeOffset="95086.169">10801 8483 11745 0,'0'0'2112'0,"0"0"-772"0,0 0-500 0,0 0 452 16,0 0 104-16,0 0-400 0,0 0-372 0,-28 70-404 16,16-44-136-16,0-1 36 0,1 0 4 15,-2-3-84-15,9 1-40 0,4-7 0 16,0 0 96-16,4-4-8 0,9 1-88 16,6-3-12-1,9 2-100-15,0 1-20 0,8 0-64 0,-1-1-84 16,-3 1-4-16,1 3 52 0,-1-4 76 15,-9 5 32-15,-3-2 28 0,-4 1 96 16,-4 0 44-16,-8 0 88 0,-4 0 236 0,0 3 96 16,-8 3-48-16,-8-3-160 15,-3 6-48-15,-9 0-64 0,0 1-48 16,0-3-96-16,3-7 0 0,5-3-84 0,5-8-160 0,7-1-108 0,4-8-268 16,4-8-472-16,0-14 20 0,12-6-356 15,-5 5-788-15,21-31-3217 0</inkml:trace>
  <inkml:trace contextRef="#ctx0" brushRef="#br0" timeOffset="95342.085">11434 8715 13189 0,'0'0'1940'0,"0"0"-1224"0,0 0 204 16,4 73 976-16,-4-57-400 0,0-3-728 16,5-4-560-16,3-6-208 0,3-3-4 0,6 0-60 15,6-9 60-15,1-7-360 0,4-3-272 16,0-6 0-16,-4-1-136 0,0-2 104 15,-5 2 220 1,-2 3 252-16,-10 9 196 16,-3 0 104-16,-4 5 180 0,-7-1 12 0,-10 7 224 15,-6-3-288-15,-1 6 76 0,-8 0 12 0,0 0-124 16,0 9-196-16,1 7-100 16,6-4-112-16,1 7-228 0,5-2-500 0,6-4-1308 15,2 3-3925-15</inkml:trace>
  <inkml:trace contextRef="#ctx0" brushRef="#br0" timeOffset="96033.607">13391 7925 4924 0,'0'0'1900'0,"0"0"2573"0,0 0-3025 16,0 0-224-16,0 0-500 0,0 0 108 16,0 0 300-16,0 0-224 0,4 82-240 0,0-38-140 15,3 13-36-15,6 7 0 16,2 7 96-16,-2 4-128 0,2 8-104 0,-2 3-100 16,-2-1-108-16,1 0-148 0,-8-1-12 15,1-5 0 1,-1-9-96-16,-1-7 8 0,1-12-20 0,4-6-52 15,-4-18-192-15,5-4-284 0,2-10-236 0,1-7-248 16,4-3-520-16,0-3-672 0,-4-3-1929 16,7-16-1951-16</inkml:trace>
  <inkml:trace contextRef="#ctx0" brushRef="#br0" timeOffset="96372.888">14530 7950 3464 0,'0'0'7320'0,"0"0"-5199"0,0 0-1421 15,0 0-180-15,-95 3 644 0,63 13 96 0,-5 9-104 16,6 5-244-16,-1 7-272 0,9 8-124 16,-2 2 84-16,5 10 104 0,5 4-192 15,2 6-207-15,6-1-49 16,-5 1-76-16,3 3-124 0,2-4-56 0,-5 1-96 15,4-7 48-15,0-6-12 0,4-6-12 0,0-10 12 0,4-9 44 16,8-11 4-16,0-5 4 16,4-3-4-16,8-4 12 0,3-3 8 0,5-3 104 15,0-3-68-15,4-6-44 0,4-4-84 16,-4-9-16-16,-1 3-129 0,-3-6-135 16,-3-1-148-16,-5 0-296 0,-5 1-208 0,-2 3-256 31,-6 0-576-31,-7 2-884 0,0 7-1669 0,-3-2-871 15</inkml:trace>
  <inkml:trace contextRef="#ctx0" brushRef="#br0" timeOffset="96523.097">14291 8638 3312 0,'0'0'704'0,"0"0"5948"0,0 0-5043 0,0 0-181 16,0 0 144-16,0 0-116 0,0 0-424 0,0 0 8 16,0 0-132-16,75-34-28 0,-34 18-272 0,-1-3-316 15,-1 3-88-15,2-6-204 0,-6 3 0 16,-3 0-108-16,0 0-148 0,-4 0-352 15,-9 2-492-15,2 3-436 0,-10 3-1288 0,-2 2-2505 16,-9 2-2211-16</inkml:trace>
  <inkml:trace contextRef="#ctx0" brushRef="#br0" timeOffset="96693.125">14582 8528 2520 0,'0'0'7856'15,"0"0"-6527"-15,0 0-625 0,-16 66 64 0,16-40 728 16,0 5-60-16,0 1-372 0,0 3-428 15,0 0-168-15,0 3-220 0,4-3-140 16,0 3-108-16,0-6 0 0,0 0-96 16,0-4-176-16,0-2-408 0,0-11-528 15,4 1-328-15,4-9-652 0,-4-3-929 16,8-11-3467-16</inkml:trace>
  <inkml:trace contextRef="#ctx0" brushRef="#br0" timeOffset="96997.595">15144 7813 156 0,'0'0'5112'15,"0"0"1645"-15,0 0-5745 16,0 0-300-16,0 0 644 0,0 0 104 15,0 0-340-15,0 0-108 0,0 0-348 16,23 86-140-16,-18-35 52 0,-1 6 132 16,-4 7-272-16,0 6-276 0,4 6-63 15,-4 0-41-15,4 3-56 0,0 0 0 0,3-2 4 16,-2-1-4-16,-1-6-4 0,-4 0-117 16,0-7 49-16,4-6-28 0,-4-3 40 0,0-3-72 0,0-7-296 15,0-2-316 1,4-10-368-16,-4-10-732 15,0-6-3124-15,0-16-6285 0</inkml:trace>
  <inkml:trace contextRef="#ctx0" brushRef="#br0" timeOffset="97568.762">15825 8382 4788 0,'0'0'508'15,"0"0"5020"-15,0 0-3487 0,0 0-33 16,0 0-320-16,0 0-556 15,0 0-256-15,76 44-100 0,-45-32-32 0,1-1-84 16,5-3-148-16,2-3-100 0,-3-5-203 16,4-5-109-16,0-1-100 0,-8-7-293 15,4 1-471-15,-8-1-212 0,-9 4-152 0,-3 2-792 16,-8 4-2288-16,-8 3-2113 0</inkml:trace>
  <inkml:trace contextRef="#ctx0" brushRef="#br0" timeOffset="97725.492">15992 8617 820 0,'0'0'2364'16,"0"0"-840"-16,0 0 1376 0,0 0 144 0,0 0-1167 16,0 0-781-16,0 0-220 0,0 0 172 15,0 0-216-15,0 0 64 0,68 51-212 0,-35-48-352 16,2 0-196-16,5-3-136 16,3 0-72-16,6 0-200 0,3-3-796 0,-1 0-324 15,-7-3-3216-15,16-11-4913 0</inkml:trace>
  <inkml:trace contextRef="#ctx0" brushRef="#br0" timeOffset="98023.907">16920 7807 6280 0,'0'0'1376'0,"0"0"1320"0,0 0-407 0,9 71-609 0,3-41-344 16,-5 3-80-16,6 8-28 0,-1 6-244 15,-5 7-196-15,-3 10-80 0,5 8-28 16,-9 6-264-16,0 4-187 0,0 3-117 16,0-2-112-16,0-4-88 0,0-2-129 15,0-8 21-15,0-5-96 0,0-10-96 0,4-10 8 16,3-9-36-16,10-12-36 0,-6-8-52 15,6-5-232-15,2-10-664 0,1-7-1004 16,-4 1-2257-16,4-23-2347 0</inkml:trace>
  <inkml:trace contextRef="#ctx0" brushRef="#br0" timeOffset="98316.353">17833 7671 940 0,'0'0'7492'16,"0"0"-6676"-16,0 0 48 0,0 0 697 16,-47 76 739-16,27-26-368 0,-1 10-604 15,2 11-336-15,-1 5-96 0,0 6 100 16,-5 4-304-16,2 3-264 0,-5-3-220 15,4-4-92-15,-4-8-116 16,4-11-84-16,9-16-28 0,-2-11 40 0,10-14 0 0,3-10-36 16,4-8-468-16,0-4-168 15,4-4-236-15,3-8-132 0,6-8-220 16,-2-7-356-16,6-6-1248 0,-6 5-1317 0,10-20-899 16</inkml:trace>
  <inkml:trace contextRef="#ctx0" brushRef="#br0" timeOffset="98598.439">17809 7778 872 0,'0'0'4004'0,"0"0"-2428"0,0 0 2856 16,0 0-2595-16,0 0-69 0,0 0-104 15,0 0-44-15,72 67-236 0,-60-34-248 16,3 0-88-16,-2 6-267 0,2 2-297 0,2 4-180 16,-6 5-100-16,6-2-120 0,-6 3-24 15,-3 0-56-15,1-4-4 0,-1-2 0 16,-5-1 4-16,1-3-8 0,-4-5-40 0,4-5-28 15,-4-5-72-15,5-7-40 0,-1-3-8 16,-4-4-64-16,4-2-56 0,0-4-5 16,-1-3-35-16,-3 0-4 0,4 1-32 15,-4-4 60 1,0 0-4-16,0 0-60 0,0 0-160 0,-4 0-248 16,1 0-504-16,-9 0-504 0,-1-4-1168 15,2 1-1745-15,-9-6-1983 0</inkml:trace>
  <inkml:trace contextRef="#ctx0" brushRef="#br0" timeOffset="98788.685">17502 8432 992 0,'0'0'11941'0,"0"0"-10377"0,0 0-1072 32,0 0-200-32,0 0 324 0,0 0 88 0,28-69 8 0,0 59-180 15,12-2-88-15,4-1-100 0,3 3 4 0,6 0-80 16,-5 1-156-16,-5 0-40 15,1-1-60-15,-8 4-12 0,0-4-172 16,-4 3-120-16,-8 1-340 0,-5 4-544 16,2-4-992-16,-6-1-2985 0,1-5-4411 15</inkml:trace>
  <inkml:trace contextRef="#ctx0" brushRef="#br0" timeOffset="99112.155">18458 7645 7916 0,'0'0'4745'16,"0"0"-2481"-16,0 0-756 0,0 0-460 0,0 0 28 0,0 0-216 0,0 0-64 15,0 0 216-15,0 0-259 0,77 70-169 16,-58-32-136-16,-3 3 48 0,5 8 12 0,-2-3-136 15,5 6-84-15,-4 1-44 16,3 4-52-16,-2 0-36 0,-1 4-24 16,-1-1-120-16,2 1-12 0,-1-1-12 0,-1-3-120 15,-2-2 24 1,-6-9-96-16,2-1-76 0,-2-4-128 0,-3-3-124 16,1-2-180-16,-5-8-220 15,3 1-285-15,-3-7-927 0,0-3-1996 0,-4 0-2305 16</inkml:trace>
  <inkml:trace contextRef="#ctx0" brushRef="#br0" timeOffset="109735.542">14192 9613 5496 0,'0'0'784'0,"0"0"4929"16,0 0-4369-16,0 0-60 0,0 0-188 0,0 0-104 31,0 0 16-31,0 0 140 0,0 0-264 0,0 0-248 0,-8 36-332 0,8-17-156 15,0 12 44-15,4 4-68 0,0 13 56 16,0-1 40-16,0 7-12 0,-1 3-3 0,1-3-129 16,-4-2-76-16,0-2 0 15,0-6-88-15,0-5 76 16,0-7-109-16,0-11-63 0,0-4-44 16,4-11-176-16,1-6-216 0,6 0-324 15,1-12-188-15,8-7-504 0,1-11-1420 16,-6 8-1553-16,1-22-2727 0</inkml:trace>
  <inkml:trace contextRef="#ctx0" brushRef="#br0" timeOffset="109902.24">14439 9651 6308 0,'0'0'132'16,"0"0"4809"-16,0 0-4001 0,0 0 16 0,0 0-204 15,-17 77 324-15,14-42 32 0,-1 9-220 16,0 0-232-16,0 4-332 0,0 0-164 15,4-1-160-15,0-2-76 16,-4-1-132-16,4-2-52 0,0-1-364 16,0-3-304-16,4 1-568 0,-4-14-1528 0,4 7-4741 15</inkml:trace>
  <inkml:trace contextRef="#ctx0" brushRef="#br0" timeOffset="110530.146">13674 10665 6188 0,'0'0'156'15,"0"0"3884"-15,0 0-3215 0,0 0 243 16,0 0-8-16,0 0 8 0,0 0-236 16,0 0-188-16,0 0-76 0,0 0 16 15,0 0 12-15,16 76-224 0,-8-32-88 16,-4 3 0-16,-1 8-100 0,1 2 64 16,-4 0-64-16,0 0-180 0,0-3 32 15,0 3-36-15,0 0-60 0,-4 0 48 0,1 1-88 16,-1-4-36-16,0-6-12 0,0-4-24 0,4-6-196 15,0-3-364-15,0-6-528 16,8-10-504-16,-1-7 32 0,1-6-233 0,1-6-1935 16</inkml:trace>
  <inkml:trace contextRef="#ctx0" brushRef="#br0" timeOffset="111250.294">14574 10601 3312 0,'0'0'560'16,"0"0"-560"-16,0 0 0 0,0 0 144 16,0 0 168-16,0 0 2684 0,0 0-1284 0,0 0-548 0,0 0-391 31,0 0 143-31,0 0 184 0,-4-13-68 0,4 19-196 0,0 7 32 15,0 6 48-15,0 10-216 0,4 9-168 0,-4 3-260 16,4 10 72-16,-4 7 16 0,0-1 44 16,-4 2-36-16,0 2-136 0,0-3-128 0,-4-2-104 15,5-1-76 1,-6-5-80-16,5-2-28 16,0-4 12-16,0-6 12 0,0 1-12 0,4-10-136 15,-3-1-60-15,3-6-80 0,0-6-284 16,0-4-216-16,0-5-464 0,0-7-584 15,3-3-405-15,-3-4-499 0,8-18-4384 0</inkml:trace>
  <inkml:trace contextRef="#ctx0" brushRef="#br0" timeOffset="111651.771">14630 10674 4044 0,'0'0'6472'16,"0"0"-5531"-16,0 0-441 0,0 0-156 15,84-42 768-15,-60 39 44 16,-1 3-384-16,1 0-232 0,-4 3-88 16,0 8-140-16,-4 1 64 0,-8 4-16 0,0 6-100 15,-4 3 76-15,-4 10-76 0,-12 4-112 16,-4 1-148-16,-4 4-8 0,-8 2 8 16,0-4 0-16,4-5 12 0,1-1 48 15,-1-8 4-15,7-6-4 0,10-3-60 16,3-6-24-16,4-4-236 0,0 0-72 0,11-2 184 0,10-1 48 15,3 4-160-15,4-6-76 0,4 1-100 16,-4 2-44-16,0-1 92 16,-1 4 72-16,-3-1 180 0,-4 4 132 0,-5-1 4 15,-2 5 100 1,-1-2 228-16,-5 5 212 0,-7-2 148 0,0 5-128 0,-4 2-176 16,-3 0-152-1,-10 3-56-15,2 5-92 0,-5-5-20 0,-4 4 20 16,4-7 28-16,-4 1 84 0,0-10-36 15,5-1 24-15,-6-4-12 0,5-9-172 16,1-2 0-16,3-7-332 0,0-7-368 16,4-9-304-16,0-12-372 0,4 3-1508 15,0-24-5233-15</inkml:trace>
  <inkml:trace contextRef="#ctx0" brushRef="#br0" timeOffset="112021.232">15296 10432 1720 0,'0'0'9881'16,"0"0"-8205"-16,0 0-684 0,0 0-232 0,0 0 396 15,7 77-4-15,-7-61-164 0,0 3-248 16,8 3-260-16,-4 0-164 0,5 8-8 16,2-2 192-16,1 2 48 0,0 6-340 0,-4-1-64 15,4 7-60-15,0-1-8 16,-4 5-64-16,0 6-4 0,-5 5-8 16,2 4-52-16,-1-1-32 0,0 6-12 0,-4 5-88 15,0-5-84-15,0 1-72 16,0 0-136-16,-4-4-112 0,4-5-36 0,-4-4-104 0,4-10-312 15,-5-3-376-15,5-10-388 0,0-5-276 16,0-10-1029-16,0-3-3359 0</inkml:trace>
  <inkml:trace contextRef="#ctx0" brushRef="#br0" timeOffset="116731.389">7164 12753 5336 0,'0'0'8381'0,"0"0"-6953"0,0 0-168 0,4-63-436 0,-4 51-20 16,0 5 368-16,0 4-108 0,-9 0 8 15,-3 3-303-15,-8 0-481 0,-3 3-212 31,-14 7-72-31,-6 5 80 0,-1 7-12 0,-4 7 24 16,5 10 304-16,-6 5-48 0,6 7-208 16,-1 10-144-16,4 2 8 0,4 0-8 0,5 4 12 15,6-10-12-15,14-6-12 0,2-10 0 16,9-6-72-16,13-7-24 0,6-3 44 16,13-3-20-16,8-2-48 15,8-4 12-15,4-3 48 0,4-4-88 0,0 0 52 16,-5 1-24-16,-3-1-4 0,-5 1-32 15,-7 3 160-15,-4-1-88 0,-12 8 96 0,-3-1 84 16,-10 2 36-16,-7 5 28 0,0-1-16 0,0 4-12 16,-7 0-12-16,-10-1-44 0,2-2 20 15,-2-1-12-15,-3-6-64 0,1-7 40 0,2 2-48 16,2-8-196-16,2-3-144 16,2-3-144-16,3 0-245 0,-1-6-163 0,-2-11-1120 15,7 3-2384-15,-4-19-1657 0</inkml:trace>
  <inkml:trace contextRef="#ctx0" brushRef="#br0" timeOffset="116989.12">7662 13614 8112 0,'0'0'5885'0,"0"0"-4725"0,31 67-756 0,-23-45 0 16,-4 0 1044-16,0-6-88 15,-4-4-400-15,4-5-628 0,1-7-332 0,-2 0-84 0,9-2 84 16,1-12 168-16,6-5-168 15,1-3-100-15,-5-4-156 0,2-2 12 0,-6 2 36 16,-3 8 208-16,-3-1 12 0,-5 5 160 16,0 2 36-16,-9-1-36 15,-2 5 36-15,-10-3-52 0,6 2 4 16,-5 2-52-16,1 4-108 0,2 0-56 0,1 3-116 0,8 3-108 31,-4 7-24-31,9-1-28 0,-1 7-24 0,4 0-296 16,0 3-760-16,4-3-1360 0,3 10-3913 15</inkml:trace>
  <inkml:trace contextRef="#ctx0" brushRef="#br0" timeOffset="117605.171">9916 12583 3952 0,'0'0'7645'0,"0"0"-6417"16,0 0-396-16,0 0 92 15,0 0 500-15,0 0-248 0,0 0-184 16,0 0-312-16,0 0-288 0,0 0 36 0,0 0 296 15,36 91-116-15,-28-43-144 16,4 9-160-16,-4 7-111 0,0 9-117 0,-4 6-76 0,1 4-112 16,-2 3 15-16,-3 2-23 0,0 7-52 15,0-2 64-15,-8-5-16 0,8-11-32 16,0-11-88-16,0-15-84 0,0-15-64 0,8-11-220 0,0-13-200 16,4-9-348-16,4-6-692 0,-4-9-384 31,8-11-1025-31,-8 2-3195 0,4-21 2657 15</inkml:trace>
  <inkml:trace contextRef="#ctx0" brushRef="#br0" timeOffset="117865.105">10693 12541 2692 0,'0'0'8140'0,"0"0"-5627"0,0 0-1837 0,0 0-488 0,0 0 396 16,-39 86 548-16,27-42-16 16,-4 10-272-16,-1 7-240 0,2 5-244 15,-2 4-140-15,-2 3-36 0,-1 7 0 0,1-4 24 16,-6-4-100-16,5-5-108 16,5-13-76-16,2-12-216 0,9-14-16 0,-3-12-60 15,7-10-100-15,0-6-76 0,0 0-292 0,3-9-668 0,5-13-920 16,5-4-1513-16,-2-9-915 0,-3 7 709 15</inkml:trace>
  <inkml:trace contextRef="#ctx0" brushRef="#br0" timeOffset="118081.119">10594 12789 4092 0,'0'0'1836'0,"0"0"2344"16,0 0-3392-16,0 0-15 0,0 0 419 15,0 0 308-15,0 0-276 0,80 79-492 16,-61-38-108-16,1 8-40 0,1 1-124 0,-2 4-28 15,1 3-160-15,0 0-64 16,0 0 184-16,4-3 0 0,-9-7-256 16,2-5-128-16,-6-10-4 0,2-7 0 0,-2-6-4 15,-3-3-40-15,1-3-44 0,-9-7-212 0,4 0-540 16,-4-6-152-16,0 0-208 0,-9 0-544 0,-3-3-1152 16,-3-3-1565-16,-5-3-831 0,8 2 3540 15</inkml:trace>
  <inkml:trace contextRef="#ctx0" brushRef="#br0" timeOffset="118248.652">10566 13278 1304 0,'0'0'964'0,"0"0"3796"0,0 0-2088 0,0 0-1059 16,0 0-341-16,0 0-212 0,0 0-36 0,0 0-52 15,0 0 208-15,0 0-248 16,0 0-204-16,88-42-184 0,-49 36-92 16,-3-3-180-16,1-4-176 0,-2 0-92 15,1-10-4-15,-4-2-156 0,0-6-448 16,3-7-692-16,-11 9-876 15,12-18-3913-15</inkml:trace>
  <inkml:trace contextRef="#ctx0" brushRef="#br0" timeOffset="118449.92">11279 12493 3192 0,'0'0'9661'15,"0"0"-8249"-15,0 0-704 0,0 0 260 16,28 67 360-16,-16-36-252 0,0 11-336 15,0 3-248-15,4 9 84 0,-4 5 228 16,0 6-376-16,-4 4-200 0,-4 4-228 16,-4 4-4-16,0-1-8 0,0-4-96 0,0 2-16 15,0-11-92 1,0-2-224-16,0-11-108 16,0-5-336-16,0-8-308 0,3-7-1004 15,1-5-1884-15,0-10-2221 0,1-5 929 0</inkml:trace>
  <inkml:trace contextRef="#ctx0" brushRef="#br0" timeOffset="118868.246">11945 13119 1396 0,'0'0'10021'0,"0"0"-7745"0,0 0-832 16,0 0-440-16,111 3-48 0,-71 0-124 0,0 0-252 0,-1 1-164 16,-2-2-156-16,-5-2-260 0,0 0 0 15,-4 0-308-15,-5-2-520 0,1-2-772 16,-8 1-1116-16,0-3-3449 0</inkml:trace>
  <inkml:trace contextRef="#ctx0" brushRef="#br0" timeOffset="119027.375">12084 13360 4772 0,'0'0'8865'15,"0"0"-7117"-15,0 0-1432 0,0 0-156 16,0 0 484-16,0 0 228 0,87 31 8 15,-51-27-152-15,1-4-240 0,6 0-240 16,1-6-248-16,0-4 0 0,3-3-368 0,1-2-780 16,-16 3-764-16,20-8-3541 0</inkml:trace>
  <inkml:trace contextRef="#ctx0" brushRef="#br0" timeOffset="119436.183">13387 12652 8264 0,'0'0'4453'15,"0"0"-3661"-15,0 0-312 16,0 0 220-16,0 0 508 0,0 0-32 0,0 0-292 16,0 0-132-16,19 99-28 0,-10-42-232 15,3 16 80-15,-1 4 416 0,2 5-379 16,-2 3-233-16,-3 4-112 0,1 6-32 0,2-2-80 0,-7-5-152 0,0-6-48 15,0-5-108-15,5-10-172 16,-2-17-168-16,1-11 7 0,5-14-59 16,6-12-376-16,1-13-400 0,0-10-996 0,7-15-1460 15,-10 0-3333 1</inkml:trace>
  <inkml:trace contextRef="#ctx0" brushRef="#br0" timeOffset="119636.19">14036 12836 11905 0,'0'0'1956'0,"0"0"-844"0,8 92-292 16,-4-41 544-16,-4 6-336 0,4 4-164 0,-4 0-252 16,0-3-268-16,0 1-196 0,0-2-148 15,-4-6-52-15,-4-1-252 0,1-6-604 16,-6-5 32-16,5-4-140 0,4-10-540 15,1-6-968-15,-1-9-2745 0,-1-7-1963 16,1-6 6817 0</inkml:trace>
  <inkml:trace contextRef="#ctx0" brushRef="#br0" timeOffset="120036.768">14088 12836 7444 0,'0'0'5469'15,"0"0"-4033"-15,0 0-816 0,76-32-92 16,-40 25 456-16,-5-1 0 0,1 5-404 0,0 0-268 16,-4 3-92-16,0 0-152 0,-4 0-68 15,-5 6-64-15,-6 7 16 0,-9 6 48 0,-4 6 160 16,-4 10-12-16,-16 6-148 0,-8 3-56 16,-4 6-28-16,-4 2 76 15,0-4 8-15,1-4 48 0,7-6 112 0,4-6 72 0,3-10-32 16,10-3-40-16,7-6-160 0,4-4-40 15,4 1-156-15,16-1 124 0,3-2 72 16,14-4-4-16,2-3-56 0,5 0-84 16,4 0-216-16,-4-3-84 0,-9 3 24 0,-3 0 208 15,-4 3 64-15,-8 7 148 0,-12 2 200 16,1 4 296 0,-9 7 220-16,0 2-200 15,-13 0 20-15,-2 7 188 0,-9-4-200 0,-4 1-160 0,0-7-60 16,0 0-63-16,-4-2-93 0,8-8-144 15,1-2-4-15,-2-4-136 0,5-6-289 16,0 0-183-16,1-12-280 0,2-4-292 16,2-12-424-16,2-8-972 0,6 7-3577 15,-5-28-2442-15</inkml:trace>
  <inkml:trace contextRef="#ctx0" brushRef="#br0" timeOffset="120268.371">14849 12509 4560 0,'0'0'5184'0,"0"0"-2083"0,0 0-589 0,28 82-484 0,-17-40-336 31,2 6-184-31,-1 5-207 16,0 8-357-16,4 9-336 0,4 4-332 15,4 10-156-15,-1 5 100 0,1 7-132 0,0 2-88 0,-8 1-160 0,-4-4-260 16,-4-6-284-16,0-1-288 15,-4-5-17-15,0-7-387 0,-4-6-1012 16,0-6-2880-16,4-23-3177 0,-4 10 6993 0</inkml:trace>
  <inkml:trace contextRef="#ctx0" brushRef="#br1" timeOffset="139045.065">23639 10096 7688 0,'0'0'1904'15,"0"0"-495"-15,0 0-61 16,0 0-224-16,0 0 220 0,0 0 40 16,0 0-296-16,0 0-172 0,0 0-236 0,0 0-264 0,-24 83-84 15,16-30-88-15,-8 11-48 0,4 12-24 16,-4 10-160-16,4 9 112 0,-1 3-52 0,2 4-72 16,-1 0-48-1,4-4-52-15,0-5-8 0,0-11-100 0,1-6 60 16,2-12-24-16,1-13 28 15,4-6-64-15,0-12-312 0,0-4-244 0,4-7 308 16,4-5-616-16,0-8-336 16,0-2-776-16,8-7-361 0,0-3-1711 0,-4-4-444 15,4-16 3289-15</inkml:trace>
  <inkml:trace contextRef="#ctx0" brushRef="#br1" timeOffset="139731.842">24328 10407 7112 0,'0'0'5325'15,"0"0"-4801"-15,-84 13 100 0,60-4 200 16,4-2 652-16,4 0-176 0,8-1-320 16,8-4-364-16,0 2-616 0,17 3 184 0,15-4-168 15,11 6 352-15,13-2-184 16,4-5-64-16,11 2-96 15,-3-1-24-15,-1 0-96 0,2-3-28 16,-6 3 120-16,-3-3-56 0,-9 4-52 16,-2-1-84-16,-14 0-160 0,-11 3-76 15,-8 0 0-15,-7 4 160 0,-9 3-64 16,-9 9-76-16,-10 3-112 0,-13 7-56 0,-4 6 104 16,-8 0 284-16,-4 7 76 0,-4-1 116 15,0 1 124-15,1-1 28 0,-5 0 128 0,4-3 68 16,4 4-84-16,0-1-44 0,4-5-8 15,8-1 24-15,8-6-36 0,9-7-16 0,10-6-84 16,9 0-92-16,9-2 0 16,15-6 92-16,3 6 136 0,14-8-36 15,6 0 96-15,9-2 24 0,0-4-136 0,4-3-36 16,3-6-60 0,-3-7-4-16,-4-3-84 0,-5-3-68 0,-2 0-56 15,-6 0-308-15,-6 0-136 0,-10 1-240 16,1-2-320-16,-8 1-652 0,-8 3-1433 15,0-10-3239-15</inkml:trace>
  <inkml:trace contextRef="#ctx0" brushRef="#br1" timeOffset="139981.722">25085 10629 768 0,'0'0'368'16,"0"0"7256"-16,0 0-6420 0,0 0-264 15,-72 71 297-15,48-46 55 0,1 7-140 16,-5 3-228-16,-4-1-236 0,0 5-248 0,0 2-272 0,-5-3-168 0,-2 3-76 16,3 0-36-16,0-2-88 15,1-1-128-15,3-4-176 0,4-5-136 0,4-3-96 16,0-7-192-16,8-7-516 0,4 2-605 16,4-8-1171-16,8-3-1448 0,0-3 4448 15,8-7-328-15</inkml:trace>
  <inkml:trace contextRef="#ctx0" brushRef="#br1" timeOffset="141132.377">26192 10382 6672 0,'0'0'5465'15,"0"0"-3489"-15,0 0-1444 0,0 0-404 0,0 0-80 0,0 0 924 16,-16 54 68-16,5-14-120 0,-9 9-388 0,-1 11-100 16,-3 1 60-16,1 2 60 0,-1 4-160 0,-4-4-124 15,0 1-108-15,-4-1-160 0,0-5-76 16,4-4-168-16,0-7 12 15,4-8 12-15,9-8-36 0,3-8 24 0,4-11-128 16,0-5-144-16,8-7 12 0,0-7-316 0,8-5-684 16,4-14-452-16,4-9-180 15,8-7-109-15,0-5-1079 0,0-1-1004 0,-1-3 2828 0,1 0 1344 16,-4 1 144-16,-4-4 8 16,4-1 412-16,0 8 988 0,-4 3-664 0,4 8-444 15,-4 8 5740-15,-4 9-4904 0,3 6-552 16,2 7 189-16,2 6 315 0,-2 0-56 15,2 12-40-15,1 9-36 0,4 4-236 0,-3 6-72 16,-2 4-148-16,1 3-92 0,-1 0-136 0,-2 0-100 16,-1 4-84-16,-4-1-88 0,-1 3 0 15,-2-3 0-15,-1-6-112 0,-4-3-72 16,-1-13 108-16,-3-3-108 0,4-7-176 0,-4-2-264 16,0-4 52-16,0-3-60 15,-7 0-200-15,-10 0-460 0,6-6-848 0,-10-3 271 16,2-1 817-1,-5-7 456-15,0-2-272 0,-4 1 268 16,5-7 600-16,-5 0 184 0,0-2-28 16,4 2 400-16,7 9 44 15,2 3 216-15,7 4 312 0,3 6 289 16,5 3-105-16,0 0-204 0,5 0-256 0,7 3-172 16,8-3 188-16,8 0-64 0,8 0-308 0,3-9-148 15,5-5-124-15,4-7-152 0,0 2-72 0,-5-7-348 16,1 0-484-16,-4-2-272 0,-4 3-664 15,-4 0-2561-15,-8 9-4311 0,-1-10 8508 0</inkml:trace>
  <inkml:trace contextRef="#ctx0" brushRef="#br1" timeOffset="141808.803">27455 9950 4548 0,'0'0'9613'16,"0"0"-8441"-16,-8 93-844 0,0-46 188 16,-3 10 500-16,-2 7 48 0,-2 6-116 0,2 6-152 15,-2 6-260-15,7 4-132 16,-4 7 20-16,0 4 125 0,0 2-29 15,0-1-300-15,4-3-88 0,4-9-132 0,4-10-112 16,0-6-132-16,0-9-68 16,8-11-89-16,0-3-3 0,0-7-460 0,-5-6-200 15,2-2-192-15,-1-7-608 0,0-6-628 0,-4-6-2697 0</inkml:trace>
  <inkml:trace contextRef="#ctx0" brushRef="#br1" timeOffset="142406.235">28009 10531 928 0,'0'0'9392'0,"0"0"-8359"0,0 0-405 0,0 0 216 15,0 0 192 1,0 0-36-16,0 0 232 0,0 0-216 15,0 0-360-15,0 0-160 0,0 0-340 16,-27 68-156-16,-5-41-100 0,-5 5 52 0,2 0-52 16,3 0-24-16,0-1-36 15,0 1-36-15,4-3-28 0,9-4 124 0,2-6-72 0,6-3 108 0,7-3-24 16,4 0-4 0,0-1 92-16,4 4 76 0,7 3 84 0,1-2-8 0,8 1 56 15,4-1-20-15,8-5-40 16,0 1-48-16,4 0-100 0,-4-4 8 15,3-4-8-15,-7-1 0 0,0-4-116 0,-4 0-404 16,-3 0-276-16,-10 0-352 16,-7-4-1568-16,0 4-3557 0,-12-3 1117 15</inkml:trace>
  <inkml:trace contextRef="#ctx0" brushRef="#br1" timeOffset="142549.906">27750 11106 1044 0,'0'0'11445'0,"0"0"-9661"0,0 0-1276 0,0 0-268 16,0 0 200-16,0 0 556 0,0 0 84 0,0 0-396 0,100 38-364 16,-65-32-216-16,2 4-104 0,2-4-112 15,-3 0-36-15,4 0-88 0,0 1-1016 16,-8-3-860-16,8-1-3045 0</inkml:trace>
  <inkml:trace contextRef="#ctx0" brushRef="#br1" timeOffset="143133.78">28439 10131 692 0,'0'0'924'0,"0"0"56"0,0 0 4184 16,0 0-3220-16,0 0-163 15,0 0-89-15,0 0-320 0,0 0-276 0,0 0-204 0,0 0 20 16,0 0 200-16,37 80-324 16,-30-36-276-16,1 7-180 0,5 9-160 15,-9 10-76-15,3 6-24 0,1 11-20 0,0 1 68 16,-3 1-120-16,2 0-24 16,1-4 20-16,-4-3-80 0,4-8-136 15,-4-8-136-15,0-6-36 0,0-9-12 0,0-6-88 0,0-9-12 16,4-11-152-16,0-6-416 0,4-9-1552 15,-8-8-2929-15,3-8-2766 0</inkml:trace>
  <inkml:trace contextRef="#ctx0" brushRef="#br1" timeOffset="143863.836">29041 10429 168 0,'0'0'8740'0,"0"0"-7436"0,0 0-527 16,0 0 571-16,0 0 488 0,88-3-172 15,-52 1-472-15,3-4-408 0,9-1-268 16,5-3-144-16,-2 1-64 0,1-4-192 0,0 0-116 0,-5 4-72 15,5-1-52-15,-8 4 28 0,-4-1 8 16,-8 4-84-16,-5 3-76 16,-10 3-184-16,-10 10 36 0,-7 3 236 15,0 9 108 1,-19 5 40-16,-5 7-172 0,-12 4-16 0,-4 0 100 0,-4 7 100 16,1-1 0-16,-9 4 60 15,3 0-8 1,-2 0 36-16,3 0 12 0,5 0 160 15,-2-1 36-15,10-5-132 0,3-3-68 0,8-4-84 0,12-10 152 0,4-6 44 16,8 0-72-16,12-6-12 16,3-2 36-16,13-2 48 0,9 1 0 0,2-7-48 15,5-4-12-15,0-2-12 0,0 0 0 16,0 0-16-16,-1-2-64 0,1-8-56 0,-4 3-60 16,-4-2-88-16,-4-3-304 0,0 2-188 15,-8-6-100-15,4 4-280 0,-5-4-488 16,-3 0-1068-16,-3 0-2593 0,-6 3-1603 0,-3-2 5977 0</inkml:trace>
  <inkml:trace contextRef="#ctx0" brushRef="#br1" timeOffset="144103.628">29850 10531 9628 0,'0'0'1176'16,"0"0"-507"-16,0 0 447 0,0 0 464 0,-100 73-168 0,72-48-416 16,0 8-424-16,-3-2-260 0,-1 1-128 0,0 2-176 15,-4 1-8-15,0 1-8 0,1-1-92 16,-2 3-196-16,1-4-128 0,5 1-60 0,-1-3 16 16,0-4-36-16,8-2-164 0,4-3-640 15,4-4-1036-15,4-7-2373 0,9-2-783 0,3-7 5496 16</inkml:trace>
  <inkml:trace contextRef="#ctx0" brushRef="#br1" timeOffset="144695.409">30300 9632 1044 0,'0'0'404'16,"0"0"404"-16,0 0 3660 0,0 0-2804 16,0 0-164-16,-28 83-167 0,24-54-13 0,-3 9-84 15,-6 4-44-15,6 5-112 0,-10 7-136 16,2 0-300-16,-6 3-160 0,-3 0-116 0,1 0-120 15,-5 0-136-15,-4 0-52 0,4-3-52 16,0-6-8-16,4-3-48 0,5-7-136 16,3-13 72-16,8-9 12 0,8-6-8 15,0-7-300-15,0-3-400 0,4-7-496 0,7-6-612 0,6-8 24 16,-2-5-1125-16,1 1-2783 16,9-20 4184-16</inkml:trace>
  <inkml:trace contextRef="#ctx0" brushRef="#br1" timeOffset="144950.378">30376 9664 3088 0,'0'0'6356'0,"0"0"-4880"0,0 0-847 0,0 0 103 0,0 0 444 16,0 0 116-16,0 0-444 0,40 89-208 16,-32-54-100-16,-4 6-244 0,0 4 80 15,-1 6-80-15,6-1-108 0,-5 4-184 0,4-2 68 16,-4-2-72-16,3-2-12 15,2-3-100-15,-5-5-12 0,4-4-12 16,-8-2 0-16,3-9-36 0,-3-5-64 0,0-7-16 16,0-4-148-16,-3-3-316 15,-5-6-316-15,-5 0-660 0,-2 0-1161 0,-5 0-2347 16,-1-6 772-16,6-1 4220 0,-9-5 208 0</inkml:trace>
  <inkml:trace contextRef="#ctx0" brushRef="#br1" timeOffset="145100.322">30237 10249 1436 0,'0'0'848'15,"0"0"128"-15,0 0 3356 0,-45-73-3980 0,41 54-276 16,1 2 380-16,3 5 1496 16,0 2-407-16,7 7-725 0,10-3 20 0,-2 3 36 0,5-4-192 15,1 4-192-15,7 0-192 16,0-3-300-16,-1 2-52 0,4-3-448 16,1 2-488-16,5-2-612 0,-5-2-1397 15,-4 0-4407-15,0-5 6620 0</inkml:trace>
  <inkml:trace contextRef="#ctx0" brushRef="#br1" timeOffset="145597.018">30961 9537 1420 0,'0'0'380'0,"0"0"7680"15,0 0-6163-15,0 0-505 0,0 0 172 0,0 0-156 16,0 0-428-16,0 0-300 0,0 0-96 16,49 95-116-16,-42-53-64 0,1 6 320 15,1 9-224-15,-2 3-316 0,-3 4-64 16,4 8-20-16,-8 4-88 0,0 4 60 0,0 7-24 15,0-5-48-15,-4-3-132 0,-4-3 56 16,4-6-20-16,1-7-24 0,-1-2 68 16,-1-10-44-16,5-4-112 0,-4-5-60 15,0-5-76-15,4-5-12 0,0-7-60 0,0-2-52 16,0-7-40-16,0-4-276 0,4-5-644 16,0-7-800-16,5 0-1789 0,-6 0-1523 0,1-10 2944 15</inkml:trace>
  <inkml:trace contextRef="#ctx0" brushRef="#br1" timeOffset="148909.519">28268 12252 196 0,'0'0'1252'0,"0"0"-560"0,0 0-576 0,0 0 24 16,0 0-140-16,0 0 0 15,0 0 0-15,0 0 76 0,0 0 736 0,0 0-812 16,0 0-536-16,0 0-64 0,16-13 312 0,-20 13 212 16,0 0 72-1,4 0-48-15,-4 0-120 0,4-2 108 0,-4 2 64 0,4 0 128 16,-4 0 136-1,1 0 88-15,-1 0-352 16,-5 0-132-16,1 0-300 0,1 0 16 0,-2 0 248 16,-3 0 48-16,8 0-284 0,-7 2-64 0</inkml:trace>
  <inkml:trace contextRef="#ctx0" brushRef="#br1" timeOffset="149164.955">28117 12249 364 0,'0'0'784'0,"0"0"-380"0,0 0-208 0,0 0 208 0,0 0-260 0,0 0 0 16,0 0 4676-16,0 0-3432 0,-75 3-264 15,62-3-116-15,5 0 189 0,4 0 107 16,-4 0-8-16,8 0 4 0,-4 0-236 16,4 0-192-16,0 0-208 0,0 0-232 15,0 0-124-15,0 0-88 0,0 0 40 0,0 4-28 16,12-4-36-16,0 2 12 0,8-2 108 16,8 4 12-16,0-4-192 0,4 0-124 0,4 0 0 15,-4 0-12-15,3-4-12 0,1-2-88 16,0-3-92-16,-1-1-260 15,-3 0-232-15,-4-2-104 0,-4 3-212 0,-3 2-720 16,-10 1-1072-16,-3 6-2245 0,-3 0-2323 16,-10 0 6772-1</inkml:trace>
  <inkml:trace contextRef="#ctx0" brushRef="#br1" timeOffset="149353.118">28105 12468 4080 0,'0'0'784'15,"0"0"3952"-15,0 0-3884 0,0 0-400 0,0 0 205 16,0 0 587-16,0 0-60 0,0 0-144 16,96 32-284-16,-53-35-328 15,9-4-300-15,4-2-128 0,4-1-16 0,-5 4-112 16,1-7-112-16,-4 4-764 0,4-4-596 16,-5-1-1285-16,-10 2-4391 15,10-9 6312-15</inkml:trace>
  <inkml:trace contextRef="#ctx0" brushRef="#br1" timeOffset="149649.57">29121 11789 12 0,'0'0'10548'16,"0"0"-8539"-16,0 0-1297 0,0 0-340 16,0 0 464-16,-12 66 424 0,8-34-304 15,4 9-160-15,0 3-188 0,0 10-200 16,8 4-152-16,0 2-96 0,4 7-148 16,-4-4-12-16,-1 4-12 0,6 0-108 15,-5-4-56-15,-1-2-180 16,6-7-52-16,-2-7-148 0,2-12-144 0,-2-10-68 15,1-6-324-15,1-6-816 0,-2-6-1169 16,-3 0-2895-16,1-7 3180 16</inkml:trace>
  <inkml:trace contextRef="#ctx0" brushRef="#br1" timeOffset="149921.976">29910 11830 7672 0,'0'0'5645'15,"0"0"-4957"-15,0 0-688 0,0 0 0 16,0 0 896-16,-8 85 692 16,-9-34-468-16,2 3-476 0,-5 7-248 0,0-1-152 15,0 3 16-15,-4-2-76 0,0-7-172 0,1-1-12 16,-1-4-284-1,3-12-196-15,6-11-100 16,6-7 108-16,5-10 100 0,4-9-152 0,0 0-544 16,0-9-1376-16,9-10-1821 0,3-3-791 15,-5 3 3268-15,10-20 432 0</inkml:trace>
  <inkml:trace contextRef="#ctx0" brushRef="#br1" timeOffset="150168.099">29898 11912 4116 0,'0'0'796'0,"0"0"3416"0,0 0-2868 0,0 0-403 15,0 0 315-15,0 0 300 16,0 0-268-16,0 0-472 16,0 0-140-16,84 45-132 0,-69-17-132 0,2 3-80 0,-2 5-48 31,-3-1-76-31,0 3-8 0,4-3-16 0,-8 0-100 0,0 0-72 0,0-7 0 16,0 4-4-16,0 0-8 0,0-1 0 0,-4 2-4 31,4-8 4-31,-5-3 0 0,-3-9-72 15,0-3-100-15,0-4-372 0,0-3-172 16,-3 0-4-16,-5 0-92 0,-4-3-372 0,-4 0-988 16,-3 0-1109-16,-6-3-2103 0,5 0 2580 15,-12-10 1996-15</inkml:trace>
  <inkml:trace contextRef="#ctx0" brushRef="#br1" timeOffset="150319.714">29715 12239 10448 0,'0'0'1369'0,"0"0"-717"0,0 0 228 0,0 0 340 0,103-2-360 16,-67-5-436-16,4-7-284 0,4 2-140 0,0-3-192 31,-1-2-552-31,-3-5-472 0,-4 0-700 0,-5 0-2353 16,-6 3-2035-16,-9-6 5132 0</inkml:trace>
  <inkml:trace contextRef="#ctx0" brushRef="#br1" timeOffset="150572.985">30463 11662 7352 0,'0'0'6645'0,"0"0"-5357"0,0 0-572 0,8 85 536 15,-3-49 132-15,3 1-168 16,-1 8-324-16,-3 2-220 15,9 7-163-15,-6 6-133 0,1 4-156 16,5 6-100-16,-6 3-72 0,-3 0 160 0,0 0 76 0,0-6-284 16,0-4-216-16,-4-6-256 0,0-7-160 15,0-4-85-15,0-5-187 0,0-5-296 0,0-6-604 16,-4-4-784 0,0-7-1953-16,-7 0-2543 0</inkml:trace>
  <inkml:trace contextRef="#ctx0" brushRef="#br1" timeOffset="156563.934">23128 10394 2520 0,'0'0'52'0,"0"0"7712"0,0 0-6575 32,0 0-329-32,0 0 364 0,0 0 156 0,0 0-208 15,0 0-232-15,0 0-124 0,0 0-100 16,0 0-64-16,72-50-112 0,-72 50 12 15,0 0-64-15,-8 3-148 0,-3 7-208 0,-10 2-132 0,-7 7-156 0,-7 6-16 16,-5 5 64-16,-4 3 20 16,4 3-32-16,-8-1 12 0,1 0 8 0,2 3 4 15,2-3 24-15,7-7 56 0,4 1 12 16,4-7-4-16,8-3 0 0,5-6-52 16,6-3-12-16,5-4-28 0,4-3-44 0,0 4-64 31,4 0 156-31,8 1-8 0,4 3-12 0,4-3 60 0,0 2 0 0,4-3 12 31,0-1 12-31,4 0-4 16,-4-3-8-16,0 4-8 0,-5-1-80 0,-2-3 76 0,-6-1-220 15,6 3-408-15,-6-5-388 0,-3 0-960 0,-3 0-1240 16,-5 0-3009-16,0 0 190 0</inkml:trace>
  <inkml:trace contextRef="#ctx0" brushRef="#br1" timeOffset="156717.717">22678 10947 5640 0,'0'0'5717'16,"0"0"-4921"-16,0 0-540 0,0 0 12 16,0 0 244-16,0 0 164 0,0 0 132 0,0 0-276 15,0 0-116-15,0 0-140 0,44 54 52 16,-16-41-112-16,4-3-180 16,4-4-36-16,-4 3-380 0,3-2-300 15,-3-2-924-15,-4 2-1625 0,-8-3-5751 0,-4 2 8928 16</inkml:trace>
  <inkml:trace contextRef="#ctx0" brushRef="#br1" timeOffset="157567.482">19957 10388 156 0,'0'0'7740'16,"0"0"-5864"-16,0 0-880 0,0 0-19 16,0 0-105-16,0 0 60 0,0 0 108 15,16 70-156-15,-8-35-280 16,-4 9-52-16,4 7-4 0,-5 7 36 0,-3 2-200 15,4 6-136-15,-4 5-176 0,0 1-60 16,0 5-12-16,-7 2-96 0,-1-3-152 16,0 0 24-16,-1-6-72 0,-2-6-52 15,7-7-136-15,-4-6-120 0,8-10-148 16,0-10-476-16,0-8-364 0,8-7-1189 0,4-9-2723 0,-4-5 2716 16,12-4 1456-16</inkml:trace>
  <inkml:trace contextRef="#ctx0" brushRef="#br1" timeOffset="164444.259">26858 2727 7840 0,'0'0'3181'0,"0"0"-1717"0,0 0-468 0,-52 92 248 16,28-48-96-16,0 7-220 0,0 6 16 16,-4 7-364-16,0 3-172 0,-4 2-148 0,1 8-188 15,-1 2-72-15,-4 4-4 16,0-1-96-16,1-6-20 0,3-6-104 15,4-10-48-15,4-12 28 0,7-12-16 0,10-11-136 16,3-13-16-16,4-2-236 16,0-10-460-16,0 0-628 0,4-13 76 0,8-7-545 15,3-11-483-15,6-11-160 0,3-8-1200 16,-5 12 3957-16</inkml:trace>
  <inkml:trace contextRef="#ctx0" brushRef="#br1" timeOffset="164681.289">26695 2940 2632 0,'0'0'612'0,"0"0"4792"0,0 0-4060 0,0 0-115 0,0 0-345 32,0 0 64-32,0 0-120 0,0 0-16 15,0 0-96-15,0 0-124 0,67 31-36 0,-59 8-160 16,1 8-244-16,-2 4-4 0,1 4-84 16,0 1-64-16,4 4-112 0,0-5 36 15,-1-1-112-15,2-7-36 0,2-3 36 0,-6-9 40 16,6-3-56-16,-7-10 104 0,1 1 0 0,-1-7 12 15,-5-4-100-15,1-2-40 16,-4-1-352-16,0-2-456 0,-7-4-508 0,-5 0-297 16,-4-3-671-16,-5 0-1512 0,-2-6 1024 15,-1-7 2880-15,-4 0-464 0,4-3 353 16</inkml:trace>
  <inkml:trace contextRef="#ctx0" brushRef="#br1" timeOffset="164817.554">26639 3517 1364 0,'0'0'876'15,"0"0"-264"-15,-84-57 3764 0,60 42-2948 16,8 5-520-16,0 4-316 0,8 3-296 0,4 0 813 0,4 3-57 15,0 0-668-15,12 0-104 0,8 0 268 16,8 0 148-16,4 0-288 0,4 0-236 0,3-4-172 16,2-2-128-1,-2 0-160-15,1-1-424 0,0-2-832 16,0 0-1377-16,-12 2-3287 0</inkml:trace>
  <inkml:trace contextRef="#ctx0" brushRef="#br1" timeOffset="165176.714">27599 2958 8188 0,'0'0'4693'16,"0"0"-4449"-16,0 0-76 16,0 0-4-16,0 0 672 0,0 0-12 0,-79 19-108 0,62 0-208 15,-3 4-248-15,4 3-48 0,-4 2 0 16,5 4-36-1,-6-4-128-15,6 4-36 0,-1-1 108 0,0 2-120 16,0-5-112-16,4 4 100 0,0-4-96 16,0-1 104-16,4-6-4 0,4-2-80 0,4-3-12 15,0-6 100-15,0 3 56 0,8-7 116 16,4 0 28-16,4 0-40 0,7-6 164 16,5 0 156-16,8 0 124 0,1-3-136 15,6-6-248-15,5-1-120 0,4-6 32 0,4 4 4 16,-4-4-132-16,4 4 80 0,-1-5-72 0,-3 5-12 15,4-1-44-15,-9 3-64 0,-3-3-40 16,0 4-24-16,-9-1-24 0,-3 1-148 16,-8-1-232-16,-3 4-280 0,-10 0-336 15,-2 3-724-15,-5-4-1212 0,-4 4-3121 0</inkml:trace>
  <inkml:trace contextRef="#ctx0" brushRef="#br1" timeOffset="165420.17">27986 3123 3740 0,'0'0'1368'0,"0"0"2952"0,0 0-3428 16,0 0-388-16,0 0 293 0,0 0 435 0,0 0-404 15,0 0-144 1,79-6-164-16,-59 16-192 0,4 3 24 0,-1-1-36 0,-2 5 36 16,-1-2-112-16,-5 4-20 0,2-3-220 0,-6 3-88 15,2-3 16-15,-6 0 68 0,-3 3-152 16,-4-3 144-16,0 0-116 0,-7 7 124 15,-6-4-48-15,-6 6-136 0,-5-3-112 16,-4 6 20-16,0-2-60 0,-8 2-200 0,4-3-172 16,4 0-232-16,0 1-260 0,0-3-641 0,13-7-1135 15,2-7-2816 1,13-6 4749-16</inkml:trace>
  <inkml:trace contextRef="#ctx0" brushRef="#br1" timeOffset="166177.901">28599 2982 8288 0,'0'0'4813'0,"0"0"-3429"0,0 0-424 0,0 0 8 0,0 0 40 16,0 0-4-16,103-36-132 0,-50 20-244 0,6-3-276 15,5 0-108-15,0 0-120 0,-4 3-36 16,3 0-88-16,-7 3-132 16,-1 1-164-16,-7 3 64 0,-8-2 12 0,-8 11-36 15,-8 0-40-15,-12 0-220 0,-8 14-332 31,-4 4 400-31,-20 8 312 0,-8 12 128 0,-11 3-204 16,-10 10 136-16,-3 0 52 0,-3 0 24 16,-5 3 52-16,1-3-4 15,3-4-40-15,4 1 104 0,4-4 184 0,8-3 188 16,4-2-124-16,13-4-128 0,6-4-120 16,14-5-40-16,3-1-68 0,3 0 100 15,18-6 204-15,11 1 36 0,3-4-28 0,13-7 76 0,4-2 60 16,4-4-72-16,3-3-140 0,1-3-32 15,0-7-208-15,-4 0 0 0,-5-2-60 16,1-2-76-16,-8 0-80 0,-4-3-408 16,-4-2-328-16,-4 4-240 0,-4-5-960 15,-13 4-2068-15,2-6-2569 0</inkml:trace>
  <inkml:trace contextRef="#ctx0" brushRef="#br1" timeOffset="166389.807">29384 3007 10184 0,'0'0'1765'16,"0"0"-1025"-16,0 0 40 0,0 0 364 0,0 0-236 15,0 0-204-15,0 0-228 16,-76 88-76-16,56-50-40 0,-8 4-88 0,0 2-112 16,-7 4-148-16,-5 6-12 0,-1-4-48 15,-2 5-88-15,3-8-124 16,5-3-152-16,7-9-160 0,8-5-348 0,3-9-404 15,13-8-576-15,4-10-533 0,0-3-799 16,0 0-1968-16,17-9 5096 0</inkml:trace>
  <inkml:trace contextRef="#ctx0" brushRef="#br1" timeOffset="166678.203">30173 2702 3636 0,'0'0'8589'15,"0"0"-7425"-15,0 0-820 16,-68 67 0-16,40-36 352 0,0 7 272 16,0 3-248-16,-3 10-308 0,-5 3-52 0,-1 3-272 15,-2 7-16-15,-9-4-72 0,4 4-72 0,-3-4 20 16,6-3-84-16,2-3-40 0,11-9-84 0,4-11-232 15,8-8-160-15,8-10-52 0,8-7-32 16,0-9 64-16,8 0 120 16,8-13-316-16,4-6-793 0,4-6-723 0,4-10-1976 0,-9 10 1188 15</inkml:trace>
  <inkml:trace contextRef="#ctx0" brushRef="#br1" timeOffset="167130.273">30097 2821 1448 0,'0'0'1240'0,"0"0"3104"0,0 0-2628 0,0 0-552 0,0 0-107 15,0 0 191 1,0 0 120-16,0 0-340 0,0 0-132 0,0 0-152 15,63 58-220-15,-50-26-64 0,-5 6-112 16,3 1-64-16,2 1-48 0,-2 2-100 0,2-1-60 0,-1-3-76 16,-1-3-96-16,2-6 44 0,-6-4-88 15,5-6 132-15,-3-3 4 0,-2-7-144 16,-3 1 36-16,0-4-160 0,-4-2-212 16,0-1-116-16,0 1-244 0,-4-4-128 0,-4 0-488 31,-4 2-552-31,-7 1-937 0,-2-3-1059 15,-7 0 52-15,0 0 3757 0,-7-3 199 0,-5-3 0 16,1-4 135-16,-6 1 1521 0,2-4-1084 16,-2 0-168-16,2 4 2244 0,7 3-1492 15,8 2-608-15,12 1 152 0,8 3 416 0,8 0-208 16,12 0-432-16,12 0 273 16,4 0 319-16,11 0 68 0,14-6-308 0,2-3-424 0,5-7-404 15,4 0-76-15,0-6-164 0,-5-1-344 16,-6 0-576-16,-10 2-589 0,-11 1-2243 15,-4-5-752-15</inkml:trace>
  <inkml:trace contextRef="#ctx0" brushRef="#br1" timeOffset="167415.298">29885 2698 4348 0,'0'0'4852'0,"0"0"-3792"0,0 0-207 0,0 0 187 15,0 0 428-15,5 79-12 0,-5-46-308 0,-5 5-224 16,-6 6-304-16,-1 8-260 0,0 4-188 16,-8 8-72-16,-4-1 12 0,0 1-112 15,0-1-172-15,5-6 52 0,2-5-44 16,6-5 28-16,2-12 52 0,9-4-40 15,5-5-40-15,7-7-180 0,3-10-20 0,9-2 16 16,8-7-256-16,4-7-428 0,8-11-592 16,-8 1-2417-16,16-21-1967 0</inkml:trace>
  <inkml:trace contextRef="#ctx0" brushRef="#br1" timeOffset="167631.589">30950 2657 6444 0,'0'0'4641'0,"0"0"-3689"15,0 0-132-15,56 70 224 16,-45-41 372-16,2-1-408 0,-2 4-432 0,-7 3-164 16,4 0-240-16,-4 2-60 0,-4 5-24 0,0 0-88 15,-12-1-140-15,-3 6-108 0,-2 4-412 0,-7 3 144 16,-4-3 316-16,-4 0-528 0,-3-4-1032 15,-9-5 352-15,0-1-1029 0,8-13-2855 16</inkml:trace>
  <inkml:trace contextRef="#ctx0" brushRef="#br1" timeOffset="168385.65">26886 4531 5076 0,'0'0'1408'0,"0"0"1808"0,0 0-1951 0,0 0-157 15,0 0 284-15,0 0 28 0,0 0-564 16,0 0-200-16,-84-35-156 0,72 48-92 16,1 6-60-16,-2 9-88 0,1 7 76 0,4 6-28 15,0 4 0-15,0-5-40 0,4-1-108 32,4-7-76-32,0-7-84 0,0-6-4 0,4-9 4 0,4-4 44 15,8-6 4-15,0 0 20 0,8-13-68 16,4-6-112-16,0-3-196 0,-4-11-12 0,4 6-124 15,-9-5 112-15,2 3 124 16,-2 7 56-16,-7 0 28 16,0 6 116-16,-8 0 8 0,5 7 108 0,-9 5 68 15,3 2-4-15,-3 2-88 0,0 0 52 0,0 0 76 16,0 2-212-16,8 8-12 0,-4 6 12 16,4 3 136-16,4 3-100 0,0 4-36 15,0-1-112-15,4-3 16 0,0-4-80 16,4-1-20-16,0-4-264 0,4-4 16 15,-1-6-68-15,9-3 172 16,1 0-996-16,-1-9-1260 0,-5 2-3305 16</inkml:trace>
  <inkml:trace contextRef="#ctx0" brushRef="#br1" timeOffset="168638.842">27694 4388 5124 0,'0'0'8741'15,"0"0"-7529"1,0 0-960-16,0 0 152 0,0 0 600 0,0 0 116 0,4 89-328 16,1-57-240-16,3 6-196 0,-5 3 24 0,-3 0-100 15,4-3-280-15,-4 0-24 0,0-3-112 0,0 0-20 16,-4-7-568-16,4-5-412 0,0-7-228 0,0-7-792 15,0-6-1737-15,8-6-2731 0</inkml:trace>
  <inkml:trace contextRef="#ctx0" brushRef="#br1" timeOffset="168827.479">27735 4654 4560 0,'0'0'7905'16,"0"0"-6373"-16,0 0-848 15,0 0 44-15,0 0 592 0,0 0-140 16,0 0-156-16,0 0-224 0,91 32-188 0,-55-32-236 0,4 0-132 16,-1-7-120-16,6-2-124 0,2-7-112 0,-3-3-180 15,0 0-280-15,-5-3-360 0,-7 3-176 0,-8 3-248 16,-4-1-832-16,-8 9-1633 0,-3-5-1447 16</inkml:trace>
  <inkml:trace contextRef="#ctx0" brushRef="#br1" timeOffset="169033.776">28137 4502 3452 0,'0'0'208'0,"0"0"4184"0,0 0-1239 0,0 0-1509 0,0 0-652 16,0 0-180 0,0 0-80-16,0 0-168 0,0 0 156 15,0 0 88-15,43-10-348 16,-15 10-192-16,-3 0-56 0,3 4 24 0,0-2-40 16,-5 5-48-16,1 2 12 0,-4 1-100 15,-1 0-48-15,-2 5 0 0,-6 2-12 16,-2-1-4-16,-9 5-216 0,0 5-28 0,0 2-120 15,-5 4-52-15,-2 0 232 0,-5 0 128 0,-4-4-88 16,0-2-412-16,0-1-152 0,0-6-272 16,-4 0-556-16,8-5-1008 0,-12-2-3201 15</inkml:trace>
  <inkml:trace contextRef="#ctx0" brushRef="#br1" timeOffset="169844.358">29213 4356 3272 0,'0'0'1684'15,"0"0"2460"-15,0 0-2904 0,0 0-103 16,0 0 55-16,0 0 32 0,-80 32-424 15,63-19-208-15,6 5-140 0,-5 8-112 16,4 2-36-16,0 8 96 0,5 4 48 16,-2 5-152-16,5-4-48 0,4 1-124 0,0-5-120 15,4 2-4-15,8-11-96 0,4 1-56 0,4-4-44 16,4-3-64-16,3-6-352 0,6 0-244 0,-1-7-444 16,0-2-1108-16,-5-3-2801 0,9-4-939 15</inkml:trace>
  <inkml:trace contextRef="#ctx0" brushRef="#br1" timeOffset="170507.843">29595 4470 836 0,'0'0'1748'15,"0"0"3112"-15,0 0-3108 0,0 0-188 0,0 0-187 16,0 0-417-16,80-3-136 0,-72 13-88 16,0 2-116-16,-5 1-168 0,-3-1-88 15,0 5-124-15,0-6-24 0,0 6-56 16,-7-4-60-16,-1 3-24 0,-5-3-68 0,2-1 60 15,-1 1-68-15,0-4-72 0,-4 1-92 16,4-4-96 0,0-3 20-16,0 0 136 0,0-3 104 15,0 0 40-15,4 0 36 0,0 0 100 0,0-3 64 16,1-3-80-16,3 0-64 16,-5-1-96-16,5 1-8 0,4 0-204 15,0-1 60-15,0 1-32 0,0-1-96 0,8 1-148 16,1-3-76-16,2 3-152 0,1-1-512 15,0 0-752-15,4 0-2569 0,-4 5-639 0</inkml:trace>
  <inkml:trace contextRef="#ctx0" brushRef="#br1" timeOffset="170668.851">29913 4594 3300 0,'0'0'4496'16,"0"0"-3004"-16,0 0-1404 0,0 0 120 0,0 0-104 16,0 0-104-16,0 0-312 0,0 0-1384 15,80 7-2516-15,-72-11 1592 0</inkml:trace>
  <inkml:trace contextRef="#ctx0" brushRef="#br1" timeOffset="170857.079">30284 4566 836 0,'0'0'1720'0,"0"0"3596"0,0 0-3512 0,0 0-383 0,0 0 155 0,0 0-160 0,0 0-492 16,0 0-308-16,0 0-392 0,0 0-224 16,0 0-376-16,32-13-860 0,-20 7-832 15,0-5-2605-15,-4 9-1119 0,4-8 4085 16</inkml:trace>
  <inkml:trace contextRef="#ctx0" brushRef="#br1" timeOffset="171005.301">30568 4509 4728 0,'0'0'924'16,"0"0"4072"-16,0 0-3595 0,0 0-529 0,0 0 212 15,0 0-388-15,0 0-696 0,0 0-496 16,0 0-124-16,0 0-464 0,0 0-396 15,43-11-741-15,-31 9-1055 0,-4-2-1748 0,4 1 4525 0</inkml:trace>
  <inkml:trace contextRef="#ctx0" brushRef="#br1" timeOffset="171404.301">31030 4484 5428 0,'0'0'6545'16,"0"0"-5113"-16,0 0-768 0,0 0 156 0,0 0 200 16,0 0-240-16,0 0-356 15,4 75-240-15,-8-56-176 0,-9 0 52 0,6 3-60 31,-5-3-148-31,-1 0-128 0,6-3-360 0,-1-3-384 0,-1-7-244 16,5-6-948-16,4 4-2709 16,-3-8-1935-16</inkml:trace>
  <inkml:trace contextRef="#ctx0" brushRef="#br1" timeOffset="171670.268">31240 4057 836 0,'0'0'9184'15,"0"0"-7947"-15,0 0-645 16,0 0 560-16,0 0 260 0,9 89-176 16,-5-64-292-16,3 0-420 0,-3 5-116 0,4-2 52 15,-3 2-140 1,-1 0 28-16,-4 5-140 15,0 4-84-15,0-4-124 0,0 2-40 16,-4-5-80-16,-5 4-80 0,1-8-244 0,5 0-372 16,-1-5-308-16,0-4-288 0,4-3-312 0,0-4-497 15,0-6-1663-15,8-2-1348 0,-5-4 3465 0</inkml:trace>
  <inkml:trace contextRef="#ctx0" brushRef="#br1" timeOffset="172069.958">31698 4464 4044 0,'0'0'636'0,"0"0"3780"0,0 0-3188 0,0 0-259 15,0 0 111-15,0 0 56 0,0 0-400 16,4 67-356-16,-11-49 0 0,-1 1-28 16,-9 1-352-16,2 2-52 0,-1 0-60 0,0-3-16 15,0-3-288-15,4-6-460 16,4-3-220-16,5-5-560 0,-2-2-865 0,5 0-1971 16,0-7 492-16,0-8 3996 0</inkml:trace>
  <inkml:trace contextRef="#ctx0" brushRef="#br1" timeOffset="172523.308">32029 4162 6168 0,'0'0'680'0,"0"0"3461"15,0 0-3461-15,0 0-36 0,0 0 184 0,0 0 356 0,0 0-264 0,0 0-304 16,0 0-352-16,0 0-20 31,52 45-120-31,-44-39 0 0,-4 0 64 0,4 1-76 0,-8 2-100 0,0-2-12 16,0 5-8-16,0 4-104 0,-12 0 0 15,-4 3-164-15,-3 0-128 16,-2-1-8-16,-3-1 20 0,5-1 164 0,-1-7 52 16,4-5 176-16,4-1 252 0,4-3 100 0,0 0-88 15,4-9-248-15,-1-2-16 0,5-4-204 16,0-1-284-16,5-3 32 0,3-4-116 16,4 4 228-16,0 0-368 0,-4 4 432 15,3-1-156-15,-3 6 364 0,1 4 72 16,-1 3 88-16,-5 0 16 0,-3-1 112 0,4 4 144 15,0 0-28-15,5 0-332 0,-1 0-192 0,3 0-424 16,-2-2-1157-16,2 2-3331 0</inkml:trace>
  <inkml:trace contextRef="#ctx0" brushRef="#br1" timeOffset="172689.907">32273 4207 3676 0,'0'0'5492'0,"0"0"-3475"16,0 0-1721-16,0 0-28 0,0 0 348 16,0 0-104-16,0 0-164 0,0 0-348 0,0 0-12 15,95-6-700-15,-71-1-844 0,4-3-2361 16,-9 4-2479-16,9-4 5765 0</inkml:trace>
  <inkml:trace contextRef="#ctx0" brushRef="#br1" timeOffset="172840.119">32759 4146 10548 0,'0'0'2085'0,"0"0"-609"0,0 0 568 0,0 0-4 16,0 0-672-16,0 0-364 0,0 0-408 0,0 0-316 15,0 0-280-15,0 0-152 16,83-48-296-16,-63 36-432 16,-4 3-40-16,4-1-328 0,0 0-976 0,-5 1-1980 15,2-1-933-15,-6 4-551 0</inkml:trace>
  <inkml:trace contextRef="#ctx0" brushRef="#br1" timeOffset="172966.021">33002 4010 2464 0,'0'0'1020'0,"0"0"1648"0,0 0 1720 0,0 0-3203 16,0 0-225-16,0 0 480 16,0 0-300-16,0 0-388 15,0 0-220-15,0 0-224 0,47 0-156 0,-30 0-152 16,-2 0-52-16,1-3-384 0,0-3-568 16,4-1-628-16,-4 1-1016 0,12-7-2433 15</inkml:trace>
  <inkml:trace contextRef="#ctx0" brushRef="#br1" timeOffset="173324.81">33399 3832 6188 0,'0'0'1716'15,"0"0"2969"-15,0 0-3677 0,0 0-424 0,0 0 224 16,0 0 212-16,0 0-364 0,0 0-36 16,0 0-60-16,0 0-276 0,53 73-64 15,-50-50-132-15,6-9-88 0,-5 7-8 0,0-9-4 16,0 1 4-16,0-7 0 0,-1 1-4 16,5-5-52-16,-3-2-8 0,7 0-128 0,-5-9-72 15,6-1 12-15,2-6-224 0,-2 4-212 16,-2-4-112-16,-3 0-64 0,-4 4-28 0,-4-2 264 15,0 5 484-15,-4-1 152 0,-7 4 228 16,-2-7-12-16,-2 4 140 16,-6 0 64-16,-3 2-124 0,1 1-296 0,-5 0-280 15,4 2-124 1,-4 4-284-16,4 0-232 0,1 0-921 16,6 0-1179-16,-3 0-2024 0,8 0 4392 15,5-3-987-15</inkml:trace>
  <inkml:trace contextRef="#ctx0" brushRef="#br1" timeOffset="173525.707">33715 3591 64 0,'0'0'9568'16,"0"0"-8344"-16,0 0-655 15,0 0 419-15,79 44 316 0,-62-28-416 0,-2 6-308 16,-2 0-292-16,-2 0-124 0,-3 7-164 15,-8 0 76-15,0 3-76 0,0-1-76 0,-8 4-48 0,-12 4-268 0,-3-2-444 16,-9 2-40-16,8-8-1184 0,-28 10-4021 16</inkml:trace>
  <inkml:trace contextRef="#ctx0" brushRef="#br1" timeOffset="174370.009">31217 4985 888 0,'0'0'52'15,"0"0"156"-15,0 0-40 0,0 0 524 16,0 0-468-16,0 0 152 0,0 0-312 0,0 0 28 16,0 0 64-16,0 0 900 15,0 0 1304-15,12-29-724 0,-12 29-364 16,0 0 32-16,0 0 61 0,3 0-185 0,-3 0-216 15,0 0-280-15,0 0-316 16,0 0-168-16,4 3-48 0,5 4 300 16,-5 2 64-16,4 4-152 0,-1 6-128 0,6 3-60 15,-6-3-104-15,1 6 16 16,0-2-80-16,1-5 40 0,-2 2-48 16,-3-4-68-16,0 0-20 0,0-7 0 0,0-3-236 15,-4-2-328-15,0-1-240 0,0-3-220 16,0 0-428-16,0 0-957 0,0 0-1891 15,0 0 96-15</inkml:trace>
  <inkml:trace contextRef="#ctx0" brushRef="#br1" timeOffset="174542.627">31268 4966 5580 0,'0'0'340'0,"0"0"4548"0,0 0-3847 0,0 0-349 0,-92 35 112 15,69-20 200-15,-1 4-360 0,0 0-276 31,4 0-280-31,0-3-88 0,8-7-116 0,4-2-196 16,4-3-156-16,4-4-408 0,0 0-388 16,8-6-885-16,0-5-1875 15,0 3-1772-15,8-15 5784 0</inkml:trace>
  <inkml:trace contextRef="#ctx0" brushRef="#br1" timeOffset="174665.856">31281 4905 2936 0,'0'0'2240'0,"0"0"3288"16,0 0-4075-16,0 0-365 0,0 0 208 0,0 0-312 0,87-2-408 15,-67 8-384-15,0-1-192 0,-1 2-304 0,5 3-248 32,-3 2-396-32,-6 1-616 0,2-1-1393 15,-10 1-4007-15</inkml:trace>
  <inkml:trace contextRef="#ctx0" brushRef="#br1" timeOffset="175196.688">31496 5461 3180 0,'0'0'104'0,"0"0"4436"0,0 0-1588 0,0 0-1139 0,0 0-461 16,0 0-188-16,0 0-248 0,0 0-348 16,0 0-268-16,-84-51-144 0,67 61-156 15,2 5-68-15,-5 11 68 0,0 5 84 16,0 5 180-16,4-3 204 0,0 6 52 0,5 0-184 15,2-11-104 1,5 1-72-16,4-14-48 16,0-2 32-16,0-6-40 0,13-4-104 0,-2-3 0 0,5-3-8 0,8-11 4 0,0-5-204 15,4-6-200-15,0 0-160 0,0-3 0 16,-4 2 84-16,-1-2 112 16,-2 5 120-16,-6 1 104 0,1-1-68 0,-8 11 208 15,0-1 8 1,-3 4 152-16,-2 6 184 0,-3 3 76 0,0 0 12 15,4 0-52-15,-4 3-236 0,4 3-64 16,0 3 252-16,4 8-64 0,4-2-152 0,0 2-108 16,8-2-76-16,4-5 64 15,8-4 8-15,8-6-480 0,3-3-492 0,1-10-380 16,-4 1-1044-16,12-14-3393 0</inkml:trace>
  <inkml:trace contextRef="#ctx0" brushRef="#br1" timeOffset="180855.67">20833 10547 4568 0,'0'0'588'0,"0"0"3616"0,0 0-2435 0,0 0-113 15,0 0-280-15,0 0 12 0,0 0-268 0,0 0-252 16,-68 25-332-16,57-3 348 0,-2 8-196 15,6 4-52-15,-1 4 36 0,-4 10-452 16,4 2-100-16,-4 7-20 0,-4 7-4 16,-4 3-28-16,0-1-68 15,-4 1-44-15,1 0 40 0,3-6-4 0,3-8-76 16,2-8 72-16,7-8-52 0,-1-14-56 16,9-6-172-16,0-9-196 0,0-4-528 15,5-4 44-15,3-7-16 0,0-5 128 16,3-10-436-16,2-3-44 15,-2-11-204-15,2-2-61 0,-2-4 365 16,5-5 140-16,0-1 256 0,-4 1-444 0,4-8-352 0,-4 3 364 0,-4-6 428 16,0 4 272-16,0 3-364 0,-4 4 772 15,0 8 168-15,-1 11 732 0,6 6 728 16,-5 9 612-16,4 2-56 0,-4 11-432 31,3 0-328-31,6 7-235 0,-2 10 199 0,2 1-124 16,2 11-40-16,-2 2-44 0,2 5-132 15,-3 5-20-15,1 0-176 0,2 4-240 0,-2-1-148 16,-6-3 0-16,-3 4-112 16,0-4-84-16,-4 0-28 0,0-5-72 0,-4-5-172 15,0-3 12-15,0-8 156 0,4-7-216 16,-3-4-4-16,3-3-132 16,-4-2 32-16,4-4-72 0,-9 0-128 0,1-7-164 0,-3-3-268 15,-6-2-220-15,2-1 16 0,-5-2 112 0,-1-2 380 0,2 2 139 16,-5-1 61-16,0-3 316 15,0 3 152-15,1-3 152 0,2 3 108 16,10 3 192-16,2 4 129 0,5-1 251 0,4 7-104 16,4-4-180-16,12 5-48 15,9-5 104-15,2 1 104 0,9 0-192 0,0-5-216 16,3 6-108 0,1-4-192-16,1-4-48 0,-6 0-148 15,5 1-264-15,-5-5-600 0,-7 4-1016 16,8-9-3577-16</inkml:trace>
  <inkml:trace contextRef="#ctx0" brushRef="#br1" timeOffset="181131.73">21538 10218 3020 0,'0'0'80'15,"0"0"6776"1,0 0-5051-16,0 0-209 0,0 0 28 0,4 78-212 0,1-43-240 0,-5 6-160 0,0 13-300 0,4 7-208 16,-4 11-160-16,4 8-76 0,0 6 144 15,-1 7 260-15,1-2-564 16,0 1-108-16,1 0-108 0,3-7-52 16,-1 2-80-16,5-8-68 15,1-5-80-15,-2-2-248 0,6-9-200 0,-2-5-176 16,-2-4-528-16,2-7-544 15,-2-15-1785-15,2 7-2207 0</inkml:trace>
  <inkml:trace contextRef="#ctx0" brushRef="#br1" timeOffset="187228.496">24543 12023 8036 0,'0'0'5057'16,"0"0"-3573"-16,0 0-840 0,0 0-468 15,0 0-164-15,0 0 356 0,0 0 112 0,0 99 92 0,0-57-136 0,0-2-176 16,0 5-36-16,0-4-52 16,0 1-72-16,0-5-92 0,4-2-8 15,-4-3 0-15,4-6-12 0,-4-10-112 0,4-7-112 16,4-6-532-16,0-3-200 0,0 0-368 16,3-9-764-16,2-4-965 0,2-3-2411 15,-6 3 3260 1</inkml:trace>
  <inkml:trace contextRef="#ctx0" brushRef="#br1" timeOffset="187396.198">24778 12144 3616 0,'0'0'6776'15,"0"0"-5343"-15,0 0-613 0,0 0-272 0,0 0 216 16,0 0 540-16,-4 77-308 16,-4-36-288-16,0 6-396 0,0 4-200 15,5 0-12-15,-2 0 36 0,5-1 24 16,0-5-160-16,0-5-12 0,5-4-720 0,2-7-120 15,-3-10-128-15,4-3-372 0,0-7-1016 16,-4-3-2481-16,-4-3-743 0</inkml:trace>
  <inkml:trace contextRef="#ctx0" brushRef="#br1" timeOffset="187639.529">24367 12684 3356 0,'0'0'1616'16,"0"0"2340"-16,-4 69-3348 0,4-43-324 16,8 3 400-16,1-7 413 0,-1 0 235 0,3-6-248 15,2 0-148-15,6-7 32 0,-3 1-264 0,4-7-192 16,4-3-52-16,4-6-88 16,8-10-64-16,-1-3-148 0,6-7-160 15,-2-2-4-15,5-4-244 0,0-3-96 0,0 3-252 16,-4 1-252-16,-4-1-312 0,-1 6-496 15,-3 7-636-15,-11 4-825 0,-2 5-2595 0</inkml:trace>
  <inkml:trace contextRef="#ctx0" brushRef="#br1" timeOffset="188112.314">23766 13649 10392 0,'0'0'1213'0,"0"0"-685"0,0 0 48 0,0 0 200 15,0 0 216-15,44 86 80 0,-33-42-192 16,-2 7-204-16,-1 3-144 0,-1 6-124 16,2 1-48-16,-5-1-64 0,-4-3-112 0,0-2-172 15,0-2-12-15,0-9-60 0,-4-6-28 16,-1-3-144-16,1-12-164 16,4-7-24-16,0-7-276 0,0-6-208 0,9-3-516 0,-5-7-1144 15,7-7-609-15,-3 1-3251 16,5-16 4132-16</inkml:trace>
  <inkml:trace contextRef="#ctx0" brushRef="#br1" timeOffset="188450.535">24124 13758 5196 0,'0'0'5801'0,"0"0"-3777"15,0 0-1056-15,0 0-180 0,96-11 596 0,-68 11-248 16,4 0-452-16,-1 0-276 0,10-3-136 0,-5 3-212 15,3 0 0-15,-3-3-60 16,-4 3-12-16,-8 0-84 16,-4 0-16-16,-4 6-60 0,-8 5-16 0,-8 3-96 15,-5 9-12-15,-14 9 284 0,-9 6-160 0,-8 6-52 0,-4 7-64 16,0 0 100-16,-3 3 140 16,-2-3 36-16,6 3 0 0,3-3 12 15,8-4 72-15,4-3 252 0,9-9 24 0,2-3-100 16,13-9-48-16,0-7-52 0,4-4 64 0,12-6 56 15,5 1-8-15,6-4-40 0,9 0 4 16,4-3-4-16,3 0 124 0,2-3-112 16,2-3-148-16,1-1-84 0,-8 1-8 15,-1-3-88-15,-2 2-76 16,-9-2-160-16,-1-2-220 0,-7 3-136 16,-3-3-244-16,-2-1-772 0,-7-1-2108 0,1 7-1749 15,-6-7-415-15</inkml:trace>
  <inkml:trace contextRef="#ctx0" brushRef="#br1" timeOffset="189351.589">24726 13827 3064 0,'0'0'0'0,"0"0"0"0,0 0 2932 15,0 0-1632-15,0 0-352 0,0 0-92 16,0 0-92-16,0 0-248 0,0 0-88 0,0 0 21 15,0 0 91-15,-39 38 128 0,22-19 48 0,2 3-132 16,-2 4-76-16,-7 6-128 0,-4 6-140 16,0 0-64-16,-7 3-176 0,3 3-68 15,-4-3-72-15,4 1-52 0,0-7-212 16,4-4 76-16,8-5-92 0,5-8 24 16,7-1-204-16,4-8-400 0,-1-6-109 0,1 1-263 15,4-4-380-15,0 0-836 0,0 0-916 0,0 0 3452 16,9-10 52-16</inkml:trace>
  <inkml:trace contextRef="#ctx0" brushRef="#br1" timeOffset="190204.931">24949 13786 600 0,'0'0'2244'16,"0"0"3300"-16,0 0-4456 0,0 0-260 16,0 0-43-16,0 0 243 0,0 0-244 15,0 0-452-15,0 0-280 0,0 0-52 0,0 0 0 16,0 0 12-16,0 0 36 16,4 0-36-16,-4 0 52 0,0 0 116 0,0 0 136 15,0 0 104-15,0 0 136 0,0 0 48 16,0 0-88-16,0 0 0 0,0 0-92 0,0 0-48 15,0 0-116-15,0 0-112 0,0 0-60 16,0 0-16-16,0 0-20 0,0 0-40 16,0 0 36-16,0 0 28 0,0 0 8 0,0 3 40 15,0-3 12-15,-4 6-60 0,-4 4-28 16,1 1-48-16,-6 3 0 0,5 5-8 16,-3 0-44-16,2 7 52 0,-2-1-8 0,-1 3 4 0,3 4 4 15,-2 3 0-15,3-3 12 0,-1-1 0 16,5-5-4-16,1-4 164 15,3-3-12-15,-4-5 12 0,4 0-36 0,0-3 84 16,0-3 172-16,4-1-184 0,-1-3-124 16,-3-1-84-16,4-3-4 0,-4 0-80 15,0 0 72 1,0 0-48-16,0 0 48 0,4 0-36 16,-4 0 40-16,0 0 0 0,0 0-4 15,0 0-36-15,0 0 0 0,0 0-52 0,0 0-8 16,0 0 8-16,0 0-12 0,0 0 4 15,0 0-4-15,0-3 64 0,0 3 4 16,0-4 40-16,5 4 4 0,-5 0 0 0,0 0-16 16,0 0-32-16,0 0-76 0,4 0-36 0,-4 4 0 15,4 2 148-15,0 7 12 0,3-1 124 16,-3 1-116-16,1 0 0 0,-1-1 44 16,0-2-48-16,3-1-4 0,-3 1-8 0,0-1 0 15,0-2 0-15,1-1-4 16,-1 0-36-16,3 1 36 15,-7-1-36-15,4-3 40 16,0 4 0-16,0-5 8 0,-4 5 0 0,4-1-12 16,-4 0 4-16,0 1 0 0,5 0-4 15,-1-2-60-15,-1-1-40 0,-3-1-148 16,4-3-236-16,4 0-212 0,-4 0-320 0,8-7-564 16,-8 2-1092-16,0-4-2681 0,-4-4 245 15</inkml:trace>
  <inkml:trace contextRef="#ctx0" brushRef="#br1" timeOffset="190670.144">24938 13852 1056 0,'0'0'1044'16,"0"0"-352"-16,0 0 4624 0,0 0-3492 16,0 0-315-16,0 0-341 0,0 0 120 0,0 0-124 15,0 0-232-15,0 0-140 0,0-9-160 16,3 6-172-16,1-1-124 0,4-2 20 0,1-3 0 16,6-1 24-16,-3 1-48 15,4 2-60-15,0 1-92 0,0-4-20 0,4 3-48 16,-4 5-68-16,4-4-44 0,-5 0-12 15,2 1-88 1,-2 3-56-16,-2-2-176 0,-2-2-232 16,-7 4-224-16,4-2-324 0,-8 1-668 0,0-1-1008 15,0 1-1381-15,-4 0-1599 0,-11 0 3016 16</inkml:trace>
  <inkml:trace contextRef="#ctx0" brushRef="#br1" timeOffset="191101.66">24962 13786 3464 0,'0'0'64'16,"0"0"4644"-16,0 0-3540 0,0 0-304 0,0 0 29 15,0 0 83-15,0 0-44 0,0 0-116 0,0 0-184 16,-21 72-60-16,21-49 16 16,0 2-96-16,0 4-52 0,0 0-52 0,0 2-40 0,0 4-76 15,0-3-84-15,-3 0-64 31,-1-1-64-31,4 2-52 0,-5-5 52 0,1 0-56 16,0 1-4-16,-4-4 0 0,5 1-4 16,-1-2 0-16,0-1-8 15,4 0 0-15,-5-4 4 0,5 0-40 0,0-3 48 16,0-1 0-16,9-2 172 0,-2-4 40 0,1 1-52 0,0-7 0 16,4 0 60-16,4-3 100 0,-4 0-88 15,4 0 16-15,-4-3-56 0,4 0-20 16,0-7-72-16,0 4-40 0,0 0-60 0,-1-1 0 15,2 1-60-15,-2 0 48 16,-2 3-76-16,2-4 28 0,2 4-12 0,2 0-16 16,-3-3-8-16,0-1-88 0,4 1-36 15,-3 0-4-15,-2-5-32 0,1 5-40 0,-4 0-112 16,0-1-48-16,-4 1-152 0,0 0-256 16,4-3-432-16,-4-1-736 0,4 0-721 0,-5-2-1835 15,1 2-220-15</inkml:trace>
  <inkml:trace contextRef="#ctx0" brushRef="#br1" timeOffset="191586.956">25651 13706 3676 0,'0'0'7305'15,"0"0"-6457"-15,0 0-720 0,0 0 308 0,0 0 548 16,-49 85 232-16,38-46-356 16,-6 8-208-16,2 1-196 0,-1 10-120 0,-4-5-52 15,0 8-84-15,-4-5-112 0,5 2-16 16,-2-4-16-16,1-7-56 16,1-12-88-16,10-10 40 15,1-6-52-15,4-8-76 0,1-8-384 16,3 0-180-16,0-3-4 0,0-3-240 0,0-4-432 15,3-5-509-15,9-8-363 0,-3 1-156 0,2-10 100 16,6 5-84-16,-6-5 2156 16,6-3 232-16,-2 1 40 0,2-7 756 15,-6-1 224-15,6-2-484 0,-6-3 2344 16,1 2-1400-16,0 2-632 0,4 7-200 16,-4 7 12-16,4 11 208 0,-5 2 141 15,6 13-73-15,-2 0 28 0,1 6-148 0,-4 7-16 0,8 9-92 16,-8 7-128-16,8 2-84 15,-3 11-56-15,-6-1 60 0,6 4-176 0,-6 2-96 0,-3-3-128 16,0 1-60-16,-4-4-8 16,0-6-116-16,0-6-260 0,-4-4-4 0,4-5 16 15,0-4 56-15,0-4 52 0,0-5 64 0,-4-1-76 16,0-6-168-16,0 0-252 0,-8 0-576 16,-4-3-885-16,-4-7-543 15</inkml:trace>
  <inkml:trace contextRef="#ctx0" brushRef="#br1" timeOffset="191738.394">25543 14221 1344 0,'0'0'796'16,"0"0"7092"-16,0 0-5867 0,0 0-1073 15,0 0-260-15,0 0-40 0,0 0-52 16,0 0-92-16,36-74-116 0,-4 52-188 0,8 3-136 16,3-10-64-16,5 1-96 0,0-7-508 15,4 4-420-15,-4-8-436 16,-5 4-725-16,-11 10-3159 0,4-10 208 0</inkml:trace>
  <inkml:trace contextRef="#ctx0" brushRef="#br1" timeOffset="192271.639">26208 13566 3008 0,'0'0'92'0,"0"0"1200"0,0 0 2892 0,0 0-2204 0,0 0-359 15,0 0-317-15,0 0-440 0,0 0-244 16,0 0 24-16,0 0-56 0,0 0-96 0,4 13-108 16,0-13-72-16,0 0-124 15,1 4-92-15,-1-4 4 0,3 0 0 16,-3 0-12-16,4 0-80 0,4 0 0 16,-4 3-4-16,4-3 0 0,0 0 0 15,-4 0 4-15,4 0 40 0,0 0 4 0,4 0-40 16,-4 0 0-16,0-3-4 0,-5-1-8 15,6 1 0-15,-5-1-112 0,-1 4 12 16,1 0 16-16,-3 0-16 0,-1 0-60 16,0 0-40-16,-4 4 76 0,3 6 124 0,1 2 4 15,-4 1 120-15,0 3-60 0,4 3-4 0,0 3-60 16,-4 0 48-16,5 4-44 0,3-1 52 16,-5 4-48-16,5 3 32 0,-4 2-28 15,9 4 52-15,-6 0 108 0,1 3 16 16,-4 1-40-16,5-1-12 0,-6-3-52 15,1-3-8 1,0-3-64-16,0-3-8 0,-4-4 108 0,4-6 84 16,0-3-60-16,-4 0 48 0,4-7-24 15,-4 1-40-15,0-4-56 16,0 0-16-16,0-2-44 0,0-1 8 0,0-3 44 0,0 3-56 16,-4-3-48-16,-4 3 40 0,0-3-76 0,-4 4-76 15,-4-4 12-15,0 0 12 16,0 0 52-16,-4 0-92 0,-4-10-92 0,5 0-300 15,-5-5-440-15,3-1-296 0,2-6-1164 16,7 3-3101-16</inkml:trace>
  <inkml:trace contextRef="#ctx0" brushRef="#br1" timeOffset="192688.507">26993 13591 3544 0,'0'0'1836'0,"0"0"2800"0,0 0-3127 0,0 0-13 16,0 0-260-16,12 77-136 0,-4-51-284 15,0 2-76-15,0 10-56 0,0 4-188 0,4 5-128 16,-4 1-108-16,0 8-64 15,0 2-96 1,0 2-96-16,0 1 60 0,-4-4-64 0,0-3-96 16,-4-7-88-16,4-2-360 0,0-8-300 15,0-1-52-15,-1-8-8 0,6-5-232 0,-5-5-440 16,8-5-917-16,-5-6-2763 0</inkml:trace>
  <inkml:trace contextRef="#ctx0" brushRef="#br1" timeOffset="192902.989">27447 13958 9520 0,'0'0'6965'15,"0"0"-5733"-15,0 0-676 0,0 0-136 16,88-14-40-16,-52 9-72 0,-4-2-188 15,3-3-120-15,6-3-408 0,-6 1-552 0,1 2-344 0,-4 0-784 16,-8 4-3053-16,-12 3-3459 16,-12 3 7832-16</inkml:trace>
  <inkml:trace contextRef="#ctx0" brushRef="#br1" timeOffset="193042.383">27352 14177 7988 0,'0'0'6685'16,"0"0"-5749"-16,0 0-888 0,0 0 268 0,0 0 336 15,0 0 432-15,76 21-184 0,-40-21-420 16,7-7-272-16,1-1-208 0,4-3-120 0,-4-1-348 31,-4-4-520-31,-1-3-748 0,-11 6-3088 0,12-5-6177 16</inkml:trace>
  <inkml:trace contextRef="#ctx0" brushRef="#br1" timeOffset="193490.126">28396 13627 11017 0,'0'0'1748'0,"0"0"-1124"15,0 0 200-15,0 0 540 0,0 0-132 16,0 0-212-16,63 89-180 0,-51-47-216 0,4 11-180 16,1 4-28-16,-10 7 48 0,5 2-196 15,-4 1-268-15,-8 3-88 16,0 0-8-16,0-1-36 0,-8-2 20 16,0-10-292-16,4-12-184 0,1-7-112 0,3-16 24 0,3-7-280 0,5-8-736 15,9-7-680-15,2-9-2045 0,-3-4-2375 16,12-19 6624-16</inkml:trace>
  <inkml:trace contextRef="#ctx0" brushRef="#br1" timeOffset="193697.877">29053 13758 7736 0,'0'0'4329'0,"0"0"-2709"0,0 0-1224 0,0 0-208 0,-16 65 496 16,4-30 616-16,0 10-304 15,-3 3-400-15,-6 6-288 0,1 3-36 16,-4 0 112-16,-3 3 144 0,-1-6-284 0,-4-3-244 16,0-7-112-16,4-6-416 0,0-6-308 15,4-9-44-15,13-8-148 0,-2-8-344 16,13-7-352-16,0-7-1257 0,4-8-2403 16</inkml:trace>
  <inkml:trace contextRef="#ctx0" brushRef="#br1" timeOffset="193902.931">28961 13916 3048 0,'0'0'508'16,"0"0"5960"-16,0 0-4819 0,0 0-637 0,44-70 88 0,-32 70 116 15,1 3-124-15,2 10-288 0,1 6-296 0,4 6-48 16,0 4-100-16,-5 6 8 0,6 3-84 16,-1 0-12-16,-5 3-140 0,2-3-132 15,-2-3-4-15,-2-6-104 0,-6 0-128 16,-3-7-368-16,0 0-272 0,-4-7-20 15,0-2-200-15,0 0-52 0,0-4-356 16,0-3-368-16,-8-2-429 0,-3-4-1663 0,-2 3-180 16</inkml:trace>
  <inkml:trace contextRef="#ctx0" brushRef="#br1" timeOffset="194043.239">28918 14218 4500 0,'0'0'2200'15,"0"0"4605"-15,0 0-5061 16,0 0-876-16,0 0-128 0,0 0-80 0,0 0-140 0,0 0-196 15,0 0-28-15,0 0-76 0,0 0-84 16,103-46-136-16,-63 27-100 0,0-6-600 0,3-3-256 16,-2-1-320-1,-9 4-1228-15,7-10-4757 0</inkml:trace>
  <inkml:trace contextRef="#ctx0" brushRef="#br1" timeOffset="194286.955">29587 13674 416 0,'0'0'11237'0,"0"0"-9929"0,0 0-584 16,0 0 520-16,0 0 52 0,0 0-196 0,48 77-284 15,-40-56-272-15,4 2-152 0,-1 5-72 16,-2 1 24-16,-1 6 96 16,0 0 108-16,-5 7-180 0,1-1-116 0,-4 3-92 15,0 4-76-15,-7-1-84 0,3 0-56 0,-8-2-16 16,7 3-112-16,1 0-252 0,1-1-260 0,3-5-16 15,0-1-136-15,12-10-16 0,0-6 80 16,8-4 324-16,-5-9-736 0,6-5-1536 16,-2-7-2725-1</inkml:trace>
  <inkml:trace contextRef="#ctx0" brushRef="#br1" timeOffset="203221.06">25432 10531 7960 0,'0'0'1944'16,"0"0"-1340"0,0 0-408-16,0 0 565 0,0 0 751 15,91 16-572-15,-79-13-444 0,8-3 136 16,-4 0 24-16,0 0-140 0,-1 0-204 0,2-6-312 16,-6-1-100-16,2 1-428 0,-5 0-480 0,-5-1-372 15,-3 1-1225-15,0 0-3435 0</inkml:trace>
  <inkml:trace contextRef="#ctx0" brushRef="#br1" timeOffset="203570.482">25424 10566 4804 0,'0'0'2252'15,"0"0"-968"-15,0 0-376 0,-5 70 76 16,5-44 421-16,0-1-153 0,0 0-372 15,0 4-104-15,-4 2-196 0,0 4-152 0,-3 4 72 16,-6-2-244-16,5 8-144 0,-7-1-112 16,2-2-48-16,6 2-52 0,-5-2-44 15,3-1 68-15,6-4 72 0,-5-1 4 16,8-7 76-16,0-1 40 0,0-6-52 16,0 0 88-16,0-3-40 0,8-3 36 0,-5-2-36 15,6 0-12-15,-1 0-48 0,-1-5 20 16,1 4 104-16,1-4-16 0,2-2-24 0,1 2 0 15,8 0-84-15,1 1 48 0,3-3-52 16,8-1 0-16,7 1-48 16,5-7-52-16,8 0-12 0,0-7-280 0,8-2-392 15,-1-7-268-15,-4 0-244 0,5-3-728 0,-19 3-2257 16,19-3-2207-16</inkml:trace>
  <inkml:trace contextRef="#ctx0" brushRef="#br1" timeOffset="204471.234">26862 10144 7988 0,'0'0'2528'16,"0"0"-907"-16,0 0-561 0,0 0-16 15,0 0 168-15,0 0-444 0,0 0-492 16,0 0-156-16,0 0-120 0,0 0-100 16,0 0 12-16,-16 0 80 0,16 0 8 0,4 0-72 0,4 0 72 0,3 3 12 15,2 0 112-15,2-3-24 16,2 0-92-16,-6 0-4 0,6 0-8 0,-2 0 0 15,1 0-72-15,0-3-184 0,0-4-224 16,0 4-16-16,0-3-32 16,0 0 16-16,-4 3 32 0,-4-1 40 0,0 4-44 15,-5 0-48-15,2 0 24 0,-5 7 496 0,0 5 16 16,0 1 256-16,0 3 28 0,0 0-16 16,-5 3 52-16,2 4 24 0,-5-1-88 0,4 3-92 15,0 4 52-15,-4-1-60 0,4 7-16 16,0 1 60-16,4 1 28 0,-4 8 0 15,4-1 0 1,0 0 0-16,0 5-104 0,0-5-60 16,-4 0 12-16,4-3 60 0,-4 1 116 0,4-5-40 15,0 2 68-15,0-1-16 0,0-7 48 16,0 1-140-16,0-3-60 16,0-4-60-16,4-6-52 0,0 0 0 0,0 1-76 0,0-5 24 0,0-2 48 15,-4 0 4-15,4-4-40 0,0 0 40 16,0 1 0-16,-4-4 8 15,0-2 80-15,4 3 36 0,-4-5-48 0,4-2 20 16,-4 3-8-16,0-3 12 0,0 0-12 16,0 0 20-16,0 3 16 0,0-3-36 15,0 0-84-15,4 0-4 0,-4 0-4 16,0 0 0-16,0 0-8 0,0 0-40 16,0 0 52-16,0 0 16 0,0 0 68 0,0 0 40 15,0 0 36 1,0 0 0-16,0 0 52 15,0 0 32-15,-4 0 0 0,-4 0-244 0,0 0-148 16,-4-3-36-16,0 3-40 0,1-3-60 16,-6 3-48-16,1 0-64 0,-4-2 36 0,0-2-100 15,1 4 148-15,-1-3 24 16,-5-1-4-16,1 4-96 0,1-6-116 16,-1 3-240-16,0 0-184 0,0-4-492 0,5 1-357 15,2 3-983-15,-3-7-1724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16:23.8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28571 9563 208 0,'0'0'2780'0,"0"0"-1100"0,0 0-704 0,0 0-532 16,0 0-144-16,0 0-16 16,0 0-204-16,0 0 24 0,0 0-52 0,-72 47 144 15,56-25-40-15,-4 3 140 0,1 8-24 16,-5-1 28-16,0-1 388 0,0 8-236 16,-4-2 168-16,4 8-88 0,-4 3 113 15,0 5-105 1,-3 8-116-16,-1 2-12 0,0 4-184 0,-5 10-60 15,2-2-4-15,-5 8-160 0,0-3 252 16,5 2-128-16,-2 1 64 0,5-4 72 16,0-5-60-16,9-2-192 0,-1 1-12 15,4-6-8-15,4 3-40 0,4-4-120 0,0 5 56 0,5-2-28 0,-2 4-28 16,1 0-72-16,4 0-104 0,-3-3-156 31,3-3 52-31,-5-4 152 0,1-5 180 0,1-2 24 0,-1-5 92 16,-1 0 92-16,-2-4 60 0,-2-2-144 0,5-3-8 15,-7-1-8-15,2 1-92 16,6-5-16-16,-5 1 116 0,3-3-4 16,6 0 4-16,-1-4 0 0,0 4 52 15,0 1 152-15,4-1 80 0,0 2 188 0,0 2-12 16,8 3 0-16,-4-2-64 16,4-3-232-16,0 5-152 0,4-7-12 0,-5 0-8 15,10-3 8-15,-6-1 332 0,6-1-208 16,-2-2-36-16,5-2-88 0,1-1 12 15,-2 0 24-15,5 1-32 0,4 2 112 0,0-3-68 0,8 4 4 16,-1 0 0-16,10-4-52 0,2 0 0 16,9 2-84-16,8-8-8 15,-1-5 80-15,14 3 12 0,-2-11 88 0,13 1 52 16,3-7-24-16,5 0-68 0,7-4 40 16,5-5 12-1,-1-1 16 1,9 0-28-16,0-1 64 0,3 0 172 0,1-4 208 0,7 2 40 0,5-6-236 0,8 0-112 15,-5-7 36-15,8 1-60 16,-4-3 20-16,1-8 140 0,3 4 228 0,1-5-228 16,-4-4-140-16,3-7-172 0,-7-7-48 15,-1-5 0-15,-8-3-60 16,-7-10-4-16,-5 0-8 16,-11-7-16-16,-1 1-32 0,-11-3-64 0,-1-4-40 0,-3-3-56 15,-16-1-104-15,-4 2 160 0,-12-1 128 0,-13 0 88 16,-7-3-80-16,-12-3-24 0,-4 0 52 15,-4-4-64-15,-12 0-40 16,-4-2-344-16,-4 0 508 0,-16-1-112 0,-7 0 24 0,-5 1 24 16,-13 2 16-16,-2-2 4 0,-5 0 44 15,-4-1 16-15,-8 4-16 0,1-1-52 16,-5 0 8-16,1 4 40 16,-10 3-104-16,6 6-20 15,-9 1 64-15,-4 5 60 0,1 7-248 16,-5 7-88-16,-3 5 100 0,-1 7-88 15,0 7 64-15,-3 5-128 0,7 10 292 0,0 4-116 16,4 0 36-16,5 5 56 16,3 1 112-16,4 0-112 0,5 3 124 0,-1 3 8 15,0 4 56-15,0 1-64 0,1 5-64 0,-9 4-104 0,0-2 24 16,-8 4 144-16,1 0 140 0,-1 4-12 16,-3 1-120-16,-1 9-4 0,-4-2-4 15,-3 4 0-15,3 6-64 0,-7-3-24 16,-1 7 32-16,5-4 56 0,-6 3 116 0,6-3-108 15,-5 7 44-15,9-1-16 0,3 4-36 16,5 6-124 0,-1 3-172-16,8 1-1408 0,0 5 687 15,0 1 241-15,13-3-284 0,15-10-1176 0,-4 2-2172 16</inkml:trace>
  <inkml:trace contextRef="#ctx0" brushRef="#br0" timeOffset="19904.819">6374 15100 2420 0,'0'0'0'16,"0"0"0"-16,0 0 2532 0,0 0 588 0,0 0-1760 0,0 0-556 15,0 0-224-15,0 0 65 0,0 0 495 16,0 0-552-16,68-13-128 0,-48 10-40 15,-1 0-44-15,2 1-20 0,-1-3-40 0,-1 3-104 16,5-5-48-16,4 4-100 16,-3-4 0-16,3 4-24 0,0-3-40 15,0 3-76-15,-2 0-24 0,2 3-76 0,4-3 52 16,0 3-380-16,1 0-44 0,-1 0-48 31,0 0 124-31,3 0 164 16,1 0 4-16,7 3 136 0,6 0 168 0,3-3 512 0,-1 0-512 15,5 0-52-15,4-3-12 0,-4 0 56 16,7-4 16-16,1 1-4 0,4 0 4 0,8-4-8 0,-5 4 192 16,13-5 256-16,-1-1 48 0,5 3-496 0,0 0-12 15,3-5 12-15,5 5 76 16,-1-4 40-16,10 1 60 0,-2-1-100 0,4 0-72 16,1 0 48-16,4 4-16 0,-5-1 16 15,5 1-52-15,3 0 0 16,-3 2 0-16,7-2 4 0,1-1 104 0,4 4-108 15,-1-3 16-15,1 2 60 0,7 1-64 0,-4 0-12 16,1-1 0-16,4 1-4 31,3-4 4-31,0 3-4 0,5-1 4 0,0 1 8 0,-1 0 80 0,4 0-24 0,0 3-60 0,1-3-4 16,0-3-52-16,-1 3 16 16,4 4 36-1,1-3 12-15,3 2-12 0,1 1 8 16,-1 1-8-16,1-2 0 0,-6 1-56 15,6 3 56-15,-4-3 48 0,3-4-36 0,-3 7 64 16,3-6 64-16,1 3 60 0,-6-3-36 16,2-1-40-16,-1 1-48 0,-8 0 100 15,1-4 0-15,0 1-36 0,-5 2-40 16,0-2-24-16,-2 0-76 0,-6-2 4 0,-4 5-8 16,1-7-4-16,-8 5-4 0,-1-3-76 15,-3 1 88-15,-5 1 0 0,-3-3 0 0,-1 2-56 16,-7 0 44-16,-5-2 8 0,-7 2 0 15,0 4 0-15,-12-3 4 16,-5 2 0-16,-3-2 36 0,-8 6 28 0,-8-4-4 16,-5 1-48-1,-7 3 56-15,-4-4-56 0,-8 4-12 0,-8-1 0 16,-8 4-240-16,-4-2-400 0,-4 2-612 0,-12 0-828 16,-4 0-3617-16,-27 0 25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15:44.39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2151 870 8896 0,'0'0'4445'16,"0"0"-3629"-16,0 0-44 0,0 0 56 15,-80 3 600-15,76 0-372 0,4-3-244 0,0 3-260 16,4-3-428-16,12 7-64 16,12 2 36-16,12 4 348 0,16 3 104 0,4-1-196 15,3 1-144 1,5-6-160-16,-4-4-44 0,-4-6-4 16,-1 0-60-16,-7-9-76 0,0-4-108 15,-8-3-12-15,-4 3-180 0,-5-2-152 0,-11 2-284 16,-8 4-512-16,-4 5-1512 0,-12 4-3581 15</inkml:trace>
  <inkml:trace contextRef="#ctx0" brushRef="#br0" timeOffset="227.987">2342 1111 12149 0,'0'0'1328'16,"0"0"-1252"-16,-4 89 104 0,4-45 720 15,0 17 308-15,4 3-140 16,0 2-272-16,9 7-68 0,-6 3-384 0,5 0-144 16,-4 3-68-16,0-5-56 0,0-4-76 15,-4-9-140-15,4-9 40 0,-8-7-180 16,3-13-164-16,-3-3-104 0,0-10-244 16,0-7-64-16,0-6-188 0,-3 1-272 15,-1-7-884-15,-4-2-2665 0</inkml:trace>
  <inkml:trace contextRef="#ctx0" brushRef="#br0" timeOffset="387.903">2239 1727 9940 0,'0'0'2165'15,"0"0"-1025"-15,0 0 308 0,0 0-76 0,0 0-172 16,79-32-528-16,-47 32-228 0,4-3 476 0,0 3-368 16,4 0-320-16,3 0-232 15,2-3-92-15,-2-1-104 0,1 4-136 0,-4-2-196 16,3 2-272-16,2 0-92 0,-6 6-1416 15,-7 0-2577-15,8 10-4279 0</inkml:trace>
  <inkml:trace contextRef="#ctx0" brushRef="#br0" timeOffset="738.264">3442 1689 14161 0,'0'0'1764'0,"0"0"-1488"0,0 0 40 0,0 0 160 16,-104 25 20-16,72-12-160 0,4 9-4 0,1 0 0 16,-1 7 64-16,4 3-52 0,4 3-60 15,4 3-64-15,8 1-48 0,0-6 8 16,8-3-104-16,0-9-76 0,0-5-68 0,4-9-28 16,4-7-148-16,0 0 12 0,8-10 232 15,0-5 316-15,4-4-60 0,3-11-256 16,-2-3-272-16,-1-3-256 0,-1-2-120 15,2 3 40 1,-6 2 264-16,1 8 192 0,-4 10 4 16,4 2 0-16,-8 10 148 0,4 3 172 15,0 10 288-15,-4 3 108 0,3 6-112 0,-2 6-24 16,-1 0-116-16,0 0 112 16,-5-3-132-16,6 1-100 0,-1-7-196 0,0-3-260 0,4-4-92 15,0-6-88-15,-1-3-64 0,6 0-448 0,-2-3-1768 16,5-13-3525-16</inkml:trace>
  <inkml:trace contextRef="#ctx0" brushRef="#br0" timeOffset="939.984">3948 1698 14809 0,'0'0'2236'15,"0"0"-1800"-15,-40 67 480 0,29-38 828 16,-6-2-332-16,6 0-575 0,-2-5-449 15,9-3-252-15,0-6-136 0,4-1-48 0,0-2 0 16,8-1-72-16,5 2-96 0,-2-6-100 16,1-2-61-16,8-3-75 0,0-3-32 15,0-9-68-15,4-4-156 0,-4-10-620 16,4-6-1040-16,-5 4-1800 0,9-26-2381 0</inkml:trace>
  <inkml:trace contextRef="#ctx0" brushRef="#br0" timeOffset="1297.172">4187 914 11609 0,'0'0'1372'0,"0"0"-1296"0,0 105 496 0,4-45 356 0,0 10 308 15,3 13-220-15,2-1-72 0,3 6 120 16,8 2-404-16,4 2 200 0,-1-6-204 0,5-10-532 16,-4-13-124-16,1-9-52 0,-1-15-32 15,-1-8-232-15,-3-8 60 16,-5-10-112-16,-2-5-440 0,-5-4-288 0,-8-4-680 0,0-7-80 31,-8-4 164-31,-12-6-673 0,-8-5-107 16,-8-4 992-16,-7-5 724 0,-6-4 640 15,-7-1-120-15,-3-2 236 0,4 4 664 16,-1 8 896-16,11 7 372 0,17 7 325 0,13 8-109 16,7 4-456-16,8 0-936 0,4 0-580 0,11 4-76 15,13-4 148-15,8 3 312 0,12-3-64 16,12-10-248-16,4-6-100 0,3-7-60 15,1-2-88-15,0-2-368 0,0-3-724 0,-4 8-64 16,-1 3 328-16,-7 4-976 16,-16 5-2569-16,-4 7-3339 0</inkml:trace>
  <inkml:trace contextRef="#ctx0" brushRef="#br0" timeOffset="1613.413">2390 2769 17313 0,'0'0'1728'0,"0"0"-1384"0,0 0-148 0,0 0 24 16,0 0 356-16,0 0-200 15,0 0-204-15,0 0-172 0,0 0 0 0,0 0 172 16,0 0 180-16,115 38-112 0,-38-49-116 0,2-1-15 15,12 3-97-15,13-1 12 16,4-3-24-16,11 5-133 0,5-6 61 16,7 5 8-16,1-4-128 0,-1-3 108 0,-7 0 32 15,-1-3-32 1,-3 0-72-16,0-6 152 0,-9 0-72 0,4-5-56 0,-7 2 8 16,0 2-92-16,-9 1-164 0,-4 3-380 15,-11 0-632-15,-3 3-892 0,-26 3-1776 16,9 0-1701-16</inkml:trace>
  <inkml:trace contextRef="#ctx0" brushRef="#br0" timeOffset="2205.805">6865 1207 8140 0,'0'0'6465'16,"0"0"-5709"-16,0 0-516 0,0 0 312 15,95 34 500 1,-52-27-52-16,10-4-136 0,3 0-264 0,0-3-256 16,0-6-172-16,-5-4-172 0,1-2-100 15,0-5-68-15,-5 4-116 16,-2 1-132-16,-6-1-580 0,-3 4-780 0,-16 2-2516 0,-8 4-4225 16</inkml:trace>
  <inkml:trace contextRef="#ctx0" brushRef="#br0" timeOffset="2363.007">7287 1527 7008 0,'0'0'8273'16,"0"0"-7201"-16,-20 89-800 0,20-42 16 15,-4 7 408-15,0 6 156 0,4-2-248 16,-4-4-320-16,4-6-284 0,0-11-356 0,0-2-384 16,0-6-200-16,0-4-176 15,-5-3-152-15,2 1-204 0,-9-7-720 16,4-7-857-16,-20 7-1599 0</inkml:trace>
  <inkml:trace contextRef="#ctx0" brushRef="#br0" timeOffset="2511.122">6960 2194 7192 0,'0'0'2192'0,"0"0"-1156"0,0 0-379 0,0 0-13 0,0 0-92 15,0 0-28-15,0 0 456 16,0 0 264-16,80 9 80 16,-36-5-32-16,8-2-352 0,-1-2-348 0,5-2-64 15,0-11 144-15,0 0-356 0,0-5-316 16,-5-8-12-16,5-3-280 0,-8 1-664 0,3-8-808 15,-14 13-2520-15,2-14-6069 0</inkml:trace>
  <inkml:trace contextRef="#ctx0" brushRef="#br0" timeOffset="2672.628">8004 1876 16817 0,'0'0'2192'16,"0"0"-1628"-16,0 0 84 0,84-6 24 0,-52-10-272 15,0 0-216 1,3-9-184-16,1-7-84 0,0-10-320 16,3 1-352-16,-2-6-284 0,-5-2-876 15,-9 16-2068-15,1-19-2785 0</inkml:trace>
  <inkml:trace contextRef="#ctx0" brushRef="#br0" timeOffset="2941.228">8111 1241 11549 0,'0'0'1512'16,"0"0"-1436"-16,-15 73 244 0,11-35 444 16,4 6 448-16,0 1-92 0,11 6-164 0,2 3-200 15,6 2-276-15,5 2-196 0,1 9-64 16,3 0-220-16,3 2-8 16,-3 1-4-16,-1-3-60 0,1 0-28 0,-4-4-24 15,1-2 112-15,-10-4 0 0,1-7 4 16,-8-2 8-16,0-10 44 15,-8-6 8-15,0-3 32 0,-4-7 16 0,-8-7 8 16,-8 1-12-16,-3-6-96 0,-10-4-220 16,-6-3-100-16,-9-3-200 15,-8-3-332-15,-3-9-132 0,-5-1-276 0,-7-6-664 0,18 3-773 16,-27-17-3103-16</inkml:trace>
  <inkml:trace contextRef="#ctx0" brushRef="#br0" timeOffset="3480.482">10594 955 9440 0,'0'0'2181'0,"0"0"-809"0,0 0-428 0,0 0 192 0,0 0 64 15,-12 93-128-15,7-49-144 0,2 10-188 0,3 16-224 16,0 9-124-16,0 14-16 0,0 11 152 16,0 11-116-16,-8 2-316 15,-4 3-96-15,0-8 0 0,0-11-4 0,1-12 4 16,2-19-120-16,5-16-64 0,0-16-8 16,4-16-164-16,0-13-192 0,8-9-556 15,4-9-356-15,4-17-92 0,-4 1-2392 0,8-33-2117 16</inkml:trace>
  <inkml:trace contextRef="#ctx0" brushRef="#br0" timeOffset="3729.031">11084 983 4408 0,'0'0'7173'0,"0"0"-5613"0,0 0-364 0,-4 109 92 15,0-52-84-15,-8 10 112 0,0 9-280 16,-4 9-192-16,0 8-368 0,-8 2-268 0,4 3-124 16,-3-3-84-16,2-2-96 15,1-14-12-15,1-13-100 0,2-18 72 16,6-16-48-16,7-16 40 0,0-10-140 0,-1-6-268 16,5-6-396-16,-3-16-604 0,3-10-932 15,0-15 56-15,8-11-113 0,-4 10-551 16,8-37-2140-16</inkml:trace>
  <inkml:trace contextRef="#ctx0" brushRef="#br0" timeOffset="4041.664">11060 1155 6460 0,'0'0'3140'15,"0"0"-1563"-15,0 0-345 0,91 35 364 0,-63-6-120 0,4 9-604 16,-8 7-276-16,1 2 52 0,-2 4-4 0,1 6-76 16,-4 0-16-1,-1 10-136-15,-2-4-184 0,-2 4-48 16,-2-4-48-16,-9-9-84 0,-4-2-52 0,0-15-8 15,0-8-40-15,-4-6-112 16,-4-15-292-16,-8-1-88 0,0-7-300 0,-8-3-436 16,0-13-340-16,-8-10 136 0,-4-2 244 15,1-10-188-15,-6-3-577 0,-2-3-155 16,-2 0 12-16,2-2-100 0,7 11 1200 0,12 7 1044 0,5 9 2428 16,14 10 264-16,5 4-576 0,5 5-912 15,10 5 409-15,6 1 47 0,7 2-288 16,7 6-264-16,1-5-216 0,3-2-84 0,1-4-312 15,8-3-188-15,-4-10-208 16,4-13-100-16,0-4-280 0,-4-15-636 0,-1-2-252 16,1-7-796-16,-16 10-2585 0,8-20-4043 0</inkml:trace>
  <inkml:trace contextRef="#ctx0" brushRef="#br0" timeOffset="4245.998">11717 788 5956 0,'0'0'7269'15,"0"0"-6493"1,0 0-460-16,0 0 492 0,24 85 364 16,-20-50 160-16,5 6-184 0,2 6-264 15,-3 8-356-15,4 5-28 0,0 3-72 16,-4 14-112-16,0 5-184 0,0 6-60 0,-4 8-72 16,0 0-132-16,0-4-380 15,-4-3-72-15,0-7-136 0,0-9-192 16,0-9-596-16,4-14-1128 0,-4-15-2433 0,3-9-1059 0</inkml:trace>
  <inkml:trace contextRef="#ctx0" brushRef="#br0" timeOffset="4864.424">12813 1577 8188 0,'0'0'4889'16,"0"0"-3641"-16,0 67-240 0,-4-32-252 0,0 3-140 16,-3 1 56-16,2 1 84 15,-3-4-212-15,4-5-164 0,-4-2-256 0,5-10-28 16,3-3-96-16,-4-10-84 0,4 0-124 31,0-6-152-31,0 0-640 0,0-2-268 0,0-8-864 16,0 4-2721-16,-9-20-4471 0</inkml:trace>
  <inkml:trace contextRef="#ctx0" brushRef="#br0" timeOffset="4990.671">12622 1400 8412 0,'0'0'6429'16,"0"0"-4981"-16,0 0-524 0,0 0-32 15,0 0-276-15,0 0-352 0,0 0-264 0,0 0-260 16,0 0-208-16,84-80-784 0,-65 68-1240 15,13 2-3985-15</inkml:trace>
  <inkml:trace contextRef="#ctx0" brushRef="#br0" timeOffset="5293.037">13208 1457 13281 0,'0'0'2192'16,"0"0"-1260"-16,0 0 28 0,0 0 276 15,-45 73-376-15,38-54-332 0,3 3-260 16,0-5-192-16,4-3-76 0,0 3-52 16,0-4-8-16,11-4 12 0,2 1 48 0,2-1 0 0,2 1-4 15,7-1-84-15,-5 1-44 0,5 3 84 16,-3-1-16-16,-2 1-20 0,1 4-4 16,-1-3-20-16,-2 2 32 0,-1 4-8 15,-4-1 84-15,-1 0 0 16,-7-3 0-16,-4 3-4 0,0-3-84 0,0-4-120 15,-7 4-160-15,-1-3-40 0,-9-4-72 0,2 2-140 16,-1-6-280-16,-4 2-548 0,-4 0-852 0,8-7-2189 16,-20 2-3431-16</inkml:trace>
  <inkml:trace contextRef="#ctx0" brushRef="#br0" timeOffset="5888.118">14259 1565 8068 0,'0'0'2176'15,"0"0"-475"-15,0 0-81 0,32 86-136 16,-24-48-148-16,1 0-304 16,-6-3-236-16,-3 3-256 15,4-6-268-15,-4-4-272 0,0-5-24 0,4-8-136 16,-4-5-112-1,0-7-456-15,0-3-504 16,4-9-784-16,-4-1-2181 0,0-22-3959 0</inkml:trace>
  <inkml:trace contextRef="#ctx0" brushRef="#br0" timeOffset="6029.075">14147 1314 9412 0,'0'0'2413'0,"0"0"-1313"0,0 0-232 0,0 0 20 15,0 0-296-15,77 6-440 0,-49-2-152 0,0-1-556 16,-9-3-1056-16,13 6-1653 16</inkml:trace>
  <inkml:trace contextRef="#ctx0" brushRef="#br0" timeOffset="6438.902">14546 1565 8732 0,'0'0'1672'16,"0"0"-1236"-16,0 0-191 0,0 0 631 15,0 0 300-15,0 0-156 0,0 0-84 16,28 73-232-16,-16-54-100 0,-4 0-116 16,-4 0-28-16,4 0-236 0,-4-6 12 0,0-1-140 15,0-2-96-15,-4-3-4 0,4-1-120 16,-4-6 64-16,0 3-4 0,4-3 52 0,0 0-136 31,0-3 0-31,3-3 148 0,2-6 8 0,-1-2 44 16,3-2-52-16,-2-3-12 15,3 3 0-15,-1-6-100 0,2 3 0 0,-2 0 100 16,2 0-136-16,2 0 60 0,-3 0 12 16,0 3-48-16,-4 3 12 0,0 0-24 0,4 7 60 15,-4 3-48-15,0 0-12 0,1 3 136 16,2 6 280-16,1 7 184 0,0-1 144 15,0 7-188-15,-1 4-84 0,-2 3-52 16,-1 2 220-16,0-3-64 0,-8 0-324 0,3-2-116 16,1-7-100-16,1-3-132 0,-1-4-100 15,4-3-332-15,-1-2-388 0,2-4-644 16,-1 0-1248-16,7-10-2469 0</inkml:trace>
  <inkml:trace contextRef="#ctx0" brushRef="#br0" timeOffset="6678.293">15160 1607 5092 0,'0'0'9717'0,"0"0"-8265"0,0 0-1440 0,0 0 360 15,0 0 440-15,0 0 668 0,99 69-300 0,-55-66-460 16,0-3-320-16,4 0-96 15,-1-6-220-15,2-4-84 0,-1-2-340 16,-5-1 244-16,-3-6-540 0,0 0 64 0,-8-7-1160 16,-9 4-1064-16,-2 3-1052 0,-14-3-1045 15</inkml:trace>
  <inkml:trace contextRef="#ctx0" brushRef="#br0" timeOffset="6930.486">15379 1289 1788 0,'0'0'5472'0,"0"0"-4084"0,0 0-416 0,0 0 369 16,0 0 227-16,0 0-100 16,-52 76-4-16,64-45-232 0,0 11-188 0,4 3 32 0,4 5-156 15,0 8-384-15,-4 2-216 0,-1 6-140 16,2 5-116-16,-6 1-56 16,-3 5-4-16,1-5 8 0,-5-1-12 0,-4-2-64 15,0-5 16-15,-4-4 40 16,-9-6 8-16,2-4 48 0,-1-6 28 0,-4-5-4 15,0-4-60-15,0-9 72 0,-1-8 28 0,10-5-4 0,-5-2-12 16,4-11-96-16,0 0-156 0,0-7-380 16,4-10-236-16,-4-8-48 0,5-16-388 0,3-6-940 15,-5 5-2236-15,5-21-2077 0</inkml:trace>
  <inkml:trace contextRef="#ctx0" brushRef="#br0" timeOffset="7116.167">15917 1727 12377 0,'0'0'2124'0,"0"0"-1112"0,0 0-400 0,28 73 280 0,-28-35 64 15,0-3-116-15,-9 3-44 0,2 0-320 16,-5-6-204-16,4-4-272 0,0-2-36 16,0-1-112-16,0-5-172 0,0-5-440 0,4-5-472 15,-4-7-604-15,4-3-1980 16,-8-10-3913-16</inkml:trace>
  <inkml:trace contextRef="#ctx0" brushRef="#br0" timeOffset="7246.294">15849 1546 12669 0,'0'0'2340'0,"0"0"-856"0,0 0 428 0,0 0-916 0,0 0-752 0,87-13-68 15,-66 10-176-15,-5 3-268 16,7 0-248-16,-3 0-732 15,-8 3-900-15,8 1-3409 0</inkml:trace>
  <inkml:trace contextRef="#ctx0" brushRef="#br0" timeOffset="7525.101">16243 1705 13357 0,'0'0'2180'0,"0"0"-1604"0,0 0-220 0,17 83 936 16,-17-58 104-16,0 0-260 15,0-6-356-15,0 0-448 16,0-6-276-16,0-7-56 0,3 1-8 15,1-7-92-15,4 0-252 0,4-7 96 0,4-5 88 16,0-8-176-16,5-2-144 0,-2-3 44 16,-3 0 100-16,4 3 88 0,-8 5 8 0,0 2 52 15,-5 8 60-15,2 4 136 16,-5 3 124-16,0 6 456 0,-4 7 276 0,4 6-204 16,-4 0-252-16,0 6-44 0,0-2-152 0,4-1-80 15,-1 0-52-15,1-6-60 0,1-6-12 16,7-4-96-16,-5-3-320 15,1-3-96-15,9 0-60 0,-2-9-228 16,5-8-356-16,4 2-668 0,-3-1-3116 0,10-10-4565 0</inkml:trace>
  <inkml:trace contextRef="#ctx0" brushRef="#br0" timeOffset="7678.018">16957 1689 15161 0,'0'0'2368'16,"0"0"-1736"-16,0 0 12 0,-12 88 668 15,4-56-216-15,-4-3-231 0,4-4-417 16,4-8-412-16,-4-5-36 0,8-6-72 0,-4 1-64 0,4-7-336 16,0 0-281-16,0 0-187 15,0-7-460-15,0 1-1736 0,0-16-2901 0</inkml:trace>
  <inkml:trace contextRef="#ctx0" brushRef="#br0" timeOffset="7867.187">16877 1216 9960 0,'0'0'1957'0,"0"0"-1237"0,0 0 148 16,0 0 360-16,0 0-168 0,0 0-68 16,12 67-396-16,-8-58-532 0,0-3-64 15,0 4-488-15,0-1-652 16,0-2-1300-16,-4 6-5021 0</inkml:trace>
  <inkml:trace contextRef="#ctx0" brushRef="#br0" timeOffset="8792.154">17446 1146 8672 0,'0'0'3137'0,"0"0"-2061"16,-23 73-844-16,14-29 176 0,2 13 672 15,-5 4 352-15,0 9-44 0,4-1-188 0,4 2-436 0,0-5-264 16,4-3-252-16,0-9-176 0,0-7 76 0,12-5 108 16,0-13 120-16,4-4 316 15,4-9-479-15,4-3-213 0,-1-3-61 0,5-8 1 16,-4 3-160-16,4-5-292 0,-3-7-72 16,-10-3-76-16,1-3-112 0,-4-3-300 15,-8 1-420 1,-4-2-84-16,0-1 144 0,-8-1-116 15,-12-3-969-15,-3-4-91 0,-5-3 760 0,-4 2 1848 16,-4-9 40-16,-1 1 352 0,-2 3-212 16,7 7 236-16,4 5 1132 0,4 8 620 15,5 9-207-15,6 3-453 0,2 0-464 16,3 0-284-16,4 3 8 0,-1 1 36 16,5-1-92-16,0-3-228 0,9 3-300 0,-1-3-84 15,7 0 136-15,5 0-52 0,8 0-184 16,0-3 0-16,8-7-384 0,-4-2-372 0,3-5-116 15,1-2-236-15,1 0-448 16,-5 0-708-16,-4 3-577 16,-5 4-163-16,1 2 660 0,-8 4 1196 0,0 6 1148 0,-4 0 860 15,-4 6 1252-15,0 7 60 16,-4 3-252-16,-1 6-460 16,1 7-247-16,1-1-37 0,-1 3-144 0,0 1-300 15,0-6-164-15,3-4-192 0,6-3-224 16,2-6 24-16,6-4 4 0,7-6 244 0,0-3-32 0,3 0-392 15,5-12-100-15,-4-1-692 0,0-6 40 16,-4 0 488-16,-4 3-420 16,-9 3 164-1,-3 4 520-15,-7 6 152 0,-5 3 772 0,-5 3 324 16,-10 6-140-16,-6 7 276 0,-3 3-352 0,-8 3-176 0,5 7-136 16,-1 3-296-1,4-4-191-15,4 0-89 0,8 2-60 0,5-8 24 16,2 0-60-16,5-6-48 0,12 0-12 0,12 0-60 15,3-3 72-15,18-4 92 0,2-6 112 0,5 0-204 0,8-3-60 16,0-6-84-16,0-3-308 0,0-4-349 16,-4-3-235-16,-5 0-732 0,-15 4-2320 0,8-8-2669 15</inkml:trace>
  <inkml:trace contextRef="#ctx0" brushRef="#br0" timeOffset="9861.7">10646 3823 236 0,'0'0'1784'0,"0"0"4220"0,0 0-2795 15,0 0-853-15,0 0-660 0,0 0-152 0,0 0-152 0,0 0-248 32,0 0-240-32,0 0-172 15,0 0-184-15,11 15-111 0,-7 4-49 16,0 10-24-16,0 6-60 0,5 9-40 0,-2 10-92 15,1 4 20-15,0 5 84 0,1 7 64 16,-6 4-76-16,5 3-180 0,-4 10-36 16,-4-1-48-16,4 3-28 0,-4-1 28 0,0 2 0 0,0-7 0 15,0-8-72-15,5-8-24 0,-1-14-36 0,-1-15-24 16,5-8-76-16,-4-9-152 0,4-8-112 16,-3-6-48-16,2-4-76 15,1 0-281-15,0-3-455 0,4-3-340 16,-4 0-1384-16,0-13-3477 0</inkml:trace>
  <inkml:trace contextRef="#ctx0" brushRef="#br0" timeOffset="11197.008">11339 4235 5004 0,'0'0'128'0,"0"0"4960"0,0 0-2859 0,0 0-269 0,0 0-448 16,0 0-108-16,0 0-180 16,0 0-292-16,0 0-196 0,0 0-248 0,-4-3-208 15,12 3-120-15,12 0-148 0,4 0 132 16,12-3-20-16,7 3 20 0,1 0-24 0,4-3-68 15,-4 0-40-15,3 3-12 0,-2-4-60 16,-2 1-36-16,-3 3 0 0,0-3-40 16,-4 0-20-16,-4 0 20 0,-4-1 52 15,-4 4-24-15,-9 0-88 0,-7 0-24 0,-4 4-84 0,-4 5-16 16,0 7 100-16,-8 6 212 0,-3 10-88 16,-10 6 20-16,-3 6 68 0,-8 4 8 15,1 0-4-15,-9 5 4 0,0 5 0 16,-8-1 100-16,1 3-28 0,-1 1 16 15,0-1 20-15,0-3 28 0,5 1 84 32,6-8 12-32,5-8-36 0,9-8-52 0,7-9-60 15,4-6-84-15,8-8-40 0,4-6-44 0,0-2 84 16,4 1 0-16,15-1 236 0,2 1 44 16,7-4-36-16,3 0-28 0,5 0-19 15,0 0-13-15,8-11-4 0,-4 5 196 0,3-2 12 16,2 1-172-16,-2-3-96 0,5 3 4 15,-4-2-40-15,4 0-84 0,-5 2-52 16,2 1 4-16,-6 0-88 0,1-1-20 16,-1 1-124-16,-6 3-168 0,-6 3-72 0,1-3-149 15,-11 3-99-15,-2-3-284 0,-6-1-600 16,-5 1-864-16,-1-3-1877 0,-3-10-1903 0</inkml:trace>
  <inkml:trace contextRef="#ctx0" brushRef="#br0" timeOffset="11431.104">12152 4429 8836 0,'0'0'4969'16,"0"0"-4121"-16,0 0-456 0,-60 67 0 15,36-39 336-15,-4 7 236 0,0 7-108 0,0-1-176 16,-4 6-164-16,0 0-160 0,1 1-76 15,-1 3-24-15,-4 3-72 0,4-7 60 0,-3 2 36 16,7-5 88-16,0-6-208 0,0-7-160 16,7-5-96-16,6-10-76 0,6-3-352 15,5-7-232-15,4-6-336 0,0-3-568 0,4-6-1084 0,16-24-3589 16</inkml:trace>
  <inkml:trace contextRef="#ctx0" brushRef="#br0" timeOffset="12212.513">12618 3403 2520 0,'0'0'2256'16,"0"0"-1916"-16,0 0 116 0,0 0 2612 16,0 0-663-16,0 0-865 0,0 0-508 0,0 0-116 15,0 0-200-15,0 0-236 0,-9 4-168 16,9-4-104-16,0 0-84 0,0 0 76 15,0 0 0-15,0 0-28 0,0 0-8 16,0 0 32-16,0 0 116 0,0 0 120 16,0 0 0-16,0 0-72 0,0 0-40 15,0 0-52-15,0 0-8 0,0 0-16 0,0 0 12 16,5 0-36-16,-5 0-24 16,0 0-52-16,0 0-84 0,0 0-8 0,0 0-44 15,0 0 4-15,0 0 84 0,0 0-36 16,0 0 4-16,0 0-16 0,0 0 0 0,0 0 12 15,0 0 24-15,0 0 16 0,0 0 8 16,0 0-36-16,0 0-12 0,0 0-48 16,0 0 4-16,0 0-16 0,0 0-8 0,0 0-4 15,0 0-48-15,0 0 0 0,0 0 0 16,0 0 12-16,0 0 44 0,0 0 4 0,0 0 4 31,0 0 92-31,0 0 12 0,0 0-20 0,0 0-4 16,0 0-11-16,0 0-1 15,0 0-24-15,0 0-44 0,0 0 12 0,0 0-16 16,0 0-4-16,0 3-96 0,0 0-93 16,4 3 157-16,-4 4 36 0,0-1 60 15,4 4-56-15,-4 0 4 0,4-1-4 0,-4 4-4 16,4 4 0-16,0 2 0 0,-4 7 113 16,0 4-29-16,0 6 64 0,0 5-28 15,-4 4-48-15,0 2-64 0,-4 5-8 0,-1 2-96 0,2 0 24 16,-1 0-24-16,-4-6-4 0,4-7 52 15,0-2 0-15,4-11 36 0,-4-1-109 16,8-8-51-16,-3-3-20 0,-2-4-52 0,1 1-60 16,4-5-52-16,-4-6-72 15,4 1-196-15,0-6-52 0,0 0 12 0,0-3-268 16,0-10-444-16,4-6-736 0,0-3-809 16,1 3-1879-16,-2-16-540 0</inkml:trace>
  <inkml:trace contextRef="#ctx0" brushRef="#br0" timeOffset="12682.576">12602 3577 1828 0,'0'0'2148'0,"0"0"-1364"0,0 0 1092 0,0 0 2024 16,0 0-2187-16,0 0-617 0,0 0-216 0,0 0 92 15,0 0-144-15,0 0 112 0,44 11-180 16,-28-3-228-16,4 9-164 0,4-1-48 15,-1 6 36-15,5 4-48 0,0 2-28 0,0 4 88 16,0 2-160-16,0 5-136 16,-4 2-72-16,-5 0-96 0,-2 1 88 15,-2-1 0-15,-2 0-64 0,-2-6 72 0,-7-7-8 16,4 2-52-16,-3-11 60 0,-5-5 0 16,4 0 0-1,-4-8-4-15,0-2-44 0,0-2-148 16,0-2-232-16,-4 0-196 0,-1 0-68 0,-3 0-52 15,-3-2-188-15,-6-2-188 0,-2-2-28 16,-1-4-96-16,-8 4-52 0,-4-4 23 16,-4 1 357-16,0 0 8 0,-4-5 284 15,4 2 184-15,1-1 24 0,3 0-468 16,8 1-392-16,4-4-172 0,4 0-48 0,8 3 1496 16,4-2 1340-16,4 2 772 0,0 1-72 15,8-2-820-15,0 5 180 0,4-1-87 0,0-3-185 16,-1 5 60-16,6-3-176 15,-2-1-268-15,2 3-232 0,-1-1-168 0,3 0-120 16,2 1-224-16,-2-1 0 0,5 1-176 16,0-1-112-16,0 1-544 0,0 0-532 0,-8 2-1152 15,8-5-4021-15</inkml:trace>
  <inkml:trace contextRef="#ctx0" brushRef="#br0" timeOffset="13197.646">13315 3388 3636 0,'0'0'2120'0,"0"0"3405"0,0 0-3769 0,0 0-548 16,0 0-424-16,0 0-44 0,0 0 116 16,0 0 16-16,0 0-204 0,20 76-112 15,-12-48 108-15,-1 14-88 0,6 1-40 16,-5 15-132-16,-1 5-148 16,6 4-24-16,-5 6-4 0,-1 3-56 0,2 1-99 15,3 2 11-15,-1 0-36 0,-2-2-48 16,2-1-60-16,1-7-37 0,1-5 25 15,-2-1-28-15,2-8-20 16,-2-1-64-16,-3-4-132 0,5-2-72 16,-6 0-64-16,1-7 12 0,0-9-52 0,0-4 52 0,0-12-28 0,-4-2-28 15,0-9-300-15,-4-5-580 0,4 0-1248 16,0-3-2145-16,0-13-2307 0</inkml:trace>
  <inkml:trace contextRef="#ctx0" brushRef="#br0" timeOffset="13828.738">14280 4162 2720 0,'0'0'9565'16,"0"0"-7321"-16,0 0-392 0,0 0-296 15,103 4-80-15,-60-11-388 16,6-3-296-16,6 1-219 0,1-7-209 16,-1 1-160-16,1-2-204 15,0 2-48-15,-4 2-168 0,-8 3-40 0,-5 4-73 16,-2 3-219-16,-9 3-364 0,-5 6-524 16,-6 7-1364-16,-10 0-2629 0,-7 8-3795 15</inkml:trace>
  <inkml:trace contextRef="#ctx0" brushRef="#br0" timeOffset="14019.424">14495 4479 2812 0,'0'0'7340'15,"0"0"-5547"-15,0 0-565 0,0 0-264 0,0 0 264 16,0 0-84-16,0 0-284 0,0 0-168 16,0 0-48-16,0 0 20 15,79 19-152-15,-35-19-168 16,4 0-148-16,4-2-196 0,-5-10-72 0,5-2-212 15,0 1-340-15,-1 1-408 0,5-4-544 0,-15 6-1360 16,19 1-1681-16</inkml:trace>
  <inkml:trace contextRef="#ctx0" brushRef="#br0" timeOffset="15101.012">16232 3323 1696 0,'0'0'1004'16,"0"0"-432"-16,0 0-116 0,0 0 784 16,0 0 2048-16,0 0-1408 0,0 0-563 15,0 0-217-15,0 0 48 0,0 0-132 16,0-28-184-16,0 28-140 0,0 0-64 16,0 0 28-16,0 0 0 0,0 0-124 15,0 7-176-15,0 2-48 0,3 10 60 0,1 7 84 0,9 9 144 16,-5 9-204-16,3 10-100 0,2 3-24 15,-6 10-27-15,5 6-69 0,-3 9-76 16,-2 10 0-16,-3 7-24 0,0-1 4 0,-4 1-64 0,4-4-12 16,0-10-60-16,1-2-88 0,-5-13 28 15,3-10-12-15,1-8-16 16,0-15 3-16,0-8-27 0,0-10-60 16,0-9-156-16,0-4-256 0,4-3-140 0,-4-3-396 15,4-3 40-15,3-7-728 0,-2-3-812 16,3-18-2321-16</inkml:trace>
  <inkml:trace contextRef="#ctx0" brushRef="#br0" timeOffset="15428.578">17001 3327 5472 0,'0'0'312'15,"0"0"4124"-15,0 0-2735 0,3 83 203 16,-3-48-132-16,0 6-168 0,-3 3-456 16,-5 8-200-16,-5 4-164 0,-2 11-196 15,-5 10-248-15,0 5-180 0,-8 10-136 16,-4 6-24-16,1 1-84 0,-1-4-184 0,0-12 12 0,4-11 0 15,8-21 84-15,8-13 160 0,3-16 0 0,6-12-64 16,3-10-96-16,0 0-364 31,0-13-216-31,7-12-396 0,6-10-944 0,-5 7-1820 16,12-34-2409-16</inkml:trace>
  <inkml:trace contextRef="#ctx0" brushRef="#br0" timeOffset="15817.899">17104 3530 6232 0,'0'0'4476'0,"0"0"-2663"0,0 0-489 0,0 0-120 0,0 0 8 16,0 0-168-16,0 0 256 15,84 54-388-15,-60-12-216 0,0 5-208 0,4 10-196 16,-5 7-60-16,5 6-92 0,-8 3-140 16,4-3-72-16,-4-4 64 0,-8-5-112 15,4-11 72-15,-9-5-52 0,2-10 40 0,-5-4 48 16,-4-5-36-16,0-5-40 0,-4-4-204 15,-5-5-172-15,2-1-256 0,-9-5-228 16,0-3-404-16,-3-3-680 0,-6 0-448 16,1-3 151-16,-4-7 529 15,-3-2 956-15,-5-1 560 16,-4-6 284-16,0-4 52 0,-4-2 568 0,0-1 512 16,1-2 148-16,-1-1-716 15,4 4-339-15,4 3-217 0,12 8 36 16,8 6 700-16,9 4 652 0,2 2-164 0,5 2-464 15,8 0-312-15,4-4-4 0,8 1 160 0,4-1 456 16,8-1-264-16,4-5-300 0,4-6-272 16,-1-3-48-16,9-6-184 0,-4-4-84 0,4-2-176 15,-5-2-700-15,2-2-500 0,-13 7-1312 16,7-13-5961-16</inkml:trace>
  <inkml:trace contextRef="#ctx0" brushRef="#br0" timeOffset="16068.278">17721 3194 9380 0,'0'0'4409'16,"0"0"-2665"-16,0 0-276 0,0 0 216 15,0 0-372-15,41 79-252 0,-26-43-207 0,2 4-233 16,-2 11-172-16,9 9-112 0,-4 10-20 15,0 10-208-15,0 5-36 0,-5 8 36 16,2 3-96-16,-1-9-12 0,-4-1-60 16,-4-9-84-16,4-4-232 0,-4-13-192 0,0-10 12 15,-1-6-173-15,-3-4-211 0,5-9-356 16,-9-6-1200-16,4-5-2884 0,-4-5-5189 0</inkml:trace>
  <inkml:trace contextRef="#ctx0" brushRef="#br0" timeOffset="16283.826">18814 4413 13253 0,'0'0'8240'16,"0"0"-6747"-16,0 0-1445 0,0 0-48 0,0 0-496 15,0 0-100-15,0 0 279 16,0 0-83-16,0 0-600 0,0 0-3436 0,-81-57-7833 16</inkml:trace>
  <inkml:trace contextRef="#ctx0" brushRef="#br0" timeOffset="34774.789">7091 6711 12377 0,'0'0'2100'0,"0"0"-1720"0,0 0-380 16,0 0-260-16,0 0 260 0,0 0 180 0,77-8 196 0,-53 4-36 15,3 4-64-15,9 0 16 16,0 0 88-16,11 0 104 0,9 0-148 16,12 0-52-16,12 0-172 15,4 0-60-15,8 0-8 0,7-3-44 0,4-7-60 16,9 1 52-16,4-1-8 0,3-3-32 15,13 1 48-15,-1-1-8 0,9 1 8 16,-1-1-4-16,8 0-8 16,1 7-136-16,4-1 84 0,-2 4 56 0,10 0 4 15,3 3 4-15,4 0 8 0,1 0 104 16,3 0-112-16,1 0-108 0,3 3 96 0,-4 3 12 0,8 1 72 16,1-1-68-16,7 0-4 15,-4 4 0-15,5-3 0 0,3-2-124 0,-4 5 60 16,4 0 64-16,5 0 4 0,-5 2 8 15,0 4-12-15,-4 0-36 0,0-1 24 16,0 5-24-16,5-4 36 0,-4 0 12 0,3 3-4 31,0-7-8-31,0 4-160 0,5-7 100 0,-1-2 48 0,3-1-4 16,6 0 8-16,-1-2-76 16,-4-4-68-16,9 0 64 0,-1 0 36 15,0 0 52-15,0 0 8 0,4 0 4 0,-3-4-8 16,-2 4 4-16,-2-3 4 0,-1 3 88 15,0 0-12-15,1 0 36 16,-6-3-80-16,2 3-44 0,-5-6-48 0,0-1 44 0,-3 1-4 16,-5 0-40-16,-8 3-16 0,-11-4-100 15,-9 1 104-15,-12 3 52 0,-8 0 8 0,-6 3 60 16,-6 0 52-16,-16 0-96 0,-3 6 68 16,-13-3-84-16,-7 0 8 15,-9 0 4-15,-10 1 72 0,-5-4-76 0,-9 0-8 16,-3 0 12-1,-8 0-4-15,-4-4 4 0,-9-2-4 16,-3-3 40-16,-3 2-48 0,-6-2-4 0,-7-1-56 0,0 1 52 0,-1-5-132 16,-2 2 92-16,-1-7-16 15,-4-2-36-15,0-9 64 0,-1-2 36 0,-3-5 48 16,0-5-40-16,0-5 8 0,0-4 108 16,-3-3-24-16,-1-6-92 15,-4-4-4-15,4-6-4 0,0-3-60 0,4-6 48 16,0-7 4-16,0-6-68 0,0-7 68 15,8-5-4 1,-4-1 12-16,4-9 48 0,-5 0-36 0,6-7 24 16,-1-3-36-16,-4-6-8 0,3-6-56 0,2 2 64 15,-1-5-84-15,0 5 84 16,8 5-88-16,-4-2 36 16,3 4 4-16,1-1-116 0,5 5 24 0,-10-1 68 15,1 0 72-15,-3 4 12 0,-9 5 92 16,0 5-92-16,-4 4 52 0,-9 1 68 15,-2 7-128-15,-6 6-4 0,5 0 0 0,-3 3-4 16,-5 6-44-16,8 4-64 16,-4 4-32-16,0 4 20 0,4 5-16 0,0 3 16 15,-3 5 48-15,2 7-24 0,-3 4 48 0,1 3 52 16,-2 5 12-16,1 0 36 0,1 5 4 16,-2 4 148-16,2 3-136 15,-1 4 8-15,0 4-56 0,4 0 84 16,0 6-28-16,0 1-56 0,8 2-12 0,0 4-4 15,0-1-44-15,4 1-32 0,1 3-36 16,3 3-76-16,-4 0-152 0,4 0-404 0,-5 0-1216 0,-3 9-2493 16</inkml:trace>
  <inkml:trace contextRef="#ctx0" brushRef="#br1" timeOffset="88439.832">1828 8049 2064 0,'0'0'576'0,"0"0"-576"0,0 0 4556 0,0 0-3192 16,0 0-132-16,0 0-276 0,-83 0-119 31,74-4 215-31,-2 4 96 0,3 0-172 0,4-2 56 16,-1 2 20-16,5 0-156 0,0-5-68 16,0 5-176-16,0 0-272 15,9 0-244-15,3 0-124 0,4 5 48 0,12 1 160 16,4 2-48-16,7-1-168 0,5 0-4 15,0-2 4-15,0-1-4 0,0-4 96 16,3 0-80-16,-7 0-12 0,4 0 0 0,-4-6-8 16,-5 0-116-16,-3-1-76 0,-4-3-280 0,-7 4-224 0,-1-3-252 15,-9 5-588-15,1 1-976 0,-3 0-2253 0,-9 3-1407 16</inkml:trace>
  <inkml:trace contextRef="#ctx0" brushRef="#br1" timeOffset="88637.34">2052 8153 9412 0,'0'0'1444'16,"0"0"-799"-16,0 0 139 0,-13 79 304 15,13-40 256-15,0 8-348 0,4 1-104 0,5 10-132 0,2 1-164 0,-3 5-164 16,1 2-236-16,-5 1-188 16,3-6-8-1,-3-8-148-15,0-4-60 0,0-16-28 0,0-3 52 16,4-8-188-16,-4-3-312 0,-4-3-296 15,0-4-560-15,0-2-1104 0,0-3-2949 16</inkml:trace>
  <inkml:trace contextRef="#ctx0" brushRef="#br1" timeOffset="88824.117">1729 8975 168 0,'0'0'6116'0,"0"0"-903"15,0 0-4109-15,0 0-604 0,0 0 264 16,0 0 236-16,0 0-372 15,0 0-336-15,0 0-4 0,0 0 540 16,12 42-208-16,20-35-76 0,0-2-108 16,3-5-144-16,1 0-56 0,0-3-176 0,0-3-60 15,-1-7-84-15,-3 0-360 0,0-2-596 0,1-4-772 16,-6 0-2912-16,1-4-4089 0</inkml:trace>
  <inkml:trace contextRef="#ctx0" brushRef="#br1" timeOffset="88978.893">2585 8693 7824 0,'0'0'7249'0,"0"0"-6073"0,0 0-592 0,0 0-220 16,0 0-104-16,96-13-100 0,-72-3-36 16,4-5-124-16,-4-2-148 0,3-9-660 0,-3 0-840 15,-3 10-2188-15,3-15-2213 0</inkml:trace>
  <inkml:trace contextRef="#ctx0" brushRef="#br1" timeOffset="89251.868">2673 8264 3404 0,'0'0'964'0,"0"0"5264"0,-16 67-5379 0,16-35-373 15,0 12 688-15,0 6 336 0,8 1-64 16,8 4-396-16,-5 2-320 0,10-1-312 15,-5 6-124-15,3-3-36 0,-2-1-76 16,-2-1 0-16,2-6 12 0,-2-4-24 16,-2-2-36-16,-2-4-116 0,1 1-8 0,-4-5-36 15,-4-5 36-15,0-3 0 0,-4-1 8 0,0-5 4 16,-8-4 48-16,-4-4-52 0,0-5 64 16,-4-1-60-16,-3-5-12 0,-5-4-152 15,-1-4-8-15,-6-11-284 0,-5-4-220 16,0-11-92-16,0-8-264 0,1-3-604 15,7 7-1424-15,-13-20-3025 0</inkml:trace>
  <inkml:trace contextRef="#ctx0" brushRef="#br1" timeOffset="90274.277">1828 9076 3940 0,'0'0'1680'16,"0"0"-1224"-16,0 0-108 0,0 0-20 0,0 0 2268 15,0 0-1228-15,0 0-491 0,0 0-301 16,0 0 12-16,0 0 64 0,0 0 12 31,-8 0-160-31,8 0-176 0,0 0-12 0,0 0 64 16,0 0 84-16,0 0 12 0,0 0-88 16,0 0-88-16,0 0-64 0,0 0-52 0,0 0-112 15,4 0-72-15,-4 0-8 0,4 0 8 0,5 0 172 16,-2 0 124-16,5 0 12 15,4 0 112-15,0 0-40 0,4-2-168 0,4-1-68 0,-5-4-56 16,6-2-4-16,3 3-76 16,0 0-8-16,0-5-72 15,3 5 24-15,1 0-40 0,0 3 4 0,0-4 8 16,4 4-8-16,-1 3 20 16,-3-3-32-16,-4 3 20 0,4 0 16 15,-8 0-36-15,0 0 44 0,0 0-20 16,-8 0-28-16,0 0-48 0,0 3 0 0,-4 0-24 0,-4 0-136 15,0 1-188-15,-1-1 12 0,-3 1-52 0,1-4-308 16,-1 2-456-16,4 1-932 0,-5-3-2049 16,5 0-2255-16</inkml:trace>
  <inkml:trace contextRef="#ctx0" brushRef="#br1" timeOffset="90870.354">4363 7797 4780 0,'0'0'312'0,"0"0"4608"0,0 0-3271 0,0 0-533 16,0 0-32-16,0 0-36 0,0 0 36 15,0 0-104-15,-4 77-188 0,8-33-64 0,3 10-36 0,1 10-164 16,0 6-164-16,1 12-180 16,-6 6-108-16,1 5-76 0,-4 9-60 15,4-7-124-15,-4-4-48 0,0-14 24 16,4-14 76-16,0-15-128 0,0-17-36 0,4-11-96 16,0-7-212-16,4-10-204 0,0-3-280 31,4-9-1136-31,4-18-36 0,0-11-2529 15,-8 4-1007-15</inkml:trace>
  <inkml:trace contextRef="#ctx0" brushRef="#br1" timeOffset="91094.381">4944 7880 3816 0,'0'0'628'0,"0"0"4692"0,0 0-4091 16,-40 102-33-16,25-55 524 0,-6 7-140 15,-3 6-172-15,1 10-256 0,-5 4-496 16,0-5-336-16,4 4-112 0,0-3-208 16,0-9-208-16,4-4-260 0,8-17 12 0,0-7 20 15,8-15 40 1,4-11-312-16,0-7-312 0,4-9-192 16,4-14-608-16,4-11-381 0,4-11-2127 15,-5 10-624-15,10-28 3984 0</inkml:trace>
  <inkml:trace contextRef="#ctx0" brushRef="#br1" timeOffset="91308.081">4900 7966 4892 0,'0'0'316'16,"0"0"2036"-16,0 0-472 15,0 0-508-15,0 0-75 0,0 0-157 0,76 47-364 0,-56-15-168 16,0 9 8-16,4 9 52 0,4 8 248 16,-1 5 28-16,1 5-584 0,-4 4-224 0,0 2-124 15,-4-4-12-15,-4-10 0 16,0-6-148-16,-8-10 92 0,0-15 52 15,-1-7 4-15,-3-9-124 0,1-4-12 0,-1-6-176 0,-4-3-84 16,0 0-92-16,0 0-180 0,-4-6-336 16,-8-7-468-16,4-5-756 0,-9-8 163 0,2-6-11 15,-1 3-2452-15</inkml:trace>
  <inkml:trace contextRef="#ctx0" brushRef="#br1" timeOffset="91439.802">4924 8297 2536 0,'0'0'156'0,"0"0"5960"0,0 0-4060 0,0 0-835 15,0 0-709-15,0 0 76 16,0 0 544-16,0 0-108 0,0 0-396 0,100-4-336 16,-69-6-228-16,5-5-64 0,0-8-340 0,1-3-428 15,-2-5-180-15,1-4-132 16,-12 7-496-16,8-21-3133 0</inkml:trace>
  <inkml:trace contextRef="#ctx0" brushRef="#br1" timeOffset="91644.537">5498 7725 4548 0,'0'0'5724'15,"0"0"-4859"-15,4 72-325 0,4-33 552 0,0 5 800 16,-5 10-28-16,10 3-608 0,-1 3-416 16,-1 11-248-16,2 4-260 15,-2 8-172-15,-3 3-160 0,1 3-52 0,-5-6-252 16,-1-1-384-16,1-9-152 0,-4-13-168 15,4-6-412-15,-4-12-428 0,4-17-1141 16,-4 0-2915-16</inkml:trace>
  <inkml:trace contextRef="#ctx0" brushRef="#br1" timeOffset="92119.114">6638 8388 6900 0,'0'0'7113'15,"0"0"-5625"1,0 0-784-16,0 63 160 0,0-31 352 0,0 0-392 16,0 3-356-16,0-6-244 0,0-1-224 15,0-6-124-15,0-6-20 16,-5-4-276-16,5-1-304 0,0-8-80 0,0-3-204 15,-4 0-768-15,4-7-2096 0,-8-14-2761 0</inkml:trace>
  <inkml:trace contextRef="#ctx0" brushRef="#br1" timeOffset="92279.334">6582 8001 8264 0,'0'0'6161'0,"0"0"-5101"16,0 0-844-16,0 0 312 0,0 0 148 0,0 0-676 31,92-35-200-31,-64 22-1208 0,-2 3-848 16,15-5-3525-16</inkml:trace>
  <inkml:trace contextRef="#ctx0" brushRef="#br1" timeOffset="92519.721">7179 8147 4924 0,'0'0'7809'0,"0"0"-6293"0,0 0-860 16,-36 82 540-16,25-56 328 0,2-7-608 15,5-3-572-15,4 0-344 0,0-4-208 16,8 1 208-16,8-1 172 0,5 1 172 16,7 3-64-16,-5-3-108 0,5-1-24 15,0 1 60-15,-4-3-112 0,0 2 40 0,-5 1-12 16,2-1-4-16,3 2-32 0,-9 2 44 16,2 0 100-16,-2-1 436 0,-6 1-436 0,-5-3-232 31,-4 0-52-31,0-1-24 0,0 1-264 0,-9-1-268 15,-3-5-100-15,-4 2-124 0,0-2-624 16,-8-1-1424-16,9 0-2349 0,-17-6-3471 16</inkml:trace>
  <inkml:trace contextRef="#ctx0" brushRef="#br1" timeOffset="92928.544">8195 8268 10664 0,'0'0'3837'0,"0"0"-2941"0,0 0-192 0,0 0 620 0,72 75-72 15,-36-62-440-15,8-6-276 0,-1-7-180 0,9-10-124 16,0-9-220-16,-1-9-12 0,1-7-356 16,1-4-412-16,-6-5-180 0,-3-1-316 0,-12 10-1524 15,-4-12-3569-15</inkml:trace>
  <inkml:trace contextRef="#ctx0" brushRef="#br1" timeOffset="93210.239">8562 7741 5168 0,'0'0'832'16,"0"0"1844"-16,0 0-684 0,0 0-343 0,-24 63 19 16,24-24 100-16,0 4-288 0,0 5-304 0,3 9-252 15,1 6-128 1,5 8-88-16,-5 5-112 0,0 6-135 16,0 4-97-16,-1-4-132 0,6-2-52 15,-5-7-132-15,4-3-36 0,-4-6 0 16,3-8-8-16,2-7-4 0,-9-5 0 15,4-3-4-15,-4-6-8 0,0-6-36 16,0-4 36-16,-4-10 0 0,-1-2 4 16,-3-7-88-16,1 0-76 0,-1-6-92 0,-8 0-113 0,-5-6-183 15,6-9 108-15,-9-8-108 0,5-8-152 16,-2-13-356-16,5-4-868 0,4-6-1264 16,5 9-1881-16,7-18-2731 0</inkml:trace>
  <inkml:trace contextRef="#ctx0" brushRef="#br1" timeOffset="93378.197">8925 8156 1528 0,'0'0'9729'0,"0"0"-8061"0,0 0-104 0,0 0 100 16,0 0-156-16,84 48-224 0,-73-23-116 0,-7 3-464 16,4 5-372-16,-4-1-240 0,0-1-92 15,-4-5-108-15,0-1-28 0,0-3-448 16,0-3-420-16,0 0-436 0,-4-7-1272 15,-4-1-3433-15</inkml:trace>
  <inkml:trace contextRef="#ctx0" brushRef="#br1" timeOffset="93518.828">8964 7931 7884 0,'0'0'5817'16,"0"0"-4901"-16,0 0-8 0,0 0 448 15,0 0-1044-15,0 0-312 0,80-42-812 16,-61 39-664-16,-6 0-1620 0,6 0-6521 0</inkml:trace>
  <inkml:trace contextRef="#ctx0" brushRef="#br1" timeOffset="94018.095">9402 8143 3556 0,'0'0'7845'16,"0"0"-6473"-16,0 0-648 0,0 0 700 0,0 0 372 15,0 0-492 1,0 0-256-16,0 0-164 0,0 0-212 16,48 86-208-16,-44-51-100 0,0-2-208 15,0 1-20-15,0-9-136 0,1-2-52 16,-1-8-20-16,-1-5-12 0,-3-4-88 16,4-6-56-16,0 0-128 0,4 0-192 15,-4-9 156-15,8-7 64 0,0-6-68 0,4-3-20 16,-4-5 44-16,-1 2 28 0,2 3 108 0,-2-1 176 15,2 7 44-15,-5 3 16 0,-1 4 48 16,-3 2 164-16,0 7 144 0,-4 0-36 16,5 3 0-16,-1 0 12 0,0 3-48 0,0 6 204 15,3 4-48-15,-3 6-84 16,5 0-64-16,-5 3-40 0,-4 1 4 0,4 2-96 16,-4-2-51-1,0-2-109-15,0-1 0 0,0-1-85 16,0-7-27-16,0 1-188 0,0-3-224 15,0-3-260-15,0-5-304 0,0-2-892 16,3 0-2204-16,1-2-905 0,4-18-2235 0</inkml:trace>
  <inkml:trace contextRef="#ctx0" brushRef="#br1" timeOffset="94164.756">9933 8153 3116 0,'0'0'9753'15,"0"0"-8061"-15,0 0-984 0,0 0 276 0,0 0 816 16,15 85-284-16,-15-62-380 0,0-1-528 0,0-4-328 15,0 3-280-15,0-5-92 16,0-4-116-16,4-2-448 0,-4-1-384 0,0-6-312 16,0 0-1268-16,0-3-2697 0,0-6-2507 0</inkml:trace>
  <inkml:trace contextRef="#ctx0" brushRef="#br1" timeOffset="94320.154">9933 7922 3008 0,'0'0'8709'15,"0"0"-5473"-15,0 0-2068 0,0 0-176 16,0 0 420-16,0 0-428 0,0 0-128 16,0 0-296-16,0 0-488 0,0 0-72 15,99-42-768-15,-71 19-336 0,4-5-400 16,4-4-1352-16,-1-2-2033 0,-7 5-507 16</inkml:trace>
  <inkml:trace contextRef="#ctx0" brushRef="#br1" timeOffset="94665.162">10446 7436 4304 0,'0'0'6981'0,"0"0"-2617"0,0 0-3344 0,0 0-348 0,0 0 600 16,4 79-152-16,-8-34-48 16,4 8 13-16,-4 8-105 0,4 6-156 0,0 9-184 0,4 6 144 15,4 4-76-15,1 0-44 16,2-4-340-16,-3-6-240 0,4-12-84 16,4-10-48-1,-4-13-108-15,4-9 24 0,-4-9-24 16,0-15-156-16,0-2-64 0,-9-1-32 0,6-5-36 0,-9-5 8 15,0-7-72-15,0-4-84 0,0-6-340 0,-4-6-269 16,-12-4-275-16,-4-3-308 0,-4-3-628 16,-7 0 16-16,-6-7-261 0,1 4-155 15,-7-3 328-15,3 6 580 16,0 6 1904-16,4 6 916 0,12 13 1816 16,8 4 1589-16,4 6-2017 15,8 3-504-15,4 0-432 0,0 0-288 0,0 0-224 0,4 0-380 16,8 0-156-16,4 0 256 15,8-3 60-15,4 3-196 0,0-7-248 0,4 1-108 16,-4 0-76-16,0-1-8 0,-4-2-64 16,3 3-92-16,-3-1-540 0,-4-2-416 0,1-1-528 15,-6 3-2172-15,9 5-2709 0</inkml:trace>
  <inkml:trace contextRef="#ctx0" brushRef="#br1" timeOffset="94965.944">10809 8108 364 0,'0'0'14553'15,"0"0"-12333"-15,0 0-944 0,0 0 224 16,43 70-392-16,-30-60-231 0,-2-7-77 0,6-3-256 16,2 0-276-16,5-3-144 15,0-10-124-15,4-2-168 0,-3-4-196 16,-6-4-84-16,1 4 24 0,-8 3-25 0,-5 4 21 16,-2 2 148-16,-5 0 188 0,-8 4 92 15,-4 4 72-15,-12-3 88 0,0 5-76 16,-8 0-12-16,0 13 100 0,0 7-28 0,4 5-32 0,1 7 81 15,3 9 147-15,8 0 0 16,0 4-96-16,8-3-28 0,4-1-96 0,4-7 12 16,0-5-132-1,4-6 0-15,12-4-108 0,8-5 0 0,0 0-48 16,12-9 36-16,0 2 112 0,-1-7-392 16,9 0-501-16,0-9-475 15,0-3-1108-15,-9 1-2624 0,21-8-5045 0</inkml:trace>
  <inkml:trace contextRef="#ctx0" brushRef="#br1" timeOffset="98850.634">12056 8499 3756 0,'0'0'536'15,"0"0"4588"-15,0 0-2903 0,0 0-277 0,0 0-640 16,0 0-436-16,0 0-300 0,0 0-128 0,0 0-44 16,0 0-60-16,8 64-100 0,-12-45-36 15,-4 3-116-15,0-2-84 0,0-6-72 16,1 3-52-16,2-8-28 0,1-2-56 16,0-4-416-16,4-3-292 0,0 0-508 0,4-10-1560 15,0-3-2933-15,8-14 2073 0</inkml:trace>
  <inkml:trace contextRef="#ctx0" brushRef="#br1" timeOffset="99392.693">13323 7636 1332 0,'0'0'5972'0,"0"0"-4272"0,0 0-236 15,0 0-23-15,0 0 235 0,0 0-132 0,0 0-640 16,0 0-200-16,0 0 32 0,-31 75-144 0,14-26-48 15,-3 8 208-15,1 9 140 16,-6 11-292-16,1 6-200 0,0 2-108 16,-3 6-120-16,-1 2-112 0,0-8-60 0,8-8-40 15,0-13-72-15,8-17-8 0,4-12 48 16,1-12-4-16,7-9-56 0,0-7-308 16,0-7-60-16,0 0-196 0,4-7-188 0,3-5-340 15,1-9-228-15,8-9 208 16,4-4-420-16,0-8 360 15,0-5-193-15,3-7-303 0,-2-7-148 16,-5 13-2964-16</inkml:trace>
  <inkml:trace contextRef="#ctx0" brushRef="#br1" timeOffset="99733.721">13260 7824 3636 0,'0'0'364'16,"0"0"3520"-16,0 0-2224 0,0 0-444 16,0 0-303-16,0 0 483 0,0 0 4 15,0 0-216-15,55 69-204 0,-39-34 4 16,0 6-180-16,4 7-76 0,0 9-348 15,-4 3-148-15,4 0-36 0,-5 7 0 16,-2-3-64-16,2-1-120 0,-2-6-4 16,-6-5-8-16,1-8-48 0,0-10-36 15,-3-5-16-15,2-9 16 0,-3-6-40 0,0-7-8 16,-4-1-200-16,0-6-124 0,0 0-120 0,0 0-216 16,-8 0-280-16,-8-8-880 0,1-3-1252 0,-6-1-1225 15,-7-4 1225-15,0-3-324 0,-7-3 3528 16,-1 0 128-16,-4-4-128 15,0 1 0-15,0-3 680 0,9-2 596 0,-1 2-816 16,8 6 4144-16,8 0-2488 0,7 5-579 16,6 5-357-1,3 6-132-15,0-4-564 0,12 3-64 16,4 0 228-16,4-1 232 0,4 2-272 16,4-5-272-16,4 3-276 0,3-3-60 0,-3-1-88 15,4-1-356-15,4-2-736 0,-5-5-840 16,-7 8-2541-16,9-13-3798 0</inkml:trace>
  <inkml:trace contextRef="#ctx0" brushRef="#br1" timeOffset="99886.454">13817 8043 10876 0,'0'0'2933'16,"0"0"-1669"-16,0 0-132 15,0 0-140-15,96 14-596 0,-77-14-372 0,5 0-24 16,-3 0-260-1,-2 0-636-15,1 0-680 0,-3-3-1276 0,-6 3-3737 16</inkml:trace>
  <inkml:trace contextRef="#ctx0" brushRef="#br1" timeOffset="100019.026">13773 8201 572 0,'0'0'11845'15,"0"0"-10581"-15,0 0-792 0,0 0 272 0,0 0 352 16,0 0-116-16,0 0-112 0,0 0 120 0,0 0-560 15,80 23-404-15,-40-28-24 0,-1-1-440 16,2 0-512-16,2-4-416 0,-11 4-1180 16,8 0-3637-16</inkml:trace>
  <inkml:trace contextRef="#ctx0" brushRef="#br1" timeOffset="100696.698">14873 7671 5620 0,'0'0'3168'0,"0"0"-1832"0,0 0 69 16,0 0-9-16,0 0-200 0,0 0-208 0,0 0-160 0,0 0 16 16,0 0-88-1,0 0-160-15,0 0-360 0,-36 0-232 16,24 32 8-16,-4 6-8 0,0 6 68 0,-3 0 28 15,-2 5 0-15,1-2-100 0,1-3-40 16,-1 4-8-16,-1-8-88 16,6-1-100-16,-2-10 4 0,10-11 96 0,-1-5-88 0,8-6-184 15,-4-7-140-15,4 3-248 16,0 0 56-16,4-3 84 0,4 6 212 0,4 1 432 16,0 5 12-16,-1 1 188 0,6 4 344 0,2 2-164 15,-2 6 360-15,-1 4 4 0,-1 5 0 16,-3 1 236-1,0 0-268-15,-4 0-232 0,0 0-88 0,1-3-100 16,-6-1-204-16,-3 1-76 0,0-4-36 16,0-2-64-16,0-1-180 15,0-2-272-15,0-8-76 0,0 1-100 0,4-7-256 16,-4-5-976-16,4-4-2213 16,4 0-3007-16</inkml:trace>
  <inkml:trace contextRef="#ctx0" brushRef="#br1" timeOffset="101396.088">15507 8074 1096 0,'0'0'4652'0,"0"0"-260"0,0 0-2911 0,0 0-697 16,0 0-324-16,0 0 40 0,-76-48 148 15,60 41-116-15,0 7 12 0,-4 0-204 0,4 0-4 16,-4 13 132-16,1 6 156 16,-2 6 60-16,-3 14 0 15,0 2 140-15,5 7-40 0,-5 3-208 0,7 0-148 16,-2-7-112-16,10-6-160 0,2-13-68 16,3-6-28-16,4-8-24 15,0-5-36-15,7-6-172 0,10 0 112 0,3-4-84 16,3-9 8-16,9-6-60 0,-4-9-144 15,4-4-88-15,0 1 48 16,-4-4 36-16,-4 5 124 0,-4 2 136 0,-4 6 20 0,-4 3 52 16,-4 6 8-16,-4 7 4 0,0 6 64 0,-1 0 20 15,-3 0 176-15,0 0-40 0,4 9-12 16,0 7 340-16,5 7-204 0,-5-2-64 16,0 5-48-16,3 0-52 0,-3-4-156 15,5-3-24-15,-5-3-84 0,3 0-60 0,1-4-76 16,5-5-232-1,-6-1-184-15,5 0-396 16,0-6-500-16,-4 0-1320 0,4-3-1893 0,0-6-2383 0</inkml:trace>
  <inkml:trace contextRef="#ctx0" brushRef="#br1" timeOffset="101542.654">15721 8287 6692 0,'0'0'2528'0,"0"0"-743"0,0 0-169 0,0 0 4 16,0 0-296-16,5 79-204 0,-5-63-460 15,0-1-476-15,0-2-184 0,0-3-432 16,8-4-496-16,-1 0-116 0,1 0-388 0,1-6-1116 16,-1 0-2469-16,3 0-147 0</inkml:trace>
  <inkml:trace contextRef="#ctx0" brushRef="#br1" timeOffset="101841.202">16275 8182 7292 0,'0'0'8733'15,"0"0"-7345"-15,0 0-1336 0,0 0 48 16,0 0 60-16,0 0 0 0,80-26-160 16,-56 13-136-16,4-2-1020 0,-4 5-924 0,8-9-2629 15</inkml:trace>
  <inkml:trace contextRef="#ctx0" brushRef="#br1" timeOffset="101975.221">16862 8099 3524 0,'0'0'10501'16,"0"0"-8609"-16,0 0-1012 0,0 0-232 16,0 0-264-16,0 0-176 15,0 0-208-15,0 0-492 0,0 0-752 0,99-28-724 0,-80 18-1933 16,5-2-2327-16</inkml:trace>
  <inkml:trace contextRef="#ctx0" brushRef="#br1" timeOffset="102121.702">17375 8043 7476 0,'0'0'2772'16,"0"0"-1199"-16,0 0-833 16,0 0 768-16,0 0 80 0,0 0-356 0,84 6 8 15,-69-6-180-15,6 0-532 0,3-6-528 16,4-5-236-16,0 5-684 0,0-3-344 15,-1 2-716-15,-3 1-2000 0,11-1-889 0</inkml:trace>
  <inkml:trace contextRef="#ctx0" brushRef="#br1" timeOffset="102289.121">18284 8045 2872 0,'0'0'2296'0,"0"0"5253"15,0 0-6569-15,0 0-672 0,0 0-308 0,79-19 0 16,-63 12-332-16,-4 5-460 0,4-2-476 0,-4 1-1585 16,4-3-4727-16</inkml:trace>
  <inkml:trace contextRef="#ctx0" brushRef="#br1" timeOffset="102759.855">19049 8318 6704 0,'0'0'3204'16,"0"0"-1311"-16,0 0-689 0,0 0 248 15,0 0 196-15,0 0-324 0,75 57-220 0,-67-38-108 16,-4 7-288-16,-4-1-232 0,0 4-244 0,-12 0-136 16,5-4-96-1,-6-3-108-15,5 0-196 0,1-9-148 16,-1-4-160-16,3-2-176 0,1-4 36 0,4-3-64 15,0-3-528-15,0-10-1132 0,9-6-2089 16,-1 3-1739-16,11-15 4768 0</inkml:trace>
  <inkml:trace contextRef="#ctx0" brushRef="#br1" timeOffset="103160.461">19957 8064 5804 0,'0'0'8693'16,"0"0"-7797"-16,0 0-344 0,-88-26 180 16,52 24 152-16,-3 2-132 15,-2 7 36-15,2 7 72 0,-5 9-236 0,4 8-176 16,-4 8 184-16,5 2 61 0,3 4-245 0,3-1-180 16,10-2-100-16,7-11-156 15,4-5-12-15,12-11-92 0,0-5-64 0,8-4 36 0,12-6 44 0,3 0-8 16,14-6-84-16,3-10-136 0,3-9-109 15,-2 0-123-15,-2-5 48 0,-3 5 88 16,-4-1 80-16,-4 5 52 0,-4-2 60 0,-5 7 24 16,-6 4 36-16,-6 5 148 15,-3 4 88-15,-4 3 256 0,4 0 96 0,-4 3-76 16,0 7 16 0,5 6 80-16,-5 4-44 0,8 5-51 15,-5 2-77-15,1-2-32 0,4 5-88 16,1-5-68-16,-2-2-92 0,1-5-8 15,4-2-48-15,-4-3-28 0,4-1-56 0,-4-1-148 16,4-9-397-16,0 2-311 0,0-4-208 16,0 0-1000-16,-1 0-2176 0,6-12-1593 15</inkml:trace>
  <inkml:trace contextRef="#ctx0" brushRef="#br1" timeOffset="103435.116">20164 8251 1500 0,'0'0'10857'16,"0"0"-9133"-16,0 0-1296 0,0 0 420 15,0 0 908-15,0 0-284 0,0 0-304 16,0 0-288-16,12 83-380 0,-12-67-296 0,0-3-204 0,0-4 0 0,0 1-120 16,4-7-88-16,0 0-60 0,4-3 36 15,4 0-48-15,4-9 36 0,0-1 12 16,4-6-76-16,-5-3 28 0,6 3 144 16,-1-3 24-16,-5 7 40 0,2-1 20 15,-6 7 40-15,1-1 12 16,1 7 148-16,-2 0 208 15,-3 7 196-15,1 5 24 0,-2 5-236 16,1 1-132-16,0 5-36 0,-4-1-28 16,0-3-88-16,4-1-56 0,0-5-192 0,-4 1-516 15,4-9-284-15,4-5-484 0,-4 0-2476 16,8-5-3617-16</inkml:trace>
  <inkml:trace contextRef="#ctx0" brushRef="#br1" timeOffset="104325.83">21040 7531 1812 0,'0'0'10881'16,"0"0"-7901"-16,0 0-1672 0,0 0-316 0,0 0 264 15,0 0-192-15,0 0-160 0,0 0-151 16,0 0-353-16,0 0-144 0,0 10 8 15,0-10-68-15,4 0-40 16,-4 0-24-16,0 0 28 0,0 0-52 0,0 0 24 16,0 0 12-16,0 0-32 0,0 0 8 15,0 0 0-15,0 0-24 0,0 0-12 16,0 0 0-16,0 0-76 0,0 0-8 16,0 0-8-16,0 0-4 0,0 0-60 0,0 0 0 15,0 0-108-15,0 0-40 16,0 0-44-16,4 0-12 0,-4 0 92 0,0 0 52 15,0 0 120-15,0 0-60 0,0 0 60 0,0 0 4 0,0 0 0 16,0 0 4-16,0 0 4 16,0 0 0-16,0 0 4 0,0 0-4 15,5-5-4-15,-1 5-8 0,4-2-48 0,-1-1 60 16,1-4 0-16,-3 5-168 16,-1-2-48-16,0 4 68 0,-4-3 64 0,0 3 24 15,3 0-12-15,-3 0-24 0,0 0 20 0,0 0 64 0,0 0 8 16,0 0 4-16,0 0 0 0,0 0-4 15,0 0-56-15,0 0-73 0,0 0-51 16,0 0-48-16,4 0 28 0,-4 9 20 16,4 8 184-16,-4 8 0 0,0 13 280 0,-11 7 120 15,-2 5 29-15,-2 4-17 0,-2 0-24 32,-2-4-172-32,2-4-136 0,10-8-76 0,3-7 40 0,4-6 76 15,0-5-48-15,4-5-72 0,3-2-136 16,6-7-20-16,2 0-84 0,2-6-88 15,2 0-108-15,1 0 7 0,5-8-19 0,-6-3 132 16,5 2 24-16,-8-3 12 0,0 5 8 16,-4-2 64-16,0 2-36 15,-8 7-160-15,3-3-88 0,-2 3 208 0,-1 0 100 16,0 3 184-16,-4 7 24 0,4 3 136 16,-4 2 12-16,4 7 52 15,-4 0 84-15,0 3 72 0,0 5-64 0,0-1 52 0,0 2 60 16,0 2-76-16,0-2-96 0,-4 1-160 15,0 3-84-15,-4-1 4 16,0-2-16 0,0 0-192-16,-9-1-428 0,6-6-16 0,-4 5 108 15,-6-5 24-15,-3-3 48 0,0 0-100 16,-4 0-436-16,-4-2-240 0,-4-1-712 16,13-4-1301-16,-25 2-3939 0</inkml:trace>
  <inkml:trace contextRef="#ctx0" brushRef="#br1" timeOffset="105124.479">15973 8525 2908 0,'0'0'1772'0,"0"0"3704"0,0 0-3851 0,0 0-333 31,0 0-284-31,0 0 92 0,-37 66-96 16,30-47-340-16,-1 0-128 0,0-3-128 0,-1 3-96 16,2 4-92-16,-1-4-168 0,0 0-52 0,0 0-160 15,0 0-312-15,0 0-112 0,0-4-212 16,5 1-540-16,-2 0-1116 0,-3-7-3401 15,0 2 133-15</inkml:trace>
  <inkml:trace contextRef="#ctx0" brushRef="#br1" timeOffset="106097.434">23591 7661 4248 0,'0'0'1132'0,"-4"-67"-116"0,-4 36-508 15,-5-4 168-15,-2-4 400 0,-1 4 360 0,0 7 125 16,-4 6-241-16,8 3-304 0,-4 9-192 16,4 1 32-16,0 6-36 0,0 3-248 15,1 0-160-15,-6 12-200 0,2 7-104 16,-9 11 16-16,3 3 52 0,-3 16 68 0,1 8 104 16,-5 9 328-16,0 8-88 0,4 5-124 31,-4 7-76-31,0-4-20 0,4 0-100 0,5-6-52 15,6-9-7-15,9-10 71 0,0-9-4 16,4-10-20-16,12-6-124 0,1-7-44 16,7-6-48-16,-1-6-40 0,9 0-8 0,0-7-56 15,4-3 52-15,4-3-132 0,-5-3-24 16,1-6-112-16,-4-7-157 0,-7 0-147 16,-6-3-208-16,-2-4-320 0,-6 2-556 0,-3 0-1404 0,-8-12-3629 15</inkml:trace>
  <inkml:trace contextRef="#ctx0" brushRef="#br1" timeOffset="106260.965">23136 8134 10496 0,'0'0'6437'15,"0"0"-5405"-15,0 0-440 0,0 0 144 0,0 0 564 0,0 0-268 16,0 0-47-16,108-19-441 0,-68 3-400 0,-1-3-144 16,2 0-120-16,-5-4-208 15,-5 4-348-15,-3 4-213 0,-8-1-295 0,-4 3-732 31,-8 4-2028-31,-4 3-1029 0,-4-1-2207 16,-8 7 5496-16</inkml:trace>
  <inkml:trace contextRef="#ctx0" brushRef="#br1" timeOffset="106382.296">23400 8051 4700 0,'0'0'428'0,"0"0"7049"16,0 0-5949-16,0 0-528 0,-13 83 296 16,18-57-188-16,3 2-304 0,-1 8-40 0,5-5-248 15,-3 4-208-15,6-3-152 0,-2-7-156 16,2-3-348-16,5-6-452 15,-4 0-88-15,0-7-304 0,-1 1-1044 0,-2-6-3393 0</inkml:trace>
  <inkml:trace contextRef="#ctx0" brushRef="#br1" timeOffset="106929.723">24272 7813 3900 0,'0'0'404'16,"0"0"3352"-16,0 0-2200 0,63-72-652 15,-31 42-235-15,9 2-65 0,2-3-156 16,1-2-100-16,4 5-92 0,-1 6 24 16,-2 3-24-16,-6 10 12 0,-3 9-156 15,-8 0 144-15,-4 9 376 0,-4 10 252 0,-4 3-244 16,0 6-36-16,-8 2 40 0,3-1-12 16,-7 1-148-16,5-2 8 0,-1-4-52 15,-1-6-96-15,6-2-88 0,2-3 64 16,2-3-28-16,-2-8-12 0,5 3-120 15,5-5-136-15,-6-5-24 0,5-1-160 0,0-3-192 0,0-4-200 16,-8 0-232-16,-4 4-236 16,-4 3-380-16,-4 3-968 0,-4 3-1781 0,-12 0-2003 15</inkml:trace>
  <inkml:trace contextRef="#ctx0" brushRef="#br1" timeOffset="107123.492">24399 8051 412 0,'0'0'2872'0,"0"0"3956"0,0 0-4639 0,0 0-617 16,0 0-68-16,0 0-420 0,0 0-324 0,0 0 256 15,0 0-44-15,124 29-188 0,-61-35-368 16,1 3-220-16,0-4-64 0,4 7-44 16,-8-3 92-16,4 3-180 15,-4-4-36-15,-1 4-184 0,-4-3-440 0,-3 0-428 16,1 1-556-16,-14-2-1372 0,13-3-4117 15</inkml:trace>
  <inkml:trace contextRef="#ctx0" brushRef="#br1" timeOffset="107846.454">25810 7378 548 0,'0'0'11921'16,"0"0"-9757"-16,0 0-992 0,0 0 244 15,0 0-32-15,0 0-460 0,0 0 40 16,76 10-124-16,-25-10-231 0,9 0-173 16,11-6-144-16,6-7-148 0,-2 0-84 0,5-2-20 15,0 2-40-15,-5 0-64 0,-7 4-32 0,-8-1 0 16,-8 3-60-16,-13 4-136 0,-11 3-109 15,-7 0-11-15,-14 6 108 0,-7 5-100 16,0 8 356-16,-20 6 48 0,-8 6 0 0,-8 8-100 16,-11 1 88-16,-1 9 12 15,-8-2 52 1,1 4-52-16,-5 2-8 0,-5 5-140 0,-2-1 76 0,3 3 72 0,0-3 0 16,1 1 8-16,7-1 64 0,12-7 136 0,9-5-12 15,11-3 60-15,7-14-16 16,13-3 40-16,4-6 1 0,13-3-85 0,10-7-28 15,9 2-96-15,12-5 88 0,8-4-76 16,3-2 0 0,9-6-76-16,1 0 0 0,-2-7 0 0,1 5-8 15,-4-6 0-15,0 5-12 0,-9-1-84 0,-3-3-40 16,-1 1-360-16,-11-4-185 16,5-3-99-16,-10-1-260 0,-3-1-748 15,0-1-1220-15,-12 5-2425 0,-4-8-3727 0</inkml:trace>
  <inkml:trace contextRef="#ctx0" brushRef="#br1" timeOffset="108071.153">26806 7534 7460 0,'0'0'3913'0,"0"0"-2885"0,0 0-860 0,0 0 228 15,-83 63 648 1,58-34 572-16,-6 2-148 0,3 5-452 0,-8 2-364 15,4 3-160-15,-8 4 24 16,4-5-212-16,-4 9-264 0,1-5-40 16,-6 3-308-16,6-1-8 0,-1-3-200 0,0-4-276 15,4-4-148-15,4-4-336 0,8-5-352 16,1-7-128-16,6-6-1001 0,6-7-3203 16,-2-6 3560-16</inkml:trace>
  <inkml:trace contextRef="#ctx0" brushRef="#br1" timeOffset="108475.621">27356 7566 10981 0,'0'0'3948'15,"0"0"-3192"-15,80 19-244 0,-49-16 28 16,9-3 60-16,0 0-376 0,-4-6-224 16,0-7-348-16,0-3-276 0,-1-1-232 0,-7-1-760 15,-7 3-2769-15,-14-2-4347 16</inkml:trace>
  <inkml:trace contextRef="#ctx0" brushRef="#br1" timeOffset="108711.145">27391 7569 5196 0,'0'0'5048'0,"0"0"-3607"0,0 0-633 16,-55 88 316-16,39-49 332 0,0 1-56 0,0 6-84 0,4 1-376 15,0 4-216-15,4 3-220 0,0 0-176 16,1 3-96-16,-2-1 24 0,9-1 24 15,0-7 184-15,0-7-135 0,4-6-161 16,8-9-56-16,8-4-64 0,0-3 40 0,4-10-88 16,4-2-168-16,4-7-149 15,0 0-135-15,0-10 76 16,3-5-136-16,5-8-260 0,4-5-516 16,0-4-564-16,0 1-620 0,-12 1-1401 0,11-14-1915 0</inkml:trace>
  <inkml:trace contextRef="#ctx0" brushRef="#br1" timeOffset="108960.296">28177 7464 13105 0,'0'0'1448'0,"0"0"-1056"0,0 0 500 16,-52 105 536-16,27-55-188 15,2 9-220-15,-5-1-264 0,0 7-232 0,0 2-108 16,-4-7-124-16,4 3-112 0,-3-3-180 15,3-5-60-15,0-5-180 0,8-12-176 0,4-6-96 0,8-13 84 16,8-9-12-16,0-10-172 16,4-4-524-16,12-9-420 0,0-8 68 15,8-8-416-15,4-9-657 0,4-4-1511 0,-4-2-1280 32,-1-3 5352-32,-7 12-356 0,12-22 356 15</inkml:trace>
  <inkml:trace contextRef="#ctx0" brushRef="#br1" timeOffset="109253.306">28137 7683 2672 0,'0'0'692'0,"0"0"-168"0,0 0 6112 0,0 0-4899 0,0 0-345 15,0 0-340-15,0 0 208 0,0 0-108 0,0 0-320 16,0 0-264-16,64 95-128 16,-53-56 64-16,-3-2-76 0,5 2-168 15,-2-4-176-15,2 0-72 0,-6-1-12 0,1-5-60 32,0-1 0-32,1-2-64 0,-6 0-156 0,1-7-64 0,-4-3-48 0,0-4-40 15,0-5-160-15,0-1-164 0,0-6-436 16,-7 0-648-16,-10 0-652 0,2 0-373 15,-6-6-5203-15,1-4 8068 0,-4 1 924 16,1-4-244-16,-5 0-1360 0,4-6 1596 0,0-3-916 16,4-3 260-16,0 0 2568 0,4-2-1332 31,8 5-276-31,4 7 192 0,4 2 125 0,0 7-677 16,4 1-80-16,9 0 288 0,6-1 20 15,5-1-384-15,8-5-212 0,7-5-264 16,6-1-228-16,-2-1-156 0,5-7-764 0,4 1-836 15,-17 2-2397-15,14-8-4731 0</inkml:trace>
  <inkml:trace contextRef="#ctx0" brushRef="#br1" timeOffset="109619.849">28783 7426 9200 0,'0'0'8197'0,"0"0"-6441"0,0 0-1256 16,0 0-496-16,0 0-4 0,0 0 112 16,0 0 36-16,91-57-148 0,-64 47-44 0,5 4-16 15,-4 0 48-15,4 0 0 16,-4 6-60-16,-4 0 64 0,0 0-44 0,-4 6 52 16,0 6 172-16,-8 4 60 0,0 6 76 15,-4 5-28-15,-5 6-96 16,-3 2-172-16,0 7 0 0,0 2 0 0,-3 4 72 0,-5 4-84 0,0-2 0 0,-1 0-4 15,2 1-4-15,3-2 8 16,-4-5 4-16,8 0 116 0,-4 0 236 0,4-5 445 16,0-8-257-16,0-3-300 0,0-5-172 15,0-4-72-15,0 0-12 16,0-6-36-16,0-1-24 0,0-2-52 0,-4-1-80 16,0-5-124-16,-8 3-169 0,0-2-135 15,-8-2-172-15,-4 1-264 0,-4-2-384 0,-4-2-92 0,-11 0-676 16,7 0-2181-16,-32-9-4803 0</inkml:trace>
  <inkml:trace contextRef="#ctx0" brushRef="#br1" timeOffset="110319.425">24921 9210 4652 0,'0'0'10229'0,"0"0"-7917"0,0 0-940 0,0 0-108 15,0 0 56-15,0 0-311 0,0 0-161 16,0 0-244-1,84-13-216-15,-44 4-184 0,0-4-72 0,7 1-132 0,-3-1-104 0,0 1-76 16,-8 2-376-16,0-2-196 16,-8 5-84-16,-4 1-161 15,-4 2-691-15,-8 4-1012 16,-9 4-1736-16,-3-1-785 0</inkml:trace>
  <inkml:trace contextRef="#ctx0" brushRef="#br1" timeOffset="110458.072">24957 9413 784 0,'0'0'8700'0,"0"0"-6583"0,0 0-617 0,0 0-344 0,0 0 156 0,0 0-20 16,0 0-372-16,0 0-80 0,37 68 96 15,-2-56-228-15,9-6-292 0,4 1-380 0,3-7-36 16,5 0-400-16,-4-3-396 16,4-7-448-16,-5-2-644 0,-10 2-2152 15,14-6-3897-15</inkml:trace>
  <inkml:trace contextRef="#ctx0" brushRef="#br1" timeOffset="111154.264">26145 8857 2568 0,'0'0'6604'16,"0"0"-4083"-16,0 0-249 15,0 0-668-15,0 0-72 0,0 0-84 16,0 0-112-16,115 0-368 0,-67-2-360 0,4-2-280 16,4 4-207-16,0-2-73 15,-5-2-40-15,1 4-8 0,-9 0-92 0,2 0-17 16,-10 4-39-16,-7-2-68 0,-8 4-152 16,-8 5-44-16,-4 4-4 0,-8 5 24 0,-12 5 244 15,-8 7 4-15,-8 5-176 16,-8 4-48-16,-7 8-40 0,-1-2 136 15,0 4 76-15,-4-4 72 0,5 1 36 16,-2 3 88-16,-2-3 44 0,6-1 56 16,-2 1 88-16,3 0 68 0,5-4 92 0,3-3-52 15,8-2-140-15,7-9 56 0,10 0 68 16,3-11-36-16,4-4 100 0,15-2-88 16,9 0-12-16,8-4 0 0,9-2 60 15,6-7-48-15,5 3 48 0,4-3-23 16,-1 0 19-16,1-6-56 0,-4 2-160 15,-5-2-84-15,-2-3-48 0,-6-1-24 16,-3 0-232-16,0-5-329 0,0-1-215 16,-4 0-108-16,-4-6-516 0,-1 0-996 0,-7 2-1816 15,-3-8-1701-15</inkml:trace>
  <inkml:trace contextRef="#ctx0" brushRef="#br1" timeOffset="111389.912">26878 9182 6672 0,'0'0'716'16,"0"0"2224"-16,0 0-1983 0,0 0-73 0,0 0 560 0,-96 82 76 15,76-53-372-15,-8 6-236 0,4 0-292 16,-4 3-376-16,0 0-68 0,-4-1-92 16,0 2-32-16,1-1-48 0,-5 1-4 0,0-5-40 15,4-3-68-15,4-5-240 0,4-3-396 16,5-4-296-16,3-10-192 15,4-3-316-15,12-6-969 16,0 0-1915-16,8-3-1032 0,12-6 4565 16</inkml:trace>
  <inkml:trace contextRef="#ctx0" brushRef="#br1" timeOffset="117501.297">28407 8992 6460 0,'0'0'7849'0,"0"0"-5733"16,0 0-760-16,0 0-24 0,0 0-116 0,0 0-256 15,0 0-279-15,0 0-233 0,5-4-240 16,18 4 8-16,9 0 4 0,12 0 228 15,4 0-148-15,4 0-212 0,-4 0-88 16,-1 0-60-16,-7 4-24 0,0-2 72 0,-8 1-132 16,0 4 24-16,-8-4-64 0,-8 0-56 15,0 4-16-15,-8-4-20 0,0 1-112 0,-8 1 95 16,0 9 73-16,-12 0 172 16,-8 5 44-16,-8 14-152 0,-12 2-76 0,1 3 72 0,-6 6-8 15,-7 1 56-15,5 2 4 16,-1 4 60-16,0-3 48 0,0-1 0 0,5-5 108 15,3-1-108-15,7-6 60 0,10-4 16 0,3-5 8 16,8-3-72-16,4-4 24 0,8-1-24 16,4 1 36-16,8-3 52 0,8 0-40 15,3 0 36-15,9-3 88 0,5-4 96 16,2-3-63-16,5-1 51 0,0-5-136 16,0-7-60-16,0-6 16 0,-1-3-88 15,1-3-76-15,-4-3-104 0,-4-1-329 0,0-5-199 31,-4 3-352-31,0-1-1240 0,-12 7-2256 0,4-13-4049 16</inkml:trace>
  <inkml:trace contextRef="#ctx0" brushRef="#br1" timeOffset="117716.619">29013 9147 4972 0,'0'0'4276'16,"0"0"-2636"-1,0 0-983-15,0 0 395 0,0 0 616 0,0 0-28 16,-99 89-412-16,75-61-420 0,0 4-228 16,-4 0-164-16,0 3-84 0,-4 3-160 0,0 0-172 15,0 4 0-15,-4-1-60 0,8-6-76 16,0-4-84-16,5-6-296 16,3-2-140-16,8-8-128 0,4-2-332 15,0-6-712-15,8-4-1136 0,0-3-2421 16</inkml:trace>
  <inkml:trace contextRef="#ctx0" brushRef="#br1" timeOffset="119407.493">30149 9468 4224 0,'0'0'9253'15,"0"0"-7177"-15,0 0-932 0,0 0 468 0,0 0-528 16,0 0-424-16,99 6-340 0,-71-9-200 15,4-6-120-15,-4 2-108 0,4-5-576 16,-4 1-620-16,4-1-796 16,-12-1-3052-16,3 0-5205 0</inkml:trace>
  <inkml:trace contextRef="#ctx0" brushRef="#br1" timeOffset="119548.13">30547 9357 1212 0,'0'0'2728'0,"0"0"3200"0,0 0-4303 0,0 0-853 16,79-4-376-16,-51 1-396 0,-3-3-500 0,3 2-1613 15,-4 2-2795-15,8-2-24 0</inkml:trace>
  <inkml:trace contextRef="#ctx0" brushRef="#br1" timeOffset="119682.74">30942 9328 404 0,'0'0'8748'0,"0"0"-6551"0,0 0-929 0,0 0 540 15,0 0-296-15,0 0-820 16,0 0-280-16,83-7-76 0,-63 7-24 0,4-3-104 16,4 0-156-16,0 0-52 0,0 0-64 15,-1 0-120-15,1-4-564 0,0 1-668 16,-7 0-928-16,10-5-3797 0</inkml:trace>
  <inkml:trace contextRef="#ctx0" brushRef="#br1" timeOffset="121099.781">32679 8890 6624 0,'0'0'392'0,"0"0"4005"16,0 0-2173-16,0 0 16 0,0 0-244 0,0 0-568 15,0 0-644-15,0 0-268 0,84-28-164 31,-52 15-192-31,7 2-160 16,1 2 0-16,0 6-76 0,-4 1-80 0,-4 2 8 0,-4 0-60 16,-4 0-36-16,-13 8 48 0,1 3-96 15,-7 3-40-15,-5 5 212 0,-9 4 120 16,-2 9 4-16,-10 0 44 0,2 6-36 16,-9 4 36-16,0 2-40 0,0 0 56 0,-4 4 44 15,0 2-32 1,4-3-72-16,0 2 56 0,8-8-52 0,5-6 116 15,7 0 8-15,3-7 88 0,5-2 12 0,5-4-36 0,3 0 48 16,3-3-48-16,6 0-40 0,-2-6-20 0,9-4-40 16,4-2 12-16,0-7-108 15,4 0-48-15,4-2-268 0,-1-9-220 0,5-2-48 16,-3-2-140-16,-6-5-148 0,5-2-192 16,-4-3-588-16,0 0-968 0,-4-7-1281 15,-4 6-3323 1,4-18 5145-16</inkml:trace>
  <inkml:trace contextRef="#ctx0" brushRef="#br1" timeOffset="121270.538">33376 8931 6260 0,'0'0'4056'0,"0"0"-2123"0,0 0-1409 16,0 0 140-16,-95 93 856 0,63-55 4 0,4-1-232 15,-4 8-440-15,-5-1-272 16,2 4-140-16,-1 3-196 0,-3 0-176 0,-1-4-68 15,-4-3-148-15,4 1-280 0,0-4-324 0,0-3-308 16,0-3-592-16,12-10-2216 16,-7 8-2717-16</inkml:trace>
  <inkml:trace contextRef="#ctx0" brushRef="#br1" timeOffset="122572.869">26491 10051 11369 0,'0'0'2264'15,"0"0"-1108"-15,0 0 128 0,8 86-8 16,4-44-200-16,4 5-288 0,0 1-212 0,3-4-160 15,6-3-112-15,3-6-12 0,3-3 4 0,5-7 44 16,5-5-124-16,2-4-152 0,1-3-64 16,4-7 0-16,0-6-136 0,7 0-84 15,1-6 28-15,8-11 8 0,-1-1-96 16,10-4-84-16,2-3-40 0,5-1 0 16,-1 0 24-16,5 1 156 0,0 2 128 15,4-2-40-15,3 3 72 16,1-6-120-16,4 3-160 0,3-5-140 15,4-1 64-15,1 2-56 0,0 0-188 16,-1 6-16-16,-8 4 452 0,-7 11 228 16,-4 2 492-16,-4-1 48 0,-4 7 52 0,-5 0-132 15,1 0-28-15,0 3-20 0,-1 1-116 16,5 2-188-16,0 2-108 0,4 3-12 16,4-3 0-16,2 9-36 0,-5-1 48 15,-1 3 124-15,-13 3 96 0,-3 4 40 0,-8 2 96 16,-17-3 36-1,-7 4-76-15,-12-6-56 0,-8 2-4 0,-8 3-112 0,-8-3 16 16,-11 4-88-16,-10-4-28 0,-3 5-44 16,-3-8-60-16,-1 0 12 0,0-3-24 15,4-3-16-15,4-4-108 0,4-2-32 16,4-4 20-16,8-3 0 16,0-3 72-16,8 0 24 0,0 0-8 15,0 0 60-15,0-9 60 0,12-7 0 0,4-3-252 16,8-14-4-16,8 0 56 15,3-6 16-15,10-2-224 0,2-7-100 0,5 1-72 16,4-1-120-16,12-3-92 0,7 7 224 16,5 0 556-16,4 6-64 0,4 6-76 0,-5 3 152 15,-3 10 352-15,-5 6 240 0,-6 3 76 0,-6 7-92 16,1 3-204-16,-8 3 0 0,-9 7 12 16,5 6-52-16,-8 0-148 0,0 1-60 15,-4-3 60-15,-5 2 28 0,1-2-68 16,-4-6 28-16,0-2-36 0,3-1-52 15,-3-5 76-15,9 0 36 0,-2-13-12 0,5 0-100 0,0-6-68 16,3-4-16-16,2-2-44 0,-1 0-176 16,-1-1-280-16,-2 1-188 0,-6 3-100 15,-11 0-256-15,-4 2-412 0,-12 4-452 16,-8 7-524-16,-4 4-153 0,-16 0-1895 16</inkml:trace>
  <inkml:trace contextRef="#ctx0" brushRef="#br1" timeOffset="123259.336">28993 10957 5216 0,'0'0'5508'15,"0"0"-2955"-15,0 0-1181 0,0 0 232 16,0 0 160-16,0 0-496 0,84-4-396 15,-72 17-176-15,0 3-200 0,0 3-68 0,0 6-123 0,0 7-53 0,-8-3-8 16,-1 3-88-16,-3-4 4 16,0 1-76-16,4-8-36 0,-4 0-48 15,0-9-4-15,5-3 0 0,3-2-8 0,-4-5-36 16,3 1-76-16,6-3-164 0,2-3-76 31,6-8 84-31,3-6 11 0,3-2 41 16,1-4-40-16,0-2 156 0,-4 0-8 0,4-3 120 0,0-1 4 15,0 1-4-15,-4-1 0 0,-1 0 0 16,1 8-60-16,0 4 48 0,-8 4-76 0,0 7 40 16,-4 3 48-16,0 0 4 0,0 3 92 15,-1 3 172-15,-2 9 148 16,-1 4 117-16,0 3-81 16,0 8-176-16,-4 0-68 0,0 2-28 0,0-1-80 0,4-2-100 15,-5-1-204-15,6-6-316 0,3 0-269 0,-5-2-223 16,1-5-380-16,5-2-1384 0,-6-3-3297 15</inkml:trace>
  <inkml:trace contextRef="#ctx0" brushRef="#br1" timeOffset="126978.17">7570 10999 7628 0,'0'0'1088'16,"0"0"-544"-16,39-77 1241 0,-22 48-425 15,-2-2-32-15,-2 1 0 16,-2 5-104-16,-3 3-188 0,0 1-220 0,-3 1-236 16,-1 1-112-16,-1 0-88 0,-3 0 24 0,0 3 144 15,0-4 40-15,-7 5-212 16,-2-3-208-16,-3 1-84 0,1-2-80 15,-6 3-8-15,-3 0-56 0,1 3-24 0,-5 1-48 16,0 5 8-16,-1-2-32 0,-3 6-40 16,-3 3 40-16,-1 3 56 0,-8 13-84 15,-3 6 16-15,-2 13 8 0,-2 7 24 0,3 5-8 16,0 13 56-16,0 3-8 0,1 8 48 0,7 1-52 16,4 9 16-16,8-6 84 0,4 8 4 0,4-1 8 0,4 1 48 15,12 2 0-15,0-2 100 16,12-3 36-16,12-4 12 0,12-9 60 15,4-7 0-15,8-9-24 0,3-10-48 0,5-13 48 16,4-6 84-16,3-9 85 16,-3-7-109-16,0-6-4 0,-4 0-68 0,-9-12-100 15,-2-1-36-15,-10-3-96 0,-3-3 0 16,-11 4-12-16,-2-5-228 16,-7 1-232-16,-4 0-293 0,-4 0-159 0,-4-4-228 0,0 5-928 15,-8 2-2568-15,-8-3-2621 0</inkml:trace>
  <inkml:trace contextRef="#ctx0" brushRef="#br1" timeOffset="127164.016">7211 11564 8716 0,'0'0'2533'0,"0"0"-649"0,0 0-560 0,0 0-88 16,0 0-420-16,0 0 80 0,0 0 232 15,0 0 184-15,92 56-360 0,-57-46-316 0,6-7-223 16,-5 1-169-16,-5-2-244 0,1-2 0 15,-8 0-148-15,3 0-109 0,-3-2-179 16,-3-5-428-16,3 0-140 0,-9-2-240 16,6-1-644-16,-6 1-1136 0,-6 3-2017 0,2-5-851 15</inkml:trace>
  <inkml:trace contextRef="#ctx0" brushRef="#br1" timeOffset="127300.965">7673 11604 5488 0,'0'0'2836'16,"0"0"-832"-16,0 0-471 0,0 74 67 0,0-49-192 15,0 6-312-15,0-1-256 0,0 1-144 16,4 4-248-16,0-3-232 0,1 2-216 16,-1-2-208-16,3 0-312 0,-3-7-452 15,4-2-148-15,1-5-716 0,-6-5-2245 16,5 6-2187-16</inkml:trace>
  <inkml:trace contextRef="#ctx0" brushRef="#br1" timeOffset="128180.326">9589 10541 8520 0,'0'0'3165'16,"0"0"-1425"-16,0 0-584 0,0 0 28 15,0 0 8-15,-91 72-100 0,64-39-240 16,-10 8-288-16,1 3-172 0,-7 10-208 15,-2 10 0-15,-6 5-12 0,-5 5 24 16,0 8 60-16,-7 4-40 0,-5 5 16 0,1 5 12 16,-10 5 0-16,-3 4-99 15,1 7-85-15,-9-1-60 0,1 6-84 16,-1-2-161-16,1 2 89 0,3-5 36 16,4-5 56-16,9-5 64 0,7-9 156 0,8-9-60 0,4-10-36 15,12-7-48-15,5-15-12 0,7-3-8 16,3-14-52-16,10-7-24 0,2-9 12 15,6-6-76-15,3-7 4 0,4-3-124 0,0-3-124 16,0 0-144-16,0 0-200 16,0-3-64-16,0-3-180 0,0-7-760 0,0 5-2580 15,4-19-2293-15</inkml:trace>
  <inkml:trace contextRef="#ctx0" brushRef="#br1" timeOffset="128849.239">8706 12030 6308 0,'0'0'5365'0,"0"0"-3865"0,0 0-700 0,0 0 756 16,0 0-40-16,95-35-324 0,-63 29-108 15,7 0-240-15,1 1-344 0,1 3-124 0,-2 2-96 16,-7 0-12-16,0 0-132 0,-12 7-76 16,-1-1-52-16,-6 6-4 15,-9 1 4-15,0 6 0 0,-4 6-8 16,-8 4-100-16,-9 6-132 0,2 0 24 0,-9 3 112 31,-4-3 36-31,4 0 8 0,-8 0 48 0,4-3 4 0,-4 2 60 0,4-3 24 16,-4 2-12-16,0-1-68 15,5-4-4-15,3 1-8 0,8-4-52 16,4-9-12-16,4 0-28 0,4-6-44 0,4-5-112 16,4 1 108-16,8 5 144 0,4 2 4 15,8-4 244-15,8 0 36 0,7-5-96 16,6-1-64-16,-2-3-120 0,9-7 0 16,-4-5-108-16,3-4-232 0,5-4-392 15,-3-2-312-15,3-3-708 0,-17 3-2472 0,17-13-4441 16</inkml:trace>
  <inkml:trace contextRef="#ctx0" brushRef="#br1" timeOffset="129319.746">10124 11608 13449 0,'0'0'4704'0,"0"0"-3720"0,0 0-872 0,0 0 120 16,-108 66 148-16,72-21 452 0,0 3 92 15,5 8-243-15,-1 5-341 16,4 2-96-16,0 4 8 0,4 3 76 16,8-1 288-16,0 1-160 0,0-3-128 0,8 0-52 15,0-8-108-15,4-4 12 16,4-4 12-16,0-7 112 0,4-13 260 0,9-5-360 0,-6-6-132 16,9-7-72-16,0-7-252 15,8-3 36-15,4-3 48 0,-1 0-12 16,5-9-52-16,-4-1-116 0,-4-3-96 0,-4 1-52 0,-4-1-48 15,-4 2-48-15,-4 3-48 0,-8 2-220 16,0-5-345-16,0 3-303 0,-4-6-404 16,-12 3-260-16,0-9 372 0,-4 4-456 15,-4-3 43-15,-4-3 253 0,1-1 1688 16,3 5 272-16,-4 1 1324 0,8 4 400 0,8 8 469 16,4-2 219-1,8 4-364-15,0 3-480 0,0 0-300 0,0 0-236 16,4 0-228-16,8 0-196 15,4 0 49-15,3 0 239 0,9 0-352 16,0 0-232-16,4-10-116 0,0 1-100 0,0-4-96 16,-4-6-84-16,0 0-292 15,-8-3-264-15,0 0-172 0,-4 3-197 16,-5-1-699-16,-3 5-1360 0,1 4-2869 0,-9 5-3483 0</inkml:trace>
  <inkml:trace contextRef="#ctx0" brushRef="#br1" timeOffset="129492.906">10044 12271 548 0,'0'0'12413'16,"0"0"-10297"-16,0 0-1424 0,0 0-148 16,16 68 728-16,-4-50 232 0,-4 4-328 0,4 1-372 0,0-2-280 15,-1 5-243-15,-2-1-25 16,-1 4-112-16,-1-4-144 0,1 4 0 16,-3 0-84-16,-1-4-48 0,-4 0-273 0,0-3-251 15,0 1-296-15,0-4-224 0,0-7-1092 16,0-2-2604-16,0-7-3561 0</inkml:trace>
  <inkml:trace contextRef="#ctx0" brushRef="#br1" timeOffset="130020.673">11008 11687 1736 0,'0'0'7544'16,"0"0"-4487"-16,0 0-1489 0,0 0 100 0,0 0-336 16,91 0-276-16,-59 0-132 0,9 3-248 15,-6-3-212-15,5 3-48 0,1-3-24 0,-2 0-100 16,-3-3-280-16,3-3-12 0,-7 0-172 15,-4-4-244-15,-4 0-548 0,0 3-452 16,-12 2-1656-16,1 2-4449 0</inkml:trace>
  <inkml:trace contextRef="#ctx0" brushRef="#br1" timeOffset="130197.226">11144 11925 5308 0,'0'0'1536'0,"0"0"3981"0,0 0-3881 0,0 0-764 16,0 0-228-16,0 0 288 0,0 0-272 0,0 0-4 16,95 47-100-16,-59-43-136 0,4-4-200 15,0 0-104-15,3-7-116 0,-3 2-256 16,1-6-796-16,-13 8-1020 0,11-6-3557 0</inkml:trace>
  <inkml:trace contextRef="#ctx0" brushRef="#br1" timeOffset="133187.307">12881 10772 4484 0,'0'0'1332'15,"0"0"-500"-15,0 0-272 0,24-72-28 16,-17 43-40-16,2 1 1516 0,-5-8-667 0,0 5-341 16,3-1-184-16,-7 3 148 0,0 4-104 0,0 6-144 15,0-1 200-15,-3 8 80 0,-5 2-220 16,-1 5 72-16,2-1-308 15,-9 1-196-15,0 3-152 0,-5 2-20 0,-2 2-100 16,-9 14-72-16,4 6-8 0,-7 14 8 0,3 11 44 16,0 11 100-16,-1 12 40 0,6 9 96 15,-1 10 133-15,0 3-13 16,4 6-120-16,4 4-88 0,1-6-20 16,2-8-4-16,13-9 12 0,4-13-24 15,4-14-8-15,13-14-40 0,6-10 24 0,5-8 172 16,4-8-160-16,4-2-60 15,0-7-36-15,0-3-48 0,-5-3-4 16,5-7-80-16,-8-2-96 0,0-5-172 0,0-2-144 16,-9 0-96-16,-6-3-112 15,-5 3-365-15,-8-3-951 0,0-1-1868 0,-4 8-1429 16,-20-14-3807-16</inkml:trace>
  <inkml:trace contextRef="#ctx0" brushRef="#br1" timeOffset="133341.527">12523 11258 12089 0,'0'0'2068'16,"0"0"-1436"-16,0 0-280 0,0 0 668 0,0 0 664 0,0 0-96 16,0 0-376-16,99 29-496 15,-67-26-412-15,3-3-107 0,-3 0-89 0,0-7-108 16,0 2-80-16,-4-5-141 0,0 0-435 16,0 0-552-16,-4 1-564 15,-8 2-2580-15,-4-2-2905 0</inkml:trace>
  <inkml:trace contextRef="#ctx0" brushRef="#br1" timeOffset="133472.155">12849 11341 13105 0,'0'0'1776'15,"0"0"-1412"-15,0 0-8 0,-12 82 512 0,12-57 460 16,0 5-488-16,0-5-372 0,0 0-468 0,4-3-24 16,4 4-244-16,-1-7-720 0,-2 0-900 15,3-3-2020-15,0-3-1757 0</inkml:trace>
  <inkml:trace contextRef="#ctx0" brushRef="#br1" timeOffset="134342.335">14694 10271 1812 0,'0'0'6400'0,"0"0"-4396"0,0 0-971 0,0 0-173 15,0 0 152-15,0 0 68 0,0 0-68 0,-80 73-108 16,64-45-212-16,-8 1-180 0,0 9 44 16,1 4-24-16,-9 2-16 0,0 7 12 0,-9 5-60 15,2 5-128-15,-5 5-144 0,-8 7-84 16,-8 7-112-16,-7 9-4 16,-5 3-4-16,-4 10 16 0,-8 3 0 0,-7 3 40 15,-1 3-48-15,-7 3 0 16,-1-3-68-16,-4 0-4 0,-3-2 0 15,8-5 72-15,-1-3 4 0,4-2 44 0,4-1 12 0,9-2-48 16,7-5-12-16,8-5 0 16,9-3-84-16,11-14 12 0,12-4-52 15,4-15-48-15,12-9-48 0,8-12-48 0,4-10-64 16,4-6-84-16,4-10-176 16,8-3-224-16,8-3-636 15,-4-10-1164-15,16-16-2797 0</inkml:trace>
  <inkml:trace contextRef="#ctx0" brushRef="#br1" timeOffset="135126.616">14056 11846 3312 0,'0'0'2188'16,"0"0"-1784"-16,0 0-12 0,0 0 3872 15,0 0-2963-15,0-68 55 0,0 59-236 0,0 7-96 16,-4-1 72-16,4 3-76 0,0 0-156 15,-4 0-172-15,0 0-188 16,-7 3-40-16,-6 8-328 0,-3 6-136 0,-7 8 0 16,-1 10 100-16,-4 6 0 0,-5 7 20 15,10 5 52-15,-4 2 72 0,-2 2 216 0,6-2 16 16,3-5-259 0,-1-6-105-16,5-5-112 0,5-11-44 15,7-6-164-15,3-9-73 0,5-7-59 0,0-6-48 0,0 0 120 0,0 0-64 16,0 0 52-16,0 0 24 0,5 0 156 15,3 0 100-15,0-2 112 0,-1-2-16 16,2 1-60 0,-1 3-36-16,3 0 0 0,2 7 28 15,-2 5 180-15,6 7-28 0,-2 7 4 16,2 2 24-16,-6 7 12 0,1 3-48 0,0 4-52 16,-4 2-24-16,4-3-36 0,-8 0-8 15,4-3-8-15,0-6-44 16,0-9-88-16,0-4-228 0,4-10-684 0,-1-4-544 15,-2 0-1236-15,3-5-3437 0</inkml:trace>
  <inkml:trace contextRef="#ctx0" brushRef="#br1" timeOffset="136311.917">14108 12202 4044 0,'0'0'416'0,"0"0"3576"16,0 0-1700-16,0 0-279 15,0 0-573-15,0 0-304 0,0 0-88 0,0 0-236 16,0 0-232-16,0 0-160 0,0 0-12 16,44-23 108-16,-21 16 332 0,5-1-372 0,0-3-232 15,0 2-96-15,0 4-52 0,0-2 12 0,-8 3-56 16,0 4-52-16,-4 0-12 16,-4 0 4-16,-1 6 0 0,-6 4 0 15,-1 3 8-15,0 6 0 0,-4 2-72 16,-4 5-84-16,-8 0-40 0,-4 3-24 0,0-1-72 15,0-2-4-15,0 2-8 0,-3-2 80 16,2-1 92-16,-3-3 56 0,1 1 76 0,2-5 0 16,-2 1 48-16,3-3-36 0,0 0-4 0,4-2-4 31,-4-3 68-31,7-1-64 0,2-4 0 0,3 0 52 16,0-6 100-16,4 4 12 0,0-4-36 15,0 0-136-15,4 0 0 0,4 0 0 0,4 0 232 0,7 0 136 16,6 0 8-16,-1 0-72 0,4-4-48 0,-9 1-48 31,9-2-28-31,-4-2-44 0,0-3-99 0,4 2-37 16,-4-6-185-16,-1 1-215 0,-2-2-220 15,-1 2-148-15,-1 0-412 0,-2 7-1028 16,-6-7-3401-16</inkml:trace>
  <inkml:trace contextRef="#ctx0" brushRef="#br1" timeOffset="141446.905">15227 12039 9488 0,'0'0'1437'0,"0"0"-589"0,0 0 724 0,0 0-72 15,0 0-180-15,-79 4-420 0,59 11-476 16,0 5-140-16,-4 8-84 0,8 7 108 16,0 3 396-16,4 4-388 0,4-1-128 0,4-3-92 15,4-6 64-15,0-11 72 0,0-5-152 16,4-9-80-16,0-4-120 15,5-3 8-15,2-7 112 0,5-5 4 0,0-9-4 16,4-9-232-16,0-1-236 0,0-4-60 16,-5 0-100-16,2 6 8 0,-2 3 208 15,-6 7 152-15,3 7 96 0,-5-1 40 0,-3 10 60 16,5 0-24-16,-5 3 88 0,0 0 88 16,-1 12 648-16,5 1-264 15,1 9-112 1,-2 4-172-16,1 2-80 0,-4 5 4 0,5 1-60 15,-5 7-40-15,-4 0 36 0,0 3-40 16,0 5 140-16,0 2-12 0,0-1 96 16,-4 5 100-16,-5-8-108 0,1 1-28 15,1-6 12-15,-6-5 48 0,2-2-48 0,-1-3-40 16,-4-4-44-16,4-6-52 0,-4 1-12 16,0-7-8-16,4-4 20 0,-4-3 36 0,0-2-8 15,4-3-4-15,-4-4-12 0,-4-4-80 0,4-3 48 16,-8-5-52-16,5-7-180 15,-6 0-148-15,5-3-40 0,-3-1 64 0,3 1 36 16,0 0-40-16,8 3-96 0,-1-4-40 16,6 4 24-16,3-2-172 0,4 1-152 0,4-5-500 31,3 3-1044-31,10 0-493 0,-6 6-1727 0,10-7-604 0</inkml:trace>
  <inkml:trace contextRef="#ctx0" brushRef="#br1" timeOffset="142757.478">15964 11725 6048 0,'0'0'1832'15,"0"0"-728"-15,0 0 216 0,0 0 85 0,0 0-101 16,0 0 20-16,0 0-236 15,0 0-376-15,0 0-144 0,0 0-32 0,-4 64-104 16,1-37-20-16,3 8-8 0,0 1 28 16,0 5-112-16,0 7-36 0,0-1-76 15,-4 11-52-15,4 2-156 0,-4 3-72 0,0 4 12 16,0 3-40-16,-1 0 16 0,-2 0-136 16,3-4-40-16,4-9-8 0,0-9 20 15,0-7-12-15,4-9-84 0,3-10-104 0,2-5-148 16,6-9-356-16,-2-1-600 0,-1-7-972 15,12-3-2305-15</inkml:trace>
  <inkml:trace contextRef="#ctx0" brushRef="#br1" timeOffset="143314.125">16857 12112 7264 0,'0'0'7693'0,"0"0"-6525"0,0 0-864 0,0 0-92 15,0 0 412-15,-75-44 748 0,58 44-228 16,-2 0-520-16,-1 6-624 0,-5 10-24 15,2 6-124-15,-5 10 52 0,4 7-4 16,0 1 56-16,4-1 44 0,4-1 0 0,9-6-8 16,3-7-104-16,4-13 52 0,0-2-136 15,0-6-136-15,7-4 136 0,9-7 60 16,0-3 16-16,4-3-4 0,-4-6-48 16,4-3 36-16,0 0-36 0,-4 3 60 15,-1 0 0-15,2 6 52 16,-9 4-16-16,-1 2-24 0,2 5 100 0,-1 2 0 15,-1 2 284-15,1 12 124 16,5 1-124-16,-2 7-136 0,2 7-64 16,-6 0-84-16,5 5-76 0,1 2 68 15,-6 1 4-15,-3 2 8 0,0 2-4 16,0 0 0-16,-4-4-4 0,-4 2 4 16,-4-1 84-16,-4-3 72 0,0-3 164 15,-3-1-48-15,2-1 8 0,-2-9-60 0,-2-1-36 16,-3-7-88-16,5-1-32 0,3-5-4 0,-4-4 36 15,4-3-96-15,0 0-56 0,-4-10-200 16,4-2-100-16,0-11 52 16,-4 1-284-16,0-10-128 0,5 0-100 0,2-9-352 15,1 13-1372-15,4-17-2421 0</inkml:trace>
  <inkml:trace contextRef="#ctx0" brushRef="#br1" timeOffset="143555.967">17343 12016 12077 0,'0'0'2852'0,"0"0"-2024"0,0 0 28 16,0 0 352-16,-43 87-48 0,22-56-216 0,6 7-408 0,-1 1-220 16,-5 6-108-16,6-1 60 0,2 3-60 15,2 1-52-15,-1-4-156 16,12-2 0-16,0-8-12 0,8-2-36 0,7-3 0 15,6-8-88-15,7-2-8 0,3-5-428 16,1-5 36-16,0-5 108 0,0-4-16 16,0 0-220-16,-4-7-376 0,-4-2-660 0,-9-2-1288 0,6-3-2493 15</inkml:trace>
  <inkml:trace contextRef="#ctx0" brushRef="#br1" timeOffset="143740.213">17176 12397 10997 0,'0'0'1796'15,"0"0"-1336"-15,0 0-104 0,0 0 304 16,0 0 376-16,96 46 48 16,-61-46-348-16,1-4-400 0,4-8-200 0,0-7-136 15,4-3-308-15,-5-4-524 0,2-2-480 16,-2-1-488-16,-11 7-2057 0,12-10-5630 0</inkml:trace>
  <inkml:trace contextRef="#ctx0" brushRef="#br1" timeOffset="144025.887">18144 11881 484 0,'0'0'11993'0,"0"0"-10705"0,0 0-1120 0,-79 60-80 16,51-25 280-16,-4 9 528 0,4 7 312 15,4 6-88-15,-4 4-56 0,4-1-316 16,4 3-60-16,0 1 4 0,0-1-116 16,5-2-164-16,7-8-83 0,-1-9-113 15,9-5-44-15,0-10 20 16,13-7-8-16,2-3-100 16,5-6-84-16,4-4-60 0,3-3-40 0,6-1-44 0,-6-5-48 0,1-5-160 15,-4-1-37-15,-3-3-63 0,-2-4 4 16,-6 0-16-16,-6-2-16 15,1-1-292-15,-4-3-560 0,-4-3-716 0,0-4-1864 16,0 3-1649-16</inkml:trace>
  <inkml:trace contextRef="#ctx0" brushRef="#br1" timeOffset="144179.166">17949 12408 1160 0,'0'0'13081'0,"0"0"-11129"0,0 0-1424 0,0 0-92 0,0 0 692 16,0 0 188-16,0 0-56 0,79 15-424 15,-47-24-323-15,0-8-353 16,1-1-160-16,-6-4-288 0,4-3-369 0,-3-1-247 0,-3 4-96 16,-5 3-468-16,-5 6-1152 0,-2 4-1528 15,-9 5-221-15,-4 2 449 16</inkml:trace>
  <inkml:trace contextRef="#ctx0" brushRef="#br1" timeOffset="144300.199">18239 12309 1528 0,'0'0'4804'0,"0"0"-1936"15,-35 70-443-15,23-38-505 0,0 6-576 0,-4 3-276 0,8 1-372 16,0-2-288-16,-4 2-172 0,4-7 52 0,0 0 72 15,4-4 20-15,0-5-204 16,0-3-176-16,0-1-44 0,4-4-176 0,0 1-52 16,0-6-188-1,0 0-136-15,0-6-532 0,4-5-960 0,0 2-2549 0,9-4-3367 16</inkml:trace>
  <inkml:trace contextRef="#ctx0" brushRef="#br1" timeOffset="145002.983">18746 11797 11657 0,'0'0'1932'16,"0"0"-1132"-16,0 0-752 0,0 0 284 16,0 0 220-16,0 0 316 0,0 0-216 0,0 0-364 0,88-50-224 0,-61 37-56 15,1-2 40-15,-4 2 0 0,0 3 4 16,-4 1 72-16,3 0 72 0,-2 2-20 15,-10 1-16-15,2 3 36 0,-5 3-20 0,-1 0-16 16,-7 3 0-16,0 6 96 0,0 7 200 16,0 9-200-16,-4 7-156 0,-3 6-100 15,-6 7 0-15,2 3 4 0,-5-1 8 16,4 4 48-16,0-4-52 0,-4 1 0 16,8-4 92-16,-4-6 72 15,7-8-88-15,2-5-24 16,-1-10-60-16,4-1 0 0,0-5-8 0,0 1 0 15,0-4-40-15,0 3-12 0,4 1-88 16,-1-1 0-16,2 4 40 0,3 6 60 16,0 0 40-16,4 6-56 0,-4 0-56 0,4 7 68 15,-5 3 44-15,6 4-176 16,-5-4-72-16,3-1 32 0,2-3-96 0,-6-5 60 0,1 0 112 16,1-7 148-1,-1 0 0-15,-5-3 8 0,1 0 4 0,-4-3-4 16,0-1 40-16,0-3-44 0,-11 4 4 15,-2 0-8-15,-2-3-344 0,-2-4-372 16,-2 1-728-16,3-1-1688 0,-9-6-6629 0</inkml:trace>
  <inkml:trace contextRef="#ctx0" brushRef="#br1" timeOffset="146030.676">18945 12332 272 0,'0'0'5448'0,"0"0"-3692"0,0 0-500 0,0 0-308 0,0 0 292 16,0 0 225-16,0 0-241 0,0 0-184 0,0 0-196 15,0 0-124-15,20-17-20 16,-16 17 44-16,-4 0-76 0,4 0-40 0,-4 0-148 16,0 0-52-16,4 0-196 0,-4 0-108 15,3 0-52-15,1 0 28 16,5 0 8-16,-1 0-32 0,-1 4-28 0,6-4 0 0,-1 3 0 16,-1-3 12-16,2 0-48 0,-6 0-4 0,5 0-8 15,1 0-4-15,-6 0-8 16,-3 0-96-16,4 0-124 0,-3 0-84 0,-1 0-40 15,-4 0-84-15,3 0-116 0,-3 0-72 16,0 0-152-16,0 0-368 0,0-3-796 16,0 3-1897-16,0-4-2751 15</inkml:trace>
  <inkml:trace contextRef="#ctx0" brushRef="#br1" timeOffset="150078.137">11024 14377 5428 0,'0'0'1600'15,"0"0"-704"-15,0 0-220 16,0 0-236 0,0 0 2425-16,0 0-1049 0,0 0-400 0,0 0-256 15,0 0-324-15,0 0-68 0,0 0 36 0,4-5-276 16,4 10-208-16,8-3-52 15,0 5 64-15,12 2-88 0,-1-2-36 0,5 2-136 16,0-6-60-16,0 4-4 0,-4-4-8 16,-4-3 0-16,0 0-96 15,0 0-52-15,-4 0-208 0,0 0-132 0,-5 0-200 0,-2-3-176 16,-2 3-412-16,-7 0-1104 0,0 0-2197 16,-4 3-2631-16</inkml:trace>
  <inkml:trace contextRef="#ctx0" brushRef="#br1" timeOffset="150299.066">11084 14627 11925 0,'0'0'1868'16,"0"0"-944"-16,0 0-708 0,0 0 364 0,0 0 636 15,0 0-196-15,0 0-252 0,0 0-240 16,0 0-320-16,0 0-24 0,67 28-60 15,-31-24-124-15,0-1-4 0,1 0-84 16,-2 0-180-16,1 1-608 0,-4-2-224 0,3 5-428 16,-10-1-1248-16,14 7-2949 0</inkml:trace>
  <inkml:trace contextRef="#ctx0" brushRef="#br1" timeOffset="156681.059">12454 14160 8644 0,'0'0'2557'0,"0"0"1711"0,0 0-2564 0,0 0-328 0,0 0-284 16,0 0-176-16,0 0-352 15,0 0-212-15,0 0-48 0,100-9 37 16,-52 5-77-16,0 1-116 0,3 0-144 0,1 1-4 16,-4-5 0-16,-4 7-44 15,-1-4-8-15,-6 4-104 0,-9 0 0 0,-9 0-4 0,1 4-45 16,-12-1-39-16,0 6-120 16,-8 0 60-16,0 4 48 0,0 4 24 0,-12 5-64 0,-4 0-96 15,0 3 40-15,-8 4 44 0,0-3 0 16,-4 6 72-16,-4-1 4 0,-3 4 72 15,-1 3 160-15,-4 3 56 0,1 0 68 32,2 0 36-32,-2 1 88 0,7-4 132 0,4-3-36 0,0-2-76 15,12-8-120-15,4-4-148 16,4-4-56-16,8-3-44 0,0 3-8 0,12-4 108 16,8-4 244-16,4 1 0 0,8-1-132 15,4-3 32-15,3-2 124 0,6-1-36 16,-6-3 36-16,6 0 24 0,-6 0-12 15,-3 0-144-15,3-3-128 0,-3-4-8 0,1-2-72 16,-2-1-120-16,-3-2-172 16,0-1-308-16,-4-4-72 0,-4 3-524 0,-4-3-640 15,-4 4-1304-15,-1-2-2957 0</inkml:trace>
  <inkml:trace contextRef="#ctx0" brushRef="#br1" timeOffset="156942.357">13271 14309 352 0,'0'0'10304'0,"0"0"-8287"0,0 0-1645 0,0 0-116 16,0 0 568-16,0 0 328 0,0 0-236 0,-84 82-300 16,60-52-356-16,1-2-120 15,-5 7 68-15,-4 3 92 0,-3 0-4 0,-6 4 100 16,1 2 196-16,-3 0-176 0,-1 5-184 0,-4-2-156 15,4-6-4-15,1 0-72 16,-2-2-52-16,13-8-36 0,-3-3-120 0,11-5-124 16,4-7-244-16,0-3-140 0,12-7-180 15,4-3-396-15,1-3-428 0,3-3-1341 16,7-10-2859-16</inkml:trace>
  <inkml:trace contextRef="#ctx0" brushRef="#br1" timeOffset="157424.21">14280 13979 7312 0,'0'0'3120'16,"0"0"-1191"-1,0 0-869 1,0 0-196-16,-96 67-40 0,64-39-120 0,-4 4-188 0,-12 6-128 0,0 7-164 16,-12 2 12-16,-3 11 64 0,-9 1 36 15,-4 12-40-15,-7 2-64 0,-5 9-152 16,-7 7-80-16,-5 3-76 0,-4 7-120 16,-3 3-24-16,-1-4 68 0,5 4-44 0,3-1-28 15,5-2 128-15,7-5 96 16,4-8 136-16,13-3 76 0,2-7-52 0,9-6-148 15,9-7-12-15,7-9-4 0,8-6-44 16,8-10-28-16,9-13-208 0,6-12-228 16,9-6-492-16,4-7-544 0,4-10-1160 15,5 0-1793-15,10-15-727 0</inkml:trace>
  <inkml:trace contextRef="#ctx0" brushRef="#br1" timeOffset="158327.757">13260 15472 9488 0,'0'0'2001'0,"0"0"-653"0,0 0 24 0,0 0 4 0,83 12-44 16,-59-9-276-16,-4-3-476 0,-1 0-296 15,-2 0-88-15,-2 0-188 16,-2 0-8-16,-6 0-116 0,1 0-20 0,-4 6-8 16,-4 5 20-16,0 1 12 0,0 7-12 15,-12 7-208-15,1 2-16 0,-5 4 188 0,-5-4 72 16,2 2 88-16,-1-3 0 16,-1-2 8-16,2-2 52 0,-1 0 16 15,4-2 12-15,0-4-84 0,8-5 44 0,1-2 4 16,3-7-52-16,4 0-64 0,0 0-48 15,4-3 112 1,7 3 76-16,6-3 136 0,6 0 96 16,1 0-148-16,4 0-48 0,0-6-4 15,0-4-44 1,0 1-64-16,-4-7-160 0,-1-1-372 0,-3-1-300 16,4-7-560-16,-8 8-1460 0,0-14-4605 0</inkml:trace>
  <inkml:trace contextRef="#ctx0" brushRef="#br1" timeOffset="158681.916">13646 15389 10784 0,'0'0'2261'0,"0"0"-789"0,0 0-84 0,0 0 176 16,103 0-156-1,-63-3-256-15,0-4-284 0,3 1-344 0,2-4-232 16,2 1-172-16,-3-1-107 15,0 3 71-15,-4 5-84 0,-8-1-97 0,-4 3-87 16,-8 0-32-16,-4 9-64 0,-8 11 0 16,-4-2 24-16,-4 11 244 15,-4 3 8-15,-8 7 4 0,-4-2 12 0,-5 1-8 16,2-1 0-16,-5 2 0 0,4 3 56 0,-3-8-52 0,2 8 64 16,1-4-60-16,1-3 40 0,2 0-48 15,6-4-4-15,7 1 0 0,-1-3 12 16,5-4 48-16,9-2 0 15,6-4 76-15,5-4 20 0,5-5 88 16,6-4 24-16,1-6-75 0,4 0-57 16,4-6-128-16,-5-4-8 0,1-5-220 0,1-4-401 0,-9-4-99 0,-1-2-84 15,-7-4-180-15,0 1-700 16,-4 2-1348-16,-4-15-2669 0</inkml:trace>
  <inkml:trace contextRef="#ctx0" brushRef="#br1" timeOffset="158908.856">14343 15474 8856 0,'0'0'1900'16,"0"0"-1051"-16,0 0-181 0,0 0 684 0,0 0 168 15,0 0-208-15,-76 80-316 16,61-48-228-16,2 6-204 0,-2 3-8 16,-2 0-32-16,-2 7-132 0,3 0-244 0,-9-1-96 15,6 2-52-15,-1-3-96 0,0-4-88 16,4-7-268-16,0-4-100 0,4-4-76 0,4-8-100 15,5-8-216-15,-1-4-692 16,4-4-788-16,0-3-2073 16,4-7-1719-16</inkml:trace>
  <inkml:trace contextRef="#ctx0" brushRef="#br1" timeOffset="161054.635">16969 14112 12165 0,'0'0'2280'16,"0"0"-604"-16,0 0-648 0,0 0 224 0,0 0-440 16,0 0-516-16,0 0-88 15,99-50 96-15,-43 37-24 0,0 4-108 0,4-1-12 16,0 10-40-16,-9 0-20 0,1 0-92 0,-13 0 0 0,-2 10-8 15,-14-1-124-15,-6 1-44 0,-13 8-152 32,-4 5 212-32,-12 9 20 0,-8 6-44 15,-12 6-140-15,-4 1 40 0,-8 5 96 0,0 1 100 16,-4 3 36-16,5 0 48 0,-6 0-32 16,6-4 216-16,7 2 124 0,8-8 8 15,4-5 28-15,9-11-40 0,6-5-48 0,9-4-96 16,9-7-64-16,10 1 137 0,9-7 47 15,8-3 36-15,4-3-108 0,8-3-196 16,8-14-60-16,-4-4-124 0,-1-5-140 0,-3-4-296 16,-5-3-169-16,-7-2-231 0,-8-3-684 15,-4 13-2348-15,-3-17-3029 16</inkml:trace>
  <inkml:trace contextRef="#ctx0" brushRef="#br1" timeOffset="161226.639">17523 14249 1880 0,'0'0'11457'16,"0"0"-9909"-16,0 0-1044 0,0 0 160 0,-92 76 776 16,72-43-192-1,-4 4-316-15,4-2-280 0,0 3-324 16,4-3-232-16,0-3-96 0,5 3-56 16,-6-3-212-16,9-4-308 0,1 1-136 15,-6-4-136-15,13-2-416 0,0-5-1072 0,0-8-1781 16,0-6-2143-16</inkml:trace>
  <inkml:trace contextRef="#ctx0" brushRef="#br1" timeOffset="161508.565">18399 13836 11569 0,'0'0'3248'15,"0"0"-2392"-15,0 0-716 0,0 0 676 16,-96 103 700-16,57-56-272 0,-10 10-508 0,2 6-260 16,-9 8-244-16,-8 4-16 0,-3 12 116 15,-9 4-80-15,-3 7-152 0,-9 4-40 16,-8 3 37-16,5 3-17 0,-5 3-80 0,4-6-145 16,5-3-39-16,6-11-68 15,14-8 152-15,11-16-120 0,13-14-84 0,15-11-232 0,11-13-40 16,9-11 0-16,8-8-260 0,8-6-704 15,9-8-1016-15,-6-6-272 0,17-18-2221 0</inkml:trace>
  <inkml:trace contextRef="#ctx0" brushRef="#br1" timeOffset="167645.969">17853 15309 184 0,'0'0'10152'16,"0"0"-8311"-16,0 0-853 16,0 0 116-16,0 0 396 0,0 0-244 15,100-72-412-15,-64 59-252 0,-1 3-36 0,1 4 56 16,-4 3-304-16,1 3-308 0,-10 6-92 16,-7 7-52-16,-4 3 144 0,-8 3 0 0,-4 6 0 15,0 3-112 1,-12 1-156-16,-4 7 268 15,-11-2 0-15,-1 1-156 0,-9 3-56 0,1 4 104 16,-3 2 8-16,-1-3 40 0,0 0 48 16,8-6 12-16,0-6 8 0,13-7 0 0,2-6 212 15,10-7-84-15,3-6-124 0,4 1-12 0,4-1-104 16,7-3 104-16,13 4 308 0,4-2-24 16,8-2-76-16,0-2 0 0,-1-9-112 15,2-1-96-15,-1-1-60 0,-4-2-24 16,-1-5-164-16,-3 1-436 0,4-3-476 15,-4-3-1568-15,-9 6-2785 0,6-16-4023 16</inkml:trace>
  <inkml:trace contextRef="#ctx0" brushRef="#br1" timeOffset="167961.08">18391 15125 9168 0,'0'0'5317'16,"0"0"-4585"-16,0 0-656 0,0 0 728 0,0 0 324 15,95 7-152-15,-63-7-332 16,9 3-288-16,-2-1-124 0,1 5-184 16,-1-4-48-16,-6 8-48 0,-6 3-148 15,-6 3-112 1,-10 8 188-16,-11 7 44 0,-8 9-280 0,-11 7-188 0,-9 6 24 16,-9 3 84-16,-2 6 136 0,-4-2 136 0,2 2 48 15,1-3 116-15,5-2 188 0,3-11 48 16,12-5 188-16,4-14-40 15,12-9-72-15,4-6-188 0,16-7 196 0,8-6 24 0,12 0 40 16,3 0-76-16,6-8 20 0,7-6-168 16,-1-2-60-16,-3 0-100 0,-1 1-4 0,2-4-168 15,-10-1-72-15,1 1-348 16,-9 1-356-16,2-5-384 0,-13 4-1176 0,8-13-3373 16</inkml:trace>
  <inkml:trace contextRef="#ctx0" brushRef="#br1" timeOffset="168141.139">18893 15329 3344 0,'0'0'9313'0,"0"0"-8293"0,0 0-716 0,-59 79 356 16,39-44 336-16,-1 6 48 16,2 1-324-16,-1 2-200 0,-1-3-444 0,6 4-76 15,-1-1-88-15,0-3-120 16,0-3-228-16,4 1-224 0,4-5-396 0,0-7-652 15,4-6-900-15,0-5-2065 0,4-6-1715 16,0-7 6324-16</inkml:trace>
  <inkml:trace contextRef="#ctx0" brushRef="#br1" timeOffset="169200.116">21304 14739 7536 0,'0'0'8049'0,"0"0"-7341"0,0 0-508 15,0 0-276 1,0 0 76-16,75-14-528 0,-51 7-1012 16,0-4-1616-16,-4 1-4477 0,11-3 5625 15</inkml:trace>
  <inkml:trace contextRef="#ctx0" brushRef="#br1" timeOffset="169325.653">21882 14681 1280 0,'0'0'12213'0,"0"0"-10817"16,0 0-892-16,0 0-212 0,0 0-292 0,91-4-972 16,-67-1-1972-16,0-2-5473 0,8-9 5181 0</inkml:trace>
  <inkml:trace contextRef="#ctx0" brushRef="#br1" timeOffset="169448.056">22535 14630 3344 0,'0'0'9985'0,"0"0"-8565"15,0 0-1116-15,92-25-304 0,-53 15-76 16,-3-2-1548-16,4 1-2533 0,-13 5-4711 16</inkml:trace>
  <inkml:trace contextRef="#ctx0" brushRef="#br1" timeOffset="170861.145">25136 14125 8492 0,'0'0'2921'16,"0"0"-1921"-16,0 0-40 0,88 0 612 15,-40-3 52-15,7 0-444 0,14-7-488 16,2 1-200-16,1-4-48 0,8-3 32 16,-5 0-156-16,1 4-160 0,-4-1-160 0,-5 1-136 15,-11 2-84 1,-8 7-36-16,-16 3-224 16,-9 0-84-16,-14 13-140 0,-9 9-4 0,-12 6 620 15,-12 10 88-15,-16 9 8 0,-11 8 92 16,-5 8-36-16,-4 1 96 0,-4 3 164 15,4-4-40-15,4 4 36 0,4-8-36 0,9-1-64 16,7-3 64-16,16-12-28 0,8-7-108 0,12-11-72 16,4-3-16-16,17-9 172 0,10-7-12 15,9-3-24-15,7-3-64 0,5-6 8 16,0-10-140-16,4-6-268 0,-4 0-136 16,-4-6-184-16,-9-1-248 0,-3-3-288 0,-4 0-932 15,-12 10-2633-15,-4-10-3575 0</inkml:trace>
  <inkml:trace contextRef="#ctx0" brushRef="#br1" timeOffset="171044.298">26096 14214 5380 0,'0'0'6081'0,"0"0"-5517"0,0 0-512 0,0 0 24 16,-83 41 628-16,52-15 532 0,-1 5-88 31,-9 4-456-31,5 7-124 0,1 2-208 0,-5-3-8 15,8 3-80-15,-4-2-40 0,9 0-232 0,-1-8-260 16,4 2-388-16,7-11-280 16,6 0-864-16,3-8-1268 0,8-9-2809 15</inkml:trace>
  <inkml:trace contextRef="#ctx0" brushRef="#br1" timeOffset="171387.234">26878 13909 3284 0,'0'0'6428'16,"0"0"-4763"-16,0 0-1085 0,0 0-4 16,-108 99 332-16,72-61 372 0,-11 6-220 0,-1 5-344 15,-1 3-144-15,-2 6 40 0,-5 2-68 0,0 3-88 0,-3 8-160 16,-9 4-52-16,0 5-84 0,-8 3-100 16,1 6-60-16,-5 0-160 0,5-4-160 15,-2 1-84-15,2-4-388 0,4-8-300 0,6-8 172 0,6-6-492 16,7-9-448-16,4-9-325 15,12-4-899 1,4-9-120-16,12-8 804 0,-3-2 1604 16</inkml:trace>
  <inkml:trace contextRef="#ctx0" brushRef="#br1" timeOffset="171957.082">26201 15208 10436 0,'0'0'2417'0,"0"0"-1449"0,0 0-384 0,111-3 400 15,-59 0 124-15,7-1-396 0,1 2-180 16,0 2-172-16,-4 0-140 0,-1 0 52 0,-7 0-148 16,-8 6-124-16,-12 0-88 15,-12 7-32-15,-12-1 44 0,-4 7-132 16,-11 3 32-16,-14 8-20 0,-3 1-40 0,-11 4 36 16,-2 0 40-16,-6 0 100 0,-1-1 44 0,1 1 12 15,-2 0 4-15,6-2 16 16,2-2 80-16,10-6-8 0,3-2 0 15,16-7 24-15,4-1 20 16,8-4-128-16,8-3 4 0,7 2 336 0,10 0-60 16,3-10-148-16,7 0-52 0,2 0-84 15,2-7-160-15,1-6-188 0,0-2-84 0,-4-4-424 16,0 3-416-16,0-7-816 16,-12 5-1121-16,8-8-2535 0</inkml:trace>
  <inkml:trace contextRef="#ctx0" brushRef="#br1" timeOffset="172336.466">26882 15166 5320 0,'0'0'8989'0,"0"0"-7805"16,0 0-992-16,0 0 412 0,84-19 640 0,-49 13-204 0,5 2-460 15,3-1-264-15,6-2 4 0,3 1-64 16,-5-1-232-16,1 2-24 0,-8 5-72 15,-4-3-76-15,-12 3-96 0,-4 0-112 16,-9 5-112-16,-7 5-36 0,-4 6 132 0,-19 10 324 16,-5 2 40-16,-8 7 8 0,-4 3 60 15,-4 7 76 1,-4-1 40-16,5 3-40 0,-2-2-28 0,10 3 64 16,3-4 16-16,4-6-4 15,8-3 12-15,12-6-100 0,4-7-80 16,0-2-4-16,20-8 232 0,4 1 24 15,4-5-120-15,7-4-12 0,2-1 20 16,6-3-8-16,1-3-148 0,0-7-36 16,0 2-124-16,0-3-184 0,-8-2-8 0,-8 4-4 0,-4 0 12 0,-5-1-200 15,-6 1-24-15,-2-4-64 16,-3 0-296-16,0 0-584 0,-4 1-664 0,-4-4-565 16,0 4-1835-16</inkml:trace>
  <inkml:trace contextRef="#ctx0" brushRef="#br1" timeOffset="172635.402">27591 15227 484 0,'0'0'10541'0,"0"0"-8385"0,0 0-1164 0,0 0-96 16,0 0 452-16,0 0-276 0,-68 73-452 16,44-41-164-16,0 2-64 0,0 2-132 0,-4-1-140 15,5-4-120-15,-1 5-148 0,4-5-148 16,-5-3-380-16,10 0-316 0,-5-4-776 15,4-2-2785-15,4-10-4811 16,-11 4 9036-16</inkml:trace>
  <inkml:trace contextRef="#ctx0" brushRef="#br1" timeOffset="179163.321">21699 6810 12601 0,'0'0'2868'15,"0"0"-2868"-15,0 0-200 0,0 0-408 16,0 0 608-16,82-10 292 0,-54 7-4 16,8-3-288-16,5 3-88 15,2 0 88-15,9-4 280 0,8 4 96 16,4-3-320-16,7 3-48 0,5 0 60 0,11-1 300 16,5 4-144-16,8-3-224 0,3 3-68 15,9 0 12-15,7 0 48 0,9-3 4 16,4 3 0-16,3-3-84 0,12 0 88 15,5 3 4-15,7-4 4 0,4 4 44 0,9-2 24 0,0 2-76 16,6-5-80-16,5 3-48 0,1-1 12 16,8 0 28-16,3-1 40 15,-1-3-4-15,2 1-24 0,3 4-60 0,0-4 136 16,1 2 4-16,3-3 96 0,0 4-96 16,4-2-4-16,1 1-128 0,2-3 116 15,1-2 0-15,5 4-100 0,3-6-228 0,1 2 0 31,-1-1-104-31,0 0 204 0,-4 1 100 16,0-1 140-16,-4 1 64 0,0-1-64 0,0-2 52 16,-4 2-52-16,1-2 100 0,-2-4-88 15,-2 0 140-15,-4-3-36 0,-2 3-104 0,-3-3-8 0,1 0 48 0,-9-1-40 16,1 5 100-16,-13-1 40 0,-4 3-32 16,-8 1-120-16,-12-1 0 15,-3 3-8-15,-13-2 8 0,-10 3 4 16,-11-2-4-16,-9 3-52 15,-19-3 48-15,-5 3-136 0,-18-3-224 0,-11 5-348 0,-16 0-808 16,-12 2-1161-16,-20 1-2703 16,-4 1 1225-16</inkml:trace>
  <inkml:trace contextRef="#ctx0" brushRef="#br0" timeOffset="185210.295">21519 244 456 0,'0'0'1332'0,"0"0"-512"0,0 0-676 0,0 0-140 0,0 0 936 16,0 0 2080-16,0 0-1408 31,0 0-524-31,0 0-56 0,0 0 65 0,12-19-5 15,-12 19-148-15,0 0-108 0,0 0-64 0,0 3-268 0,0 0-40 32,0 8 100-32,0-2-76 0,0 7-80 0,0 3-48 0,0 3-76 0,0 6-112 15,0 5-72-15,0 4-100 0,3 5-48 16,1 5 0-16,-4 7-64 0,4-1 28 16,1 12-28-16,-5-2 12 0,0 1 4 15,0 2-44-15,0 1 32 0,-5 0 8 16,1 2 24-16,0 1 16 0,-3-1 52 15,3 5-180-15,-4-1-48 16,3-1 228-16,1 2-168 0,4 0 28 0,0 5-76 16,0 0 72-16,0 1-52 0,4-2-8 15,5 0 160-15,-5-9-8 0,0 4-56 16,3-7 44-16,-3 1 56 0,0-1-36 16,5-1 44-16,-5-6-60 0,3 2 64 0,1-1 4 15,5-2-116-15,2-2 104 0,-2-2-48 16,2-2-16-16,-2 0-64 0,-2 0 64 0,1-4 28 15,0 2 32 1,0-2 16-16,-4 3 4 0,-3-4 112 16,-2 5-108-16,1-8 0 0,0 3 56 0,0 2-16 0,0-6-48 15,0 5 4 1,-1-7-12-16,2 4-16 0,-1-8-140 0,0 3 112 16,0 0 52-16,0 5 0 15,-4-1 4-15,4 4 100 0,-4-6-56 0,0 2 4 16,0-6-4-16,0 3 104 0,3 0-152 15,-3 7 52-15,4-4-52 0,1 4 0 16,-1-4-240-16,0 1-124 0,4-1 160 0,-5 1 204 16,6 2-12-16,-1-2-104 0,-4 0 116 15,-4-4 40-15,0 1 124 0,0-5 64 0,0 1 36 16,0-3-12-16,-4-3-64 0,0 2-76 16,0-2-52-16,-5 4-60 0,6-3-100 15,-5 3-52-15,4 2-60 0,-9-6 8 16,10 6 192-16,-5-3-112 0,0 0-12 0,-4 0 136 15,4 0 100-15,-4-1 192 0,0-2 72 0,0 4-24 16,1-5-52-16,-2-2 40 0,2-1-176 16,2 1-104-16,1-1-44 0,0-3 8 15,5 1-12-15,-1-1-48 0,0 1-64 16,4 0-12-16,-5-4-80 0,5 3-148 0,-4-6 136 16,0 4 28-16,0-4-36 15,1 0 32-15,-1 0 44 16,0-4 72-16,-5 4 12 0,5 1-76 15,0-1 88-15,1-1 40 0,-1 5-40 16,4 2 52-16,-4 4-48 0,4-4-4 16,0 1-88-16,0-1-24 0,4-6-40 0,0 0-152 15,-1-3 40-15,1 0-132 0,0-10-140 16,5-3-400-16,-5-3-757 0,3-5-1019 16,1-15-244-16,-4 4 504 0,5-22 1309 0</inkml:trace>
  <inkml:trace contextRef="#ctx0" brushRef="#br0" timeOffset="185896.217">22710 442 4012 0,'0'0'836'0,"0"0"4180"16,0 0-2747-16,0 0-141 0,0 0-236 0,0 0-372 15,0 0-864-15,-96 0-200 0,68 11-244 16,-8 12-80-16,1 6-8 0,-1 12-12 15,0 9 24-15,1 14 44 0,3 9 28 16,4 7 16-16,4-1-80 0,3 0 4 0,10-6-52 16,3-6-48-16,8-13 40 0,4-10 132 15,11-9 472 1,6-9-255-16,7-4-229 0,0-6-128 16,4-7-80-16,3-6-60 0,1-3-36 0,3-3-76 0,2-9-45 15,-5-4-87-15,-4 0-88 0,-4-3-96 16,-9 0-132-16,-3 0-364 15,-8-1-884-15,-4 1-1928 0,-4 4-1465 0,-8 2-2754 0</inkml:trace>
  <inkml:trace contextRef="#ctx0" brushRef="#br0" timeOffset="186167.168">22376 1009 4484 0,'0'0'6633'0,"0"0"-4837"15,0 0-700-15,0 0-24 0,0 0 24 0,0 0-68 0,0 0-64 0,0 0-64 0,87-9-432 16,-51 3-468-16,0-7-444 0,0 3-280 31,-4-6-180-31,-1 3-132 0,-6-2-512 0,-6 2-640 16,-3 4-797-16,-8 2-1711 0,-4 4 480 15,-4 3 3824-15,0 0 784 0,-8 3 600 16,4 10-144-16,-3 3 2188 0,-2 3-100 0,1 4-880 16,0 4-435-16,1 5-37 0,2 3-192 15,-3 0-360-15,4 6-196 0,-3-3-168 16,3 1-96-16,0-4-240 0,-1-3-296 0,5-4-36 0,0-9-232 15,0 0-400-15,9-6-24 16,2-6-56-16,-3-2-496 16,8-5-552-16,0-5-1021 0,-4-2-3275 0,8-18 3188 0</inkml:trace>
  <inkml:trace contextRef="#ctx0" brushRef="#br0" timeOffset="186328.35">23256 842 8292 0,'0'0'7633'16,"0"0"-6329"-16,0 0-944 0,0 0 368 16,0 0 272-16,0 0-572 0,0 0-232 15,0 0-196-15,84 9-476 16,-65-9-508-16,1-3-264 16,-7 3-1504-16,-9 0-4533 15</inkml:trace>
  <inkml:trace contextRef="#ctx0" brushRef="#br0" timeOffset="186466.291">23097 1114 3968 0,'0'0'9941'15,"0"0"-8349"-15,0 0-888 0,0 0 300 0,0 0 60 16,0 0-32-16,0 0 48 16,84-3-668-16,-45-13-412 0,1-3-412 0,8-6-396 15,-1-5-372-15,-10 5-1264 0,10-9-3809 16</inkml:trace>
  <inkml:trace contextRef="#ctx0" brushRef="#br0" timeOffset="187023.325">24423 711 5672 0,'0'0'7805'15,"0"0"-6801"-15,0 0-612 16,0 0 264-16,-71 91 612 0,47-55-124 0,0-1-36 0,-4 6-444 16,0-3-372-16,0 0-196 0,1 4-96 15,-1-8-8-15,0 2-76 16,0-5-88-16,7-2-220 0,2-10-244 0,7-6-144 15,8-7-212 1,0-4-1104-16,4-2-2197 0,4-6-2483 0,3-9 5396 0</inkml:trace>
  <inkml:trace contextRef="#ctx0" brushRef="#br0" timeOffset="192311.124">23985 606 4456 0,'0'0'7409'16,"0"0"-6153"0,0 0-100-16,0 0 32 0,0 0-220 15,0 0-204-15,0 0-84 0,0 0-344 0,-52 10-288 16,72-10 148-16,8-3 212 15,8-4 268-15,7-5-200 0,13-5-232 16,4-2-180-16,4 0-64 0,-4 0-92 0,-4 0 84 16,-4 7-128-16,-9-1 16 0,-7 4-76 15,-4 5 136-15,-4 4-136 0,-8 0 96 0,-5 0-60 16,-2 4 76-16,-9-1 8 0,0 3 16 16,-4 4 60-16,0-1 84 0,-8 4 40 15,-5 3-124-15,-2 2-4 0,-5 9-132 0,-8-2 64 16,4 2 12-16,-4 6-140 0,1 5 52 15,-5 0-108-15,-1 3 56 16,-3 7-48-16,1 6 16 0,-5-3 32 0,4 2-184 0,-4 2 60 16,0-4 0-16,1-1 248 0,3-6 76 0,-4-2 188 15,4-4-16-15,4-6 52 16,0-4-84 0,0-1 32-16,4-6-84 0,4-5 44 15,9-1-132-15,-2-4-100 0,10-5 0 16,3 0 28-16,0-4-4 0,4-2 28 15,0 5 36-15,0-5-64 0,0 0 76 0,4 2 12 16,3-2 212-16,6 4 88 0,-1-4-4 16,4 3-12-16,7-3 0 0,1 0-12 15,0 0-48-15,8 0 8 0,0-7-84 16,4 0 108-16,8-1-96 0,0-3-84 0,4 3-88 16,3-2 36-16,-3 0-136 0,-4 5 88 15,4 1-132-15,-5 1 56 0,-3-1 16 0,0 4 64 0,-4 0-92 16,0 0-60-16,-4 0-24 0,-8 0-112 15,-4 0 76-15,-5 0-40 0,-7 0-60 16,1 0-52-16,-9 0-124 0,0 0-116 16,0-3-220-16,0-3-1048 0,-5-4-824 15,1 1-1997-15,0-10-1615 0</inkml:trace>
  <inkml:trace contextRef="#ctx0" brushRef="#br0" timeOffset="192616.264">24674 492 7400 0,'0'0'872'0,"0"0"-120"0,0 0 308 0,0 0 193 15,0 0-149-15,0 0-108 0,0 0-284 16,0 0-156-16,0 0 0 0,-79 98-4 15,51-60-108-15,0 7-84 0,-8-4-60 16,0 3-136 0,-4 5-116-16,4-5-48 0,-3-3-64 0,3 4-60 15,0-1 36-15,0-4-84 16,8 0-192-16,-4-6-128 0,9-2 0 16,3-4 92-16,3-9 32 0,6-3 12 0,3-6-100 15,-1-3-104-15,9-5-64 0,0-2-184 16,0 0-597-16,5 0-655 15,-1-7-604-15,11-1-1612 0</inkml:trace>
  <inkml:trace contextRef="#ctx0" brushRef="#br0" timeOffset="193057.412">25097 771 5368 0,'0'0'2872'0,"0"0"-1316"0,0 0-279 16,0 0-121-16,0 0-284 0,0 0-212 0,0 0-188 16,0 0 72-16,0 0-40 15,7 73 200-15,1-38-124 0,1 0-96 0,6 6 124 16,-2-2-124-16,6-1-460 15,1 0-24-15,5-6-8 0,-2-1-176 16,1-6-64-16,-4-6 0 0,-1-2-88 0,-2-9-212 16,-1-1-256-16,0-7-204 0,-5 0-212 0,2-7-940 15,2-7-2949-15</inkml:trace>
  <inkml:trace contextRef="#ctx0" brushRef="#br0" timeOffset="193258.235">25447 749 9352 0,'0'0'1368'15,"0"0"-811"-15,0 0 135 0,-83 58 308 0,51-33 16 16,-4 10 72-16,0-1-168 0,-4 4-280 16,1 0-264-16,-2 6-376 0,-2-2-24 0,3 0-52 0,4-3-136 0,0-2-36 15,8-9-232-15,9-5-264 0,6-7-164 16,9-7-312-16,4-9-768 15,4 0-1957-15,12-6-967 0</inkml:trace>
  <inkml:trace contextRef="#ctx0" brushRef="#br0" timeOffset="193596.497">25818 670 10092 0,'0'0'1637'0,"0"0"-957"0,0 0 240 16,108-13 8-16,-69 10-436 0,6 0-200 0,-2 0-292 16,0 3-64-16,-2 0-136 0,-5 0 88 15,-5 3 108-15,-3 6-80 0,-12 1-52 0,0 3 132 0,-12 2 4 16,-4 7 0-16,-4 4-4 16,-16 2-376-16,-8 7 256 0,-8 4-32 15,-7 2-124-15,-1 3-36 0,-4 4-120 0,4-4 132 16,4 1 304-16,5-4 24 15,10-6 500-15,10-7 736 16,6-6-768-16,5-9-176 0,4-1 228 16,8-1 32-16,5-5 88 0,2 0-40 15,9-2-192-15,0-1-160 0,8 0-136 16,4 0-136-16,4-3-88 0,0 0 80 0,0 0-708 16,-1-6 208-16,-3-4-168 0,4-3-672 15,-4-2-812-15,-12 4-2505 16,12-14-1899-16</inkml:trace>
  <inkml:trace contextRef="#ctx0" brushRef="#br0" timeOffset="193797.029">26535 752 7232 0,'0'0'5261'0,"0"0"-4097"0,0 0-668 0,0 0 112 15,0 0 236-15,-87 76 196 0,59-44-116 0,0 3-332 31,0 0-308-31,0 4-284 0,-4 1 0 0,0 2-160 0,0 2-100 16,-4 0-72-16,-3 1-352 0,2-1-92 16,-2-2-408-16,3-4-604 0,4-7-520 0,8-8-641 15,-4-1-1687-15</inkml:trace>
  <inkml:trace contextRef="#ctx0" brushRef="#br0" timeOffset="200995.912">27603 9131 7716 0,'0'0'5849'0,"0"0"-4049"0,0 0-960 0,0 0 124 15,0 0-32-15,0 0-144 0,0 0-260 16,31 66-148-16,-14-46-100 0,2 6 212 16,1 2 200-1,1 0-292-15,-2 4-228 0,1 3-15 0,0-2-93 0,0 0-64 16,-4-1-76-16,0 0-32 0,0-6-89 0,-1-1-55 31,-6-3-92-31,3-6-192 0,-5-2-244 0,2-6-400 16,-5-2-1016-16,4-6-648 15,-4 4-1525-15,-4-4-1119 0</inkml:trace>
  <inkml:trace contextRef="#ctx0" brushRef="#br0" timeOffset="201211.951">27894 9192 4408 0,'0'0'2108'0,"0"0"608"0,0 0-1412 0,0 0-95 15,-72 82 327-15,48-50-276 16,-4 0-604-16,-3 5-404 0,3 1-192 16,-8 0-56-16,4 4-8 0,-5-1-68 15,2 0-44-15,-1 1-136 0,4-4 0 0,4 0-316 16,4-6 72-16,5-4-384 0,6-6-400 0,2-3-605 16,7-2-1203-16,4-11-3132 0</inkml:trace>
  <inkml:trace contextRef="#ctx0" brushRef="#br0" timeOffset="201743.281">29571 9238 364 0,'0'0'10004'16,"0"0"-8151"-16,0 0-969 0,0 0-160 16,0 0-24-16,0 0 520 0,0 0 24 15,48 80-328-15,-32-48-296 0,4 3-164 16,0 4-64-16,3-6-112 0,1 0 0 16,0-5-280-16,1-2-88 0,6-7-20 15,1-3-76-15,0-7-284 0,8-3-404 0,-5-6-84 0,1-2-432 0,-12-2-1272 16,4-12-3481-16</inkml:trace>
  <inkml:trace contextRef="#ctx0" brushRef="#br0" timeOffset="201912.349">30009 9290 8240 0,'0'0'4605'0,"0"0"-3601"0,0 0 12 15,0 0 92-15,-83 57 8 0,55-32-288 0,4 4-368 0,-4 2-324 16,0 1-136-16,4 3-176 15,-3-3 28-15,3 0-84 0,0-1-104 16,-1-1-260-16,6-3-204 0,3-2-624 0,4-8-1276 16,3-1-2397-16</inkml:trace>
  <inkml:trace contextRef="#ctx0" brushRef="#br0" timeOffset="202459.096">31826 8941 6128 0,'0'0'820'0,"0"0"4025"0,0 0-3333 0,0 0-448 16,0 0-28-16,0 0-52 0,0 0 296 15,0 0-192-15,68 88-324 0,-45-46-164 32,5-1 228-32,0 7-464 0,4-4-264 15,0-3-100-15,0-3-112 0,0-6-68 0,3-3-4 0,2-7-108 0,-1-6-452 16,3-10-536-16,-3-6-916 0,-8 0-2992 16,4-16-5733-16</inkml:trace>
  <inkml:trace contextRef="#ctx0" brushRef="#br0" timeOffset="202594.555">32301 9024 1656 0,'0'0'11453'0,"0"0"-10057"16,-81 27-992-16,46-7 292 0,-14 5 220 0,2 7 8 16,-5 0-540-16,5 5-384 15,-5 4-484-15,0 1-528 0,16-10-852 0,-28 9-4057 16</inkml:trace>
  <inkml:trace contextRef="#ctx0" brushRef="#br0" timeOffset="203930.542">22889 2060 5156 0,'0'0'2080'0,"0"0"-692"0,0 0-248 16,0 0-364-16,0 0-335 0,0 0 1775 15,0 0-932 1,0-66-364-16,-4 56-116 0,0 3 88 0,-3 1-124 15,-2 4-140-15,1-4-132 0,-7 1-92 16,-2 3-96-16,-2 2-88 0,-1 0-112 16,-4 7-8-16,0 4-20 0,-4 6-76 0,5 5 4 0,-5 6 4 0,3 4-4 15,-3 9 76-15,4 3-80 0,0 11 0 16,1 2 80-16,7 0-24 16,0-3 40-16,4-3 56 0,8-13 88 15,4-10 364-15,4-5-376 0,8-7-195 16,7-4-29-16,2-5-8 0,7 0 72 15,0-7 12-15,4 0-84 0,-8-5-144 0,-1-4-53 16,-3-1-107-16,-8 1-120 16,0 0-172-16,-8 2-312 0,0-3-444 0,-4 4-696 15,0-3-1076-15,0 2-2449 0,-12-2-67 0</inkml:trace>
  <inkml:trace contextRef="#ctx0" brushRef="#br0" timeOffset="204071.123">22646 2410 1512 0,'0'0'6836'0,"0"0"-4223"0,0 0-521 0,0 0-416 16,0 0-148-16,0 0-308 15,0 0-492-15,0 0 40 0,0 0-144 0,0 0-208 16,0 0-60 0,84-10-156-16,-64 6-200 15,3 2-208-15,-2-4-148 0,-1-5-392 0,-1 3-420 16,-2-3-412-16,-6 2-892 0,-2 4-2005 0,-5-2-911 16</inkml:trace>
  <inkml:trace contextRef="#ctx0" brushRef="#br0" timeOffset="204215.499">22810 2324 5796 0,'0'0'2160'0,"0"0"-464"0,0 0 21 0,0 0-241 0,0 0-292 16,-48 70-136-16,40-48 140 0,4 7-204 16,-4-4-388-16,0 7-496 0,4-4-100 15,0-2-164-15,4-5-96 0,0-7-248 16,0-5-40-16,12-6-372 0,4-3-228 16,8-9-304-16,-8-4-1181 0,23-19-3839 0</inkml:trace>
  <inkml:trace contextRef="#ctx0" brushRef="#br0" timeOffset="204474.824">23523 1927 8308 0,'0'0'2356'0,"0"0"-607"0,-80 69-165 0,44-37-308 15,-3 13-220-15,-6 3-232 0,-2 5-216 16,-1 11-124-16,-3 2 8 0,-5 4 100 15,0 10-128-15,-8 5-160 0,0 8-68 16,-8 2-80-16,1-1-20 0,-5 6-40 16,4-5-96-16,1-9 0 0,11-6-220 15,4-17-60-15,12-13 12 0,9-11-64 0,14-14 0 0,6-9-220 16,10-9-264-16,5-5-376 16,0-2-996-16,5-2-952 0,3-9-1029 0,11-11-783 15</inkml:trace>
  <inkml:trace contextRef="#ctx0" brushRef="#br0" timeOffset="205371.92">22949 2930 9336 0,'0'0'1965'0,"0"0"-913"0,0 0 176 0,0 0 380 16,0 0-476-16,99-7-272 0,-75 7-200 0,-3 0-204 16,-2 0-184-16,-3 0-204 15,-4 4-68-15,-3 2-12 0,-5 1 12 0,-4 5-12 16,0 5 0-16,-4 2-208 16,-9 6-128-16,-6 0-24 0,-1 4 64 0,-5-4-4 15,1 4 12 1,1-4 88-16,-5-2 164 0,4-1 48 15,0 0 88-15,0-6 12 0,8 0 24 16,4-7 24-16,0 1 104 0,8-4 56 16,1-3 76-16,3-3-36 0,0 0 44 0,0 0-120 15,0 0-12-15,11 0 32 0,2 0 224 16,2 0 216-16,9 0-316 16,-3 0-176-16,6-3-104 0,-3-3-136 0,4-1-96 0,0-2-88 15,0-1-192-15,3-2-420 0,1-4-308 16,4 0-404-16,-4-3-1200 0,-8 7-2645 0,8-14-2831 15</inkml:trace>
  <inkml:trace contextRef="#ctx0" brushRef="#br0" timeOffset="205633.512">23758 2648 9652 0,'0'0'2077'0,"0"0"-1025"0,0 0 96 0,0 0 368 16,0 0-840-16,-83 12-220 0,55 7-84 15,0 10-108-15,0 2-16 0,0 11 172 16,0 3 520-16,4 5-192 16,4 7-160-16,0 1-64 0,5 2-148 0,2 0-132 15,9-6-184-15,4-9 4 0,0-7 116 16,8-7 16-16,8-8-27 0,5-8 39 16,6-2 8-16,0-3 28 0,5-6-112 15,0-4-128-15,0 0-4 0,-4-10-108 0,4-3-244 16,-8-3-193-16,0-3-283 0,0-3-308 15,-12 3-844-15,-1 0-2600 0,-11-7-3413 0</inkml:trace>
  <inkml:trace contextRef="#ctx0" brushRef="#br0" timeOffset="205782.816">23551 3057 11641 0,'0'0'2184'15,"0"0"-1092"-15,0 0-36 16,0 0-240-16,0 0-356 0,0 0 12 15,0 0-200-15,88-22-272 0,-65 10-564 0,1-1-592 16,0-1-536-16,-3 6-1088 0,-10-3-2037 16,1 5-915-16</inkml:trace>
  <inkml:trace contextRef="#ctx0" brushRef="#br0" timeOffset="205918.489">23770 3045 3372 0,'0'0'6360'0,"0"0"-4915"0,0 0-185 0,4 76 192 0,-4-51-160 0,4 4-220 15,0-1-100-15,3 4-292 16,-2-3-248-16,-1 2-24 0,0-5-248 0,0-1-160 0,3-2-148 31,1-8-136-31,1-5-284 16,2-4-124-16,6-3-308 0,-2-3-260 15,6-12-312-15,-6 3-1421 0,17-24-3583 0</inkml:trace>
  <inkml:trace contextRef="#ctx0" brushRef="#br0" timeOffset="206132.861">24200 2600 12477 0,'0'0'2176'16,"0"0"-1620"-16,0 0 24 0,0 0 808 16,0 0-148-16,92-12-316 0,-60 8-288 15,0-3-408-15,-4 5-228 0,0-2-124 0,0 2-84 16,-9 2-268-16,1-4-596 15,-12 4-752-15,0 0-2344 0,-8 4-4545 0</inkml:trace>
  <inkml:trace contextRef="#ctx0" brushRef="#br0" timeOffset="206265.768">24244 2803 11805 0,'0'0'2236'0,"0"0"-984"0,0 0 68 0,0 0-300 15,0 0 44-15,0 0-240 16,112 0-824-16,-65-9-124 0,1-4-812 0,-12 1-1000 16,12-1-3208-16</inkml:trace>
  <inkml:trace contextRef="#ctx0" brushRef="#br0" timeOffset="214687.696">25471 1841 1512 0,'0'0'8980'0,"0"0"-7639"0,0-67-673 0,0 49-196 31,0-5 1180-31,0 4-480 0,0 10 204 0,0-1-212 16,0 10-300-16,0 0-264 0,0 3-136 15,0 13-60-15,0 3-28 0,0 6 64 16,-4 8 57-16,-3 4-97 0,-10 8-96 16,2 3-96-16,-13 2-40 0,0 5-16 0,-8 1-152 15,-4 8-108-15,-4 3-12 0,-4-1-124 16,1 4 76-16,-2-6-88 0,6-1 64 15,7-9-40-15,8-9 63 0,12-10 33 0,8-13-56 16,8-6-100-16,0-10-148 16,12-3-12-16,4-3 60 0,4-3-12 0,0-6 0 15,0-4 20-15,4 0 100 0,-1 1 136 0,-6 1 76 16,-2 6-28 0,1 5 4-16,-4 0-92 0,1 3 188 0,-6 10 24 0,-3 6 112 15,0 3 12-15,-4 3 40 0,-4 4-4 16,0 6-48-16,-3-1 24 0,-2 5-12 0,1 2-136 15,4 0 136-15,0-3 12 0,4 3-24 16,-3-2 36 0,3-1-168-16,0-4-4 0,0-2-124 15,-4-6 0-15,4-1-72 0,-4 1 184 0,4-4-272 16,0-3-356-16,0-6-840 0,0-4-1664 0,11-9-3749 16</inkml:trace>
  <inkml:trace contextRef="#ctx0" brushRef="#br0" timeOffset="-214294.251">25918 2041 5532 0,'0'0'3172'0,"0"0"-1932"0,0 0-604 0,0 0 433 15,0 0 455-15,0 0-204 16,0 0-296-16,0 0-232 0,0 0-168 15,0 0 48-15,0 0-28 0,-56-60-140 0,56 60-124 16,0 0-96-16,0 0-76 0,0 0-36 16,0 0-36-16,0 3-88 0,0 4-36 15,0-2 84-15,-4 6 16 0,4-2 24 0,-5 3-4 16,1-2 28-16,-3 0-4 0,3-1 16 16,-4 4-12-16,4-1-40 0,-4 1 0 0,0 0-44 15,4 6-4-15,0 0-68 16,0 0-4-16,0 7-4 0,4-1 4 0,-4 4 96 15,4 5-96-15,0 1 0 0,-4 3 0 16,4 1-4 0,0 2-8-16,0-3 0 0,4-6-220 15,4-7 16-15,8-3-92 0,0-6-104 0,3-6-312 16,5-4-268-16,1-6-432 0,3 0-532 16,-9-4-1996-16,9-10-1733 0</inkml:trace>
  <inkml:trace contextRef="#ctx0" brushRef="#br0" timeOffset="-213941.233">26100 2181 860 0,'0'0'11977'0,"0"0"-10185"0,0 0-1784 0,0 0 284 16,0 0 612-16,0 0 288 0,24-67-584 15,-7 55-608-15,-2 2-72 0,5 0 72 0,-4 8 184 16,0 2-36-16,5 0-36 16,-6 5-36-16,5 12 60 0,-4 2-16 15,0 4 68-15,0 4 44 0,-4 5 100 16,0 0 36-16,4 3 528 0,-4-1-408 15,-1-1-184-15,-2-1-148 0,2-7-156 16,-3 0-44-16,5-6-28 0,-2-6-124 0,2-4-36 16,-2-2-108-16,1-7-368 0,1 0-312 15,-2-7-916-15,1-2-2092 0,4-16-3145 16</inkml:trace>
  <inkml:trace contextRef="#ctx0" brushRef="#br0" timeOffset="-213760.823">26551 2080 11685 0,'0'0'1896'16,"0"0"-1172"-16,0 0-104 0,0 0 572 0,-84 83-140 15,61-50 88-15,-1 3-144 0,3-1-456 16,-3 0-148-16,9 0-88 0,-2-3-304 16,6-5-180-16,-1 3-300 0,4-8-96 0,0-3-396 15,8 0-428-15,0-7-1076 0,0-6-3217 16,8-6-2175-16</inkml:trace>
  <inkml:trace contextRef="#ctx0" brushRef="#br0" timeOffset="-213605.42">26738 2356 6036 0,'0'0'6205'0,"0"0"-5217"0,0 0-368 0,0 0 788 0,13 89 60 16,-18-67-100-16,-3 6-88 0,0-6-508 31,4 0-420-31,-3-3-352 0,2-6-220 0,5-3-524 15,0-7-684-15,5-3-704 0,-1 0-2396 16,11-19-3101-16</inkml:trace>
  <inkml:trace contextRef="#ctx0" brushRef="#br0" timeOffset="-213223.54">27069 2181 14349 0,'0'0'2020'15,"0"0"-1348"-15,0 0 692 0,-28 79 660 16,20-57-720-16,4-6-515 0,1-3-789 16,3-7-36-16,0-2-196 0,7-4 112 0,9-4-185 15,0-9-207-15,8-2-364 0,-1-7-704 0,5 0-912 16,-4-4-1324 0,-3 3 1011-16,-6 4 1081 0,2 0 1168 15,-10 5 320-15,1 0 236 0,-4 1 196 16,1 7 1128-16,-1 3 448 0,-4 0 29 0,0 3-309 0,3 6-552 0,1 7-36 0,0 2-296 15,0 9-360-15,4 4-84 0,-3 0-40 16,2 10 200 0,-3 0 344-16,0 4 0 0,0 2-272 15,-4 1-224-15,0-4-12 0,-4 3-24 16,-4-3-124-16,1-2-4 0,2-4 4 16,-3-7-12-16,0-6-12 0,4-3-100 15,-8-3-12-15,4-3 112 0,-3-7 4 0,-6 1-152 16,-2-7-48-16,-1 0-52 15,-4 0-148-15,-1-10-48 0,6-3 20 0,-5-3-148 0,4-6-272 16,4-6-432-16,0 1-888 0,4-19-2605 16</inkml:trace>
  <inkml:trace contextRef="#ctx0" brushRef="#br0" timeOffset="-212992.562">27603 2016 12117 0,'0'0'2536'0,"0"0"-1704"0,0 0 100 0,0 0 128 15,80 76-576-15,-65-54-116 0,5 3-84 16,-8 5-124-16,0-3-96 0,-4 3-52 16,-4 1-12-16,-4-2-224 15,-4 2-108-15,-16-2-52 0,1-1 12 16,-13 1-184-16,0 0-460 0,0-7-588 0,-5-3-844 15,14-6-2077-15</inkml:trace>
  <inkml:trace contextRef="#ctx0" brushRef="#br0" timeOffset="-211451.688">28420 1648 4516 0,'0'0'5924'16,"0"0"-4531"-16,0 0-753 0,0 0 180 15,0 0 80-15,0 0-280 0,0 0-268 0,88-41-224 0,-77 36-128 16,-3 5 0-16,1 0-8 0,-2 7 8 16,-7 10 172-16,4 8 104 0,-4 7 76 0,-8 5-48 15,-8 5-56-15,-3-2 28 0,-2 6-16 16,-3-2-48-16,4-3-112 0,1 0-100 16,6-6 0-16,2-6-8 0,-1-4-56 15,7-3 4 1,1-5-4-16,1-5 16 0,3-5 0 15,0 2 32-15,0-6-32 0,0 3-16 0,0-1 16 16,3 0-28-16,6 2 64 0,-5 0-36 16,4 4 40-16,-1 3-56 0,2 1 0 15,3 1 64-15,-5 3 8 0,1 0 108 0,5 3 44 0,-6 3-36 16,1 1 88-16,1 2 72 16,-2 2 224-16,-3 1-40 0,4 1-96 0,-8-1 8 15,0 1-112-15,0 3-120 0,0-3-36 16,-4-3-112-16,0-1-52 0,-3-3 40 15,-2 1-84-15,5-4-124 0,-4-3-136 0,1-5-64 16,-1-2 52-16,3-5-164 0,-3-5-424 16,5-2-764-16,-1 0-988 15,4 0-2433-15,-4-13-2155 16</inkml:trace>
  <inkml:trace contextRef="#ctx0" brushRef="#br0" timeOffset="-211035.136">29471 1781 10544 0,'0'0'2669'0,"0"0"-1361"0,0 0-500 0,0 0 640 16,0 0-220-16,0 0-192 0,-76 86-372 16,49-55-276-16,-1 8-32 0,-7 1 168 15,2 9 389-15,-11 7-465 16,-3 8-84-16,-5 6-60 0,-12 12-64 0,-12 4-20 0,-7 6-220 15,-9 3-36-15,-8 7 24 0,-7 2-196 0,-1 5 64 16,1 1 0-16,4 5 80 0,6-3-68 16,10-8-160-16,7-2 124 15,16-17 48-15,12-8-40 0,9-11-205 16,15-18-219-16,12-11-196 0,8-8-348 16,4-16-576-16,4-6-852 0,8-7-2149 0,8-9-1071 0</inkml:trace>
  <inkml:trace contextRef="#ctx0" brushRef="#br0" timeOffset="-210032.191">29380 2563 8988 0,'0'0'2557'0,"0"0"-1085"0,0 0-808 0,0 0 112 16,0 0 372-16,0 0-468 15,0 0-380-15,0 0-188 0,0 0-24 16,0 0-88-16,0 0 0 0,-24-24 328 15,16 48 120 1,-4 7-240-16,-4 3-108 0,1 11 0 0,-6-1 148 16,5 2 36-16,-3-6-64 0,2 2-48 0,2-8-60 15,2-2-112-15,2-10 0 16,7-3-76-16,0-2 16 0,4-9-88 16,0-3-136-16,0-3-100 0,0 2-60 0,0-4 108 15,4 0 64-15,4 3 172 16,-1-3 88-16,2 5-64 0,2 2 76 0,1 6 36 0,1 3 216 15,-2 3 56-15,-3 6-48 0,4 4-36 16,-4-1 24-16,0 4 84 0,1-1-196 16,-6-1-72-1,5-5 20-15,-4-3-84 0,0 0-12 0,0-6-60 0,0 0-40 16,-4-6-260-16,4-1-544 0,-4-3-212 16,4-2-736-16,0-4-1188 15,-4 0-1541-15,8 0-1751 0</inkml:trace>
  <inkml:trace contextRef="#ctx0" brushRef="#br0" timeOffset="-209460.694">29615 2796 8444 0,'0'0'2404'16,"0"0"-1243"-16,0 0-281 0,0 0 308 16,0 0-152-16,0 0-44 15,0 0-336-15,0 0-260 0,87-27-72 0,-70 23 12 0,-2-3-16 16,-6 5-48-16,-2 2 24 15,-7-4-40-15,4 4-44 0,-4 0-28 16,0 0 12-16,0 0 36 0,0 0-24 0,0 0-36 16,0 0-64-16,0 0-8 15,0 0-52-15,0 0-40 16,0 0-4-16,0 0 0 0,0 0-4 0,0 0-4 0,0 0 4 16,0 0 4-16,0 0 56 0,0 0 28 15,-4 4 20-15,0-2-60 0,-3 3 0 0,-2 1-40 16,1-4 0-16,1 4 44 0,-1 5-40 0,3-5-4 15,-3 0 0-15,5 4-4 0,-5-1 4 16,4 0 0-16,0 1 4 0,4 3-4 16,-5 3 40-16,5-1-36 0,-4 5 60 15,4 1 52-15,0 2 8 0,0 0-44 0,0-1 32 16,0 0-36-16,0-3-24 0,0-3-56 31,4 0-4-31,1-4-4 0,7-2-44 0,-5-4-24 16,6 4 24-16,2-7-328 0,2 0-188 0,-2 0 64 15,2-3-24-15,-2 0-116 0,1 0-112 16,4-3-252-16,-4 0-436 0,0 0-940 0,-8-1-2641 16,4-2-3274-16</inkml:trace>
  <inkml:trace contextRef="#ctx0" brushRef="#br0" timeOffset="-209037.856">30101 2749 9080 0,'0'0'4501'15,"0"0"-3397"-15,0 0-388 0,0 0 280 16,0 0-36-16,0 0-228 0,0 0-216 0,0 0-196 0,76-12-136 16,-52 8-48-16,-1 1-24 0,-6 3-68 15,-2 0-40-15,-3 3-4 0,-4 3 0 16,0 4-124-16,-8 4-60 0,0 0 88 0,-4 5 84 16,-4 1-100-16,-3 2 40 15,-6-3 64-15,2 3 8 0,-1 3 0 16,4-2 12-16,-4-4-8 0,4 4 4 0,3-1 112 15,2-6 16-15,3 0-24 0,4-7-28 0,0 0-84 16,0 1-48-16,7-7 48 0,2 0 8 16,7-3 128-16,0 0-136 0,3 0 0 15,5-3-196-15,0-6 0 0,1-4-324 0,-2 0-308 32,1-3-352-32,-8 4-1092 0,12-10-3153 0</inkml:trace>
  <inkml:trace contextRef="#ctx0" brushRef="#br0" timeOffset="-208828.932">30499 2686 10016 0,'0'0'2457'0,"0"0"-1549"0,0 0-108 0,0 0 776 0,52 83 28 15,-35-61-280-15,2 3-356 0,1-3-332 16,-4 0-328-16,4-6-200 0,-5 0-108 0,2-4 0 15,-1-2-48-15,-4-3-148 16,-1-5-464-16,6 2-396 0,-6-4-268 31,2-6-400-31,-2-1-1472 0,10-9-3645 0</inkml:trace>
  <inkml:trace contextRef="#ctx0" brushRef="#br0" timeOffset="-208644.181">30794 2632 9548 0,'0'0'2617'0,"0"0"-1657"0,0 0-488 16,-67 66 176-16,43-37 288 0,3 2 160 0,-7 5-312 15,5-2-360-15,-1 1-212 0,-4 0-88 16,4-3-116-16,-4 3-8 16,4-6-200-16,1 0-272 0,3-7-264 0,-1 0-232 15,6-3-484-15,2-10-1080 0,2 4-2637 16</inkml:trace>
  <inkml:trace contextRef="#ctx0" brushRef="#br0" timeOffset="-207978.673">31065 2879 9772 0,'0'0'4017'16,"0"0"-2801"-16,0 0-624 0,0 0-80 16,0 0 340-16,0 0 304 0,0 0-480 15,-8 67-416-15,8-57-212 0,0-1-48 0,0 1-160 0,0-3-84 16,0-1-128-16,-4 0-144 0,0 0-280 15,-4 1-396-15,-3-1-588 16,-6 0-724-16,6 1-557 0,-2-5-843 0,-2 2-20 0</inkml:trace>
  <inkml:trace contextRef="#ctx0" brushRef="#br0" timeOffset="-207562.639">31356 2549 10636 0,'0'0'3821'0,"0"0"-3041"0,0 0-236 0,0 0 608 0,0 0 152 16,84 16-320-16,-69-10-308 0,6 0-348 15,-5 1-192-15,-1 3-76 0,-3-4 0 16,-3 4-48-16,-2-1-4 0,-3 4-8 0,-4-4 0 16,0 7-132-16,-4 0-40 15,-7 0 36-15,-9 6 76 0,-5 0-12 0,1 3 8 16,-4 1 56-16,5 0-4 0,-1-1 4 0,4-3 8 16,8 0 68-16,1-3 88 0,6-3 64 15,1-7 88-15,4 1-128 16,4-3 76-1,1-1-12-15,6-3-96 0,5-3-64 0,0 0 24 16,4 0-36-16,0-3-72 0,4-6-4 0,0-1-152 16,0-3-220-16,-1-6-344 15,1 0-432-15,0-3-576 0,-3 3-2132 16,2-9-3169-16</inkml:trace>
  <inkml:trace contextRef="#ctx0" brushRef="#br0" timeOffset="-206924.029">31743 2632 4468 0,'0'0'8785'0,"0"0"-6545"0,0 0-1368 0,0 0-52 0,0 0 396 15,0 0-184-15,0 0-408 16,0 0-588-16,0 0-36 0,0 0-416 0,43-11-160 0,-26 3-176 16,-2-5 88-16,1 1 40 15,-4-1 52-15,4 1 128 0,-8 1 132 16,0 3 148-16,0 1 164 0,-5 3 120 0,-3-2 128 15,0 6 232-15,0 0 44 0,0 0-236 16,0 0-188-16,0 0 72 0,0 0 28 16,-3 3-196-16,-1 4 4 15,0 5-4-15,-4 8 192 0,0 7 140 16,0 5 132-16,0 7 24 0,-4 2 108 16,0 0-24-16,4 1-124 0,0-5-136 15,5-2-36-15,3-6-88 16,0-7-68-16,7-6-76 0,1-2-48 0,5-6-256 15,-2-2-96-15,1-1-76 0,8-5 100 0,-5-5 24 16,10-7-64-16,-1-4-136 0,0 0 12 16,4-6 24-16,0 3 36 0,-5-3 24 0,1 3-40 15,-4-3 36-15,-4 3 112 0,0-3 208 16,0 2 92-16,-8 1 76 0,4 3-12 16,-4 0 108-16,0 7 28 0,-8 6 188 15,4-1 44-15,-4 4-20 16,0 0-68-16,0 7-72 15,0-4-40-15,0 7-44 0,4 2 68 0,0 4 4 16,-4 6-4-16,4 1 48 16,-4 5-60-16,0 4-96 0,0-4 36 0,0 7-112 15,0 0 24-15,-8 3 4 0,0 1-4 0,-4 2-48 16,-4 0-40-16,0 4-4 16,0 0-4-16,-4-1-12 0,4 0 4 15,-3-3-76-15,2-3 0 0,2-3-16 0,-2 0 52 0,2-6 44 16,2-4 4-16,2-6 0 0,-1-2-12 15,0-5-232-15,0-3-208 0,-1-5 148 16,-2-4 56-16,2 0 116 0,-2-4-52 16,-1-5-28-16,4-10-56 0,0-4-104 0,9-8-36 15,-2-7-136-15,5-9-480 16,0-7-1464-16,5 9-1813 0,10-23-5191 0</inkml:trace>
  <inkml:trace contextRef="#ctx0" brushRef="#br0" timeOffset="-206623.353">32563 2448 10604 0,'0'0'2389'16,"0"0"-1661"-16,0 0 56 0,0 0 200 15,0 0 384-15,0 0-420 16,92 66-368-16,-76-43-308 0,-8 3-100 0,-1 2-40 0,2 2 4 16,-9 6 12-16,0-1-72 0,-9 0 8 15,-2 1-24-15,-6-3-48 16,-2-1-8-16,-1-3-4 0,1-4-356 0,-2-5-380 15,9-5-368-15,0-5-512 0,8-7-1552 16,1-3-4081-16</inkml:trace>
  <inkml:trace contextRef="#ctx0" brushRef="#br0" timeOffset="-206043.91">32842 2267 11805 0,'0'0'2944'16,"0"0"-1760"-16,0 0-956 0,0 0 148 0,0 0 112 16,0 0-52-16,0 0-196 0,0 0-240 15,0 0-200-15,91-39-24 0,-66 37 0 16,-5-3 40-16,-1 5 68 0,-6 11 116 15,-2 5 64-15,-7 9-60 0,-4 0 160 0,0 10 120 16,-11 1-24-16,-6 2 16 0,-6 3-116 0,3-3 160 0,-4 0 12 16,-1 1-232-16,10-8-52 15,3-4-44-15,0 0-4 0,8-5 0 16,4-3-8-16,0-6-100 0,0 2-80 0,0 1 4 16,8 0 172-16,-4 4 12 0,0 2 8 15,4-3 92-15,-8 6 196 0,4-3 72 16,0 7-24-16,0-4-124 15,3 1-72-15,2 0-144 16,-1-5-4-16,0 5-100 0,-1-4-84 16,2-3-404-16,-5 0-188 0,-4 3-56 0,0-6 24 15,0 3 12-15,-4 3 104 0,-12-2-140 16,-9-1 28-16,-2 3 204 0,-4 0 12 16,-2-6-348-16,-18 6-3345 0</inkml:trace>
  <inkml:trace contextRef="#ctx0" brushRef="#br0" timeOffset="-205370.242">23128 4642 10920 0,'0'0'2461'15,"0"0"-661"-15,0 0-304 0,0 0-352 16,0 0-332-16,0 0-196 16,84 3-248-16,-44-3-84 0,3 0-92 15,2 0-148-15,-2 0-44 0,-2-7-196 16,-2-2-332-16,-7 3-568 0,0-4-392 0,-8 4-1192 0,-9 2-2885 15,-11 4-3018-15</inkml:trace>
  <inkml:trace contextRef="#ctx0" brushRef="#br0" timeOffset="-205219.119">23291 4791 4728 0,'0'0'5848'16,"0"0"-3523"-16,0 0-561 0,0 0-452 15,0 0-596-15,0 0-256 0,0 0-12 0,-3 70 72 16,23-58-124-16,8 1-212 0,4-3-184 15,3-3-48-15,5-5-372 0,1-2-448 16,2-2-496-16,-4-5-936 16,-7 0-2485-16,17-3-3387 0</inkml:trace>
  <inkml:trace contextRef="#ctx0" brushRef="#br0" timeOffset="-204818.767">24276 4196 8292 0,'0'0'880'0,"0"0"-388"15,-32-68 364-15,20 42 85 0,5 8 315 16,2 4-32-16,1 4-200 0,4 7-332 0,0 3-216 16,-4 0-96-16,0 10-144 0,-7 7-84 15,-6 8 132-15,-2 8 104 0,-5 9 180 0,0 6 196 0,-4-1-212 16,0 5-84-16,4-5-40 0,4 1-28 15,0-7-168-15,8-10-188 16,4-1-44-16,4-11-84 0,4-7-172 0,0-3-60 16,0-2 60-16,4 0-52 0,1-5-60 15,-2 2 100-15,5-1 44 0,-8 0-20 16,8 0 72 0,-4 1 108-16,0 5 60 0,4 4 4 0,0 6 172 15,0 6-24-15,4 10 260 16,0 3 68-16,-1 10-108 0,2-1-124 0,-2 4-48 15,2-1-36-15,-1 2 8 0,-5-2 16 16,-3 1 48-16,-4-4-100 16,0 2-60-16,0-11-72 0,0 0-124 0,4-10-448 15,1-6-504-15,-1-2-460 0,0-8-1552 0,-1-2-3453 0</inkml:trace>
  <inkml:trace contextRef="#ctx0" brushRef="#br0" timeOffset="-202758.54">24941 4419 3556 0,'0'0'3192'15,"0"0"-1312"-15,0 0-468 0,0 0-223 16,0 0-561-16,0 0-512 0,0 0 204 15,0 0 1376-15,0 0-720 0,0 0-420 0,0 0-104 16,-71 19 40-16,58-6-8 0,-2 6-36 16,6 7 36-16,-2 6-16 0,7 1-72 15,0 9-16-15,4 3-36 0,0 3-36 0,0-2-200 0,0 3-108 16,8-5-12-16,-1-6-96 0,6-6-64 16,-1-6-148-16,4-10-368 15,3-4-240-15,5-10-328 0,1-2-684 16,-6 0-2169-16,13-14-1939 0</inkml:trace>
  <inkml:trace contextRef="#ctx0" brushRef="#br0" timeOffset="-202450.237">25168 4705 2492 0,'0'0'7148'0,"0"0"-4995"0,0 0-809 0,-24 76-124 0,20-50-32 15,4-4-156-15,4 0-424 0,5-6-248 0,2-4-220 0,1-5-140 16,4-4-12-16,1-3-160 0,2 0-152 16,1-3-48-16,0-6-152 0,0-4-208 0,-4-3-176 15,4-3-172 1,-8 3-92-16,0-3 144 16,-5 3 175-16,-3-1 285 0,1 5 568 15,-5 3 336-15,0-3 529 0,-5 5-29 0,-3-3-56 16,-3 4-128-16,-2-3-52 0,-2 2 8 15,-1 4-116-15,-4-4-292 0,0 7-48 0,5 0-144 16,-6 0 44-16,5 0 24 16,4 5-76-16,-4-3-88 0,8 1-192 0,0 0-564 15,1-3-416-15,3 0-548 0,-1-3-2225 16</inkml:trace>
  <inkml:trace contextRef="#ctx0" brushRef="#br0" timeOffset="-202250.036">25108 4423 8564 0,'0'0'2881'15,"0"0"-1405"1,0 0-432-16,0 0-20 0,0 0 240 0,0 0-356 16,84 6-572-16,-60-3-336 0,1 3-4 15,-6-6-96-15,5 4-12 0,4-1-260 16,-4-3-544-16,4 0-432 0,4 0-968 15,-9 0-2509-15,14-7-2678 0</inkml:trace>
  <inkml:trace contextRef="#ctx0" brushRef="#br0" timeOffset="-202049.05">25623 4756 8716 0,'0'0'2417'15,"0"0"-709"-15,0 0-80 0,0 0-156 0,35 79-256 0,-27-57-124 0,-8 0-612 16,0-3-356-16,0 4-116 0,-8-1-4 16,-3 1-4-16,-2-4-48 0,2-3-112 15,-1-4-300-15,3-2-168 0,5-10-268 16,4 0-288-16,0-3-1004 0,0-7-3349 0,13-9-2091 16</inkml:trace>
  <inkml:trace contextRef="#ctx0" brushRef="#br0" timeOffset="-201726.586">26013 4714 8372 0,'0'0'2921'0,"0"0"-565"0,0 0 56 16,-20 80-380-16,16-61-788 0,4-6-656 0,0-4-368 15,8-2-164-15,0-4-56 16,4 0-160-16,4-3-60 0,0-6-84 0,3-4-128 15,-2-6-184-15,3 1-172 0,-1-5-184 16,-2 0-220-16,-6 6-48 0,2-5 160 16,-5 5 312-16,-5-2 168 0,-3 4 600 15,0 3 76 1,-11-4 512-16,-2 0 192 0,-6 0 48 0,-5 4-20 16,-4-4-240-16,0 7-128 15,-4-1-36-15,4 1 8 0,-8 6-100 0,8 0-100 16,-3-3-212-16,-1 3-12 0,4-3-200 15,0 0-436-15,8-3-576 0,-4-1-268 16,4 0-1277-16,-4-8-2523 0</inkml:trace>
  <inkml:trace contextRef="#ctx0" brushRef="#br0" timeOffset="-201563.244">25714 4336 7248 0,'0'0'2480'16,"0"0"-483"-16,0 0 123 0,0 0-312 0,0 0-552 15,80 10-152 1,-44-10-572-16,4 0-420 0,8-6-112 16,-5-3-164-16,6 2-464 0,-10-3-440 15,1 1-364-15,-12 2-1108 0,7 1-3017 16</inkml:trace>
  <inkml:trace contextRef="#ctx0" brushRef="#br0" timeOffset="-201331.375">26444 4317 980 0,'0'0'8440'0,"0"0"-6219"15,0 0-457-15,35 77-64 0,-19-52-228 0,4 1-440 16,4 2-328-16,-1-3-260 16,2 5-184-16,-5-5-40 0,0 4-60 0,-5-1-160 0,-7-3 0 15,-8 4-12-15,0-1-220 0,-11 1-128 16,-10 3 116-16,-7-1 72 0,0 1-4 15,-3-3 92-15,-5-4 84 0,4-3-4 0,4-3 0 16,0-6-280-16,1-3-836 16,7-8-628-16,0 2-2272 0,0-4-3465 0</inkml:trace>
  <inkml:trace contextRef="#ctx0" brushRef="#br0" timeOffset="-200908.664">27264 4794 9880 0,'0'0'2345'0,"0"0"-1309"0,0 0-220 15,0 0 144-15,-64 67-68 0,45-42 12 16,2-2-196-16,-3-1-308 0,9-4-228 16,-1 1-172-16,0-2-84 0,8-8-632 0,0 0-852 0,4-2-1640 15,4-7-4057-15</inkml:trace>
  <inkml:trace contextRef="#ctx0" brushRef="#br0" timeOffset="-200460.093">27758 4470 732 0,'0'0'10088'0,"0"0"-7943"0,0 0-1193 0,0 0-240 16,-44 79 484-16,37-50 60 0,-2 3-240 0,1 3-276 16,4-3-336-16,1 0-108 15,3-1 20-15,0-3-8 0,0 1-64 16,0-6-112-16,0-1-132 0,3 0 0 15,5-7-84-15,9 2-48 0,-2-4-200 16,9-1-24-16,4-9-196 0,8-3-248 0,3 0-352 16,-2-7-464-16,3-5-704 0,-12 3-2549 0,7-8-2667 15</inkml:trace>
  <inkml:trace contextRef="#ctx0" brushRef="#br0" timeOffset="-200023.419">28100 4591 9368 0,'0'0'4125'0,"0"0"-2273"0,0 0-308 0,-15 79 16 0,7-53-268 15,8-5-220-15,0 2-436 0,0-10-384 0,0 0-140 16,4-4-15-16,4-3-97 16,3-3 0-16,10-3-233 0,-1-3-155 15,4-3-160-15,3-10-72 0,1-1-80 0,0 3-88 16,0-5 36-16,-4-1 32 15,-4 4 224-15,-4 3 296 16,-5-2 200-16,-2 5 188 0,-5 1 260 0,-4-1 172 16,-4 4-28-16,-5-1-96 15,-6-2-80-15,-1 3 100 0,-4-4-516 16,-4 4-24-16,-4 0-124 0,-4 1-24 0,4 0 36 16,0 2 0-16,0-1-120 0,5-3-288 15,3 1-372-15,0-2-484 16,0-6-1316-16,8 5-2609 0,-7-7-2123 0</inkml:trace>
  <inkml:trace contextRef="#ctx0" brushRef="#br0" timeOffset="-199843.405">27986 4242 3312 0,'0'0'7484'0,"0"0"-4915"0,0 0-405 0,0 0-372 15,0 0-348-15,91 18-596 0,-59-18-516 16,0 0-332-16,4 0-76 0,-5-3-472 0,5 0-304 31,0 0-272-31,0 3-556 0,-8-3-2460 0,12 3-3549 0</inkml:trace>
  <inkml:trace contextRef="#ctx0" brushRef="#br0" timeOffset="-199623.116">28730 4572 5672 0,'0'0'2340'0,"0"0"-308"0,0 0 145 0,4 73-85 16,-4-51-392-16,0 0-436 0,-7 0-484 16,-6 1-384-16,-2-1-172 0,-2 0-224 0,-2 1 0 15,-1-8-396-15,-4 4-384 0,4-6-428 16,0 0-672-16,4-7-2877 15,0 0-3927-15</inkml:trace>
  <inkml:trace contextRef="#ctx0" brushRef="#br0" timeOffset="-199147.77">29069 4328 756 0,'0'0'8704'0,"0"0"-6731"0,0 0-421 0,0 0-152 15,0 68 224-15,0-35-296 0,0 5-216 16,0 0-312-16,8 4-164 0,-4-5 12 16,0 2 36-16,0-8-332 0,4-1-204 0,0-9-148 15,0 2-52-15,0-4-116 16,0-7-196-16,-4-3 20 0,4-5-180 16,-5-1-404-16,1-3-788 0,5-3-1052 0,-5-1-2069 15,0-11-2859-15</inkml:trace>
  <inkml:trace contextRef="#ctx0" brushRef="#br0" timeOffset="-198925.698">28897 4182 9440 0,'0'0'2889'16,"0"0"-1281"-16,0 0-356 0,0 0 456 0,0 0-752 0,96-7-536 16,-68 0-384-16,9 1-36 15,-2 0-260-15,1-4-456 0,4 4-460 16,-5-4-892-16,-7 4-3045 0,4 3-3862 0</inkml:trace>
  <inkml:trace contextRef="#ctx0" brushRef="#br0" timeOffset="-198629.972">29635 4403 3344 0,'0'0'8805'0,"0"0"-6665"0,0 0-648 16,28 81 184-16,-21-54-304 0,6 4-452 0,-5 2-456 15,3-1-292-15,2-1-164 0,-2-2 4 16,2 0-12-16,-2-4-8 0,-3-4-80 0,1 3-132 16,-5-6-340-16,-4-1-300 0,-4-2-304 15,-9 1-524 1,-2 0-612-16,2-7-1585 0,-15 7-55 0</inkml:trace>
  <inkml:trace contextRef="#ctx0" brushRef="#br0" timeOffset="-198057.286">30531 4561 8944 0,'0'0'3109'0,"0"0"-1433"0,0 0-724 16,0 0 156-16,0 0 196 0,0 0-412 15,-28 74-188-15,16-49-164 0,5 7-148 16,-1-3-160-16,-5-3-36 0,6-1-24 0,-1-3-116 15,-1-3-56 1,2-3-48-16,-1 0-60 16,-5-7-212-16,6-2-144 0,-9-1-252 15,4-6-272-15,0 0-392 0,-4 0-540 0,4-6-852 16,4-1-1681-16,1-9-1951 0</inkml:trace>
  <inkml:trace contextRef="#ctx0" brushRef="#br0" timeOffset="-197721.016">30961 4298 6688 0,'0'0'5161'16,"0"0"-2977"-16,0 0-1148 0,0 0 324 0,-23 86 84 16,14-54-124-16,6 3-364 0,-5-2-348 15,4 4-132-15,4-5-100 0,-4-1-156 0,4 1-131 16,0-6-89-16,0-4-48 0,4-2-25 15,0-6-267-15,0-1-256 16,3-3-100-16,6-3-136 0,-1-4-340 0,4-3-668 16,-1-3-560-16,2-1-2561 0,6-11-3791 0</inkml:trace>
  <inkml:trace contextRef="#ctx0" brushRef="#br0" timeOffset="-197404.814">31309 4384 6624 0,'0'0'4100'15,"0"0"-2531"-15,0 0-61 0,-13 67 212 16,13-41-128-16,-4 2-368 0,4-2-312 16,0 2-260-16,0 1-176 0,0-1-88 15,0 1 28-15,0-7-148 0,4 0-268 16,-4-6 0-16,4 0-340 0,5-6-404 0,-6-1-212 16,1-7-276-16,4 3-860 15,-4-5-2144-15,0 0-2505 0</inkml:trace>
  <inkml:trace contextRef="#ctx0" brushRef="#br0" timeOffset="-196969.115">31141 4229 3952 0,'0'0'5988'0,"0"0"-3887"0,0 0-845 0,0 0 36 16,0 0 284-16,0 0-288 0,0 0-312 15,80-13-384 1,-56 10-296-16,-1 0-164 0,5 0-132 0,0-1-304 0,0 2-336 15,-4 2-252-15,0-5-40 0,-1 5-516 0,-6 0-1680 16,-2 0-4753-16</inkml:trace>
  <inkml:trace contextRef="#ctx0" brushRef="#br0" timeOffset="-196719.724">31663 4728 12717 0,'0'0'2676'0,"0"0"-1656"16,0 0-160-16,0 0 760 15,0 0-284-15,-4 63-396 0,0-51-624 0,4-2-316 16,-4 0-100-16,0-4-232 0,4-3-204 15,0 0-344-15,0-3-200 0,0 0-632 16,4 0-1020-16,0 0-1925 0,11-9-2647 0</inkml:trace>
  <inkml:trace contextRef="#ctx0" brushRef="#br0" timeOffset="-196405.634">32117 4528 13269 0,'0'0'2960'0,"0"0"-1824"0,0 0-60 0,-52 75 948 16,37-49-391-16,2-4-557 0,2-3-652 15,7-5-424-15,4-6-36 0,4-2-60 16,7-2-184-16,6-4-96 0,10 0-132 0,1-13-49 16,8-3-295-16,0-3-284 0,0-3-428 15,-5 3 140-15,-3-3 216 0,-3 3 72 16,-10 3-136-16,-3 0 516 0,-8 4 756 0,-4-2 600 15,0 2 52-15,-12 2-184 0,0 2 180 16,-3-3 32-16,-5 2-140 16,-1 5-272-16,-3 1-260 0,1 3 40 15,-1 7-48-15,-4-1 152 0,8 3 260 0,0 1-156 16,4-3-256-16,4-1-176 16,5-3-560-16,-2 3-548 0,5-6-1032 15,0 0-2773-15</inkml:trace>
  <inkml:trace contextRef="#ctx0" brushRef="#br0" timeOffset="-196187.922">31945 4277 5744 0,'0'0'5521'0,"0"0"-4133"0,0 0-584 16,0 0 288-16,0 0-196 0,0 0-296 0,0 0-120 15,0 0-116-15,0 0-16 0,101-10 0 16,-69 7-64-16,-1-1-136 0,1 1-148 16,-4-3-56-16,4 0-316 15,0-4-512-15,-4 1-436 0,-1-1-628 0,-11 4-2497 16,8-8-4015-16</inkml:trace>
  <inkml:trace contextRef="#ctx0" brushRef="#br0" timeOffset="-195850.263">32746 4451 7028 0,'0'0'4337'16,"0"0"-1957"-16,0 0-184 0,24 73-408 16,-20-44-468-16,0 0-400 0,0 2-200 15,-4-2-196-15,0-1-340 0,0 0-112 0,-4-2-64 16,-7-1-8-16,-6 1-180 0,-6 0-292 15,-9-4-264-15,-5 3-72 0,-6-3-152 16,-5 6-440-16,8-9-1256 0,-35 11-3905 0</inkml:trace>
  <inkml:trace contextRef="#ctx0" brushRef="#br0" timeOffset="-195278.144">27168 5639 7172 0,'0'0'4497'0,"0"0"-2693"0,0 0-220 0,0 0-212 15,-7 72-128-15,7-43-80 0,-4-3-232 16,4 2-296-16,0 0-224 0,0 1-128 16,0-3-140-16,0-7-144 0,0 0-4 0,0-3-116 15,4-7-284-15,-1 1-192 16,5-4-128-16,9-6-272 0,-6 0-256 0,9-3-376 16,5-10-220-16,-10 1-1385 0,13-13-2963 15</inkml:trace>
  <inkml:trace contextRef="#ctx0" brushRef="#br0" timeOffset="-195003.349">27495 5768 7824 0,'0'0'2592'0,"0"0"-867"0,0 0 87 0,28 67 56 0,-20-45-192 16,0-6-328-16,0 0-452 0,0-7-408 16,4 2-184-16,4-9-60 0,0-2-180 15,0 0-64-15,3-8-112 0,2-6-44 16,-1-2-212-16,3-6-268 0,-3 0-40 15,1 3 60-15,-6-3 72 0,1 2 284 16,-4 5-176-16,-4 2 64 16,-8 1 164-16,0 6 208 0,0-5 160 0,-12 5 104 15,1-1-140-15,-6-2 12 0,-3 6 20 16,1-3-156-16,-6 6 0 0,1 0 60 16,5 6-60-16,-5 4-52 0,4-1-8 15,4 3-4-15,0 2-20 0,8-5-68 16,0 4-132-16,8-3-836 0,0 2-1516 0,0-6-2453 0,0 7-1595 15</inkml:trace>
  <inkml:trace contextRef="#ctx0" brushRef="#br0" timeOffset="-194514.485">27945 5864 744 0,'0'0'692'0,"0"0"220"0,0 0 1068 0,0 0-352 15,0 0-208-15,0 0 44 0,0 0-12 0,0 0-99 16,0 0 3-16,0 0-148 15,0 60-32-15,0-50-44 0,-4-1-124 0,4 4-68 16,-4-3-140-16,0 2-100 0,-3 1-164 16,-2 0-180-16,-2-1-188 15,3 1-104-15,-5 3-64 0,6-10-48 0,-1 4-96 16,4-7-272-16,0-3-220 0,4 0-220 16,0-7-344-16,8-2-660 15,0 0-1216-15,4-14-3637 0</inkml:trace>
  <inkml:trace contextRef="#ctx0" brushRef="#br0" timeOffset="-193715.976">27464 5861 7416 0,'0'0'3120'0,"0"0"-1075"0,0 0-377 15,0 0 8-15,0 0-324 0,0 0-212 0,0 0-168 16,0 0-92-1,0 0-244-15,0 0-52 16,0 0-11-16,11-4-201 0,-3 1-212 16,4-3-16-16,0-3-76 0,1-1-68 0,2 1-12 15,5-4-84-15,0 0 0 0,0-3-76 16,0 1-152-16,-1-5-141 0,2 5-19 0,-1-2 56 16,-5 2 64-16,-7 3 80 15,5 1 16-15,-10 8 36 0,1 0 108 0,-4 0 120 0,0 3-56 16,0 0-100-16,0 0-24 0,0 0 160 0,0 6 24 15,-4 4 12-15,4 2 72 0,-3 1-32 16,-1-1 8 0,0 5 172-16,-1-1 4 0,1 0 32 15,0 3 36-15,0 3 16 0,-3 6-16 16,-2 1-36-16,1 3-12 0,1 3-52 0,-5 2-68 0,3 5-3 0,2-4 27 31,-1-2 116-31,0-9-184 0,3-4-92 16,5-7-48-16,0-7-48 0,0-2 0 0,0-4-88 15,0-3-133-15,5 0-275 0,-1 0-324 16,0-3-236-16,4-4-776 0,-8 1-804 16,4-4-1589-16,-1 1-727 0</inkml:trace>
  <inkml:trace contextRef="#ctx0" brushRef="#br0" timeOffset="-193499.656">27495 6115 3860 0,'0'0'2708'0,"0"0"-536"0,0 0 49 0,0 0-53 16,0 0-316-16,0 0-340 0,0 0-332 15,0 0-68-15,0 0-188 0,0 0-120 0,16 32 0 16,0-36-195-16,0-3-209 16,4-1-228-16,4-5-172 0,0-4-92 0,-1 5-100 0,-2-4-209 15,-1 3-207-15,-1 4-136 16,1 0-64-16,-4 5-160 15,0-2-504-15,0 6-576 0,-4-3-656 0,0 3-1633 0,0-4-511 16</inkml:trace>
  <inkml:trace contextRef="#ctx0" brushRef="#br0" timeOffset="-193085.735">27535 5477 1696 0,'0'0'8256'0,"0"0"-5787"0,0 0-949 0,0 0-104 0,0 0-360 15,0 0-172-15,0 0 232 16,0 0-452-16,0 0-272 0,80 0-244 0,-57 0-148 15,1-4-196-15,0 4-368 0,1 0-312 16,6-3-392-16,1 3-972 16,-8 0-2625-16,20 0-1231 15</inkml:trace>
  <inkml:trace contextRef="#ctx0" brushRef="#br0" timeOffset="-192398.251">28292 5794 7716 0,'0'0'2940'0,"0"0"-1359"0,0 0-481 0,0 0-312 16,0 0-304-16,0 0-108 0,0 0-212 16,60-66-164-16,-44 53-48 0,0 1 48 15,-4 1 84-15,-1 5 4 0,-6 0 36 0,3 3 28 16,-8-1-12-16,4 4-16 0,-4 0 12 15,0 0-64-15,0 0-72 16,0 0-48-16,0 0-16 0,0 0 12 0,0 0 44 0,0 0 0 16,0 0-40-16,0 0 36 15,0 0 0-15,0 0 12 0,0 0 188 0,0 4 52 16,0-4-48-16,0 3-16 0,0 3-40 16,-4 0 76-16,4 7-88 0,-4-1 0 15,0 5-12-15,4-1 36 0,-5 0-48 16,1 3-48-1,1 0-4-15,-1 6-44 0,0-3 4 0,4 7 80 16,-4-4-40-16,0 4-36 0,-1 0 140 16,5-1-20-16,0 1 4 0,0-4 0 0,0-6-68 15,0-3-64-15,0-4-8 0,5-6 0 0,-5 1-120 16,4-7-484-16,-4 0-760 16,4 0-612-16,-4 0-3049 0,0-9-3707 0</inkml:trace>
  <inkml:trace contextRef="#ctx0" brushRef="#br0" timeOffset="-192240.566">28296 6115 1708 0,'0'0'9309'15,"0"0"-7229"-15,0 0-1204 0,0 0 136 16,0 0 364-16,0 0-308 0,0 0-236 16,0 0-252-16,0 0-236 0,0 0-88 15,96 16-84-15,-68-23-96 0,0-6-76 16,0 5-172-16,0-3-344 0,-9-1-312 0,5-4-436 15,-4 3-1024-15,-8 4-2725 0,-4-7-4215 16</inkml:trace>
  <inkml:trace contextRef="#ctx0" brushRef="#br0" timeOffset="-192013.506">28248 5521 7840 0,'0'0'4477'16,"0"0"-2745"-16,0 0-228 0,0 0 64 15,0 0-244-15,0 0-340 0,84-42-348 16,-52 30-328-16,-4 2-308 0,4 4 0 16,-4 0-124-16,3 3-168 0,-3-1-332 0,4 1-512 15,0 3-440-15,-8 0-1200 16,4 0-3261-16</inkml:trace>
  <inkml:trace contextRef="#ctx0" brushRef="#br0" timeOffset="-191777.899">28957 5740 4244 0,'0'0'11141'0,"0"0"-9297"15,0 0-1360-15,0 0 24 0,0 0 256 0,0 0 364 16,36 82-360-16,-24-56-440 0,-4-1-232 16,0 0-92-16,-4 5-4 0,-4-2-48 15,-4 1 36-15,-8-1-96 0,1 1-148 16,-10-4-136 0,1-3 0-16,1-2-20 0,3-7-180 0,0-7-456 15,7-3-1136-15,9-6-3649 0</inkml:trace>
  <inkml:trace contextRef="#ctx0" brushRef="#br0" timeOffset="-191262.928">29655 5429 3496 0,'0'0'9877'0,"0"0"-6993"0,0 0-1788 0,0 0-712 15,0 0-224-15,0 0-60 0,0 0 136 0,0 0-236 16,0 0-12-16,0 0-152 0,0 0-68 16,79-22-56-16,-70 31 288 0,-9 10 0 15,0 7 276-15,0 5-44 0,-9 1-32 0,-3 3 8 16,5 4 52-16,-6-8 12 0,2 1-28 16,-1-4 0-16,3-2 4 0,5-1-16 15,1-6-12-15,-1-3-220 0,4-6-36 0,0-1-284 16,4 1-208-1,3-1 76-15,2 4 92 0,-1 3 88 0,-1 3 156 16,1 6 116-16,1 0 124 0,-1 4 208 16,-1 3 84-16,1-4 52 0,1 4 36 15,-2-3-100-15,5-4-248 0,-7 0-144 0,2-2-12 16,1-4-4-16,-4-3-152 16,4 0-492-16,-8-4-412 0,0-2-276 15,0-1-328-15,0 1-372 0,-4-4-540 0,0-3-645 16,-8 4-2703-16</inkml:trace>
  <inkml:trace contextRef="#ctx0" brushRef="#br0" timeOffset="-191108.363">29945 6185 6564 0,'0'0'11717'0,"0"0"-9901"0,0 0-1192 0,0 0-52 16,0 0-572-16,0 0-220 0,0 0-792 15,0 0-1112-15,0 0-6625 0</inkml:trace>
  <inkml:trace contextRef="#ctx0" brushRef="#br1" timeOffset="-179453.941">15395 14541 11385 0,'0'0'4292'0,"0"0"-2996"0,0 0-864 0,28 77-20 0,-4-33 168 15,-1 8 344-15,9 4 80 0,-4 4-252 0,4-6-432 16,4-6-320-16,-5-8-216 0,2-10 104 15,-1-5-204-15,0-12-172 0,0-7-136 16,0-6-124-16,-4-3-300 0,0-10-408 16,-5-6-676-16,-7 4-832 15,3-11-2801-15</inkml:trace>
  <inkml:trace contextRef="#ctx0" brushRef="#br1" timeOffset="-179259.876">15960 14509 1864 0,'0'0'9957'0,"0"0"-7941"0,0 0-788 16,-95 61-148-16,63-23-276 0,0 3-332 0,0 7-160 15,-3 6-76-15,3-3-28 16,0-1-144-16,4 2 32 0,8-5-96 0,-4-7-72 16,8 2-188-16,5-10-224 0,2 0-448 0,5-10-640 15,0-4-2360-15,4-1-4237 0</inkml:trace>
  <inkml:trace contextRef="#ctx0" brushRef="#br1" timeOffset="-178715.469">20184 14395 3420 0,'0'0'9165'0,"0"0"-7549"0,0 0-832 0,16 76-128 16,4-40 676-16,3 4-256 15,5 2-320-15,4 2-352 0,0 0-284 16,4-7-120-16,1-7-64 0,2-2-180 15,-3-9-76-15,-1-2-224 0,1-7-236 0,-4-7-292 16,0-3-644-16,-8-7-1216 0,8-9-2477 0</inkml:trace>
  <inkml:trace contextRef="#ctx0" brushRef="#br1" timeOffset="-178540.197">20686 14351 12973 0,'0'0'1716'16,"0"0"-1012"-16,-104 92-328 0,68-51 16 0,1 10 212 15,-5 0-8-15,4-1-88 0,5 4-148 16,-2-5-360-16,10-5 0 0,-1-3-248 16,7-6-408-16,6-4-948 0,3-8-1428 0,-1 2-3241 0</inkml:trace>
  <inkml:trace contextRef="#ctx0" brushRef="#br1" timeOffset="-178054.002">23750 14353 10244 0,'0'0'1621'16,"0"0"-533"-16,0 0-576 0,0 0 452 0,0 0 388 15,104 65-276-15,-72-40-168 0,0 6 56 16,3 2-264-16,1-5-172 0,0 1-136 16,-4-4-188-16,-1-3-204 0,1-3-12 0,-4-6-180 0,4-4-420 15,0-2-348-15,-4-4-124 0,0-3-468 0,-4-3-1364 0,0-10-3733 16</inkml:trace>
  <inkml:trace contextRef="#ctx0" brushRef="#br1" timeOffset="-177876.191">24371 14344 10724 0,'0'0'4585'0,"-91"54"-4457"0,43-16-128 0,-12 10 0 16,-11 12 60-16,-1 4 180 0,-4 2-144 31,4 1-96-31,1 0-376 0,-1-3-420 16,5-4-752-16,18-13-1613 0,-26 20-3287 0</inkml:trace>
  <inkml:trace contextRef="#ctx0" brushRef="#br1" timeOffset="-172795.391">10957 17098 3664 0,'0'0'380'15,"0"0"4068"-15,0 0-3088 0,0 0 21 16,0 0-277-16,0 0-172 0,0 0 100 0,0 0-48 16,0 0-232-16,0 0-232 0,0 0-72 15,0 0 24-15,7 2 96 0,10-2 76 16,-2 0-16-16,9 0-188 0,4 4-172 15,4-4 0-15,-4 0-96 0,4 0-100 0,0 0-8 16,3-11-60-16,1 2 0 0,-4-3-8 16,4-4-56-16,-4-3-208 0,-1 3-160 0,-7 0-392 15,1 4-316-15,-10-1-380 0,-2 3-1112 16,-6 4-2353-16,-7 6-2003 0</inkml:trace>
  <inkml:trace contextRef="#ctx0" brushRef="#br1" timeOffset="-172617.19">11000 17306 9732 0,'0'0'1961'0,"0"0"-1181"0,0 0-536 16,0 0 432-16,0 0 176 0,0 0-296 15,0 0-140-15,0 0 36 0,0 0-164 0,108 20-148 16,-65-27-140-16,2 0-48 0,2-1-312 0,-7-3-548 15,4 2-284-15,-12 0-960 0,11-1-3125 0</inkml:trace>
  <inkml:trace contextRef="#ctx0" brushRef="#br1" timeOffset="-171985.268">12426 17126 3252 0,'0'0'9273'0,"0"0"-7909"0,0 0-640 16,104 12-308-16,-64-5 252 0,-4-4-12 15,-1 0-208-15,-2 0-260 0,-6 4-188 16,-3-4-52-16,0 3-8 0,-12 4-52 0,0-1 60 16,-12 7 44-16,0 3-240 0,-7 6-84 15,-14 7 220-15,-7-1-124 0,-3 5 120 16,-5 2 112-16,-5-3 0 0,2 3-116 0,3 1 32 15,0-1 88-15,5-1-116 0,-1-2 44 16,0-6 72-16,8-4 64 16,4-6-64-16,4-2-8 0,4-9 8 15,8-2 52-15,0-6-40 0,4 5-4 0,0-5-16 0,4 0 16 16,12 0 248-16,3-5 352 0,6 3 52 16,6-4-224-1,1 3 108-15,9-4 0 0,2 4-124 16,1-1-232-16,4 1-188 0,4 3-12 15,3-3 4-15,-3 1-188 0,-4-5-64 0,0-3-492 16,0-3-504-16,-13 1-924 0,9-7-3093 16</inkml:trace>
  <inkml:trace contextRef="#ctx0" brushRef="#br1" timeOffset="-170936.055">13108 16773 9912 0,'0'0'2253'15,"0"0"-1217"-15,0 0-436 0,0 0 588 16,0 0-92-16,0 0-204 0,0 0-348 15,0 0-132-15,79-63-68 16,-62 57 0-16,2 2 76 16,-3 4-28-16,-4 0-160 0,-3 4-96 0,2 4 60 15,-3 6-24-15,-4 8 72 0,0 3-36 16,-4 4-112-16,-4-1 0 16,0 4 4-16,-8-1-88 0,5-5 28 0,-6 0-40 15,9-10-48-15,-3-4-24 0,7-5 8 16,-4-4-44-16,4 0-124 0,0-3-136 0,4-3-216 15,3-7 212-15,10-5 212 0,-2-8 88 0,5-2-112 16,0-4-148-16,-4 4 144 0,-4-1 184 16,0 4 4-16,-4 7 52 0,4-5-40 15,-9 8 48-15,6-1-56 0,-1 3 4 16,-4 1 44-16,3 3-4 0,-3 2 40 16,1 4-16-1,-1 0 16-15,4 0 32 0,-1 7 200 0,6 5-48 16,-2 8-124-16,1 2-28 15,-3 6-68-15,2 1-40 0,1 2 0 16,-3 1-12-16,2-1-8 0,-3-1-128 0,1-5-36 16,2 0-160-16,-3 1-260 0,4-1 112 15,0-6-776-15,-4 0-856 0,0-7-680 16,0 2-1917-16</inkml:trace>
  <inkml:trace contextRef="#ctx0" brushRef="#br1" timeOffset="-161376.227">16782 17240 4680 0,'0'0'8053'15,"0"0"-6665"1,0 0-100-16,0 0-560 0,0 0 16 15,0 0 236-15,0 0-104 0,0 0-64 16,0 0-128-16,0 0 48 0,91 44-160 0,-47-41-111 16,0 1-121-16,7-4-84 15,5 0-112-15,4-4-132 0,4-4-12 0,-5-6-8 0,5 1-100 16,-4 1-112-16,-4-1-20 16,0 1-40-16,-9 2 59 0,-6-3-143 0,-6 7-72 15,-7-4-100-15,-8 7-152 0,-4 0-108 16,-8 3-228-16,-8 0-496 0,0 3-968 0,-8 4-2205 31,-16 5-3343-31</inkml:trace>
  <inkml:trace contextRef="#ctx0" brushRef="#br1" timeOffset="-161163.933">16933 17531 13669 0,'0'0'2048'0,"0"0"-1304"0,0 0-384 0,0 0 288 0,0 0 132 15,0 0-80-15,0 0-108 0,92 71 104 0,-41-65-12 16,9-2-284 0,-1-4-132-16,10 0-120 0,-5-10-148 0,-5-3-184 15,0-3-192-15,-7-6 8 0,-3 0-144 16,-6-1-72 0,-7-2-448-16,-8 3-916 0,-12 6-1204 0,-8-3-3185 0</inkml:trace>
  <inkml:trace contextRef="#ctx0" brushRef="#br1" timeOffset="-160880.361">17227 17087 8432 0,'0'0'2649'15,"0"0"-1157"-15,0 0-460 16,-23-66 84-16,27 53 232 0,8 7-196 0,4 6-136 16,7 0-68-16,14 0-200 0,2 6-296 15,13 4-52-15,0 2 16 16,4 5-64-16,-4-2-168 0,-1 2-88 15,-3-5-83-15,-5 3-13 0,-2 2-53 16,-5-2-7-16,-4 1-4 0,-8 3-44 0,-5 3-88 16,-7 4-156-16,-4 5-124 0,-8 8 100 0,-4 1 264 15,-8 5-8-15,-11 0 32 0,-1 6 84 16,-8-4 0-16,0 1 4 16,-4-1-12-16,4-2-108 0,-4-3 20 0,0-1-84 0,0-6-184 15,4-4-200-15,4-5-284 0,4-11-620 0,9-8-1104 16,2-7-4821-16</inkml:trace>
  <inkml:trace contextRef="#ctx0" brushRef="#br1" timeOffset="-158022.689">20176 16780 2964 0,'0'0'1552'0,"0"0"-576"0,0 0-976 0,0 0 0 0,0 0 92 0,0 0 1976 15,0 0-1184-15,0 0-588 0,0-26-204 16,0 26 180-16,0-3 232 0,0 0 104 0,-4 0 49 16,4 0-25-16,0-1 48 0,-4 1-40 0,0-3-16 15,4 0 12 1,-3 0-116-16,-2-5-92 0,1 3 24 0,0 1 40 15,-4-3-176-15,4 4-104 0,-3 3 200 16,-2-4-116-16,1 4-48 0,1 3 64 16,-10 0-52-16,6 0-88 0,-10 3-48 0,2 7-64 0,-5 2 40 15,4 5 0-15,-5 2 24 0,2 0-28 16,-1 6-20-16,4 1-76 0,-4 5-52 16,5 4-32-16,-2 4 20 0,6 1-56 15,2 5 44-15,2 2 76 0,3 2 0 16,3-2 64-1,5-3 8-15,0-3 112 0,13 0 64 16,-2-6 8-16,10-3 172 0,-1-3-24 0,-1-7-124 0,5-6-96 16,0-3-12-16,-1-7 32 15,2-6-68-15,-1 0-4 0,-4-3-132 16,-1-7-84-16,2-2-72 0,-5-7-236 0,-1 0-256 16,-3-4-320-16,-7 2-352 15,-1-5-592-15,-4 6-756 0,0 8-2261 0,-17-1-1255 0</inkml:trace>
  <inkml:trace contextRef="#ctx0" brushRef="#br1" timeOffset="-157743.27">19845 17199 7736 0,'0'0'2176'16,"0"0"-423"-16,0 0-269 0,0 0-288 15,0 0-148-15,0 0-344 0,0 0-136 0,0 0 176 16,0 0-112-16,76-19-348 0,-48 12-180 31,-4 1-104-31,3 0-148 0,-3-1-36 16,-3 1-140-16,-6 0-256 0,2 2-44 0,-10 1 80 15,1-1 192-15,-3 4 104 0,-5 0 120 16,0 0 128-16,0 0 52 16,0 0 224-16,0 4 124 0,0 3-32 0,0-1-220 15,0 0-48-15,0 7 64 16,0 0 172-16,0 2-88 0,0 5-100 0,-5 2-84 0,1-3-52 0,0 4-4 16,0-4-8-16,4 2-160 0,-3-2-188 15,3-3-264-15,0 3-104 16,0-3-268-16,3-3-1100 0,5-3-1765 0,5-7-903 0</inkml:trace>
  <inkml:trace contextRef="#ctx0" brushRef="#br1" timeOffset="-157457.909">20838 16608 11897 0,'0'0'1724'0,"0"0"-1380"0,0 0 136 0,0 0 808 0,-69 92 40 0,50-57-508 16,-9 3-436-16,-4 10-200 0,0-1-84 15,-3 8 12-15,-10 5 36 0,-2 4-52 16,-5 6-88-16,-8-1 92 0,-4 10-64 16,1 1-32-16,-1-4-4 0,-3 3 84 0,3-2 16 15,4-5-100-15,4-4-72 0,4-8 60 16,12-13-124-16,9-6 72 0,3-8-56 15,11-8-300-15,6-12-112 0,7-4-248 16,4-6-364-16,0-3-592 0,4-3-1140 16,-1-4-2101-16,14-5 765 0</inkml:trace>
  <inkml:trace contextRef="#ctx0" brushRef="#br1" timeOffset="-156842.226">20404 17764 4984 0,'0'0'1952'15,"0"0"-108"-15,0 0-8 0,0 0 17 16,90-19-553-16,-53 12-488 0,-1 5-344 16,-1-3-128-16,-3 5 0 0,0 0 72 0,-8 0-104 15,-5 0-196-15,-2 7-64 0,-6 0-40 16,-2 2 56-16,-5 1-64 0,-4 3-264 0,0 2-40 0,-4 1 16 15,-5 3 0-15,-2 1-52 0,-6-2-12 16,2 1 72-16,-5 3 280 0,1 1 24 16,-6-1 180-1,5 0-64-15,-4 4 84 0,5-7 104 0,2 3 88 16,6-6-12-16,-1 0-28 0,7-7 48 16,1 1 36-16,4-3-288 15,4-1-172-15,5 0-76 0,6-4 76 0,6 3 200 16,-2-5-16-16,9 0 4 0,0-5-80 15,0-3-68-15,0-5-40 16,0 3-188-16,0-5-132 0,0-2-264 16,-4-2-164-16,-1 1-444 0,1-5-672 15,-7 7-2261-15,2-6-3971 0</inkml:trace>
  <inkml:trace contextRef="#ctx0" brushRef="#br1" timeOffset="-156519.769">21503 17323 10452 0,'0'0'2417'0,"0"0"-1297"0,0 0-560 0,0 0 56 0,0 0 204 15,0 0-340-15,0 0-232 0,-76 63-124 0,52-32-124 16,4 6 0-16,-3 3 112 0,-1 4 212 15,3 10 36-15,-3 1 184 16,5 2 24-16,3 3-100 0,4-3-112 0,8-6-24 0,0-4-4 16,4-8-48-16,8-11-84 0,7-9-100 0,10-6 4 15,3-7-76-15,7-6-24 16,5 0-84-16,-3-12 32 0,-2-5-140 16,-3-5-212-16,-4 0-160 0,-9-3-160 0,-2 0-288 15,-10-1-872 1,1 7-2532-16,-8 0-3241 0</inkml:trace>
  <inkml:trace contextRef="#ctx0" brushRef="#br1" timeOffset="-156219.404">21340 17761 11609 0,'0'0'3112'16,"0"0"-1628"-16,0 0-568 0,0 0 284 15,0 0 80-15,80 9-412 0,-53-21-512 16,4-1-356-16,1-6-76 0,0-3-144 0,1 2-292 15,-10 1-200-15,-6 3-356 0,-2 1-684 16,-2 2-732-16,-10 6-669 0,-3 1-1351 16,0 6 2016-16,-7 4 1588 0,-6 5 900 15,-2 0 1708-15,2 4 672 0,2 3 372 0,-1 0-175 16,-1 3-465-16,10-1-512 0,-1 6-372 0,0 1-388 31,4 3-236-31,0 1-148 0,4 2-100 0,0 4-172 0,-1 0-136 16,1 0 36-16,0 0-84 0,1-3-160 15,-5-4-504-15,0-2-160 0,0-7-144 0,0-7-448 16,0-1-844-16,0-5-2273 0,-5-3-2739 0</inkml:trace>
  <inkml:trace contextRef="#ctx0" brushRef="#br1" timeOffset="-155642.943">19012 16986 6048 0,'0'0'664'15,"0"0"3569"-15,0 0-2169 0,0 0-512 16,-15 76-16-16,11-47-212 0,4 6-420 15,0 0 8-15,0 9-164 0,4 0-224 16,4 11-60-16,-1 8-76 0,6 7-84 16,-5 10-107-16,3 5-93 15,-2 11-100-15,-1 1-8 0,-1 9 4 0,1-5-72 16,1-5-49-16,-2-11-75 0,5-9-12 16,1-9 16-16,2-16-284 0,9-9-244 15,4-12-224-15,4-6-824 0,4-13-816 0,-8-8-1613 0,15-3-1559 0</inkml:trace>
  <inkml:trace contextRef="#ctx0" brushRef="#br1" timeOffset="-155085.929">22499 16958 4288 0,'0'0'3932'15,"0"0"-1656"-15,0 0-255 0,0 0-73 0,0 0-248 16,0 0-252-16,0 0-348 0,55 76-144 16,-42-42-60-1,-2 8-276-15,2 6-256 0,-5 9-108 0,-1 9-147 16,-3 4 11-16,4 6-32 0,-8 3 20 16,5 1-48-16,-1-1-48 0,-4-2-12 15,0-7-12-15,0-1-168 0,0-5-52 16,0-7-13-16,0-10-47 0,0-5-36 15,0-10-12-15,4-10-52 0,-1-6-168 0,1-7-288 16,0-6-708-16,-4-3-944 0,4-3-1509 0,0-6-275 16</inkml:trace>
  <inkml:trace contextRef="#ctx0" brushRef="#br1" timeOffset="-154880.114">22829 17462 12345 0,'0'0'2000'31,"0"0"-636"-31,0 0-112 0,80 0 236 16,-52 0-332-16,4-6-372 0,4-1-396 0,-4-2-352 16,3-4-36-16,1 1-328 0,-4-4-368 15,-4 3-520-15,0 0-856 16,-12 7-3012-16,-4 6-3521 0</inkml:trace>
  <inkml:trace contextRef="#ctx0" brushRef="#br1" timeOffset="-154716.702">22925 17694 11997 0,'0'0'2652'16,"0"0"-1532"-16,0 0-76 0,0 0 100 0,0 0-208 16,0 0 252-16,0 0-160 15,80 10-336-15,-48-10-327 0,3 0-221 16,1-6-108-16,5-1-36 0,-2-3-108 15,5 1-377-15,-4-4-551 0,0 1-308 16,-5-1-756-16,-7 6-2852 0,4-8-5481 16</inkml:trace>
  <inkml:trace contextRef="#ctx0" brushRef="#br1" timeOffset="-154115.928">23766 17364 9352 0,'0'0'2233'0,"0"0"-329"0,0 0-280 0,107 6-40 0,-67 0-352 15,4-2-384-15,-4 2-332 0,4-3-96 16,0 0-188-16,-1 0-112 0,-6 1 112 16,-2 2-232-16,-10 1 0 0,-6-2-12 15,-7 8-36-15,-8 0 40 0,-4 9-100 16,0 4-88-16,-16 2-88 0,-3 7-20 0,-6 0 8 16,-3 3 64-16,-7 0 8 0,3 1-48 15,-4 2 52-15,3-3 132 0,-2-3 88 16,3-4 8-16,9-1 152 0,-1-8 40 0,7-6 44 15,6-4 4 1,3-5-52-16,3-5 12 0,5 2 0 0,5-1-120 16,6-3-16-1,5 3 272-15,12 0 120 0,0 0 376 0,8-3-340 16,0 0-219-16,0 0-53 0,3 0-20 16,1 0-100-16,-3 0-24 0,2 0-84 15,-3-3-76-15,-4-3-8 0,-4-1-124 16,4 0-361-16,-8 2-283 0,4-4-200 15,-9-2-632-15,1 6-1452 0,-8-5-3329 16</inkml:trace>
  <inkml:trace contextRef="#ctx0" brushRef="#br1" timeOffset="-153561.542">24818 16331 1344 0,'0'0'9464'0,"0"0"-6775"0,0 0-1041 0,0 0-88 16,0 0-304-16,0 0-48 0,0 0-168 0,28 77-236 16,-20-42-60-16,-1 6-163 0,2 6-145 15,-5 8-132-15,0-1-52 0,-4 4-92 16,0-5-88-16,-4 1-72 0,0-7-4 15,-1-6-116 1,1-3-64-16,4-2-116 0,0-14-260 0,0-3-145 0,0-9-131 16,0-7-264-16,13-3-808 0,-2-3-1008 15,-3-4-1969-15,9-15-2607 0</inkml:trace>
  <inkml:trace contextRef="#ctx0" brushRef="#br1" timeOffset="-153348.158">25299 16338 9276 0,'0'0'3081'0,"0"0"-1765"0,0 0-452 16,-27 83 720-16,15-42-96 0,0 3-400 0,0 6-376 16,0 2-100-16,-3-1 72 0,6-4-208 15,-6 1-184-15,2 0-292 0,1-7-36 0,-4-3-332 16,4-2-144-16,1-11-184 0,-2-6-88 15,9-10 20-15,-3-3 36 0,7-6-532 16,0-3-832-16,0-6-1765 0,4-17-1503 16</inkml:trace>
  <inkml:trace contextRef="#ctx0" brushRef="#br1" timeOffset="-153156.373">25252 16479 8080 0,'0'0'2484'16,"0"0"-1527"-16,0 0 247 0,0 0 360 0,0 0-176 15,0 0-468-15,80 77-336 16,-57-47-124-16,-2-1-112 0,3-1 72 0,-5 1-196 16,-3-3-224-16,0-1-12 15,-4-3-60-15,-4-4-28 0,-4-1-120 16,0-1-76-16,0-7-76 0,-4 1-288 0,-4-4-520 16,-4 3-752-16,4-5-2717 0,-16-1-2503 15</inkml:trace>
  <inkml:trace contextRef="#ctx0" brushRef="#br1" timeOffset="-153014.599">25224 16761 8836 0,'0'0'1836'0,"0"0"-639"15,0 0 403-15,0 0-128 0,0 0-580 0,0 0-488 16,0 0-316-16,0 0 28 16,0 0 504-16,0 0-48 0,84-23-412 0,-56 16-160 15,8-1-248-15,-8-5-496 0,4-4-712 16,-8 8-1008-16,8-13-2109 0</inkml:trace>
  <inkml:trace contextRef="#ctx0" brushRef="#br1" timeOffset="-152796.906">25638 16342 5396 0,'0'0'7485'16,"0"0"-6121"-16,0 0-744 15,0 0 588-15,0 0 388 0,0 0-372 0,28 85-340 16,-15-56-344-16,-6 2-92 0,5 8-56 16,-3 2-100-16,-2 3-64 0,1 4-176 0,0 5-52 15,-3 2-160-15,-2 2-312 0,1 0-296 16,0 4-212-16,0-4-276 0,-4 0-560 0,4-15-1220 31,-4 14-3137-31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21:02.70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2617 1520 10288 0,'0'0'4209'0,"0"0"-3777"0,0 0-308 0,-67-69-12 0,43 50 204 15,-1 3 12-15,1 0 252 16,1 4 80-16,3 1 36 0,-8 8-240 0,4 3-132 16,-4 3 92-16,-4 14-316 0,0 5-28 0,-4 13 164 15,-3 6-236-15,-1 16 60 0,4 10-48 16,-4 6-12-16,4 9-48 0,5 7 36 16,-5 3 12-16,8 7 0 0,4-4-76 15,8-3-32-15,8 0 32 16,8-9-72-16,12-4 64 0,7-8 72 0,13-6-32 15,0-11 44-15,13-12 48 16,-6-14 12-16,9-15 124 16,0-13-84-16,4-9-28 0,0-14-72 0,3-15-56 15,-3-9-312-15,-4-7-508 0,-1-7-580 16,-15 14-1092-16,9-29-2717 0</inkml:trace>
  <inkml:trace contextRef="#ctx0" brushRef="#br0" timeOffset="268.47">2884 1124 11581 0,'0'0'1560'0,"0"0"-1252"0,0 0-16 0,0 0 556 0,0 0 276 16,0 0 156-16,0 0-524 0,0 0-164 15,0 97 0-15,0-42 36 0,0 13-300 16,0 7-20-16,-3 14-112 0,-6 12-100 0,5 7-36 15,4 7-52-15,-4 2-8 0,0-6 76 16,0-2-76-16,4-11-64 16,0-13-24-16,0-11-180 0,4-14 0 0,4-13-40 15,5-11-196 1,-2-14-244-16,5-13-552 0,4-9-548 16,4-4 100-16,-9-8-1253 0,13-23-3803 15</inkml:trace>
  <inkml:trace contextRef="#ctx0" brushRef="#br0" timeOffset="686.68">3613 2102 14321 0,'0'0'2104'16,"0"0"-1840"-16,0 0 332 0,0 0 260 15,-92 37 20-15,64-20-384 0,1 1-188 16,-1 4-8-16,4 8 32 0,0-2 172 0,9 7 0 16,-2 6-260-16,6 3-116 0,-2 1 45 15,5-4-33-15,5-3-84 0,3-9-52 16,0-10-196-16,3-9-157 0,9-8 25 16,8-4 136-16,4-15 116 0,8-11-32 0,4-10-40 15,3-16-276-15,2 0-212 0,-5 0-64 16,-4 3-4-16,-5 7 24 0,-2 9 160 15,-10 6 120-15,1 10 136 16,-4 7 52-16,-4 5 148 0,-1 7 64 16,-2 3 700-16,-1 10 120 0,0 9-52 0,-4 3-104 15,4 7-196-15,0 7-88 0,-4 2 0 16,7 3-16-16,-3-6 280 0,5 1-644 16,-1-11-144-16,-1-6-356 0,1-9-160 0,5-4-248 0,-2-5 380 0,6-4-312 31,-2-7-908-31,2-9-408 0,-6 1-2813 15,9-20-3203-15</inkml:trace>
  <inkml:trace contextRef="#ctx0" brushRef="#br0" timeOffset="833.35">4107 2060 12477 0,'0'0'1836'16,"0"0"-1560"-16,9 73 332 0,-5-37 712 15,-1 2 344-15,-3 0 132 0,4-4-808 16,0-9-988-16,0-2-160 0,0-11-264 15,4 1-336-15,-4-9-432 0,4-4-1412 16,-8 0-1956-16,0-23-1841 0</inkml:trace>
  <inkml:trace contextRef="#ctx0" brushRef="#br0" timeOffset="970.131">4112 1848 11657 0,'0'0'3024'16,"0"0"-2624"-16,0 0 92 0,0 0 352 15,83-46-480-15,-51 35-364 0,-1-6-200 16,5 5-316-16,5-1-404 0,-6 1-992 16,-3 2-2597-16,4 3-2687 0</inkml:trace>
  <inkml:trace contextRef="#ctx0" brushRef="#br0" timeOffset="1385.586">4586 1994 13877 0,'0'0'1792'0,"-12"69"-1528"0,7-37 628 0,-3 6 992 0,5 0-228 16,-5-9-672-16,4-8-459 15,4-7-525-15,0-4-317 0,12-7 97 16,-1-3-8-16,9 0-176 0,5-10-72 0,-1-9-100 16,-5 3-48-16,1-3-68 0,-4 4 24 0,-4 9 136 31,0 1 20-31,-5 5 84 0,2 11 428 0,-1 1 168 16,-4 7 404-16,0 0-24 15,-1-3-16-15,1 0-36 0,-4-4-252 16,5-5-244-16,-1-4-84 0,0-3 84 0,4 0 0 15,3-6 136-15,2-10 32 0,2 0-168 16,5-6-160-16,-3 0-76 16,2 2 76-16,-6 1 60 0,-2 6 4 0,1 4 84 0,-4 6-88 15,-4 0 12-15,0 3 88 16,0 0 372-16,4 6 132 0,-4 3 60 0,4 1-184 16,0 4-196-16,0-6-112 0,4 2-72 15,-4 0-48-15,4-7-48 0,0-1 36 0,4-2 8 16,0 0 52-16,7-8 8 0,-3-3 116 15,1 3-124-15,-6-3-160 0,5 5 40 16,1 3-64-16,-6 3 36 0,9 0 48 0,-5 7 100 16,6 8 64-16,-5 5 240 0,0 5-268 0,-1 4-36 15,-2 2-144-15,-2-3-252 0,2 1-984 16,-6-4-656-16,-3-6-968 0,-3-2-4577 0</inkml:trace>
  <inkml:trace contextRef="#ctx0" brushRef="#br0" timeOffset="1770.905">1717 3782 16053 0,'0'0'1092'0,"0"0"-1092"0,0 0 0 0,0 0 660 16,0 0-68-16,0 0-592 0,0 0 84 0,0 0 508 16,131-77-64-16,-67 54-220 15,12 5-4-15,7-1 0 0,13 0-216 16,12 0-4-16,11 0 0 0,16-1 28 0,9-2-108 31,15-1 4-31,8-2 152 0,13 0-72 0,3-3-16 16,8-1 136-16,1-3-100 15,-1 0-84-15,4 1-24 0,-8-4-8 16,0 0-52-16,-7 0 48 0,-8 3-84 0,-9 0 96 16,-12 1 4-16,-7 2 224 0,-13 1-20 15,-11 2-208-15,-9 4-80 0,-16 2-44 0,-11 6-56 16,-11 1-404-16,-18 2-296 0,-11 9-236 16,-12-2-380-16,-13 4-536 0,-10 0-2040 0,-18 13-3529 15</inkml:trace>
  <inkml:trace contextRef="#ctx0" brushRef="#br0" timeOffset="2603.282">7383 749 1120 0,'0'0'380'16,"0"0"456"-16,0 0-92 15,0 0 3768-15,0 0-2944 0,0 0-440 16,0 0-151-16,0 0-25 0,0 0-20 0,0 0-76 16,0 0-112-16,7 28 16 15,-7-11-16-15,0 2-8 0,0 6-128 0,0 0-52 16,0 7-60-16,-3 6-32 0,-1 6-8 16,4 11-164-16,0 11-168 0,0 17-116 15,0 12 40-15,4 17-48 0,-1 14-4 16,5 11-56-16,-4 3-124 0,5 2-120 0,2-8 292 15,1-10-144-15,0-13-140 0,8-13-24 16,0-12-188-16,0-16-492 16,-4-23-1792-16,8-9-5325 0</inkml:trace>
  <inkml:trace contextRef="#ctx0" brushRef="#br0" timeOffset="4560.17">7916 1238 6388 0,'0'0'104'15,"0"0"4296"-15,0 0-2947 0,0 0-229 16,0 0 236-16,0 0-200 0,0 0-128 0,0 0-264 15,0 0-192-15,0 0-144 16,17-36-216-16,-13 50-256 0,3 14 296 16,1 11 400-16,5 11-220 0,-6 13-256 15,-3 4-67-15,0 7-213 0,-4-2-12 16,4 2-120-16,-4-1 35 0,0-10-51 0,0-2-20 16,0-11-40-16,0-9 76 15,0-10 20-15,0-5-44 0,0-10-212 0,0-3-156 0,0-3-408 0,0-4-788 16,0-3-1068-16,0-3-2085 31,-4-6-2063-31</inkml:trace>
  <inkml:trace contextRef="#ctx0" brushRef="#br0" timeOffset="4990.341">7960 1216 3828 0,'0'0'8021'0,"0"0"-6333"0,0 0-468 31,59-64 160-31,-31 42-52 0,0 6-436 0,4 0-276 16,-4 4-176-16,4 2-132 0,-4 7-76 16,-4 0-208-1,-3 3-24-15,-2 6-160 0,-7 7-12 16,-4 9 100-16,-4 6 72 0,-4 10 148 0,-4 11-88 0,-12 4-60 0,-7 5-188 0,-2 1-144 16,-3-4 112-16,0-8 160 0,0 1 60 0,4-10 48 15,5-3 76-15,3-3-116 0,4-7 0 16,3-3-8-16,5-6-100 0,4 0-108 15,4-2 36-15,9-6 24 0,2 2 96 16,6-1 4 0,7 1 96-16,0-3-20 0,3-1-20 0,5 0 40 15,-4 1-48-15,0-1 60 0,0 2-8 16,-4 3 96-16,-8 1-136 0,-5 1 136 16,-7 6-40-16,-3 0-32 0,-5 3-4 15,0 0-64-15,-13 4 104 0,-2-3 36 16,-5-2 8-16,-5-2-104 0,1-3-40 15,1-3-12-15,-5-3-112 0,-4-4 100 0,4 1-108 16,-3-5-176-16,-1 1-232 0,0-3-200 16,0 0-256-16,0-3-344 0,4-6-860 0,8-1-1941 15,-4-5-1423-15</inkml:trace>
  <inkml:trace contextRef="#ctx0" brushRef="#br0" timeOffset="5335.769">8917 835 6504 0,'0'0'5181'16,"0"0"-3237"-16,0 0-348 0,0 0-160 16,4 95 128-16,-4-56-520 0,0 1-404 15,0 14-92-15,7 3 220 0,1 4-368 0,5 6-179 16,2-1-65-16,-3 8-32 0,8 1-124 0,-4 6-12 16,0-4-208-16,-4 0 11 0,4 2-55 0,0 1-116 15,0 0-8-15,0-1 20 16,-4 0-280-1,-1-5-432-15,-2-5-632 0,-5-9-108 0,0-9 120 16,-1-4-620-16,-3-15-2233 16,0 7-1898-16</inkml:trace>
  <inkml:trace contextRef="#ctx0" brushRef="#br0" timeOffset="6810.839">10558 1479 5260 0,'0'0'5977'15,"0"0"-4197"-15,0 0-216 0,0 0-280 0,8 95-204 16,-8-56-220-16,0 2-320 0,0 0-180 0,-4 1-128 0,0-5-232 16,4-4-12-16,0-8-160 0,0-3-112 0,0-9-136 15,0-7-496-15,0-6-436 16,0 0-1500-16,-8-10-5817 0</inkml:trace>
  <inkml:trace contextRef="#ctx0" brushRef="#br0" timeOffset="6946.052">10459 1407 4092 0,'0'0'9625'15,"0"0"-7365"-15,0 0-884 0,0 0 228 0,0 0-656 16,0 0-716-16,0 0-232 0,0 0-516 15,0 0-132-15,79-42-552 0,-51 32-1580 0,15 4-4985 16</inkml:trace>
  <inkml:trace contextRef="#ctx0" brushRef="#br0" timeOffset="7249.795">11116 1402 12953 0,'0'0'2048'31,"0"0"-956"-31,0 0-128 0,0 0 572 16,0 0-296-16,-80 68-348 0,72-59-440 0,4 4-416 0,4-3-36 16,0-1-120-16,0 0-16 0,4 4-60 15,4 3 64-15,8-3 84 0,3 6 48 16,6-6-52-16,-1 2 40 0,7-3 0 0,-3 5-36 16,4-4-24-16,-4-1 68 15,-4 1-108-15,-4 3 64 0,0 0 48 0,-4 0-12 0,-8-1-36 16,0 2 48-16,-4-2 60 0,-4-2 100 15,0-1-100-15,-4 1 24 0,-4-1-8 16,0-1-76-16,-4-2-52 0,0 1-216 16,-8-1-280-16,0 1-252 0,0 3-284 15,-4-1-448-15,-4 1-484 0,4-4-1989 16,-8 4-2439-16</inkml:trace>
  <inkml:trace contextRef="#ctx0" brushRef="#br0" timeOffset="7912.274">12311 1421 496 0,'0'0'7100'0,"0"0"-2907"0,0 0-3065 0,0 0-224 0,0 0-208 15,0 0 264-15,0 0 136 0,76 42-348 16,-37-35-304-16,9-1-172 0,-4-6-168 16,4 0-104-16,-5-9-160 0,-2-7-212 0,-2-3-712 15,-3-4-260-15,-8 4-1004 16,-4-16-3137-16</inkml:trace>
  <inkml:trace contextRef="#ctx0" brushRef="#br0" timeOffset="8195.425">12614 996 8340 0,'0'0'2496'0,"0"0"-839"0,0 0-365 0,0 0-28 0,-48 74-220 15,44-36 8-15,0 9-184 0,4 11-176 16,4 2-236-16,0 4-100 15,4 1-64-15,4 6-72 0,-4 2-60 16,-4 0 12-16,4 3-28 0,-5-6-20 16,-3 0-16-16,0-7-36 0,0-5-8 0,0-7-52 15,0-4 0-15,0-6 36 0,-3-3-48 16,-1-6 84-16,0-3-80 0,-4-7-4 16,4-3-72-16,0-6-36 0,-4-4 32 15,4 1-104-15,-4-7-140 0,0 0 16 0,-8-3 48 16,4 0-64-16,-4-3-160 0,1-10-136 15,-2-6-164-15,2-6-40 0,2-11-500 0,2 8-1512 16,11-29-3077-16</inkml:trace>
  <inkml:trace contextRef="#ctx0" brushRef="#br0" timeOffset="8397.023">13096 1448 9352 0,'0'0'2065'15,"0"0"-133"-15,0 0-92 16,0 0-172-16,16 82-312 0,-16-47-360 0,0 7-236 16,0-5-260-16,-4-2-244 0,4-3-256 15,0-4-120-15,0-5-212 0,8-4 64 0,-4-6-124 16,4 0-516-16,-5-7-328 0,2-3-932 0,-5-3-2537 16,0 0-5175-16</inkml:trace>
  <inkml:trace contextRef="#ctx0" brushRef="#br0" timeOffset="8549.24">13159 1196 13329 0,'0'0'2592'16,"0"0"-1412"-16,0 0 192 0,0 0-572 16,0 0-420-16,0 0-244 0,0 0-136 0,0 0-196 15,92 0-356-15,-64 0-804 0,-12 0-1036 16,8 4-4717-1</inkml:trace>
  <inkml:trace contextRef="#ctx0" brushRef="#br0" timeOffset="8850.302">13511 1486 11489 0,'0'0'1604'0,"0"0"-968"0,0 0 1044 0,0 72 176 0,0-49-52 15,0-4-456-15,0-6-556 0,0 0-552 16,0-4-240-16,0-3-100 15,3 1 16-15,1-4-48 0,8 0 84 0,0-3-100 16,4-6-168-16,4-7-76 0,0-3-36 16,4-3-36-16,-4-7-28 15,0 4 132-15,3-3-84 0,-6 6 100 0,-2 3 56 0,1 3 64 32,-8 7 76-32,0 6 24 0,-3 0 124 15,2 0 348-15,-3 10 224 0,0 2-104 16,0 4-160-16,-4 3 24 0,4 0 64 0,-4 3-40 15,0-2-4-15,4-2-56 0,-4 1-80 16,0-3-216-16,5 0-84 0,-5-3-136 16,3-1-120-16,-3-2-472 0,4-7-468 15,0 1-1160-15,4-4-3153 0</inkml:trace>
  <inkml:trace contextRef="#ctx0" brushRef="#br0" timeOffset="9013.302">14116 1467 3024 0,'0'0'11417'16,"0"0"-9689"-16,0 0-1040 0,0 0 668 0,-4 82 20 0,-4-60-116 0,4 1-348 16,0-1-415-16,0-3-497 0,0-3-160 15,4 0-84-15,0-7-97 0,0 4-535 32,0-7-236-32,0-3-1112 0,0-3-3148 15,0-6-4897-15</inkml:trace>
  <inkml:trace contextRef="#ctx0" brushRef="#br0" timeOffset="9382.141">14119 1095 10224 0,'0'0'3889'0,"0"0"-2889"0,0 0-196 16,0 0 560-16,0 0-532 0,0 0-352 16,84-29-332-16,-52 20-148 0,0-4-232 15,9 1-200-15,-6-1-312 0,5-4-104 16,-1 3 28-16,-3-3 40 0,-3 4-348 0,-10 4-44 0,-7 2 940 15,-4 4 232-15,-8 1 424 0,-4 2 428 16,0 0 492-16,0 2-148 16,0 8-196-16,-4 3-68 0,-4 6-328 0,1 2-200 15,3 9-108-15,-5 1-100 0,9 1 0 16,0 10 96 0,0-2 236-16,0 4 252 0,0 8-259 15,0 2-181-15,4 7 24 0,-4 2 48 0,0-3 300 0,0-2-312 16,5-8-292-16,-1-6-12 0,-1-5 0 15,9-8-96-15,-4-6-68 0,8-2-124 16,-4-8-112-16,4-2-56 0,0-6-4 0,0-7-48 16,-1 0 24-16,2-7-12 15,-2-2-49-15,-2-10-195 0,-2 0-604 16,-11-4-920-16,0-2-1036 0,-3 9-2209 0,-22-15-2047 16</inkml:trace>
  <inkml:trace contextRef="#ctx0" brushRef="#br0" timeOffset="9553.053">14315 1495 9712 0,'0'0'2309'0,"0"0"-1389"0,0 0-280 0,0 0 628 15,0 0 144-15,0 0-20 0,84 25-144 16,-44-25-436-16,-1-6-348 0,6-6-184 0,-6-1-164 16,1-3-116-16,-1 0-148 0,-2 0-304 15,-1 1-396-15,-4 2-296 0,-4-4-436 16,-5 9-1124-16,-7-3-1961 0,8 5-647 15</inkml:trace>
  <inkml:trace contextRef="#ctx0" brushRef="#br0" timeOffset="9851.338">14941 1444 8292 0,'0'0'2989'15,"0"0"-1081"-15,0 0-384 0,0 0-76 0,35 76-296 16,-18-59-248-16,2-8-104 16,1 0-164-16,8-6-196 0,4-3-204 0,8 0-236 15,0-12-176-15,4-7-156 0,-5 0-184 0,5-6-108 0,-8-1 4 16,-8 1 52-16,-9 6-52 0,-6 2 244 15,-9 5 152-15,-4 2 216 0,-8 7 8 16,-16 1 412-16,0 2-324 0,-8 0 184 16,-4 8 16-1,1 11-140-15,-10 4 36 0,6 9 140 0,-1 6 120 16,8 3 48-16,0 0-12 16,12 1-52-16,5-1 36 0,2-3-120 0,13-6-124 15,0-7-52-15,17-5 100 0,7-5-48 16,11-5 181-16,9-8-73 0,8 2-172 15,4-4-156-15,8-6-120 0,-5-4-329 16,5-3-487-16,-4 0-472 0,-13 4-1684 16,17-7-7241-16</inkml:trace>
  <inkml:trace contextRef="#ctx0" brushRef="#br0" timeOffset="10051.803">16527 1463 14693 0,'0'0'4180'0,"0"0"-3040"0,0 0 92 0,0 0 105 15,0 0-261-15,0 0-28 0,0 0-108 0,0 0-336 16,0 0-428-16,0 0-176 0,0 0-204 16,4 4-232-16,-4-4-200 0,0 0-64 15,0 3-132-15,0 0-280 0,-4 7-445 16,-5 2-891-16,5-2-2204 0,-7 5-2765 15,35-72 985-15</inkml:trace>
  <inkml:trace contextRef="#ctx0" brushRef="#br0" timeOffset="10238.649">16308 1809 4348 0,'0'0'13829'0,"0"0"-11409"0,0 0-1872 0,0 0-404 16,0 0-132-16,0 0-12 0,0 0 72 0,0 0-72 16,0 0-252-16,0 0-408 0,0 0-136 15,90 58-368-15,-73-58-2628 0,-6-4-6565 0</inkml:trace>
  <inkml:trace contextRef="#ctx0" brushRef="#br0" timeOffset="12361.177">3298 3959 4636 0,'0'0'1916'0,"0"0"-928"0,0 0-224 0,0 0 364 0,0 0 1425 16,0 0-953-16,0 0-472 15,0 0-8-15,40 92 8 0,-31-57-144 16,-2 7-84-16,5 5-92 0,-3 10-220 0,-6 6-172 16,1 8-220-16,-4 5 96 15,0 6-232-15,0 4 24 0,-7 0-84 0,-6-1-80 16,2-2 8-16,3-11-160 0,3-11 24 15,1-10-36-15,4-15 24 0,0-15-48 16,0-9-196-16,4-5-288 0,5-3-112 0,-2-4-464 16,5-7-828-16,-3-3-2137 0,2-15-3155 15</inkml:trace>
  <inkml:trace contextRef="#ctx0" brushRef="#br0" timeOffset="12593.727">3362 4168 8112 0,'0'0'1708'16,"0"-73"-660"-16,8 45 313 0,8-4 19 0,0 0-88 16,4 11-384-16,0 4-292 15,4 8-216-15,-1 6-152 0,-2 3-232 0,-1 12 56 16,-1 11 104-16,-2 2 184 0,-6 13-76 16,-7 3-24-16,-4 7-44 0,-4 0-212 15,-7 2-8-15,-6 1-104 0,-2-6-40 16,-1-4-24-16,3-6-76 0,-2-3-220 15,6-7-180-15,2-6 4 0,-1-3-196 0,4-4-428 0,4-5-620 16,0-4-793-16,0-6-2767 0</inkml:trace>
  <inkml:trace contextRef="#ctx0" brushRef="#br0" timeOffset="12839.243">3689 4168 7596 0,'0'0'2320'0,"0"0"-1404"0,0 0-207 0,100-9 367 15,-72 9-144-15,-4 9-308 0,-5 5-168 0,-3 0 200 16,-4 6-128-16,-3 6-304 0,-6 5-96 16,-3 1 152-16,-3 5-108 0,-10 5 40 15,2-3-12-15,-10 2-100 0,10-7 0 16,-6-8 0-16,10-10 48 0,-1-7 124 16,4-5 200-16,4-4 20 0,0-4-184 15,4-9-28-15,4-9-280 0,-1-8-124 0,10-9-172 16,-2 1-148-16,5-1-24 0,1 2-228 0,-2 4-276 15,1 5-552-15,-1 0-1048 0,2 9-2161 16,3-3-1731 0</inkml:trace>
  <inkml:trace contextRef="#ctx0" brushRef="#br0" timeOffset="13077.189">4120 4284 10196 0,'0'0'2277'16,"0"0"-1333"-16,-13 72-180 0,9-50 600 0,0 1-20 15,4-8-476-15,0-5-484 0,0-7-260 16,0-3-112-16,8 0 136 0,8-3 308 15,5-10-76-15,-2-4-72 0,5-4-308 16,-4-5-112-16,0-2-464 16,0 2-16-16,-9 1 196 0,-2 6 124 15,-5 6 48-15,-4 4 224 0,0 3 28 0,-9 2-28 16,-6 1 0-16,-5 3 124 16,0 0-120-16,-4 0 148 0,4 7 96 0,1 5-176 15,-2-2-60-15,10 5 0 0,-2-2 64 16,6 0-76-16,3-4-232 0,4 5-276 15,0-6-224-15,0 3-816 0,7-3-956 0,10-2-2557 0</inkml:trace>
  <inkml:trace contextRef="#ctx0" brushRef="#br0" timeOffset="13455.13">4446 4289 10224 0,'0'0'2613'16,"0"0"-997"-16,0 0-268 0,0 0 292 15,0 0-308-15,80 79-200 0,-73-69-400 16,6-4-332-16,-1-2-216 15,-1-4-52-15,9 0 76 0,5-13 72 16,-1-3-280-16,-1-7-184 0,5-2-544 0,-8 0-176 16,-5-4 120-16,2 7-4 0,-6 3 160 15,-7-1-20-15,-4 12 152 0,0-2 496 16,-7 3 48-16,-5 2 128 0,-8-2 184 0,-1 4-48 16,-2 0-116-16,-1-1-144 0,0 4-4 15,5 0 28-15,-1 7-76 0,-1 3-12 0,10-1 12 16,-2 4 48-16,5 2 24 0,5 1-72 15,-1-3-92-15,4 0-132 0,0-1-48 16,0-2-164-16,7-4-376 0,1-2-320 0,5-2-236 16,2-2-308-16,5 0-257 0,8-6-707 15,0-3-80-15,8-1 908 0,4-2 1812 16,4 2 444-16,3 1 1520 0,5 2 768 0,0-2-248 16,-4 3-463-16,-4-4-569 0,0 1-564 15,-5 2-448-15,6-9-336 0,-10-1-104 16,1-4-212-16,-4-2-600 0,-4-8-672 0,-4 9-1333 15,-5-16-3275-15</inkml:trace>
  <inkml:trace contextRef="#ctx0" brushRef="#br0" timeOffset="13687.588">5246 3810 8896 0,'0'0'3073'0,"0"0"-2061"0,0 0-504 0,-82-26 612 0,61 26 152 16,1 0-220-16,8 7-244 0,-4 12-436 31,4 6-248-31,1 10 72 0,-2 9 200 0,6 10 80 0,-1 4-44 15,4 11-40-15,0 4 8 0,-1 13-104 0,1 2-128 16,-3 5-68-16,-1-4 24 0,-1 0-124 16,2-10-4-16,3-5 4 0,0-8-120 15,0-6-52-15,4-5 12 0,0-8-8 16,-4-3-40-16,0-9-88 16,-1-5-156-16,-6-9-272 0,-1-9-64 0,-12-1-464 0,0-5-572 15,-12-6-244 1,-12 0-281-16,12 0-227 15,-39 0-548-15</inkml:trace>
  <inkml:trace contextRef="#ctx0" brushRef="#br0" timeOffset="13942.269">2964 5185 6900 0,'0'0'4217'16,"0"0"-2909"-16,0 0-692 0,0 0 8 15,0 0 452-15,76-13 308 0,-29 9-268 16,17 2-176-16,16-3 156 0,12-3-260 16,11-2-228-16,16 1-240 0,9-4-116 0,8 1 40 15,7-5-92-15,4-2-200 0,1 0 0 0,-4 0-184 16,-2-3-8-16,-6 3 68 0,-4 3 28 0,-9 6-24 16,-3 1-16-16,-9 6-72 15,-11 3-12-15,-4 0-256 16,-13 0-308-16,-3 10-76 0,-9-1-292 0,-19-3-1420 15,12 7-3949-15</inkml:trace>
  <inkml:trace contextRef="#ctx0" brushRef="#br0" timeOffset="17927.048">6737 4045 7068 0,'0'0'6381'16,"0"0"-5165"-16,0 0-760 0,0 0-344 0,0 0 216 0,0 0 136 16,0 0-272-16,83 50-192 15,-63-33-108-15,1-1-68 0,-6 2-100 0,2 2-644 0,-6 2-1048 16,2-7-2141-16,-13 11-3443 15</inkml:trace>
  <inkml:trace contextRef="#ctx0" brushRef="#br0" timeOffset="18080.667">6801 4442 6140 0,'0'0'2624'16,"0"0"-1652"-16,0 0 112 0,0 0 625 15,0 0-573-15,0 0-312 0,0 0-332 0,67 75-200 16,-42-64-292-16,6-3-120 0,1 3-92 15,8-2-676 1,-12-4-908-16,20 2-2561 0</inkml:trace>
  <inkml:trace contextRef="#ctx0" brushRef="#br0" timeOffset="20517.914">9475 3470 1748 0,'0'0'4548'0,"0"0"-3964"0,0 0-128 0,0 0 1708 0,0 0-547 16,0 0-617-16,0 0-500 0,0 0-152 15,0 0-32-15,0 0 688 16,0 0-44-16,59 51-52 0,-43-16-168 0,0 0-180 0,0 6-152 15,-4 4-24-15,-4 1-212 16,-4 6-12-16,0 2-160 0,-4 1-52 0,0-5-36 16,0-2-24-16,0-7 28 0,0-10 32 15,0-12 48-15,0-6-216 16,0-7 32-16,3-6 76 0,5 0 112 0,5-6 184 16,6-10-184-1,-3-6-24-15,9-7-164 0,-6-2 40 16,1-4 36-16,-3-4 52 0,-2 4-40 15,-3 4 88-15,0 2-136 0,-4 6 144 0,-4 4-40 0,0 10 40 16,-1 6-184-16,2 3-200 16,3 3 136-16,3 6 252 0,2 10 480 0,-1 8 28 15,4 1-196 1,-1 5 8-16,-3 0 28 0,1-1-88 0,-2 1 0 0,-2-5-64 16,2-3-12-16,-3-6 172 15,5-6 612-15,-6-1-724 0,1-7-100 0,4-5-8 16,-4 0 60-1,4-11 68-15,4-8-32 0,4-3 0 0,0-7-183 0,4-3-49 16,-1-5-109-16,1-8-63 0,0 1-8 16,1-5 8-16,-6 2-244 15,-3-4-316-15,-4 7-184 0,-3 6-268 0,-2 4-184 16,-3 11-392-16,-4 10-404 0,0 7-781 16,0 6-2103-16</inkml:trace>
  <inkml:trace contextRef="#ctx0" brushRef="#br0" timeOffset="20886.301">10347 3953 9864 0,'0'0'1473'16,"0"0"-1037"-16,0 0 436 0,0 0 656 15,28 66-100-15,-21-53-348 0,6-7-596 0,-5-6-24 16,11 0 120-1,1-6 100-15,4-10-176 16,1-4-260-16,6-5-88 0,-3-6-156 0,-1 3-84 16,-3 0-88-16,-3 1-24 0,-1 5-124 15,-8 3 0-15,-5 6-12 0,-7 6 292 16,0 2-8-16,0-2 48 0,-11 5-160 0,-6-5 0 16,2 3-76-16,-5 4 136 15,-1 0 88-15,2 11-64 0,-5 8 64 0,0 3 12 0,5 9 272 16,-6 4 64-16,5 6 108 0,1 4-136 15,6-1-36-15,6 1-76 0,3-7-184 16,4-6-12-16,11-10 0 16,10-10 4-16,10-5 80 0,9-7 164 0,8-9-176 15,7-11-72-15,5-9-428 0,5-4-620 16,6-6-280-16,-3-5-704 0,-20 11-2461 0,23-14-3775 0</inkml:trace>
  <inkml:trace contextRef="#ctx0" brushRef="#br0" timeOffset="21302.261">11554 3045 8928 0,'0'0'2725'0,"0"0"-2597"0,0 0 692 0,16 78 1152 16,-8-32 68-16,-4 8-128 15,0 5-440-15,-4 8-336 0,0 7-347 0,0 5-169 16,-12 3-148-1,0 4-280-15,-4 0-192 0,0-4-4 0,4-3 0 0,-4-8-116 16,8-17-124-16,4-10 28 0,4-16 96 0,0-8-4 16,0-12-140-16,0-4-5 15,8-4-59-15,8-12 320 0,5-5 8 0,2-11-172 16,5-4-168-16,0-9-72 0,-4 0 92 16,0 0 116-16,-5 2 200 0,-2 8-4 15,-2 2-40-15,1 10 0 0,-4 6 0 0,1 6-28 31,-6 5-24-31,1 2 100 0,0 2 72 16,4 12 272-16,-4 5 32 0,-4 3 88 0,4 0-112 16,-4 3-24-16,0 1-71 0,-4-4-1 15,4 0-172-15,-4-6 12 0,0-4-84 16,0-1-12-16,4-2-12 0,-4-6-144 0,4 1-40 16,0-4-9-16,0 0-195 0,8 0-224 15,4 0-328-15,4-4-1116 0,-5-2-2276 16,17-6-2205-16</inkml:trace>
  <inkml:trace contextRef="#ctx0" brushRef="#br0" timeOffset="21650.068">12371 3848 7584 0,'0'0'5773'0,"0"0"-5045"0,0 0-528 0,0 0 596 16,0 0 764-16,0 0 20 0,0 0-388 0,0 0-396 16,0 0-636-16,0 0-4 0,-60 47 88 15,40-21 112-15,0-1-100 0,4-3-28 16,0-2 4-16,4-1-75 0,5-7-9 0,3-5 8 31,0-1-72-31,4-6-36 16,0 3 40-16,0-3-88 0,0 0 0 0,0 0-220 15,0 0-84-15,4-3-61 0,7 0-47 0,-3-3 304 16,8-1-136-16,0-2-184 0,-4 3 12 16,4-4 232-16,-4 1 184 0,-4 2 8 15,0 3 80-15,0 1-52 0,-4 3-36 16,0 0 0-16,0 0 72 0,4 7 184 15,-4 6 124-15,3 0-4 0,2-1-96 0,-1 4-168 16,3-3-104-16,-2-4 88 0,-1 0-48 16,3-2-48-16,2-1 0 0,-2-2-12 0,-3-2-72 0,5-2-244 15,-2 0-428-15,6-2-320 0,-6-5-516 16,-3 1-2156-16,5-4-3793 16</inkml:trace>
  <inkml:trace contextRef="#ctx0" brushRef="#br0" timeOffset="22019.593">12618 3794 11641 0,'0'0'4384'0,"0"0"-3404"0,0 0-980 0,0 0 508 0,0 0 384 15,8 73 460-15,-8-38-448 0,4 0-224 16,-4-1-252-16,4-4-147 0,3-5-77 15,-2 0-48-15,7-9-92 0,-1 1 20 0,2-9 48 16,6-2-24-16,5-6 88 16,4 0 92-16,4-12-204 0,0-10-84 0,7-4-252 15,-2-2-76-15,-1-7-84 0,-4 0-145 16,-1 0-111-16,-3 3-136 16,-3-3-692-16,-6 13-1552 0,-3-12-3725 0</inkml:trace>
  <inkml:trace contextRef="#ctx0" brushRef="#br0" timeOffset="22304.331">13148 3909 8372 0,'0'0'5345'16,"0"0"-4865"-16,0 0 28 0,0 0 312 15,0 0 172-15,91 12 40 0,-59-24-324 16,0-8-448-16,4 1-260 0,0-6-200 16,-5-1-132-16,1 3-288 0,-12 9-104 0,-3-3 260 15,-6 8 136-15,-11-1 228 0,0 6 100 16,-16 2 228-1,-3 2 100-15,-9 0 60 0,-4 6-164 16,-9 11-24-16,2 4 72 0,-1 8 224 16,5 3 84-16,-1 7-12 0,8-2 8 15,4 1-72-15,4-3-28 0,8 0-112 0,4-10-108 16,3-2-208-16,5-8-48 0,17-5-120 16,3-3 72-16,3-2-16 0,9-5-276 15,5 0-368-15,-2-9-520 0,1-1-964 0,-8 1-2652 16,16-4-4333-16</inkml:trace>
  <inkml:trace contextRef="#ctx0" brushRef="#br0" timeOffset="22864.907">15654 3835 3860 0,'0'0'8765'0,"0"0"-6957"0,108-6-644 0,-57 6 64 15,13 3-96-15,-5 10-308 0,-7-1-196 16,-3 8-236-16,-14-2-220 0,-3 4-88 0,-8 3 4 0,-8 1 20 16,-9 7-20-16,-7-2-16 15,0 4-68-15,-19 3-4 0,-5 3-180 16,-8 1-260-16,-4-1 60 0,1 0 0 0,-6 0 96 16,6-6 112-16,-5 1 84 15,8-5 88-15,8-6 0 0,9-6 100 0,6-3 12 0,9-3-112 16,4-7-12-16,16 4 12 0,8-3 244 15,8-7 164-15,12 0-52 0,12-4-200 16,7-9-144-16,5 0-12 0,0-6-124 0,3 4-292 16,1-4-1028-16,-24 3-1572 15,11-6-6697-15</inkml:trace>
  <inkml:trace contextRef="#ctx0" brushRef="#br0" timeOffset="23216.313">16590 2508 7716 0,'0'0'804'15,"0"0"3069"-15,0 0-2153 0,0 0 60 16,20 76-292-16,-8-32-176 0,0 4-244 16,-1 9-260-16,2 1 212 0,-1 5-207 15,0-3-425-15,0 3-240 0,-5-2-148 16,-3-1-48-16,1-2-172 15,-1 2-24-15,-4-6-128 0,0-1-201 0,0-1-367 16,-4-4-392-16,4-17-1304 16,-5 4-3513-16</inkml:trace>
  <inkml:trace contextRef="#ctx0" brushRef="#br0" timeOffset="23610.295">17379 2733 784 0,'0'0'3912'0,"0"0"-3392"0,0 0 208 0,0 0-232 0,0 0 3392 16,0 0-2455-16,0 0-473 0,0 0-348 16,0 0-128-1,0 0-104-15,-16 23-176 0,16-10-28 0,0 9 228 16,0 6 188-16,0 7 52 0,0 3 192 16,0 7-76-16,-4 0-232 15,-4-1-8-15,0 3-276 0,-4-6-132 0,0 1-112 16,4-4-208-16,1-9 24 0,-1-4-40 0,8-9-8 15,-5-1-276-15,5-8-348 0,0-1-372 16,5-6-428-16,-1 0-268 0,3-6-653 0,1-1-1483 16,5-15-584-16</inkml:trace>
  <inkml:trace contextRef="#ctx0" brushRef="#br0" timeOffset="23937.711">17359 3013 468 0,'0'0'2532'15,"0"-69"-1412"-15,0 29-636 0,0-1 712 0,4-6 380 0,0 2 8 16,8 7 184-16,0 9-275 0,8 4-305 15,0 9-172-15,4 1-16 0,-5 8-144 0,2 4-184 16,-5 3-124-16,-1 0-88 16,-3 10-152-16,1 2-148 0,-6 4 0 15,-7 6-60-15,0 4-44 0,0 2-52 0,-11 8 4 16,-10 2-4-16,-3-1-4 0,1 2-12 16,3-1 12-16,-4-7 0 0,8 1 124 15,4-7-124-15,4-2-24 0,4-1-188 0,4-3 28 16,8-3 0-16,3 3 72 0,6-2 8 15,3-3 96-15,8-1 16 0,-5-2-8 0,1 1 84 16,1-6-84-16,-10 4-12 16,-6-4 12-16,-5 4 76 0,-4 2 124 0,-4 4 180 15,-13 0-8-15,-7 3-152 0,-8 1-124 16,0-6-48 0,1 0-48-16,-5-2-64 0,4-2-204 15,4-6-272-15,4-2-276 0,9-2-80 0,-2 0-472 16,6-13-592-16,3 5-2801 0,4-22-2951 15</inkml:trace>
  <inkml:trace contextRef="#ctx0" brushRef="#br0" timeOffset="24153.892">17917 2479 10032 0,'0'0'2305'15,"0"0"-925"-15,0 0 504 0,0 0 116 16,28 79-456 0,-20-43-320-16,3 2-176 0,2 6-307 0,-1 7-161 15,-5 3-216-15,-3 6-304 16,5 7-60-16,-9 0-156 0,0 3-4 0,0-4-80 16,0 0-160-16,0-2-365 0,-9-7-395 15,9-3-556-15,0-18-1324 0,0-1-2913 16</inkml:trace>
  <inkml:trace contextRef="#ctx0" brushRef="#br0" timeOffset="24607.931">18527 3654 2856 0,'0'0'8653'15,"0"0"-6441"-15,103-9-292 0,-51 5-132 16,12 1-240-16,7 0-628 0,1 0-444 15,-4 0-232-15,4 0-244 0,-5 3-64 16,-3-3-276 0,-8 3-124-16,-4 0-520 0,-9 6-600 0,-15 0-2284 15,-3 4-4781-15</inkml:trace>
  <inkml:trace contextRef="#ctx0" brushRef="#br0" timeOffset="24764.824">18646 4109 6368 0,'0'0'8341'16,"0"0"-6729"-16,0 0-528 16,0 0-32-16,0 0-348 0,0 0-152 0,0 0 72 15,112-7 20-15,-49-3-424 0,13 2-220 16,7-6-292-16,1 1-232 0,4 1-1084 16,-24-1-1276-16,24-3-5509 0</inkml:trace>
  <inkml:trace contextRef="#ctx0" brushRef="#br0" timeOffset="25251.552">20674 2930 5440 0,'0'0'1044'0,"0"0"3188"0,0 0-2651 0,0 0 283 16,0 0-100-16,32 70-224 0,-20-32-280 15,0 10-240-15,-5 6-116 0,2 13-40 0,-1 8-159 16,-8 12-173-16,4 8-168 0,-4 6-208 15,0 7-144-15,0 7-12 0,0-1-120 16,0-3-144-16,0-3-52 0,0-6-84 16,0-8-161-16,0-4-131 0,0-8-152 0,0-3-516 15,0-2-860 1,4-24-800-16,-1 15-2237 0</inkml:trace>
  <inkml:trace contextRef="#ctx0" brushRef="#br0" timeOffset="26325.59">22224 2956 7400 0,'0'0'924'0,"0"0"2345"0,0 0-2153 0,0 0 4 0,-31-74-44 15,18 62 108-15,-2 2-280 0,-2 4-224 16,-2 3-96-16,-5 3-140 15,-4 3-236-15,-4 10-108 0,0 12-40 0,-8 10 76 16,4 13 60-16,-4 12 112 0,5 10-64 0,-1 9 96 16,4 10-180-16,4 1-88 15,4 1 52-15,4-5 8 0,8-10-120 16,8-10 76-16,4-11-76 0,4-15 108 0,4-10-44 16,12-8-64-16,-5-6 108 0,10-7-72 15,-1-6 48-15,0 0-8 0,4-3-88 0,0-9-132 16,-5-4-452-16,1-2-344 0,-7 2-388 31,-6-3-756-31,-3 4-2156 0,-8-5-2145 0</inkml:trace>
  <inkml:trace contextRef="#ctx0" brushRef="#br0" timeOffset="26478.775">21750 3610 10364 0,'0'0'2953'15,"0"0"-913"-15,0 0-308 0,0 0-308 0,0 0-368 16,0 0-236-16,91-58-176 0,-55 43-340 15,5 1-188-15,-2 0-116 0,1 0-232 16,-5 1-156-16,-3 4-140 0,5 0-448 16,-5-1-280-16,-4 1-652 0,-5 2-1320 0,1 1-2313 15</inkml:trace>
  <inkml:trace contextRef="#ctx0" brushRef="#br0" timeOffset="26626.084">22176 3470 4940 0,'0'0'4416'0,"0"0"-2739"0,0 0-389 0,0 0 64 0,-52 86 80 0,40-58-284 15,5-2-228-15,3 2-236 0,-1-2-312 16,5-1-300-16,0-2-72 16,0-1-272-16,9-4-484 0,2 1-92 15,2-6-232-15,6-3-476 0,1-3-812 0,-4-5-2273 16,12-4-2138-16</inkml:trace>
  <inkml:trace contextRef="#ctx0" brushRef="#br0" timeOffset="26912.062">23459 2889 5136 0,'0'0'1408'16,"0"0"-200"-16,-80 67 712 0,45-32 169 15,-5 6-301-15,-4 6-356 16,0 4-260-16,-8 10-132 0,-4 5-212 15,-4 11-148-15,-7 12-116 0,-8 5-48 0,-6 12 108 16,-2 1-28-16,-9 8-256 0,0 3-192 16,-7-4-136-16,-4-3 96 0,3-4-108 15,0-8-12-15,8-7 4 0,5-6-88 16,7-7-88-16,13-9 124 0,11-13-48 16,12-9-64-16,13-10-180 0,14-13-444 0,6-9-124 15,11-10-812-15,0-3-2136 0,3-6-2669 0</inkml:trace>
  <inkml:trace contextRef="#ctx0" brushRef="#br0" timeOffset="28016.812">22554 4254 3812 0,'0'0'7497'0,"0"0"-5817"0,0 0-496 0,0 0 192 0,88-25-144 16,-52 19-276-16,1-1-288 16,2 7-236-16,-7 0-164 0,0 0-144 15,-8 7-124-15,-5 2-140 0,-2 1-8 0,-6 2 0 16,-11 1 4-16,0 6-68 0,-4 4 100 16,-11 4 16-16,-9-2 8 0,0 8 88 0,-8-4 0 15,0-1 100-15,4-2-28 0,-4-1-60 0,4-3 40 16,0 1 8-16,9-9 16 15,2 3-76-15,6-4-4 0,2-3 0 0,9-1-60 16,0 0 64-16,9 1 172 0,6 3 64 16,9-4 84-16,4-6-136 15,8 0-36-15,8-3-148 0,4-6-244 0,0-3-160 0,3-7-264 16,5-7-496-16,-16 8-1340 0,19-17-4593 0</inkml:trace>
  <inkml:trace contextRef="#ctx0" brushRef="#br0" timeOffset="28244.539">23731 3949 964 0,'0'0'10101'15,"0"0"-7005"-15,0 0-1620 0,0 0-308 0,0 0 260 16,-97-28-516-16,70 47-288 0,-6 9-124 16,1 14-108-16,5 5-100 15,7 10 12-15,0 4 196 0,8-1 277 0,0 0-293 16,4 1-124-16,4-1-164 0,4-9-100 15,0-4-36-15,0-5-60 0,8-10 0 0,4-4-84 0,0-9-72 16,1-6-28-16,6-4-68 16,1-6-112-16,-1-3-108 0,2 0-101 0,3-9-227 0,-4-7-484 15,-5-3-988-15,-7 6-1892 16,1-8-1345-16</inkml:trace>
  <inkml:trace contextRef="#ctx0" brushRef="#br0" timeOffset="28397.075">23495 4464 7536 0,'0'0'6133'0,"0"0"-4137"0,0 0-452 0,0 0-148 0,0 0-204 16,0 0-192-16,0 0 36 0,0 0-379 16,92 6-333-16,-57-6-224 0,5-6-100 15,-4-7-208-15,0-3-312 0,-4-3-257 16,0 4-307-16,-9-2-696 0,-6 1-1312 16,-10 4-3137-16</inkml:trace>
  <inkml:trace contextRef="#ctx0" brushRef="#br0" timeOffset="28540.868">23750 4349 5380 0,'0'0'5316'0,"0"0"-3275"16,0 0-1161-16,0 0 172 0,-16 96 484 15,13-64-36-15,3 2-256 16,0 2-260-16,0-1-348 0,0-1-176 0,3 1-156 16,5-2-304-16,0-6-92 0,4 2-396 15,0-8-452-15,3-1-188 0,2-7-1132 16,-2-6-2596-16,5-7-3249 0</inkml:trace>
  <inkml:trace contextRef="#ctx0" brushRef="#br0" timeOffset="28963.516">24687 2956 6248 0,'0'0'1028'0,"0"0"-404"31,0 0 2493-31,0 0-541 0,0 0-528 0,0 0-556 15,0 0-204-15,0 0-352 0,0 0-92 16,0 0 300-16,0 95-475 16,4-54-85-16,-1 7 8 0,1 6 0 15,0 3-204-15,4 6-136 0,1 5-72 16,-6 7 28-16,5 5-28 0,-4 6-24 16,-4 3-12-16,4 0-84 0,-4-1-60 0,0-2-12 0,4-4-60 0,-4-2 0 15,0-7-108-15,0 1-268 0,0-9-116 0,0 2 8 16,0-6-76-1,-4-2-140-15,0-4-325 16,0-8-527-16,0-8-516 0,4-11-192 0,0-9-1725 0,4-7-1663 16</inkml:trace>
  <inkml:trace contextRef="#ctx0" brushRef="#br0" timeOffset="40276.365">25296 3759 9468 0,'0'0'6173'15,"0"0"-4817"-15,0 0-388 0,0 0 336 0,0 0-116 16,91-17-32-16,-63 17 21 0,4 0-521 0,0 0-380 16,0 0-180-16,0 0-96 0,4 4-84 0,-9-1-72 15,1 0-52-15,-4 1-164 0,-7-1-260 16,-2 3-669-16,-2 4-1147 0,-6-3-1652 16,-7 5-2181-16</inkml:trace>
  <inkml:trace contextRef="#ctx0" brushRef="#br0" timeOffset="40430.964">25320 4098 12317 0,'0'0'2112'0,"0"0"-1404"0,0 0 388 16,0 0 212-16,0 0-256 16,0 0-68-1,108 4-472-15,-73-4-304 0,1 0-168 0,8 0-40 0,-4-4-136 0,7 4-72 16,2-3-308-16,2-3-860 0,-15 3-2456 15,16-13-4745-15</inkml:trace>
  <inkml:trace contextRef="#ctx0" brushRef="#br0" timeOffset="40816.056">26371 3594 15089 0,'0'0'2008'0,"0"0"-1724"0,84-17 164 15,-48 15 512-15,4 2 196 0,0 0 124 16,0 2-623-16,-1 9-401 0,-2 1-244 0,2 4-12 16,-11 6-108-16,-3-3-24 0,-10 10 132 15,-11 2 44-15,-4 8-44 16,-8 1-60-16,-16 9 60 0,-8 4 4 0,-11 5 92 15,-6-1-84-15,-3 0 0 0,1 1-8 16,-1-4 0-16,9-7-4 0,6-3-76 0,5-8 4 16,13-9-25-16,6-7 37 15,6-8-28 1,7-2-44-16,0 0-4 0,7-7 136 0,6 2 0 16,11 2 100-16,3-3 8 0,6-1-48 15,6-3-56-15,5-3-4 0,4-3-48 0,-1-7-280 16,5 0-500-16,1-3-580 0,-18 3-1676 15,17-9-5001-15</inkml:trace>
  <inkml:trace contextRef="#ctx0" brushRef="#br0" timeOffset="41361.166">27623 2641 9640 0,'0'0'2909'15,"0"0"-961"1,0 0-600-16,0 0-92 0,0 0-92 0,0 0-204 0,0 0-372 16,0 0-36-16,4 83-40 0,0-38-136 0,-1 7-48 15,1 9-84-15,1 1 1 0,-1 1-77 0,-4 0-52 16,0-3-116-16,0 4-84 15,0-7 0-15,-9 1-24 0,5-11-76 0,4-9-265 0,0-6-259 16,0-10-48-16,4-6-360 0,5-10-752 16,3-6-876-16,-5 0-1793 0,10-16-3371 15</inkml:trace>
  <inkml:trace contextRef="#ctx0" brushRef="#br0" timeOffset="41592.605">28233 2514 10516 0,'0'0'2361'15,"0"0"-1301"-15,0 0-160 0,0 0 684 16,3 74 132-16,-6-41-312 0,-10 9-548 16,5 6-416-16,-7 6-76 0,-2 7 148 15,-3 2 33-15,-3 0-325 0,-1 1-176 16,4-4-44-16,-4-6-208 0,4-7-289 0,8-8-87 15,0-14 108-15,4-9-36 16,8-6-332-16,0-10-732 0,0-3-788 0,0-7-1888 16,4-12-3289-16</inkml:trace>
  <inkml:trace contextRef="#ctx0" brushRef="#br0" timeOffset="41774.094">28212 2621 8764 0,'0'0'1824'15,"0"0"-795"-15,0 0 111 0,0 0 388 16,72 83-164-16,-52-48-184 0,8 3-260 16,0 4-204-16,0 2 136 15,4 1-84 1,-4-4-496-16,0 1-272 0,-5-5-36 0,1-5-40 16,0-6-56-16,-4-4-248 0,-4-7-284 0,-5-1-172 0,-11-5-268 0,0-3-892 0,0 0-1828 15,-27 1-1557-15</inkml:trace>
  <inkml:trace contextRef="#ctx0" brushRef="#br0" timeOffset="41939.876">28153 3028 3116 0,'0'0'6040'0,"0"0"-4400"0,0 0-619 0,0 0 423 0,0 0 40 16,0 0-376-16,83-18-228 15,-55 15-232-15,0-1-288 0,0 1-112 0,4-3-248 31,4-4-88-31,0-5-444 0,-1-5-632 0,-7 4-1156 0,12-19-3765 16</inkml:trace>
  <inkml:trace contextRef="#ctx0" brushRef="#br0" timeOffset="42159.058">28838 2416 9128 0,'0'0'4841'0,"0"0"-3225"0,0 0-272 0,16 79 120 16,-8-44 96-16,-4 10-280 0,-1 1-367 0,2 15-237 31,-5 3-132-31,0 9-264 0,0 0-256 0,-5 6-24 0,-2-5-292 16,3-2-372-16,4-1-317 0,0-11-371 0,0-10-944 16,4-14-2396-16,12 5-2113 0</inkml:trace>
  <inkml:trace contextRef="#ctx0" brushRef="#br0" timeOffset="43201.971">30388 3521 6368 0,'0'0'1288'16,"0"0"3173"-16,0 0-2925 15,0 0-372-15,0 0-268 0,-84 35-52 0,45-23-184 0,-6 4-276 0,-11 3-148 16,-3 1-52-16,-5 2 16 0,-4 0 44 16,-3 3 4-16,-1-3-28 0,4-2-96 15,4-2-124-15,9-7-4 0,7-3-192 16,12-8-360-16,8 0-248 0,8-6-416 15,8-7-852-15,9 1-2373 0,3-14-3219 0</inkml:trace>
  <inkml:trace contextRef="#ctx0" brushRef="#br0" timeOffset="43453.67">29679 3419 8220 0,'0'0'4185'0,"0"0"-2641"0,0 0-1024 0,0 0-40 15,0 0 136-15,0 0-88 0,0 0-300 0,0 0-228 16,-76 67-32-16,60-39 32 0,0 4 224 16,4 4-36-16,0 5 12 0,4 0-40 0,-4 4 4 15,0 2-92-15,4-2-8 16,0-4-40-16,5-4-24 0,-1-11 0 0,4-1 92 16,11-9-80-16,1 1-12 0,12-5-64 0,4 1-84 31,4-7-324-31,12-6-132 0,7 0-224 15,5-3-524-15,-7-4-1360 16,30-9-5741-16</inkml:trace>
  <inkml:trace contextRef="#ctx0" brushRef="#br0" timeOffset="43762.716">30978 3542 12377 0,'0'0'2112'15,"0"0"-1316"-15,0 0 200 0,0 0 584 16,0 0-296-16,79 7-416 16,-47-16-332-16,4-4-280 0,4-2-256 15,-1-8-168-15,6-2-444 16,-6-1-320-16,-3 1-288 0,-4 0-1016 0,-12 6-2913 0,-1-4-4803 16</inkml:trace>
  <inkml:trace contextRef="#ctx0" brushRef="#br0" timeOffset="44071.541">31264 3032 9320 0,'0'0'2081'0,"0"0"-1313"16,0 0 76-16,0 0 328 0,-39 82-24 0,31-50-264 16,-1 6-308-16,5 7-276 0,1 5-76 31,-1 11-80-31,0-1-140 0,4 4-8 0,0 6-56 15,0-1-52-15,0 1 0 0,4 3-4 16,0-3 116-16,3 0 424 0,6-7 24 16,-5-5-116-16,3-11-96 0,2-6 56 15,-6-6 104-15,1-6-200 0,1-10-24 16,-5-3-24-16,-1-3-76 0,-3-7-72 0,0 0-84 16,0-2-224-16,0-4-208 0,-3 0-28 0,-1 0-124 15,-5 0-28-15,1 0-92 0,-3-7-68 16,2 1-228-16,1-8-856 0,1-4-145 0,-1 2-855 15,3-18-1424-15</inkml:trace>
  <inkml:trace contextRef="#ctx0" brushRef="#br0" timeOffset="44291.689">31691 3479 8960 0,'0'0'2569'16,"0"0"-969"-16,0 0-520 0,28 67 360 0,-24-42-308 15,-4-2-176-15,3 2-424 0,-3 1-272 0,-3-1-224 16,-1 0-36-16,-4-3-136 0,-1-2-396 16,5-1-424-16,1-10-724 15,-1-3-696-15,4-2-1757 0,0-8-1927 0</inkml:trace>
  <inkml:trace contextRef="#ctx0" brushRef="#br0" timeOffset="44504.012">31667 3194 9836 0,'0'0'2765'0,"0"0"-1073"0,0 0-492 16,0 0 144-16,0 0-400 0,0 0-572 16,0 0-372-16,0 0-656 0,0 0-288 15,0 0-76-15,31-3-600 0,-22 6-1425 0,-1 6-3455 16</inkml:trace>
  <inkml:trace contextRef="#ctx0" brushRef="#br0" timeOffset="44881.927">31862 3489 8384 0,'0'0'4109'0,"0"0"-2273"0,0 0-300 0,0 0-108 16,0 74-76-1,0-60-284-15,0 3-520 0,0-4-388 16,0-4-148-16,0 1-12 0,0-1-4 0,0-6-192 0,4-3-220 15,4 0-12-15,0 0-112 0,-1 0-140 0,10-9 36 16,-6-4 124-16,10 0 8 16,-5-6-56-16,0 0-148 0,4 0 96 15,-5 0 240-15,-2 4 196 0,-2-2 184 0,-3 4 128 16,1 4-4-16,-1 3-36 16,-8 3 4-16,3 3 72 0,1 0 52 15,0 9 300-15,0 4 24 0,0 3-12 0,4 5 8 16,-8-2 24-16,4 4 36 0,0 0 80 15,-4-1-108-15,0-6-164 0,0 3-184 0,0-7-136 16,0-2-84-16,0 0-12 0,0-8-72 16,0 1-184-16,0-3-224 0,0 0-308 15,0 0-524-15,0 0-1280 0,0-5-3225 0</inkml:trace>
  <inkml:trace contextRef="#ctx0" brushRef="#br0" timeOffset="45025.792">32301 3607 7416 0,'0'0'3893'0,"0"0"-2469"15,0 0 332-15,0 0 360 0,0 0-516 16,0 0-688-16,3 70-764 0,-3-68-148 0,0-2-280 16,0 0-512-16,0 0-620 0,0-2-1400 15,-3-15-5589-15</inkml:trace>
  <inkml:trace contextRef="#ctx0" brushRef="#br0" timeOffset="45183.315">32348 3289 9984 0,'0'0'3241'0,"0"0"-1617"0,0 0-580 0,0 0-216 0,0 0-452 15,0 0-376-15,0 0-152 16,0 0-1064-16,84-10-452 0,-60 1-2237 0,15-13-4315 15</inkml:trace>
  <inkml:trace contextRef="#ctx0" brushRef="#br0" timeOffset="45602.933">32778 2984 7292 0,'0'0'2180'0,"0"0"-964"16,0 0-99-16,-28 98 711 0,20-53 60 0,1 10-124 15,-1 1-548-15,-1 4-248 0,-2 1-160 0,3-1-344 0,-1-6-256 16,5-4-160-16,4-10-40 0,0-9 128 0,17-6 56 16,-2-6-80-16,9-6-112 0,1-7-60 15,3-3-88-15,0-3-120 0,7-9-60 16,1-7-148-16,-4-3-236 0,0-1 24 0,-4-1-64 16,-8 2 32-16,-9 3 124 15,-3-1 132 1,-8 3 356-16,0 0 108 0,-8 1 256 0,-7 1 116 15,-5-1-108-15,-4 4-140 0,-1 2-124 16,-6 7-12-16,-1 4 12 0,0 8 272 16,0 10 64-16,-4 1-16 0,8 2 112 15,0 0 112-15,13-2-212 0,-1-7-272 0,12-4-60 16,0-2 0-16,4-7 4 0,4 4-4 16,7-7 0-16,6 0-8 0,3 0-236 0,3-7-100 15,5 1-88-15,4-4-64 0,-4 4 40 16,-4 3 132-16,4 3 76 0,-13 0-16 0,6 9 176 15,-10 4 88-15,2 3-100 16,-2 0-280-16,-2-1-712 0,-1-2-1644 16,11-4-2845-16</inkml:trace>
  <inkml:trace contextRef="#ctx0" brushRef="#br0" timeOffset="46758.889">5171 6369 8352 0,'0'0'2228'15,"0"0"-1351"-15,0 0-353 0,0 0 1280 16,0 0-704-16,0 0-92 0,0 0 72 16,0 0-100-16,0 0-168 0,0 83-184 0,-16-51-188 15,-3-1-184-15,2-3-20 0,2 1-8 0,2-7-104 16,5 1-124-16,-3-5 0 0,2 6-8 15,5-6-64-15,4 1 72 0,0 0 4 16,0-3 80-16,13 6-84 0,2-3 12 0,9 3 60 16,4-3-72-16,4 0-8 15,0 1-76-15,8-5-12 16,0 2 88-16,4-2-20 0,-1-3 28 16,-2 1 0-16,-2-1 0 0,-7 2-12 15,-4 2 0-15,-4-4 12 0,-5 4 72 0,2 3 0 16,-6 0-24-16,-2 8-48 0,-10-6 96 15,-3 8 16-15,0-2-16 0,-11 3 52 16,-6-2-136-16,-3 2 0 0,-7-5-12 16,3-3-160-16,-4-4-44 0,4-1 20 0,4-12-108 15,0-1 32-15,0-4-288 0,5-9-400 16,-2-11-524-16,6-5-624 0,2-1-1760 0,5-18-2561 16</inkml:trace>
  <inkml:trace contextRef="#ctx0" brushRef="#br0" timeOffset="47054.201">6084 6832 2856 0,'0'0'7760'15,"0"0"-5383"-15,32 71-461 0,-28-40 132 16,0 7-164-16,-1-3-376 16,-3-4-560-16,4-8-496 0,0-4-380 0,4-10-72 15,4-6 0-15,0-3 49 0,4 0 23 16,4-8-72-16,4-5-145 0,0-6-283 0,-4-4-168 15,-1-2 60-15,-6 3 156 0,-1-1 148 16,-9 7 48-16,1 1 64 0,-4 4 8 16,0 3 112-16,-11 2 72 0,-1-1 88 15,-4 0-72-15,-8 4-88 0,-1 1-24 16,2-2 24-16,-5 4 52 0,0 4-52 16,0 4-184-16,4 6-136 0,0 2-36 0,5 3-176 0,-1 3-1020 0,-1 0-1248 15,10-3-2361-15,-1 6-2391 0</inkml:trace>
  <inkml:trace contextRef="#ctx0" brushRef="#br0" timeOffset="47695.426">8462 5740 10016 0,'0'0'2305'16,"0"0"-725"-16,0 0-240 0,8 82-80 0,-4-37-28 16,0 5-184-16,0 11-224 0,4 6-200 15,0 10-12-15,0 5-140 0,-4 6-68 16,0 1-187-16,0 10-57 0,-4-4-148 0,0 3-12 16,-4-5-12-16,0-11-160 15,4-15 63-15,0-16-39 0,0-20-44 0,8-11-184 16,0-11-344-16,7-9-360 0,6-7-312 15,-10-5-1508-15,21-26-2797 0</inkml:trace>
  <inkml:trace contextRef="#ctx0" brushRef="#br0" timeOffset="47905.894">9108 6131 11461 0,'0'0'2620'15,"0"88"-1044"1,0-37-372-16,0 7 212 0,-4 11-100 16,-1 1-376-16,1 4-376 0,-3-5-224 15,-1-2-316-15,4-10-24 0,-5-13-136 16,9-9-276-16,0-16-272 0,0-6-112 16,0-13-336-16,0 0-1072 0,0-3-2648 0,0-20-4333 15</inkml:trace>
  <inkml:trace contextRef="#ctx0" brushRef="#br0" timeOffset="48261.955">9183 6016 11609 0,'0'0'2224'16,"0"0"-908"-16,0 0-4 0,0 0-8 16,0 0-216-1,84 6-132-15,-72 7-124 0,0 3-356 16,-8 3-308-16,0 3-32 0,-4 8-52 15,-4 7-12-15,-8 4-12 0,-8 4-16 16,0 2-44-16,-4 1-84 0,5-7 12 16,-2-5 12-16,10-8 12 0,2-3-16 0,5-6-140 15,4-3-4-15,13 1-60 16,2-5-100-16,9-3-60 0,8 1-72 0,0-4-4 0,7 1 48 0,2-1 160 16,-5 0 248-16,-1 4 40 15,-7-1 0-15,-3 4 8 0,-10-1 188 0,-7 8 132 16,-3-1 36-16,-5 4 40 0,0-2-80 15,-13 2-20-15,-2-1-16 16,-6 3-12-16,-3-3-108 0,0-2-76 16,-3-2 28-16,-6-1-40 0,6-8-72 0,3-6-40 0,0 0-60 15,0-3-192-15,0-8-320 0,4-13-160 16,4-4-384-16,-3-10-892 0,10 4-2612 0,-10-27-3429 16</inkml:trace>
  <inkml:trace contextRef="#ctx0" brushRef="#br0" timeOffset="48497.643">9813 5781 12553 0,'0'0'2932'0,"0"0"-1200"0,28 99-632 16,-12-48 780-16,-5 9-468 0,6 10-367 0,-6 3-417 0,-2 6-312 0,-1 4-264 15,-1 2-52-15,-3 1-132 0,-4 0-172 32,4-4-204-32,-4-2-48 0,0-7-65 0,0-9-111 15,0-10-120-15,5-7-524 0,-5-12-1388 0,0 1-3817 0</inkml:trace>
  <inkml:trace contextRef="#ctx0" brushRef="#br0" timeOffset="49317.007">11196 6400 6688 0,'0'0'6877'16,"0"0"-5369"-16,0 0-20 0,0 0-272 16,87 45-104-16,-59-20-300 15,-8 8-204-15,0 5-68 0,-8 2-312 0,-1 5-116 0,-7-1-76 16,1 1-36-16,-5-7-4 16,0-3-8-16,0-10-96 0,0-6-100 0,0-6-220 15,0-6-36-15,4-7-148 0,7-4-76 16,2-12-104-16,2-6-212 0,6-10-276 15,-2-3-464-15,-3-5-288 0,4 1 511 0,-4 4 761 16,1 0 588-16,-6 10 172 16,1 3 348-16,0 6 412 0,0 7 157 15,-4 4 99-15,0 5 272 0,0 5 92 16,-4 4-120-16,0 3-300 0,0 8-404 0,-1-2-172 0,-3 1-112 16,0 3 48-16,-3-5 72 0,-1-2-60 15,4-5-124-15,0-4-208 0,0-3 4 0,0-3-4 16,0 0 48-16,4-9-48 15,8-3-132-15,3-8-104 0,6-2-280 0,3 0 0 16,-1 0 36-16,1 3-4 0,-4 6 160 31,5 3 100-31,-6 8 100 0,-3 2 124 0,0 6 76 0,0 9 284 16,-4 5 172-16,-5 2-36 16,-2 3-64-16,-1 0-4 0,-4 4-20 15,0-4-68-15,0 1-56 0,-4 0-64 16,-4-4-196-16,4-7-24 0,0 1-232 15,4-3-220-15,-4-3-544 0,4-4-564 0,0 0-1140 16,0-3-3041-16</inkml:trace>
  <inkml:trace contextRef="#ctx0" brushRef="#br0" timeOffset="50034.529">12167 6439 9792 0,'0'0'2601'0,"0"0"-1009"0,-20 66-212 0,16-30 100 16,-3 8-288-16,3 0-156 0,4 0-252 16,0-6-184-16,0-6-208 0,4-6-112 15,0-7-124-15,3-3-72 0,6-10-28 16,-2-3-56-16,6-3-136 0,-2-3-168 16,5-13-24-16,1 0-28 15,-2-9-96-15,5-4-112 0,-4-3-36 0,0 1 32 0,0-1-64 16,-5 3 24-16,-2 7 44 0,-1 3 224 0,0 3 252 15,-8 7 88-15,0 6 236 0,-4 3 96 0,0 0 176 32,0 3 28-32,0 10-76 0,4 3 168 15,-1 2-76-15,-3 1-24 0,4 0-112 0,0 1-120 16,0-5-220-16,1 1-76 0,3-6-220 16,3-4-724-16,6-6-324 0,2-2-600 15,-3-5-2952-15,16-16-3957 0</inkml:trace>
  <inkml:trace contextRef="#ctx0" brushRef="#br0" timeOffset="50319.657">12813 6317 11925 0,'0'0'2780'0,"0"0"-2112"16,0 0 228-16,0 0 784 0,-75 55-140 0,47-30-260 0,4 0-268 0,0 1-283 16,8-1-281-16,0-2-172 15,4-2-120-15,3-4-156 0,9-1-56 0,0 0-40 16,5-7-84-16,11 4-76 0,0-4-44 15,7 1-52-15,5-4-13 0,0 3 85 16,4-2-12-16,-4 3 60 0,-4-1 124 16,0 4 32-1,-4 3 76-15,-4-1 84 0,-8 2 136 0,-1-2 132 16,-3 4 61-16,-4 1-85 0,0-5-88 16,-11 1-56-16,3 0-28 0,-8-7-44 15,4 1-112-15,-4-7-28 0,0-3-380 16,0 0-116-16,4-13-205 0,1-2-331 15,7-7-736-15,-1-1-1300 0,5-21-3405 0</inkml:trace>
  <inkml:trace contextRef="#ctx0" brushRef="#br0" timeOffset="50559.768">13228 5966 10212 0,'0'0'2177'16,"0"0"-749"-1,-5 101 604-15,1-53 176 0,-4 12-324 16,-3 7-640-16,-2 0-431 0,-2 5-241 16,-1-1-172-16,4-1-208 0,-1-7-48 0,10-9-96 15,3-9-44-15,8-14-4 16,8-5-108-16,0-14-120 0,7-2 32 16,1-7-104-16,-3-3-4 0,3-3-121 0,-1-7-27 15,1-7-84-15,-4-2-72 0,3 1-140 0,-6-4-384 16,-6-1-640-16,-2 4-992 0,-9-3-2689 0</inkml:trace>
  <inkml:trace contextRef="#ctx0" brushRef="#br0" timeOffset="50724.092">12912 6419 11325 0,'0'0'4072'0,"0"0"-3380"0,0 0-512 0,0 0 392 16,0 0 336-16,0 0 44 0,0 0-92 0,0 0 144 15,0 0-396-15,0 0-280 16,88 23-304-16,-40-36-24 0,0-3-476 15,4 0-48-15,-5-6-72 0,-3 3-252 0,-4 3-420 16,-4-2-996-16,-8 5-2645 0,4-4-4467 16</inkml:trace>
  <inkml:trace contextRef="#ctx0" brushRef="#br0" timeOffset="51301.619">14913 5642 9320 0,'0'0'4069'0,"0"0"-2685"0,0 0-76 0,0 0-68 16,40 105-336-16,-28-45-44 0,-8 13 36 15,-1 10-152-15,-3 5 48 0,0 1-87 16,-7 0-245-16,-5-3-168 0,3-7-100 16,-2-9-132-16,3-6-60 0,-1-14-120 0,6-11 48 15,3-14-24-15,0-8-16 0,0-9-128 16,3-5-160-16,1-3-125 0,9 0 41 0,2-6 180 16,2-4 168-16,-2-2 40 15,1 2-16-15,0 0-32 0,0 5-40 0,1 1 0 0,-2 4 24 16,2 0 112-16,-6 4 48 31,-3 1 184-31,4 5 220 0,-4 0 84 0,-4 0-148 0,0 2-108 0,-4 1-4 16,0-1-43-1,-4 4-1-15,-8-4-52 0,0 2-36 0,-4-2-48 16,-4 1 0-16,5-3-36 0,-6-1-12 16,5-2-8-16,1-4-40 0,2 0-108 15,5-3-321-15,1-6-251 0,3-7-480 16,4-9-984-16,0 3-2204 0,4-23-2569 0</inkml:trace>
  <inkml:trace contextRef="#ctx0" brushRef="#br0" timeOffset="51606.698">15403 6553 8232 0,'0'0'4501'0,"0"0"-2909"0,0 0-140 0,0 0 124 16,0 0-92-16,71 69-196 0,-58-62-364 0,2-4-292 15,1-3-227-15,9-3-165 0,-2-9-60 0,5-8-180 31,0-2-220-31,0-3-192 0,0-3-37 16,-8 2-15-16,-1 3-12 0,-2 4 136 0,-13 4-4 16,-1 2 52-16,-3 6 56 15,-7-2 28-15,-14 6 196 0,-3 0 12 0,-3-1 0 16,-6 4 48-16,-2 10-40 0,-1 9-4 16,4 6 8-16,0 5 172 0,8 8 88 15,5-1-40-15,6 4-60 0,2-2-88 0,3-1-72 16,8-6-12-16,0-5-56 0,16-4-64 0,4-7 20 15,8-3 100-15,7-7-4 0,5-6-88 0,8 0-608 16,0-9-784-16,-13-1-2584 0,21-6-3769 16</inkml:trace>
  <inkml:trace contextRef="#ctx0" brushRef="#br0" timeOffset="51917.548">16490 6509 5156 0,'0'0'8857'16,"0"0"-6665"-16,104 50-656 0,-60-40-276 15,8-1-12-15,0-6-444 0,-5-3-184 16,5-12-203-16,-4-7-225 0,0-7-192 0,-5-6-12 16,6-6-340-16,-10 1-461 0,2-5-335 15,-10 1-720-15,-7 10-2320 0,4-15-3565 16</inkml:trace>
  <inkml:trace contextRef="#ctx0" brushRef="#br0" timeOffset="52197.511">16957 5968 6732 0,'0'0'1172'0,"0"0"-252"16,0 0 3317-16,-32 71-2549 0,24-33-292 0,0 9-156 15,4 7-16-15,0 7-68 0,4 5-92 0,0 1-140 16,0 6-195-16,0-1-257 0,0 5-124 15,0-1-116-15,0 1-160 0,0-1 0 0,4-3-68 16,-4-6-4-16,8-4-4 16,-8-5 0-16,4-6 4 0,-1-3-4 15,2-8-56-15,-5-3-24 0,4-6 24 0,-4-13 48 16,0-3-112-16,0-11-32 0,-9 0-120 0,2-5-64 16,-9-5-36-16,4-3 168 15,0-5-121-15,1-6-143 0,2-10-152 0,1-9-192 16,4-6-400-16,4-10-1084 0,0 9-3093 15,0-28-4147-15</inkml:trace>
  <inkml:trace contextRef="#ctx0" brushRef="#br0" timeOffset="52360.091">17470 6461 6868 0,'0'0'3292'16,"0"0"-183"-16,0 0-753 0,9 75-308 15,-9-45-112-15,0-2-484 0,-5-3-623 0,1-2-513 16,1-4-316-16,-1-3-12 0,0-1-184 0,0-4-301 16,0-5-515-16,-1 0-432 0,1 1-2392 0,-3-7-5229 15</inkml:trace>
  <inkml:trace contextRef="#ctx0" brushRef="#br0" timeOffset="52520.698">17411 6340 2916 0,'0'0'10397'0,"0"0"-8409"0,0 0-916 15,80-37-524-15,-56 20-548 0,-1 1-88 0,1 3-740 0,-7 1-1100 16,7-4-2745-16</inkml:trace>
  <inkml:trace contextRef="#ctx0" brushRef="#br0" timeOffset="52821.39">17666 6594 3068 0,'0'0'8873'0,"0"0"-7073"15,0 0 260-15,12 83-88 0,-8-61 84 0,3-4-348 16,-2-1-471-16,3-4-521 0,-4-7-428 16,0-3-216-16,0 0-72 0,-1-3-168 0,6 0-196 15,-1-3-84-15,3-6 12 0,2-7-181 16,2 0-63-16,6-7-176 0,-6 4-72 15,2-2 140-15,-2 4 84 0,1 1 84 16,-4 4 120-16,0-1 288 0,-4 7 212 16,0 6 324-16,0 0 336 15,0 0 60-15,0 0 4 16,0 9 76-16,-1 1-68 0,-2 2-96 0,7 1-52 16,-8 3-135-16,3 0-121 0,-3 0-64 15,5 0-44-15,-1-3-116 0,-4 0-104 16,3-7-96-16,-3 0-148 0,5-4-300 0,-5-2-285 15,3-2-35-15,10-8 72 16,-9-3-932-16,12-12-3912 0</inkml:trace>
  <inkml:trace contextRef="#ctx0" brushRef="#br0" timeOffset="53185.291">18307 6473 6836 0,'0'0'5133'16,"0"0"-2153"-16,0 0-1988 15,0 80-776-15,-8-52-12 0,4 4 220 0,4 0 360 16,-3-7-92-16,-1-3-416 0,4-3-276 0,0-6-284 0,0-3-248 16,4-10-424-16,-1 0-352 0,5-3-756 15,-4-6-2077 16,5-14-4699-31</inkml:trace>
  <inkml:trace contextRef="#ctx0" brushRef="#br0" timeOffset="53305.115">18271 6207 6368 0,'0'0'3076'0,"0"0"1481"0,0 0-2693 0,0 0-372 15,0 0-464-15,0 0-316 16,0 0-528-16,0 0-184 0,92-85-896 0,-72 68-1156 0,12-18-3757 15</inkml:trace>
  <inkml:trace contextRef="#ctx0" brushRef="#br0" timeOffset="53569.389">18806 5877 2764 0,'0'0'3000'0,"0"0"-624"0,-5 98 3997 16,5-53-4245-16,0 12-488 0,0 0-224 0,0 6-112 16,5 1-231-16,3-3-225 0,3-2 68 0,2-8-492 15,2-6-268-15,5-11-48 0,4-4 12 16,0-5-120-16,7-6-112 0,-3-4-56 16,4-5-292-16,-4-7-168 0,0-3-84 0,-7 0-4 15,-2-13 71-15,-3 1-343 0,-8-1-396 16,-4 1-360-16,-4-1-76 0,-8-3-324 0,-12 4-489 15,4-1-71-15,-15-10-2116 0</inkml:trace>
  <inkml:trace contextRef="#ctx0" brushRef="#br0" timeOffset="53731.453">18774 6289 2584 0,'0'0'924'16,"0"0"-88"-16,0 0 5312 0,0 0-3823 0,0 0-393 31,-28 64-292-31,28-48-272 0,4-4 28 0,7 1 24 0,6-7-252 16,-2-2-355-16,9-4-269 15,4 0-280-15,4-10-264 0,-4-3-232 16,4-9-324-16,0-1-293 0,-4 2-283 0,0-2-792 16,-4 4-1216-16,-9 3-1773 0,10 7-1071 15</inkml:trace>
  <inkml:trace contextRef="#ctx0" brushRef="#br0" timeOffset="53985.891">19180 6298 1488 0,'0'0'1928'0,"0"0"144"0,0 0 4605 0,36 74-4725 0,-25-52-536 15,6-3-172-15,-2 0-228 16,6-3-236-16,-1-5-348 0,3-3-224 0,5-5-208 15,0-3-136-15,4-3-256 0,-4-5-264 0,4-6-348 16,-4-5-412-16,0 3-496 0,-8 0-68 16,-9 3-57-16,-7 1 805 0,-4 6 1232 15,-7 2 460-15,-14 1 1076 0,-2 3-619 0,-10 10 431 16,-2 5-124-16,-9 8-176 16,0 8 96-16,0 4 84 15,-4 6-300-15,9 4-164 0,3 3 388 0,4-4-92 0,12-3-355 16,4-2-377-1,13-4-260-15,3-10-64 0,7-6-8 32,17-3-68-32,12-4 12 0,7-2-24 0,13-10-112 15,0 0-313-15,8-10-503 0,-4-8-348 0,-17 5-1492 0,21-19-5697 0</inkml:trace>
  <inkml:trace contextRef="#ctx0" brushRef="#br0" timeOffset="62009.622">20164 6873 7172 0,'0'0'364'16,"0"0"2652"-16,0 0-1639 0,0 0-657 15,0 0-532-15,0 0-188 0,0 0-204 16,0 0-556-16,0 0-797 0,0 0-2591 16</inkml:trace>
  <inkml:trace contextRef="#ctx0" brushRef="#br0" timeOffset="72497.861">7817 8775 7868 0,'0'0'1700'0,"0"0"1389"0,0 0-1549 0,0 0-440 15,0 0-384-15,-96-41-60 16,76 41 300-16,0 4-224 16,4 8-264-16,0 10-176 0,4 10 40 15,1 9 268-15,2 10 132 0,5 6-268 16,0 7-112-16,1-1-59 0,3 1-61 0,0-7-100 15,0-13-72-15,0-9-56 0,0-16-4 16,0-6-156-16,7-10-112 0,1-3-1 16,5 0 269-16,7-12 12 0,7-11-12 15,1-6-204-15,0-9-136 0,0-3 8 0,-8-3 40 16,-1 3-24-16,-2 3 60 0,-6 6 96 0,-2 9-24 16,-5 4 140-1,0 7 44-15,0 9 48 0,-4-1 12 16,0 4-56-16,3 0 156 0,1 13-112 15,4 3 344-15,5 6 36 0,-6 7-112 16,6 3-36-16,-5-1-120 0,-1-5-160 16,-3-4-64-16,0-6-152 0,5-4-104 15,-5-8-104-15,-1-1-80 0,5-3-216 0,4-10-328 16,-4-5-1388-16,4-1-3269 0,-4-19-3099 16</inkml:trace>
  <inkml:trace contextRef="#ctx0" brushRef="#br0" timeOffset="72798.321">7993 8810 5136 0,'0'0'716'16,"0"0"3976"-16,0 0-3007 0,0 0-49 16,0 0-172-16,0 0-192 15,31 80-152-15,-19-49 4 0,-4 1-156 0,-1 3-148 16,-2-3-356-16,-1-1-464 0,0 1-28 16,0-6-188-16,0-4-80 0,-1-6-20 15,10-10 12-15,-5-2-100 0,7-4 340 0,5-10-8 0,5-6-100 0,-6-6-184 16,5-4-12-16,-8 0 68 0,4 1 44 15,-8 6 120-15,0 7 120 0,-8 5 16 16,0 1 16-16,0 6 108 0,-4 0 132 16,4 0 80-16,-4 6 8 0,4 1 160 0,-4 2-28 15,4 1-168-15,0 2-112 0,-4 1-40 32,4-3-56-32,-1-1 36 0,-3 1-136 0,4-1-196 15,1-2-144-15,3-4-248 0,0 3-420 16,8-2-316-16,-1-4-692 0,2 0-2288 15,15-16-2813-15</inkml:trace>
  <inkml:trace contextRef="#ctx0" brushRef="#br0" timeOffset="73173.64">8717 8880 1720 0,'0'0'8304'0,"0"0"-5399"0,0 0-797 0,0 0-660 0,0 0-204 0,0 0-132 16,-47 83-264-16,30-49-104 15,-3 5 48-15,5-4-99 0,-2-3-293 0,10-7-180 16,3-6-220-16,4-6-196 0,0-7-44 15,7-6-89-15,6 0 117 0,6-6 212 16,2-13 0-16,3-6-228 16,-1-4-268-16,5-7-44 0,0-2 76 15,0-3-64-15,4-3 40 0,-1-10-8 16,5-3-196-16,-4-7-440 0,-4-2-24 16,-4-8-32-16,-4 2 116 0,-4-1 436 0,-12 6 32 15,1 9 412-15,-5 8 192 16,0 14 540-16,0 15 620 0,0 9 188 0,0 5-216 15,0 7-288-15,0 0-184 0,-5 2 56 0,5 11-84 0,-4 10-264 16,0 9-36-16,4 6 36 0,-4 9 328 16,0 7-88-16,0 3-216 15,1 10-212-15,-6 7-92 0,1 8-88 0,0 0-124 16,5 4-108-16,-6-4-32 0,1-2 44 16,4-10-12-16,0-7-244 15,4-8-40-15,0-11-220 0,8-13-248 0,5-9-876 0,2-9-1100 16,9-13-2809-1</inkml:trace>
  <inkml:trace contextRef="#ctx0" brushRef="#br0" timeOffset="73677.523">10777 8676 6232 0,'0'0'1676'16,"0"0"1585"-16,0 0-1073 0,0 0-436 15,0 0 120-15,0 0-312 0,47 87-320 0,-34-46-216 0,-1 10-120 16,0 6-227-16,-4 10-153 0,-4-1-4 16,-4 10-28-16,0 4-164 0,0 6-52 15,-8-1-96-15,-5 5-168 0,6-8-12 16,-5-2-64-16,0-8-212 0,4-8-184 0,4-7 16 16,4-12 32-16,0-14 0 0,0-12-60 15,4-6-417-15,7-13-159 0,2-3-720 0,-1-10-2188 16,4-22-3385-16</inkml:trace>
  <inkml:trace contextRef="#ctx0" brushRef="#br0" timeOffset="73907.058">11402 8766 8052 0,'0'0'6417'16,"0"0"-5369"-16,0 77-244 15,0-33 180-15,0 13 476 0,-4 6 72 0,1 4-384 16,3 0-455-16,-4-4-281 0,0 1-232 16,0-4-180-16,-1-3-132 0,-2-6-352 15,-1-6-89-15,0-8 1 0,-1-11-184 0,6-7 8 0,-1-10-100 16,0-6-276-16,0-3-504 0,-4-3-1308 16,0-9-1757-16,0-8-487 0,4-2 2156 0</inkml:trace>
  <inkml:trace contextRef="#ctx0" brushRef="#br0" timeOffset="74232.774">11275 8975 3604 0,'0'0'168'0,"0"-72"5736"16,8 52-4255-16,4 1-33 0,4 0-508 0,8 3 272 15,0 7-188-15,4 6-208 0,0-1-316 16,0 4-164-16,-5 4-172 16,5 3-48-16,-8 5-4 0,1 3-44 0,-6 5-92 15,-3 5 64-15,-4 7-84 0,-8 3-16 16,0 9-60-16,-12 6-48 0,-8 2-12 15,0-1 0-15,-4-7 0 0,0-3 12 0,8-6 84 0,0-6-48 16,4-4-36-16,5-6-60 0,7 0-16 16,0-3-44-1,0 0 108-15,11 0 0 0,6 0-100 16,2-7 28-16,1 3-16 0,1-1 28 0,-2-3 24 16,1-1 48-16,-8 3-8 0,-4-4 8 15,-8 7 88-15,-4 0 192 0,-12 2 64 16,-8 5-76-16,-8-1-172 15,0 1-84-15,0-6-12 0,-3 2-340 0,7-2-112 0,0-8-148 16,4-6-76-16,12 0-48 16,1-10-556-16,6-9-376 0,1 0-1432 15,4-29-4713-15</inkml:trace>
  <inkml:trace contextRef="#ctx0" brushRef="#br0" timeOffset="74461.28">12115 8508 3220 0,'0'0'6704'15,"0"0"-2515"-15,21 83-2145 0,-14-38-336 0,2 9-252 0,-1 3-416 16,3 6-80-16,-7 3-255 0,5 2-401 16,-1 1-280-16,-1-2-24 15,-3 0-96-15,0-1-108 0,-4-3-273 0,5 5-179 16,-5-5-40-16,4-2 220 15,-4-4 256-15,0-10 60 0,0-6-676 16,0-8-1200-16,0-8-2404 0,0-6-2661 16</inkml:trace>
  <inkml:trace contextRef="#ctx0" brushRef="#br0" timeOffset="74818.581">12877 9312 4864 0,'0'0'7345'0,"0"0"-5041"0,103-22-768 16,-43 12-380-16,8 4-20 0,4-4-372 0,-5 3-212 15,-3 1-220-15,-8 4-332 16,-4-2-12-16,-5 2-136 0,-6 2-132 0,-9-5-360 15,-9 5-360-15,-7 0-464 0,-4 0-1724 0,-12 5-4185 16</inkml:trace>
  <inkml:trace contextRef="#ctx0" brushRef="#br0" timeOffset="74986.229">13060 9522 5716 0,'0'0'6105'15,"0"0"-4521"-15,0 0-452 0,0 0-224 16,0 0 624-16,0 0-292 0,0 0-344 0,76 60-208 0,-21-60-188 15,9 0-168-15,8-10-332 0,7-9-12 0,1-3-428 16,4-3-540 0,-4 0-264-16,-25 6-1080 0,21-11-3729 15</inkml:trace>
  <inkml:trace contextRef="#ctx0" brushRef="#br0" timeOffset="75341.496">14308 8696 5312 0,'0'0'220'0,"0"0"4768"0,0 0-2907 0,39 92-197 15,-27-51-236-15,-5 10-220 0,-2 10-180 16,-1-1-120-16,-4 10-116 0,0 6-368 16,0 6-315-16,0 4-49 0,-4 0-124 15,-1 0-156-15,-2-7 0 0,3-9-144 16,0-7-429-16,4-9-131 0,0-6-112 0,4-13-128 15,7-9-180-15,6-14-552 0,3-10-268 16,-4-2-1312-16,12-19-3345 0</inkml:trace>
  <inkml:trace contextRef="#ctx0" brushRef="#br0" timeOffset="75582.122">15096 8617 5320 0,'0'0'7621'0,"0"0"-6513"16,-8 63-172-16,-3-22 300 0,-6 10 208 0,-3 9-84 15,-8 7-100-15,1 3-248 0,-1 4-307 16,-4-5-269-16,0 1-84 0,0-3 12 16,1-4-208-16,-2-6-156 0,1-6-228 0,9-3-136 15,-1-10-240-15,7-13-141 0,6-6-95 16,3-9 0-16,8-7 16 15,0-3-324-15,0-16-940 0,12-6-2280 0,4-13-29 0,-1 7-363 16</inkml:trace>
  <inkml:trace contextRef="#ctx0" brushRef="#br0" timeOffset="75804.518">15108 8731 5816 0,'0'0'8'0,"0"0"6013"0,0 0-4573 0,0 0-156 0,0 0-32 15,80 60-216 1,-64-25-372-16,-1 7-32 0,-2 5 200 15,2 4-56-15,-7 3-416 16,5 0-40-16,-6 0-48 0,-3-7-60 0,0 2-48 16,-4-2-116-16,4-6-56 0,-4 0-108 0,0-2-320 15,0-5-244-15,0-5-12 0,-4-8 8 16,4-4 32-16,-4-7-24 0,4-7-228 16,-4-3-288-16,-3-7 60 0,-6-2-712 0,-2-5-145 0,-2-5 429 15,-6-2-124-15,-1-5-552 16,-4-2-532-16</inkml:trace>
  <inkml:trace contextRef="#ctx0" brushRef="#br0" timeOffset="75935.912">15017 9220 1584 0,'0'0'1604'16,"0"0"3876"-16,0 0-2471 0,0 0-697 16,0 0-832-16,-76-45-124 0,76 45-412 15,0 0-560 1,12 0-200-16,4-3 164 0,11-3 252 16,9-3 76-16,4-7-248 0,8 0-280 0,8-10-148 15,4 1-60-15,3-6-24 0,1-2-148 16,0-2-456-16,-4 4-836 0,-17 5-1000 15,13-12-3885-15</inkml:trace>
  <inkml:trace contextRef="#ctx0" brushRef="#br0" timeOffset="76136.169">16001 8624 8460 0,'0'0'2665'0,"0"0"-309"0,0 0-684 0,0 0 100 0,15 66-236 16,-11-35-280-16,-4 8-120 0,4 5-300 15,-4 7-67-15,4 3-81 0,-4 6-204 0,5 7-196 16,-5 3-20-16,0 6 152 0,0-3-348 16,-5 0-72-16,-3-2-684 15,1-8-152-15,-1 0-485 0,-1-19-1535 0,1 13-4508 0</inkml:trace>
  <inkml:trace contextRef="#ctx0" brushRef="#br0" timeOffset="76329.556">16733 9734 11145 0,'0'0'9284'0,"0"0"-7131"0,0 0-401 0,0 0-308 0,0 0-348 16,0 0-532-1,0 0-564-15,0 0-132 0,0 0-300 0,0 0-168 16,-91 0-40-16,63-3-56 0,-4 3-524 15,9 0-1301-15,-18 0-4207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23:18.954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15180 3108 3292 0,'0'0'1460'16,"0"0"-744"-16,0 0-288 0,0 0 92 0,0 0-260 16,0 0-212-16,0 0-44 0,0 0 124 15,0 0 0-15,0 0 536 16,0 0-196-16,0 0-40 0,0 0-40 0,0 0 0 16,0 0-52-16,-4-3-36 0,4 3 60 15,0 0-256-15,0 0-92 16,0 0 52-16,0 0 40 0,0 0 52 0,0 0 153 15,0 0-129-15,0 0-24 0,0 0-56 16,0 0 4-16,0 0 76 16,0 0-24-16,0 0-4 0,0 0-76 0,0 0-76 0,0 0-88 15,0 0-16-15,0 0 28 16,0 0 64-16,0 0-68 0,0 0-48 0,0 0-76 16,0 0-68-16,0 0 56 0,0 0 164 15,0 0 52-15,0 0 76 0,0 0-68 0,0 0 0 16,0 0 60-16,0 0-20 0,0 0 16 15,0 0-8-15,0 0-56 0,0 0-140 16,0 0-93-16,0 0-207 0,0 0-152 16,0 0-172-16,0 0-220 0,0 0-368 0,0 0-120 0,4 0-444 15,4 0-1160-15,-20 0 2780 0</inkml:trace>
  <inkml:trace contextRef="#ctx0" brushRef="#br0" timeOffset="37322.82">7514 6741 6108 0,'0'0'988'15,"0"0"104"-15,0 0 1456 0,0 0-1235 0,11-68-249 0,-11 56 4 16,4-4-144-16,-4 3-208 0,5-2-148 16,-5 2-32-16,4 0-40 0,-4 0 88 15,0 1-28-15,0-4-64 0,0 2-48 16,-4 0-40-16,-1 1-112 16,-2-4-36-16,-1-2-12 15,-4 5 12-15,4-3-120 0,-8 1-16 0,4 0-72 0,0 3-36 0,-3 1-12 16,-2-1-48-16,-3 4 36 0,1-1-172 0,-5 4 40 0,-4-1-16 15,0 7 0-15,-4 0-20 16,0 0 92-16,4 7-20 0,-4 5-28 16,0 4 40-16,4 3-16 0,-4 9-60 15,1 9 100 1,-1 3 0-16,4 11 8 0,0 6 4 16,4 9 52-16,1 4 0 0,-2 6-104 0,5 4 28 15,5-1 76-15,2 2 8 0,2-6 72 16,11-5-72-16,0-7 136 0,3-15 184 15,14-7 156-15,2-12-148 16,5-7 28-16,8-3-100 0,0-9 12 0,7-1 44 16,-2-5-43-16,3-4-13 0,-1 0-64 15,-3-4-56-15,1-5-88 0,-5-1 12 0,-6 1-60 0,-1-1-8 16,-1-3-64-16,-8 4-36 0,0-1-76 16,-9 1-228-16,6-1-269 0,-9 1-171 15,-4-4-104 1,0 3-360-16,-8-6-808 0,-8 4-1692 15,4-1-1041-15,-20-9-647 0</inkml:trace>
  <inkml:trace contextRef="#ctx0" brushRef="#br0" timeOffset="37484.697">6968 7089 5744 0,'0'0'2444'16,"0"0"-320"-16,0 0-539 0,0 0-713 16,0 0-172-16,0 0 152 0,0 0 736 15,0 0-424-15,0 0-256 0,95 39-144 0,-71-33-200 0,1 1-120 0,-1-5-200 16,-1 2-124-16,-7-4-120 15,5 0-136-15,-2 0-36 0,-3 0-244 16,0 0-616-16,4-6-356 0,-9-1-360 16,6 4-840-16,-9 0-1765 0,-1-3-415 15</inkml:trace>
  <inkml:trace contextRef="#ctx0" brushRef="#br0" timeOffset="37645.737">7303 7131 1708 0,'0'0'5016'0,"0"0"-2548"0,0 0-503 0,0 0-337 0,-8 73-216 0,4-48-184 0,4 7-224 0,-4-1-104 16,4 5-108-16,0-1-116 15,-5 2-184-15,5 5-232 0,0 2-128 0,-4 1 188 16,4-1-320-16,-3-2 0 0,3-5-256 16,-4-5 72-16,4-7-88 0,0-2-108 15,4-7-248-15,-1-6-64 0,6-4-144 0,3-6-404 32,-1-3-356-32,10-13-316 0,-5 3-1121 0,11-28-3391 15</inkml:trace>
  <inkml:trace contextRef="#ctx0" brushRef="#br0" timeOffset="37874.787">7681 7049 8704 0,'0'0'4329'15,"0"0"-2945"-15,0 0-624 16,0 0 4-16,0 0 240 0,0 0 248 0,0 0-144 0,84 0-336 15,-60 3-296-15,4-3-244 16,0 0-108-16,-5 0-124 16,5 0-52-16,0 0-36 0,0 0-132 0,4 0-292 15,-4-3-552-15,-4 3-620 0,-13 0-2136 16,2 0-4625-16</inkml:trace>
  <inkml:trace contextRef="#ctx0" brushRef="#br0" timeOffset="38046.266">7817 7217 7536 0,'0'0'5285'0,"0"0"-3401"16,0 0-764-16,0 0 120 0,0 0-160 0,0 0-292 15,0 0-64-15,0 0 184 0,75 9-336 16,-43-6-280-16,4-3-184 0,-3 3-108 16,-2-3-72-16,5 0-136 0,0 3-84 15,3 0-244-15,6 4-124 0,-2 0-236 0,-11-5-1196 16,16 8-4821-16</inkml:trace>
  <inkml:trace contextRef="#ctx0" brushRef="#br0" timeOffset="38708.212">8734 6756 8220 0,'0'0'3873'0,"0"0"-2889"0,0 0-104 0,0 0 512 0,0 0-72 15,95 7-340-15,-59-7-236 16,7-4-180-16,5-2-156 0,5 0-104 0,-2-5 4 15,1 6-160-15,-5 2-104 0,-3-1-44 16,-4 4-60-16,-8 0-88 16,-8 4-36-16,0 2 48 0,-12 3-72 0,-9 1 60 0,-3 6 28 15,0 6 108-15,-11 4-100 16,-13 2-184-16,0 4 36 16,-8 2 40-16,0 5 72 0,-8-4 136 0,5 4 12 15,-6 1 0-15,2-1 60 0,-1 5 28 0,-4-3 8 0,8 3 68 16,0-2 8-16,4-5-64 0,8-5 52 31,13-6-36-31,3-4 0 0,8-6-16 16,4 1 80-16,11-5 92 0,9 1-12 15,12-5-24-15,9 6 160 0,2-7 84 0,5-3-112 16,4 0-120-16,-5-4-111 0,5 0 15 16,-8 0-64-16,-1 0-48 15,-2 0-48-15,-6-6-56 0,-3 4-40 0,-4-5-4 16,0 3-81-16,-4-2-231 0,-8-1-368 0,-1 5-344 15,-6-5-468-15,-2 0-1372 0,-2-2-3289 16</inkml:trace>
  <inkml:trace contextRef="#ctx0" brushRef="#br0" timeOffset="38929.499">9617 6864 12733 0,'0'0'1820'16,"0"0"-1252"-16,0 0-456 0,0 0 356 0,-91 64 260 16,59-39 172-16,0 7-156 0,0 7-364 15,-4 1-308-15,1 2-72 0,-1 2-64 16,0 3-132-16,0-2 84 0,0-1-12 16,8-2-12-16,0-4-48 0,9-7-52 0,2-4-124 15,6-13-312-15,7 0-412 0,4-5-408 16,0-6-1208-16,4-3-2261 0</inkml:trace>
  <inkml:trace contextRef="#ctx0" brushRef="#br0" timeOffset="39378.081">10259 6867 13521 0,'0'0'2464'0,"0"0"-1600"15,0 0-428-15,44 69-12 0,-28-36 256 16,0-2 328-16,-4 1-324 0,3 0-208 15,-2 0-280-15,2 0-196 0,2-1 0 0,-2-5-108 32,-2-4-4-32,2-3-80 0,-2-7-128 0,2-1-352 0,-2-6-376 15,2-5-352-15,1 0-600 0,0-2-748 16,-8-5-2289-16,8-12-1731 0</inkml:trace>
  <inkml:trace contextRef="#ctx0" brushRef="#br0" timeOffset="39548.955">10586 6941 11205 0,'0'0'1656'0,"0"0"-956"0,0 0-292 0,-104 63 304 16,64-29 344-16,-7 5 300 0,3 6-256 15,-4-1-236-15,4 3-300 0,4-2-24 16,1 0-76-16,6-7-308 0,6-4-156 0,3-5-364 16,8-9-332-16,8-6-212 0,8-7-416 15,0-7-892 1,8 0-2269-16,16-9-1251 15</inkml:trace>
  <inkml:trace contextRef="#ctx0" brushRef="#br0" timeOffset="39934.419">11092 6870 14173 0,'0'0'1752'15,"0"0"-1348"-15,84-18-164 0,-49 11 456 16,5 0 160-16,4 4 44 0,0 0-384 15,4 0-188-15,-1 0-280 0,1 0-44 16,-4 3-8-16,-8 0-68 0,-5 0-72 16,-10 0 32-16,-5 6 20 0,-8 0 92 0,-4 7 108 15,-4 6 16-15,-12 3 48 0,-12 6-64 0,-4 8 4 16,-8 2-28-16,-4 3 8 0,-4 4-92 0,1 0-60 16,2 2-12-16,2 1 60 15,7-4-88-15,4-2 52 16,4-4 44-1,12-4-56-15,1-5-64 0,11-4 76 0,0-2-8 0,4-8 56 16,7 0 208-16,6-1 108 0,-2-2-24 16,9-2 16-16,0 0 264 0,4-4-39 15,4 1-277-15,8-5-136 0,-1-2-120 0,1 0 0 16,4 0-96-16,-4 0-48 0,-1 0-101 0,-2 0-131 16,-1 0-76-16,-1-2-24 15,-7-3 88-15,0 0-40 0,-4-4-484 16,3-5-568-16,-6 2-992 0,-1-2-2245 0,-1-7-1883 15</inkml:trace>
  <inkml:trace contextRef="#ctx0" brushRef="#br0" timeOffset="40183.311">11861 6959 11897 0,'0'0'1992'16,"0"0"-1588"-16,0 0-48 0,0 0 576 0,-68 79 560 16,44-43-216-16,-4-1-352 0,0 6-408 15,-4 3-236-15,0 0-72 0,-7 4-84 0,-1 0-124 16,-4 0-52-16,-3 2-72 0,-2-4-280 16,10-2-320-1,-1-6-200-15,4-4-180 0,9-4-212 0,2-9-436 0,9-2-1076 0,1 0-2465 16</inkml:trace>
  <inkml:trace contextRef="#ctx0" brushRef="#br0" timeOffset="43990.184">13068 7578 6808 0,'0'0'260'16,"0"0"2204"-16,0 0-1212 0,0 0-183 0,0 0-69 16,0 0 120-16,0 0 32 15,0 0-184-15,0 0-228 0,0 0-216 16,0 0-188-16,0 0-88 0,-8 0-88 0,0 10-64 15,-4 3-96-15,-4 3-60 0,0 5-124 16,-7-2-264-16,2 4-172 0,-3 0-148 16,0-4-124-16,1 0-360 0,3-4-648 15,8-2-989-15,-8 0-2027 0</inkml:trace>
  <inkml:trace contextRef="#ctx0" brushRef="#br0" timeOffset="46367.957">15646 6439 7432 0,'0'0'232'16,"0"0"3873"-16,0 0-2993 0,0 0 36 16,0 0 40-16,0 0 132 0,0 0-124 0,0 0-280 15,0 0-388-15,0 0-248 0,0 0 16 16,0 0 216 0,43 102 232-16,-30-49-392 0,-2 14-84 0,-3 8-108 15,-3 6-99-15,-1 5-53 0,-4 2 40 16,-4 1-44-16,-1 0 0 0,-3-9-4 15,5-12-52-15,-1-7-45 0,4-15-15 16,0-9 28-16,0-12-48 0,0-5-196 16,0-8-160-16,4-2-12 0,-1-7-140 15,5-3-356-15,1 0-888 0,6-13-372 0,-6 3-756 0,14-16-2541 16</inkml:trace>
  <inkml:trace contextRef="#ctx0" brushRef="#br0" timeOffset="46729.053">16228 6807 10164 0,'0'0'4113'16,"0"0"-3113"-16,0 0-748 15,0 0 12-15,0 0 404 0,0 0 328 0,0 0-328 16,0 0-236-16,-80 16-432 0,52-4-24 16,1 1-112-16,-1 3-76 0,-4 4 88 0,-5-1 40 15,1 2-64-15,1 5-40 0,-5-1-48 16,-4 4-212-16,4-1-36 15,1 1-36-15,7-4 420 0,8-5 100 16,3-9 140-16,14 0 100 0,3-5-76 16,4-4-112-16,0 3-52 0,8 1 0 15,4 6 248-15,4 1 28 0,4 0 56 16,4 2-56-16,3 2-128 0,5-2-36 0,1 5 0 16,-2 2 60-16,5 3-12 0,0 0 136 15,-4 1-148-15,0-1-144 0,-1-3-4 16,-3 0-12-16,0-3-48 0,-4-3-64 0,-4 1 36 15,0-8-96-15,-5 0-188 16,2-2-224-16,-6 0-236 0,2-7-376 0,-5 0-680 16,-1 0-1157-16,1 0-2727 0</inkml:trace>
  <inkml:trace contextRef="#ctx0" brushRef="#br0" timeOffset="47011.461">16698 6852 15617 0,'0'0'1468'16,"0"0"-704"-16,0 0-760 0,0 0 40 0,0 0 280 15,99-39 192-15,-59 30 208 0,-4 2-160 16,8 1-368-16,0 3-196 0,-1 3 0 0,2-3-148 0,-2 3-72 0,-7 0-256 16,-4 0-140-16,-4 0-224 0,-4 0-328 15,-13 3-1020-15,-2 0-2369 16,-9 3-2467-16</inkml:trace>
  <inkml:trace contextRef="#ctx0" brushRef="#br0" timeOffset="47201.074">16718 7092 12177 0,'0'0'3228'15,"0"0"-2232"-15,0 0-848 0,0 0-144 0,0 0 364 16,0 0 104-16,0 0 604 0,88 7-200 0,-49-10-496 16,9-1-184-16,4 4-196 15,-4-3-12-15,-5 0-88 0,2 3 16 0,-2-2-100 0,-3-2-480 16,0 1-796-16,-12 3-1348 15,4-3-4657-15</inkml:trace>
  <inkml:trace contextRef="#ctx0" brushRef="#br0" timeOffset="48171.039">18280 6499 8536 0,'0'0'2573'0,"0"0"-1521"0,0 0-768 0,0 0 252 0,0 0 292 16,0 0 348-16,0 0 336 0,0 0-592 15,0 0-548-15,0 0-224 0,-56 76-148 16,28-51-52 0,-8 4 4-16,4 6-4 0,-8 0-32 15,0 0-40-15,5 6-76 0,-5 1 64 16,0 0 36-16,4-2 100 0,0-5-8 16,8 0 4-16,8-7-4 0,5-1-4 15,7-6-40-15,-1 1 52 0,9-3 0 0,0 1 0 16,5-2 84-16,7 1 76 0,3 1 88 15,5 2-12-15,8 0-12 0,0 0-12 0,4 1-40 16,4-1-36-16,-4-4-12 0,3 5-4 0,-3-2-68 16,0 2-44-16,0 0-8 15,-4-5-68-15,0 1-16 0,0 0-88 0,-4-3-140 0,0 1-244 16,-5-6-176-16,2 3-384 16,-1-2-500-16,-9-2-2209 0,-7 0-3503 15</inkml:trace>
  <inkml:trace contextRef="#ctx0" brushRef="#br0" timeOffset="78516.171">7933 8874 6612 0,'0'0'5601'16,"0"0"-4589"-16,0 0-100 0,0 0 100 0,0 0 460 15,0 0-364-15,0 0-380 0,0 0-184 16,0 0-68-16,0 0 16 0,-28-3-136 0,32 0-164 31,7-1-80-31,9-3-4 0,8-1-20 16,0-3-88-16,8 2-100 0,0-3-84 15,-8 5-48-15,0-2-48 0,-4 2-88 0,-5 4-268 16,1 0-216-16,-4 3-164 16,-4 0-764-16,0 3-1216 0,-8 3-2497 0</inkml:trace>
  <inkml:trace contextRef="#ctx0" brushRef="#br0" timeOffset="78684.413">7988 9087 1540 0,'0'0'2164'0,"0"0"2224"0,0 0-3400 0,0 0-328 16,0 0 320-16,0 0 309 0,0 0-329 16,0 0-376-16,87 16-340 0,-55-20-244 15,4-5-28-15,5-1-328 0,-2 1-484 16,1-5-536-16,-12 6-1001 0,20-9-1919 15</inkml:trace>
  <inkml:trace contextRef="#ctx0" brushRef="#br0" timeOffset="79253.162">8936 8490 8816 0,'0'0'972'15,"0"0"-316"-15,0 0 133 0,0 0 763 16,0 0-176-16,0 0-164 0,0 0-508 16,0 0-412-16,0 0-280 0,0 0 64 0,-39 38-68 15,18-13-8-15,-3 1-12 0,1 5 0 16,-5 4-88-16,0 0-44 0,0 3 32 16,0 0 0-1,0 0 12-15,0 4 32 0,0-2 60 0,5 2-36 16,3-7 44-16,-1-6 44 0,10-4 80 15,3-3-36-15,3-2-88 0,1-5 0 0,4 1 0 16,0-3 4-16,0-3 96 16,0-4-92-16,4 3 96 0,5-2 96 15,-1-1-12-15,8 4 12 0,0-1-76 0,4 1-116 16,-1-1 104-16,1 4-112 0,5 2 8 0,-1 1-16 16,-5 3-84-1,5 0 80-15,-4 6 12 0,0-2-4 0,0-4-32 16,-5 1-16-16,2-5 40 0,-6 1 12 15,2-6 0-15,-5 3-84 16,-1-6-4-16,1 1-36 0,1-2-28 0,-5-2-228 16,3-1-324-16,-3 1-508 15,0-2-932-15,1 1-2593 0,-1-3-1695 0</inkml:trace>
  <inkml:trace contextRef="#ctx0" brushRef="#br0" timeOffset="80648.909">9450 8721 3700 0,'0'0'1044'16,"0"0"2936"-16,0 0-3072 0,0 0-364 16,0 0 88-16,0 0 385 0,0 0 71 15,0 0-564-15,0 0-156 16,0 0-164-16,-24 7-140 0,17-1 212 16,-1 7 56-16,-5 3-44 0,2 3 28 0,-2 0 24 15,5 4-28-15,-3 2-32 16,2 2-68-16,1 0-72 0,5 1 20 15,-1 1-48-15,0-1 0 0,4 4-104 0,0-3 68 16,8-4-68-16,-5 0 44 16,10 1-52-16,-5-7-64 0,3 0-24 0,2-7 28 0,-5 1-52 0,3 0 24 15,2-4 12-15,-2-2-100 16,6 0-52-16,-6-2-436 0,10-5-180 0,-6 0-376 16,9 0-468-16,-8-3-2341 0,4-6-1823 15</inkml:trace>
  <inkml:trace contextRef="#ctx0" brushRef="#br0" timeOffset="81050.056">9694 8744 4636 0,'0'0'1680'0,"0"0"2588"16,0 0-2955-16,0 0-469 15,0 0-204-15,0 0 72 0,0 0 20 16,0 0-176-16,0 0 36 0,0 0 60 0,11 76-188 16,-7-51-80-16,0 4-112 0,1 0-24 15,2-4-136 1,-3 3 36-16,0-5-148 0,0 2-92 0,-4-5-56 0,4 1 0 16,0-4-164-16,-4-3 92 15,5 0-316-15,-2-1-456 0,5-7-244 16,0 1-444-16,0-5-953 0,4 1-1439 0,0-3-976 15</inkml:trace>
  <inkml:trace contextRef="#ctx0" brushRef="#br0" timeOffset="81230.762">10115 9029 11145 0,'0'0'1936'16,"0"0"-1336"-16,0 0 124 0,0 0 324 15,0 0-204-15,0 0-496 0,-32 74-348 16,29-59-236-16,-1 1 8 0,0 0-36 16,0 0-276-16,4-3-472 0,-4 0-564 0,4-11-1137 15,0 1-1619-15,4-3-704 0</inkml:trace>
  <inkml:trace contextRef="#ctx0" brushRef="#br0" timeOffset="81535.527">10319 8928 3268 0,'0'0'5104'16,"0"0"-3512"-16,0 0-199 0,0 0 3 16,0 76-44-16,-4-48 0 0,0-3-296 0,0 1-332 15,4-3-304-15,0-8-352 0,4-2-68 0,4-6 0 16,3-4 88-16,6-3 96 16,-2 0-184-16,5-10-224 0,8-3-308 0,-3-2-152 15,3-8 192-15,-4-3-48 0,-1 5 136 0,-3-2-76 16,-8 2 336-16,-4 1 144 0,-4 4 128 15,-4 1 60-15,-4-1-12 0,-4 3 164 16,-4 0 40-16,-4 1-216 0,0 1-104 16,0 9 40-16,-3 2-12 0,-2 0-88 15,1 2-4-15,1 9-8 16,-2-2-164-16,6 1 12 0,-1-1-148 16,4 4-776-16,0-7-1052 15,0 4-3049-15</inkml:trace>
  <inkml:trace contextRef="#ctx0" brushRef="#br0" timeOffset="81751.936">10741 8674 7996 0,'0'0'1488'0,"0"0"77"16,0 0 127-16,0 0-228 0,0 0-176 15,64 76-216-15,-52-51-200 0,-5 4-280 0,2 3-356 16,-5 0 48-16,-4 6-104 0,0-3-180 15,-4 6-124 1,-8-3-72-16,0-1-88 0,-8 2-224 16,4-4 112-16,0-6 96 0,-3 3-24 15,6-7-24-15,-2-6 4 0,2-4-348 0,1-4-560 16,1-9-828-16,6-2-2417 0,-3-2-1827 16</inkml:trace>
  <inkml:trace contextRef="#ctx0" brushRef="#br0" timeOffset="82090.802">11311 9062 11009 0,'0'0'1428'16,"0"0"-1176"-16,0 0 784 0,0 0 936 16,0 0-136-16,8 72-464 0,-16-49-572 15,0 2-312-15,0-3-184 0,-4 3-84 16,4-5-140-16,0-1-80 0,-4-4-96 15,8-2-88-15,-4-3-400 0,4-4-360 16,-3 0-292-16,3-6-376 0,4 3-544 0,0-3-1081 16,0-3-3051-16</inkml:trace>
  <inkml:trace contextRef="#ctx0" brushRef="#br0" timeOffset="82407.036">11625 8766 7020 0,'0'0'3084'16,"0"0"-1343"-16,0 0-437 0,0 0 68 15,0 0-160-15,0 0-280 0,-23 72-272 16,23-46-164-16,-4 6-128 0,-1 3-8 0,5 3 304 0,-3 0-100 15,-1 4-416-15,4-4-28 0,0 0-20 16,0-6-40-16,0-7-56 0,7 0 56 16,2-6-60-16,-1 0-4 0,0-7-104 0,4-1-176 15,-4-5-376-15,3-4-28 16,6 2-68-16,-6-4-588 0,6-4-1000 0,-2-1-2589 0,2-11-3115 31</inkml:trace>
  <inkml:trace contextRef="#ctx0" brushRef="#br0" timeOffset="82892.174">11861 8909 10828 0,'0'0'1941'0,"0"0"-1509"0,0 0-280 15,0 0 716-15,-24 73 480 0,20-38 144 0,-4 3-40 16,0 0-468-16,4 0-508 0,4-3-108 16,0-9-64-16,0-5-36 0,4-5 0 15,4-2-12-15,0-8-172 0,8-4-84 16,3-2-108-16,2 0 8 0,3-8-128 0,4-6-128 0,4-5-108 16,-4-6 124-1,0 0 20-15,-1-4 160 0,-7 4 64 16,0-1 96-16,-8 3 64 15,-8 2 96-15,-1 2 0 0,-3-1-4 0,-7 2 4 0,-1-1-160 16,-8 3-56-16,4 3 56 0,-4 3 48 0,0 7-36 0,0 3-12 16,0 0-232-16,0 7 36 0,-3 2 24 15,2 4 40-15,6 3 8 0,-2 0-84 16,1-1-88-16,5 1-484 0,-1 3-1064 16,3-5-2004-1,5-2-2857-15</inkml:trace>
  <inkml:trace contextRef="#ctx0" brushRef="#br0" timeOffset="84642.459">13267 8760 8504 0,'0'0'1284'0,"0"0"-1284"0,0 0 116 0,0 0 284 16,0 0 813-16,0 0 27 0,0 0-232 0,0 0-260 15,0 0-180-15,0 0 40 0,0 0 208 16,4 0-32-16,-4 0-76 0,4 0 56 15,-4 0 24-15,0 0-152 0,4 0-160 16,0 0-268-16,0 3-124 0,4 0-80 0,0 0 0 16,0 3 0-16,4-6 8 0,-4 4 36 15,4-1 0 1,0 0-36-16,-4-3 0 0,0 3 48 0,-4-3-48 0,-1 0 36 16,-3 0 0-1,0 0 48-15,0 0 52 0,0 0-4 16,0 0 28-16,0 0-15 0,0 0 99 0,0 0 12 15,0 0-148-15,0 3-120 0,5 0-68 16,7 4-4-16,3 2 72 0,6 1 108 16,10 6 48-16,1-1-72 0,8 2-8 15,0-2-4-15,0 1 48 0,-1-3-12 16,2 3-48-16,-2 0 24 16,-7-4-8-16,-4 4 32 0,0-3-60 0,-4-1-48 15,-8-2-48-15,0 0 40 0,-4-3-64 16,-4-2 8-16,-1 4-20 0,-7 2 12 15,0-3 0-15,0 9-36 0,-7 2-24 16,-9 4 80-16,-4 5 4 0,-8 3 36 0,-8 7-48 16,-3 4 12-16,-14 6-48 15,-6 6-36-15,-5 2 20 0,-7 2-140 16,-2-1-357-16,2-3-315 0,7-10-216 16,12-8-288-16,9-8-820 0,15-12-1920 0,4-4-3125 15</inkml:trace>
  <inkml:trace contextRef="#ctx0" brushRef="#br0" timeOffset="89873.666">12251 9150 1708 0,'0'0'6228'0,"0"0"-3264"16,0 0-1227-16,0 0-33 0,0 0-228 15,0 0-208-15,0 0-304 0,0 0-284 0,0 0-116 16,0 0-36-16,20-3-124 0,-15 6-76 16,2 4-120-16,-7-1-120 0,4 0-40 15,0 4 36-15,-4-1-8 16,0 4-76-16,0 3-4 0,-4-1 4 15,-7 4-4-15,-2 1-4 0,-2 2-100 0,-2-3 60 0,-7 0-136 0,5-3-244 16,-2-3-132-16,1-1-80 16,5-5-60-16,-2-4-180 0,6-3-364 0,-1 0-412 0,0 0-1252 15,8-16-3185-15</inkml:trace>
  <inkml:trace contextRef="#ctx0" brushRef="#br0" timeOffset="112334.898">12641 8851 9308 0,'0'0'4037'16,"0"0"-3857"-16,0 0-180 0,0 0-76 16,0 0 76-16,0 0 444 0,0 0 152 15,0 0-52-15,5 80-256 0,3-64-60 0,0 3-116 16,-1 0 104-16,2 0-208 0,-1 1 52 16,-1-1-60-16,1 0 52 0,-3-1-52 15,-5 1-76-15,0 0 68 0,0 1-44 16,0-5-72-16,0 1-188 0,0-3-220 15,0-3-164-15,0-1-284 0,0-3-800 16,-5-3-1477-16,5-3-2259 0</inkml:trace>
  <inkml:trace contextRef="#ctx0" brushRef="#br0" timeOffset="112638.783">12972 8632 12733 0,'0'0'1352'0,"0"0"-972"0,0 0-240 0,0 0 400 0,0 0 92 0,8 86-128 32,-3-63-44-32,2 2-252 0,1-3-208 15,5 0 0-15,-2 0 0 0,1 3-4 0,0 1-108 16,-4 3 104-16,0 0-164 0,-4 2-28 15,-4-2-40-15,0 2-100 0,-12 1-40 0,-4 3 104 16,0-3-40-16,-8 3-76 16,0 3-36-16,-4-4-172 0,1 2-64 0,-1-4-308 15,-4 0-973-15,4-7-623 0,4-9-308 16,-12 6-1432-16</inkml:trace>
  <inkml:trace contextRef="#ctx0" brushRef="#br0" timeOffset="129927.329">19240 6407 10708 0,'0'0'1581'0,"0"0"863"0,0 0-1636 0,0 0 324 16,0 0 160-16,0 0 160 0,0 0-264 15,0 0-372-15,-32-19-195 0,28 19-89 0,-1 0-96 16,2 0-124-16,-9 6-140 0,0 7-124 15,-4 6-48-15,0 14-72 0,-4 4-4 16,4 8 16-16,1 8 0 0,2 7-24 16,1 1-12-1,5 6-12-15,3-4-52 0,4 1 52 16,0-4 24-16,0-3-60 0,8-9-52 16,7-7-20-16,1-9-29 0,5-7-191 0,-2-6-188 15,9-10-156-15,0-2-200 0,4-7-480 16,0-7-728-16,-8-2-2697 0,11-16-4215 15</inkml:trace>
  <inkml:trace contextRef="#ctx0" brushRef="#br0" timeOffset="130283.509">19506 6626 11369 0,'0'0'1436'15,"0"0"-504"-15,0 0 408 0,77-13 248 16,-46 7-408-16,5 3-316 16,0 3-140-16,-4-4-272 0,-1 4-120 0,-3 0-160 15,-3 4-40-15,-10 2-124 0,-2 3 4 16,-6 7 112-16,-3 8-48 0,-4 3-76 16,-11 9-84-16,-14 1-160 0,-3 11-12 0,-7-1 0 15,-1-2 96-15,-4-1 160 0,9-5 0 0,3-8 132 16,4-6 40-16,3-4 24 0,10-13 12 15,7 2-12-15,0-7-52 0,4 1-132 16,0-2 0-16,8 1 52 0,3 0 240 16,10 8 72-16,3-5 317 0,4 0-377 15,-1 1-208-15,4-5 12 0,-3 2-80 0,0-4-40 16,4 0-144-16,-4 0-220 0,4-4-533 0,-4-5-483 31,-4 3-1144-31,4-7-4461 0</inkml:trace>
  <inkml:trace contextRef="#ctx0" brushRef="#br0" timeOffset="130450.888">20133 7013 1812 0,'0'0'10509'0,"0"0"-8585"0,0 0-148 0,0 0 12 0,0 0-348 16,-4 83-424-16,-1-64-320 0,1 0-512 15,4-6-184-15,-4 3-80 16,0-7-160-16,0 4-288 0,1-1-216 0,-5-2-424 15,-1-4-856-15,5 0-2240 0,0-6-2413 0</inkml:trace>
  <inkml:trace contextRef="#ctx0" brushRef="#br0" timeOffset="130748.81">20483 6613 6472 0,'0'0'7345'0,"0"0"-6081"0,0 0-256 0,0 0 864 16,0 0-468-16,91-9-424 16,-66 12-300-16,3 3-276 0,0 3-260 0,-5 1-80 15,1 3-64-15,-4 3-108 0,-8 3 36 16,-5 4 0-16,-7 5-148 0,0 4-96 16,-15 5-76-16,-9 1 24 0,0 4 64 0,-3-5 152 15,-1-4 152-15,4-5 124 16,7-9 48-16,6-3 48 0,3-3 108 0,4-10-328 15,4 3 0-15,4-3 0 0,7 1 48 16,6-4 260-16,6 0-68 0,5 0-240 16,0-10-180-16,8-3-200 0,-5-6-280 15,6-3-368-15,-10 7-1004 0,10-17-3836 0</inkml:trace>
  <inkml:trace contextRef="#ctx0" brushRef="#br0" timeOffset="130999.891">20949 6534 6716 0,'0'0'1584'0,"0"0"-584"0,0 0 3037 0,0 0-2389 16,99 60-260-16,-71-41-32 0,0-3-592 0,-4 7-296 15,0-2-12-15,1 2-64 0,-10 3-136 16,1-1-72-16,-8 6-36 0,-4 1-148 15,-4 3-48-15,-8 4-112 0,-4 1 0 16,-11-1-180-16,-2-2-128 0,1-2-136 0,-4-6-196 0,4-7-60 16,5-2 32-16,-1-15-164 15,8 1-720-15,-4-6-1445 0,8 0-4151 0,0-8 4660 0</inkml:trace>
  <inkml:trace contextRef="#ctx0" brushRef="#br0" timeOffset="131483.704">21909 6311 9368 0,'0'0'4497'0,"0"0"-3245"0,0 0-548 0,0 0 424 0,0 0 532 16,32 64-308-16,-12-42-268 16,12 0-388-16,3 4-319 15,10-1-125-15,6 1-8 0,5 2 72 0,0-2 140 16,4-4-68-16,-4-3-256 0,-5 0-124 16,1 0 52-16,-4-3-60 0,-8 0-56 15,-8 0-40-15,-8-1 12 0,-9 2 84 0,-11 2 24 16,-4 6 96-16,-19 4 28 15,-13 6-40-15,-16 2-96 16,-8 8-12-16,-12 3-60 0,-7 2-100 0,-13 5-200 0,-4-1-380 0,-7-1-413 16,-5 1-479-16,25-13-2116 0,-33 13-3693 15</inkml:trace>
  <inkml:trace contextRef="#ctx0" brushRef="#br0" timeOffset="150864.338">7777 10820 7976 0,'0'0'4893'0,"0"0"-3277"0,0 0-656 0,0 0-332 16,0 0 0-16,0 0 392 0,0 0-56 0,0 0-192 15,-5 16 12-15,5-9-224 0,9 1-72 16,-1 3 60-16,7 1-51 16,2 1-61-16,3 3-12 0,-1-1-108 0,9 1-40 15,-4-3-108-15,4-1-32 0,0-2-136 16,4-3-4-16,0-5-92 0,0 2-40 0,4-4-80 15,-5-4-88-15,1-2-216 0,0 0-120 0,-8-1-149 16,-8 1-419-16,0 0-880 16,-12 6-776-16,-4 0-1741 0,-4 0-1787 0</inkml:trace>
  <inkml:trace contextRef="#ctx0" brushRef="#br0" timeOffset="151044.715">7849 11134 6216 0,'0'0'6713'16,"0"0"-5553"-16,0 0-592 0,0 0-176 0,0 0 264 0,0 0 472 16,0 0-220-16,-28 73-388 15,43-62-300-15,5-3-220 0,5-2 4 0,3 1 156 16,3-3-160-16,1-1-108 0,4-1-40 0,-4-2-76 0,3 0-24 16,1 0-12-16,-4-2-260 0,5-1-532 15,-5-1-888-15,-9 2-2509 0,5 2-3991 16</inkml:trace>
  <inkml:trace contextRef="#ctx0" brushRef="#br0" timeOffset="152346.486">9391 10693 5824 0,'0'0'1288'15,"0"0"1164"-15,0 0-607 0,0 0-729 0,0 0-44 0,0 0 44 16,0 0 92-16,0 0-40 16,0 0-216-16,0 0-148 0,0 0-204 0,7 7-160 0,-18 11-192 15,-6 11-52-15,-2 2-112 0,-9 11-84 0,0 3-84 16,-8 2-64-16,5 0-24 0,-6 8 0 15,5-4 0-15,0-1 40 16,4 1 68-16,9 1-8 0,-1-5 24 0,4-3 40 16,4-3 0-16,8-2 4 15,0-5 4-15,4-2-4 16,0-3-36-16,4-4 32 0,8 0-4 0,4 1-84 0,8 3 48 16,4 0 48-16,8 4 52 0,3 6-4 15,1-1-48-15,-4 3-124 16,4-2 16-16,-8-1 96 15,0-3-112-15,-4-4 12 16,0-2-232-16,-4-6-472 0,-1-9-180 0,1-3-200 0,-4-5-360 16,-4-6-988-16,4-4-2809 0</inkml:trace>
  <inkml:trace contextRef="#ctx0" brushRef="#br0" timeOffset="153469.841">9789 11074 7584 0,'0'0'880'16,"0"0"1256"-16,0 0-119 0,0 0-701 15,0 0-28-15,0 0-216 0,0 0-412 0,0 0-24 16,0 0-180-16,0 0-208 0,-67 63-36 16,54-28 32-16,1 7 40 0,0 9 48 15,0 6-40-15,-3 3-20 0,2 6-16 0,-2 1-72 16,-2 1-4-16,6-5-44 0,-2-6 84 16,6-3 0-16,7-10-100 0,0-8-120 15,0-5-96-15,7-9-100 0,2-3 0 0,6-6-144 16,-2-1-40-16,6-5-96 0,2-4-88 0,7-3-200 15,0-3-168-15,0-6-320 16,-1-8-980-16,-3 5-2221 0,7-13-2315 0</inkml:trace>
  <inkml:trace contextRef="#ctx0" brushRef="#br0" timeOffset="153787.707">10188 11106 10656 0,'0'0'1993'15,"0"0"-1381"-15,0 0-268 0,0 0 392 16,0 0 528-16,0 0-348 15,0 0-292-15,3 95-240 0,1-57-12 0,0 4 12 16,-4 5 108-16,4 7 136 0,-4 1-236 0,0 4-172 0,0-2-172 16,-4 1-48-16,-4-4-96 0,5-4-88 0,3-5-12 0,-4-10-100 15,4-10-144-15,0-6-116 16,0-7-160-16,4-1-468 0,3-5-416 31,1-6-472-31,1 0-565 0,6-6-2147 0</inkml:trace>
  <inkml:trace contextRef="#ctx0" brushRef="#br0" timeOffset="153979.854">10650 11614 10784 0,'0'0'2489'16,"0"0"-1257"-16,0 0-460 15,0 0 500-15,0 0-192 0,0 0-400 16,0 0-296-16,-13 82-260 0,5-63-112 15,8 3-24-15,-3-2-64 0,-1 1-232 0,0-2-460 0,0 0-388 0,4 2-532 16,-5-7-1188-16,5-3-2165 16,0-5-1423-16</inkml:trace>
  <inkml:trace contextRef="#ctx0" brushRef="#br0" timeOffset="154250.299">11040 11078 444 0,'0'0'9080'0,"0"0"-6783"0,0 0-969 0,0 0-232 0,0 0 344 16,0 0-136-16,24 75-376 15,-17-43-212-15,6 6-88 0,-5 1-356 16,4 5 96-16,-4-3-136 0,0 4-76 15,-1 0-156-15,-7-1-56 0,0 0 48 0,0 0-88 16,0-5-40-16,-7-1-96 0,3-6-284 0,0-4-248 0,4-9-300 31,-4-7-120-31,4-5-428 0,0-4-964 16,0-3-2129-16,0-6-1071 16</inkml:trace>
  <inkml:trace contextRef="#ctx0" brushRef="#br0" timeOffset="154509.726">11426 11125 8036 0,'0'0'2112'16,"0"0"-387"-16,0 0-225 0,0 0 60 16,0 0-136-16,64 76-244 0,-52-51-412 15,0 7-384-15,0 3-224 0,0 3-152 0,-4 3 40 0,0 1-48 16,-8-1-72-16,0 4 8 0,0-4-8 15,-8 1-212-15,-3-2-236 0,-6-1-136 0,1-1-16 16,0-6-136-16,-4-4 16 0,1-5 120 16,2-5 332-16,-2-3 20 15,-1-5-584-15,0 1-1229 0,8-9-899 0,-8-2-2620 16</inkml:trace>
  <inkml:trace contextRef="#ctx0" brushRef="#br0" timeOffset="154735.773">12068 11531 52 0,'0'0'11733'15,"0"0"-10133"-15,0 0-1348 0,0 0 220 16,-20 77 592-16,8-48 156 0,0 2-408 0,-4 4-404 15,5-4-360-15,-6 4-48 0,1 0-84 16,-3 4-104-16,-2 2-372 16,-3-3-420-16,-3 0-64 0,3-3-416 15,4-14-1141-15,-4 6-2959 0</inkml:trace>
  <inkml:trace contextRef="#ctx0" brushRef="#br0" timeOffset="155453.599">12518 11166 8564 0,'0'0'1992'0,"0"0"-807"0,0 0-529 0,0 0 380 16,0 0 508-16,0 0-336 15,0 0-256-15,0 0 64 0,0 0-288 0,0 0-300 0,0 0-228 16,-27 45-44-16,18-13-32 16,1 6 24-16,4 9 36 0,-3 3 36 0,7 9-76 15,0-3-108-15,0 4-36 0,0 1-60 16,0-1 0-16,7-6 0 16,1-4-52-16,0-8-48 0,4-11 52 0,0-4-88 0,8-9-160 15,1-5-100-15,2-3-196 0,5-7 8 16,0-3-88-16,0 0-660 0,3-13-1040 0,-10 4-2261 31,14-17-2767-31</inkml:trace>
  <inkml:trace contextRef="#ctx0" brushRef="#br0" timeOffset="155885.418">13020 11109 4316 0,'0'0'3932'16,"0"0"-3384"-16,0 0-368 15,0 0 520-15,0 0 408 0,0 0-63 0,0 0-509 0,0 0-304 16,0 0-28-16,0 0 192 15,12 35 192-15,-8-26 236 0,-4 2-44 0,4-6-88 16,1 4-76 0,-5-2-20-16,3 0 172 15,-3-2-124-15,4 2-216 0,-4 0-68 0,0 0-80 16,0-2-60-16,4 9 24 0,-4-3-108 16,4 3-40-16,-4 5 16 0,4 6-40 15,0 0 0-15,0 8-24 0,4 4 112 0,-4 5-64 16,0-1 16-16,-4 0-64 0,4 1-36 15,-4-5 24-15,0-2-36 0,4-3-8 16,-4-7-88-16,0-2-100 0,4-8-280 0,-1-2-268 16,2-7-204-16,3 1-152 0,-4-7-648 15,7 0-1152-15,-2 0-2609 0,3-13-2002 16</inkml:trace>
  <inkml:trace contextRef="#ctx0" brushRef="#br0" timeOffset="156107.134">13650 11597 15557 0,'0'0'2252'0,"0"0"-1908"0,0 0-336 0,0 0 388 15,0 0 404-15,7 87 116 0,-7-65-524 0,0 0-380 16,0 0-12-16,-4 0-8 0,-3 1-4 15,-5 2-172-15,0-2-376 0,-4-4-216 16,4-3-60-16,-4-4-204 0,8-9-312 0,-4-3-604 16,8 0-2225-16,0-15-2295 0</inkml:trace>
  <inkml:trace contextRef="#ctx0" brushRef="#br0" timeOffset="156422.075">14064 11376 12837 0,'0'0'3176'16,"0"0"-1812"-16,-12 72-436 0,4-39 880 0,0 5-200 15,5-4-431-15,-1-4-609 0,4-5-424 16,0-10-144-16,7-1-36 0,5-12 28 0,8 2 8 16,0-4-196-16,8-13-80 0,0-3-40 15,0-3-144-15,0-7-49 0,-1 1 97 16,-2 0 108-16,-6 2 20 0,-3 1 128 15,-8 6 156-15,-4 1 60 0,-4 2 184 16,-8 3 96-16,-3 1 24 0,-10-1-71 0,-3 1-133 16,-4-1-112-16,-4 10-48 0,-3 0-136 15,-1 7 16-15,0 5-13 0,4 5 33 16,1 2 52-16,6-5-48 0,5 3-36 0,9-7-100 16,3-1-488-16,-1-3-688 0,9-6-1244 15,-4 0-2829-15,4-9-4587 0</inkml:trace>
  <inkml:trace contextRef="#ctx0" brushRef="#br0" timeOffset="156637.537">14458 11096 7020 0,'0'0'2024'0,"0"0"509"0,0 0 83 0,0 0-396 15,0 0-628-15,60 76-484 0,-44-53-296 16,5 5-116-16,-6 0-220 15,5 8-100-15,0-1-48 0,-4 3 557 16,-8-1-425-16,-1 5-460 0,-7 0-264 0,-11 2-272 16,-5-2-229-16,-4 2 193 0,-8-6-304 15,0-6-744-15,4-7-628 0,1-9-636 16,7-6-2181-16,-5-10-2003 0</inkml:trace>
  <inkml:trace contextRef="#ctx0" brushRef="#br0" timeOffset="157122.962">14813 10922 288 0,'0'0'15993'0,"0"0"-13881"0,0 0-1868 0,0 0-156 0,0 0 268 16,0 0 600-16,0 0 132 0,36 79-432 16,-8-60-267-16,0 0-13 0,8 4 120 15,-1-2 36-15,1 2-268 0,1-1-120 16,-2-3-56-16,-7 0-88 0,0 0-60 16,-1-3 8-16,1 3-20 0,-7-2 12 15,3 1-12-15,-9 1-60 0,1 0-88 16,-8 3-56-16,0 0-28 0,-8 7 4 0,0 0 20 15,-4 6 48-15,-11 6 63 0,-6 3 61 16,-7 5 32-16,-3 1 68 0,-5 4-100 16,-4 0-220-1,5 0-244-15,-10 0-236 0,-2-3-776 0,10-13-1576 16,-18 12-3261-16</inkml:trace>
  <inkml:trace contextRef="#ctx0" brushRef="#br0" timeOffset="175876.664">16973 9064 1056 0,'0'0'2244'0,"0"0"-1736"0,0 0 5756 0,0 0-4951 0,0 0 99 15,0 0-292-15,0 0-56 0,0 0 132 16,0 0-168-16,-8-2-224 16,12 2 96-16,3 0-236 0,1 2-100 0,9-2 168 15,-1 4-124-15,3-4-219 0,5 0-97 16,0 0-100-16,1 0-108 0,2 0-80 15,1 0-4-15,0-4 0 0,0 4-44 16,0-2-28-16,-4-3-144 0,-9 5-161 0,5 0-123 16,-8 0-144-1,0 0-692-15,-8 0-728 0,0 0-1984 16,-4 5-1549-16</inkml:trace>
  <inkml:trace contextRef="#ctx0" brushRef="#br0" timeOffset="176061.601">17012 9312 5944 0,'0'0'1056'0,"0"0"4177"15,0 0-4285-15,0 0-248 0,0 0-104 0,0 0 260 16,0 0 80-16,0 0-140 0,84 0-200 16,-60-3-224-16,4 0-264 0,0 0-108 15,-5-4-60-15,1 4-52 0,1 0-112 16,-1 0-472-16,-5-1-668 0,1 4-752 0,-3-3-2341 0,2-1-2695 0</inkml:trace>
  <inkml:trace contextRef="#ctx0" brushRef="#br0" timeOffset="177009.783">18702 8791 4348 0,'0'0'2264'15,"0"0"3229"-15,0 0-4393 0,0 0-284 16,0 0-32-16,0 0 476 0,0 0 16 0,0 0-360 15,0 0-376-15,0 0-280 0,0 0-260 16,-60 45-4 0,24-17-108-16,0 4 40 0,1 3 12 15,-5 0 56-15,3 3 4 16,2 1-76-16,-1 1 4 16,4-2 8-16,4 1-8 0,4-2 8 0,9-2 64 0,2-3 12 0,9 0 76 15,4 0-88-15,0-7 0 0,13 4 72 16,2-1 76-16,6-2 0 0,7 0-60 15,3-5-80-15,1 2 188 0,4-4-60 16,-4-4-28-16,0-2-32 0,-4 0 20 0,-4-4-96 0,-5 1-48 16,1-1-76-16,-3-2-96 0,-6-1-64 15,1 0-168-15,0-2-404 0,0-1-388 16,-1-3-936-16,-2 0-2025 0,7-10-2243 16</inkml:trace>
  <inkml:trace contextRef="#ctx0" brushRef="#br0" timeOffset="177381.865">19033 9087 6624 0,'0'0'3116'0,"0"0"1061"0,0 0-3325 16,0 0-136-16,80-25 380 0,-57 18 36 0,1 3-328 15,0 4-336-15,0 0-284 0,-5 0-184 0,2 4-92 16,-10 3-4-16,6 2-28 16,-10 7 12-16,1 3 28 0,-3 3-52 0,-5 7 72 15,-5-1-84-15,-6 4 0 16,-6 2-208-16,-2 2 80 0,-5-2 92 0,0-2 180 0,4-3 4 16,0-7 12-16,4 0 112 0,4-9-12 15,4-1 12-15,5-6 100 0,-1-1-88 0,4 1-136 16,0-3-64-16,7 2 64 15,5 6 260-15,0-5-88 0,12 0-12 16,0 1 24-16,8-1-84 0,3 0 24 16,6-2-124-16,-2-4-76 15,1 0-232-15,0 0-432 0,0-4-552 16,-12 1-1408-16,15-6-5569 0</inkml:trace>
  <inkml:trace contextRef="#ctx0" brushRef="#br0" timeOffset="177740.929">20371 8851 3756 0,'0'0'10077'0,"0"0"-9189"0,0 0-888 0,0 0 0 0,0 0 304 15,0 0 300-15,-92 77 64 16,73-45-92-16,-1 2-304 0,0 10 0 0,4 8 276 16,-4-1 412-16,4 2-196 15,4 4-216-15,0-5-120 0,1-5-112 16,2-3-144-16,5-6-160 0,4-2-8 15,0-8-4-15,9-6-72 0,6 0-28 16,2-9-56-16,9 0-308 0,2-7-260 16,4-6-148-16,9 0-276 0,-5-6-716 0,-8 0-1956 15,11-14-2333-15</inkml:trace>
  <inkml:trace contextRef="#ctx0" brushRef="#br0" timeOffset="178163.886">20786 8896 9956 0,'0'0'2469'16,"0"0"-1065"-16,0 0 12 15,0 0-192-15,4 86 132 16,-4-51-260-16,-4 5-140 0,0 2-332 0,0 0-244 0,-5 2-112 16,5 0 12-16,-3 3-40 15,-1 5 53-15,-1-11 131 0,5 0-192 0,-3-8-232 16,7-5-4-16,0-6-116 0,0 0 20 16,0-3-44-16,0-6-377 0,0-7-139 0,0 1-204 15,7-7-300-15,-3 0-592 0,5 0-336 16,-1-7-1140-16,3-9-3465 0</inkml:trace>
  <inkml:trace contextRef="#ctx0" brushRef="#br0" timeOffset="178394.223">21068 9325 10920 0,'0'0'2333'0,"0"0"-1013"0,0 0 128 0,0 0-8 0,0 0-252 16,0 0-232-16,0 0-296 0,0 0-292 15,25 63-172-15,-25-47-112 0,0 4-72 16,0-5-12-16,0 3-68 0,-8 1-116 16,-1 1-60-1,1-1-308-15,5-3-552 0,-5-3-268 16,8-4-1108-16,-4-5-2765 0,4-4-2799 0</inkml:trace>
  <inkml:trace contextRef="#ctx0" brushRef="#br0" timeOffset="178665.439">21590 8925 8080 0,'0'0'3117'16,"0"0"1251"-16,0 0-3060 15,0 0-292-15,17 72-372 0,-13-43 436 16,0 2-164-16,-1 5-380 0,5-1-180 16,-4 0-116-16,0 3-128 0,1 4-39 15,-1-5-73-15,-4 1 0 0,0 1-13 16,0-4-47-16,0-3-40 0,0-7-176 0,0-3-284 16,0-6-248-16,0-4-232 15,0-5-504-15,7-4-864 0,-3-3-1400 0,13-6-1777 0</inkml:trace>
  <inkml:trace contextRef="#ctx0" brushRef="#br0" timeOffset="179050.047">22109 8909 704 0,'0'0'4640'0,"0"0"-3400"15,0 0-592-15,0 0 1672 0,0 0 105 16,0 0-1045-16,0 0-260 0,0 0 140 0,0 0-292 16,0 0 40-16,75 41 52 0,-66-31-224 15,-2 5-284-15,1 2-200 0,0-2-20 16,4 4-76-16,-4 4-40 0,0-1-92 15,4 0-16-15,-4 1-100 0,0 2-8 0,-5 0-12 16,6-3-108-16,-9 3 20 0,0 0-20 16,0 1-136-16,-9 3-24 0,-2-4 24 0,-9 7 36 15,-3-3 0-15,-10 2-88 16,-3 2-96-16,0-2-76 16,-3-2-100-16,3-4-24 0,4-3-80 15,4-6-372-15,4-7-532 0,8-2-668 16,4-7-1621-16,4-3-1423 0</inkml:trace>
  <inkml:trace contextRef="#ctx0" brushRef="#br0" timeOffset="179650.381">22870 8909 8968 0,'0'0'2377'0,"0"0"-1005"0,0 0 16 0,0 0 316 15,0 0-288-15,0 0 20 0,0 0-236 16,0 0-332-16,0 0-148 0,0 0-111 15,11 9-149-15,-7-6-196 0,4 7-116 0,1-3-4 16,6 5-48-16,2 1-36 0,2-1 12 16,1 5-60-16,8 1 60 0,0 1 4 0,4 3-4 15,4-2-68-15,3 2 0 0,-3-3-4 16,8 0-8-16,-8 0-52 16,3-3 0-16,-3 0-4 0,-4-4-8 0,-8-2-12 15,0-1 0-15,-12 2 0 0,0-6 12 16,-4 4-40-1,-4 2 64-15,-4-3 36 0,0 6 4 0,-12 2-52 0,-4 3 12 0,-3 3-12 16,-13 3-36-16,-5 1-16 16,-2 5-116-1,-5 2-88-15,-4 0-97 0,-3 3-39 0,3 2 12 0,-1 0-108 16,2 0-224-16,3-7-620 0,4 2-932 16,12-11-1656-16,-4 6-1553 0</inkml:trace>
  <inkml:trace contextRef="#ctx0" brushRef="#br0" timeOffset="189645.24">8231 13836 11057 0,'0'0'4856'16,"0"0"-3804"-16,0 0 104 0,0 0 284 15,0 0-108-15,95 13-287 16,-58-7-401-16,-1 1-196 0,-1-1-208 16,5-3-144-16,0-3-96 15,0 0-92-15,-8 0-160 16,0-3-244-16,-8 0-393 0,-5 3-207 0,-6 0-740 0,-6 0-1980 16,-7 3-1761-16,-3 10-3107 0</inkml:trace>
  <inkml:trace contextRef="#ctx0" brushRef="#br0" timeOffset="189779.943">8335 14170 11581 0,'0'0'1700'16,"0"0"-1152"-16,0 0 288 0,0 0 1068 0,0 0-452 15,0 0-268-15,99 35-204 0,-55-35-64 0,4-14-420 16,8 2-288-16,-1-9-208 16,1-2-224-16,4-3-504 0,-4-2-496 0,-17 9-1256 0,17-13-4389 15</inkml:trace>
  <inkml:trace contextRef="#ctx0" brushRef="#br0" timeOffset="190327.928">9514 13293 6260 0,'0'0'3040'16,"0"0"-563"-16,0 0-661 0,0 0 68 15,0 0-440-15,0 0-168 0,0 0-240 16,0 0-324-16,71 73 116 0,-18-63 96 15,3 0-119-15,0-5-237 0,2-1-244 0,-2-1-92 16,-7 1-88-16,-2-4-136 0,-3 3-4 16,-12 3-4-16,0-1-180 0,-12 6-28 15,-4-2-8-15,-13 7 72 0,-3 3 48 0,-3 7-28 16,-18 9-68-16,-6 3-136 0,-5 8 76 16,-8 3 128-16,-3 2 124 0,-2-1 24 0,-2 5-24 15,-5-5 0 1,5-2 84-16,2-1 40 0,6-2-64 0,11-7-56 15,3-6 68-15,10-7-72 0,11-6-40 0,4 0-104 16,12-3 40-16,8-4 104 0,7 5 220 16,10-4-4-16,2-1 100 0,9-2-36 15,0-4-16-15,4-3 4 0,-5-3-4 16,5 0-44 0,-4-3-4-16,-4-6-84 0,-5-4-132 0,1-4-56 0,-7-2-160 0,-1 0-100 15,-9-2-156-15,1-5-168 0,-4 1-124 0,-4-1-317 16,-4-6-559-16,-4 4-924 0,0-1-1360 15,-4 7-1485-15,-4-13-1902 0</inkml:trace>
  <inkml:trace contextRef="#ctx0" brushRef="#br0" timeOffset="190516.959">10263 13487 8564 0,'0'0'6009'0,"0"0"-5213"0,0 0-644 0,0 0 540 0,-56 77 864 16,40-46-188-16,-4 7-348 0,1 0-312 15,-1 7-272-15,-5-1-192 16,6 4-100-16,-1-1-44 0,-4 1-100 0,4-4-48 16,0 0-208-16,-4 1-24 0,9-10-208 15,-6 0-172-15,5-9-260 0,1-5-284 16,2-2-1032-16,1-5-680 0,-3-5-3313 0</inkml:trace>
  <inkml:trace contextRef="#ctx0" brushRef="#br0" timeOffset="191240.925">10689 13589 4180 0,'0'0'472'15,"0"0"-368"-15,0 0 4036 0,0 0-2071 16,0 0-513-16,0 0-384 0,0 0 108 16,0 0-84-16,0 0-156 0,0 0-308 15,-7-29-276-15,3 29-208 16,-5 6-140-16,5 4-32 0,-4 9-16 0,1 2 52 0,-1 6-52 16,-5 7 12-16,10 5-20 0,-5-2 84 15,4 8-16-15,-1 0 64 0,5-1-72 16,0 1 20-16,0-7-56 0,13-3-76 0,-2-10-244 0,6-3-88 15,2-9 24-15,5-1 172 0,0-5-208 16,4-4-272-16,0-3-464 16,-4-3-492-16,3-7-672 0,-10 1-2493 0,7-7-2423 15</inkml:trace>
  <inkml:trace contextRef="#ctx0" brushRef="#br0" timeOffset="191740.912">11036 13509 4884 0,'0'0'1292'16,"0"0"-448"-16,0 0 4225 15,0 0-3217-15,0 0-536 0,0 0-500 16,24 80 484-16,-20-58-644 0,-4 7-308 0,4 2-92 16,4 1 76-16,-4 4-108 0,0-5-88 15,-4 1-16-15,4-1-108 0,0-2 0 16,0-1-12-16,-1 1-72 0,2-1-16 0,-1-3-120 0,-4-2-24 15,4-4-200-15,-4-3-260 16,4-3-140-16,0-7-524 0,-1-3-908 0,5-3-821 0,1 0-1139 16,-1 0-1676-16,3-9 5900 15</inkml:trace>
  <inkml:trace contextRef="#ctx0" brushRef="#br0" timeOffset="192014.979">11438 13791 2752 0,'0'0'1096'0,"0"0"-316"0,0 0-256 0,0 0 3372 0,0 0-2136 16,0 0-91-16,0 0-457 0,0 0-312 15,16 71-140-15,-16-46-32 0,0 0-136 16,-3 2-256-16,-1-2-336 0,-5-3 0 16,5-6-136-16,0 0-92 0,4-4-400 15,-4-2-376-15,4-4-520 0,0-3-1012 0,0 0-1773 16,0-3-559-16</inkml:trace>
  <inkml:trace contextRef="#ctx0" brushRef="#br0" timeOffset="192316.976">11754 13528 4804 0,'0'0'1040'16,"0"0"-440"0,0 0 792-16,0 0 2469 0,0 0-2849 0,0 0-120 15,23 83-68-15,-15-54-52 16,-4-1-56-16,0 3-136 0,0-2-192 16,0 3-216-16,0-3-164 0,0-4-8 0,0 4 0 15,0-7-148-15,-4 0 24 16,4-6-276-16,-4-7-620 0,4-2-204 15,-4-4-372-15,4-3-821 0,0 0-1687 0</inkml:trace>
  <inkml:trace contextRef="#ctx0" brushRef="#br0" timeOffset="192583.848">12087 13490 5412 0,'0'0'1640'15,"0"0"-160"-15,0 0 832 0,0 0-651 0,0 0-93 0,0 0-28 16,80 26-348-16,-63-14-284 16,-2 1-292-16,2-1-184 0,-2 7-48 0,2 0-56 0,-6 4-20 15,1 6-16-15,-7-4-108 0,-2 6 0 16,-3 5 0-16,0-1-132 0,-8 3-52 16,0 3-12-16,-4 0-112 0,0 1 28 31,0-2-40-31,-3-1 88 0,-2-1-356 0,-3-6-368 15,1-4-212-15,3-5-296 0,-4-4-616 16,8-10-856-16,-9-3-2377 0</inkml:trace>
  <inkml:trace contextRef="#ctx0" brushRef="#br0" timeOffset="193896.176">12921 13579 4712 0,'0'0'3108'16,"0"0"-1760"-16,0 0-672 0,0 0 112 15,0 0 2005-15,0 0-953 0,0 0-444 0,0 0-268 16,83 67-140-16,-55-42-64 0,0-2-120 15,0 2-156-15,-4 3-164 0,4-3-239 16,-5-2-165-16,1 3-80 0,4-4-108 16,-7-3-137-16,3-4 29 0,-1 2-164 0,1-5-108 15,0 1-416-15,0-4-152 0,-8 2-444 16,4-6-456-16,-8-2-816 0,0 1-2161 0,-8-4-1539 0</inkml:trace>
  <inkml:trace contextRef="#ctx0" brushRef="#br0" timeOffset="194088.123">13466 13572 8340 0,'0'0'636'0,"0"0"2229"0,0 0-2069 0,0 0-388 16,0 0 252-16,-91 83 560 0,63-51-128 16,4 0-436-16,-4 2-332 0,-3 8-176 0,-1-4-84 15,4 3 28-15,-4 1-92 0,0-5-48 16,4-1-224-16,4-2-104 0,4-5-480 15,0-4-136-15,4-2-432 0,4-11-1117 16,0 8-2023-16</inkml:trace>
  <inkml:trace contextRef="#ctx0" brushRef="#br0" timeOffset="194924.834">14499 13179 9580 0,'0'0'2269'15,"0"0"-557"-15,0 0-504 0,0 0 100 0,0 0-8 16,0 0-160-16,0 0-244 16,0 0 96-16,0 0-324 0,91-3-324 15,-59 3-176-15,0-4-20 0,0 1-64 0,4 0-11 16,3-3-73-16,2-3-73 0,-2 2 1 15,-3 2-52-15,0-2-56 0,-8 3-100 16,-4 1-48-16,-9 3-40 0,-2 7 40 16,-10 5-152-16,-3 8 76 15,-7 11 108-15,-10 7-72 0,-7 7-124 0,-8 9 108 0,-3-3 196 16,-1 6 104-16,0 0 8 16,-3-1 76-16,-2 5 36 0,-2-1 112 15,3 1 76-15,0-5 124 0,4-1-28 0,8-4 12 16,4-9-96-16,12-9-88 0,5-3-52 0,7-9 16 15,3-4 72-15,13-5 24 0,8-5 120 16,8-4 28-16,12-3-52 0,0 0-36 16,4-7-48-16,3-2-12 0,1-4-52 15,-4 1-8-15,0-4-136 0,-4 0-12 16,-4-1-104-16,-1 5-52 0,-7-4-332 0,-4 0-232 31,-4-3-184-31,0 4-228 0,-8-2-596 16,-5 2-1164-16,-6 5-2317 0,-1-6-2955 0</inkml:trace>
  <inkml:trace contextRef="#ctx0" brushRef="#br0" timeOffset="195125.193">15140 13372 12345 0,'0'0'1544'15,"0"0"-1380"-15,0 0 140 0,0 0 668 16,-68 86 364-16,48-51-368 0,-4 0-264 15,0 3-308-15,0 4-200 0,1-1-108 16,-5 4-88-16,-4 2-8 0,4-2-80 0,0 2-120 16,0-3-136-16,0 1-176 0,8-3-88 0,1-8-164 15,2-2-388-15,6-3-932 0,7-11-1185 0,0 2-3179 16</inkml:trace>
  <inkml:trace contextRef="#ctx0" brushRef="#br0" timeOffset="195660.671">15829 13230 5700 0,'0'0'4200'16,"0"0"-2703"-16,0 0-381 15,0 0-72-15,0 0 288 0,0 0-248 16,0 0-356-16,0 0-440 0,0 0-204 15,-48 89 104-15,40-50 124 0,-3 5 48 16,-2 0 304-16,9 3-160 0,0 1-72 0,1-6-40 16,3-4-88-16,0-4-84 0,0-5-84 15,3-4-28-15,1-6-108 0,5 0-8 16,3-6-100-16,-1-1-40 0,5-1-132 16,-4-5-260-16,8-6-416 0,1 0-468 0,2 0-1124 15,-7-6-2373-15,3-7-2867 0</inkml:trace>
  <inkml:trace contextRef="#ctx0" brushRef="#br0" timeOffset="196027.027">16068 13278 1096 0,'0'0'5976'0,"0"0"-3808"0,0 0-516 15,0 0-287-15,0 0-141 0,0 0-4 0,0 0-212 16,0 0-240-16,0 0-120 0,0 86-104 0,0-61-96 15,0 2-52-15,0 3-52 0,0 1-36 16,0 1-136-16,0 0 12 0,0-1-124 16,0 5 24-16,-3-1-72 0,-2-4 0 15,1-2-12-15,0 0-76 0,4-8-72 0,-4-2-72 16,4-5-24-16,0-5-336 0,0-2-436 16,4-4-372-16,4-3-692 0,0-3-1901 0,8-10-1099 15</inkml:trace>
  <inkml:trace contextRef="#ctx0" brushRef="#br0" timeOffset="196242.922">16435 13570 12777 0,'0'0'1780'0,"0"0"-1364"15,0 0-264-15,0 73 576 0,-4-48 664 16,-1-3-476-16,2 4-460 0,-1-7-456 0,0-1-12 15,4 1 0-15,-4 0-124 16,4-2-48-16,0-9-348 0,0-1-252 16,0-3-520-16,0-4-768 15,8-4-789-15,-1-5 93 0,6-14-2200 16</inkml:trace>
  <inkml:trace contextRef="#ctx0" brushRef="#br0" timeOffset="196541.132">16729 13455 12025 0,'0'0'1800'0,"0"0"-936"0,-28 92-72 0,17-50 928 16,-1-4 44-16,4-3-500 0,0-7-592 15,4-6-540-15,4-9-132 0,4-3 0 0,7-4 64 16,2 0-4-16,2-6 24 0,10-6-72 16,-1-7-12-16,0-3-36 0,-1-6-60 15,1 0-76-15,-4 0-12 0,-4-1 88 0,-4 2 0 0,-4 5 88 16,0 0 8-16,-8-1 36 15,0 5-24-15,-4-1 108 0,-4-3-8 0,-8 7 32 16,0-4-32-16,0 7-28 0,-3-1-84 16,-2 5-44-16,-3 2-20 15,5 6-116-15,-1 3-4 0,-4 4-36 0,4 0-48 16,4 3-160-16,-1-4-148 0,2-3-164 16,7 2-124-16,0-5-380 0,4 0-864 15,4-3-1865-15,0-3-1591 0</inkml:trace>
  <inkml:trace contextRef="#ctx0" brushRef="#br0" timeOffset="196843.702">17081 13287 8808 0,'0'0'1924'0,"0"0"-995"0,0 0 315 0,0 0 332 16,0 0-292-16,0 0-304 0,0 0-84 0,0 0-276 15,83 13-276-15,-67-4-72 16,-1 1-28-16,-2 3 40 0,2 6 36 0,-2-1 32 16,-5 4 16-16,-1 8-112 0,-3-5-84 15,0 6-52-15,-4 1-20 0,-4 3-88 16,-3 4 40-16,-9 5-52 0,0 0-12 0,-5 1-76 0,-2-8-204 15,-5 1-352-15,0-2-192 16,4-5-308-16,-4 1-584 0,4-13-988 0,-8 7-2657 16</inkml:trace>
  <inkml:trace contextRef="#ctx0" brushRef="#br0" timeOffset="199179.179">24527 9207 10136 0,'0'0'1637'16,"0"0"-969"-16,0 0 96 16,0 0 228-16,0 0 172 15,0 0-208-15,87 3-256 0,-59-3-304 16,0 0-136-16,4 0-72 0,-4-3-188 0,4-3-12 16,0 2-164-16,-8 1-96 0,0 3-212 15,-5-2-296-15,-6 2-376 0,-2 0-568 0,-7 2-1357 16,-4 8-1723-16</inkml:trace>
  <inkml:trace contextRef="#ctx0" brushRef="#br0" timeOffset="199331.048">24590 9445 6108 0,'0'0'2572'16,"0"0"-720"-16,0 0-423 0,0 0-161 15,0 0-164-15,80 58-180 0,-52-52-248 0,4-3-132 16,4-3-172-16,8 0-108 15,7 0-264-15,1-6-40 16,8-1-196-16,-4 1-580 0,-12 0-984 0,15 0-3085 0</inkml:trace>
  <inkml:trace contextRef="#ctx0" brushRef="#br0" timeOffset="200216.319">25873 8975 8232 0,'0'0'2108'16,"0"0"-907"-16,0 0-365 15,0 0 160-15,0 0 8 0,0 0-60 16,0 0-8-16,0 0-300 16,92-54-276-16,-68 48-112 0,0 0 12 0,-4 3-24 15,-4 0 0-15,-4-1-76 0,-5 4-12 16,-2-3-52-16,-1 3-8 0,0 0 0 15,-4 0 20-15,0 0-8 0,0 0 8 0,0 0-8 16,0 0-28-16,0 0-56 0,0 0 92 0,0 0-20 16,0 0-80-16,0 0 4 0,0 0-12 0,0 0 0 15,0 0-12-15,0 0-40 0,0 0 44 16,0 0-52-16,0 0 12 0,0 0-28 16,0 0 28-16,0 0-12 0,0 0 48 0,0 0-64 15,0 0 64-15,0 0-72 16,0 0 8-1,4 0-8-15,0 0 8 0,3 0 76 0,6 0 112 16,6 0 12-16,5 0-76 0,0 0-40 0,8 0 4 16,0 0-4-16,0 0-8 0,0 0-48 15,4-3 36-15,-1 3-100 0,-3 0 28 16,-4 0 32-16,0 0-8 0,-4 0-52 16,-7 0 0-16,-6 0 16 0,-3 0-40 15,0 0-136-15,-8 3-100 0,0 0-24 0,0 7-16 16,-8 2 412-16,-4 8 28 0,-4 5-28 15,-7 3-64-15,-1 4 64 0,-4-1 88 16,-4 2-76-16,-4 2 40 0,-4 3-52 16,-4 3 0-16,-4 4 0 0,-7-1 44 15,3 3 8-15,-4 1-4 0,0-4 4 0,9 0 8 16,2-2-48-16,9-7 76 0,5-3-84 0,7-4-4 16,4-5-8-16,8-4 8 0,4-3 64 15,4-6 44-15,0-4-104 0,4 0 4 0,4-3 124 16,4 4 176-16,8-1-108 0,4-3 68 15,8 0 16-15,3 0-96 16,1-3-44-16,9 0-56 0,-2 0 60 0,1-3 12 16,8 0 24-1,3 3 0-15,1-3-184 0,4 0 0 16,0 0-64-16,0-1-20 0,-5 1-52 16,-2 0 52-16,-6-3-52 0,1 2 0 15,-8 2-60-15,-8-3-148 16,0 3-40-16,-9-1-12 0,-2 0-148 15,-6-1-116-15,-3 4-160 0,-3-2-300 0,-1-5-420 16,0 3-240-16,-4 2-2297 0,0-11-1595 0</inkml:trace>
  <inkml:trace contextRef="#ctx0" brushRef="#br0" timeOffset="200463.857">26751 9201 6400 0,'0'0'2728'16,"0"0"-1836"-16,0 0-416 15,0 0 661-15,0 0 283 0,-77 19-324 0,49-3-324 16,0 5-344-16,-3 5-152 0,-5 9-52 16,-4 0 28-16,5 4 16 0,-6 1 20 0,1 4-64 15,1 2-124-15,-2-5-100 0,6 3-72 0,-1-5-76 16,4-4 32-16,4-4-56 0,9-9-120 15,2-3-136-15,6-3-352 0,7-3-780 0,-1-7-1069 16,5 0-1591-16</inkml:trace>
  <inkml:trace contextRef="#ctx0" brushRef="#br0" timeOffset="201565.35">25507 9229 6248 0,'0'0'2236'15,"0"0"-452"-15,0 0-339 0,0 0-49 16,0 0 0-16,0 0 140 0,0 0-420 0,0 0-296 15,0 0-140-15,0 0-216 0,0 0-156 16,12-37-112-16,0 33-48 0,4 1-24 16,4 3-52-16,0 0-60 0,-1 0-12 15,-2 3-148-15,-2 3 40 0,-2 1 40 16,-6-1 68-16,1 4 8 0,1 2-8 16,-9 4-72-16,4 1-52 0,-4 4 28 0,-4 2-64 15,-9 2-88-15,2-3-44 0,-6 7 56 16,-2-7 52-16,-1 3 12 0,-4-3 48 0,0 3 12 15,0-5 100-15,4 2-52 0,0-6 4 16,4-3 56-16,5 0 4 16,2-4 4-16,1-3 4 0,8-2-8 15,0-1-88-15,0-3-96 0,0 3 184 16,4 0 124-16,9 1 160 0,2-2-76 16,5 3-8-16,5-3-52 0,2-2-148 15,1 0-76-15,-1-7-168 0,5 5-452 16,0-5-436-16,4-3-952 0,-8 4-1849 15,16-3-1903-15</inkml:trace>
  <inkml:trace contextRef="#ctx0" brushRef="#br0" timeOffset="201941.808">27245 9017 7340 0,'0'0'2412'16,"0"0"-1003"-16,0 0-397 0,0 0-64 0,0 0-56 15,0 0-32-15,0 0-192 0,0 0-180 16,-88 79-32-16,68-47-20 16,4 6 0-16,0 0 36 0,0 7 8 0,0 2-196 15,4-3-72-15,4-2-56 0,4 0-20 16,0-9 12-16,0 3-48 0,4-7-16 16,4-4-72-16,4 0-12 0,0-5 0 0,8-2-108 15,0-2-276-15,3-3-352 0,6-1-432 0,-1-6-688 16,-4 1-1300-16,12-7-3449 0</inkml:trace>
  <inkml:trace contextRef="#ctx0" brushRef="#br0" timeOffset="202332.787">27662 9138 6260 0,'0'0'2832'0,"0"0"-1128"0,0 0-491 0,0 0 219 0,0 0-64 0,0 0-548 16,0 0-308-16,0 0-68 0,0 0 192 31,8 75 132-31,-8-43-224 0,0 6-260 16,0 0-76-16,0 1-72 0,-4 2-64 15,-3-3-72-15,3-1-4 0,0-4-120 16,0-5-36-16,0-2-356 0,4-7-212 0,0-2-180 15,0-3-412-15,4-3-592 0,4-6-905 16,-4-2-1467-16,7-3-2120 0</inkml:trace>
  <inkml:trace contextRef="#ctx0" brushRef="#br0" timeOffset="202566.471">28037 9401 5612 0,'0'0'4496'16,"0"0"-3591"-16,0 0-273 0,0 0 712 15,0 0 156-15,0 0-252 0,0 0-292 16,8 80-444-16,-8-58-352 16,-8-3-60-16,0-1-100 0,0 2-4 0,1-5-120 15,-2-2-112-15,-3 0-424 0,1-1-364 0,-2-5-112 16,5-1-184-16,1-6-773 0,3 0-1143 15,-1 0-4212-15</inkml:trace>
  <inkml:trace contextRef="#ctx0" brushRef="#br0" timeOffset="202805.511">28412 9182 9096 0,'0'0'2441'16,"0"0"-1225"-16,0 0-336 16,0 0 680-16,0 0-28 0,0 0-588 15,0 0-140-15,8 89-224 0,-8-57-248 0,0-1-64 0,-4 1-72 0,-5 1-108 16,2 0-88-16,-1-1-60 0,0-3-24 16,-1-4-136-16,6-3-408 15,-1-2-456-15,4-8-260 0,0-2-812 0,0-4-1785 0,11-6-1499 16</inkml:trace>
  <inkml:trace contextRef="#ctx0" brushRef="#br0" timeOffset="203066.933">29017 9116 8916 0,'0'0'4205'0,"0"0"-3137"0,0 0-496 0,0 0 332 0,0 0 724 16,0 0-340-16,0 0-428 0,0 0-248 0,92 72-268 15,-80-47-64-15,-4 5-132 16,-4 1-16-16,-4 1-84 16,0 0-48-16,0 2-12 0,-17 4-84 0,2 3-40 15,-9 4 52-15,-4-1 72 0,-8 1-256 16,-3-4-416-16,-2-5-372 0,-6-2-444 0,11-8-2292 15,-31 9-3929-15</inkml:trace>
  <inkml:trace contextRef="#ctx0" brushRef="#br1" timeOffset="209471.125">8212 14897 9200 0,'0'0'1356'0,"0"0"-195"0,0 0-685 0,0 0 60 16,0 0 116-16,0 0-104 0,0 0-196 15,0 0-148-15,0 0-28 0,0 0 380 0,59 16 184 16,-23-10-256-16,4 4-148 15,3-4 24-15,5 3-48 0,4 1-40 16,3-1-60-16,1 0 56 0,8 2-120 16,-4-3-84-16,4 3-64 0,4-2-112 15,3 1-60-15,5-1 72 0,-4 1-48 16,7-1 76-16,-3-3-128 0,3 4 112 16,5-3 80-16,0-5-104 0,4 5 112 15,4-4 76-15,0-3-4 0,3 3-72 0,4 0 0 16,-3 0 0-1,3-3 0-15,6 4-56 0,-2-1 48 0,0-3-4 16,5 4-176-16,3-1 116 16,5-3-28-16,3 0 100 0,1 0 4 0,4-7 84 15,-1 0-16-15,-3 1-64 0,3-2 4 16,-3 1 4-16,3-6 32 0,1 3-44 16,-1-2 168-16,9-4-8 0,3 0 8 0,1 0-160 15,-1-1-4-15,5-1-8 0,-5-1-100 16,1 0 52-16,-5 0 40 0,-4 1-40 15,-3 1 40-15,-4 4 8 0,-5-3 72 0,-4 7-60 16,-3-4 112-16,-4 4-36 0,-5-2-16 16,-3 6-72-16,-5-2 4 0,-3 5-4 15,-8 2-4-15,-1 0-56 0,-6 0 52 0,-6 0 0 16,-3 0-44-16,-8 2 48 0,-4 2-60 16,-9-1 64-16,-7 0 76 0,-4-1-68 0,-4 3 40 15,-8-3-48-15,-4 2 0 16,-4-1-4-16,-4-3-60 0,0 3-168 0,-5-3-80 15,1 0 100-15,-4 0-284 0,0 0-436 16,0 0-304-16,-4 0-672 16,-3 0-1273-16,-14-3-4743 0</inkml:trace>
  <inkml:trace contextRef="#ctx0" brushRef="#br1" timeOffset="210452.954">25451 10076 9532 0,'0'0'1228'0,"0"0"-1023"0,0 0 15 0,0 0 884 31,80 0 20-31,-48 0-184 0,3 0-116 0,5 0-172 16,12-2 52-16,8 2 292 0,8 0-204 15,4-3-324-15,11 3-160 0,9 0-48 0,3 0-140 16,9 0-44-16,0 0-40 0,7 0-36 15,0 0-60-15,9-3 60 0,0 3 0 16,7-4 4-16,5 4 92 0,-1 0-92 0,5 0 144 16,-9 0-40-16,1 0 16 0,-9 0-112 0,-11 0-12 15,-5 0-24-15,-11 0-148 16,-4 7 24-16,-12-4-60 0,-9-1-84 0,-7 5 44 16,-9 0-60-16,-10-1-36 0,-13 1-88 0,-9-4 36 15,-6 3-40-15,-9-3-340 0,-4-3-444 16,-9 3-748-16,1-3-1261 0,-27 4-4111 15</inkml:trace>
  <inkml:trace contextRef="#ctx0" brushRef="#br2" timeOffset="214663.388">21180 13427 6716 0,'0'0'2352'15,"0"0"-532"-15,0 0-571 0,28-80-61 0,-24 58 68 16,-4 3-184-16,0-3-80 0,-9 3-208 15,2 6-124-15,-1-3-104 0,0 3-80 16,0 1-168-16,-4 3-76 0,1-2-36 16,-6 3 36-16,2-3 4 0,-6 8-140 0,1 0-96 15,-8 3-8-15,1 0-200 0,-5 10 0 0,-1 5-24 16,-2 10 24-16,3 8 60 0,-4 11 64 16,4 10 84-16,1 10 0 0,-1 9 132 15,4 7-56 1,0 8-4-16,0 1-12 0,5-7 52 0,6-2 60 0,6-13-12 0,11-7-112 31,7-13-40-31,9-12 52 0,12-3-60 0,4-10-20 16,8-5 20-16,0-5 124 0,3-5 20 15,-2-7 112-15,-2 0-120 0,1-11-64 16,-5-1-72-16,2-3-72 0,-10-8-160 16,-3 1-136-16,-3-3-220 0,-6-1-96 15,-6-2-304-15,-5 2-716 0,-4 1-888 0,-8 0-1497 0,-1 8-307 16,-15-8-564-16</inkml:trace>
  <inkml:trace contextRef="#ctx0" brushRef="#br2" timeOffset="-214533.053">20814 13855 3816 0,'0'0'4220'16,"0"0"-2432"-16,0 0-367 0,0 0 27 15,0 0-184-15,0 0-316 0,0 0-292 16,0 0-104-16,0 0 376 0,0 0 104 16,0 0-280-16,60 16-360 0,-21-25-160 0,1-1-100 15,0 1-132-15,4-7-100 0,-5 0-340 16,2 0-264-16,-6 4-72 0,-7-5-208 0,-8 9-376 15,-4 1-680-15,-4 3-425 16,-9 4 97-16,-3 0 264 0,-3 4 1360 0,-5 9 744 16,-9 0 976-16,-2 5 340 0,3 3 460 15,-7 3 133-15,2 1-281 16,5 4-256-16,1 2-176 16,2 2-152-16,1-2-272 0,5 1-300 15,-1-4-228-15,8 0-68 0,0-2-52 16,0-4-124-16,4-3-136 0,7-3-224 0,1-4-184 15,1 2-92-15,-2-9-128 0,2 2-396 16,2 0-704-16,-7-7-2181 0,8 0-2755 0</inkml:trace>
  <inkml:trace contextRef="#ctx0" brushRef="#br2" timeOffset="-214217.069">22412 13195 14409 0,'0'0'2216'0,"0"0"-1504"0,0 0-612 16,0 0 120-16,0 0 240 0,0 0 548 16,0 0-456-16,0 0-552 0,0 0 76 15,-88 67-76-15,48-23 292 0,-4 10 28 16,-8 13 20-16,-7 12-24 0,-10 6-144 0,-6 8-100 0,-5 6-60 15,-12 5 12-15,-3 0-24 0,-5 2-120 16,1-1 8-16,0-4-104 0,-6 4 32 16,10-6-48-16,3-4 232 15,8-7-60-15,13-1 12 0,11-15-28 0,17-8 64 16,15-14-120-16,15-11-64 0,9-17-824 0,8-13-288 16,9-9-320-16,6-3 308 0,9-16-920 0,-4 4-2145 15,12-27-2347-15</inkml:trace>
  <inkml:trace contextRef="#ctx0" brushRef="#br2" timeOffset="-213600.792">22232 14027 6716 0,'0'0'2208'16,"0"0"-1044"-16,0 0-259 0,0 0 95 16,0 0-12-16,0 0-84 0,0 0-244 0,0 0-156 15,0 0 24-15,12 92 168 0,-12-45-72 16,0 11-140-16,0 8-172 0,0 4-76 0,-8 6-40 15,0 4-36-15,-4-5-12 0,0-1-148 16,1-10 0-16,6-7-148 0,1-13-60 16,0-6-64-16,4-6 84 0,0-7-84 15,4-9-152 1,5-3-644-16,2-9-708 0,6-4-1076 0,-6-7-1701 16,13-19-2118-16</inkml:trace>
  <inkml:trace contextRef="#ctx0" brushRef="#br2" timeOffset="-213305.546">22814 14106 11189 0,'0'0'1476'16,"0"0"-1208"-16,0 0-76 0,0 0 392 15,-99 85 244-15,67-55-20 0,-9-2-92 0,2 4-212 16,-1-1-108-16,-4 1-108 0,4-4-4 15,4 5-172-15,1-5-88 0,3 1-24 16,0-4-172-16,4 0-200 0,8-2 12 16,-1-7 36-16,14-3 248 0,-1-7 24 15,8-4-64-15,0 3-124 0,4-5 240 0,7 6 52 16,2-3 152-16,2 2 24 0,6 6-92 16,3 1-12-16,4 1-24 0,-5 3 200 0,9 3-116 0,-4 0-88 15,7-3-96-15,2 1-8 16,3-6-80-16,-1 3-24 0,6-9-460 15,-6 5-384-15,1-4-420 16,-8 0-1536-16,3-2-2501 0</inkml:trace>
  <inkml:trace contextRef="#ctx0" brushRef="#br2" timeOffset="-212674.451">23587 13977 5836 0,'0'0'2352'16,"0"0"-1172"-16,0 0-676 16,0 0-244-16,0 0 332 0,0 0 489 0,75-52-209 15,-39 30-256-15,4-4-84 0,4-2 12 16,0 2 28-16,-4-2-20 16,-1 5-124-16,-3 4-84 0,1 5-120 0,-10 0-12 0,1 5-88 15,-4 5-60-15,-4 1-16 0,-1 3-44 16,-2 3 8-16,-6 7-4 0,6 3 132 0,-6 5-56 15,-2 1-68-15,-1 4 68 0,-1-2-32 16,1 3-52-16,1-6 0 0,-2 1 0 16,5-6 8-16,1 0 64 0,2-4 140 15,5-2 124-15,0-4 316 0,7-3-244 0,1 0-236 16,4-10-72-16,4 1-100 16,-4-7-132-1,0 3-92-15,-4-3-84 0,0 1-84 0,-4 5-152 0,-4 0-140 0,-5 1-116 0,-7 6-360 16,-8 3-716-16,0 0-1169 0,-15 0-2459 15</inkml:trace>
  <inkml:trace contextRef="#ctx0" brushRef="#br2" timeOffset="-212482.143">23758 14281 6900 0,'0'0'1972'0,"0"0"-664"0,0 0-279 0,0 0 639 0,0 0-28 31,0 0-252-31,87 6-236 0,-55-6-256 16,9 0-280-16,-2 3-136 0,1 1-64 0,4 2-72 0,0 1-76 0,4-2-268 0,-5 1-12 15,6-2-364-15,-2-1-240 16,1-3-244-16,-1 0-396 0,-2 0-892 0,-10-3-2165 16,5-3-3359-16</inkml:trace>
  <inkml:trace contextRef="#ctx0" brushRef="#br2" timeOffset="-211340.956">25794 13166 9532 0,'0'0'2013'0,"0"0"-705"0,0 0-276 0,0 0 260 0,76-8 292 16,-41 1-208-16,10 0-524 0,2-3-264 15,9-2-160-15,4-1-124 0,0 1-132 16,-1-1-84-16,1 0-88 0,-4 0-100 16,-1 4 16-16,-7 3-40 15,-4-1-20-15,-8 7-4 0,-5-3-72 0,-6 3 48 16,-13 0-84-16,-4 3-28 0,-4 7-124 15,-4 6 140-15,-16 6 264 0,-8 6-96 16,-8 11-148-16,-12 8-88 0,-3 4 52 0,-6 3-52 16,-2 3 76-16,-1-1 112 15,-3 9 148-15,7-5 88 0,-1-6 24 0,10 0 64 16,3-9 136-16,13-4-16 0,6-10-84 16,10-2-16-16,6-10 52 0,5-3-172 15,5 0 144-15,10-4 28 0,5-2 120 16,12-4 72-16,0 1-48 0,8-7 24 15,3 0-100-15,1 0 16 16,4-4-4-16,-4-5 97 0,0 3-205 16,0-4-160-16,-5 1-60 0,1-4-48 0,-4-1-64 15,0 3-117-15,-4-3-247 0,0 0-304 16,-4-3-148-16,-1 1-400 0,-3-3-1104 16,-7 6-2461-16,-2-5-2031 0</inkml:trace>
  <inkml:trace contextRef="#ctx0" brushRef="#br2" timeOffset="-211133.445">26779 13265 6108 0,'0'0'1248'0,"0"0"-272"0,0 0 576 0,0 0 241 0,-101 82-421 16,69-46-444-1,-3 2-268-15,-5 6-40 0,0 0-80 16,0 5 4-16,-3 1-72 0,-2-3-196 15,2 4-160-15,3-4-116 0,4 2-300 16,4-11-388-16,9-7-244 0,10-8-548 0,5-11-848 16,8-9-2113-16,4-6-1243 15</inkml:trace>
  <inkml:trace contextRef="#ctx0" brushRef="#br2" timeOffset="-210886.093">27436 13014 7948 0,'0'0'3965'15,"0"0"-2125"-15,0 0-220 0,-96 98-212 16,52-57-292-16,-4 10-276 0,-4 7-152 0,-4 5-172 16,-7 7-164-16,-5 10-108 15,-3 5-84-15,-5 7-88 0,-7 9-36 0,-9 1 16 16,4 3-104-16,-4 0-8 0,1-4-160 0,3-5-220 15,12-7 36-15,8-7-108 16,8-6-636-16,13-8-504 16,7-12-444-16,16-15-328 0,8-11-725 0,12-18-2335 15</inkml:trace>
  <inkml:trace contextRef="#ctx0" brushRef="#br2" timeOffset="-210539.665">26571 14284 9232 0,'0'0'2285'0,"79"-25"-673"0,-38 12-24 16,6-3-152-16,9 0-496 15,-4 0-444-15,-1 7-188 0,-3-1-188 16,-12 8-120-16,0 2-112 15,-12 0 52-15,-8 6-188 0,-8 2 112 0,-8 12 24 0,0 2 108 16,-16 7-72-16,-7 3 76 16,-14 6 8-16,1 0-4 0,-3 0 72 15,-6 3-76-15,6 0-96 0,-1-3 96 0,1 0 12 16,7-2 64-16,8-2-72 0,3-5-4 0,10-4-88 16,7-6-112-16,4-3 16 0,4-2 16 15,11-6 168-15,9 3 88 16,4-11 48-16,4 0-72 0,4-4-64 15,3-11-100-15,2-6-388 0,-2 0-380 16,1-8-608-16,-12 10-2553 0,8-12-3207 0</inkml:trace>
  <inkml:trace contextRef="#ctx0" brushRef="#br2" timeOffset="-210196.134">27172 14128 11685 0,'0'0'1972'0,"0"0"-1324"0,0 0 108 0,0 0 1204 0,116-22-312 16,-73 13-544-16,10-1-504 0,-1 0-272 15,4-2-144-15,-5 2-4 0,-3 1-180 0,-1 6-24 16,-10 0-72-16,-1 3-24 0,-12 0-4 16,-13 6-96-16,-3 7-12 15,-8 9 48-15,-12 9 64 0,-12 4 108 0,-11 9-52 16,-10 5-56-16,-6 1 108 0,-1 1-52 0,0-1-56 15,5-1 8-15,7-2 52 0,3-9 60 16,14-3 40 0,7-9 36-16,12-4-76 0,4-3-64 0,8-3 64 15,8-4 132-15,8 5 88 16,8-8-148-16,8-3 28 0,3-3-92 0,5-3-8 0,8 0 4 16,-1-3 20-16,1-7-24 15,0-2-232-15,-4-4-320 0,-1-3 196 16,-6-3-1440-16,-2 0-1276 0,-11 2-2085 0,4-2 2417 15</inkml:trace>
  <inkml:trace contextRef="#ctx0" brushRef="#br2" timeOffset="-210011.589">27885 14186 11401 0,'0'0'1436'0,"0"0"-1260"16,0 0 248-16,0 0 780 0,-51 69 344 0,35-40-408 15,0 3-460-15,-4 5-320 0,0 5-128 16,0-1-84-16,-4 4-148 16,0 2-144-1,0-3-348-15,1 2-116 0,-1-5-300 0,0-3-576 16,3-3-776-16,6-13-1845 0,-1 3-1511 0</inkml:trace>
  <inkml:trace contextRef="#ctx0" brushRef="#br2" timeOffset="-209084.344">28922 13372 9548 0,'0'0'2565'15,"0"0"-1197"-15,0 0 280 16,0 0-632-16,67 99-112 0,-43-54-84 0,0 5-204 16,-3 5-160-16,2-5-160 0,1 4 108 0,4-7-108 15,-4-5-176-15,0-4-120 0,-1-6-184 16,1-7-292-16,0-6-260 0,4-6-192 16,0-7-608-16,0-2-368 0,-8-4-1304 0,4-10-3633 0</inkml:trace>
  <inkml:trace contextRef="#ctx0" brushRef="#br2" timeOffset="-208893.305">29471 13468 7188 0,'0'0'2580'16,"0"0"-1199"-16,0 0-249 0,-91 64 132 15,51-30-8-15,0 11-236 0,-4 6-240 0,1 3-84 16,-1 2-136-16,-4-1-128 0,8-1-184 15,0-7-248-15,4 2-200 0,5-8-292 16,7-7-404-16,3-2-572 0,6-10-928 0,2-9-1689 16,13-7-1863-16</inkml:trace>
  <inkml:trace contextRef="#ctx0" brushRef="#br2" timeOffset="-208491.641">30201 13271 12017 0,'0'0'2192'15,"0"0"-976"-15,0 0 800 0,92 4-300 16,-45-4-420-16,5 0-444 0,12-10-400 0,11 0-271 16,5 1-181-1,4-1-92-15,-9 4-57 0,1 3-67 0,-12 3 20 16,-17 3 16-16,-6 7-16 0,-14 2-36 15,-15 7 48-15,-8 7 184 0,-8 2 148 16,-20 11 36-16,-11-1 56 0,-10 9-8 0,-10 4-60 16,-5 2-168-16,-3 8-4 0,-6 2-84 15,2 1-16-15,-1 6-80 16,1-4 8-16,7 1-36 0,4-3 12 0,9-4-20 0,6-6-80 0,9-4 88 16,8-1 60-16,13-11 148 0,3-7 76 15,8-3 68-15,4-5 4 0,11-6-36 0,9-5 44 16,12-5 40-16,4-7 0 15,12 0-52-15,4-11-144 0,3-2-184 16,1-5-96-16,4-1-100 0,0 0-48 0,-5 3-148 31,-7 3-240-31,0 0-36 0,-8 4 416 16,-8-1-568-16,-4-2-2908 0,-12-1-69 0,4-3-1227 16</inkml:trace>
  <inkml:trace contextRef="#ctx0" brushRef="#br2" timeOffset="-208245.46">31217 13519 7988 0,'0'0'5933'16,"0"0"-5309"-16,0 0-484 0,0 0 364 0,-97 76 840 15,70-44 0-15,-4 3-564 0,-6 6-316 16,1 0-280-16,1 4-108 0,-1-1 8 0,-9 4-84 15,6-1-48-15,-8 4-260 0,-2-3-96 32,6 2-52-32,-5-2-324 0,4-3-192 15,4-4-424-15,0-3-356 0,8-3-837 0,8-12-647 16,-8 2-2724-16</inkml:trace>
  <inkml:trace contextRef="#ctx0" brushRef="#br2" timeOffset="-204847.566">29711 9099 5764 0,'0'0'3220'16,"0"0"-1448"-16,0 0-1075 0,0 0 1195 0,0 0-748 15,0 0-272-15,0 0-16 16,0 0-220-16,35 70 48 0,-14-35 36 0,-6 6-240 15,9 1-88-15,0-1-108 0,0 0-76 16,0-3 24-16,0-2-72 16,-4-5-120-16,-1-2-40 15,2-7-132-15,-6-3 68 0,5-3-376 16,-3-7-308-16,-2-3-428 0,-3-2-852 0,0-1-2012 16,4-3-2253-16</inkml:trace>
  <inkml:trace contextRef="#ctx0" brushRef="#br2" timeOffset="-204656.05">30057 9238 7080 0,'0'0'2660'16,"0"0"-1303"-16,-67 74-561 0,35-39 76 0,-4 10 160 15,-1-1-108-15,2 3-116 0,-1-2-308 16,0-4-196-16,4-3-204 15,1 1-100-15,3-9-136 0,4 0-108 0,4-8-380 0,8-3-336 16,0-6-720-16,8-7-1213 16,4-3-1943-16</inkml:trace>
  <inkml:trace contextRef="#ctx0" brushRef="#br2" timeOffset="-203794.988">30898 8928 1472 0,'0'0'4168'0,"0"0"-2580"0,0 0-564 0,0 0-140 15,0 0 20-15,0 0 13 0,0 0-5 0,0 0-448 16,0 0 164-16,0 0-516 0,0 0 248 15,16-54 8-15,-16 48 720 16,0 6-144-16,0-4-388 0,0 4-208 0,-4 0-12 16,0 0-60-16,-4 0-276 0,-4 10 0 15,-4 3-248-15,-8 6 208 0,4 6 40 16,-8 4 264-16,8-1-68 16,-3 4-72-16,-1-1-72 0,3 1-52 15,2 1-64-15,3-2-24 0,4-6 16 16,3 0-40-16,6-9 0 0,-1 0-224 15,4-7 24-15,0 2 76 0,4-3 136 0,-1-1-156 16,6 0 44-16,-1 2 72 0,-4 1 52 16,3-1 28-16,2 4 60 0,-1 0-12 15,-4 0-60-15,3 6 20 0,-3-1 0 0,5 1 4 16,-9 7 48 0,4-3 0-16,0 2 8 0,-4 0 4 0,0 0-12 0,0 1-52 15,0-4-72-15,-4 0-192 0,0-3-40 0,-5 0-264 16,9-2-412-16,-4-5-560 0,4 1-669 15,0-7-1771-15,0 1-868 0</inkml:trace>
  <inkml:trace contextRef="#ctx0" brushRef="#br2" timeOffset="-203316.217">31316 9134 6248 0,'0'0'2312'15,"0"0"-692"-15,0 0-539 0,0 0 115 16,-67 70 116-16,47-42-108 16,3 4-224-16,2 7-288 0,-2-4-168 0,2 2-152 0,7-5-108 15,4-3-68-15,-1-8-48 16,5-2-60-16,5-5-80 0,3-5 128 16,4-2-124-16,4-1 48 0,3 0-60 0,2-6-220 15,7-3-176-15,3-6 72 16,9-4-24-16,-4-6-88 0,0 0-92 0,4 0-12 15,-8-4 24-15,0 2 36 0,-8-5 152 16,-1 4 100-16,-7-1 140 0,-8 1 88 16,1-1 132-16,-9 4 144 0,-5 0 132 15,-3 5-132-15,-4 0-64 0,-4 5 92 0,1 5-28 0,-6 1-164 16,1 3-12-16,-3 3-48 0,-1 7-52 16,0 0-64-16,3-1-112 15,2 1-12-15,3 3-592 0,0-5-600 16,9-1-1144-16,-2 0-2437 0</inkml:trace>
  <inkml:trace contextRef="#ctx0" brushRef="#br2" timeOffset="-202845.45">31779 8909 6916 0,'0'0'2348'0,"0"0"-924"0,0 0 1 15,0 0 123-15,0 0-232 0,0 0-420 0,0 0-392 0,0 0-168 16,0 0-112-16,0 0-12 0,75-29-92 16,-71 29-120-16,0 0-60 15,4 0 8-15,0 0 52 0,0 0-88 0,0 7-84 0,4 2 120 16,-4 4-20-16,0 3 20 0,0 3-72 15,-4 0 116-15,-4 0 0 0,0 3 4 16,0-2 4-16,-4 1 124 0,-4 2-24 16,0 2 12-16,-4 3-12 0,-1 1 24 0,-2 6 24 15,-5 0-120-15,4 0-24 0,0 0-8 16,0-4-8 0,4-2-172-16,4-4-28 0,4-1-248 0,4-10 64 15,0 2 284-15,4-2 104 0,4 0 8 16,1 0-4-16,-2-4 12 15,5 2 124-15,0 1 208 0,0 3 24 0,0-4-52 16,-4 7-188-16,4-3-28 0,-4 3 56 16,-5 0 96-16,6 0-52 15,-9 4-60-15,0-4-72 0,0 3-4 0,0-3-52 0,0-3 44 16,0-1-52-16,-4 2-136 0,-1-5-548 0,2-6-568 16,-1 1-536-16,4-4-2413 15,-8-3-4599-15</inkml:trace>
  <inkml:trace contextRef="#ctx0" brushRef="#br2" timeOffset="-202704.75">32029 9760 13417 0,'0'0'3048'16,"0"0"-1968"-16,0 0-348 16,0 0-608-16,0 0-124 0,0 0-1200 0,0 0-1504 15,0 0-8741-15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40:01.0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2801 765 8596 0,'0'0'5161'15,"0"0"-4817"-15,0 0-232 16,-109 31 208-16,70-20 396 0,-5 1 284 16,-4 1-116-16,1-1-200 0,-5 1-340 0,0 0 188 15,1 3 132-15,-5-1-124 16,0 4-348-16,-4 10-116 0,0-1-64 0,-4 11-12 15,-3 2-48-15,-1 7-52 0,-8 5-8 16,5 5-40-16,-2 2 100 16,6 3-16-16,-1 0-8 0,5 2 0 0,3-2 8 15,8 3 60-15,0-2-4 0,8 3-4 0,1 2-84 0,7 2-28 16,8-1 112-16,4 0-36 0,7-1 32 16,10 4 16-16,7-3 64 0,12 0 84 15,8-3-100-15,8-2-48 0,7 3-24 16,10-1-160-16,6-4 96 0,13 4 88 15,4-7 52-15,11 1-48 0,9-5-4 0,7 2 4 32,13-4 40-32,7-6-36 0,14-4-8 15,6-6-76-15,8-3 76 0,9-10-72 0,11-8 64 16,8-8-64-16,17-9 72 16,15-3 60-16,12-14-60 0,12-8 0 0,8-10-8 15,4-3-176-15,8-9 120 0,0-8 4 16,0 1-100-16,0-3 100 0,-7-3-176 15,-10-1 76-15,-6 1-76 0,-10 0-284 0,-6-3 232 16,-12-4 52-16,-13-3-300 0,-9-3-20 16,-9 0 4-16,-19-4-16 0,-14 2 224 15,-17 2 332-15,-23-1 12 0,-20 2 116 0,-21 2-16 0,-15 0 128 16,-20 0 312-16,-16-1-84 16,-3-1-56-16,-22-1-144 0,-10-7-244 15,-17 4 160-15,-16-6-108 0,-16 2 112 0,-15 1-64 16,-17 2 24-16,-15 2 12 0,-21 2 200 15,-3 7 48-15,-21-2-396 0,-7 5 176 0,-12 6-176 16,-12 3 84-16,-9 3-84 0,-6 7-160 31,-5 2-24-31,-5 10 180 0,6 4-232 16,-1 9-24-16,3 9-216 0,1 4-20 0,4 6 216 16,4 0 68-16,0 13-16 0,0 2 76 15,-1 14 16-15,5 9 60 0,0 9 76 0,4 11 92 16,0 11-4-16,7 11 0 0,1 3-80 15,8 6 92-15,12 0-24 16,11-4 88-16,13 1-164 0,20-7-112 0,7-5-64 0,20-5-204 16,13-2 16-16,15-7-320 0,17 1-820 15,11-8-385-15,20-9-1255 0,-4 14-2680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27:16.01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1362 736 9672 0,'0'0'552'0,"0"0"2569"0,0 0-1521 0,0 0-568 15,0 0 184-15,0 0-240 0,0 0-16 16,0 0-320-16,0 0 20 0,112-9-208 16,-56 9 8-16,7 0-8 0,1 3-87 0,0 3-221 15,-4 4 28-15,-1-1-112 0,-7-2-52 0,4 2-8 16,-8-3-100-16,-1 0-104 16,-10-6-100-16,-2 0-229 0,-7 0-175 0,-12 0-280 15,0-6-500-15,-12 0-1336 0,-4 4-2029 16,-9-2-2635-16</inkml:trace>
  <inkml:trace contextRef="#ctx0" brushRef="#br0" timeOffset="203.912">1689 863 104 0,'0'0'9280'0,"-4"64"-7175"0,4-22-425 0,0 10 172 16,8 16-144-16,3 5-244 0,2 9-588 15,-1 4-348-15,0 3-208 0,0 6-112 16,-5 0-208-16,1-6-92 0,-3-13 92 0,-1-12-84 16,4-17-160-16,-5-15-236 0,1-12-320 15,0-8-312 1,-4-5-492-16,0-7-892 0,0 0-1737 0,0-4-1735 0</inkml:trace>
  <inkml:trace contextRef="#ctx0" brushRef="#br0" timeOffset="358.697">1736 1600 10016 0,'0'0'3133'16,"0"0"-2025"-16,0 0-664 15,0 0 260-15,0 0 292 0,97-35-100 0,-62 32-288 16,5-1-200 0,0 1-160-16,-5 3-104 0,6-3-144 0,-5 3-260 15,-5-3-24-15,-7 3-112 0,-4 0-284 0,-8 0-276 0,-4 6-364 0,-8 8-892 0,0-6-2001 16,-16 15-875-16</inkml:trace>
  <inkml:trace contextRef="#ctx0" brushRef="#br0" timeOffset="519.398">1745 1994 13193 0,'0'0'1652'0,"0"0"-1060"0,0 0-252 16,0 0 20-16,0 0 32 0,0 0 120 16,0 0 480-16,107 22-360 0,-55-29-168 15,8-2-264-15,0-7 8 0,7 3 48 16,-7-2-256-16,0-4-96 0,-9 3-456 15,1-3-336 1,-7 2-228-16,-2 2-552 0,-3 2-868 0,-16 0-2357 0,11-3-1867 16</inkml:trace>
  <inkml:trace contextRef="#ctx0" brushRef="#br0" timeOffset="735.181">2482 1489 9232 0,'0'0'1693'16,"0"0"-921"-16,0 0 416 0,0 0 416 16,83 88-116-16,-47-46-372 0,0 6-76 15,-4 5-128-15,4-2-288 0,-8-3-280 16,4-4-196-16,-4-5-148 0,0-11-208 16,-5-6-36-16,5-9 48 0,0-7-296 0,-4-6-324 0,4-8-100 15,-4-11-448-15,-1-8-564 0,-2 2-1120 16,3-16-2521-16</inkml:trace>
  <inkml:trace contextRef="#ctx0" brushRef="#br0" timeOffset="904.156">2992 1461 9580 0,'0'0'1164'0,"0"0"645"0,0 0-597 0,0 0-260 0,-92 59 192 0,68-17-164 16,1 3-72-16,-5 8-80 0,-4 7-76 15,4 4-192-15,-4 0-144 16,4-4-208-16,-4 1-208 0,4-11-140 0,4-9-216 15,0-6-208-15,9-6-124 0,-2-9-100 16,6-6-132-16,-1-3-812 0,3-6-1252 16,-2-5-2265-16</inkml:trace>
  <inkml:trace contextRef="#ctx0" brushRef="#br0" timeOffset="1337.808">1191 2721 14513 0,'0'0'1832'0,"0"0"-1616"0,0 0-208 0,0 0 280 16,0 0 460-16,0 0-648 0,0 0-92 0,0 0-8 16,0 0 360-16,127-35-252 0,-43 6 104 15,12-2-152-15,3-4-60 0,5 2-36 16,4 2 36-16,-1-1 84 0,5 10-80 0,7 0 4 31,1 3 112-31,3 6-108 16,-4 1 184-16,6-1-188 0,-7 0-8 15,2 3-4-15,-4 2-8 0,-4-3-100 0,-13-2 12 0,-3 7-132 16,-9-3-16-16,-15-1-172 0,-12 4-40 16,-8 0-200-16,-13-4-320 0,-7 4-1108 15,-8-4-2157-15,-4 1-2615 0</inkml:trace>
  <inkml:trace contextRef="#ctx0" brushRef="#br0" timeOffset="1588.246">3916 1898 11237 0,'0'0'0'0,"0"0"-1369"0,0 0-2707 0,0 0 1652 0,0 0 2424 16,0 0 600-16,0 0 468 16,0 0-612-16,0 0-456 0,0 0-3024 0</inkml:trace>
  <inkml:trace contextRef="#ctx0" brushRef="#br0" timeOffset="2486.199">5828 842 5208 0,'0'0'5869'0,"0"0"-3613"0,0 0-1000 0,0 0-172 16,0 0 24-16,0 0-352 0,-79-68-284 15,51 65-28-15,0 3 112 16,-4 3-212-16,-3 13-100 0,-2 7-84 0,-3 8 96 16,1 17 76-16,3 9-16 15,0 10 196-15,5 15-100 0,3 10-59 16,7 7-205-16,10 6-52 0,2-1-84 0,9-2-12 15,9-10 12-15,10-13 168 0,13-12 524 16,8-16-100-16,4-10-328 0,4-8-128 16,7-5-40-16,1-6-108 0,4-7-60 0,-4-2-96 0,-4-6-88 15,-5-4-168-15,-2-3 16 16,-10 0 32-16,-7-7-72 0,-5 1-233 0,-2-4-319 0,-14-2-516 16,2-4-652-16,-9-3-652 15,0 1-1113-15,-12-8-1015 0</inkml:trace>
  <inkml:trace contextRef="#ctx0" brushRef="#br0" timeOffset="2653.126">5669 1626 1772 0,'0'0'144'15,"0"0"600"-15,0 0 4240 0,0 0-2728 16,0 0-555-16,0 0-509 0,0 0-260 16,0 0 688-16,0 0-40 0,84 6-128 0,-44 6-236 15,4 4-288-15,-4-6-340 0,-1-4-272 16,5-3-168-16,-8-3-148 0,4 0-144 0,-8-6-380 0,-1-7-392 15,1 4-460-15,-8-4-1148 0,-8 3-2312 16,-4-5-2037-16</inkml:trace>
  <inkml:trace contextRef="#ctx0" brushRef="#br0" timeOffset="2824.562">6180 1702 5216 0,'0'0'6577'0,"0"0"-4149"0,0 0-1420 15,7 79-528-15,-3-47 748 0,4 3 308 16,-4 0-124-16,4 3-384 15,0-3-408 1,4 3-267-16,-4 0-181 0,-4-3-76 0,4 3-96 16,-8 1-196-16,4-6-97 0,-4 3-155 0,0-11-392 0,4-3-104 15,-1-9-88-15,6-10-144 0,3-3-480 0,-1-16-724 16,2 1-1917-16,6-27-3403 0</inkml:trace>
  <inkml:trace contextRef="#ctx0" brushRef="#br0" timeOffset="3013.296">6928 1438 5168 0,'0'0'10025'15,"0"0"-8293"-15,0 0-924 16,0 0 524-16,92 13 432 0,-64-13-259 0,4 0-465 16,0 0-532-16,3 0-276 0,-3-7-232 0,0 4-48 15,-4 0-352-15,0 0-300 16,-8 0-136-16,-4 3-761 0,-9 0-2947 15,-2 0-3829-15</inkml:trace>
  <inkml:trace contextRef="#ctx0" brushRef="#br0" timeOffset="3169.945">6904 1752 9940 0,'0'0'5737'15,"0"0"-4469"-15,0 0-992 0,0 0 740 0,0 0 716 16,0 0-452-16,80 10-319 0,-40-10-221 0,3 0-332 0,5-6-372 15,1-1-36-15,2-3-492 0,-7-2-296 16,3 2-125-16,-6 1-699 0,-9-1-2708 16,4 1-4533-16</inkml:trace>
  <inkml:trace contextRef="#ctx0" brushRef="#br0" timeOffset="4409.428">8107 1105 2916 0,'0'0'6556'0,"0"0"-4171"0,0 0-1169 0,0 0-360 0,0 0 192 16,0 0 300-16,0 0-176 15,0 0-304-15,0 0-352 16,0 0-60-16,80-10 120 0,-32 4-40 0,4-4-172 15,4 4-92-15,0-1-128 0,-5 2-36 0,-3-2-32 16,-5 7-36-16,2-3-40 0,-9 3-112 16,-5 0-56-16,-3 0-124 0,-3 6-76 15,-10 0-60-15,-7 4-24 0,0 0-236 16,-8 5 284-16,0 4 44 0,-8 8-148 16,-12 3 28-16,-4 9 140 15,-11 5 228-15,-5 7-12 0,-8 3-24 16,-4 5 148-16,-3 6 0 15,-1-2 88-15,0 1 48 0,0-4 212 0,9 0 200 16,2-5-104-16,9-8-108 0,8-6-92 16,13-3-84-16,2-8-156 0,13-11 48 15,8-1 216-15,12-5 296 0,16-7-48 0,9 1-176 16,10-5-72-16,4-2-48 0,10 0-36 0,-2-7 36 16,-3-1 8-16,4-5-68 0,-9 3-103 15,-6-3-57-15,-6 1-73 0,-8-1-75 16,-2 1-168-16,-9-1-220 0,-5 3-232 0,-3 1-128 15,-3 0-348-15,-9-4-1308 0,-1 0-2873 16,-7-6-3351-16</inkml:trace>
  <inkml:trace contextRef="#ctx0" brushRef="#br0" timeOffset="4625.835">8912 1295 1460 0,'0'0'8256'0,"0"0"-7144"0,0 0-595 0,0 0 471 16,-47 74 644-16,26-43 88 0,2 4-280 16,-5 3-460-16,-4 3-328 15,-4 7-160-15,-3-1-160 0,-6 4-148 0,1 3-76 16,1-3-68-16,-2 0-40 0,6-7-272 16,7-2-120-16,1-11-24 0,6-6-200 15,9-6-140-15,4-8-228 0,8-8-328 0,0-3-716 16,0 0-2557-16,17-17-2951 0</inkml:trace>
  <inkml:trace contextRef="#ctx0" brushRef="#br0" timeOffset="4824.2">9462 1388 456 0,'0'0'10032'16,"0"0"-6815"-16,0 0-1937 0,68 88-312 15,-48-50 536-15,4 6-292 0,-4-2-84 16,-1-4-308-16,-2 0-420 0,2-3-376 0,-2-2-24 16,-2-12-192-16,1-2-308 15,0-7-112-15,4-1-136 0,-3-11-340 0,2 0-1148 16,-3-5-3241-16,-4-9-4619 0</inkml:trace>
  <inkml:trace contextRef="#ctx0" brushRef="#br0" timeOffset="5011.024">9773 1369 1644 0,'0'0'11881'15,"0"0"-10273"-15,0 0-1068 0,-76 85-60 0,48-41 120 16,-3 4 472-16,-1 6-48 0,-4 3-348 16,8-3-348-16,-8 0-168 0,8 0-160 15,0-6-148-15,0-4-560 0,4-9-192 0,5-7-152 16,6-11-340-16,6-12-948 15,7-5-3633-15</inkml:trace>
  <inkml:trace contextRef="#ctx0" brushRef="#br0" timeOffset="5357.999">10498 1174 5004 0,'0'0'9657'16,"0"0"-7505"-16,0 0-748 0,0 0-124 0,0 0-596 15,76-12-356-15,-68 12-108 0,0 0-60 0,0 0-160 32,-1 9-88-32,6 4-128 0,-5 5-80 15,3 8 16-15,-2 7 96 0,-5 4 172 16,-4 9 0-16,0-2 0 0,-13 3 12 16,-2-3 60-16,-9 4 100 0,0-4-88 15,4-2-72-15,-4-7 52 0,8-4 80 0,0-5 40 16,9-7-88-16,3 1-84 0,4-6-4 0,4 2 4 15,11-2 360-15,9 0 857 0,12 3-625 16,-1-1-372-16,14-3 20 0,2-4 76 16,5-3 20-16,0-2-32 0,4-4-160 0,-8 0-88 15,-5 0-56-15,-3-7-72 16,-4 1-156-16,-8-4-328 0,-8-2-232 0,0-4-85 0,-5 0-319 16,-6-7-832-16,-2 8-2256 0,-7-17-2777 15</inkml:trace>
  <inkml:trace contextRef="#ctx0" brushRef="#br0" timeOffset="5547.532">10996 1298 11789 0,'0'0'3796'0,"0"0"-3152"0,-47 79-444 0,23-37 176 15,0 6 616-15,-4-1 588 0,0 8-380 16,0-3-544-16,-4 6-424 0,-4-4-196 0,4-3-36 15,0-3-136-15,4-4-336 16,8-9-296-16,5-2-200 0,2-12-428 16,5-5-1156-16,8-6-2849 0,0-10-3495 15</inkml:trace>
  <inkml:trace contextRef="#ctx0" brushRef="#br0" timeOffset="5766.53">11857 1908 7188 0,'0'0'5725'15,"0"0"-4337"-15,-64 66-1048 0,36-38-332 16,-4 2 40-16,-3 1-48 0,-1 4-128 0,-1-3-428 15,2 1-488-15,7-12-856 0,-8 8-3017 16</inkml:trace>
  <inkml:trace contextRef="#ctx0" brushRef="#br0" timeOffset="6385.212">15120 905 7324 0,'0'0'792'0,"0"0"4705"0,0 0-3573 0,0 0-184 15,0 0-476-15,0 0-256 0,71 76-212 16,-43-25-152-16,0 19-120 0,0 9-111 0,-7 13-61 16,-6 6-72-16,-2 7 96 15,-10 0 32-15,-3-1-248 0,0-1-88 0,0-11-64 16,-3-14 4-16,-2-8-12 0,1-16-208 16,4-12-188-16,0-17-200 0,9-5-157 31,-6-15 1-31,5-5-140 0,8-3-520 0,0-12-596 15,4-11-348-15,0 4-2257 0,15-29-2323 0</inkml:trace>
  <inkml:trace contextRef="#ctx0" brushRef="#br0" timeOffset="6645.243">15953 1181 6108 0,'0'0'6537'15,"0"0"-5569"-15,-88 47-560 16,41-18-52-16,-9 6 248 0,0 3 316 0,-4 1 48 15,4 1-176-15,0 2-284 0,13-1-136 0,-1-3-64 16,12 1-136-16,4-6-172 0,4 0-8 0,8-5-68 16,8-2-8-16,8-4-40 0,0 0 124 15,16 1 36-15,8-2 272 0,12 4 0 0,8 5-100 16,4-2 112-16,7 4 68 16,-3 0-8-16,4 0-208 0,0-7-172 15,-1 1 0-15,5-1-196 0,-4-6-172 16,-4 3-424-16,0-3-368 15,-5-3-992-15,-11 0-2760 0,0-1-4377 16</inkml:trace>
  <inkml:trace contextRef="#ctx0" brushRef="#br0" timeOffset="7842.52">16060 1552 4772 0,'0'0'7525'16,"0"0"-6005"-16,0 0-76 0,119 0-260 16,-70 0-4-16,-2 0-288 0,1-3-228 15,-4 0-224-15,0 1-268 0,-4-3-172 16,-1-1-112-16,-2 3-44 0,-5 0-240 16,-4 0-564-16,-1-1-652 0,-11 1-1472 15,-1 0-4265-15</inkml:trace>
  <inkml:trace contextRef="#ctx0" brushRef="#br0" timeOffset="7998.508">16211 1835 11521 0,'0'0'1944'0,"0"0"-1180"0,0 0-412 16,0 0 216-16,0 0 200 0,84 6 88 0,-44-6-212 15,8-3-532-15,12-9-112 0,0-5-844 16,3-1 52-16,5-8-660 0,-20 7-1124 15,24-13-3557-15</inkml:trace>
  <inkml:trace contextRef="#ctx0" brushRef="#br0" timeOffset="8509.899">17869 1044 4576 0,'0'0'6557'16,"0"0"-4529"-16,0 0-708 0,0 0-236 0,0 0 236 16,0 0-92-16,0 0-416 0,0 0-380 15,0 0-296-15,-88 73-136 0,56-41 8 16,0 3 76-16,1 7 12 0,-1-1 16 0,-4 0 0 15,4 3-16-15,-3 0-36 16,3-2-52-16,4 3 44 0,0-4-44 16,4 0 52-16,4-4 12 0,8-1 16 0,8-1-16 15,0 0 24-15,4 3 16 0,8-3-16 0,8 0-48 16,7 0 28-16,5-1-28 16,4-2 24-16,0-5-72 0,5-2 0 0,-2 0-84 15,1-6-40-15,0 0-84 0,-1-7-36 0,1 1-440 16,1 0-212-16,-5-3-228 0,-4-1-388 15,-5 0-1180-15,5-2-3129 0</inkml:trace>
  <inkml:trace contextRef="#ctx0" brushRef="#br0" timeOffset="9311.31">18443 1337 6260 0,'0'0'848'0,"0"0"1772"0,0 0 313 0,0 0-757 0,0 0-564 16,0 0-272-16,0 0-192 15,0 0-240-15,0 0-212 0,0 0-232 16,12-17-172-16,-20 21-60 0,0 2-12 16,-4 1-75-16,0 5-37 0,-4 1-8 15,-4 2 20-15,4 8 12 0,-3 3-72 16,2 2 28-16,-3 4-28 0,5 6-52 0,-6 0-8 16,6 2-4-16,2 2-56 0,2-3 12 15,3-5-28-15,4-2 4 0,4-7-24 0,8 1 84 16,3-5 0-1,10 2 12-15,7-4 48 0,7 1-48 0,1-5-48 0,8-5-208 0,4-1-389 16,0-5 61-16,-1-1-88 0,5-3-516 16,-16 0-1368-16,12-7-3481 0</inkml:trace>
  <inkml:trace contextRef="#ctx0" brushRef="#br0" timeOffset="17157.579">18789 1388 7232 0,'0'0'6069'16,"0"0"-4989"-16,0 0-512 15,0 0-28-15,0 0 304 16,108-64 216-16,-72 57-144 0,0 4-116 0,0 3-136 16,-5 0-112-16,1 0-200 0,-8 3-84 15,-3 4-108-15,-2-1-40 16,-7 1-36-16,-4 2-76 0,0-3-8 15,-8 4-4-15,4 2-80 0,-4 4 76 16,-8 7-200-16,-4 2 100 0,-4 4-196 0,-8 6 144 0,1 0-48 16,-5 2 0-16,0-2 36 0,0 0 0 0,4 0 124 15,0-6-12 1,8-4-40-16,0-6 28 0,8-2 68 0,4-9 0 16,0-4-40-16,4-1-44 0,0 4-84 15,8-4 172-15,4 3 124 0,8 1 84 16,0 2 76-16,3-4-176 15,1 2-72-15,4-3-36 0,-3-1-72 0,3 0-100 0,0-3-416 0,-1 0-188 16,1 0-552-16,4 0-884 0,-9-3-2297 0,5-4-2423 0</inkml:trace>
  <inkml:trace contextRef="#ctx0" brushRef="#br0" timeOffset="17326.942">19443 1765 6536 0,'0'0'2904'0,"0"0"-1147"15,0 0-357-15,0 0 216 0,0 76-504 16,-8-54-484-16,0 4-172 0,0-4-120 16,0 4-124-16,0-7-212 0,0 2-284 0,4-4-220 15,1-4-816-15,-2-7-1020 0,5-3-3681 16</inkml:trace>
  <inkml:trace contextRef="#ctx0" brushRef="#br0" timeOffset="17631.234">19809 1432 8584 0,'0'0'2300'0,"0"0"-719"0,0 0-65 0,0 0 128 16,100-4-552-16,-76 4-408 0,4 4-188 15,-4 2-148-15,0 0-188 0,-5 1-160 16,2 5-24-16,-5 4-76 0,-8 0-24 0,-8 9 52 15,0 1-176-15,-17 9-124 0,-2 0 136 16,-5 6 148-16,-4 0 0 16,0 0 80-16,4-6 8 0,4-7 0 0,12-2-4 0,0-10 4 15,8-3 84-15,0-3 52 16,0-4 52-16,8-3 96 0,4 4-60 16,4-7 8-16,4 0 4 0,4 0-64 0,-1 0-172 15,9-10-196-15,1 0-384 0,-1-2-492 16,0-4-624-16,-9 2-1436 0,9-5-4429 15</inkml:trace>
  <inkml:trace contextRef="#ctx0" brushRef="#br0" timeOffset="17875.87">20439 1358 10256 0,'0'0'1637'0,"0"0"-689"0,0 0 500 0,0 0 156 15,0 0-440-15,0 0-196 0,83 36-188 16,-62-14-120-16,3 3-84 0,0 7 132 16,-5 6-440-16,-2 0-144 0,-2 7-124 0,-6 2-36 15,-5 4-52-15,-4 1-180 0,-4 0-120 16,-13 3-336-16,-7-1 136 0,-4-3-40 16,-8 0-52-16,1-7-440 0,-9 0-440 0,-4-9-380 15,5-2-681-15,6-12-331 0,-10-2-2212 16</inkml:trace>
  <inkml:trace contextRef="#ctx0" brushRef="#br0" timeOffset="18391.414">21216 2002 9972 0,'0'0'2137'0,"0"0"-729"0,0 0-544 16,0 0 144-16,0 0-136 0,0 0-212 0,0 0-12 16,-24 74-240-16,9-39-236 0,-6 3-124 0,1 1-48 15,1-8 0-15,-2 1-84 16,10-7-164-16,2-6-172 0,1 0-504 0,5-6-244 15,3-7-388-15,0 0-1004 0,11-6-2721 16</inkml:trace>
  <inkml:trace contextRef="#ctx0" brushRef="#br0" timeOffset="18728.19">22053 1330 8884 0,'0'0'2289'16,"0"0"-1081"-16,0 0-84 0,0 0 168 15,0 0-84-15,0 0 80 0,0 0-492 0,0 0-464 16,0 0 52-16,0 0 8 0,-49 89 0 0,34-54-36 15,-5 9-40 1,4 4-132-16,-4 2 0 0,1 5-184 16,6 2 0-16,-2-3-124 0,6 3-56 15,5-6 44-15,0 0 128 0,4-9-92 0,13-3-56 16,6-6-4-16,9-5-48 0,8 1-224 16,3-10-144-16,6-3-340 0,2-6-656 0,-10-3-1364 15,18-5-3589-15</inkml:trace>
  <inkml:trace contextRef="#ctx0" brushRef="#br0" timeOffset="19530.552">22902 1324 1864 0,'0'0'6684'0,"0"0"-5040"0,0 0-379 0,0 0 103 16,0 0-92-16,0 0-416 0,0 0-116 0,0 0-40 15,0 0-116-15,0 0-292 0,11 13 52 31,-22 5-36-31,-6 8-116 0,-7 6-72 16,1 6-112-16,-9 3-12 0,4 0-4 16,-4 7-56-16,4-1-28 0,4-2 76 0,4-4 0 15,5-3-40-15,6-9 52 0,5-3 148 16,4-5 4-16,9-1-44 0,2-5 92 0,10 2 68 16,-2-2 128-16,9-2 164 0,4-4-128 15,3 1-176-15,6-7-76 0,-5-3-72 0,3 0-108 16,1 0-52-16,-4-9-32 0,4-4-88 15,-4 0-304-15,-5 1-564 0,1-4-344 16,-8 0-452-16,-8 0-860 0,-4 2-2465 16,-4 0-2423-16</inkml:trace>
  <inkml:trace contextRef="#ctx0" brushRef="#br0" timeOffset="19744.941">23085 1470 236 0,'0'0'8084'15,"0"0"-6132"-15,0 0-531 0,0 0-105 16,0 0-56-16,0 0-112 0,0 0-492 0,0 0-128 16,0 0 84-16,0 0 44 15,-65 95 96-15,54-53-124 0,3 2-212 0,0 3-144 16,-4 4-144-16,4 2-128 0,-3 2-48 16,-2-1-36-16,1 0-76 0,0-6-96 15,8-1-88-15,0-5-544 0,4-5-364 16,8-5-1072-16,1-9-2837 0,14-8-3827 0</inkml:trace>
  <inkml:trace contextRef="#ctx0" brushRef="#br0" timeOffset="19906.14">23435 1984 6292 0,'0'0'6277'16,"0"0"-5269"-16,0 0-640 15,0 0 808-15,0 0 184 0,-35 76-192 0,18-51-152 0,6 4-512 0,3-6-296 0,-1-2-208 16,9-5-24-16,0-2-296 15,4-6-248-15,16-4-396 0,4-4-32 16,12-16-692-16,-4 3-1448 0,24-25-4641 0</inkml:trace>
  <inkml:trace contextRef="#ctx0" brushRef="#br0" timeOffset="20228.518">24161 1286 10856 0,'0'0'2425'0,"0"0"-1077"0,0 0-152 0,0 0 72 16,0 0-476-16,0 0-296 0,-28 63-40 16,11-16 180-16,2 8 160 0,-9 11-88 0,0 5-244 0,0 4-184 15,0 1-280-15,0-6-40 0,8-6-140 0,4-13-40 16,9-17 52-16,3-8 20 16,11-10 136-16,9-7-244 0,8-9 36 15,8 0-72-15,0-13-28 0,7-6 16 16,-2-2-28-16,-6-2 0 0,-7-2 124 0,-8 2 140 15,-8 1 68 1,-12 3 112-16,0 1-112 0,-20 1-84 0,-4-1-64 16,-12 1-164-16,0 8 168 15,-3 6 140-15,-6 3-4 0,6 0 0 16,-1 9 4-16,9 1 4 0,3 0-160 0,7-5-276 16,10-1-900-16,-2-2-708 0,13-2-2085 15,0 0-1663-15</inkml:trace>
  <inkml:trace contextRef="#ctx0" brushRef="#br0" timeOffset="20464.621">24682 1514 8160 0,'0'0'1400'0,"0"0"121"15,0 0 379-15,0 0-96 0,84 44-572 16,-60-28-292-16,4 4-304 0,4 2-316 0,-4 0 52 15,0 0-148-15,0 7-16 0,-9-4-24 16,-3 5-72-16,-8 0-64 16,-4-2-40-16,-4 5 28 0,-8-1-36 0,-12 3-108 0,-8 0-40 15,-4-1-24-15,-7-3-188 16,-1 5-108-16,-4-7-204 0,4-4-188 0,8-3-336 16,4-6-628-16,8-9-1261 0,8-5-3099 0</inkml:trace>
  <inkml:trace contextRef="#ctx0" brushRef="#br0" timeOffset="21086.993">25587 1130 11009 0,'0'0'2360'16,"0"0"-992"-16,0 0-660 15,0 0 136-15,0 0 104 0,0 0-92 0,0 0-240 16,0 0-248-16,0 0-160 0,0 0 40 15,0 0 68-15,19 9 176 0,-10 1 32 16,-5-4-196-16,3 1-36 0,1 2-60 0,1-3-27 16,2 7-45-16,1-3-28 0,4 3 0 15,9 0-120-15,3 2 48 16,7 1-60-16,1 0-4 0,11 3-80 0,1 0-36 0,8 0-64 16,0 3 40-16,-1 0 59 0,1 4-27 0,0-5 4 15,-7-1 12-15,-6 0-12 16,0-2 104-16,-10-2 8 15,-6 0-4-15,-7 0 64 0,-8-4 8 0,1 4-24 16,-13-2 36-16,0 5 16 16,-4 0 21-16,-13 2 11 0,-11 8-8 0,-3 3 8 0,-17 3-88 0,-4 3-44 15,-8 2-216-15,-7 6-177 0,-9-5-287 16,0 3-148-16,-8-3-116 0,1-2-300 16,3-4-676-16,20-10-964 15,-23 10-2653-15</inkml:trace>
  <inkml:trace contextRef="#ctx0" brushRef="#br0" timeOffset="23933.832">6610 3546 3756 0,'0'0'10609'0,"0"0"-8641"16,0 0-796-16,0 0-368 0,0 0 304 0,0 0-384 0,0 0-260 15,0 0-208-15,36 22 192 0,-8-13-8 0,3 2-135 0,5-3-137 16,0-1-72-16,-4 0-40 15,-4-4-56-15,-4 0-4 0,4-3-128 0,-5 0-24 16,5 0-273 0,-4 0-371-16,-4 0-572 15,-1 0-1520-15,-2 0-3245 0,-9-3-3511 0</inkml:trace>
  <inkml:trace contextRef="#ctx0" brushRef="#br0" timeOffset="24084.936">6749 3917 6004 0,'0'0'6041'0,"0"0"-4977"0,0 0-592 0,0 0 540 0,0 0 248 15,0 0-292-15,95 23-344 0,-50-23-264 0,10-3-300 0,4-10-60 16,1 1-520-16,9-5-292 16,-9 1-772-16,-13 7-2637 15,9-7-5991-15</inkml:trace>
  <inkml:trace contextRef="#ctx0" brushRef="#br0" timeOffset="24968.744">8056 3400 5196 0,'0'0'824'0,"0"0"-136"0,0 0 3292 0,0 0-2143 16,0 0-573-16,0 0-252 0,0 0-128 16,0 0-128-16,0 0-184 15,0 0-112-15,0 0-140 0,-60-6-144 16,48 15-92-16,0 4 4 0,-4 6 12 15,4 0-4-15,1 9 4 0,-2 2 84 0,2 4 4 16,-2 4-68-16,5 4 16 0,-3 5-136 16,2 3 0-16,-3 4-84 0,5 4 8 15,-1-1-8-15,-1-3 8 16,9-6-132-16,0 0-4 0,0-11 16 0,13-2-140 0,2-7-368 0,6-2-376 16,7 0-444-16,-9-7-1064 0,21 0-2773 15</inkml:trace>
  <inkml:trace contextRef="#ctx0" brushRef="#br0" timeOffset="26372.24">8051 3388 6368 0,'0'0'1040'16,"0"0"-364"-16,0 0 2557 0,0 0-1489 16,0 0-536-16,0 0-460 0,0 0-96 15,0 0 132-15,9-67 236 0,-9 63-144 0,0 4-244 16,0 0-156-16,0 0-120 16,0 0-88-16,0 0 16 0,0 0-64 15,-4 6-220-15,-1 5-64 0,-2 4 64 16,-9 11 72-16,0 6-64 0,-8 9 4 15,-4 3-12-15,1 4-116 0,-10 3-16 0,1 6-52 16,1 0-72-16,-5 1 96 16,4-2-12-16,0 2 100 0,4-7 64 0,5-4 4 15,7-6 4-15,3-6 48 16,6-13 48-16,3-3 28 0,-1-6-76 0,9-6-36 16,0-5 88-16,0-2 20 0,0 0 28 15,5 0-52-15,7 0-8 0,3 0 204 16,1 0 24-16,9 3-108 0,-1-3-88 0,3 4 88 15,-3 3-64-15,4-5-56 16,-4 5-3-16,0-2 11 0,4 9-36 16,-5-4 16-16,1-1-16 0,4 4-12 15,0 2-36-15,-4-2-12 0,4 3 0 0,-5 0-72 16,-2 0 12-16,3-1-4 0,-9 1 4 16,2-2-36-16,-2-2-89 0,-2-2 137 15,-2-1-196-15,-3 0-436 0,1 3-384 0,-2-5-436 0,-3 3-1120 16,0-4-2353-16,0 1-3123 15</inkml:trace>
  <inkml:trace contextRef="#ctx0" brushRef="#br0" timeOffset="27296.735">8721 3492 10136 0,'0'0'2497'16,"0"0"-1273"-16,0 0-796 0,0 0-8 0,0 0 248 0,0 0 316 0,0 0-376 16,0 0-220-16,0 0-264 0,0 0-52 15,0 0 152-15,-75 79 24 0,75-43 12 16,7 2 48-16,1 6-24 0,1-3-112 16,-1 4 12-16,-5-1-84 0,5-3-96 15,-4 4-4-15,0-8-4 0,1 3-108 0,2-9-36 16,1 1-72-1,0-10 8-15,4 0-144 0,8-6-448 16,0 0-168-16,4-7-160 0,4-5-108 16,-5-4-992-16,1 0-2525 0,8-10-2143 0</inkml:trace>
  <inkml:trace contextRef="#ctx0" brushRef="#br0" timeOffset="27679.873">9168 3377 8748 0,'0'0'2829'0,"0"0"-1433"15,0 0-644-15,0 0 84 0,0 0 488 0,0 0-24 16,0 0-268-16,0 0-320 0,7 87-232 0,1-56-112 16,-4-3-88-16,5 8-36 0,-2-4-132 15,1 3-4-15,-4-1-96 0,4 4-12 16,-8 1-60-16,5-1-48 0,-2 0-4 15,-3 0-32-15,0-3-104 0,0-7-276 16,4-2-524-16,0-7-204 0,0-3-292 0,4-7-428 0,-3-2-1109 16,2-7-2507-16</inkml:trace>
  <inkml:trace contextRef="#ctx0" brushRef="#br0" timeOffset="27989.095">9797 3768 340 0,'0'0'9912'16,"0"0"-8199"-16,0 0-753 0,0 0 464 0,8 67-48 15,-8-42-148-15,0 4-544 0,-8-1-360 16,0 4-312-16,0-3-12 16,0 0-52-16,0-1 48 0,4-6-268 0,-4-2-312 0,5-5-544 15,3-2-512-15,-5-6-1504 16,5-5-3181-16</inkml:trace>
  <inkml:trace contextRef="#ctx0" brushRef="#br0" timeOffset="28220.751">10135 3432 8036 0,'0'0'4057'0,"0"0"-2917"0,0 0 180 15,0 0 264-15,0 0-120 0,21 73-280 0,-17-41-468 0,-1 2-288 32,5 5-184-32,-4 2 48 0,5-3-220 0,-9 3-72 15,4-3-144-15,-4 1 20 16,0-1-72-16,0-4-132 0,0-1-604 16,0-8-604-16,0-6-660 0,0-7-676 0,7-12-2773 15</inkml:trace>
  <inkml:trace contextRef="#ctx0" brushRef="#br0" timeOffset="28484.686">10637 3363 11537 0,'0'0'2136'16,"0"0"-1400"-16,0 0 524 0,0 0 144 0,0 0-152 15,0 0-316-15,0 0-312 0,88 85-256 16,-72-57-24-16,0 5-52 0,-4 0-48 16,-4 2-188-16,0-2-56 0,0-2-124 15,-8 5 52-15,0-1-24 0,0 2 96 16,-4 2 0-16,-8 5 0 16,-4-3-232-16,-4-2-452 0,-4-2-88 0,-4-2-224 15,-4 0-556-15,8-9-1404 0,-15 6-4497 0</inkml:trace>
  <inkml:trace contextRef="#ctx0" brushRef="#br0" timeOffset="29120.178">11120 3949 10376 0,'0'0'1945'0,"0"0"-669"0,0 0 16 0,0 0 108 16,7 67-280-16,-7-38-252 0,-7-1-312 15,-5 1-236-15,3 3-124 0,-2-7-48 0,-1 0-16 16,0-2-120-16,-4-4-8 16,4 0-4-16,-4-4-184 0,4-2-96 15,0-2-336-15,1-3-152 0,2-5-388 16,1 0-984-16,0-3-3505 15</inkml:trace>
  <inkml:trace contextRef="#ctx0" brushRef="#br0" timeOffset="29845.476">11773 3365 8520 0,'0'0'3973'16,"0"0"-2505"-16,0 0-356 15,0 0-28-15,0 0 4 0,0 0 64 16,0 0-452-16,0 0-208 0,0 0-184 15,-40 80-88-15,33-43 0 0,-2 4 60 0,9 7-72 0,-4 0-40 0,4-3-156 16,0 3-12-16,0-8-80 16,0-1-44-16,0-7-56 0,4-4 32 0,5-6-72 15,-2-9-48-15,5-1-420 0,4-8-60 16,5-4-92-16,2-7-684 0,-3-2-1228 16,12-20-4481-16</inkml:trace>
  <inkml:trace contextRef="#ctx0" brushRef="#br0" timeOffset="30139.492">12068 3603 9080 0,'0'0'3069'0,"0"0"-1309"0,0 0-240 0,-12 74 48 16,12-56-292-16,0-4-560 0,12-6-324 0,0-4-112 15,8-4-132-15,4 0-60 0,4-9-88 16,4-11-96-16,4 1-224 0,-5-6-36 0,-3 0 24 15,-3 2 0-15,-6 0 100 16,-3 5 108-16,-4 1 112 0,-8 5 24 0,0 3 48 16,-4 2 164-16,0 2 96 0,-4-6-76 15,-8 2-244-15,0-1-12 0,-4 1-172 16,0-4 184-16,4 7 40 0,-4 3 0 0,0 3-40 16,0 0-148-16,-3 12-76 0,-2 4 88 0,1 3 76 15,5 7 12-15,-2-5-140 0,2 8-132 16,3-4-364-16,0 5-744 15,8-8-1288-15,4 0-4069 0</inkml:trace>
  <inkml:trace contextRef="#ctx0" brushRef="#br0" timeOffset="30331.349">12714 3670 7444 0,'0'0'4661'0,"0"0"-3065"0,0 0 392 0,0 0 36 15,0 0-212-15,0 67-360 0,-4-48-467 0,0 0-173 16,-1 0-424-16,1-3-280 0,4 0-108 16,0 0-168-16,0-1-136 15,0-2-240-15,0 1-269 0,4-6-151 0,1-2-628 16,6-6-1064-16,-3 0-1924 0,0-6-2409 0</inkml:trace>
  <inkml:trace contextRef="#ctx0" brushRef="#br0" timeOffset="30537.324">12985 3279 5976 0,'0'0'6029'0,"0"0"-4613"0,0 0-348 16,0 0 596-16,0 0-68 0,7 92-228 15,1-60-324-15,-4 0-216 0,5 0-232 16,-2-1-219-16,5-2-377 0,-4 0-60 0,4-1-305 15,-4 1-339-15,-4-1-336 16,0-2-336-16,0-1-1064 0,0-5-2160 16,-4 2-3181-16</inkml:trace>
  <inkml:trace contextRef="#ctx0" brushRef="#br0" timeOffset="30846.794">13470 3289 8748 0,'0'0'1756'0,"0"0"-699"15,0 0 327-15,0 0 104 0,0 0-36 0,69 70-324 16,-58-45-348-16,-3 7-320 0,4 0-188 15,-4-1-100-15,-4 7-160 16,0-3-12-16,-4 4-60 0,0-4-104 16,-12 3-352-16,-4 3-364 0,-8-6-48 15,-3 2 224-15,-1 2 48 0,-9-1 224 16,1-3 52-16,-3-3 12 0,3-4-344 0,4-9-852 16,8-5-1321-16,-8-5-3875 0</inkml:trace>
  <inkml:trace contextRef="#ctx0" brushRef="#br0" timeOffset="31394.351">13681 3184 8476 0,'0'0'4645'0,"0"0"-3045"0,0 0-328 0,0 0 4 16,0 0-272-16,56 73-168 0,-35-51-36 15,2 1-80-15,1-2-232 0,4 2-100 0,8 0-96 16,-1-1-23-16,2 3-89 0,6-6 100 15,-3 3 8-15,0-3-116 0,0-3-168 16,0 1-4-16,-5-5-48 0,2-3-52 16,-5 3-44-16,0-5 36 0,-9 3-12 15,-3-1-28-15,-4-2 52 0,-8 0 0 16,0 2 12-16,-8 3 32 0,0 1 52 16,-12 9 0-16,-8 4 0 0,-12 5-60 0,-7 4-61 15,-10 6-87 1,-2 4-108-16,-9-1-208 15,-3 8-340-15,-6 1-688 0,-6-2-952 0,15-10-2156 16,-32 16-3157-16</inkml:trace>
  <inkml:trace contextRef="#ctx0" brushRef="#br0" timeOffset="33759.226">16435 3521 8836 0,'0'0'700'0,"0"0"2517"0,0 0-1585 0,0 0-320 15,0 0-508-15,0 0 204 0,0 0 156 16,79 0-232-16,-47 6-160 0,9-3-296 0,-6 1-160 16,5-4-124-16,-4 0-192 15,3 0 0-15,-2 0-132 0,-2-4-100 0,1-3-328 16,-4-2-332-16,-4 4-512 0,-8-2-1320 0,-4 0-3937 15</inkml:trace>
  <inkml:trace contextRef="#ctx0" brushRef="#br0" timeOffset="33944.319">16490 3816 8200 0,'0'0'5781'0,"0"0"-3797"0,0 0-920 15,0 0-120-15,0 0 424 0,0 0-428 16,104-3-208-16,-68-3-340 0,7 0-392 16,2-1-116-16,-2-3-164 0,5 1-256 0,-4 2-588 15,0 2-716-15,-8 1-2184 16,7 4-2565-16</inkml:trace>
  <inkml:trace contextRef="#ctx0" brushRef="#br0" timeOffset="34551.361">18303 3267 8264 0,'0'0'4573'0,"0"0"-2781"0,0 0-608 0,0 0-32 16,0 0 4-16,0 0-404 0,0 0-224 0,0 0-272 15,0 0-24-15,0 0-108 16,-64 79-72-16,33-43-52 0,-5 5-12 16,-4-4-60-16,5 1 24 0,-2 1 48 0,5-1 0 15,0-3 0-15,9 0 0 16,-1-3 0-16,8-4 4 0,4 1 88 16,4-4-88-16,8-2 80 0,0 5-80 0,4-3 68 0,12 4-12 15,4 2-48-15,0 2 64 0,3 2-4 16,1-2 100-16,4 0-28 0,-3-5-96 15,2 1-36-15,1-6-12 0,0-2-12 0,-1-2-108 16,1 0-100-16,0-3-108 0,0 1-408 16,-3-5-348-16,-1 1-680 0,-13-4-2420 0,10 1-3981 15</inkml:trace>
  <inkml:trace contextRef="#ctx0" brushRef="#br0" timeOffset="53671.624">19089 3435 5076 0,'0'0'1224'16,"0"0"-248"-16,0 0 88 0,0 0 128 15,0 0-584-15,0 0 1913 0,0 0-1057 16,0 0-288-16,0 0-192 0,-36-41-24 0,27 43-240 16,-2 2-80-16,3 6 124 0,-9 3-116 15,6 5-96-15,-6 5-16 0,2 2-64 16,-1 7-228-16,4 3-39 0,-1 0-9 16,6 6-88-16,-5 4-104 0,12 1-4 15,-4 2 0-15,4 4-8 0,4-8-112 0,8 1 112 16,4-4-136-16,3-6-16 0,6-7 39 0,3-9-39 0,0-3-56 15,3-10-188-15,1-3-180 0,4-3-200 16,-4 0-112-16,0-9-476 0,-4-4-1288 16,-4 1-2501-16,0-11-3555 0</inkml:trace>
  <inkml:trace contextRef="#ctx0" brushRef="#br0" timeOffset="54042.059">19391 3464 5460 0,'0'0'1196'15,"0"0"-584"-15,0 0 2664 16,0 0-579-16,0 0-533 0,92-16-1168 16,-69 16-136-16,5 0-164 0,0 6-180 0,-4 4-208 15,-3-1-160-15,-6 4-136 16,2-1-12-16,-6 7-48 0,-3 1-148 15,-4 6 196-15,-4 2 172 0,-4 4-172 16,-8 2-8-16,-8 7 8 0,-3 1 4 0,-5 2 8 16,0-2 60-16,-4 2 28 0,4-9 72 0,4 0 24 0,4-10-72 15,8-6-40 1,4-7-84-16,8-5-60 0,0-7 60 0,0 4 4 16,0-4 104-16,8 3 40 15,7 0 120-15,2 0 184 0,3 0-96 0,3 4-160 16,1-4-52-16,1 0-60 0,-1-3-84 15,0 3-108-15,-1-3-148 0,5 0-120 16,0-3-360-16,0-3-280 16,-4-4-456-16,-5 4-1328 0,5-10-3421 0</inkml:trace>
  <inkml:trace contextRef="#ctx0" brushRef="#br0" timeOffset="54227.56">20112 3835 4820 0,'0'0'1108'16,"0"0"4589"-16,0 0-3917 16,0 0-80-16,0 0-216 0,-15 77 8 0,10-61-556 15,1 2-508-15,4-1-256 0,-4-5-172 16,0 4-192-16,1 0-104 0,-1-4-328 16,0 1-356-16,-5 0-656 0,9-7-2352 0,0-6-2041 0,0 0 1761 15</inkml:trace>
  <inkml:trace contextRef="#ctx0" brushRef="#br0" timeOffset="54521.313">20515 3616 6352 0,'0'0'1740'15,"0"0"2405"-15,0 0-1801 0,0 0-492 16,84-3-196-16,-60 3-376 0,4 10-520 15,-1-1-284-15,-3 4-220 0,-4-1-132 16,-5 4-124-16,-2 0-132 0,-5 7-28 0,-8-5 88 16,-4 8-100-16,-13 2 40 0,-2 4-40 0,-13 0-48 0,1 4 36 15,-6-3 120-15,5-1 16 0,0 1 36 0,9-12-72 16,10-5 80-16,6 0 4 0,7-9 44 16,0 2 16-16,11-6 112 15,6 0 0-15,7-3-16 0,8-3-156 0,0-6-184 16,7-7-356-16,-3-6-248 0,-1-1-312 15,-3-2-940 1,-4 6-2328-16,0-16-3405 0</inkml:trace>
  <inkml:trace contextRef="#ctx0" brushRef="#br0" timeOffset="54755.702">21005 3514 8068 0,'0'0'1152'15,"0"0"-764"-15,0 0 1625 0,0 0-53 16,84 28-492-16,-65-14-120 0,5 1-176 16,-4 8-356-16,0 6-92 0,0-1-132 0,-4 7-68 15,-4 6-180-15,-4 0-248 0,-8 4-96 16,0 2-232-16,-8 2-60 0,-9-2-52 16,-6-2 12-16,-5-1-24 15,-3-3-72-15,-1-6-128 0,0-7-176 16,0-2-76-16,4-7-452 0,4-3-652 15,4-10-805-15,8-3-2215 0,8-3-492 0</inkml:trace>
  <inkml:trace contextRef="#ctx0" brushRef="#br0" timeOffset="54949.713">21706 4156 8128 0,'0'0'7417'0,"0"0"-6297"0,0 0-696 0,4 70-4 16,-15-45 224-16,-6 1 452 0,-3-1-396 0,-3-3-604 16,-1 0-96-16,-1 0-208 0,-3-6-196 0,0 3-420 15,-3-3-572-15,6-6-1700 0,-6 6-3421 16</inkml:trace>
  <inkml:trace contextRef="#ctx0" brushRef="#br0" timeOffset="55979.957">22962 3321 4316 0,'0'0'300'0,"0"0"92"0,0 0 2844 0,0 0-1112 0,0 0-655 16,0 0-265-16,0 0 28 0,0 0-384 0,0 0-156 31,0 0 312-31,-17 16-432 0,9-4-176 0,-4 4-96 16,4 3-28-16,-7 0 8 0,2 4-20 15,2-1-52-15,-6 6-12 0,2-2 16 16,-2 2-16-16,6 5-52 0,-6-5-44 0,6-3-40 15,-1 4-12-15,0-4-44 16,4-3-4-16,4 0 52 0,4-2 68 0,0 2-8 16,8-3-16-16,3 0-36 0,2 3-60 0,2 0-52 15,2 7 52-15,3-4 80 16,-5 0-80-16,2 0-256 0,2-2-148 16,1 0-244-16,-4-8-212 0,4 1-356 15,0 0-792-15,-8-6-2160 0,4 5-2705 0</inkml:trace>
  <inkml:trace contextRef="#ctx0" brushRef="#br0" timeOffset="56888.862">23403 3521 3724 0,'0'0'5992'16,"0"0"-2863"-16,0 0-1413 0,-48 63-656 15,33-34-168-15,-2 3 80 0,2 2-108 16,2 4-76-16,2-3-112 0,3-3-112 0,4-3-176 16,4-7-32-1,0-6-40-15,4-7-136 0,4-2-68 0,8-1-112 16,0-6-8-16,8-3 8 0,4-7 0 15,4-5-88-15,-1-4-104 16,1-4-176-16,0 2 4 0,-4-5 0 0,0 4 32 16,-5 0 16-16,-6-1-16 0,-1 4 48 0,-4 0 52 15,-9 0 20-15,-3 3-32 0,0-4 56 16,-3 6 120-16,-5-3 64 0,-5 1-40 0,-2 1 32 16,-2 4-52-16,-2 5-20 0,3 3-40 15,-4 3 36-15,0 0-112 0,0 3 112 16,0 3-96-16,8 5-40 0,1-5-224 15,2 0-900-15,1 4-1036 0,4-1-2525 0</inkml:trace>
  <inkml:trace contextRef="#ctx0" brushRef="#br0" timeOffset="57074.714">23957 3794 10436 0,'0'0'1689'0,"0"0"-221"15,0 0-60-15,0 0 424 0,36 73-380 16,-36-54-284-16,-4 0-420 0,-4 4-408 0,-8-5-340 0,-3 7-36 16,-2-2-160-16,-3-1-268 0,0 0-48 15,1-3-128-15,3-3-276 0,3-5-844 16,10-6-1160-16,7-5-2317 0</inkml:trace>
  <inkml:trace contextRef="#ctx0" brushRef="#br0" timeOffset="57690.428">24416 3423 5348 0,'0'0'1564'0,"0"0"3521"0,87 0-3373 31,-43 3-92-31,8 3-448 0,-1 0 12 0,5 1-308 0,-4 2-188 16,-8 4-64-16,-9-4-168 0,-11 4-312 0,-7-4-144 15,-10 7-132-15,-7-3 32 0,0 2 92 16,-3 6 8-16,-14 0 44 0,-2 2-44 0,-9 2-8 16,-4 3-64-16,-4 1-136 0,-4 3 84 15,0 3 52-15,-3-3 60 16,6-1-52-1,5 1 64-15,13-10 108 0,7-3 64 0,8-6 36 16,4-1 12-16,8-5 72 0,12-3-84 16,4-2 0-1,11-2-124-15,1-2-84 0,5-9-36 16,2-4-172-16,-7-1-256 0,3-3-256 0,-2 0-176 0,-5-3-500 16,-9 6-1008-16,9-10-3289 0</inkml:trace>
  <inkml:trace contextRef="#ctx0" brushRef="#br0" timeOffset="57943.111">25140 3441 9388 0,'0'0'1488'16,"0"0"-843"-16,0 0 1479 0,0 0-128 0,0 0-552 15,64 80-356-15,-48-55-360 0,0 6-152 16,-4 2-156-16,0 2-128 0,0-3-216 15,-8 0-76-15,-4 1 0 0,-4 0-120 16,-12 2 44-16,1-7-120 0,-6 1-232 0,-3-4-36 16,0-3-68-16,1-6-172 15,6-4-292-15,2-5-812 0,2-3-992 16,10-4-1937-16,3-11-2666 0</inkml:trace>
  <inkml:trace contextRef="#ctx0" brushRef="#br0" timeOffset="58628.549">26204 3356 3708 0,'0'0'6836'16,"0"0"-2099"-16,0 0-3517 0,0 0-596 15,0 0 144-15,0 0 700 0,0 0-296 16,0 0 157-16,0 0-517 0,88 35-352 16,-56-16-196-16,4 0-80 0,3 3-52 0,2 0-24 0,2 3 0 15,5-2-40-15,-4-2-68 0,-1 0-4 16,2-2 0-16,-6-1-12 0,-3-2-32 0,-4 0-36 15,-4 0-24-15,-4 0 0 16,-4-1-48-16,-8 1 20 0,-4 3-20 16,-8 1 48-16,0 2 48 0,-12 4 48 0,-8 2-40 15,-12 0 52-15,-8 7 48 16,-12-3-48-16,-4 3-220 0,-11 3-144 16,-1-3-180-16,-3 3 215 0,-2 0-231 15,6-3-476-15,-1 0-884 0,8-3-1168 16,4-4-2217-16,17-5-1631 15,-9 8 6844-15</inkml:trace>
  <inkml:trace contextRef="#ctx0" brushRef="#br0" timeOffset="95811.399">29137 7725 964 0,'0'0'968'0,"0"0"-892"0,0 0-12 0,0 0 236 16,-79-39-52-16,62 33 1032 0,-7 0 660 0,5 0-1940 15,-5-1-128-15,-4 0-2116 0,7 5-544 16,-7-5 2148-16</inkml:trace>
  <inkml:trace contextRef="#ctx0" brushRef="#br0" timeOffset="122062.001">16630 5528 5160 0,'0'0'7845'0,"0"0"-6013"0,0 0-84 0,0 0-84 15,0 0-128-15,0 0-216 0,96 6-155 16,-52 0-389-16,11 1-172 0,9-4-280 0,8 0-152 15,7-3-172-15,1 0 0 0,-1 0-96 16,-2 0 88-16,-10-3-140 0,-11 0-348 16,-9-1-252-16,-14 4-237 0,-10 0-279 15,-19 0-1304-15,-4 4-2448 16,-19 5-2741-16</inkml:trace>
  <inkml:trace contextRef="#ctx0" brushRef="#br0" timeOffset="122219.417">16698 5867 10664 0,'0'0'2081'0,"0"0"-969"0,0 0 152 0,0 0 20 0,80 6-372 31,-37-6-196-31,13-3-420 0,4-3-296 16,4-4-96-16,3 1-476 0,-3-1-548 15,-20 1-1120-15,16-7-4321 0</inkml:trace>
  <inkml:trace contextRef="#ctx0" brushRef="#br0" timeOffset="122894.933">18973 5098 1408 0,'0'0'196'16,"0"0"5644"-16,0 0-2668 0,0 0-935 0,0 0-533 15,0 0-92-15,0 0-140 0,0 0-16 16,0 0-84-16,0 0-300 0,0 0-123 16,0 0-285-16,-52 63-336 0,32-43-244 0,-8 2-12 15,-3 4-72-15,-5 2-60 0,-5 1-48 16,-2 6-40-16,-5 3 52 0,4 0 36 15,1-3 48-15,2 3 4 0,9-3 8 0,1 0 84 0,6-3 12 16,6-1 16-16,3 1-32 16,4 0-80-16,8 4-4 15,4-5-4 1,4 1 8-16,12-1 40 0,8 1 68 0,4 0-60 0,7-4-40 16,5 0 76-16,4 2-36 0,0-2 0 0,0-3-48 15,3 1-4-15,-2-1-128 16,-2-3 36-16,2 1-84 0,-6-2-196 0,-3-4-292 15,0 2-741-15,-5-3-831 0,-6-4-2416 16,3 1-3741-16</inkml:trace>
  <inkml:trace contextRef="#ctx0" brushRef="#br0" timeOffset="123688.63">19861 5543 1616 0,'0'0'4156'0,"0"0"3173"0,0 0-5541 16,0 0-668-16,0 0 44 0,0 0 0 0,0 0-204 15,0 0-320-15,112-32-92 0,-72 32-96 0,-1 0-148 16,-3 4-60-16,-8 5-100 0,-4 1-80 15,-8-1-64-15,-8 4-60 16,0 3 48-16,-8 0 0 0,-4 6-48 0,-8 3-24 16,-11 1-76-16,-5 2-108 15,-4 5-84-15,0-5 72 0,-4 0 48 0,4 1-52 16,-1-1 28-16,10-6 36 0,3-2 132 0,5-8 88 16,6-3 12-16,1-4-12 0,8-3 0 15,0 2-88-15,4-4 16 0,9 2 72 16,6 4 320-16,5-1-112 0,8-3-28 15,0-2-20-15,3 0-48 0,6 0-112 16,-5-2-8-16,3-9-68 16,-3 5-132-16,3-3-280 0,-2-1-424 0,-1-6-812 15,-8 7-2424-15,8-10-3177 0</inkml:trace>
  <inkml:trace contextRef="#ctx0" brushRef="#br0" timeOffset="124011.588">20893 5403 4956 0,'0'0'652'0,"0"0"4088"0,0 0-3363 0,0 0-97 0,-79 67 144 16,51-39-36-16,7 2-184 0,-3 1-272 16,9 1-268-16,-2 3-132 0,6 0-116 15,7 7-208-15,4-2-72 0,0 5 32 16,4-4-20-16,7 0-100 0,10-2-48 16,3-8-44-16,0-3-200 0,4-2 0 0,-1-7-160 15,6-3-176-15,-6-6-296 0,10-4-480 16,-6-6-772-16,-3 0-2165 15,12-10-3503-15</inkml:trace>
  <inkml:trace contextRef="#ctx0" brushRef="#br0" timeOffset="124268.036">21291 5397 768 0,'0'0'432'0,"0"0"8864"0,0 0-7303 16,0 0-181-16,0 0-188 0,0 0-356 15,28 82-216-15,-24-50-68 0,1 4-212 0,-1 5-248 16,0-3-120-16,-4 6 8 16,0 1 88-16,0-1-135 0,0-3-245 0,0-2-112 15,-8-5-8-15,3-4-116 0,1-2-285 16,0-6-327-16,4-7-188 15,0-5-164-15,8-3-560 0,5-7-1160 0,-2 0-1969 0,10-10-2359 0</inkml:trace>
  <inkml:trace contextRef="#ctx0" brushRef="#br0" timeOffset="124430.927">21734 5766 756 0,'0'0'11381'0,"0"0"-9213"0,0 0-868 0,0 0-96 15,-12 85 184-15,4-56-292 0,4-4-444 0,-4 1-260 16,5-4-284-16,-2 0-108 16,1-6-148-16,4-7-488 0,0 1-408 15,4-7-240-15,4-3-800 0,0 0-1808 16,7-9-1537-16</inkml:trace>
  <inkml:trace contextRef="#ctx0" brushRef="#br0" timeOffset="124648.746">22133 5486 2980 0,'0'0'808'16,"0"0"6068"-16,4 67-4399 0,-4-42-749 16,3 7-420-16,-3 3-184 0,0-3-180 15,0-4-268-15,0 1-296 0,0 0-232 0,0-4-148 16,0-3-48-16,-3 3-208 15,3-6-384-15,0-3-488 0,0 0-236 0,7-10-692 16,-3-2-2557-16,13-11-2311 16</inkml:trace>
  <inkml:trace contextRef="#ctx0" brushRef="#br0" timeOffset="124928.014">22674 5317 680 0,'0'0'10269'15,"0"0"-7325"-15,0 0-1000 0,48 71-280 16,-36-39-564-16,0-1-164 0,0 7-32 16,-1 1-244-16,-2 1-260 0,-1 2-156 15,-4-1-27-15,-4 0-45 0,0 1-92 16,0-1-80-16,-8 4-48 0,-1 2-24 0,-2 1 8 15,-5-7 56-15,-4 0-52 0,-4-6-293 0,0-6-131 16,-8-4-4-16,-4 0-148 16,-3 0-136-16,-1-5-40 0,0-4 8 0,0-7-304 15,8-5-1136-15,-11-4-3165 0</inkml:trace>
  <inkml:trace contextRef="#ctx0" brushRef="#br0" timeOffset="125315.59">23542 6051 4456 0,'0'0'704'15,"0"0"6037"-15,0 0-4597 0,0 0-340 16,0 0-200-16,52 80-172 0,-52-55-280 15,0 4-272-15,-3 2-308 0,-5 1-340 0,-1 0-208 16,-6-3-24-16,3-2-172 0,-8 3-132 0,4-2-220 16,-4-5-488-16,0 2-392 15,0-8-960-15,8-6-2284 0,-12-1-2697 0</inkml:trace>
  <inkml:trace contextRef="#ctx0" brushRef="#br0" timeOffset="126349.379">24747 5664 5064 0,'0'0'1144'0,"0"0"5001"0,0 0-4385 0,0 0-696 16,0 0 220-16,0 0 132 0,95-57-244 16,-63 50-180-16,0 5-296 0,3 2-220 15,-3 2-88-15,-4 5-11 0,-8 2-49 0,-4 4-120 16,-4 6-116-16,-9-3-92 0,2 6-72 16,-5 3-52-16,-12 0-20 0,-4 5-36 15,-8-2-77-15,-4 0-35 0,-4 4-12 0,0-2-24 16,1-3 84-16,3-4 120 15,0-1 116-15,7-6 8 0,2 0 12 0,11-7 52 0,-4-2-56 16,12-7-8-16,0 3-36 0,0 0-100 16,0 0 40-16,12 4 96 0,4-1 484 15,8 0-144-15,4 1-244 0,4-4-96 16,7-3 0-16,1 0-108 0,8-7-332 16,-1-6-452-16,2 1-520 0,-14-1-1156 15,14-6-3205 1</inkml:trace>
  <inkml:trace contextRef="#ctx0" brushRef="#br0" timeOffset="126596.417">25647 5517 5944 0,'0'0'5981'0,"0"0"-3821"0,0 0-456 0,0 0-528 0,0 0 92 16,0 0-356-16,-49 71-240 0,34-39-36 15,-1 5 24-15,4 9-176 16,-4 4-179-16,0 1-97 0,4 2-40 0,0 5-72 16,4-5-88-16,5-1-8 0,3-8 48 15,3-5-48 1,5-6-88-16,9-3-188 16,2-5-297-16,5 0-171 0,4-6-268 0,8-2-292 15,-12-8-1100-15,23-6-3293 0</inkml:trace>
  <inkml:trace contextRef="#ctx0" brushRef="#br0" timeOffset="127250.426">26348 5645 3820 0,'0'0'1304'15,"0"0"4501"-15,0 0-3701 16,0 0-404-16,0 0-184 0,0 0-60 0,0 0-332 16,0 0-252-16,-36 66-92 0,20-34-108 0,4 6-152 15,-4 3-19-15,8 4-41 16,0-3-60-16,4-8-136 16,4 1-104-16,0-6-100 0,9-7 8 0,2 0-68 0,1-9-108 0,8 0-88 15,0-6-80-15,3-5-28 0,5-2 12 16,0-9-32-16,4-4-273 0,0-9-59 15,0 0-104-15,4-4-48 0,-8-2-152 0,3 2-128 32,-6-3-204-32,-1 2-80 15,-9-3 268-15,-2 2 272 0,-10 2 668 0,-3-2 164 16,-3 3 612-16,-10 2 216 0,-6 4-244 0,-1 0-16 0,0 6-28 16,-4 7-224-16,0 3-192 0,0 3-124 15,0 6-12-15,4 4-32 0,0 6 40 16,9-3-168-16,-6 6-132 0,9-4-680 15,1 1-796-15,-2 6-3917 0</inkml:trace>
  <inkml:trace contextRef="#ctx0" brushRef="#br0" timeOffset="127433.442">26917 5988 4880 0,'0'0'5152'0,"0"0"-1291"15,0 0-2493 1,0 0-184-16,0 0 564 0,8 76 24 15,-8-56-384-15,-4-6-559 0,0-1-465 0,1 4-364 16,3-9-60-16,0 3-376 0,0-2-625 16,0-2 13-16,3-4-636 15,5 0-2320-15,5-3-2357 0</inkml:trace>
  <inkml:trace contextRef="#ctx0" brushRef="#br0" timeOffset="127628.895">27304 5553 1500 0,'0'0'7700'15,"0"0"-5043"1,0 0-649-16,0 0-152 0,0 0-128 0,20 89-260 16,-16-61-376-16,-1 5-348 0,2-2-268 15,3 1-148-15,-4-1-148 0,0 1-180 16,3 0-52-16,-2-1-80 0,-5-1-452 0,4-5-284 15,0-4-296-15,-4-1-864 0,4-8-3136 16,-4-8-5077-16</inkml:trace>
  <inkml:trace contextRef="#ctx0" brushRef="#br0" timeOffset="127930.624">27870 5473 1500 0,'0'0'8860'0,"0"0"-6379"0,0 0-665 0,0 0-164 0,56 63-196 16,-37-33-136-16,5 4-192 0,-4 1-408 15,0 7-268-15,-4-2-64 16,4 2-147-16,-8-1-45 0,0 4-136 0,-4-4-52 15,-8-3-8-15,0 1 0 0,-12-5-60 16,-4-2-60-16,-12 0-124 0,-4-4-109 16,-7 0-291-16,-5-2-284 0,-4 0-240 15,0-7-180-15,0-3-616 0,16-4-1200 0,-12-9-4665 16</inkml:trace>
  <inkml:trace contextRef="#ctx0" brushRef="#br0" timeOffset="128392.792">28504 5531 4408 0,'0'0'10785'15,"0"0"-8569"-15,0 0-1372 16,0 0 92-16,0 0 396 0,0 0-392 0,67 72-175 0,-35-49-293 15,8-1-264-15,3 7-52 0,5-3 96 0,1 2-92 16,-2 0-112-16,1-2 0 0,-4-1-36 0,-5 0 0 16,2 1-12-16,-6-7-12 0,-7-1-108 15,-4 1-16-15,-8-2 28 0,-8-4-24 16,-8 3-112-16,-12 2 128 0,-20 5 112 16,-7 5 0-16,-17 7-4 0,-12 1-52 15,-8 4-84 1,-16-2-52-16,-3 3-132 0,-9 1-365 15,-7-1-343-15,-5 1-472 0,28-8-2352 16,-36 7-3669-16</inkml:trace>
  <inkml:trace contextRef="#ctx0" brushRef="#br0" timeOffset="130329.897">4904 9010 3876 0,'0'0'9233'0,"0"0"-7117"0,0 0-732 0,0 0-140 16,0 0 160-16,0 0-192 0,0 0-312 15,0 0-215 1,0 0-237-16,0 0-244 0,52 0 4 15,-16 0-28-15,8 0-24 16,3 0-156-16,6 0-36 0,-2 0-96 0,-3 0-24 16,4 3-4-16,-5-3 4 0,5 0-64 0,-8 0-204 15,0-3-197-15,-4 0-171 0,-8 0-232 16,-8 3-840-16,-13 0-2140 0,-11 0-1737 16</inkml:trace>
  <inkml:trace contextRef="#ctx0" brushRef="#br0" timeOffset="130485.282">4971 9283 900 0,'0'0'9228'16,"0"0"-7003"-16,0 0-821 0,0 0-528 0,0 0-184 15,0 0 100-15,0 0 448 0,88 32-276 0,-36-29-212 16,12-3-188-16,4-9-292 16,-1-7-272-16,2-6-28 0,-2 0-276 0,-3-3-456 0,-8-2-404 15,-5 2-484-15,-19 6-2260 16,0-9-3669-16</inkml:trace>
  <inkml:trace contextRef="#ctx0" brushRef="#br0" timeOffset="130754.064">5414 8766 3696 0,'0'0'5460'0,"0"0"-2623"0,0 0-881 16,0 0-1032-16,0 0-16 0,0 0 580 0,96-16-532 15,-57 29-316-15,1 3-12 0,4 9-252 0,4 7-168 16,-8 6-96-16,4 3-112 16,-13 4-104-16,-3 5-16 0,-11 4-40 15,-6 3-48-15,-11 7 72 0,0 0 40 0,-7 5-64 16,-14-2-12-16,1-1-24 16,-3 1-28-16,-5-6-8 0,-4-4-4 15,4-3 12-15,-4-7-96 0,4-9-228 0,4-6-200 16,4-10-384-16,5-5-644 0,3-8-865 0,-1-9-2687 15</inkml:trace>
  <inkml:trace contextRef="#ctx0" brushRef="#br0" timeOffset="131233.978">8012 8687 1408 0,'0'0'64'0,"0"0"7864"0,0 0-4979 0,12-77-1049 0,-17 64-312 15,-6 4-260-15,-1 0-396 0,-8 2-292 16,-8 7-160-16,0 0-196 0,-8 10-284 16,-3 12-52-16,-2 10 52 0,-2 12 4 0,0 14 204 0,2 5 160 15,1 10 96-15,1 9 172 0,3 5-176 16,3 1-95-16,6 5-97 0,11-8-36 15,4-2-4-15,12-11 148 16,4-8 252-16,15-13-288 16,6-6-160-16,6-7-72 0,10-7 36 15,2-6-12-15,6-3 100 0,2-9-88 0,5-6-144 0,0-7-156 16,0 0-28-16,-9-10-32 0,1-6-96 16,-8 0-124-16,-8-3-96 0,-4 1-144 0,-12-1-249 15,-4 0-795-15,-12 5-2068 0,-8-11-2965 0</inkml:trace>
  <inkml:trace contextRef="#ctx0" brushRef="#br0" timeOffset="131536.187">7741 9399 4304 0,'0'0'9173'16,"0"0"-7285"-16,0 0-1048 0,0 0 524 0,0 0 348 16,0 0-244-16,87 14-468 0,-51-10-443 15,5-4-409-15,-2 0-148 16,1-10-232-16,0 2-229 0,0-6-183 0,-4 1-100 0,-1 1-88 15,-3 2-252-15,-8 0-388 0,-3 1-500 16,-10 3-176-16,-3 2 43 0,-8 4 333 16,0 0 1668-16,-4 0 104 0,-4 10 1164 15,1-1 153-15,-6 4 335 0,5 3-76 16,1 7-216-16,-2-2-256 0,5 5-344 0,0 3-204 16,4-1-112-1,-4 4 8-15,4 0 52 0,0 0-176 16,0-4-240-16,8 3-88 0,-4-6-172 15,5 2-352-15,2-5-264 0,6-7-264 16,2-2-696 0,-3-6-1392-16,12-10-3925 0</inkml:trace>
  <inkml:trace contextRef="#ctx0" brushRef="#br0" timeOffset="131824.413">9685 8718 4832 0,'0'0'10609'0,"0"0"-8729"16,0 0-1348-16,0 0 0 0,0 0 524 0,0 0-16 0,0 0-260 0,-96 99-356 15,61-48-95-15,-9 6-37 0,-12 12-96 16,-7 8-28-16,-14 5-48 0,-14 14-20 16,-9 8-52-16,-14 7 48 0,-2 7-12 0,-12 9 156 15,5 3-32-15,-1 0-76 16,5 0-132-16,3-5-8 0,13-8-4 15,15-9-88 1,12-13 92-16,20-19 8 0,12-15-120 0,16-14-172 16,13-16 28-16,2-12 20 0,13-8-168 15,4-8-805-15,9-3-667 0,2-7-476 0,-2-2-172 0,6-23-2681 16</inkml:trace>
  <inkml:trace contextRef="#ctx0" brushRef="#br0" timeOffset="132262.62">9283 9613 6520 0,'0'0'4465'15,"0"0"-1345"-15,0 0-1292 0,0 74-140 0,0-36 112 16,0 6-176-16,0 11-359 0,0 2-525 16,4 6-256-16,0 4-76 0,0-2 28 0,-4 6-136 15,0-5-152-15,0 2-148 0,0-5-92 16,-4-3-148-16,4-2-96 0,0-8-136 16,0-9-144-16,12-12-76 0,-1-10 39 15,6-19-175-15,7-7-504 0,0-18-1200 16,-1 0-2012-16,9-32-2477 0</inkml:trace>
  <inkml:trace contextRef="#ctx0" brushRef="#br0" timeOffset="132510.374">9825 9718 12089 0,'0'0'4976'0,"0"0"-4204"0,-80 54-488 0,44-25 148 0,-4 6 232 16,1 3-172-16,3 0-236 0,0 3-160 0,4-6-96 15,4 1-96-15,5-3 48 0,-2 3-76 0,5-4-36 16,5-4 40-16,6 1 20 0,1-7-36 16,8 0 136-16,4-2 160 15,9-2-160-15,6 1-24 0,5 4 24 0,4-4 244 16,4 3 52 0,0-3-4-16,7-3-72 0,2-4-60 15,2 1-88-15,2-7-72 0,2 1-120 16,-4-7-528-16,6 4-396 0,-6-4-440 15,-10 0-1568-15,10 2-3397 0</inkml:trace>
  <inkml:trace contextRef="#ctx0" brushRef="#br0" timeOffset="133258.013">11510 9347 300 0,'0'0'1016'16,"0"0"-12"-16,0 0 3180 16,0 0-1236-16,0 0-899 0,0 0-713 0,0 0-100 15,0 0-48-15,0 0-120 0,0 0-180 16,0 0-96-16,12-32-164 0,1 23-108 16,6-7-56-16,1-3-12 0,8-7-120 15,4 1-148-15,4-3-88 0,-1 2 0 0,-3 1 16 16,4 2 8-16,-4 4-8 0,0 7-28 15,-1 1 48-15,1 3-32 0,0 4-16 16,0 4 24-16,1 4 100 0,-1 4 157 0,-1 9-209 16,1-1-148-16,-4 0-8 0,-1 3 8 0,1 0 52 0,4 0-48 31,-4-4-4-31,0 1-8 0,0-5 0 0,0 1 0 16,0-5 0-16,0-1-16 15,-4-4 8-15,-1-2-100 0,1 0-156 0,-7 0-345 16,-2 0-295-16,-2-6-60 0,-6 4-624 15,-3 2-1288-15,-4-5-3209 0</inkml:trace>
  <inkml:trace contextRef="#ctx0" brushRef="#br0" timeOffset="133472.757">11861 9512 4604 0,'0'0'4'0,"0"0"6877"0,0 0-4249 0,0 0-536 16,0 0-588-16,0 0-372 0,0 0-132 15,0 0-24-15,0 0-116 0,0 0-139 0,0 0-225 16,56 57-212-16,-17-54-92 0,9-3-112 16,4-3-84-16,7-3 0 15,1 0-124-15,0-1-8 16,0 1-144-16,-4-4-380 0,0 4-293 0,-4 3-183 0,-1-4-696 16,-10 4-2664-1,6-6-4397-15</inkml:trace>
  <inkml:trace contextRef="#ctx0" brushRef="#br0" timeOffset="134607.501">13949 8462 5792 0,'0'0'8857'16,"0"0"-6705"-16,80-33-936 0,-37 17-400 15,17-3 396-15,4 0-260 0,7 0-344 16,-3 1-207-16,0 2-121 0,0 0-160 0,-5 7-120 0,-3-1 0 31,-8-1-72-31,-12 9-96 0,-8 2-4 0,-12 0 28 0,-12 0-233 16,-8 2-171-16,0 15 0 0,-13 2 180 0,-6 12 232 15,-17 11-228-15,-4 5-240 16,-12 8-60-16,-4 5 204 0,-3 3 140 0,-1 1 184 16,0 3 60-16,0-1 76 15,4-2 420-15,5-4 88 0,7-3-64 16,4-7-72-16,12-5-68 0,12-10-20 15,4-3 8-15,12-10-20 0,4-2-4 0,20-5 196 16,4-2-100-16,16-4-132 16,4 0-16-16,8-9-19 0,-1 0-37 0,5-2-100 15,-4-10-60-15,0-5-8 0,-4 2-92 16,-5-5-20-16,-3-2-25 0,-4 3-39 0,-4-6-276 0,-5 2-260 16,1-3-124-16,-8 1-276 15,0-3-1084-15,-8 9-2988 0,4-16-3173 16</inkml:trace>
  <inkml:trace contextRef="#ctx0" brushRef="#br0" timeOffset="134810.567">14957 8575 3232 0,'0'0'232'0,"0"0"4332"0,0 0-2272 0,0 0-555 15,0 0-429-15,-88 93-52 0,64-65-96 16,-4 7-168-16,0 0-212 0,-8 3-220 0,1 1-164 15,-1-2-152-15,-5-2-144 16,6 3-100-16,-1-3-108 0,0-3-212 16,8-3-272-16,4-4-316 0,9-3-408 15,2-6-1016-15,6-3-2989 0</inkml:trace>
  <inkml:trace contextRef="#ctx0" brushRef="#br0" timeOffset="135086.412">15889 8308 3812 0,'0'0'1616'15,"0"0"4657"-15,0 0-4689 0,-84 77-504 0,48-42-120 0,-7 9 36 16,-5 4-136-16,-8 12-112 0,-8 11-144 15,-7 7-224-15,-17 11-144 0,-4 10 80 16,-11 9 140-16,-9 9-128 0,-4 6-96 16,-7 5-196-16,3 2-36 0,1-6 0 15,11-3-84-15,9-13-344 0,11-10-84 0,21-15 8 16,15-17-212-16,12-12-252 0,24-16-396 16,4-16-792-16,12-8-2405 0,8-14-3363 15</inkml:trace>
  <inkml:trace contextRef="#ctx0" brushRef="#br0" timeOffset="135461.385">15024 9604 12777 0,'0'0'4708'16,"0"0"-3572"-16,96-19-396 0,-49 9 568 15,5 1-492-15,0 0-379 16,1-1-229-16,-10 7-100 0,-7-1-108 0,-4 4-12 0,-8 0-72 16,-9 4-12-16,-2 9-273 0,-13 2 81 15,0 7 200 1,-17 8-56-16,-11 3-76 0,-7 6 84 0,-9 2 84 16,0 1 44-16,-4 3-44 0,0-1 48 15,5-3 4-15,3 0-8 0,4-3 4 0,4-2-68 16,9-5 20-16,6-5-8 15,13-4-24-15,4-3 84 0,4-4 0 0,16-2-4 0,5-4 0 16,6-2 4-16,5-7 72 0,4 0-24 16,-1-13-48-16,6-3-48 0,-2-3-12 15,1 0-184-15,0-6-368 0,-5 0-520 0,2 0-1508 16,-18 2-3621-16,14-12-3258 0</inkml:trace>
  <inkml:trace contextRef="#ctx0" brushRef="#br0" timeOffset="135761.38">15917 9476 364 0,'0'0'10076'15,"0"0"-5407"-15,0 0-3577 0,88-25-312 16,-53 19 384-16,-3 4-20 0,0-2-320 16,-4 4-276-16,0 0-220 0,-5 10-172 0,-2-2-156 15,-9 9-48-15,-4 2-76 16,-8 6-72-16,-4 7 52 0,-12 3-52 0,-9 4-60 15,-10 5 108-15,-5 3 40 0,1 1 56 16,-2 0 44-16,5-4-40 16,8-3 36-16,4-9-36 0,17-7 0 15,7-3 48-15,0-5 8 0,20-5-4 0,8 4 116 16,8-4 52-16,11-1 96 0,9-3 16 16,4-4-140-16,3-4-144 0,1 0-256 15,-4 0 72-15,-4-4 64 0,-8-4-492 16,-5-6 108-16,-11 2 60 0,0-4 60 15,-8 0-492-15,-4 0-1812 0,-4-16-4573 0</inkml:trace>
  <inkml:trace contextRef="#ctx0" brushRef="#br0" timeOffset="135967.816">16423 9490 4516 0,'0'0'2136'15,"0"0"2817"-15,0 0-3837 0,0 0-20 16,-20 89 420-16,8-51 68 0,-4 2-308 16,0 6-300-16,-8 1-304 0,-3 7-328 15,-10-3-248-15,1 3-96 0,-3-4-76 16,-1 2-20-16,-4-8-16 0,8-3-220 0,0-3-340 16,12-9-328-16,4-4-580 0,9-12-2516 15,-1-7-4405-15</inkml:trace>
  <inkml:trace contextRef="#ctx0" brushRef="#br0" timeOffset="136398.583">18737 8960 11725 0,'0'0'2744'16,"0"0"-1084"-16,124 104-236 16,-72-52-136-16,0 1-76 0,-5 4-212 0,2-3-380 0,-6-3-267 15,-3-7-169-15,0-6-184 16,-8-8-184-1,0-5-509-15,-8-10-439 0,4-5-204 16,-5-7-1132-16,-7-3-2724 0,9-15-5225 0</inkml:trace>
  <inkml:trace contextRef="#ctx0" brushRef="#br0" timeOffset="136578.703">19478 8871 3892 0,'0'0'8853'0,"0"0"-7261"0,0 0-416 0,-107 38-96 0,68-6 52 16,-10 6-168-16,-3 9 16 0,-3 3-196 16,-4 12-236-16,-1-3-144 0,-4 6-116 0,4-2-115 0,4-3-173 0,4-2-205 15,13-11-255-15,7-6-516 16,8-6-472-16,8-9-2452 0,4-5-4933 0</inkml:trace>
  <inkml:trace contextRef="#ctx0" brushRef="#br0" timeOffset="137078.89">20367 8401 6536 0,'0'0'1376'16,"0"0"1897"-16,0 0-1233 16,120-38-912-16,-61 18-16 0,13 5 20 15,4-7-36-15,-1 6-208 0,5 2-188 0,1 6-208 16,-2 1-64-16,-8 3-124 15,-2 4-36-15,-15 0-72 0,-5 7-72 16,-17 3-124-16,-8-1-140 0,-17 5-128 0,-3 1-48 16,-4 4 8-16,-15 6 152 15,-13 7 68-15,-4 4-32 0,-12 2-16 0,0 6 88 16,-4 0-28-16,-7 3 64 0,3 7-68 16,-4 1 80-16,4-1 60 0,5-4 52 0,11-3 388 15,4-5-96-15,12-7-124 0,12-6-120 16,8-10-28-16,4-4-48 0,11-5 112 0,13 0-84 15,13-7 8-15,2 1-24 16,9-4 16-16,4 0-104 0,-1-11-8 0,1-1-88 16,-4-1-192-16,-1-3-364 0,-6-3-248 15,-2-3-348-15,-6 0-456 16,-5-4-2136-16,-9 5-2225 0</inkml:trace>
  <inkml:trace contextRef="#ctx0" brushRef="#br0" timeOffset="137250.176">21455 8497 2780 0,'0'0'1888'0,"0"0"3080"0,0 0-2891 0,0 0-581 15,0 0-8-15,0 0-204 0,-100 63-356 16,68-35-96-16,-4 10-64 0,5 0-144 0,-5 4-168 16,-4-1-148-16,9 0-140 0,-5-3-168 15,3-2-40-15,6-5-316 0,7-3-428 16,8-8-304-16,3-5-480 0,9-5-1596 0,9-10-4497 15</inkml:trace>
  <inkml:trace contextRef="#ctx0" brushRef="#br0" timeOffset="137516.045">22522 8343 4528 0,'0'0'9129'0,"0"0"-7509"0,0 0-1056 0,-110 93 204 16,57-53 488-16,-6 9 420 0,-5 5-212 16,-7 5-587-16,-2 9-429 0,-10 5-300 0,-5 5-76 15,-7 9-60-15,-6 1-12 0,-6 5-48 16,-5 2-160-16,-2 3 112 16,2 1-60-16,0-4 8 15,5-3-85-15,7-6-19 0,13-10 32 0,14-6-84 0,18-13-88 16,11-10-204-16,20-8-216 0,12-14-632 15,12-12-668-15,0-6-728 0,16-20-3373 16</inkml:trace>
  <inkml:trace contextRef="#ctx0" brushRef="#br0" timeOffset="137836.138">21531 9560 1120 0,'0'0'12861'0,"0"0"-10525"0,108-20-1636 16,-65 14-500-16,9-6-28 16,-1-1 88-16,1 3 28 15,-7 4-140-15,-9 0-52 16,-1 2-84-16,-7 4-12 0,-12 0-44 0,-4 7-92 0,-12 6 136 16,0 6 24-16,-16 3 52 0,-12 3-68 0,-8 5-4 15,-7 0-4-15,-6 3 60 0,-3 1 52 16,1 4 36-16,-1-3-60 0,4 3 36 15,12-2 8-15,8-8 16 0,13 0 4 16,11-2-152-16,8-4-60 0,11-3 60 0,9-6 356 16,8-4 48-1,9 2-208-15,6-9-100 0,5-2-44 0,-1 0 204 0,-3-2-256 16,1-9-156-16,-2-2-380 16,-4 1-300-16,-2-7-536 0,-9 3-1616 0,0-9-4657 15</inkml:trace>
  <inkml:trace contextRef="#ctx0" brushRef="#br0" timeOffset="138179.953">22483 9445 7492 0,'0'0'6341'15,"0"0"-6225"-15,103-21 212 0,-62 14-212 0,-2 3 628 16,-3 4 60-16,-4 0 128 0,-8 7-252 0,-4 2-380 15,-8 1-152-15,-8 6-12 0,-4 3-36 16,-12 6-4-16,-12 1 164 0,-4 2 36 16,-8 7-148-16,-8 1-100 0,-3-3-40 15,-6 9 4-15,-3-1-8 0,2 4-4 0,-2-1 0 16,7 1 52-16,6-4 132 0,15-6 96 16,8-3 380-16,20-3-24 0,3-8-188 0,25 2-192 15,21-7 1-15,7 0 143 0,19-4 388 16,9-8-328-16,8-4-232 15,3 0-188-15,1-4-40 0,-1-8-192 16,-3-4-280-16,-12-4-292 0,-5 1-169 16,-11 0-19-16,-12 0-740 0,-9 0-2060 15,-15 3-1805-15,-11-3-3419 0</inkml:trace>
  <inkml:trace contextRef="#ctx0" brushRef="#br0" timeOffset="138387.697">23244 9399 4924 0,'0'0'8657'16,"0"0"-7313"-16,-84 72-1068 0,49-37-36 0,-1 6 580 16,-5 6 612-16,2 5-164 0,-1 1-528 15,1 1-520-15,-2-3-220 0,-2 0-72 16,-2-3-196-16,2-1-372 15,0-5-332-15,2-5-572 0,9-9-2476 0,-11 5-4993 16</inkml:trace>
  <inkml:trace contextRef="#ctx0" brushRef="#br0" timeOffset="160775.56">413 11909 3208 0,'0'0'8077'16,"0"0"-6041"-16,0 0-1540 0,0 0-256 0,105-25 216 15,-66 12 380-15,1 0 184 0,0 4-272 16,-8-1-128-16,4 1 0 0,0 2-20 15,3 0-168 1,5 2-140-16,4 2-156 0,4 3-12 16,4 0-64-16,0 0 36 0,7 3-80 0,1 2 28 15,8-1-40-15,4-1-4 16,15 0 8-16,5-3 112 0,11-3-68 0,13-6-52 16,3-4-12-16,8-5 12 0,5-1 52 0,3-1 8 15,9-2 24-15,-4 3-4 0,7-3-76 16,5 3-4-16,-1-4 12 0,8 4 60 15,4-4-28-15,5 9-40 0,-1-5 32 16,0 2-36-16,5 7-108 0,-5-2 36 0,0 6 68 16,5-1 4-16,-1 1 0 0,4 0 72 15,-3-1-72-15,-2 1 0 0,-2-3-80 16,0 2 80-16,-1-2 4 0,-3 2 44 0,-2 0-36 16,-3 5 48-16,2-5-60 0,-6 5-72 15,0-5 0-15,-4 0 56 0,-3 4-64 0,-1 1 80 16,1-2 8-16,-1 1 0 0,-3 0-8 15,-2-4-108-15,2 3 64 16,0-1 40-16,-1-2-80 0,0-2-48 0,1-1 20 0,-1 4 88 16,-3-1 20-16,-1 1 4 15,1 0-232-15,-4-1 224 16,-2 4 4-16,6 0-4 0,-5 0 0 16,5 3 16-16,-5 0 56 0,5 0-64 15,-4 0-76-15,2 0-24 0,2 0 4 16,-5 0 84-16,5 0-64 0,3 0 64 15,5 0 12-15,-4-3 4 0,7 3-4 0,-4 0-48 16,5 0-40-16,3-3 84 16,0 3 4-16,4 0 52 0,1 0-44 0,3 3 4 0,0 0-12 15,1 3-104-15,3-3 92 16,0 4-72-16,5-1 68 0,-1 0-32 0,4 1 48 16,5-1 12-16,-1 0-12 0,4-2-116 15,9-2 76-15,3 2 40 0,4-4 76 16,8 0-64-16,0 0 0 15,4-4-12-15,4 2 0 0,9-2 84 16,-1-2 4-16,8 4-40 0,4-2-48 16,3 1-148-16,5-4 100 0,5 4 12 15,7-3 32-15,-4-1 4 16,8 4-100-16,-1-3 96 0,6 0 4 16,3-1 100-16,0 4-100 0,4-3-32 0,-1 3 32 0,1-1 60 15,4 1 64-15,1 0-76 16,2 0 24-16,1 3-72 0,4 0 172 0,0 0-172 0,0 0-36 15,3 0-24-15,-2 0 60 0,6 3 8 16,-3 0-8-16,4 0-104 0,0-3 104 16,-1 0 0-16,1 0 0 0,0 0-20 15,0 0 20-15,0 0 12 0,-1-6 76 0,-2 3-16 16,-6-3-48-16,1-1 184 0,-4 1-60 16,0 0-148-16,-8-1 0 0,4 0-4 15,-4 2 4-15,-5-6 0 0,-6 2-128 16,-2 0 44-16,-6-4 36 0,-5 4-64 0,-8-1-12 15,-4 0-8-15,-8-2 44 0,-8-1 88 0,-8 3 0 16,-8-2-4-16,-3-1-24 0,-13 1 28 16,-8-5 12-16,-3 5 48 0,-17-1-52 15,-4 3 56 1,-7-1-64-16,-9-2-12 0,-4 3-76 16,-11-3-32-16,-9 4-28 0,-7-1-136 15,-12 0-64-15,-13 2-96 0,-8-3-88 16,-6 5-4-16,-13 0-180 0,-13-1-328 0,-11 1-188 15,-12 3-696-15,-17 0-925 0,2-1-1211 16</inkml:trace>
  <inkml:trace contextRef="#ctx0" brushRef="#br0" timeOffset="163860.99">1418 12583 4536 0,'0'0'1136'15,"0"0"3624"-15,0 0-3907 16,0 0 31-16,0 0 228 0,0 0 96 0,0 0 52 0,0 0-140 0,-16-11-228 16,20 11-112-16,-4 0-140 15,0 0-64-15,4-3-208 0,-4 3-160 0,0 0-88 16,4 0-120-16,8 0-4 0,4 0 4 15,12 3 184-15,4-3 12 0,4 4-88 16,3-1-100 0,2-3-8-16,-6 0 4 0,1-3 0 0,4-4 0 15,-5-2-4-15,1-1 0 0,4 1-60 0,-8-4-296 16,0-3-352-16,-4 4-124 0,-5-1-168 16,-6 4-256-16,-10 5-768 0,-3 1-1793 0,-4 3-1463 15</inkml:trace>
  <inkml:trace contextRef="#ctx0" brushRef="#br0" timeOffset="164377.718">1466 12697 2388 0,'0'0'1604'15,"0"0"-408"-15,0 0-36 0,0 0 112 16,0 0-168-16,0 0-196 0,0 0-148 16,0 0-191-16,0 0-209 0,0 0-140 0,-5 0-104 0,5 0-52 0,0 0-12 15,0 0 24-15,0 0 16 16,0 0 8-16,0 0 80 0,0 0 76 16,0 0 128-16,0 0 112 0,0 0 52 0,0 0-64 0,0 0-4 15,0 0-88-15,0 0-92 0,0 0-124 16,0 0-76-16,0 0-12 0,0 0-36 15,0 0-4-15,0 0 4 0,0 0-48 0,0 0 44 16,0 0 4-16,0 0 52 0,0 0-4 16,0 0 12-16,0 0 36 0,0 0-8 15,0 0 32 1,0 0 40-16,0 0-12 0,0 0-40 16,0 0-24-16,0 0-72 0,0 0-16 0,0 3-48 15,0 0-4-15,0 9-56 16,0 7-16-16,0 7 28 0,0 11 48 15,0 9 0-15,5 11 124 0,-1 7 36 0,0 8 88 16,-4 1 256-16,4 4-208 0,-4-5-284 0,0-2 40 31,4-3-48-31,-4-4-4 0,3-5-68 0,-3-8 64 16,4-8-8-16,0-10-36 0,1-7-40 0,-1-9 28 0,0-3-76 16,0-8-296-16,-1-1-24 0,1-4-104 0,-4 0-404 15,9-6-132-15,-5-4-104 0,0-3-460 16,0 1-1113-16,-4-17-2655 0</inkml:trace>
  <inkml:trace contextRef="#ctx0" brushRef="#br0" timeOffset="164576.38">1438 13216 1396 0,'0'0'10333'0,"0"0"-9153"0,0 0-1116 15,0 0 280-15,0 0 672 16,0 0 196-16,0 0-344 0,0 0-80 15,0 0-132-15,88 5-148 0,-61-3-80 0,5-2-180 16,1 0-100-16,-2 0 0 0,1 0-48 16,-5 0-100-16,6-2 0 0,-1-5-96 0,0 1-64 15,0 0-480-15,3-5-536 0,1 6-588 16,-12-5-2052-16,8 6-4101 0</inkml:trace>
  <inkml:trace contextRef="#ctx0" brushRef="#br0" timeOffset="164977.329">2223 13332 12777 0,'0'0'1844'0,"0"0"-1528"0,0 0-28 16,0 0 628-16,0 0 536 0,0 0-624 0,0 0-420 15,0 0-200-15,0 0-12 0,-64 66 76 16,52-37 120-16,-4 2-28 0,0 1-120 15,4 3-96-15,4-2-4 0,0-8 4 0,5-6 0 16,3-7-4-16,0-5-144 16,0-5-60-16,0-2-136 0,3 0-48 0,1-2-96 0,8-5 132 0,0-2 36 15,4-7-12-15,4-1-244 0,-4-2-112 16,0-2-52-16,-1 1 36 0,2-2 72 16,-6 3 24-16,2 0 36 0,-5 3 144 15,-1 1 204-15,1 2 76 0,-3 3 112 0,-1 3 44 16,-4 5 32-16,0 2 60 15,4 0 200-15,-4 6-24 0,4 4 68 0,-1 6 52 16,5 3-224-16,1-1-36 0,-1 8-40 31,-1-4 4-31,1-3-116 0,1-3-132 16,2-4-104-16,1-1-44 0,0-9-172 0,4 2-160 16,0-4-208-16,3-4-332 15,-2-9-596-15,-1 4-1444 0,7-10-2965 16</inkml:trace>
  <inkml:trace contextRef="#ctx0" brushRef="#br0" timeOffset="165177.656">2689 13252 12777 0,'0'0'2412'16,"0"0"-1572"-16,0 0-60 0,0 0 560 16,0 0-392-16,-52 80-88 0,36-52-140 0,4 1-196 0,4 3-172 15,0-4-96-15,4 0-75 0,0 1-169 16,4-7-12-16,0-3-72 0,0-6-73 15,0-1-319-15,4-5-48 0,0-3 12 0,9-4-60 16,-2 0 116-16,6-11-108 0,-2-1-100 16,5-7-352-16,-4 0-528 0,4-6-748 15,-8 5-1817 1,8-17-2447-16</inkml:trace>
  <inkml:trace contextRef="#ctx0" brushRef="#br0" timeOffset="165578.169">3079 12591 13729 0,'0'0'1896'16,"0"0"-1556"-16,0 0-48 0,-3 90 804 0,-1-46 560 15,-5 7-344-15,5 9-460 0,0 4-268 0,4 8-207 16,-4 5-49-16,4 6 228 0,-3-1-48 16,3-3-508-16,-4-3-96 0,0-5-196 15,0-14-48-15,4-10-108 0,0-8 268 0,4-17-64 16,4-6-193-16,-5-14-123 0,5-2-64 15,1-2-208 1,-5-14 208-16,3-3-204 16,-3-7-240-16,-4-6-312 0,0-3 56 0,-11 0-40 15,-10-2-496-15,-3-1 335 0,-8-4 801 16,4 7 724-16,-3 7 104 0,-1 2 312 16,9 14 616-16,2 5 77 0,9 4 483 0,4 3-780 15,4 0-292-15,4 0 52 16,0 0 208-16,8 0-24 0,8 0-372 0,5 0 140 15,10 0 256-15,5-7 8 0,8 5-456 0,0-8-208 16,7-3-84-16,-3 1-40 0,3-2-160 16,-2 2 40-16,3-1-64 0,-5 0-40 15,-3 4-304-15,-4 0-144 0,-4 5-408 0,-8 1-356 16,-8 3-1108-16,-8 0-1717 0</inkml:trace>
  <inkml:trace contextRef="#ctx0" brushRef="#br0" timeOffset="166009.985">505 14611 11009 0,'0'0'2640'0,"0"0"-2640"0,0 0-1688 0,0 0 1688 16,0 0 936-16,0 0 120 16,88-13-208-16,-44 4-68 0,7 3 28 0,9-5 64 0,4 3-388 15,8-3-112-15,4 2-140 16,0-3-44-16,-1 2-40 0,5-3 12 0,-1 1-152 16,5-1 236-16,4-3 28 0,8 0-88 15,3-3-112-15,5-3 16 0,3 0 44 16,9-1-20-16,0-2-64 15,7 0 0-15,-4-1 28 16,4 1-64-16,1 0-12 0,-4-4 4 0,-1 4-4 16,-3-3 72-16,4 2-12 0,-9 0 16 15,1-3 8-15,-4 4-12 0,-13 3-68 16,-3-3 60-16,-13 6-64 0,-7-3 0 16,-13 2-208-16,-11 4-244 0,-12 4-88 15,-8 2-52-15,-8 1-84 0,-8 2-68 16,-4 4-152-16,-8 0-476 15,0 0-1032-15,-8-4-3037 0</inkml:trace>
  <inkml:trace contextRef="#ctx0" brushRef="#br0" timeOffset="166236.403">4199 13271 3876 0,'0'0'11669'16,"0"0"-9877"-16,0 0-1000 0,0 0-260 15,0 0-164-15,0 0-252 16,0 0-116-16,84 26-148 0,-81-20-172 16,1 0-164-16,0 4-344 0,-4-4-372 0,0 3-944 15,0 1-1973-15,-8 4-2163 0</inkml:trace>
  <inkml:trace contextRef="#ctx0" brushRef="#br0" timeOffset="166335.313">4243 13471 9880 0,'0'0'6749'0,"0"0"-5753"15,0 0-796-15,0 0-116 0,0 0 288 0,12 68-100 16,-9-56-100-16,6-3-172 0,-1 1-504 0,0-4-240 16,-1 1-240-16,2-1-904 0,-5-4-3365 15</inkml:trace>
  <inkml:trace contextRef="#ctx0" brushRef="#br0" timeOffset="174656.972">7227 12560 4012 0,'0'0'456'16,"0"0"3368"-16,0 0-2592 0,0 0-432 0,0 0 77 15,-3-70 75-15,3 51 124 0,0 6-60 0,0-6-244 0,0 3-32 16,3 4-400-16,-3-4-184 0,0 0 144 16,0 1-176-16,0 1 188 0,0 3 36 15,0-6 36-15,-8 4-76 0,4 4-60 16,-4-1 108-16,0 1-72 0,1 2 24 15,-2 4-224-15,-3-3-72 0,-4 3 36 0,4-1-40 32,-8 4-8-32,1 0-12 0,-9 7-148 0,0 2 36 15,-4 7 28-15,0 3-40 0,-3 6-12 16,-2 5 0-16,1 3 12 0,4 6 124 16,0 3 4-16,4 5 8 0,0 0 112 0,9 4-16 0,-1 4-44 0,5-5 132 15,2 1-12-15,5-3 12 16,4 0-60-16,4-4-52 15,0 1 40-15,0-5 32 0,8 2-8 0,4-4 72 16,0 0-48-16,4-7 24 0,4-1-100 16,0-5 100-16,3-3-136 0,1-3 44 15,1-3-92-15,3 0 0 0,0-4-12 0,-4-2-36 16,3-1-12-16,1-2 52 16,-4-4-4-16,0 0 0 0,0-3 4 0,-5 0-4 15,2-3-112-15,-5 0-84 0,-1-7-132 0,-3 4-52 0,1-4-64 16,-6-2-184-16,1-4-128 15,-4 0-200-15,-4-3-364 0,0 0-520 16,0-3-684-16,-12-1-673 0,5 4-879 0</inkml:trace>
  <inkml:trace contextRef="#ctx0" brushRef="#br0" timeOffset="174845.74">6857 12976 2492 0,'0'0'832'0,"0"0"-244"0,0 0 36 0,0 0 4412 15,0 0-3848-15,0 0-147 0,0 0-157 16,0 0 88-16,0 0-72 0,0 0-116 0,0 0-184 15,-37-18-20-15,57 18-32 0,8 0 272 16,4 0-140-16,0 0-272 16,0-5-116-16,0 5-156 0,0-2-96 0,-4-2-40 15,-4 1-148-15,0 0-36 16,-1-4-136-16,-3 1-480 0,4 3-332 0,-8 0-576 16,-4 3-1432-16,0 0-2901 0</inkml:trace>
  <inkml:trace contextRef="#ctx0" brushRef="#br0" timeOffset="175010.737">7143 13052 5036 0,'0'0'120'0,"0"0"2144"15,0 0-684-15,-3 73-196 0,3-45 149 0,0 2-201 16,3-2-316-16,1 1-80 0,0-1-184 16,0 1-184-16,5-1-256 0,-5-2-312 15,-1 2-4-15,5-5-144 0,-4-2-128 16,0-4-368-16,1-2-160 0,2-5-96 15,1 0-552-15,-4-4-373 0,0-3-955 0,5-3-1444 0</inkml:trace>
  <inkml:trace contextRef="#ctx0" brushRef="#br0" timeOffset="175473.025">7681 12836 8412 0,'0'0'6793'15,"0"0"-5721"-15,0 0-684 0,0 0-340 16,0 0 340-16,0 0 752 16,0 0-96-1,0 0-380-15,88-9-260 0,-57 9-284 0,1 0-120 0,4 0-40 16,-3 3-96-16,-6 0-20 0,1-3-16 0,-4 3-416 16,-8 0-408-16,0 1-344 0,-9 2-868 15,-2 1-2077-15,-5 5-2307 0</inkml:trace>
  <inkml:trace contextRef="#ctx0" brushRef="#br0" timeOffset="175643.242">7765 13049 8172 0,'0'0'3141'0,"0"0"-2101"0,0 0-820 0,0 0 480 16,0 0 432-16,0 0 168 0,0 0-332 16,88 26-432-16,-57-26-276 0,5 0-136 15,4 0-124 1,0-7-68-16,4 1-376 0,0-4-624 15,-1 1-252-15,-11 2-1844 0,17-6-7253 16</inkml:trace>
  <inkml:trace contextRef="#ctx0" brushRef="#br0" timeOffset="176297.452">8446 12564 10588 0,'0'0'1917'15,"0"0"15"-15,0 0-404 0,112 5 72 0,-60-5-268 0,8 0-376 0,-1 0-344 16,1-5-220-16,8-6-224 16,-4 2 4-16,-1-3-160 0,1 2-4 0,-4 0-8 15,0 4-92-15,-9 0-32 16,-7 3-44-16,-8 3-4 0,-8 0-96 0,-13 3 0 0,-6 9-16 16,-9 4-84-16,-5 6 0 15,-10 11 272 1,-13 0-152-16,-4 9 164 0,-8 0-4 0,-4 5 28 15,-3-3-76-15,-2 4 48 0,2 0-72 16,-1-1 72-16,-4 5 88 0,1-2 28 16,2-2 44-16,6 0-24 0,3-4 64 0,13-4-60 15,2-4 44-15,13-4 52 0,8-7 112 16,4-2-40-16,4-8-12 0,16 4 52 0,8-2 144 16,8-5 36-16,12 1-12 0,3-7-64 15,5 1-84-15,4-7-112 16,0 0-32-16,0-5-63 0,-1-3-65 15,-3-2-8-15,-8 1-73 0,0-4-111 0,-9 3-168 16,-3-3-148 0,-4 1-96-16,-4 3-140 0,-8-1-272 0,1 4-668 0,-10-4-1160 15,-3 4-2505-15,-4-1-2131 0</inkml:trace>
  <inkml:trace contextRef="#ctx0" brushRef="#br0" timeOffset="176538.341">9570 12760 4044 0,'0'0'10293'15,"0"0"-9105"-15,0 0-1100 16,-76 56 136-16,44-29 632 0,0 5 560 16,-4 5-420-16,1 2-380 0,-5 5-324 0,-4 1-220 15,0 2 4-15,-4 0-76 0,1 8-12 16,-5-4-64-16,4-1-8 0,0 1-88 15,4-6-380-15,12-10 196 0,4-10-64 0,9-6-108 0,11-13-416 16,8-6-740-16,0-3-2164 0,12-22-1521 16</inkml:trace>
  <inkml:trace contextRef="#ctx0" brushRef="#br0" timeOffset="176951.462">10056 12139 13745 0,'0'0'1580'0,"0"0"-1528"0,0 0 312 16,0 0 100-16,0 0 1232 0,0 0-192 0,0 0-584 15,20 84-436-15,-20-55-228 0,0 6-48 16,-4 0-72-16,-4 3-88 15,-4 4-48-15,0-5-12 0,4-5-88 0,-4-6-20 16,8-11-64-16,0-5-32 0,4-7-224 16,4-3-272-16,4 0 272 15,8-6 440-15,0-7 36 0,0 0 28 0,4-6-56 0,-1 1 64 16,-2-2-64-16,2-2 140 0,-3 3 0 0,1 0-28 16,-6 0 16-16,5 3-64 15,0 3-72-15,-8 4 8 0,5 2-8 0,-2 4 8 16,1 3 0-16,0 0 104 0,0 10 60 15,0 3-64-15,0 2 52 0,0 7 32 16,-4 4 16 0,0 2-156-16,-4-2-52 0,0 3-168 15,-4-4-344-15,3 0-296 16,-3-3-176-16,0 0-388 0,0-5-924 0,0-4-2077 0,0 1-3555 16</inkml:trace>
  <inkml:trace contextRef="#ctx0" brushRef="#br0" timeOffset="177913.229">12164 12890 11357 0,'0'0'1552'0,"0"0"-904"0,0 0-456 0,0 0 176 0,0 0 304 16,0 0 172-16,0 0 24 0,0 0-244 0,-88-57-116 16,72 67-60-16,0 9 20 0,-4 6 96 15,4 10 88-15,0 7-76 16,-3 5 32-16,6-3-36 16,-2 1-207-16,7-6-181 0,-1-12-100 0,9-4-84 15,0-14-4-15,0-3-120 0,0-2 4 16,13-4-89-16,2-4 137 0,5-5 72 15,8-10 0-15,4-6-120 0,0-4-160 16,0-3-48-16,-4 4 72 0,0-1 84 16,-9 4 100-16,-2 6 24 0,-2-1-4 15,-6 11 40-15,-2 2-60 0,-3 5-12 0,-4 2 84 16,4 2 124-16,0 5-12 0,5 5 240 16,-2 5 16-16,1 5-128 0,0 0-92 0,4 0-76 15,0 1-72-15,1-4-68 16,2-4-80-16,5-2-556 15,8-6-200-15,4-5-92 0,0-2-340 0,4-2-656 0,-5-5-672 16,9-15-3821 0</inkml:trace>
  <inkml:trace contextRef="#ctx0" brushRef="#br0" timeOffset="178331.396">13267 12741 12613 0,'0'0'2704'16,"0"0"-2704"-16,0 0-680 0,0 0 680 0,0 0 644 15,-95 38 108-15,63-15-48 0,0 5 8 16,0 4-120-16,1-1-96 0,-1 1-16 0,8-4-124 16,-1 2-232-16,5-5-4 0,9-3 52 15,3-6-172-15,4 0-12 16,4-3-136-16,4-1-36 0,7 1 112 0,6-1 24 16,6 1 48-16,1 1 0 0,0-6 4 0,0 3-8 0,-4-3 0 15,-4 2 0-15,-8 0 4 16,0 2 196-16,-5 1 156 0,-3 3 76 0,-3 0-24 15,-5 6-172-15,-4-3-124 0,0 3-44 16,-4-3-64-16,-4 0-48 0,5-3-256 16,-2-7-292-16,6 1-80 0,-2-6-24 15,1-4-136-15,9-7-248 16,-1-5-408-16,0-8-228 16,4 1-920-16,0-16-3021 0</inkml:trace>
  <inkml:trace contextRef="#ctx0" brushRef="#br0" timeOffset="178648.436">13423 13046 12045 0,'0'0'1980'0,"0"0"-1320"0,0 0-308 0,0 0 452 0,0 0 100 16,0 0-392-16,84 41-288 0,-65-50-92 16,9-7-132-16,0-3-272 0,0-3-188 0,0-4-192 0,0 0-64 15,-4 4 272-15,-9 7 116 0,-3-1-128 16,-3 0-64-16,-9 6 152 0,-4 1 368 15,-9 3 8-15,-6-1 156 0,-9 7 68 0,0 0 236 16,0 3 116-16,-4 13-108 0,0 6-96 16,-3 10 32-16,3 3 44 0,-1 5 56 15,1 6 8-15,5-2-76 0,3 3-132 0,0-2-16 16,8-3 24 0,4-7-52-16,8-7-84 0,4-9-60 15,8-9-124-15,16-3-24 0,8-7-136 16,11-14 24-16,9-2-232 0,8-9-76 15,4-4-48-15,3-3-256 0,2 0-752 16,-2 1-92-16,-15 10-1312 0,16-12-3257 16</inkml:trace>
  <inkml:trace contextRef="#ctx0" brushRef="#br0" timeOffset="179619.362">14287 12436 9128 0,'0'0'2337'15,"0"0"-1413"-15,-20 70 288 0,8-26 284 16,-4 8-516-16,1 8-316 0,-2 3-252 15,6 7-212-15,3-3-68 16,4 3-132-16,-1-4-48 0,5-6-64 16,13-6 12-16,2-6 100 15,5-10 40-15,5-9-36 0,3-7-4 0,0-9-60 16,-1-4-40-16,1-2 0 0,0-7-12 16,0 0-152-16,-8-3-84 0,4-4-208 15,-9-3-224-15,2-5-464 0,-10 2-916 0,1-1-1853 16,-8-4-775-16</inkml:trace>
  <inkml:trace contextRef="#ctx0" brushRef="#br0" timeOffset="179790.337">14061 13016 2692 0,'0'0'5876'16,"0"0"-4672"-16,0 0-220 0,0 0 5 16,0 0 115-16,0 0 92 0,0 0 144 0,0 0-132 0,0 0-164 0,0 0-424 15,86 39-252-15,-22-39-180 0,8-6-128 16,0-3-60-16,4-8-144 15,-5 2 8-15,-3-4-244 0,-4 2-128 0,-8 3-464 16,-13 0-1456-16,9-2-3317 0</inkml:trace>
  <inkml:trace contextRef="#ctx0" brushRef="#br0" timeOffset="180367.166">15917 12887 7492 0,'0'0'2280'0,"0"0"-871"0,0 0-409 0,0 0-52 16,0 0 56-16,0 0 136 0,-76 82-156 0,64-40-260 16,4 5 20-16,5-2-224 0,3-1-212 15,0-5-224-15,0-4-84 0,7-10-92 16,5-6 88-16,0-9-84 0,4-7-24 16,0-3-8-16,7-3 8 0,5-14-76 0,0-1-184 15,4-11-308-15,0-3-376 0,0 0 224 16,-4 1 364-16,-4 2 152 0,-4 0 316 15,-8 4 12-15,-4 0 156 0,-8 0 60 16,0 0-4-16,-8 1 80 0,-4 6 12 16,0 2 200-16,-4 6 88 15,-4 7-32 1,8 3-164-16,-8 0-408 0,5 3-104 0,-2 10-36 0,2 0-8 16,-1-1-24-16,0 1-28 0,7-3-252 15,6-3-556-15,3-5-752 0,0-2-1409 16,7 0-1675-16,14-9 508 0</inkml:trace>
  <inkml:trace contextRef="#ctx0" brushRef="#br0" timeOffset="180504.335">16391 13002 10876 0,'0'0'4157'16,"0"0"-3413"-16,0 0-444 16,88 12 92-16,-57-18-32 0,-3-7-96 0,0-6-68 0,4-4-20 15,0-5-176-15,4 0-396 0,-4-4-592 16,-4-3-636-16,-8 13-1276 0,-1-14-3057 0</inkml:trace>
  <inkml:trace contextRef="#ctx0" brushRef="#br0" timeOffset="180805.545">16415 12525 9912 0,'0'0'1509'15,"0"0"-509"-15,0 0-336 0,0 0 304 16,0 0-44-16,0 0-156 0,0 0-48 15,-24 91-84-15,24-51-80 0,0 7-96 16,0 3-76-16,0 5-152 0,0 5-96 0,-4 4-76 16,0 6-24-16,-4-4-36 0,0 5-12 0,-4 1-48 15,4 1 48-15,1 1-48 0,2-2-16 16,-3 1-8-16,4-4-200 0,0-5-52 16,4-3-72-1,0-7 112-15,0-3 48 0,0-7 48 0,0-6-12 16,0-3 12-16,4-10-92 15,-4-3 80-15,4-2-52 0,-4-11 24 0,0 1 52 16,0-7-40-16,0-3-240 0,0 0-548 0,-8 0-360 16,-3-6-957-16,-2-1-727 15,-7-9-892-15</inkml:trace>
  <inkml:trace contextRef="#ctx0" brushRef="#br0" timeOffset="181970.636">16574 12991 28 0,'0'0'128'0,"0"0"-76"0,0 0 668 0,0 0 584 16,0 0-404-16,0 0-420 0,0 0-308 15,0 0-108-15,0 0 0 16,0 0 172-16,0 0 100 0,-47 0-48 0,38 0 24 16,1 4 132-16,5-4 156 15,-5 3-160-15,-1 1-244 0,1-4 0 0,1 6 88 16,-1-3 68-16,-1 0-144 0,2 4-116 16,-1-5 100-16,0 2 132 15,-1-1 4-15,2 0 20 0,-1 0-76 16,0-3 12-16,0 0 40 0,4 0-40 0,-4 0 24 0,0 0 28 0,0 0 13 15,0 0-209-15,4 0-128 16,-4 0-8-16,4 0 96 0,1 0 108 0,-2 0-56 16,-3 0 40-16,8 0 40 0,-4 0 52 15,0 0 96-15,0 4 92 16,1-1 0-16,-6-3-40 0,5 0-16 0,0 3 28 0,0-3-80 31,4 3-88-31,-4-3-136 0,4 0-68 0,0 0-8 16,-3 0 0-16,3 0-56 0,0 0 4 15,0 0 40-15,-4 3-52 0,-1 0-80 16,1 0-48-16,-4 1 28 0,1 2 64 0,-1 1 36 16,-1-1 112-16,5-3 0 15,1 0-24-15,-1 0 28 0,4 0 24 0,-4-3 8 16,4 0 16-16,0 4-4 0,-4-4-24 0,0 3-60 16,4-3-68-16,-5 3 4 0,5-3-12 15,0 0-4-15,0 0-56 0,0 0 48 16,0 0-52-16,0 0 0 0,0 0 16 0,0 0 40 15,0 0 4-15,0 0-44 16,0 0 48-16,0 0 4 0,0 0 8 0,0 0 36 16,0 0 12-16,0 0-60 0,0 0-116 0,0 0-144 15,0 0-88-15,5 0-160 0,3 3-284 16,3 0 348-16,10 0-164 0,3-3-500 16,-5 0-700-16,1 0-1389 0,4 0-4495 0</inkml:trace>
  <inkml:trace contextRef="#ctx0" brushRef="#br0" timeOffset="185189.509">17833 12983 5336 0,'0'0'4244'16,"0"0"-2783"-16,0 0-409 15,0 0-244-15,0 0 224 0,0 0-60 0,0 0-188 16,0 0-168-16,0 0-128 0,0 0-152 16,0 0 0-16,84 28-52 0,-65-44-96 15,2 0-68-15,-1-5-56 0,-1 2-60 16,-2-1-4-16,-6 1-8 0,2 0-56 15,-5 3 52-15,-1 0-36 0,-3 0-28 0,0-1-8 16,-4 5-52-16,0-3-40 0,0 2 4 16,-8 3 36-16,4 1 72 0,-3 3 52 15,-6-1-52-15,5 7-32 0,-3 0 52 16,-6 0 44-16,-2 3 100 0,3 7-100 0,-8 5-60 0,4 8-16 16,-4 3-12-1,4 2 12-15,-4 10 68 0,5 0 8 16,-2 3 72-16,6 4 40 0,-2-7-28 15,10-6-84-15,3-4-8 16,4-5-104-16,0-8 36 0,4-2 24 0,7-7-120 16,2 0-16-16,2-6-56 0,6 0-56 15,3-3-188-15,-1-8-524 0,1-8-592 16,4-4-761-16,-8 4-2283 0</inkml:trace>
  <inkml:trace contextRef="#ctx0" brushRef="#br0" timeOffset="185459.156">18367 12268 7840 0,'0'0'2588'0,"0"0"-1571"0,0 0-681 0,0 0 76 16,0 0 688-16,0 0 280 0,0 0-396 0,0 66-264 15,-4-28-248-15,4 11-108 0,-8 8-16 16,4 6-4-16,-3 7-72 0,-2 3-24 15,-3 3-124-15,1 0-116 0,-2-3-8 16,6-3-56-16,-1-9-8 0,4-11 4 0,4-8-52 16,0-10-172-1,12-13-112-15,3-7-76 0,5-9-52 16,4-3 108-16,4-9-212 0,4-11-444 16,0-5-712-16,-8 0-1057 0,16-19-2879 0</inkml:trace>
  <inkml:trace contextRef="#ctx0" brushRef="#br0" timeOffset="185693.137">18710 12465 8172 0,'0'0'2032'16,"0"0"-1011"-16,0 0-469 0,-5 82 116 16,5-40 340-16,0 5 208 0,0 4-268 15,0 3-280-15,0 7-356 0,0-5-224 0,0-2-88 16,0-2-12-1,-3-8-88-15,3-6 48 0,0-6 48 0,3-10-68 16,2-6-116-16,3-7-20 16,-4-2 8-16,4 0-76 0,-5-5-240 15,-3-2-180-15,4 0-168 0,-4-9-516 0,5-4-757 16,-5 0-2315-16,0-9-1075 0</inkml:trace>
  <inkml:trace contextRef="#ctx0" brushRef="#br0" timeOffset="185844.59">18582 12823 7128 0,'0'0'1624'15,"0"0"-176"-15,0 0-263 16,0 0-81-16,0 0 84 0,0 0-124 16,0 0-44-16,0 0 12 0,0 0-288 0,80-26-320 15,-44 20-264-15,-1-6-160 0,10-1-12 16,-6-2-188-16,5-4-616 0,-4-4-552 0,-8 7-1328 0,12-12-3409 0</inkml:trace>
  <inkml:trace contextRef="#ctx0" brushRef="#br0" timeOffset="186093.09">19231 12604 1280 0,'0'0'11381'0,"0"0"-9725"0,0 0-860 0,0 0-68 31,0 0 540-31,-91 86-276 0,68-64-276 0,-2 0-264 0,9 1-228 16,1-1-220-16,3-6-4 0,3 3-88 16,9-3 4-16,0 0-4 15,0 0 88-15,13-3 4 0,-2 2-4 0,6-2-8 0,-2 0-64 16,6-1 8-16,-2-1-8 15,-3-3-4-15,0 5 64 0,0-4-60 16,-4 5 24-16,-4-6-4 0,0 3 4 0,-4 1-124 0,-4 1-40 16,0 0-60-16,-8-1-24 0,-4 4-112 15,-4 0-64-15,0-3 20 0,-4-1-164 16,0-2-252-16,0 3-616 0,1-6-1052 0,-9-2-2505 16</inkml:trace>
  <inkml:trace contextRef="#ctx0" brushRef="#br0" timeOffset="187169.357">20646 12176 6504 0,'0'0'3904'0,"0"0"-3027"0,0 0-273 15,0 0-80-15,0 0 384 0,0 0-248 16,0 0-280-16,0 0-188 0,-72 73-188 16,52-41-4-16,1 2 0 0,-5 1 52 0,0 6-52 15,-1 1 4-15,2 3 116 0,-5-1 44 16,4-2-76-16,4-4-80 15,1-4 56-15,2-2 24 0,6-7 88 0,-2-6-176 16,9-3-36-16,0-5-76 0,4-6 44 0,0-2 68 16,4 1 176-1,5-2-52-15,-1-2-72 0,7 0-52 16,-2 4 8-16,6-1-4 0,-3 3 0 0,0 7 44 16,4 5 176-16,-4 8 228 15,0 7-96-15,-5 4-108 0,-2 4-36 0,-5 1 88 0,0 3-68 16,-4-4-92-16,0 0-104 15,0-5-36-15,0-9-260 0,0-2-400 16,4-5-332-16,3-8-828 16,-3-2-2461-16,5-3-2895 0</inkml:trace>
  <inkml:trace contextRef="#ctx0" brushRef="#br0" timeOffset="192304.252">21184 12658 5368 0,'0'0'2952'31,"0"0"-1488"-31,0 0-664 0,0 0-195 0,0 0 383 16,0 0-180-16,0 0-172 0,0 0-64 15,0 0-228-15,0 0-208 0,0 0-32 0,-4 0 36 16,12-9 84-16,0-4 280 0,4-7 116 15,4-1-220-15,0-2-204 0,0-5-96 16,4 3 12-16,-1-4-96 0,-2 4 32 16,-1-1-48-16,-1 1 0 0,2 2-4 0,-2-2-8 15,-3 6 0-15,4-3-52 0,-4 0 16 16,0 3-40-16,0 0 24 16,-4 3-36-16,4 4 28 0,-8 2-4 0,0 4 12 15,0 1 16-15,-4 3-4 0,0 2 44 0,4 0-52 16,-4 0 60-16,0 0 48 0,0 2-36 15,3 5 4-15,-3 3 308 0,9 6-164 0,-5 3-48 16,0 3-24 0,0 3-80-16,0 4 0 0,3 6-8 0,-2 2 12 0,3 9 40 15,-4 7-48-15,0 8 192 0,-4 2-72 0,0 4-80 16,0-1-40-16,0-2-8 16,0-7-4-16,0-6 8 15,0-9 148-15,0-7 172 0,0-7 164 16,3-6-68-16,1-6-244 0,5-3-108 15,-5-7-16-15,4 0-36 0,3-6-12 16,2 0-124 0,-2 0-196-16,2-9-36 0,2-4-176 0,2-6-224 0,-6-3-484 15,1-4-768-15,-3 7-1869 0,2-16-2067 0</inkml:trace>
  <inkml:trace contextRef="#ctx0" brushRef="#br0" timeOffset="192558.954">21753 12341 10332 0,'0'0'1661'0,"0"0"-1033"0,0 0-484 15,0 0 544-15,0 0 528 16,-71 73-104-16,51-48-384 16,-3 7-352-16,-1 6-204 0,-4 0-8 0,0 10 44 15,-4-4-84-15,-4 7-108 0,4 0-16 16,-7 3-40-16,2-6-44 0,1 2-180 0,1-4 40 15,3-9 12-15,8-2-100 16,-1-6-52 0,10-7-188-16,2-6-104 0,2-4-128 0,7-5-212 0,4-1-296 0,0-6-293 0,0 0-631 15,4 0-708-15,4-6-1640 16</inkml:trace>
  <inkml:trace contextRef="#ctx0" brushRef="#br0" timeOffset="192784.676">21873 12916 11325 0,'0'0'1948'16,"0"0"-856"-16,0 0-496 16,0 0 72-16,13 70 336 0,-13-45-268 0,4 0-316 15,-4 1-380-15,3-4-40 16,1 3-76-16,0-2-148 0,0-2-348 15,0-5-216-15,-4 4-144 0,5-5-368 16,-1-3-680-16,-4 2-1029 0,3-4-3079 0</inkml:trace>
  <inkml:trace contextRef="#ctx0" brushRef="#br0" timeOffset="193043.586">22415 12922 10092 0,'0'0'1573'16,"0"0"-1045"-16,0 0-416 15,0 0 376-15,0 0-28 0,0 0-460 0,-7 76-140 16,2-63-768-16,-3-1-352 0,0 1-629 16,1-3-1043-16,-6 6-2452 0</inkml:trace>
  <inkml:trace contextRef="#ctx0" brushRef="#br0" timeOffset="193361.884">22921 12725 9500 0,'0'0'1669'16,"0"0"-721"-16,0 0-100 0,0 0 548 15,0 0-108-15,0 0-380 0,84-13-360 16,-69 13-176-16,2-3-176 0,7 0-132 0,-5 3-64 16,5-6-12-16,4 3-112 0,-4-4-12 15,4 1-612-15,0 3-456 0,0-4-428 0,0 1-1004 31,-8 3-1885-31,8 0-131 0</inkml:trace>
  <inkml:trace contextRef="#ctx0" brushRef="#br0" timeOffset="193510.919">23587 12658 5548 0,'0'0'5677'16,"0"0"-4137"-16,0 0-828 0,0 0 228 0,0 0 320 15,0 0-428-15,0 0-272 0,0 0-272 16,0 0-288-16,0 0-136 0,0 0-904 15,88 4-484-15,-77-8-1152 0,6 2-3425 0</inkml:trace>
  <inkml:trace contextRef="#ctx0" brushRef="#br0" timeOffset="193644.384">24009 12649 8564 0,'0'0'1916'15,"0"0"-1103"-15,0 0-5 0,0 0 384 0,0 0-392 16,0 0-320-16,0 0-288 15,0 0-192-15,87-19-660 0,-70 10-792 16,-2 2-889-16,13-3-3951 0</inkml:trace>
  <inkml:trace contextRef="#ctx0" brushRef="#br0" timeOffset="194176.819">24957 12423 10244 0,'0'0'1749'0,"0"0"-825"0,0 0-656 0,0 0-64 16,0 0 128-16,76-54 24 0,-40 32-128 0,3 0-228 16,2 3-16-16,2 3-96 0,-7 4 48 15,4 8 4-15,-9 4 60 16,-3 4 204-16,0 15 200 0,0 6-76 0,-7 10 164 0,-1 5 72 16,-5 9-132-16,-3 2-108 0,0-1-100 15,-4 0-48-15,-4-4-52 16,4-2 72-16,-3-6-60 0,2-3 0 0,1-6-132 31,-4-10-4-31,5-4-12 0,-2-5-84 16,1 0-56-16,0-10-120 0,4 0-212 15,0-10-384-15,4-7-684 0,-4 5-1372 0,8-20-4521 0</inkml:trace>
  <inkml:trace contextRef="#ctx0" brushRef="#br0" timeOffset="194373.624">25766 12195 7128 0,'0'0'5085'16,"0"0"-4241"-16,0 0-512 0,0 0 316 15,-72 70 704-15,49-35-44 0,-5 9-252 16,0 7-300-16,-4 3-276 0,0 0-124 16,-3 0-112-16,-2 0-124 0,5-7-120 0,-4 4-64 0,1-7-156 0,-1-6-196 15,4 1-188-15,4-11-152 0,8-2-188 0,1-7-300 31,6-10-768-31,9-2-1197 0,4-7-2811 0</inkml:trace>
  <inkml:trace contextRef="#ctx0" brushRef="#br0" timeOffset="194736.572">25937 12591 12117 0,'0'0'2348'0,"0"0"-924"0,0 0-444 0,0 0 248 16,0 0 148-16,0 0-396 0,0 0-396 15,0 0-352-15,0 0-224 0,32 65-8 0,-28-59-8 16,5-3-76-16,-6-3 12 0,5 3-52 16,0-3-72-16,4 0 28 0,0-3 8 15,4-4 40-15,-4 1 68 0,0 0 44 16,0 3-4-16,0-4-48 0,-5 4 48 31,6-3-36-31,-5 6 40 0,-5-4-44 16,5 4-20-16,1 0 12 0,-1 0 48 0,-1 4 12 0,1 2-4 15,1 4 4-15,-2-1 0 0,-3 1 48 16,0 2-36-16,-4 1 48 0,0 0-60 16,0-1-36-16,0 1-96 0,0 1-248 15,-8-2-236-15,5 1-224 0,-5-5-524 16,3-1-1220-16,-3 3-2649 0</inkml:trace>
  <inkml:trace contextRef="#ctx0" brushRef="#br0" timeOffset="195638.103">25858 12586 1228 0,'0'0'4408'15,"0"0"-3212"-15,0 0-468 0,0 0 104 0,0 0 152 16,0 0 12-16,0 0-131 15,0 0-453-15,0 0-412 0,0 0-4 16,0 0 4-16,12-3 256 0,-12 6-64 0,3-3 64 16,-3 3 52-16,4-3 112 15,-4 2 92-15,0-2 20 0,0 0-12 0,0 0-52 16,0 4-80-16,0-4-36 0,4 2-76 0,-4 3-8 16,0 1-20-16,0 0 16 0,0 3 8 15,0 1-24-15,0 0-24 0,0 5 0 16,0-2-24-16,0 3 44 0,0 3 40 0,0-3-72 15,0 1-80-15,0-3-56 16,0 2-76-16,0-2-4 0,-4-2-8 0,4 1 0 16,0-5-76-16,0 3 76 0,0-2 0 0,0-6-60 15,0 1-40-15,0-1-112 0,0-3-60 16,0 0 0-16,0 0 36 0,-4 0 12 16,4 0-36-16,0 0-40 0,0 0-72 15,0 0-48-15,0-3-196 0,0-1-116 0,0-2-436 16,0-4-548-16,0 1-361 0,0-1-1927 15,4-5-912 1,-4 72 4220-16</inkml:trace>
  <inkml:trace contextRef="#ctx0" brushRef="#br0" timeOffset="196004.978">25894 12643 588 0,'0'0'1980'16,"0"0"-296"-16,0 0-304 0,0 0-116 15,0 0 8-15,0 0-224 0,0 0-140 16,0 0-19-16,0 0-93 0,0 0-116 16,32-22-92-16,-32 22-88 0,3 0-120 0,5 0-128 15,0 0-72-15,1 0-28 0,2-5-12 16,2 3-136-16,-2-1 52 0,10-4-52 16,-6 5 8-16,1-5-8 0,4 3 4 15,-4 2 68-15,0-1 136 16,-4 3 64-16,0 0-8 0,-1 3 8 15,-2 3-116-15,2 1-44 0,-3 2-40 0,1 1 64 16,-5-1-4-16,3 4-48 0,-3 0 12 16,-4-1 24-16,4 4 24 0,-4 0-60 15,0 3-12-15,0-4-68 0,0 4 40 16,0-6-32-16,0 4-4 0,0-5-12 0,0 1-64 16,-4-5-260-16,0 3-112 0,4-2 20 15,0-2-88-15,0-1-88 16,0 1-92-16,0-7-296 0,0 2-528 15,0-2-737-15,8 0-2911 0</inkml:trace>
  <inkml:trace contextRef="#ctx0" brushRef="#br0" timeOffset="196663.607">26539 12052 9804 0,'0'0'2409'0,"0"0"-509"0,0 0-1012 16,0 0-284-16,0 0-168 0,0 0 32 15,0 0-32-15,0 0-184 0,0 0-192 0,0 0-12 16,76-44-48-16,-60 37 16 16,-5 7-8-16,-3 0 76 0,1 0 104 15,-1 0 8-15,-1 13-56 0,-3-1 68 16,0 8-36-16,-4 5-24 0,0 4-12 0,-12 3-64 16,1 0-68-16,-2-1 4 0,-2 4-8 15,-1 0 0-15,-4 0-52 0,0-1 4 0,4 1-52 16,0-7 40-16,0 2-28 15,8-8-48-15,0-6-12 0,4 0 100 0,1-7 0 16,3 4 36-16,0-4-40 0,0 1-32 16,3 2-16-16,5 4 100 0,4 0 0 0,0 4 4 15,0-2-4-15,4 5 12 0,0-1-24 0,0 0 20 16,3 4-16-16,-2-1-36 16,-2-3 44-16,2 0-60 0,-2 1 48 0,-2-1-72 15,-2-3 84-15,-3 0 0 0,1-3-4 16,-9 3 0-16,3 0 0 15,-3-3-4-15,0 4-228 16,0-1-24-16,-7-1-128 0,2 1-128 0,-3 0-252 16,0-3-344-16,1-3-720 0,-2-1-941 15,-3-2-3067-15</inkml:trace>
  <inkml:trace contextRef="#ctx0" brushRef="#br0" timeOffset="197295.892">28220 12560 11437 0,'0'0'1984'0,"0"0"-1132"0,0 0-368 0,0 0 724 15,0 0 104-15,41 89-232 0,-41-51-308 16,0 3-268-16,0-3-196 0,0 0-164 15,0-6-104-15,-4-3-40 0,-1-7-100 16,1-6-204-16,4-3-312 0,0-7-184 0,0-3-204 16,0-3-712-16,0 0-2348 0,-4-9-3169 15</inkml:trace>
  <inkml:trace contextRef="#ctx0" brushRef="#br0" timeOffset="197449.539">28212 12246 6836 0,'0'0'7721'16,"0"0"-6185"-16,0 0-1096 0,0 0-300 0,0 0 256 15,0 0-152-15,0 0-244 0,0 0-64 16,112-16-684-16,-76 16-964 0,-8 0-1528 16,15-3-4173-16</inkml:trace>
  <inkml:trace contextRef="#ctx0" brushRef="#br0" timeOffset="197734.5">28878 12379 10648 0,'0'0'2325'0,"0"0"-1169"15,0 0-320-15,-56 67 272 0,36-42 44 16,-4-3-420-16,4 0-352 0,4 2-172 16,4-6-208-16,1-3-4 0,6 4-4 0,1-2 8 15,4-2 0-15,0-2 184 16,9 3-184-16,2 0-68 0,1-3-120 15,4 3 92-15,0-1 80 0,4 1 8 0,-4 3-76 16,4 3 76-16,-4 0-4 0,0 1 12 0,-4-4 8 16,-4 0-4-16,-4 0 56 15,-4 0-48-15,0 0 64 0,-4 0-64 0,-9-3-12 16,2 0-120-16,-6 0-52 0,-2-3-76 0,-5 0-100 16,4-4-248-16,-7-4-456 15,-1 2-816-15,4 0-2053 0,-12-7-3055 16</inkml:trace>
  <inkml:trace contextRef="#ctx0" brushRef="#br0" timeOffset="198529.924">30495 12506 1384 0,'0'0'4348'16,"0"0"-2956"-16,0 0 192 0,0 0-136 0,-15-70 153 0,6 64 151 16,1 3-168-16,-3-1-452 15,-6 4-284-15,2 0-224 0,-5 10-240 0,-8 3-164 0,0 6-108 0,-4 9 36 16,-4 4 84-16,1 9 28 0,3-3 12 16,0 4-76-16,4-7-40 15,8-7-20-15,8-5-124 0,4-8-4 0,8-5 0 16,0-3-8-16,4-7-172 0,12 0-280 15,4-4 244-15,12-12-100 0,7-3-148 0,2-6-152 32,-2-7-176-32,-3 7-68 0,0-2 84 15,-8 6 316-15,0 5 236 0,-8 3 104 0,-5 7 48 16,-2 3 64-16,-1 3 188 0,-9 9 608 16,5 4-44-16,-4 5-124 0,5 6-300 15,-6 1-244-15,5-3-84 16,0 3-4-16,4-6-68 0,8-3 8 0,4-3-12 0,4-7-124 15,8-6-388-15,-1 0-568 0,-3-3-1784 16,13-13-5733-16</inkml:trace>
  <inkml:trace contextRef="#ctx0" brushRef="#br0" timeOffset="199778.416">6243 13991 6064 0,'0'0'2340'0,"0"0"-836"0,0 0-111 0,0 0 375 16,0 0-228-16,0 0-256 0,0 0-504 0,16 99-220 15,-9-45 12-15,10 10 32 16,-10 5 0-16,2 7-88 0,-1 4-164 16,-4-1-156-16,-4-2-196 0,0-11-36 15,-8-5-124-15,4-13 4 0,-5-10-104 0,9-16 164 16,-3-9-16-16,3-7-24 0,0-3-72 16,0-3-136-16,0 0-12 0,3-6 84 15,6-7-4-15,3-3 276 16,-1-4 16-16,6-1-16 15,-2-2-100-15,2 8-100 0,-6 1 0 0,6 5 28 16,-2 7-28-16,5 2 100 0,-4 0 88 16,4 11 12-16,-9 3 84 0,2 1 28 15,-1 2 24-15,-9 2 112 0,-3 0-36 0,0 0 0 16,0 0 8-16,0-4 28 16,-7 2 72-16,-5-2-36 0,0-2-84 15,-4-4-176-15,0 1-24 0,-7-4-12 16,-1 1-136-16,-1-4 48 0,1 0-120 0,-4-3 20 0,5 0-208 15,3 0 76-15,0-6-140 0,0-1-140 16,8-2-484-16,8 0-904 0,-4-1-1197 16,12-3-2731-16</inkml:trace>
  <inkml:trace contextRef="#ctx0" brushRef="#br0" timeOffset="200149.634">6825 14714 11445 0,'0'0'1680'0,"0"0"-864"0,0 0-220 0,0 0 740 16,-80 91-48-16,56-56-172 16,5 6-316-16,2-3-160 15,6 4-68-15,2-12-192 0,5 0-208 0,0-11-160 16,4-10-12-16,0 1-88 0,0-10-80 16,4 0-64-16,0 0-136 0,8-4 172 15,0-8 124-15,4-4-160 0,4-9-432 0,0-5-324 16,4-4-144-16,-5 3-24 0,2 3-80 15,-5-2 244-15,-1 8 520 0,2 3 320 0,-6 7 152 16,1 5 228-16,-3 4 284 0,-2 3 212 16,-3 0 148-16,4 0 8 0,-4 3 24 0,1 6-32 15,-1 1-220-15,-1 6-156 16,1-3-56-16,0 2 64 0,-4 1-100 0,0 0-160 16,0 0-220-16,0-3-24 0,0-7-208 31,0 0-160-31,0 1-60 0,0-7-160 0,0 0-228 0,4 0-436 15,4-3-772-15,0-7-368 16,4 4-2645-16,4-17-2310 0</inkml:trace>
  <inkml:trace contextRef="#ctx0" brushRef="#br0" timeOffset="200449.381">7338 14443 11477 0,'0'0'2796'0,"0"0"-1532"0,0 0-572 0,0 0 380 16,0 0-168-1,-67 85-272-15,43-47-216 0,1 1-132 16,2-1-52-16,1 0 0 16,1-3-72-16,2-4-112 0,6-6-48 0,2-1-8 0,1-12-40 15,8-6-64-15,0-2-268 16,4-4-280-16,9 0-20 0,6 0 420 0,1 0 100 16,4 0 24-16,4 3 24 0,0 0-12 15,-1 3 12-15,-3 1 112 0,1 5 40 16,-5 4-32-16,-5-2 76 15,-2 4 264-15,-9-2 260 0,0 3-156 0,-4 3-92 16,0-4-92-16,-4 1-60 0,-5-2-112 0,-3-1-48 16,5-3-48-16,-6-7-244 0,2 0-124 0,3-3-136 15,0-3-116-15,-1 0-356 0,2-6-76 16,3-7-636-16,4-6-900 16,0 1-1513-16,4-17-991 0</inkml:trace>
  <inkml:trace contextRef="#ctx0" brushRef="#br0" timeOffset="200612.819">7649 14633 3636 0,'0'0'8757'0,"0"0"-6709"0,0 0-1164 0,28 67-40 0,-24-38 704 15,-4 2-44-15,0 0-220 16,-8-1-468-16,0-2-364 0,1-3-283 16,3-6-169-16,-5 1-109 0,1-11-427 0,1 1-412 15,3-7-180-15,-5 0-440 0,1-3-1568 16,5-9-4113-16</inkml:trace>
  <inkml:trace contextRef="#ctx0" brushRef="#br0" timeOffset="200734.611">7681 14528 11625 0,'0'0'2416'0,"0"0"-1820"0,0 0-68 0,0 0 240 0,0 0-188 16,0 0-380-16,0 0-200 0,80-44-100 15,-56 31-1308-15,-9 4-1336 0,13-4-3613 16</inkml:trace>
  <inkml:trace contextRef="#ctx0" brushRef="#br0" timeOffset="201013.621">8072 14455 11145 0,'0'0'2640'15,"0"0"-1704"1,0 0-556-16,-25 70 1052 0,14-48 184 16,-1-3-288-16,0 1-544 0,4-4-440 0,4-4-332 15,0-2-12-15,4-1-100 0,0-2-32 16,0 2-28-16,4 1-96 15,8-1 120-15,-5 0 64 0,6 4 0 0,2-3 56 16,-2 4-44-16,2-3 60 0,2 3 4 16,-2 1 0-16,2-3 8 0,-2 1 112 0,-2-1-112 15,-2 2-8-15,1-1-4 0,-3-1 0 0,-6-2-60 16,-3 2-236-16,0-2-144 0,-3 2-176 16,-10-2-140-16,-6 3-88 0,-2-3 88 15,1-1-136-15,-3 0-400 16,-1-2-764-16,0-1-2005 15,-8 3-3387 1</inkml:trace>
  <inkml:trace contextRef="#ctx0" brushRef="#br0" timeOffset="201567.466">9426 14547 8384 0,'0'0'5241'0,"0"0"-3897"0,0 0-876 0,0 0-44 16,-20 89 520-16,12-53 136 15,4 6-312-15,1 2-80 16,3-4-64-16,0-5-172 0,0-6-124 0,3-10-108 0,5-7-100 16,5-5-120-16,-2-3-64 0,6-4 56 15,2-4-76-15,5-12-64 0,4-9-168 0,4-4-88 16,-4-5-184-16,-4-4-72 16,-1 2 152-16,-3 4-48 0,-3 7 124 0,-6 3 108 15,-3 3 100-15,-8 3 224 0,0 6 36 16,-4 3 288-16,-11 5 60 0,-2 2 40 15,2 0 8 1,-5 2 48-16,-4 9-52 0,8 1-60 0,-4 10-292 16,4 1-76-16,0 5-100 0,5-1-96 15,2-2-84-15,9-4-400 16,0-2-704-16,0-9-1752 0,4 3-3921 0</inkml:trace>
  <inkml:trace contextRef="#ctx0" brushRef="#br0" timeOffset="201683.471">9832 14709 10965 0,'0'0'2260'0,"0"0"-968"0,92-16-496 0,-60 4-116 16,4-1-224-16,0-6-244 0,-4 0-152 16,-4-6-60-16,-1-1-124 0,-3-6-1348 15,-7 7-1400-15,2-10-5069 0</inkml:trace>
  <inkml:trace contextRef="#ctx0" brushRef="#br0" timeOffset="201921.141">10052 14318 1656 0,'0'0'11793'15,"0"0"-9805"1,0 0-1168-16,0 0-172 0,0 0 468 0,0 0-424 16,0 0-312-16,-68 87-60 0,68-49 60 0,0 9-100 0,8 10 52 15,4 7-64-15,-4 6-124 0,4 7 4 16,-4-2-100-16,0 1-48 0,-4 1 0 16,0-8-220-16,0-5-84 0,-4-11-48 15,0-4-76-15,0-8-76 0,0-13 48 16,-4-2 0-16,0-7-88 0,0-6-164 15,-4-3-208-15,-4-7-316 0,0-3-480 0,-4-3-96 16,0-11 79-16,-4 2 265 16,-3-8 956-16,3-2-388 0,3 4-848 0</inkml:trace>
  <inkml:trace contextRef="#ctx0" brushRef="#br0" timeOffset="202368.633">10949 14477 16805 0,'0'0'2264'15,"0"0"-1504"-15,0 0-760 0,0 0-636 16,0 0 476-16,87-12 148 0,-43 6 12 0,7 6 552 16,5 0-248-16,0 0-192 15,-4 6-112-15,-1 3-12 0,-6 1 8 0,-10 3-56 16,-7-1 52-16,-3 4 4 0,-14 3-48 0,-7 1-204 16,-4 5-224-1,-8 7 212-15,-16 2 96 0,-8 4 24 0,-3 8 104 16,-9 1 44-16,0 4 64 0,-8-1 36 15,4 7 72-15,0 1 72 16,5-1-60-16,7-4 64 0,12-2-4 0,4-6-12 0,16-7-12 16,4-5 60-16,12-8 12 0,12-6 12 0,12-7-168 15,8-6 108-15,12-6 389 16,3 0-161-16,5-12-328 0,0-8-144 0,-4-5-132 16,-9 0-256-16,-3-4-293 0,-5-3-219 15,-6 0-92-15,-5 3-804 0,-9 1-2032 16,-10 9-1481-16,2-6-2971 0</inkml:trace>
  <inkml:trace contextRef="#ctx0" brushRef="#br0" timeOffset="202567.747">11630 14684 9700 0,'0'0'5081'0,"0"0"-3605"15,0 0-828-15,-52 74-236 0,32-41-68 16,-3 6 352-16,-2 3 140 0,-3 2-284 31,-3 3-200-31,-1-2-192 0,0-1-108 0,-4 4-52 0,-4-4-232 16,4 1-156-16,-4-4-68 0,5-3-84 15,-2-9-224-15,5-3-404 0,9-12-1000 16,3-3-2461-16,0-5-2823 0</inkml:trace>
  <inkml:trace contextRef="#ctx0" brushRef="#br0" timeOffset="203049.841">11729 14325 5716 0,'0'0'3052'16,"0"0"-699"-16,0 0-481 15,8 70-308-15,-8-35-416 0,0 0-208 0,-4 0-128 0,0 0-232 16,-3-4-84-16,2-8-200 16,5-4-296-16,-4-13-12 0,4 1-200 15,0-7-32-15,4 0-92 16,5-7 76-16,6-2 196 0,5-7 64 0,1-1 36 0,-2-4-36 16,5 2-12-16,-4-4-104 0,3 4 112 0,1 3 8 15,1 4 0-15,-1-1 68 0,-1 10-68 0,1 0 76 16,0 3 120-16,0 6 120 0,-4 7-152 15,-4 2-168 1,-1 5-172-16,2-1-124 16,-6 0-124-16,2 4-264 0,-1-4-320 0,-5 2-816 15,-2-5-1172-15,-1 10-3093 16</inkml:trace>
  <inkml:trace contextRef="#ctx0" brushRef="#br0" timeOffset="203856.848">14207 15141 4880 0,'0'0'5184'16,"0"0"-3767"-16,0 0-1081 0,0 0 60 0,0 0 576 16,0 0 196-16,0 0-32 15,0 0-328-15,92 3-272 0,-56-6-160 0,0 3-56 16,4 0 140-16,7 0 220 15,9 0-228-15,0 0-204 16,4 6-164-16,7-6 4 0,10 4 60 0,-2-4 132 0,5 0-148 16,-1-4-60-16,-3-8-72 0,3-1 0 0,-6-2-196 15,-6-8-244-15,1 4-236 16,-8 3-140-16,-8 0-88 0,-13 4-212 0,-3 2-636 16,-12 4-312-16,-8 3 3 0,-12 3 145 0,-4 6 528 0,-8 4 268 15,-8 2 104-15,-16 7-2180 0</inkml:trace>
  <inkml:trace contextRef="#ctx0" brushRef="#br0" timeOffset="204098.39">14439 15430 1772 0,'0'0'11789'0,"0"0"-10165"0,0 0-1600 0,0 0 88 16,0 0-112-16,0 0 252 0,0 0 340 15,0 0 112-15,0 0 128 16,79 22-216-16,-19-22-268 0,8 0-80 16,4 3-32-16,-1-3-28 0,1 0-36 0,0 0-160 15,-5 0-12-15,-3 0-36 0,-8-6-384 16,0 0-328-16,-5 0-96 0,-7-4-128 16,-4 1-336-16,-8-1-668 0,-8 4-821 0,-9-5-2899 15</inkml:trace>
  <inkml:trace contextRef="#ctx0" brushRef="#br0" timeOffset="204466.543">14379 14735 14821 0,'0'0'1752'15,"0"0"-1380"-15,0 0-372 0,0 0 0 0,0 0 500 0,0 0 340 16,0 0-100-16,0 0-260 16,0 0-408-16,-32 73-68 0,12-29 8 15,-4 8 0-15,-8 5 136 0,0 3 84 0,-7 3-124 16,-5 4 28-16,0-4-36 0,0 4-96 0,0 0-4 16,4-4-88-16,5-2 4 0,3-7 36 15,8-7-40-15,8-5 16 0,11-8-88 16,5-4 160-16,17-9 96 0,11-2-8 15,11 3-28 1,10-2 64-16,10-2 120 0,9-6-24 0,3 5-64 0,6-4-56 16,2-7-40-1,1 0 12-15,4-2-72 0,-1-4 0 0,-7 0-208 16,-1-7-180-16,-11-2-76 0,0-4-384 16,-8-4-184-16,-12-4-536 0,-1-1-676 15,-15 5-900-15,0-14-3457 0</inkml:trace>
  <inkml:trace contextRef="#ctx0" brushRef="#br0" timeOffset="204755.212">15236 14814 16281 0,'0'0'2160'15,"0"0"-1740"-15,0 0-408 0,0 0-12 16,79 23 380-16,-43-11 256 15,0 4 136-15,4 6-320 0,3 4-364 0,2-1-88 16,-2 7-8-16,1 0-76 0,-8-1-76 0,-8 4 12 16,0 1 28-16,-9-3-52 0,-2 7-8 15,-6 1 68-15,-7 0 40 0,-4-3 72 0,0 2 0 0,-7 0-320 32,-14-3 64-32,-2 4-4 0,-5-3 16 15,-4 2-100-15,-4-3-100 0,0-2-212 0,-4-3-364 0,1-1-628 16,7-8-972-1,-12 5-2933-15</inkml:trace>
  <inkml:trace contextRef="#ctx0" brushRef="#br0" timeOffset="207735.423">18344 14595 9044 0,'0'0'1656'0,"0"0"-599"0,0 0-469 15,0 0 204-15,0 0 380 16,0 0-24-16,0 0-204 0,0 0-256 0,0 0-232 0,0 0-268 15,0 0-16-15,-37-6 112 0,25 19 384 16,1-1-276-16,-6 10-220 16,2 1-36-16,-1 5-88 0,0 3 24 0,-4 9 64 15,0-2-64-15,0 3-20 0,-4 3-4 0,4 7-44 16,1 3-4-16,-2 6-48 16,1 6-40-16,5 5 28 0,-2 1-12 0,6 8-40 0,3-4 100 15,3 0-96-15,1 0 108 0,4-2 0 16,0 1 0-16,4-1-84 0,1-1-188 15,3-1 100-15,-1 2 76 0,-3 2-40 16,0-1-60-16,1 6-4 0,-1 5 80 0,4-1 36 16,-5 7 84-16,9 1 0 0,1-5-100 15,-2-2 96-15,2-7-180 0,2-8 72 0,5-15-48 16,0-5-16-16,4-13-36 0,4-2-184 16,0-8-508-16,0-3-344 15,4-6-368-15,-4-6-565 0,-4-4-1779 0,11 1-1772 0</inkml:trace>
  <inkml:trace contextRef="#ctx0" brushRef="#br0" timeOffset="208699.147">24200 14558 7312 0,'0'0'2424'15,"0"0"-479"-15,40 72-573 0,-16-37-164 16,0 14 68-16,4-3-432 0,-1 5-320 16,1 3-164-16,-4-3-124 0,4-1 24 15,0 5 36-15,0-2-148 0,0 2-148 0,-4 7 52 16,0 2-40-16,-4 10-8 0,-5-1-4 16,-2 6-60-16,-2 1 48 0,-7 5 8 15,-4 4 4-15,0 0 8 0,-4-1 4 0,-7-2-4 16,-2 0 68-16,2-7-76 15,-5-2-136-15,-4-5 64 0,0-1 68 0,-3-2 0 0,-2-2 4 16,-3-3-88-16,4-4-48 0,-4-3-100 16,-4-3-24-16,8-6-124 0,-8-7-128 15,5 0-156-15,-5-6-392 0,0 0-808 16,4-13-1153-16,-16 13-2803 0</inkml:trace>
  <inkml:trace contextRef="#ctx0" brushRef="#br0" timeOffset="209738.685">18602 14681 10348 0,'0'0'1289'0,"0"0"-573"0,0 0-496 0,0 0 60 0,0 0 292 15,0 0-152-15,0 0-36 0,0 0-80 16,0 0-152-16,20-86-92 0,-8 61-44 16,4 6-8-16,0 3-8 0,-5 3 88 0,-2 7 64 15,-1-1-16-15,0 5 4 0,0 2-76 16,4 0 72-16,-4 2 104 0,8 7 84 15,3 8-156-15,2 6-28 0,-1 2-52 0,3 10-40 16,-3 2-40-16,1 8-8 0,-2-1 12 0,-3 3-4 16,3 2-4-16,-6-5 8 15,-1-3-12-15,-4-8-56 0,4-8-8 16,-8-6 52-16,0-7-64 0,-1-2 4 0,-3-7-108 16,4 0-512-16,-4-3-380 0,5-6-776 15,-1 0-1361 1,0-16-2679-16</inkml:trace>
  <inkml:trace contextRef="#ctx0" brushRef="#br0" timeOffset="209939.17">18952 14490 3404 0,'0'0'3100'15,"0"0"-1748"-15,0 0-820 0,-39 76 76 16,27-40 672-16,4 2 49 15,-4 3-353-15,1 7-288 0,2 0-240 0,-3-1-144 16,1-3-64-16,-6 1-164 0,6-4-76 16,-2-6-128-16,2-3-276 0,-1-7-184 15,3-6-88-15,5 0-284 0,1-10-345 0,-1-2-675 0,4 0-776 0,0-7-1764 16</inkml:trace>
  <inkml:trace contextRef="#ctx0" brushRef="#br0" timeOffset="210139.735">19199 14859 196 0,'0'0'8676'0,"0"0"-6852"0,0 0-1207 0,0 0-245 0,0 0 244 15,0 0-28-15,17 82-252 16,-13-51-336-16,-4 2-16 0,4 2-96 0,-4-1-80 15,3 1-564-15,-3-9-749 0,4 11-3083 0</inkml:trace>
  <inkml:trace contextRef="#ctx0" brushRef="#br0" timeOffset="211325.825">19483 14879 8280 0,'0'0'1864'15,"0"0"-779"1,0 0-765-16,0 0 128 0,0 0 476 0,0 0 184 15,0 0-372-15,0 0-320 0,0 0-180 16,0 79-120-16,0-48-40 0,0 4-64 16,-5-4 40-16,5 4-52 0,-4-3-176 0,1 0-388 15,3 0-500-15,-4-10-764 16,-4 13-3137 0</inkml:trace>
  <inkml:trace contextRef="#ctx0" brushRef="#br0" timeOffset="211926.261">18973 15548 4760 0,'0'0'2512'15,"0"0"-1020"-15,0 0-908 0,0 0-224 16,0 0-88-16,0 0-272 0,0 0-116 16,0 0-816-16,4 70-1456 0,-1-61-4076 15</inkml:trace>
  <inkml:trace contextRef="#ctx0" brushRef="#br0" timeOffset="212126.872">19076 15856 2704 0,'0'0'836'15,"0"0"-836"-15,0 0-1620 0,0 0 488 0,0 0 1132 16,0 0 796-16,20 75-132 0,-20-62-116 16,4-1 0-16,-4-1 104 0,0-1-80 15,0-4-104-15,0 0-364 0,0 1-104 16,0-1-572-16,0 0-536 0,0 4-820 15</inkml:trace>
  <inkml:trace contextRef="#ctx0" brushRef="#br0" timeOffset="212274.163">19160 16189 364 0,'0'0'8464'15,"0"0"-6744"-15,0 0-1163 0,0 0-277 16,0 0 172-16,0 0-68 0,-8 67-384 0,8-58 0 15,0 0-680-15,0 1-441 0,0-1-559 16,0-2-1220-16,0 9-2056 0</inkml:trace>
  <inkml:trace contextRef="#ctx0" brushRef="#br0" timeOffset="212690.088">18853 16723 3724 0,'0'0'3180'0,"0"0"-1532"0,0 0-1012 0,0 0 12 0,0 0 396 0,0 0 37 16,0 0-273-16,0 0-144 15,84 38-220-15,-64-32-152 0,0-3-128 16,0 0-12-16,-1 0-64 0,1 1 0 0,-3-1-80 16,-2 3 4-16,2 1-12 0,-6 5 0 15,1 7-76-15,0 3-28 0,0 10 28 0,-4-1 68 16,0 8 4-16,-4-1-8 15,0 3-104-15,0-6 4 16,0 4-156-16,-4-8-12 16,4-5-24-16,0-7-16 0,-4-7-88 0,0-5-272 15,4-7-569-15,-4 0-1247 0,4-13-1500 16</inkml:trace>
  <inkml:trace contextRef="#ctx0" brushRef="#br0" timeOffset="212875.189">19287 16652 6048 0,'0'0'5757'0,"0"0"-4541"15,0 0-960-15,0 0 24 0,0 0 192 0,-47 71-180 16,34-49-244-16,2 6-48 0,-1 1-12 16,-4 3-52-16,0 2 64 0,0 2 76 0,0 2 28 0,-4 0-16 15,0 0-80-15,1-4-8 0,-1 1-240 0,-1-5-268 16,6-5-244-16,2-6-348 0,6-4-873 15,-1-8-3223-15</inkml:trace>
  <inkml:trace contextRef="#ctx0" brushRef="#br0" timeOffset="213413.392">19455 16973 6432 0,'0'0'2516'0,"0"0"-1220"16,0 0-692-16,0 0 69 0,0 0-85 0,0 0-124 0,-12 76-172 15,12-60-76-15,0 3-96 0,0-3-120 16,0 1 0-16,0-3-76 15,0 0 24-15,0 2-48 0,0-1-232 0,0 1-284 16,0-3-296-16,0-3-317 0,0-1-1023 0,-4 1-1728 16</inkml:trace>
  <inkml:trace contextRef="#ctx0" brushRef="#br0" timeOffset="-214182.977">19630 16986 380 0,'0'0'2188'15,"0"0"-1404"-15,0 0-352 0,0 0 244 16,0 0 156-16,0 0-584 0,0 0-196 15,0 0 0-15,0 0 52 0,0 0 248 0,0 0 2104 16,16-3-1084-16,-16 3-392 0,0 0-79 16,4 0 63-16,-4 0-8 0,0 0-132 0,0 0-168 15,4 6-104-15,0 0 32 0,4 4-24 16,-4 3-188-16,4 6-160 0,0 3-76 16,-4 3-60-16,-1 1 36 0,2-1-52 15,-5 1-52-15,0-1 4 0,0-3 76 0,0-3-40 16,0-6 0-16,-5-1-48 0,5-5-4 31,0-4-8-31,0-3-60 0,0 0-164 0,0 0-160 0,0 0-104 16,0-3-124-16,0-9-44 0,0-5 240 15,9-5 88-15,3-3-16 16,-1-7-316-16,6 0 76 0,-6 4 248 0,6-1 236 16,-6 10 112-16,2 0 64 0,-2 6 112 15,-3 4 172-15,-4 6 248 0,5-1 100 16,-5 4 12-16,3 0-80 0,1 4-48 0,1 2-192 15,-2 4-216-15,1 2-96 0,0 1-24 16,1 3-52-16,-2 0-40 0,-3-4-172 0,4 8-88 16,-8-5-216-16,4 1-172 0,-4 0-248 15,0-3-616-15,0-1-1081 0,0 1-2259 0</inkml:trace>
  <inkml:trace contextRef="#ctx0" brushRef="#br0" timeOffset="-212640.776">21949 12230 5016 0,'0'0'180'16,"0"0"44"-16,0 0-224 16,0 0-52-16,0 0-312 15,0 0-796-15,0 0-484 0,0 0-288 16</inkml:trace>
  <inkml:trace contextRef="#ctx0" brushRef="#br0" timeOffset="-211816.142">22053 11728 8884 0,'0'0'2133'16,"0"0"-1025"-16,0 0-648 0,0 0-256 15,0 0 24-15,0 0 92 0,0 0 88 16,0 0-28-16,0 0-240 0,0 0-140 15,-80 19-52-15,68-2 52 0,-3 2 52 0,6 2 112 16,-3 5 104-16,1 6 108 0,2 2 40 16,1 2-212-16,1 4-204 15,-1 2-16-15,3 0-220 0,-3 2-16 16,4-5 48-16,4-2 144 0,0-5 60 0,0-7 68 16,0-9 36-16,12 0 132 0,-3-10-96 15,6 1 100-15,2-7-16 0,-2 0-72 16,9-7 16-16,0-6-8 0,-1-2-36 15,1-7-48-15,4-4-4 0,-3-3-72 0,3-3-52 16,-4-2-244-16,-1 2-436 0,1-3-64 16,-4 6-216-16,-4 1 4 0,-4 2-917 0,-4 4-923 15,-4 9-1464-15</inkml:trace>
  <inkml:trace contextRef="#ctx0" brushRef="#br0" timeOffset="-211630.745">21929 12071 7688 0,'0'0'1996'0,"0"0"-719"0,0 0-773 16,0 0-196-16,0 0 64 0,0 0 64 0,0 0 76 15,0 0 72 1,0 0-252-16,0 0-168 0,84-82-164 0,-60 57 0 0,3-2 0 16,-3 2-4-1,0 3 4-15,4 0 0 0,-3 0-236 0,-2-1-236 16,5 1-344-16,0 4-456 0,-8 2-1453 15,8-10-4171-15</inkml:trace>
  <inkml:trace contextRef="#ctx0" brushRef="#br0" timeOffset="-211182.392">22586 11385 9712 0,'0'0'2681'0,"0"0"-2005"0,0 0-484 0,0 0-116 16,80-48 244-16,-48 33-4 0,0-1 64 0,7 0-124 15,2 0-156-15,-1 7-32 16,3-1-68-16,-6 6-140 0,-5 4-188 15,-9 7 136-15,-3 6 192 0,-9 9 116 16,-2 0 20-16,-9 10-8 0,0 6 76 16,-12 3-156-16,-8 4 92 0,0 6 36 15,-4-1-36-15,0 8 0 16,-4-4-28-16,1 3 28 0,3-1 160 16,0-4 368-16,8 2-8 0,4-10-64 15,8 0-228-15,4-9-84 0,0-5-12 16,11-12-52-16,2-5-84 0,11-3-24 0,-1-4 12 0,9-6-52 0,5-3 16 15,-2-10-4-15,5-6-84 0,-4 0 0 16,3-7-172-16,-7-2-136 0,1 2-196 16,-1-2-40-16,-9-4-88 0,1 4-448 15,-4-2-1180-15,-4 9-2249 0,-4-12-3279 0</inkml:trace>
  <inkml:trace contextRef="#ctx0" brushRef="#br0" timeOffset="-210981.827">23212 11443 628 0,'0'0'10208'15,"0"0"-8831"-15,0 0-777 16,0 0-344-16,-63 85 380 0,42-46 444 0,5 5-100 0,-3 3-184 0,-2 7-312 16,2 1-172-16,-5-6-164 0,0 3-148 15,0-5 0-15,-4-5-160 0,5-4-140 0,2-7-160 16,1-8-56-16,9-7-64 0,-2-7-88 15,5-9-332-15,4 0-876 0,1-16-2729 16</inkml:trace>
  <inkml:trace contextRef="#ctx0" brushRef="#br0" timeOffset="-210638.516">23359 10964 4104 0,'0'0'8541'16,"0"0"-6809"-16,0 0-1164 0,0 0-316 0,0 0 188 15,5 68 564-15,-5-42-108 16,-5 3-360-16,1-4-376 0,-4-3-160 0,5-3-12 16,-1-6-52-16,4-3-36 0,-4-4-36 0,4-3-12 15,0-3-76 1,4 0-8-16,7 0 44 15,2-9 188-15,6-3 160 0,5-5-96 16,-3-5-64-16,2 3-76 0,5 0-8 0,-4 3-44 16,4 3 80-16,-8 10 48 15,3 3 44-15,-6 3 180 0,3 13 76 0,-9 3 20 16,1 7-84-16,-3 2-64 0,-2 3-96 16,-3 2-16-16,-4 4-20 0,0-2-40 15,-4 1-284-15,-3-2-768 0,-2-11-1132 0,-10 15-4841 0</inkml:trace>
  <inkml:trace contextRef="#ctx0" brushRef="#br0" timeOffset="-208741.064">20120 14560 5004 0,'0'0'456'16,"0"0"-340"-16,0 0 40 0,0 0 324 0,0 0 2016 16,0 0-968-16,52-83-407 15,-37 68-633-15,2-4-244 0,-1 0-28 16,0 6-136-16,-5 0 20 0,6 4-8 0,-2 3 60 15,2 6 40-15,-1 0 128 16,-1 8-28-16,6 9-140 0,-2 5 116 0,1 7-128 0,1 5 88 0,-6 1 12 0,-3 7 12 16,4-1 12-16,-8 0 52 0,0 0-88 15,0-2-64-15,-4-1-152 16,0-3-12 0,-4-7-52-16,4-6 52 0,-4-5-76 15,3-8-60-15,-3-6 8 0,0-3-260 16,0 0-260-16,4 0-212 0,1-10-328 0,-1-2-809 15,0-1-2087-15,4-12-2028 0</inkml:trace>
  <inkml:trace contextRef="#ctx0" brushRef="#br0" timeOffset="-208556.623">20582 14414 4804 0,'0'0'2432'0,"0"0"-872"0,0 0-696 0,0 0 4 15,0 0 73-15,-64 76 19 16,49-41-116-16,-5 10-156 0,4-1-180 0,0 4-128 15,-4-1-28-15,0-2-140 0,4-1-184 16,4-9-28-16,-4-3-340 0,4-10-320 16,5-2-304-16,-2-8-236 0,1-2-393 0,4-4-739 15,-3-3-1732-15</inkml:trace>
  <inkml:trace contextRef="#ctx0" brushRef="#br0" timeOffset="-208276.427">20718 14766 8492 0,'0'0'1436'0,"0"0"-468"0,0 0-387 16,0 0-29-16,0 0-64 0,0 0-156 0,0 0-168 16,0 0-164-16,0 0-64 15,0 0-252-15,0 0 188 0,72 61-80 16,-72-42 44-16,-4 0 148 0,-4 3 4 15,-5 0 0-15,2 4 0 0,-2-3-40 16,2-2 44-16,-1-2 8 0,0-6 12 0,8 0 0 0,0-7 116 16,4 1-128-16,0-4-120 15,4 0-44-15,8-3 156 0,4 0 8 0,0-3-64 0,0-7-144 16,4-2-304-16,-1-4-329 16,-2 0-607-16,-2 2-1568 0</inkml:trace>
  <inkml:trace contextRef="#ctx0" brushRef="#br0" timeOffset="-208092.397">21012 14677 10468 0,'0'0'2045'0,"0"0"-821"15,0 0-604-15,0 0 188 0,9 77 136 0,-5-45-216 16,0 3-268-16,4-1-276 0,3 4-184 0,-2-2-200 0,-1-2-320 15,3-1-188-15,-2 1-408 0,-1-12-1072 16,-8 19-3465-16</inkml:trace>
  <inkml:trace contextRef="#ctx0" brushRef="#br0" timeOffset="-207792.576">20861 15731 5640 0,'0'0'5405'0,"0"0"-4685"0,0 0-720 15,0 0-1057-15,5 74 37 0,-5-55-420 16,4-6-808-16,-4 6-1704 0</inkml:trace>
  <inkml:trace contextRef="#ctx0" brushRef="#br0" timeOffset="-207624.865">20902 16259 8672 0,'0'0'1152'0,"0"0"-1136"15,0 0 32-15,0 0 96 0,19 79-144 0,-15-56-180 16,1-8-972-16,-5 2-824 0,3-2-1072 0</inkml:trace>
  <inkml:trace contextRef="#ctx0" brushRef="#br0" timeOffset="-207191.223">20606 16983 8492 0,'0'0'2845'16,"0"0"-1613"-16,0 0-876 0,0 0-48 0,0 0 84 15,0 0 484-15,0 0-132 16,0 0-452-16,0 0-292 0,88-45-40 0,-73 36-96 16,2 3-16-16,-6 2-100 0,6 4-12 15,-6 10-68-15,2 9 44 0,-5 6 84 16,-1 4 88-1,1 6 116-15,-3 0 116 0,-1-3-104 0,0-1 40 0,0-2-52 16,-1-7-104-16,5-3-276 0,-4-3-248 16,1-10-384-16,3-3-457 15,-5-3-663-15,1 0-1816 0</inkml:trace>
  <inkml:trace contextRef="#ctx0" brushRef="#br0" timeOffset="-206987.179">20917 16799 4396 0,'0'0'4640'16,"0"0"-3500"-16,0 0-444 0,0 0 65 15,0 0 47-15,0 0-248 0,-47 82-100 16,34-53-28-16,-2 3-76 16,2-1 0-16,-6 4 120 0,-1 0 4 0,4 1-92 0,-4-3-108 15,-4 0-280-15,3-2-40 16,6-2-260-16,-5-4-268 0,4-3-392 0,4 1-360 15,4-11-953-15,-3 5-2475 0</inkml:trace>
  <inkml:trace contextRef="#ctx0" brushRef="#br0" timeOffset="-206739.434">20989 17104 7868 0,'0'0'1596'15,"0"0"-964"-15,0 0-12 0,0 0 89 16,0 0-181-16,0 0-312 0,0 0-212 0,76-4-4 0,-69 8-332 16,-3 2-156-16,0 7 140 0,-4 2-25 0,0 5 173 15,0-2 200-15,-4 5 208 16,0-1-120-16,0-3-84 0,4 0 205 16,-3-6 139-16,3-4 112 0,0-3-200 0,3-2-260 15,9-4-260-15,1 0-280 16,2-12-105-16,-2 1-567 15,6-10-1696-15</inkml:trace>
  <inkml:trace contextRef="#ctx0" brushRef="#br0" timeOffset="-206518.759">21248 17015 10652 0,'0'0'2477'0,"0"0"-1749"0,0 0-96 15,0 0-52-15,0 0-300 0,15 66-220 16,-10-47-60-16,-5 0-76 0,4 4-312 0,-4 2-372 16,0 0-4-16,0 0-372 0,0 1-757 15,-4-7-1187-15,-1 3-2972 0</inkml:trace>
  <inkml:trace contextRef="#ctx0" brushRef="#br0" timeOffset="-205303.131">22690 14208 1720 0,'0'0'2376'0,"0"0"-880"0,0 0-716 15,0 0 1496-15,0 0 181 0,0 0-677 0,0 0-772 0,0 0-488 16,83-61-228-16,-66 53-92 16,3 1 52-16,-1 0-48 0,-2 4 20 15,2 0 52-15,1 3 80 0,-3 0-116 0,2 3-56 16,1 7-32-16,1-1 72 0,-2 8-48 0,1 4-52 16,4 8-16-16,-5 3-44 15,2 5-4-15,-6 4 16 0,2 1 24 16,-2 0 12-16,-6 2-64 0,2-3-48 0,-7-3-4 15,5-3-84 1,-5-6-48-16,-4-10-48 0,4-3-64 16,-1-7-116-16,-3-2-184 0,4-7-232 15,0 0-420-15,4-4-404 16,1-8-321-16,-2-1-1171 0,9-19-1796 0</inkml:trace>
  <inkml:trace contextRef="#ctx0" brushRef="#br0" timeOffset="-205123.938">23312 14177 6764 0,'0'0'2388'16,"0"0"-900"-16,0 0-483 0,0 0-173 16,0 0 216-16,0 0-212 0,0 0-216 15,-92 47-140-15,72-16-140 0,-3 4-176 0,2 7-40 16,-3-2 44-16,-4 9-44 0,4-2-88 16,-3 1-36-16,3 0-124 0,0-7-120 15,0 0-180-15,5-6-372 0,-2-2-444 0,5-12-872 0,4 4-2721 16</inkml:trace>
  <inkml:trace contextRef="#ctx0" brushRef="#br0" timeOffset="-204135.314">23375 14572 5580 0,'0'0'2420'15,"0"0"-868"-15,0 0-544 0,0 0-15 16,0 0-93-16,0 0-300 16,0 0-216-16,0 0-68 0,0 0-36 15,0 0 0-15,0 0 48 0,21-21 64 0,-21 21-40 16,0 2-64-16,0-2-36 15,0 5-12-15,0 3-76 0,0 3-100 0,0 1 24 16,0 1-76-16,-4 3 52 0,-1-4 72 16,5 1-48-16,-4-1-84 0,4-2-4 15,-4-1-64-15,4-2-12 0,0 2 4 0,0-2 60 16,0 0-64-16,0 3 68 16,0-6-4-16,0 3-32 0,0 0 44 15,-4 0 12-15,4-7-12 0,0 2 0 16,0 1-60-16,0-3-64 0,0 0-72 0,0 0-64 15,0 0-16-15,0 0 60 0,0 0 4 16,0-3-68-16,0 1 268 16,4-5 12-16,0 0 52 0,0-2-12 0,1 0-40 15,-1-1-76-15,0 0 68 16,-1 0 8-16,1 1-12 0,4 0-40 16,-4 2 48-16,1-2 4 0,2 2 4 0,-3 1 72 15,4-3-68-15,0 2 8 0,0-2-16 16,0 2 4-16,-4 0 120 0,4 5-36 15,0-4 40-15,-4 6 20 0,0-4 56 0,0 4-28 0,0 0 24 16,0 0 0-16,4 0 16 16,0 7 48-16,0 2-88 0,-1 1-104 0,2 3 4 15,-1 2-20-15,-4 1-56 0,0-3-100 16,3 2-128-16,-7-2-168 0,4 4-136 0,-4-2-36 16,0-2-200-16,0 3-288 0,0-7-428 31,0 1-645-31,-4-1-1011 0,4 1-2228 15</inkml:trace>
  <inkml:trace contextRef="#ctx0" brushRef="#br0" timeOffset="-203412.167">23794 14532 7776 0,'0'0'2048'0,"0"0"-755"0,0 0-945 0,0 0-40 0,0 0 384 16,0 0 264-16,0 0-116 16,23 76-308-1,-19-54-304-15,-4 0-184 0,0 3-44 0,0-2-100 0,5 2-76 16,-5-3-672-16,4-5-900 0,-4 8-3321 0</inkml:trace>
  <inkml:trace contextRef="#ctx0" brushRef="#br0" timeOffset="-203080.807">23555 15462 6764 0,'0'0'3920'0,"0"0"-3768"0,0 0-152 0,0 0-24 15,0 0 24-15,0 0 465 0,4 73-145 16,0-54-320-16,-1 0-140 0,1-1-609 16,-4-1-711-16,0 5-1724 0</inkml:trace>
  <inkml:trace contextRef="#ctx0" brushRef="#br0" timeOffset="-202901.793">23574 15935 6368 0,'0'0'4797'0,"0"0"-3885"16,0 0-684-16,0 0 196 0,0 0 316 16,5 70 100-16,-1-54-296 0,0 0-268 0,0-1-136 15,-1 5-40-15,1-5 0 0,0 2-96 16,1-5-4-16,-5 1-172 0,4-4-444 0,0 1-452 0,-4-2-592 16,0 3-2381-16,0 5-3179 0</inkml:trace>
  <inkml:trace contextRef="#ctx0" brushRef="#br0" timeOffset="-202774.977">23634 16405 5732 0,'0'0'3172'16,"0"0"-1776"-16,0 0-828 16,0 0-351-16,0 0-217 0,0 0-309 0,0 0-479 15,0 0-1064-15,0 0-2660 0</inkml:trace>
  <inkml:trace contextRef="#ctx0" brushRef="#br0" timeOffset="-202178.788">22993 16931 5532 0,'0'0'952'0,"0"0"1992"0,0 0-1508 0,0 0-395 15,0 0-169-15,0 0-120 0,0 0-256 0,0 0-244 16,83-75-60-16,-66 68-40 0,-2-2 36 16,5 6-48-16,1 3 124 0,-2 6 140 0,1 10 48 15,1 6-100-15,-2 7-128 0,-3 3-24 16,0 2 24-16,0-2 28 15,-8 3-44-15,-1-3-84 0,2-3-72 0,-5-4-52 0,-4-3 0 16,0-6-52-16,0-7-108 16,0-2-248-16,0-7-292 0,4-3-484 15,0-10-336-15,7-9-372 0,-7 3-561 0,13-20-1927 0</inkml:trace>
  <inkml:trace contextRef="#ctx0" brushRef="#br0" timeOffset="-202016.886">23424 16712 3040 0,'0'0'1536'0,"0"0"-180"16,0 0 3681-16,0 0-3341 0,0 0-484 0,0 0-352 16,0 0-340-16,-56 77-180 0,43-51 20 15,2 5-232-15,-1 2 12 16,-4 0-140-16,4 3 8 0,-4 2-8 0,0 0-40 16,0-3-288-16,0-3-136 0,0 0-216 0,4-7-336 15,0 0-360-15,0-12-1369 0,5 6-2791 0</inkml:trace>
  <inkml:trace contextRef="#ctx0" brushRef="#br0" timeOffset="-201593.841">23583 16967 11161 0,'0'0'3128'0,"0"0"-1800"0,0 0-672 0,0 0-284 15,0 0 16-15,0 0 108 16,0 0 64-16,0 0-204 0,0 0-208 0,32 76-144 16,-28-63 4-16,-1-1-8 0,-3-1-12 0,4 1-48 15,-4-3 60-15,0-3 8 16,0 0 52-16,0 1-56 0,0-3-4 15,4-4-44 1,-4 3-68-16,0-3-12 0,0 0-12 0,0 0 28 0,0 0 100 16,4 0-68-16,1-3 76 0,3-1 172 0,3-3 0 15,-7 5-48-15,5-2-48 0,-2 2-4 16,-3 2 4-16,0 0 72 0,4 0-40 0,-4 0-8 16,4 0 0-16,-4 2 20 15,4 4-32 1,0 1 8-16,0 3-32 0,-4-4-52 0,0 4-12 15,0-4-56-15,-4 4-248 0,4-7-212 16,-4 0-216-16,0 0-84 0,0-3-516 0,0 0-1184 0,0 0-3129 16</inkml:trace>
  <inkml:trace contextRef="#ctx0" brushRef="#br0" timeOffset="-200694.753">23901 16980 5696 0,'0'0'4'16,"0"0"5845"-16,0 0-4005 0,0 0-564 16,0 0-196-16,0 0 60 0,24 76-112 15,-16-57-108-15,-8-1-152 0,4 6-184 0,0-3-284 16,-4-1-192-16,0-2-108 0,5 5-4 15,-5-7 0-15,4-4 48 16,-4-2-40-16,0-7-8 0,3-3-92 0,-3 0-264 16,4-6-180-16,4-7 240 0,5-3 236 0,-2-6 48 0,5 0-100 15,0-1-12-15,-1 2 16 16,2 2 8-16,-6 0 96 0,2 5 4 0,-2 1 4 16,2 4 0-16,-5 3 8 0,-1-1-4 15,-3 7 80-15,0 0 8 0,5 0 128 16,-5 0 20-16,3 4-64 15,-3 5-180-15,4 0-184 0,-3 7-88 0,3 0 4 0,-5 0-28 0,-3 1-100 16,0 1-220-16,0-2-504 0,0-3-1136 16,0-7-2349-16,0 4-4491 0</inkml:trace>
  <inkml:trace contextRef="#ctx0" brushRef="#br0" timeOffset="-197339.301">25666 15107 2736 0,'0'0'1784'16,"0"0"-300"-16,0 0 1440 0,0 0-495 0,0 0-661 15,0 0-536-15,0 0-108 0,0 0-92 16,0 0-360-16,0 0-212 0,0 0-100 16,32-35-28-16,-32 35 40 0,-4 0 20 15,-4 0-96-15,-3 0-172 0,-6 9-64 0,-3 0-60 16,1 8-28-16,-9 1 28 0,0 8 0 31,-4 2-80-31,4 11-4 0,-4 2 12 16,4 7-64-16,4 6 124 0,5 3-160 0,-2 6 36 0,10-3-60 15,2 1 76-15,9-7 116 0,0-4-80 16,5-2 84-16,10-13-12 0,2-6 12 0,2-10 12 0,5-10-4 16,0-3 0-16,4-6-8 0,4 0-96 0,-4-6-200 15,0-7 172-15,-5 1 112 16,1-7-140-16,-3-4-268 0,-6 5-40 0,2-5-596 15,-10 1-292-15,1-3-536 0,-4 6-1089 16,-4-10-2699-16</inkml:trace>
  <inkml:trace contextRef="#ctx0" brushRef="#br0" timeOffset="-197176.775">25355 15544 9368 0,'0'0'1484'15,"0"0"-503"-15,0 0-277 0,0 0 152 16,0 0 248-16,0 0-296 0,0 0-392 16,0 0-28-16,0 0-8 0,101-9-144 0,-62-3-172 0,1-7-64 15,4 2-160-15,-4-2-444 0,-1 0-324 16,6 0-300-16,2-3-572 0,-11 10-213 16,16-11-2819-16</inkml:trace>
  <inkml:trace contextRef="#ctx0" brushRef="#br0" timeOffset="-196877.134">26451 14783 11297 0,'0'0'1704'0,"0"0"-1284"0,0 0-124 0,0 0 564 16,0 0 276-16,0 0-268 0,-67 101-332 0,51-53-176 16,-4 11-76-16,0 12 88 0,-4 8 416 15,-4 4-220 1,0 0-168-16,-4-1-152 0,4-6-248 0,5-6-24 0,3-7-272 0,-1-15-132 16,14-10-76-16,3-16-124 15,4-9-340-15,4-13-972 0,12-7-716 16,-1-1-213-16,13-28-2147 0</inkml:trace>
  <inkml:trace contextRef="#ctx0" brushRef="#br0" timeOffset="-196433.446">26375 14833 9460 0,'0'0'2037'0,"0"0"-1021"0,0 0-492 0,0 0 200 0,0 0 52 16,0 0-72-16,0 0-72 0,0 0-240 16,45 92-168-16,-38-56-100 0,6-1-12 15,-5 6-100-15,-1 1-4 0,1 1 44 16,-4 1-48-16,1 1-4 0,-5-7-40 16,0-3 28-16,0-10 4 15,0-5-104-15,0-8 12 0,4-5 28 0,-1-7-28 0,1 0 36 16,4 0-252-16,5-13 264 0,2-3-148 0,5-6-40 0,0-7 16 15,4-6-68 1,-4-2 52-16,4-1 64 0,-5-1 124 0,2 1 52 16,-10 3 4-16,2 3 124 0,-6 4 36 15,-3 5 64-15,0 7 36 16,-4 4-24-16,4 6-28 0,-4 2-60 0,0 4-40 16,0 0 24-16,4 4-136 15,-4 2-72-15,9 10 72 0,2 3 124 16,-3 9-20-16,4 7 84 0,-4 4 12 0,0 5-28 15,-4 1 4-15,1 2-116 0,-5 0-60 16,0-5-88-16,-5-2-288 0,1 0-164 16,0-9-64-16,0-2-64 0,4-7-216 0,0-7-480 15,4-2-877-15,0-7-2267 0,8-2-1311 0</inkml:trace>
  <inkml:trace contextRef="#ctx0" brushRef="#br0" timeOffset="-195562.742">27256 15462 5988 0,'0'0'560'16,"0"0"844"-16,0 0 1468 0,0 0-1535 0,12 79-377 16,-12-47-464-16,0 0-344 0,-8 0-100 15,4-4-52-15,-4-2-12 0,5-8-40 0,-1-1-12 16,-1-8 52-16,5-6-40 15,0 0 52-15,0-3 96 0,0-3-96 16,5-4-52-16,2-8 40 0,1-3-52 0,4-6-24 0,-4-4 12 16,4 3-80-16,0-5 56 0,-4 5 92 15,0 3 8-15,0 1 0 0,-1 2 12 16,-2 2 64-16,-1 9 40 0,-4-3 88 16,4 8 124-16,-4 3-60 0,4 0-128 15,0 3-40-15,3 10 368 0,-2 3 352 16,3 10-344-16,4 9-224 0,-9-2-112 0,1 6-16 0,1-4 36 15,-5-2-72-15,0-8-88 0,0-4-52 0,0-4-48 16,4-8-12-16,-4-2-264 16,8-7-316-1,-1 0-216-15,6-11-144 0,-5 1-1396 0,11-15-2569 0</inkml:trace>
  <inkml:trace contextRef="#ctx0" brushRef="#br0" timeOffset="-195406.86">27611 15491 8552 0,'0'0'1940'0,"0"0"-715"0,0 0-253 0,0 0 572 16,0 0-232-16,59 88-332 0,-39-56-304 16,1 0-220-16,-2-3-156 0,1-1-140 0,4-2-160 15,0-8-64-15,0-6-480 16,0-5-276-16,-4-7-112 0,4-2-364 16,-1-8-844-16,-3-3-1765 0,5-13-2247 15</inkml:trace>
  <inkml:trace contextRef="#ctx0" brushRef="#br0" timeOffset="-195221.635">27961 15424 10304 0,'0'0'1749'0,"0"0"-853"0,0 0-360 0,-99 63 304 16,71-31 244-16,-4 7-444 16,0 1-232-16,4 5-124 15,0-4-72-15,8-6-148 0,1 0-64 0,3-6-164 0,0-7-420 16,7-3-300-16,2-3-304 0,3-7-568 0,0 1-797 15,4-4-2219-15</inkml:trace>
  <inkml:trace contextRef="#ctx0" brushRef="#br0" timeOffset="-194857.381">28017 15537 3648 0,'0'0'6576'16,"0"0"-4927"-16,0 0-749 0,0 84-276 0,0-56 128 16,0 2-184-16,0-5-376 0,-3-3-192 15,3-4-112-15,0 1-168 0,0-5-100 16,0-5-64-16,0-4-52 0,3-5 112 15,1 0 284-15,8-5 100 0,0-8 0 16,8-6 0-16,-4-4 72 16,8 1-68-16,-4 0 60 0,-4 0 64 15,3 3 228-15,-6 6 40 0,-2 4 100 16,-7 3-28-16,0 6-92 0,5 0 16 0,-9 0 72 0,4 9 180 0,-1 1-220 16,1 5-264-16,0 5-60 0,0-5-56 0,0 4-44 15,-4-6-108-15,5-1-120 0,-1-2-380 16,-1 0-252-16,5-7-160 0,0-3-352 0,1 0-732 15,2-10-2737-15</inkml:trace>
  <inkml:trace contextRef="#ctx0" brushRef="#br0" timeOffset="-194564.03">28631 14791 4316 0,'0'0'7445'16,"0"0"-5681"-16,0 0-864 0,0 0 160 0,0 0 560 15,0 0-260-15,-88 93-508 0,72-61-412 16,4 10-256-16,1 5 0 0,2 10 48 16,5 6-52-16,0 8-80 0,0-2-100 15,4 1-60-15,0-7-40 0,0-6-204 16,0-8-124-16,8-9-188 0,0-7 88 0,8-12 72 0,0-1 60 15,0-11-36-15,4-3-268 16,4-6-216-16,0-9-652 0,4-7-932 0,-4-1-2261 16,8-16-1991-16</inkml:trace>
  <inkml:trace contextRef="#ctx0" brushRef="#br0" timeOffset="-194187.787">28985 14843 12269 0,'0'0'2012'16,"0"0"-1112"-16,0 0-636 0,0 0 300 0,0 0 80 15,0 0 200-15,0 0-52 0,108 3-260 16,-64-3-252-16,0-6-156 0,-1-1-120 0,5 1-4 16,-4 0-84-16,0 3-52 15,0-1 24-15,-8 4-220 0,-5 0-248 0,-6 10 160 16,-6-1 256-16,-10 7 92 0,-6 7-276 15,-3-2 308-15,-12 8 40 0,-7 7 300 16,-9-3 72-16,-4 9-64 0,-4-1-156 0,-1 4-80 16,-2-1 88-1,3 1 12-15,0-1-12 0,5 1 16 0,3-5 44 0,4 2-12 0,3-7-84 16,6-3 12-16,11-4 20 16,4-2 16-16,0-3-24 15,8-9-12-15,8 3-92 0,7-5-40 0,1-1 76 0,4-5-68 16,0-6 36-16,8 0-48 15,0-4-132-15,-4-5-100 0,3-3-88 16,-2-5-84-16,-6 2-112 0,1-2-312 0,-4 1-252 16,-4 2-328-16,-4-6-340 15,-4 7-824-15,0-6-2541 0</inkml:trace>
  <inkml:trace contextRef="#ctx0" brushRef="#br0" timeOffset="-193959.368">29595 15033 2872 0,'0'0'7008'16,"0"0"-5163"-16,0 0-577 0,0 0-324 16,-68 83 256-16,44-55-88 0,-4 5-352 15,4 1-324-15,-8 4-264 0,1 0-36 0,-1 4-24 16,0-1-12-16,-4-3-100 0,0 3 0 15,5-3-64-15,3-2-208 0,0-5-360 16,4-8 8-16,8-4-172 0,7-10-112 16,6-3-476-16,3-6-652 0,0 0-1185 15,16-15-1411-15</inkml:trace>
  <inkml:trace contextRef="#ctx0" brushRef="#br0" timeOffset="-193677">30164 14798 13949 0,'0'0'2244'0,"0"0"-2076"0,0 0-120 16,0 0 688-16,0 0 504 0,0 0-380 0,45 70-480 15,-34-41-232-15,-2 3-100 0,-1 5-44 0,-4 11 8 16,-4 3-12-16,0 9 4 15,-4 6-8-15,-4 2 4 0,-12 2-4 0,-4-3-40 16,-8-4-224-16,-4-3-200 0,-7 0-184 16,-2-2-104-16,-2-4 60 0,-5-4-156 15,0 0-304-15,-4-4-824 0,16-11-825 16,-23 9-2695-16</inkml:trace>
  <inkml:trace contextRef="#ctx0" brushRef="#br0" timeOffset="-191525.617">15921 17498 6596 0,'0'0'1052'16,"0"0"-236"-16,8 94-360 0,-1-49 100 15,2 12 1045-15,3 7-829 0,0 5-296 16,-4 8-348-16,3 2 176 0,-3 4 92 15,1-7-76-15,-1-10-244 0,-5-12 92 0,1-15 212 16,4-17-164-16,-3-9-216 0,2-11-116 0,1-2 28 16,0-2 88-16,1-11-12 0,2-9 0 0,1-6-280 15,-4-5 88-15,0 1-8 16,0-3 208-16,-4 7-96 16,0 6 100-16,-4 3 104 0,0 9 60 0,4 3 104 0,-4 4-16 15,0 3 280-15,4 0 304 0,-4 10-296 16,8 2-260-1,-4 8 44-15,4-1-52 0,0 3 28 0,4 3 36 16,-4-3-64-16,4 4-160 0,-4-4-112 16,3 0 0-16,-2-2-48 0,-1-5-152 0,3-3-160 0,-3-1-400 15,9-5-32-15,-6-6-140 0,9 0-400 32,4-6-832-32,4-7-1021 0,-4 1 1225 15,16-11-568-15</inkml:trace>
  <inkml:trace contextRef="#ctx0" brushRef="#br0" timeOffset="-191212.001">16610 18148 6432 0,'0'0'2480'0,"0"0"-439"0,0 0-705 0,0 0 108 16,0 0-204-16,0 0-320 0,0 0-152 15,0 0 52-15,0 0-200 0,0 0-212 0,-72 38-76 16,52-16-52-16,5 7 40 16,2-4 48-16,2 0-36 0,-1-2-124 15,8-7-148-15,-1-6-60 0,5-4 0 16,0-3-112-16,0-3-108 0,0-3-244 15,13-8-88-15,-2-3 468 0,6-5-16 0,-2-6-108 16,2-1-116-16,-6 3-20 0,2 4 120 16,-2 6 64-16,-3 4 48 0,0 6 112 15,0 3 76-15,0 0 468 0,0 6-176 0,0 3-56 16,0 4-44-16,0 3-72 0,-4 0-60 16,4-2-36-16,-5-2-100 0,2-3-4 15,-1 0-84-15,0 1-84 0,4-3-12 16,-4-2-12-16,-1 2-160 0,6-3-228 0,3 2-108 15,-5 0-192-15,10 1 64 16,-6-1-788-16,2-3-740 0,-5 0-1517 0,3 0-831 0</inkml:trace>
  <inkml:trace contextRef="#ctx0" brushRef="#br0" timeOffset="-190831.532">17164 18034 11789 0,'0'0'2692'0,"0"0"-1568"0,0 0-396 0,0 0 456 16,0 0-292-16,0 0-436 15,0 0-284-15,-76 57-172 0,64-44-4 0,0 2-8 16,5 2-64-16,-1-5-56 0,3 4-4 15,-3-7 36-15,8 1 100 0,0-1 84 16,0-2-72-16,0-1-4 0,13 1 76 0,-2-1-8 16,5 0-28-16,4 1-44 0,4-1-4 15,0 0-8-15,-1-2-92 0,2 3 88 16,-5-5-60 0,0 4 24-16,-1 0-4 0,-2-1 52 15,-6 1-8-15,-3-4 8 0,1 4 52 16,-5-2 8-16,0 3 40 0,-4-1 72 0,0 3-52 15,-8-3-120-15,-5 4-268 0,-2-1-92 16,-5 1 88-16,-1-3-12 16,-2-4-212-16,-1 0-300 0,0-3-788 0,4 0-2344 0,-7-3-3313 15</inkml:trace>
  <inkml:trace contextRef="#ctx0" brushRef="#br0" timeOffset="-190140.156">18443 18131 3768 0,'0'0'7469'16,"0"0"-5405"-16,0 0-1036 0,0 0-156 16,0 0 176-16,0 0-140 0,0 0-164 15,0 0-76-15,0 0-496 0,0 0-84 0,-84 77 20 16,73-38 104-16,2 1 68 16,1 2 16-16,0-1 32 0,1-6 28 15,7-7-124-15,0-5-112 0,0-6-120 0,0-9-64 0,0-5-108 16,7-3-192-16,5-3 8 0,1-12 296 15,2-11-88-15,5-6-96 0,-4-9-64 16,4-3-36-16,-4 0-188 0,0-4-124 16,-5 3 108-16,2-3 188 0,-2 1 100 15,2-1-8-15,-5 4 92 0,-1-4 88 0,-3 7 0 16,0-1 24-16,1 4-12 16,-5 3 16-16,0 7 60 0,0 3 48 0,0 9 92 15,0 2 72-15,0 8 64 0,0 4 92 16,0 2 156-16,0 0 208 0,0 6-176 15,0 10-176-15,0 3-244 0,0 9 36 0,0 11 36 16,0 5 136-16,0 6 132 0,0 2-108 16,-5 4-136-16,5 2-72 0,-4-4-88 15,0-3-72-15,4-1-84 0,0-4-248 0,0-9-132 16,0-5-96-16,4-10-192 0,5-9-160 16,3-13-1076-16,-1 0-2993 0,9-13-1851 31</inkml:trace>
  <inkml:trace contextRef="#ctx0" brushRef="#br0" timeOffset="-189859.906">18726 18294 9488 0,'0'0'2937'15,"0"0"-1761"-15,0 0-692 0,0 0 564 0,0 0 248 16,0 0-472-16,0 0-352 0,88 61-112 16,-68-68-164-16,3-5-196 0,1-7-112 15,0-7-84-15,0-3-88 0,-4 0 36 0,-4 4 60 0,-1 0-24 16,-6 6 12-16,-1 3 188 15,-8 6 12-15,0 1 224 0,0 6 188 0,-4 0 144 16,-9-1-88-16,-2 4 0 0,-1 4 64 16,-4 2 16-16,8 7-120 15,-4-1-220-15,4 7-208 0,0 3 0 0,1 4-84 0,2 0-4 16,1 0-44 0,1-1-28-16,3 0-48 0,0-3-160 15,-1-3-172-15,5-3-100 0,0-4-164 16,0-2-416-16,5-7-808 0,3-3-536 15,-1 0 23-15,5-13 385 0,-7 4-108 16,10-10-876-16</inkml:trace>
  <inkml:trace contextRef="#ctx0" brushRef="#br0" timeOffset="-189729.42">18973 18254 2632 0,'0'0'4980'0,"0"0"-2296"0,0 0-343 0,0 0-321 0,0 0-244 16,0 0-580-16,91-5-316 0,-66 12-132 16,3-4-96-16,-1-3-224 0,1 0-172 15,4 0-160-15,4-10-28 0,-4-6-68 16,0-3-268-16,0-3-172 0,-8-3-308 15,-5-6-184-15,1 1-272 0,-4-1-992 16,-8 10-2081-16,4-15-3331 0</inkml:trace>
  <inkml:trace contextRef="#ctx0" brushRef="#br0" timeOffset="-189510.654">19339 17736 10844 0,'0'0'2641'15,"0"0"-1561"-15,0 0-372 0,0 0 96 0,0 0-240 31,-28 85-152-31,28-50-12 0,-3 7 168 0,3 2 36 16,0 3-196-16,0 7-100 0,0 4-176 16,3-1-80-16,1 3 20 0,0-3-12 15,0-3-52-15,5-10 44 16,-2-3-52-16,5-11 0 0,4-5 0 16,-4-13-320-16,4-2-332 0,4-3-28 0,-4-7 124 0,8-7-40 15,-5-9-408-15,6-3-292 0,-9 0-1908 0,7-13-5845 0</inkml:trace>
  <inkml:trace contextRef="#ctx0" brushRef="#br0" timeOffset="-188681.056">20714 18268 3676 0,'0'0'876'0,"0"0"-304"0,0 0 4880 0,0 0-3219 15,0 0-437-15,0 0-364 0,0 0-304 0,0 0-296 16,0 0-176-16,0 0-288 0,0 0-244 15,36 13-64-15,-12-10 172 0,8 0 0 16,4 1-48-16,-1-4-116 16,5 0-68-16,-4 0-88 0,0-10-20 15,0 2-312-15,-8-6-228 0,-1-2-96 16,-7-3-148-16,-3 3-500 0,-6 0-1256 0,-3-3-3397 16</inkml:trace>
  <inkml:trace contextRef="#ctx0" brushRef="#br0" timeOffset="-188495.958">20913 18018 3876 0,'0'0'2904'0,"0"0"1377"16,0 0-2625-16,-8 99-228 0,8-62-180 0,0 8-264 16,0-7-288-16,0 0-332 0,0-3-364 15,0-3-228-15,0-1-496 0,-3-5-396 16,-1-1-460-16,-1-9-904 15,-3 10-2685-15</inkml:trace>
  <inkml:trace contextRef="#ctx0" brushRef="#br0" timeOffset="-188315.543">20730 18531 5700 0,'0'0'4408'0,"0"0"-2643"0,0 0-293 15,0 0-492-15,0 0-296 0,0 0-132 16,0 0-252-16,0 0 344 0,0 0 128 15,103 33-276-15,-66-27-148 0,2-3-176 0,1 1-124 16,-5-4-48-16,2-4-48 16,-1-5-224-16,0-7-596 0,-5-1-236 0,1-8-316 15,-8 6-1064-15,4-12-3101 0</inkml:trace>
  <inkml:trace contextRef="#ctx0" brushRef="#br0" timeOffset="-188127.7">21471 17849 3148 0,'0'0'9753'0,"0"0"-8025"0,0 0-972 0,4 80-52 0,4-45 312 16,-4 9-112-16,4 4-372 0,3 6-224 16,-2 3-100-16,-1 0-60 0,0 3-148 15,-1 4-24-15,2-4-420 0,-5 5-496 16,-4-7-104-16,4 3-448 0,-4-6-1036 15,0-15-2109-15,0 11-2855 0</inkml:trace>
  <inkml:trace contextRef="#ctx0" brushRef="#br0" timeOffset="-181216.026">18952 18158 3740 0,'0'0'1548'0,"0"0"-1548"31,0 0 0-31,0 0 1992 0,0 0-408 16,0 0-612-16,0 0-264 0,0 0-35 15,0 0-5-15,-23 3-4 0,18 0 80 16,2 0 44-16,-1 0-120 0,0 4-148 0,-4-4-56 16,4 3-76-16,0-3-56 0,4 3-20 15,-4-2-28-15,0-1-48 16,4 0-24-16,0 0-40 0,-4 1-48 0,4-4-124 0,-4 2-64 15,4-2 0-15,-4 7 52 0,4-4-36 0,0 0-4 16,-4 3-8-16,1 1 12 16,3 0-16-16,-4 2 52 0,4 3-52 0,-5 1 56 15,1 0-4-15,4-1 8 0,-4 5 0 16,0-2 0-16,0 5-4 16,4-5-64-1,0 1 8-15,0 3-24 0,0-3 28 0,0 0-16 0,0-2-76 16,4-2 80-16,0 1-40 0,0-5 100 15,0-1-88-15,1 3 48 16,-1-4-24 0,3-3 52-16,-3 3 20 0,4 1 8 0,0-4 92 0,0 4 4 0,0-1 12 0,3 3-108 0,-2-2 4 15,-1-1-4-15,3 0-4 0,-2 1-60 16,3-1 8-16,-1-3 48 0,2-3-8 16,-2 0 12-16,6 0 0 0,-6 0 12 15,2 0-8-15,-1-6 72 0,-5 3-68 16,6-4-8-16,-5 1-76 0,-1 3-36 0,-3-3-328 15,4-1-276 1,-8 1-320-16,5 2-712 0,-1 2-1329 16,-4-5-2647-16</inkml:trace>
  <inkml:trace contextRef="#ctx0" brushRef="#br0" timeOffset="-180505.167">18870 18440 2996 0,'0'0'600'0,"0"0"-288"0,0 0 68 0,0 0 48 15,0 0 1848-15,0 0-1068 0,0 0-492 16,0 0 48-16,0 0 216 0,0 0-307 0,0 0-201 16,31 4-84-16,-27-4 44 15,4 0-48-15,-4 0-100 0,3 0-44 16,2 0-64-16,-5 0-48 0,4 0-120 0,-1 0-4 16,-2 0 12-16,7-4-4 0,-4 1 40 15,-5-1-44-15,6-2-4 0,-1 3 4 0,0 0 56 16,-5-4-16-16,1 1 4 15,0 3-52 1,1 0 8-16,-1-4-4 0,0 4-4 0,0-3-8 0,-1 3-56 16,1-3 16-16,-4 2-68 0,4-2-24 0,1 0 12 0,-1 0 16 15,0-1-4-15,-4 1-24 0,4-5 12 16,-4 6 0-16,3-4 28 0,-3-2-28 0,0 3 24 16,0 1 40-16,0-3 64 15,0 4-164-15,0-3 148 0,-3 2-148 0,3 4 72 16,-8-4 40-16,4 1 4 0,-1 3 36 15,1-4-168 1,-3 1 52-16,-1 0-24 0,4-1-40 16,-5 1 76-16,2 0 0 0,-1-1 116 15,4 1-8-15,-5 0-36 0,2 3 44 0,3 3 0 16,-4 0-112-16,-5 0-17 0,6 0-91 16,-5 9-88-16,3-3 24 0,-2 4 0 15,3-1-120-15,0 1-332 0,0 3-876 16,0-7-1368-16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38:45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7673 4556 10784 0,'0'0'929'0,"0"0"583"0,0 0-952 0,0 0-284 16,0 0 68-16,0 0 188 15,0 0 384-15,0 0-196 16,0 0-248-16,0 0-160 0,45-20-40 0,-34 20 28 0,6 0 32 0,-2 0 0 16,5 4-48-1,-4 3 96-15,4-1-96 0,-1 0-164 0,1 1-68 16,5-1-48-16,-5 0-4 15,7 0 0-15,1-2-48 0,4 2 44 16,4-3 0-16,0-3 4 0,4 0 0 0,3 4 0 16,1-4-72-16,4 0-12 0,0 0 76 15,-1 0-128-15,1 0 128 0,5 0-44 0,-2 0-28 16,5 0 76-16,0 0 8 0,0 0 196 16,3 0-200-16,-3 0-72 0,-1 0-4 0,5 0 76 31,4-4 4-31,-4 1 4 0,3 0-4 15,2 0 48-15,-1 3-52 0,-1-4 0 0,1 4-4 0,-4-2 4 0,0 2-4 16,3 0-60-16,-3 0 56 0,0 0 8 0,-1 0 4 16,6 2 0-1,-7-2 4-15,7 0 0 0,-1 0 0 16,3 0 4-16,-3 0-8 16,3 0-4-16,-3 0-4 0,4 0-44 0,0 0 48 15,0-2 0-15,-5 2 0 0,1 0-48 0,0 0 48 16,-1 0 8-16,1 0-8 15,0-4 4-15,0 4 48 0,3 0-52 16,2-3 0-16,-2 0 0 0,4-1 0 0,-3 2 0 0,1 2 12 16,2-5-12-1,-4 3-60-15,-3-1 12 0,0-4-28 0,-4 5 64 0,-1-3-72 16,-3 3-16-16,-3-2-24 0,-6 4 120 16,1 0-8-16,-8 0 0 0,-1 0 8 15,2 0 0-15,-2 0-40 0,-3 4 44 16,0-2 0-16,-1 3-8 0,6-5-4 0,-5 0 4 0,3 0 8 15,1 0-8-15,0 0-116 0,0 0 36 16,-1-5 84-16,-3 3-56 0,-3-2 60 0,-1 2-64 16,-5-1 64-16,-3 0-84 15,-4-1 32-15,-4 1-32 0,0-1 84 0,-4 1 84 16,0 0 4-16,4-3-80 0,-4 3-8 16,0-3-72-1,4-1-16-15,-4 2 24 0,3-2 56 0,1 0 0 0,-4 1 8 16,4-1-4-16,5 1 0 0,-2 0 0 15,1-1 4-15,8 1-4 0,0-3 0 16,4 2 4-16,4 1 4 0,3-3-4 0,-3-1 4 16,0 3-4-16,0 1 0 15,-9-1 8-15,1 4 56 0,-3 1-64 16,-9-3 0-16,3 5 8 0,-6-2-8 0,-6 2 48 16,1 0-48-16,-4 0 0 15,-4 0 4-15,0 0 72 0,0 0 60 16,0 0-124-16,-8 0-12 0,-3 0-248 0,-6 2-248 15,-7-2-312-15,1 5-420 16,3-3-1372-16,-20-2-4029 16</inkml:trace>
  <inkml:trace contextRef="#ctx0" brushRef="#br0" timeOffset="3259.599">9172 5445 6960 0,'0'0'2400'15,"0"0"-864"-15,0 0-455 0,0 0 199 0,0 0 128 16,0 0-336-16,-60 86-192 15,47-58 228-15,2 1-576 0,-5 3-188 0,4 2-120 16,0 4 32-16,0 4 28 0,4 2 204 0,0 4-180 0,0 3-148 16,0 3-64-16,4 3-12 15,0 6 28-15,0 3 20 0,0 2-44 16,4 1-28-16,0-1 60 0,0 1-44 0,8-6-72 16,0-2-4-16,8-7 8 15,0-4 0-15,4-5-8 0,0-4-52 16,3-5-20-16,5-11 0 15,0-3-88-15,0-10-84 0,0-2-280 0,4-3-164 16,0-7-148-16,0 0-512 0,-1-13-496 16,1 0-876-16,-8 0-2129 0,1-9-1715 15</inkml:trace>
  <inkml:trace contextRef="#ctx0" brushRef="#br0" timeOffset="3658.817">9450 5445 11189 0,'0'0'1680'0,"0"0"-560"0,0 0-460 0,0 0-16 16,0 0 416-16,0 0 8 31,0 0-260-31,0 0-216 0,0 0-260 16,0 0 12-16,0 0 8 0,44 28-120 0,-28-3-72 15,-4 5-104-15,0 1-56 16,-4 4-60-16,0 0-60 0,0 0-64 0,0-1-232 0,-4-1-360 0,0-1-160 16,0-4-108-16,-4 1-340 0,0-1-1052 0,0-9-2437 15,-4 10-2043-15</inkml:trace>
  <inkml:trace contextRef="#ctx0" brushRef="#br0" timeOffset="4013.776">9641 6340 1384 0,'0'0'7912'0,"0"0"-6103"0,0 0-781 0,0 0 236 0,0 0 144 16,0 0-164-16,0 0-212 0,0 0-288 15,0 0-188-15,0 0-88 16,28 48-40-16,-20-36-60 0,0 5-124 0,4 1-96 0,-4 1-12 16,0 7-76-16,1-3-12 15,-2 2-48-15,1-3-12 0,-4 0-36 16,0 0 0-16,1-3-12 0,-2-3-76 0,-3 0-256 15,4-2-308-15,-4-6-164 16,4-5-152-16,0 0-376 0,0-3-912 0,0 0-2445 0,8-9-2451 31</inkml:trace>
  <inkml:trace contextRef="#ctx0" brushRef="#br0" timeOffset="4553.751">10399 5521 9308 0,'0'0'2953'0,"0"0"-1421"0,0 0-1000 0,0 0 352 0,0 0 224 16,0 0-60-16,0 0-440 0,83 38-152 15,-67-22-172-15,-4 0-64 16,-3 3-36-16,-6 0-12 0,-3 3-60 0,0-3-40 16,-3 3 40-16,-6 1-64 0,-3-4-36 15,-4-3 88-15,0-3-40 16,0-1-48-16,1-2-8 0,-6-1-4 0,6-3-84 0,-5-2-124 16,-1-1-52-16,2-3-8 0,3 0 84 15,0-3 60-15,4-4 48 0,4-2-84 0,0-4 36 31,1-6-36-31,2-3 0 0,1-3-12 16,4-4-16-16,0 3 16 0,0 1-16 16,9 3-148-16,2 0-112 0,-3 5-92 0,8 2-104 15,-4 5-136-15,-1 3-388 0,2 5-740 16,-5 2-1985-16,3 0-2155 0</inkml:trace>
  <inkml:trace contextRef="#ctx0" brushRef="#br0" timeOffset="4894.388">10546 6070 9912 0,'0'0'2589'0,"0"0"-833"0,0 0-432 0,0 0 268 32,0 0-68-32,0 0-320 15,24 64-252-15,-17-39-344 0,2 1-232 0,-5-1-119 0,0 0-29 0,0 1-108 16,-1 2-56-16,1-2-64 0,-4-1-48 15,4-2-40-15,1-5-80 0,-5-5-281 16,4 0-331-16,0-7-292 0,-4-2-96 16,4-4-340-16,-1 0-892 0,-3 0-1713 15,4-7-1323-15</inkml:trace>
  <inkml:trace contextRef="#ctx0" brushRef="#br0" timeOffset="5261.956">11104 5448 6776 0,'0'0'5581'0,"0"0"-3645"0,0 0-332 0,0 0-128 15,0 0-288-15,96 73-32 0,-77-47-352 16,1 5-340-16,1 1-148 0,-6 6-84 16,1 0-12-16,-4 4-39 0,0 2-57 0,0 4-4 15,-8-1-24-15,0 1-48 0,-4 3 0 16,0-1-48-16,-4 1 0 16,-4-1-12-16,-4-1-36 0,0-2-48 0,-4 1-24 15,4 0-28-15,-4-4-21 0,0-3-99 16,0 0-48-1,-3-9-48-15,2 0-112 16,2-3-52-16,-6-1-60 0,1 1-224 0,-3-4-576 16,-1 4-808-16,4-9-1004 0,-8 7-3305 15</inkml:trace>
  <inkml:trace contextRef="#ctx0" brushRef="#br0" timeOffset="8269.09">12140 5903 10316 0,'0'0'1997'0,"0"0"-849"0,0 0-536 0,0 0 44 0,0 0 76 0,0 0 288 15,0 0 48-15,0 0-260 16,0 0-292-16,99 6-232 15,-71-6-124-15,0 0-64 0,-4 0-96 0,4-6-64 16,0-5-292-16,-4 3-448 0,3-6-184 16,-7 1-240-16,-7 4-728 0,-2 0-2145 15,-7-1-2743-15</inkml:trace>
  <inkml:trace contextRef="#ctx0" brushRef="#br0" timeOffset="8438.112">12192 6020 7840 0,'0'0'2832'16,"0"0"-1327"-16,0 0-761 0,0 0-108 0,0 0-152 0,0 0 88 15,0 0-32-15,0 0-200 16,95 15-340-16,-63-24-224 0,4-4-508 0,3 0-424 16,-15 1-1048-16,12-1-3229 0</inkml:trace>
  <inkml:trace contextRef="#ctx0" brushRef="#br0" timeOffset="9502.539">7334 6448 9824 0,'0'0'1084'16,"0"0"-671"-16,0 0-129 0,0 0 360 15,0 0 528-15,0 0-292 0,-79-48-188 16,74 45-60-16,2 0 0 16,-1 3-196-16,0 0-24 0,-4 0-128 0,1 6-72 15,-6 7 12-15,1 6-40 16,5 8-24-16,-2 6 40 0,1 6-52 0,4 5 24 16,1 7-36-16,-1 0-40 0,4-6 128 15,0-8-40-15,0-5 12 0,4-13-64 0,-1-6-132 16,5-4-8-16,5-6-52 15,-2-3 0-15,5-3 60 0,8-10 24 16,0-6-24-16,4-6-196 0,0-7-100 16,0-6-96-16,-5-3-128 0,-3-4-48 0,4-5-104 0,-3-2 36 15,-2-1 4-15,-3-1 80 0,0-3 132 16,-4 0-188-16,-4 0 164 16,0-4 12-16,-8 5 304 0,0 1 128 0,0 4-88 15,0 7 88 1,-4 6 76-16,4 7 76 0,-4 5 128 0,0 10 76 15,4 3 176-15,0 7 40 0,-4-1-44 16,4 7-24-16,0 0-64 0,-5 0 24 16,5 0-92-16,0 7-284 0,-3-1-80 15,3 10 152-15,-4 6 76 0,0 7 148 16,0 9 96-16,0 6 0 0,4 7-136 16,0 6-124-16,0 1-84 0,0 1-128 0,0 5-8 0,0-3-56 15,0-4-104-15,4-7-60 0,4-12-88 16,-4-8 24-16,4-16-172 0,4-3-212 15,-1-8-452-15,6-3-504 0,-2 0-972 0,9-16-2821 16</inkml:trace>
  <inkml:trace contextRef="#ctx0" brushRef="#br0" timeOffset="9814.457">7741 6461 6928 0,'0'0'3192'0,"0"0"-1391"0,0 0-457 16,0 0 292-16,0 0 88 0,0 0-504 0,0 0-604 15,0 0-208-15,0 0-64 0,0 0-68 16,0 0-276-16,63 25-212 0,-42-50-156 0,-5-1-172 16,-1-2-80-16,2 2 48 0,-9-2-88 0,3 3 132 15,-2 2-36-15,-9 4 220 0,0 3 48 16,0 3 296-16,-5 4 316 16,-7 6 112-16,5 3 136 0,-2 0-404 0,-3 12-160 15,1 4 0-15,-2 9 168 0,6 5 344 16,-1 8 124-16,8 3-116 15,-4 4-100-15,4-1-64 0,0-6-24 0,0-6-184 0,8-10-144 16,-4-6-4-16,7-10-64 0,2-3-32 16,2-3-140-16,5-9 52 0,5-7-248 0,3-9-320 15,-5-10-332-15,10-1-516 0,-7-4-1020 16,-1 7-1929-16,6-20-1803 0</inkml:trace>
  <inkml:trace contextRef="#ctx0" brushRef="#br0" timeOffset="10000.758">8187 5854 8584 0,'0'0'2108'0,"0"0"-1003"0,0 0-29 0,-20 89 364 15,20-47 60-15,4 8-72 0,5 7-140 16,-2 7-404-16,5 6-236 0,1 2-304 16,-6 2-224-16,1-4-120 0,-4-7-192 0,5-9-128 15,-6-16 148-15,5-9 76 0,0-13 32 16,-4-6-156-16,4-10-456 0,4 0-188 15,-4-10-240-15,-1-10-632 0,2 2-1200 16,-1-17-2649-16</inkml:trace>
  <inkml:trace contextRef="#ctx0" brushRef="#br0" timeOffset="10182.674">8096 6200 2768 0,'0'0'472'0,"0"0"4132"0,0 0-1952 15,-80-15-311-15,68 15-373 0,4 0-356 0,5 0-356 0,-2 0-412 16,5 0-340-16,0 0-208 15,12 0-52-15,4 0 244 0,8 3 332 16,8-3-200-16,3 0-292 0,6-3-159 0,2-7-169 16,9-2-24-16,3-4-193 15,10 0-99-15,3-6-172 16,3-1-244-16,0 1-480 0,2-3-1056 0,-22 6-2640 16,13-7-3557-16</inkml:trace>
  <inkml:trace contextRef="#ctx0" brushRef="#br0" timeOffset="10800.361">13024 5331 12597 0,'0'0'2552'15,"0"0"-904"-15,4 76-656 0,4-38 96 16,-4 13 40-16,8 9-116 0,-8 4-220 0,4 2-295 15,0 4-265-15,0 0-228 0,-4 2-4 16,4-2-60-16,0 1-52 0,0-1-68 0,0-7-28 0,-4-6-157 16,4-6-243-16,0-3-208 0,-4-7-140 15,0-6-648-15,0 0-788 0,0-10-1728 16,0 3-2297-16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32:41.7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3100 927 4608 0,'0'0'6256'0,"0"0"-5343"0,0 0-541 0,0 0 140 16,0 0 776-16,0 0 416 0,0 0-448 0,0 0-412 16,0 0-300-16,-28-3-148 15,43 3 20-15,13 0 616 0,12 3-400 16,8 0 184-16,12 0-403 0,-4-3-265 15,3 4-16-15,-4-2 88 0,1 1-40 0,0-3-96 16,-3 0-24 0,-6 0-52-16,1-3 56 0,-5 1-64 15,-7-5-100-15,1 1 28 0,-5-1-156 16,-9-2-220-16,-3 6-161 0,-4-1-255 0,-4 1-740 16,-8 3-1480-16,-4 0-3265 0</inkml:trace>
  <inkml:trace contextRef="#ctx0" brushRef="#br0" timeOffset="258.503">3310 1021 4772 0,'0'0'7873'0,"0"0"-7209"0,0 0-660 0,0 0 656 0,-23 68 352 0,19-40 364 31,4 7-592-31,0 7-224 0,0 5-164 15,8 10-124-15,-1 10 24 0,-3 9-112 0,4 3-12 16,1 8-12-16,-5 1-88 0,-1-2 16 16,-3 0-16-16,0-14-12 15,0-2 4-15,0-9-52 0,0-10-12 0,0-9-72 0,0-9-48 16,0-8-40-16,0-1-112 16,0-12-172-16,4-6-308 0,0-2-268 0,5-4-476 0,-1-7-812 15,-5-8-445-15,5 2-3507 0</inkml:trace>
  <inkml:trace contextRef="#ctx0" brushRef="#br0" timeOffset="414.914">3351 1835 9004 0,'0'0'4905'0,"0"0"-4677"0,0 0-136 0,0 0 528 16,82 0 524-16,-54 0 32 0,-3 0-392 16,3 0-144-16,3 0-124 0,-3 0-244 0,4-3-104 15,0 3-168-15,0-4-220 16,-4 4-52-16,0 0-120 0,-4 0-572 15,-5 4-456-15,-2 5-968 0,-6 1-2881 0,-11 12-3267 16</inkml:trace>
  <inkml:trace contextRef="#ctx0" brushRef="#br0" timeOffset="590.815">3430 2149 5460 0,'0'0'6857'0,"0"0"-5861"0,0 0-448 0,0 0 248 0,0 0 140 15,0 0-56 1,0 0 176-16,0 0-4 0,100 7-288 0,-64-7-188 0,-4 0-148 16,3 0-184-16,1 0-196 0,0 0-48 0,-1 0-232 0,2 0-60 15,-1-4-164 1,3 1-340-16,-3-7-280 0,-8 1-1020 0,8-7-3325 16</inkml:trace>
  <inkml:trace contextRef="#ctx0" brushRef="#br0" timeOffset="947.184">4095 1756 2916 0,'0'0'12525'0,"0"0"-11021"0,0 0-1428 0,0 0 36 0,0 0 544 16,21 72 408-16,-17-46-36 0,-4 5-624 15,3-2-404-15,1 3 0 0,-4-4-60 16,4 0-64-16,-4-4-44 0,4-9-28 15,0-5 12-15,-4-4-112 0,5-6-356 0,-2 0 148 16,5-6 232-16,4-1 72 0,4-9-12 16,0 1-60-16,4-4-76 0,0-1 36 15,-1 4 160-15,2 4 152 0,-1 3 52 0,-5 2 224 16,2 4 108-16,-6 3-12 0,1 0-60 0,4 6 72 16,-8 5 84-16,0 1 0 15,4 1-88-15,-8 2-48 0,4 3-52 31,-4-1-60-31,0 2-220 0,0 0 0 0,-4 4-184 0,8-5-108 0,0 1-384 16,3 1-492-16,10-5-704 16,-1-4-2484-16,4-9-3333 0</inkml:trace>
  <inkml:trace contextRef="#ctx0" brushRef="#br0" timeOffset="1348.064">5059 1781 12869 0,'0'0'3128'0,"0"0"-2076"15,0 0-292-15,-79 82 1060 0,51-43-452 16,0-2-528-16,4 1-219 0,9-6-65 0,-2-3-184 16,6-7-188-16,7-2-176 0,4-8-8 15,0-6 0-15,0-2-8 16,4-1-64-16,7-3-76 0,6 0 40 0,6 0-36 0,-3-10-48 16,8-5-220-16,0-5-64 31,4-8 15-31,0-8 37 0,0-4-52 0,-1-11-12 0,5-10-308 15,-8-2-276-15,4-7-128 0,-8-3 96 16,-5-7 400-16,-6 1 264 0,-5-4-56 16,-8 7-264-16,0 4 608 0,-4 8 152 0,-8 17 420 15,3 12 580-15,2 12 56 0,3 14-116 16,0 5 20-16,0 4 64 0,0 0-228 16,-1 10-344-16,2 6-328 0,-1 6-76 0,0 13 40 15,0 4 144-15,4 5 280 0,0 7 8 16,0 5-263-16,0 1-61 0,0 8-40 0,-4 1-60 15,4 1-88-15,-4 6-8 16,0-3-84-16,0-5-60 0,0 3-40 16,4-14-253-16,0-7-235 0,0-11 4 0,12-5-104 15,4-9-212-15,8 0-368 0,0-6 36 0,8-6-656 16,-4-7-3025-16,-5-3-2719 0,14-13 7712 31</inkml:trace>
  <inkml:trace contextRef="#ctx0" brushRef="#br0" timeOffset="1611.847">6155 1108 14041 0,'0'0'5104'0,"0"0"-5104"0,0 0-160 0,0 0 160 0,-67 69 684 15,47-27 16-15,-5 6-212 16,6 9-112-16,7 3-24 0,0 4 13 15,4 2 147-15,0 8-152 0,8-2-224 16,0 5-4-16,0-5-48 0,0 2-36 0,0-8-48 16,3-6-156-16,2-9 24 0,7-6-124 15,-4-6-48-15,4-9-229 0,0-1-331 16,8-4-444-16,3-5-500 16,-3-8-2192-16,12-5-1949 0</inkml:trace>
  <inkml:trace contextRef="#ctx0" brushRef="#br0" timeOffset="2217.704">6761 1358 7200 0,'0'0'7033'15,"0"0"-5797"-15,0 0-784 0,0 0 304 16,0 0 376-16,0 0-256 16,0 0 180-16,83-3-240 0,-31 0-252 15,8 3-164-15,8 0-96 0,-1 0-59 0,6 0-101 16,-6-3 12-16,1 3-8 16,-5-3-76-16,1 3-24 0,-8 0 24 15,-9 0-72-15,-6 0-116 0,-9 3-68 0,-13 3 4 16,-6 4-88-16,-10 2-169 15,-3 7 85-15,-11 11 132 0,-13 5 124 0,-8 6 96 0,-9 6-60 16,-2 4 60-16,-9 3 52 0,-3 0-44 16,-1 3-8-1,-4-3-4-15,0 3-8 0,12-6-48 0,1-4 60 16,11-5 4-16,12-4-4 0,4-7-84 16,8-2 24-16,8-4 12 0,4-6 48 15,16 0 88-15,4-2 240 0,12-2 172 0,7 2-135 16,13-5-1-16,1 1 0 15,5-4 36-15,-2-2 216 0,0-1-240 16,0-6-148-16,-9 3-60 0,2-3-168 0,-1 0 0 16,-8 0-4-16,-5-6-104 15,1 3-292-15,-4-4 16 0,-4 1 68 0,-8-3-532 16,-1 2-161-16,-2-5-223 0,-6-5-820 16,-2 4-2192-16,-1-18-2361 0</inkml:trace>
  <inkml:trace contextRef="#ctx0" brushRef="#br0" timeOffset="2466.577">7864 1407 3848 0,'0'0'9677'0,"0"0"-8121"0,0 0-1428 16,0 0 24-16,-83 91 488 0,59-50 440 15,-8 4 132-15,4 9-412 0,0 3-392 0,-4 4-176 16,-3 2 60-16,-1 3-96 0,-5 5-36 0,2-6-76 0,-1-1-84 15,-4-3-108-15,4-7-28 16,5-9-72-16,-1-4-48 0,4-6-172 0,8-10-176 16,8-2-100-16,0-11-76 0,12-5-560 15,4-7-656-15,0-4-1053 0,0-9-2823 16,4 0 1492-16,8-18 4248 0</inkml:trace>
  <inkml:trace contextRef="#ctx0" brushRef="#br0" timeOffset="2897.406">8075 1002 11317 0,'0'0'3104'16,"0"0"-2068"-16,0 0-736 0,0 0 344 16,0 0 328-16,0 0-252 0,0 0-164 15,-24 90-188-15,17-58-112 0,3-1-32 16,-4-2-104-16,4-4-116 0,0 1-4 0,4-10-72 16,0 0 64-16,0-10 0 0,0-3 4 15,0 0 4-15,0-3 196 16,0 0-96-16,0 0-100 0,8-6-120 0,0 0-4 15,3-7 76-15,6 3-40 0,-2-6 4 16,2 4-4-16,3-2-32 0,-5 6 8 0,2-2 52 16,-2 3 56-16,-2 7 4 0,-6-3 244 15,1 3 112-15,-4 0-76 16,0 7-84-16,-4 0-60 0,5-1 12 16,-5 2-4-16,4 6 28 0,-4 2-76 0,0-4-56 15,3 5-40-15,-3-2-60 16,0 1-84-16,0 0-28 0,4 0-660 15,-4 4-436-15,0-2-268 0,0-3-1200 0,0 4-3741 0</inkml:trace>
  <inkml:trace contextRef="#ctx0" brushRef="#br0" timeOffset="3752.051">8953 1108 10160 0,'0'0'2061'0,"0"0"-681"0,0 0-112 0,0 0 308 15,83 25-296-15,-59-14-208 0,0 0-112 16,0 5-312-16,4 3-196 0,4 4-124 0,-4 2 180 16,-1 7 41-16,1 0-281 0,0 3-4 15,-8 2-44 1,4 5-16-16,-9 5-48 0,-2 10-32 0,-1 4-76 15,-9 9-48-15,-3-1-40 0,0 7-108 16,-7-2-80-16,-14 0 72 0,6-2 32 0,-9 1-68 16,0-4-112-16,-4-1 16 0,4-5 19 15,-3-6-35-15,6-9 24 0,1-7 120 16,1-9 40-16,-1-4-88 0,3-9-144 16,2-3-116-16,-2-7-204 0,2-2-312 0,-5-4-944 15,0-3-1964-15,4 0-2281 0,-8-10 545 0</inkml:trace>
  <inkml:trace contextRef="#ctx0" brushRef="#br0" timeOffset="6540.729">10491 1844 1032 0,'0'0'1096'0,"0"0"1300"0,0 0-624 0,0 0-692 16,0 0-276-16,0 0 208 0,0 0 152 0,0 0-83 15,0 0-181-15,0 0-132 0,0 0-156 16,-17-16-104-16,17 16 36 0,0 0 60 15,0 0-128-15,0 0-160 0,0 0-76 16,0 0-4-16,0 0 28 0,0 0 8 16,0 0-24-16,0 0-48 0,0 0-28 0,0 0-32 0,0 0-56 15,0 0-72-15,0 0 0 0,0 0 60 16,0 0-68-16,0 0-4 16,0 0 48-16,0 0 40 0,0 0 12 0,0 0 8 0,0 0 4 15,0 0 0-15,0 0 36 16,0 0-40-16,0 0 4 0,0 0-12 0,0 0 32 15,0 0-44 1,0 0 24-16,0 0-40 0,0 0 0 16,0 0 16-16,0 0-28 0,0 0-48 15,0 0 48-15,0 0 4 0,0 0-52 16,0 0 0-16,0 0 60 0,0 0-60 16,0 0-4-16,0 0-4 0,0 0 8 15,0 0 0-15,0 0 52 0,0 0-52 16,0 0 60-16,0 0-12 0,0 0 16 0,0 0-28 15,0 0-40-15,0 0 40 0,0 0 0 0,0 0-36 0,0 0-8 16,0 0-4-16,0 0-4 0,0 0 0 16,0 0 0-1,0 0 0-15,0 0 0 16,0 0 4-16,0 0 4 0,0 0 44 0,0 0-44 0,0 0 4 16,0 0 4-16,0 0 0 15,0 0 0-15,0 0-4 0,0 0-4 16,0 0-4-16,0 0-8 0,0 0 4 0,0 0-4 0,0 0 0 0,0 0 4 15,0 0 4-15,0 0 4 0,0 0 8 16,0 0 0-16,0 0 36 0,0 0-36 16,0 0 36-16,0 0-48 0,4 0-4 15,-4 0-4-15,9-2 8 16,-5 2-8-16,7 0-76 0,-3 0-4 16,8-5 80-16,0 5-4 0,4 0 8 0,4 0 0 15,4 0 4-15,0-2-4 0,8-1 4 16,3 3-4-16,1-3-56 0,4-1 12 15,0 4 0-15,0-2 40 0,-1 2-116 16,1 0 116-16,-4-5-80 0,0 5 28 16,0 0 52-16,-5 0-40 0,2 0 44 0,2 0 0 15,-3 0 4-15,-4 0 44 0,0 0 80 0,0-2-112 32,-4 2-12-32,-4-4-72 0,0 4 12 15,-9-2 12-15,-2 2-100 0,-5-3-108 0,-1 3-88 0,-7 0-36 16,0 0-76-16,0 0-76 15,0 0-140-15,0 0-124 0,0 0-552 0,-7 0-1232 16,-6 0-3153-16</inkml:trace>
  <inkml:trace contextRef="#ctx0" brushRef="#br0" timeOffset="7157.424">10351 1596 4616 0,'0'0'156'0,"0"0"5204"0,0 0-3915 0,0 0-585 15,0 0-224-15,0 0 232 16,0 0 196-16,0 0-72 0,0 0-100 0,0 0-296 0,0 0-88 16,-4 0-16-16,4 0 88 15,0 0-284-15,0 0-124 0,0 0-76 0,4 0 4 16,-1 0 32-16,10 0-32 0,-1 0-4 15,4 0 52-15,3-2-24 16,5 2 8-16,4-3-72 0,0 0 52 0,4 3 8 16,0-7-44-16,4 3-28 0,3 1-40 0,2-2 100 15,2-6-108-15,1 5-8 0,0-2 0 16,0 1-56-16,4-3 56 0,-5 3 4 16,-2 1-132-16,-2 3 76 0,-3-3 48 15,0 6 12-15,-8-3 0 0,0 3 0 16,-4 0 0-16,-5 0-4 0,1 0-68 0,-3 0-4 15,-2 0 64 1,-3 0 4-16,0 0 4 0,0 0 0 0,-3 0 0 16,-2 3-4-16,-3-3 0 0,0 0-4 15,-4 0-48-15,4 0 12 0,-4 0-16 0,0 0 16 16,4 0-24-16,-4 0-40 0,0 0-8 16,0 0-16-16,0 0-60 0,0 0-24 15,0 0-12-15,0 0-40 0,0 0-12 16,0 0-60-16,0 0-100 0,0 0-216 0,0 0-504 15,-4 0-956-15,0-3-2165 0,-8-1-2327 16,32 11 3624-16</inkml:trace>
  <inkml:trace contextRef="#ctx0" brushRef="#br0" timeOffset="11633.247">15104 1213 560 0,'0'0'680'15,"0"0"596"-15,0 0 5572 0,0 0-4923 16,0 0-785-16,0 0-64 0,0-64-64 0,0 54-52 16,0 4 336-16,-4 6-264 0,0-3-452 15,4 3-200-15,-4 0 88 0,-4 0-76 16,-4 7-244-16,0 2-12 0,-3 7-76 0,-6 10 48 15,1 5 4-15,-4 7 36 0,9 10 44 16,-6 5-8-16,6 8-60 0,-1 6-76 0,0 2-40 16,4 4-4-16,0 4-4 15,8-1-48-15,-4-6-124 0,8-4 24 16,0-9 52-16,8-10 12 16,8-5-124-16,4-10-124 0,4-3-72 0,8-7 12 15,0-5 48-15,7-6-112 0,-3-4-436 0,8-4-624 16,-4-3-1040-1,-8-3-2693-15,11-9-1863 0</inkml:trace>
  <inkml:trace contextRef="#ctx0" brushRef="#br0" timeOffset="12836.041">15825 1177 4432 0,'0'0'420'16,"0"0"5300"-16,0 0-4035 0,0 0-129 0,0 0-64 0,0 0-96 16,92-15-164-16,-56 15-372 0,-1 0-196 0,5 0-76 31,4 0-208-31,0 7-160 16,0-5-52-1,-4 4-92-15,-1 1 8 0,-3-1-44 0,-3 0-40 0,-10 5-60 0,-3-2-24 0,-8 3-76 0,-4 4-36 0,-4 7-36 16,-4 2 148-16,-8 3 0 15,-12 7-40-15,-4 0-48 16,-4 7-72-16,-4-1 24 0,-3 0 120 0,-5 7-8 16,0-1-4-16,-4 1 24 0,5 3 88 0,-2-7 0 15,2 0 48-15,7-2 12 0,4-7-52 0,4-3 40 16,8-7 4-16,8-6 20 16,4-5 88-16,4-6-24 0,4-2 84 15,12 1 148-15,12 0-4 0,8-2 4 0,3 1-52 16,13 1 352-16,0-3-11 15,4-1-333-15,-1-3-152 0,1 0-4 0,0 0-48 0,-4 0-116 16,-4 0-4-16,-4 0-168 16,-4-3-24-16,-5-1-220 0,-3 2-184 15,0-3-181-15,-8-1-211 0,-4 4-496 0,0-8-1468 16,-8 3-2889 0,-4-12-3559-16</inkml:trace>
  <inkml:trace contextRef="#ctx0" brushRef="#br0" timeOffset="13087.084">16682 1388 5776 0,'0'0'5489'16,"0"0"-3693"-16,0 0-1312 0,0 0-152 16,-56 79 540-16,32-48 424 0,0 4-28 15,1 6-268-15,-10 4-360 0,1 3-196 16,0-1-124-16,-7 8-152 0,-1-3-104 15,1 7-64-15,2-9 0 0,1-9-152 0,8-5-68 16,9-11-124 0,3-9-24-16,8-7-136 0,4-9-176 0,4 0-204 15,0 0-764-15,12-9-1264 16,0-11-2169-16,0 5-1339 0</inkml:trace>
  <inkml:trace contextRef="#ctx0" brushRef="#br0" timeOffset="13428.26">17395 1076 272 0,'0'0'2428'0,"0"0"5756"0,0 0-5963 0,0 0-333 16,79 61-276-16,-62-43-344 0,-2 1-220 0,2 1-40 15,3 2-228-15,-5 0-232 0,2 1-84 16,2 5-15-16,1 0 95 0,0 4 196 16,-4 3-4-16,-5 0-352 0,2 0-180 15,-1 6-92-15,-4 1 44 0,-4 2-120 0,-4 1-36 32,0 2-12-32,-9 4-36 0,-2-4 44 0,-6 1-348 15,-2-4 160-15,-5 1-48 0,-4-4-100 16,-4 1-156-16,0-5-108 15,-3-2-120-15,-5 0-141 0,-4-3-403 0,-4 1-528 16,-7-5-1280-16,10-6-2617 0,-22 3-3387 16</inkml:trace>
  <inkml:trace contextRef="#ctx0" brushRef="#br0" timeOffset="20667.754">13172 914 8896 0,'0'0'4209'15,"0"0"-2913"-15,0 0 16 0,0 0 204 16,0 0-56-16,0 0-392 0,0 0-420 15,0 0-272-15,-48 67-216 0,36-32 0 0,0 10 68 16,4 11 152-16,-4 8 249 16,0 12-241-16,0 6-156 0,-8 11-136 0,-3 2-88 0,-10 4-8 15,6-5-48-15,-1-1 44 0,4-14 4 0,4-8-72 16,8-18-16-16,8-15-68 16,0-10-124-16,4-12-56 0,0-9-261 0,8-7-75 15,4-3 112-15,4-14 132 0,8-5-320 16,-1-13-460-16,5-9-640 0,0-10-744 15,0-6-1457 1,-11 9-759-16,-2-35 1100 0</inkml:trace>
  <inkml:trace contextRef="#ctx0" brushRef="#br0" timeOffset="21064.399">13131 1048 912 0,'0'0'1632'16,"0"0"7261"-16,0 0-6349 0,0 0-812 15,0 0-328-15,41-67-104 0,-33 63-352 16,-1 4-372-16,6 0-320 0,-2 4-208 0,1 11 148 0,8 8 108 15,1 9 100-15,-2 9-76 16,-3 13 61-16,-4 2-157 0,-8 12-148 0,-4 6-84 16,0-2-12-16,-4-2-60 0,-4-10-28 15,4-6-32-15,0-16 120 0,4-9 4 16,0-11 8-16,0-8-13 0,0-3 1 0,0-4-36 31,4-3 48-31,0-3-112 0,8-7 28 16,0-9 84-16,4-6 0 0,4-14-24 0,0-5-48 15,0-10-100-15,-4-6 28 0,-1-1 8 16,2 1 128-16,-6 0-112 0,2 6 108 16,-5 7 12-16,3 8 60 0,-3 14 36 0,-3 9-84 0,2 6 52 0,-3 10 80 15,0 0-144-15,4 10-156 16,4 6 156-16,4 12 228 0,4 10 88 16,0 10 1-16,4 9-133 0,-8 4 8 15,-1 4-56-15,-2 3-124 0,-9 1 0 16,4-1-12-16,-8 1-96 0,0-6 12 15,-4 0-36-15,-4-8-52 0,4-4-129 16,-5-13-223-16,2-7-220 0,3-12-260 0,4-6-324 16,0-13-1004-16,0 0-1776 0,8-25-2717 0</inkml:trace>
  <inkml:trace contextRef="#ctx0" brushRef="#br0" timeOffset="21348.132">13900 1667 5612 0,'0'0'6673'15,"0"0"-5345"-15,4 66-8 16,-8-37 516-16,1 5-472 0,-5 5-340 0,4-7-204 16,0-1-208-16,4-5-272 0,-4-6-108 15,4-6 12-15,0-3-64 0,0-9-56 16,4-2-16-16,4 0-108 0,3-6-152 0,6-10 32 16,3-6 12-16,3-7-4 15,1-2 16-15,0-1-124 0,-3-1 52 0,-2 2-4 16,1 6 12-16,-8 6 4 0,4 6-64 0,-8 10-28 15,4 3 32-15,0 3 216 0,0 10 356 16,0 9-148-16,0 3-96 0,-4 3-28 16,-1 5-84-16,-2 2-68 0,-1 0 4 0,-4 4-412 15,0-2-504-15,-9-2-528 16,5-7-1356-16,-11 17-3373 0</inkml:trace>
  <inkml:trace contextRef="#ctx0" brushRef="#br0" timeOffset="23087.269">6992 3546 328 0,'0'0'8112'0,"0"0"-5680"0,0 0-1071 0,0 0-413 16,0 0-8-16,0 0-168 0,0 0 84 0,0 0 24 15,80 22-268-15,-48-15-180 0,0 0-60 16,0-1-48-16,-1-3-56 0,5 0 40 15,0-1-124-15,-1-2-72 0,6-2-12 16,-1-8-100-16,-5 1-76 0,1-7-256 0,-4 3-396 16,-4-3-424-1,-4-2-240-15,0 1-832 0,-9-2-2297 16,-2 7-3275-16,-5-7 6936 0</inkml:trace>
  <inkml:trace contextRef="#ctx0" brushRef="#br0" timeOffset="23551.577">7506 3123 1252 0,'0'0'484'0,"0"0"-224"15,0 0 1904-15,0 0 1832 0,0 0-2728 0,0 0-132 16,0 0-103-16,0 0-73 0,0 0-128 0,0 0-56 16,0 0-120-16,-80-34-176 0,72 34-76 15,-4 3-92-15,0 3-8 0,1 1-64 16,-2 2-68-16,-2 7 4 0,-2-2 36 0,6 5-52 0,-6 0 64 15,10 6 0-15,-5 0 0 0,3 7-88 16,5 2 72-16,-3 2-84 0,3 5 24 16,0 0 24-16,0 3-48 0,4 1-64 0,0-1 4 15,-4 1-56-15,4-1-4 16,0-3 92-16,4 3-20 0,0 1 20 16,4-3-20-16,-1 2-4 15,6-3 40-15,-5 1-4 0,3-4 4 16,2 0-64-16,-5 0 12 0,3-3-56 15,-2-4 56-15,-1 1-60 0,-1-6 0 16,6 2-4-16,-5-5-72 0,-5-1 68 16,5 0-4-16,0-6 12 0,-3 0-8 15,-1-1-40-15,-1-4 48 0,-3-3-12 0,0 2-148 16,0-7-136-16,0 1 52 0,-7-1 244 0,-2-3 24 16,-3 0 36-16,1 0 4 0,-6 0-64 15,2 0-80-15,-9-10-152 0,0 0-76 16,-4-2-12-16,-4-3-64 0,4-5-148 15,-4-2-152-15,0-3-160 0,4-1-252 0,4 1-248 16,1 0-512-16,7 1-653 16,0 3-2119-16,7 9 249 15,2-8 4379-15</inkml:trace>
  <inkml:trace contextRef="#ctx0" brushRef="#br0" timeOffset="24153.455">9594 3438 7020 0,'0'0'4741'15,"0"0"-2953"-15,0 0-316 0,0 0-264 16,0 0 376-16,0 0-192 16,96 48-340-16,-81-22-344 0,5 4-148 0,-8 10-147 15,1 1-121-15,-2 6-124 16,-7 0-44-16,-4 4-124 16,0 0 0-16,-4 0-100 0,-4 0-44 0,0-7-12 0,-4-6-64 15,4-3-85-15,1-9-267 0,-2-6-208 0,5-9-248 16,4-1-736-16,0-6-2220 0,0-4-1685 15,0 0-587-15,0-7 4713 0</inkml:trace>
  <inkml:trace contextRef="#ctx0" brushRef="#br0" timeOffset="24385.273">9737 3905 796 0,'0'0'7976'16,"0"0"-5739"-16,0 0-925 0,0 0-188 0,0 0 360 15,0 0-100-15,0 0-312 16,88-54-280-16,-64 51-100 0,8 0-104 0,0 3-84 0,11 0-88 0,9 0-76 15,4 3 40-15,8 0 32 0,11 0 149 16,1-3-321-16,7 0-108 0,5 0-120 0,4 0 36 16,-5-3-48-16,5 0-76 0,-12-7-104 15,-1 1-124-15,-10-1-49 16,-14-2-35-16,-3 1-16 0,-16-3-120 16,-5 0-208-16,-6 2-512 15,-14-2-780-15,-2 2-848 0,-9-4-1861 16,0 7-1915-16,-17-4 5320 0</inkml:trace>
  <inkml:trace contextRef="#ctx0" brushRef="#br0" timeOffset="24635.55">10901 3603 2548 0,'0'0'692'0,"0"0"3476"0,0 0-1976 0,0 0-759 16,0 0-5-16,0 0 164 0,0 0-428 0,0 0-384 16,91 10-152-16,-63 0-128 0,4 5-28 15,-4 1-136-15,4 3 32 16,-4 0-48-16,0 6 64 0,-5-2-80 0,-3 2-8 15,-8-2-136-15,0 2-76 0,-4 0-28 16,-8 1-56-16,0 2-64 31,-8 4-180-31,-8-3-172 0,-3 2 156 16,-2 1-8-16,-3-3 92 0,-4-4 4 0,5 0 100 0,-5 1 20 0,4-7-96 16,0 3-100-16,0-6-260 15,1 0-592-15,6-3-828 0,2-7-2033 16,6 0-3227-16,1-6 5608 0</inkml:trace>
  <inkml:trace contextRef="#ctx0" brushRef="#br0" timeOffset="25571.625">13447 3286 1784 0,'0'0'2488'15,"0"0"2764"-15,0 0-3071 0,0 0-301 16,0 0-412-16,0 0-96 0,0 0-288 0,0 0-316 16,0 0-312-16,0 0-124 0,0 0-172 15,-13 6-76-15,-2 11 28 0,-1 4 12 0,-4 5-40 0,-4 6 124 16,4 6 36-16,-4 0 100 0,4 7-52 0,-4 2-60 15,0 0-60-15,0 1-4 0,1 6 4 16,-1 4-4-16,0-2 16 0,0 9-27 31,4 0 3-31,0 5-4 0,4 3 16 0,4 1-52 0,0-2 0 16,0 4-116-16,4-2 8 0,4-5-12 0,0 2 8 16,4-5 0-16,0-3-8 0,12-6-48 15,8 1-12-15,4-1 12 0,3-7 36 16,6 2-72-16,-1-8 20 0,0-3-80 15,4-6-112-15,-5 0-145 0,1-7-107 16,0-2 32-16,0 0-136 0,-4-7-220 0,0-3-264 16,0-4-988-1,0-2-2348-15,-9-10-3641 0</inkml:trace>
  <inkml:trace contextRef="#ctx0" brushRef="#br0" timeOffset="27875.566">14276 4019 28 0,'0'0'9308'15,"0"0"-7499"-15,0 0-689 0,0 0-72 16,0 0 284-16,0 0-84 16,83 7-284-16,-55-4-228 0,0 0-156 0,0 0-172 15,4 0-64-15,-1-3-36 0,5 0-112 0,-4 0-84 0,0 0-40 16,3-6-60-16,-3-3-12 16,0-1-68-16,5 0-300 0,-5-5-348 0,-4 2-272 15,0-3-412-15,-9-3-1100 0,1 7-3109 16,-8-11-1755-16</inkml:trace>
  <inkml:trace contextRef="#ctx0" brushRef="#br0" timeOffset="28308.059">14809 3517 3100 0,'0'0'444'0,"0"0"2120"16,0 0-132-16,0 0-852 0,0 0-383 15,0 0-93-15,0 0-184 0,0 0-320 0,0 0-4 0,0 0-256 16,0 0-164-16,-48-5-48 16,36 16 96-16,-4 6 56 0,1 2 108 15,-2 6 40-15,2 1 8 0,2 5 48 0,-2 5 52 16,3-1-144-16,4 2-20 0,-4 5-128 16,4-1 76-16,4 0-60 0,0 3 20 15,4-2-60-15,0-5-48 0,0 5-48 16,0-7-52-16,4 1-72 0,-4 1 8 0,8-1-8 15,-4-2 0-15,0-2-4 16,4 6 0-16,0-3 4 0,0 0 0 0,-4-3 8 0,4-1 4 31,-1 1 72-31,-2 1-32 0,3-6-44 0,-4 2-8 0,0-3 8 0,-4-1-8 16,3-3-4-16,-3-3-8 0,0 0-52 16,0-3-8-16,0-4-36 15,-3 1 32-15,-1 0-20 0,0-4-4 0,-4-2-108 16,-1 0-144-1,2-4 80-15,-5 0 52 0,0-3-16 0,-4 0-132 16,-4-6-116-16,0-5-96 0,0-1-108 16,0-7-316-16,1 0-868 0,2-6-1293 0,6 6-3151 15,-6-13 2188-15</inkml:trace>
  <inkml:trace contextRef="#ctx0" brushRef="#br0" timeOffset="32880.86">15004 4613 1488 0,'0'0'272'16,"0"0"264"-16,0 0 4084 0,0 0-2724 0,0 0-564 16,0 0-275-16,0 0 127 0,0 0-60 0,0 0-200 15,0 0-64-15,0 0-168 0,-4 3-200 16,4-3-168-16,0 0 24 0,4 0-12 15,0-3-12-15,5-3-92 0,2 0-84 0,1-1-24 16,4-3-24-16,-4 4-40 16,4-4-48-16,-4 3 52 0,0 2-56 0,-4-2 4 15,0 5 36-15,-4-3-44 0,0 3-4 0,-1-2-4 16,-3 4-4-16,5 0-4 0,-5 0 0 16,0 0-60-16,0 0 60 0,0 0-64 0,0 0 0 15,0 0-20-15,0 0 32 0,0 4 52 16,0-2 12-16,4 5 0 31,-4 3 12-31,4 3 100 0,-4-1-100 0,4 5-4 0,-4-2 80 16,0 1-76-16,0 0-8 0,0 0-4 0,0-1-12 15,-4-2-36 1,0 4 48-16,4-2 0 0,-4 1-4 0,-1 0 4 16,5-4-4-16,-3 1 4 0,3 0 0 0,0 0 4 15,0 0-4-15,0-4 0 0,0 0 4 0,3-2 40 16,2-1-36-16,-5 0 0 0,8-2 40 15,-4-1-36-15,0 0 76 16,0-3-12-16,-1 3 8 0,1-3 40 0,-4 0 0 0,5 0-4 16,-1 0-20-16,-4 0-16 0,8 0 16 0,-4-3-52 15,-1 0-40-15,1 0-8 0,5-7-144 16,-5 1-52-16,4-1-72 16,-1-6-176-16,-3 3-100 0,1-6-252 0,-1 1-232 15,0-6-420 1,-4 3-948-16,0-8-2245 15,0 10-1727-15,0-16 5484 0</inkml:trace>
  <inkml:trace contextRef="#ctx0" brushRef="#br0" timeOffset="33123.843">15096 4302 1448 0,'0'0'1396'16,"0"0"3632"-16,0 0-3600 0,0 0-380 16,0 0-171-16,0 0-45 0,0 0 16 0,0 0-188 15,0 0-176-15,0 0-204 0,76-13-184 0,-57 10-96 0,2 1-88 16,-6-3-316 0,5-1-500-16,1 0-660 0,-6-1-1241 15,-2 4-3439-15,2-3 5776 0</inkml:trace>
  <inkml:trace contextRef="#ctx0" brushRef="#br0" timeOffset="33946.498">15395 4698 756 0,'0'0'1084'0,"0"0"2792"0,0 0-1344 0,0 0-1324 0,0 0-668 15,0 0 108-15,0 0 61 0,0 0-169 16,0 0-156-16,75-28-104 0,-58 22-152 16,-2-1-12-16,-2 1-52 15,2 0-64-15,1-1 8 0,-4 1-8 16,1 3 92-16,-2 0 8 0,-3 3-12 0,0 0-8 15,-4 0-4-15,0 0 24 16,4 3 40-16,-4 6 76 0,4 1-112 16,-5 2 24-16,2 1 72 0,-5 0-136 0,4 3 24 15,-4-4-28-15,4 5-56 16,-4-1-8-16,4-4 8 0,-4 1 92 0,4 3-92 16,0-3 136-16,-4 2-64 0,3-2 88 0,2 0-36 15,-1 2 36-15,-4-2-40 0,4 1 40 16,0 0-24-16,0-1-4 0,-4 0 16 0,0-1-40 15,4 1 12-15,-4-1 8 0,3 2-44 16,-3-1-16-16,4-4-68 16,-4 4 8-16,5 0 0 0,-1-1 36 0,-4 1-44 0,4 0 8 15,0-4 100-15,0 5-48 0,-1-2-52 0,-3 1 40 16,4-1 20-16,-4 1 28 16,4 3 12-16,-4-5-60 0,5 3 8 15,-5-4-52-15,0 2 4 0,0-2-4 0,4-1 68 31,-4 1-76-31,4-4 0 0,-4 0-4 0,0 1 4 0,0-4-8 16,0 0 8-16,0-3-8 0,0 0 4 16,4 0 4-16,-4 0 4 15,0 3 4-15,0-3 0 0,0 0 4 0,0 0 0 16,0 0 40-16,0 0-44 0,0 0-4 16,0 0 8-16,0 0-4 0,0 0-4 15,0 0 0-15,0 0 4 0,0 0 56 16,0 0-16-16,0 0-48 0,0 0 8 0,0 0 40 0,0 0-32 15,0 0 32-15,0 3 0 0,0-3-40 16,-4 0 4-16,4 0-8 0,0 0-4 16,0 0-64-16,0 0 4 0,0 0-28 15,0 0 36-15,0 0-20 0,0 0 20 16,0 0 44 0,0 0-40-16,-4 0 0 0,4 0-52 0,0 0 24 15,0 0-24-15,-4 0-48 0,4 0 36 16,-5-3 24-16,5 3-52 0,-8 0-48 15,8 0-16-15,-7-3-44 0,3 3-16 16,0 0-180-16,-5-3-124 0,2 0-152 16,-1 3-380-16,-4-7-580 0,0 4-2265 0,0 0-2403 15,-12-3 5684-15,131 34 608 0</inkml:trace>
  <inkml:trace contextRef="#ctx0" brushRef="#br0" timeOffset="37255.885">15507 4511 444 0,'0'0'536'16,"0"0"-344"-16,0 0 396 0,0 0 664 0,0 0-376 16,19-76-344-16,-15 67-388 15,0 2-52-15,-4 1 128 0,5 3 1500 0,-5 0-1604 16,0-1-116-16,4-3-300 0,-4 7-52 15,0-2-36-15,0-1 268 0,0 0 120 16,0 3 144-16,0 0 156 0,0-4 220 16,-4 2-36-16,4-2-200 0,-5 1 52 15,1-1 96-15,4 1 84 0,0 1-124 0,-4-3-96 16,4 3-284-16,0 2-12 0,0-3-140 0,0 3-56 0,-4 0 52 16,4 0 88-16,0-3 56 15,0 3 156-15,0-4 128 0,0 4 248 0,0-3 464 16,0-1 137-16,0 2-85 0,4-2-40 15,0-1-108-15,0-2-68 16,5-3-64-16,-2 5-84 0,5-6-60 0,-3 5 16 0,-2 0-84 31,1 4-212-31,0-3-72 0,0 3-64 16,0 2-92-16,-4 0-116 0,4-4-72 0,-4 4-112 16,-1 0-36-16,2 0-64 0,-1 4-132 15,0-2-560-15,0 5-408 0,-4-1-1320 16,0-3-4373-16</inkml:trace>
  <inkml:trace contextRef="#ctx0" brushRef="#br0" timeOffset="38127.265">16435 3542 5428 0,'0'0'5705'0,"0"0"-5061"0,0 0 228 0,0 0 568 16,0 0-380-1,60 77-468-15,-48-51-112 0,-5-1 72 0,10 7-68 16,-6 3-148-16,6-1 24 15,-6 8-128-15,1 2-108 0,0 4-88 0,-8 3-24 16,0 3-24-16,-4 0-28 0,-4-1 40 16,-12-2 0-16,0 0 4 0,-8-3-4 15,0-4-12-15,1 1-48 0,-5-5-16 0,4-4 64 16,-4-1-184-16,4 0-276 0,-4-6-264 16,0-1-192-16,5-5-92 0,-2-2-504 15,9-8-861-15,-3-3-2787 0</inkml:trace>
  <inkml:trace contextRef="#ctx0" brushRef="#br0" timeOffset="40467.539">20571 2841 3512 0,'0'0'1656'0,"0"0"1836"0,0 0-2496 0,0 0-12 31,0 0 353-15,80 4-261-16,-49-4-412 0,5 0-220 0,0 0-168 0,3 0-148 16,1 0-76-16,-3 0-44 0,-2-4 148 0,5 1-156 15,-4-3-140-15,-5 0 28 0,1-4-168 0,-4 4-356 16,-4-4-692-16,-7 4-629 0,2-11-2327 16</inkml:trace>
  <inkml:trace contextRef="#ctx0" brushRef="#br0" timeOffset="40878.691">21057 2381 796 0,'0'0'1984'0,"0"0"3196"0,0 0-3820 0,0 0-672 0,0 0 60 15,0 0 13-15,0 0-197 0,0 0-104 16,0 0-52-16,0 0-88 0,-80 22-52 15,72-12 0-15,0 3 36 0,-4 2-64 16,4 4 28-16,-3 0-4 0,2 0-88 0,1 7 12 16,-3-1-112-16,2 3 116 0,1 5-132 15,-3-2 128-15,7 1-60 16,0 3-116-16,-1 3 64 0,1 4 72 16,4-2-96-16,0 5 100 0,0-4-88 0,0 3-60 15,0 1 4-15,0-3-16 0,0-1-68 16,0-4 28-16,0-2-84 0,4 1 72 15,-4-4 8-15,5-4-60 0,-1-3 112 16,0 1 40-16,-1-4-40 0,1-3-12 0,-4 0 8 16,0-7-4-16,0 2-28 0,0-2 32 0,-7 1 0 15,-6-3-184-15,1 2 24 0,-4-2-440 16,1-1-196-16,-6-2-192 0,2-1-312 16,-1-6-553-16,8 3-995 0,-4-3-1756 0</inkml:trace>
  <inkml:trace contextRef="#ctx0" brushRef="#br0" timeOffset="43416.53">21268 3286 300 0,'0'0'1460'16,"0"0"-716"-16,0 0-744 0,0 0 144 0,0 0 64 16,0 0 68-16,0 0 2432 0,0 0-808 15,0 0-476-15,0 0-220 0,0-13 45 16,4 10-69-16,-4 0-44 0,4 3-136 0,-4-3-108 15,0 3-200-15,0-4-68 16,0 4 32-16,0 0-48 0,0 0-164 16,0 0-176-16,0 0-120 0,0 0-144 15,0 0-4-15,0 7 76 0,0 2 44 0,0 4 40 16,-4 0-112-16,0 2 8 0,-1-2-56 0,1 3-12 16,1-3-172-16,3-3 132 0,0 3-92 0,-4-1-128 15,4-3 124-15,0 1 12 0,0 0-48 16,0-4-148-16,0 3-176 0,0 1-224 15,-4-4-348-15,4 4-720 0,0-1-1116 16,-4 0-2377-16</inkml:trace>
  <inkml:trace contextRef="#ctx0" brushRef="#br0" timeOffset="45093.04">21228 3349 3088 0,'0'0'716'16,"0"0"-312"-16,0 0 796 0,0 0 2800 15,0 0-2592-15,0 0-275 0,0 0-61 16,0 0-116-16,0 0-92 0,0 0-96 0,0 0-232 16,0 0-168-16,48-22-32 0,-37 16-36 15,6-1-12-15,2-2-56 16,-2-1 4-16,-2 1-76 16,1-4 40-16,0 7-52 0,0-4-36 0,-4 4-64 0,0 0 52 15,0 2-52-15,-4 1-12 0,-3 0-36 0,-2 3-60 16,-3 0 12-16,0 0 32 0,0 0-80 15,0 0-92-15,0 3-120 0,-3 10 212 0,-2 0 96 16,-3 5 72-16,0 5-72 0,-3 2 0 0,-2 1-84 16,-2 0-68-16,-2-1 104 15,2 3-112-15,-2 1 36 0,2-1 48 16,-1 1 40-16,4-8 36 0,-1 5 160 0,6-10-36 16,3-4-124-16,4-1 0 15,0-5 112 1,0 0 148-16,8-2-52 0,-1 2-60 0,6-6-12 0,-5 0 28 0,8 0-44 15,-4 0-56-15,3-3 8 16,-2-4-64-16,2 1-8 0,-2-4-84 0,-2 3-100 16,2-5-224-16,2-1-336 0,-7-2-104 15,4-1-344-15,-4-3-324 0,-4-4-708 16,0 4-1653-16,-4-12-1959 0</inkml:trace>
  <inkml:trace contextRef="#ctx0" brushRef="#br0" timeOffset="45292.883">21420 2876 2048 0,'0'0'1564'15,"0"0"2948"-15,0 0-2868 0,0 0-804 16,0 0-311-16,0 0 39 15,0 0-172 1,0 0-356-16,0 0-40 0,86-38-400 0,-73 38-565 0,-1 0-1195 16,-1 3-2332-16</inkml:trace>
  <inkml:trace contextRef="#ctx0" brushRef="#br0" timeOffset="45524.509">21706 3314 4124 0,'0'0'496'16,"0"0"4816"-16,0 0-3775 0,0 0 11 0,-12 86-352 16,12-63-512-16,0-1-344 0,0 0-188 15,0 0 0-15,0-2-152 0,0 1-228 16,5-2-136-16,-5 0-296 0,0 1-572 15,0-8-588-15,0 7-2881 0</inkml:trace>
  <inkml:trace contextRef="#ctx0" brushRef="#br0" timeOffset="45825.31">21411 4201 10756 0,'0'0'1721'15,"0"0"-1005"-15,0 0 392 0,0 0 292 0,0 0-532 16,0 0-372-16,0 0-496 0,0 0 0 16,0 0-184-16,0 0-228 15,0 0-496-15,0 76-684 0,0-64-992 0,-4-3-2281 0,-4 7-1643 16</inkml:trace>
  <inkml:trace contextRef="#ctx0" brushRef="#br0" timeOffset="46009.899">21347 4588 7068 0,'0'0'1868'0,"0"0"-56"0,0 0 61 0,0 0-177 15,0 82-536-15,0-63-64 0,0 1-64 16,-4-1-424-16,4-5-436 0,0 3-172 0,0-4-324 16,0 3-84-16,0-3-100 0,4 2-64 15,-4-2-736-15,0 0-1360 0,0 2-2773 16</inkml:trace>
  <inkml:trace contextRef="#ctx0" brushRef="#br0" timeOffset="46367.073">20861 5464 12265 0,'0'0'1316'16,"0"0"-720"-16,0 0 792 16,100-3-220-16,-56-7-408 0,4-3-140 0,7 1-164 0,5-7-276 15,0-3-180-15,-4-4-220 0,3 1-300 16,-10-4-448 0,-2 3-336-16,-19 4-1216 15,4-6-2861 1</inkml:trace>
  <inkml:trace contextRef="#ctx0" brushRef="#br0" timeOffset="46650.426">21244 4966 10348 0,'0'0'1389'0,"0"0"-745"0,0 0 260 0,-36 66 508 16,28-34-480-16,0 2-176 0,0 4-20 0,1 7-164 15,2 0-128-15,1 6-124 16,4 0-60-16,-4 2-252 0,4 1 64 0,0 0 104 15,0-3-104-15,0 3 64 0,8-3-64 16,-3-4-64-16,2-3-4 0,1 1-4 0,0-6-96 16,0-5-16-16,0-2-24 15,0-3 12-15,-1-8-36 0,2 2 64 0,-5-7-64 16,0 0-112-16,0-3 24 0,-4-4-48 16,0-2-152-16,0-1-100 0,0-3-72 0,-8-3-208 0,-5 0-424 15,2 0-344-15,-9-7 51 0,0-5-327 16,8 2-244-16,-11-18-2096 15</inkml:trace>
  <inkml:trace contextRef="#ctx0" brushRef="#br0" timeOffset="47212.455">21547 5664 9520 0,'0'0'2037'0,"0"0"-741"0,0 0-136 0,0 0-12 16,0 0-516-16,0 0-204 0,0 0-64 16,0 0-104-16,0 0-120 0,0 0-56 0,83 39 68 15,-70-27-80 1,-10 4 80-16,1 0-28 0,0 5 12 15,-4-1-24-15,0 2 36 16,0-3-24-16,0-3-124 0,0 0 12 0,-4 0-12 16,0-7 0-16,4 1 0 0,0-8-8 15,0 3-140-15,0-5-128 0,0 0-320 16,0-5-356-16,0-1-216 0,0-2-432 0,0-3-1181 16,4-11-2535-16</inkml:trace>
  <inkml:trace contextRef="#ctx0" brushRef="#br0" timeOffset="47397.318">21725 5372 5196 0,'0'0'7685'0,"0"0"-6345"0,0 0-912 0,0 0 720 16,0 0-256-16,0 0-520 15,0 0-96-15,0 0-276 0,81-22-88 0,-61 19-472 0,-1 3-344 16,-6 0-1272-16,6 0-3277 0</inkml:trace>
  <inkml:trace contextRef="#ctx0" brushRef="#br0" timeOffset="48632.849">21977 5648 1592 0,'0'0'8856'16,"0"0"-7399"-1,0 0-521-15,0 0 400 0,0 0 140 0,0 0-420 16,0 0-160-16,8 69-80 0,-8-50-520 0,0 1-196 16,0-1 20-16,0 0-48 0,0-6-72 15,0 0-4-15,0-7-8 0,0-3-76 16,0-3 4-16,0 0 72 0,4 0-52 16,4 0 40-16,4-3 24 0,4-7 8 0,0-2-8 15,3-4-84-15,2 0-28 0,-1 0 0 16,-1-4 36-16,-2 6 16 0,-2 1-28 0,1 0 28 15,-4 3 52-15,-4 8-40 0,-3-2 48 16,-2 4 184-16,-3 0 76 0,4 6 36 0,-4 6 144 16,4 5-96-16,-4 4-64 0,4 6-20 15,-4-2-156-15,0 3-104 0,0-2-132 16,0-4-140-16,0-2-240 0,4-6-192 31,0-3-196-31,1-5-532 16,2 1-1096-16,-7-7-2117 0,4 0-2311 0</inkml:trace>
  <inkml:trace contextRef="#ctx0" brushRef="#br0" timeOffset="49332.316">20208 2410 196 0,'0'0'756'0,"0"0"2152"0,0 0 3204 16,-36 63-4499-16,28-34-677 0,5 6 84 0,-2 3 48 16,5 8-160-16,-4 9-52 0,4 6-132 15,-4 9-80-15,0 5-88 16,-7 14-88-16,-2 7-196 0,-6 8-40 0,-2 7-72 16,-3 10 84-16,0 10 76 0,-3 2-16 15,3 7-32-15,-4-1-44 16,4 4 4-16,0-3 184 0,5-3-368 0,6-5-48 15,5-4 0-15,8-7-96 0,4-1-4 0,16-6-144 16,8-6-204-16,12-9-236 16,3-10-432-16,13-7-580 0,8-9-452 0,0-9 64 31,4-7 456-31,-17-16-633 0,29 10-2123 0</inkml:trace>
  <inkml:trace contextRef="#ctx0" brushRef="#br0" timeOffset="49933.818">22833 2911 1852 0,'0'0'1200'0,"0"0"5460"0,0 0-4443 15,0 0-185-15,88 66-264 0,-68-33-228 16,4 5-216-16,0 6-328 0,0 4-200 0,0 3-188 15,0 3-108-15,-5 3-147 0,5 6-173 16,0 1-128-16,1 9 8 0,-6 2 24 16,5 8-76-1,-8 3 4-15,0 10 60 0,0 2-60 0,-8 4-12 16,-4-2-72-16,0 0-12 16,-4-2-76-16,-4-6-169 0,-8-3-107 15,-4-7 48-15,-3-6 56 0,-2-2 40 0,-3-4-12 16,-4-4 72-16,4 1 84 0,-8-7 144 15,5 1 0-15,-1-7-156 0,4-7-260 16,-4 1-48-16,8-4 52 0,-3-5 116 0,10-8-256 16,2-5-948-16,2-11-380 0,9-5-492 15,5-10-897-15,-1 0-1023 0,15-16 1152 0</inkml:trace>
  <inkml:trace contextRef="#ctx0" brushRef="#br0" timeOffset="50170.271">23794 4242 15925 0,'0'0'1984'31,"0"0"-1020"-31,0 0-536 0,96-29-48 0,-57 23-380 16,-3 0-48-16,0-1-172 0,-1 4-368 15,-2 0-328-15,-6 3-452 16,-7 0-1116-16,-3 6-4457 0</inkml:trace>
  <inkml:trace contextRef="#ctx0" brushRef="#br0" timeOffset="50302.656">23591 4486 10965 0,'0'0'4976'0,"0"0"-4508"0,0 0-404 0,0 0 148 0,0 0 248 15,0 0 184-15,103 31 344 16,-59-31-508-16,7 0-480 0,1 0-392 0,4-3-484 0,-7-2-680 16,-10 1-2240-16,5-3-3849 15</inkml:trace>
  <inkml:trace contextRef="#ctx0" brushRef="#br0" timeOffset="50872.279">24503 3877 3180 0,'0'0'508'15,"0"0"5980"-15,0 0-4595 0,0 0-489 16,0 0-364-16,0 0 372 16,0 0-144-16,79 21 4 0,-38-17-188 0,10-1-216 15,5-3-124-15,8-3-236 0,-1-7-179 16,1-3-189-16,0-2-140 0,-4-4-124 16,-1 0-129-16,-6-4-403 0,-6 2-468 15,-3-2-596-15,-16 4-2892 0,0-16-4577 0</inkml:trace>
  <inkml:trace contextRef="#ctx0" brushRef="#br0" timeOffset="51220.458">25144 3248 1264 0,'0'0'1356'16,"0"0"4236"-16,0 0-2735 0,0 0-1405 15,0 0-688-15,0 0 52 0,0 0 260 0,0 0-148 16,-43 75 12-16,22-39-268 0,2 5-288 0,-5 7-4 31,0 6 200-31,0 7-40 0,4 2-272 16,-4 6-60-16,0 4-48 0,5 7-160 15,-5 0 60-15,7-1 52 0,6 0 96 0,3-3-28 16,3 0-80-16,5-5-100 0,5 2-12 16,3-7-48-16,3 0-52 0,2-5 28 0,6-1 36 15,-2-6-64-15,-2-3 28 0,1-3 24 16,-4-4-4-16,1-3-56 0,-6-3 44 15,-3-2-8-15,-4-5-28 0,0 1-32 0,-11-7-164 16,-6 1-12-16,-3-8 112 0,1-1 136 16,-9-4-4-16,-4-5-120 0,0-4-136 15,0-4 20-15,-4-4-20 0,0-8-4 16,4-7-100-16,0-10-308 0,5-5-956 0,7 5-888 0,-4-25-2745 16</inkml:trace>
  <inkml:trace contextRef="#ctx0" brushRef="#br0" timeOffset="51853.24">26093 3582 4440 0,'0'0'0'16,"0"0"2160"-16,0 0 2705 15,0 0-3033-15,0 0-400 0,0 0 196 16,0 0-408-16,0 0-308 0,0 0-36 0,0 0-264 0,0 0-344 0,7 14-132 16,-7 9 228-16,0 6 160 0,-4 9 12 0,-3 6-219 15,-1 8-77-15,0 1-68 0,-4 7-28 16,0 4-12-16,-4 3-8 15,0-1-4-15,4 1 48 0,0-7-24 0,4-6-80 16,8-3 12 0,0-7-76-16,0-5-124 15,4-1-32-15,8-4 36 0,4-4-148 0,4-3-168 0,4-4-157 16,0 0-99-16,4-8-164 0,4 1-308 16,-1-3-752-16,-10-7-1864 0,11-3-2389 15</inkml:trace>
  <inkml:trace contextRef="#ctx0" brushRef="#br0" timeOffset="54443.369">27053 2813 2460 0,'0'0'576'0,"0"0"568"16,0 0 4092-16,0 0-3211 0,0 0-1125 0,0 0-260 15,0 0-92-15,0 0-40 0,0-3-40 16,0 12-228 0,-4 4 28-16,-4 6 132 0,4 6 216 0,-4 7 152 15,0 6-72-15,-4 7-140 0,1 5-12 16,-6 7 12-16,-3 14-44 0,1 5-72 15,-6 9 196-15,1 8-256 0,0 1-200 0,1 8 64 16,-1 0-100-16,4 3-80 16,8-3-56-16,1-7 52 0,6-4 1 0,5-4 47 0,0-11-108 15,8 0 0-15,4-6-8 16,4-1 4-16,-4-2-68 0,3 0-25 0,-2-4-123 16,2-3 16-16,-2-2-28 0,2-1 24 15,-6-4-12-15,6-2-12 0,-3-6 12 16,4-1 0-1,0-5-48-15,4-1-52 0,4-6-12 0,0-7-12 16,8 0-248-16,0-9-148 16,4-3 28-16,-1-7-908 0,-7-3-2368 0,12-3-2629 15</inkml:trace>
  <inkml:trace contextRef="#ctx0" brushRef="#br0" timeOffset="55177.67">27726 2489 3056 0,'0'0'12'0,"0"0"1828"0,0 0 1136 0,0 0-1588 15,0 0-648-15,0 0 665 0,0 0-277 16,0 0-232 0,-47 86 68-16,30-51-80 0,-2 6-80 15,-1 3-188-15,-4 5-44 0,3-2-12 0,6-6-340 16,-1 0-112-16,4-10-104 0,8-5 56 16,0-4 12-16,4-3 12 15,0-6-84-15,0-3-8 0,0-4-4 16,0 1-52-16,4-4-48 15,0-3 28-15,4 3 8 0,0-3 72 0,8 0 0 0,0-10-108 0,7-2-84 16,2-4-116-16,-1-3-172 0,4-4-4 0,-4-2-64 16,4-4 24-16,-5-5 72 0,1-1 28 15,-4 0 136-15,0-1 0 0,-4 1 112 16,-4 1 180-16,-9 5 132 0,2 4 136 16,-5 5 60-16,0 5 52 0,0 3-76 15,-5 6-128-15,-6-1-176 0,-1 0-340 0,-4 7-104 0,-4 0-100 16,0 3 72-16,-4 3-140 31,0 5-360-31,1 1-433 0,3-2-1143 0,-12 9-1368 16</inkml:trace>
  <inkml:trace contextRef="#ctx0" brushRef="#br0" timeOffset="55586.328">27563 3410 248 0,'0'0'1068'16,"0"0"108"-16,0 0 3384 0,0 0-1412 15,0 0-999-15,0 0-733 0,0 0-440 16,0 0-68-16,0 0 0 15,0 0-272-15,28 35-340 0,-20-26-216 16,-4 1-80-16,-1 2-124 0,-3 1-52 16,5 0-120-16,-5 2-356 0,0 2-556 15,0-2-416-15,-5 1-872 0,-2-4-1645 0,-5 5-255 0</inkml:trace>
  <inkml:trace contextRef="#ctx0" brushRef="#br0" timeOffset="55769.544">27551 3775 4152 0,'0'0'2472'0,"0"0"152"0,0 0-379 0,0 0-297 16,0 0-212-16,0 0-280 0,0 0-272 15,24 67-136-15,-21-58-408 0,-3 4-508 16,5-4-132-16,-1 4-60 0,-4-1-112 16,0-1 60-16,4 1-108 0,-4-3-332 15,4 3-204-15,-4-1-248 0,0 1-152 0,0 1-616 16,0-3-2257-16,-4-2-3667 0</inkml:trace>
  <inkml:trace contextRef="#ctx0" brushRef="#br0" timeOffset="56305.758">27539 4149 10136 0,'0'0'2317'0,"0"0"-941"0,0 0-184 15,0 0 356-15,0 0-332 0,0 0 8 0,0 0-304 0,0 0-432 16,0 0-112-16,0 0-168 16,0 0 0-16,16 52-24 0,-16-34-64 0,0 1-60 15,4 3-52-15,-4 2-8 0,4-3 0 16,0 5-108-16,0-4 96 0,3 0-148 15,-7-3-132-15,5-3-268 0,-1 3-184 16,-4-3-216-16,0-4-252 0,0 4-624 0,0-5-2128 16,0 1-2809-16</inkml:trace>
  <inkml:trace contextRef="#ctx0" brushRef="#br0" timeOffset="56891.566">27611 4845 4620 0,'0'0'8649'15,"0"0"-6849"-15,0 0-1444 0,0 0-268 0,0 0 36 0,0 0 276 0,0 0 232 16,0 0 64-16,0 0-424 0,0 0-260 16,0 0-12-16,44 58-136 0,-40-47-360 15,-1 3-368-15,1-2-748 0,-4 1-1144 31,0 0-3093-31</inkml:trace>
  <inkml:trace contextRef="#ctx0" brushRef="#br0" timeOffset="57046.987">27722 5073 8112 0,'0'0'3873'16,"0"0"-3449"-16,0 0-412 0,0 0 500 0,0 0 176 15,0 0 100-15,0 0-372 0,0 0-388 0,8 77-28 16,-3-66-268-16,-1 3-236 0,-4 2-440 15,3 0-568-15,1-3-629 0,-4 5-2879 0</inkml:trace>
  <inkml:trace contextRef="#ctx0" brushRef="#br0" timeOffset="58334.342">27479 4219 600 0,'0'0'1696'15,"0"0"-1020"-15,0 0-440 16,0 0 4744-16,0 0-2932 0,0 0-503 0,0 0-405 15,0 0-212-15,0 0-128 0,0 0-92 16,0 0-220-16,-4 0-200 0,4 0-80 0,0 0-72 0,-4 0 52 16,4 0 60-16,0 0 100 15,0 0 136-15,0 0-64 0,-4 0-112 0,4 0-96 16,-3 0-88-16,3 0-120 0,-4 0 36 16,-1 0-40-16,1 0 0 0,0-3 0 15,0 3-4-15,4 0-4 0,-4 0 8 0,4 0 12 16,0 0 72-16,0 0 140 15,4 0-40-15,-4 0-64 0,4 0 28 0,0-3-12 0,5-3-12 16,-2 0-124-16,5-4-108 0,4 1-28 16,-4-5 128-16,4 2-76 0,0-2-40 15,0 6-36-15,0-2 12 0,-4 0-60 16,0 1-36-16,-4 2-4 0,0 1 64 0,0 3 60 16,0 0-24-16,-8 3-52 15,4-2 100 1,-4 2 40-16,0 0-4 0,0 0-84 0,0 0-112 15,0 0 36-15,-4 0 24 0,4 0 12 0,0 0 52 16,-4 0 24-16,4 2-32 16,0-2-92-16,0 3 184 0,0 3 52 15,0 4 252-15,0-1 164 0,0 1-156 16,0 3 40-16,0 3 0 0,0-1-64 16,0 5 24-16,0 2 24 0,0 3-36 0,0 4-28 0,-8-1-84 15,4 1-24-15,-4 6-28 0,0-3 16 16,0-1 184-16,-1-2-140 0,2-4-144 15,3-6-8-15,0 0-64 0,0-6-28 0,4-3 16 16,0-2-4 0,0-3-32-16,0 1-176 0,0-6-184 15,0 0-140-15,0 0-200 16,0 0-400-16,0 0-804 0,0 0-1829 0,0-11-2123 0</inkml:trace>
  <inkml:trace contextRef="#ctx0" brushRef="#br0" timeOffset="58521.894">27439 4473 548 0,'0'0'4564'0,"0"0"-2288"0,0 0-604 15,0 0-272-15,0 0 117 0,0 0-45 0,0 0-52 16,0 0-212-16,0 0-368 0,92 13-316 16,-72-13-252-16,4 0-200 0,0 0-72 15,0 0-208-15,4 0-576 0,0 0-496 0,0-2-556 16,-5-3-1997-16,9-4-3375 0</inkml:trace>
  <inkml:trace contextRef="#ctx0" brushRef="#br0" timeOffset="59267.113">28396 2663 1604 0,'0'0'184'16,"0"0"572"-16,0 0 6496 15,0 0-5099-15,0 0-645 16,39 81-216-16,-22-50-68 0,-6 4-284 16,6 9-256-16,-2 0 156 0,-2 7 96 0,2 7-336 15,1-1-160-15,-4 2-24 16,4 9 20-16,-4-5-72 0,0 6-71 16,-4 2 59-16,-4-1-108 0,4-4-112 0,-4 7-24 15,-4-3-96-15,4 3 36 0,-4 4-40 16,0-5-8-16,0 1 8 0,0 1-8 15,-8-4 0-15,0-4 0 0,-1 1-68 16,2-3-64-16,-5-2 0 0,-4 2 44 0,0-1 16 16,0-2 24-16,4-1-96 0,-4-2-16 0,0 1-117 15,0-1-39-15,1-1 60 0,-2 1-36 16,2-1-88-16,-2-3-108 0,6-7 96 16,-6-3 72-16,2-5 52 0,-1-4-40 0,0-7-64 0,4-3-144 15,0-2-332-15,0-5-468 0,0 1-404 16,4-6-424-16,4-3-617 0,0-3-1639 15</inkml:trace>
  <inkml:trace contextRef="#ctx0" brushRef="#br0" timeOffset="63027.262">28531 4235 792 0,'0'0'1500'16,"0"0"-1500"-16,0 0 4544 0,0 0-4336 15,0 0-128-15,0 0-68 0,0 0 468 0,0 0 208 16,0 0 0-16,-83 3 104 0,70 1-96 16,6-4-27-16,-1 3 27 15,0-3 8-15,8 0-104 0,-5 0-116 0,5 0-76 16,0 0-40-16,-4 0-76 15,4 0-28-15,0 0 76 0,-3 0-100 0,-1 0 0 0,0 0-40 16,4 0 52-16,-4-3 36 16,4 3-76-16,0 0-24 15,0 0-24-15,0 0-28 0,0 0 0 0,0 0 36 0,0 0 40 16,0 0 24-16,0 0 24 0,0 0 0 16,-4 0-76-16,4 0-76 0,-5 0-32 15,5 0-68-15,0 0 0 0,0 0 64 16,0 0 16-16,0 0 12 0,0 0-40 0,0 0 12 15,9 0-72-15,-1-4-48 0,8 4 48 16,3 0 528-16,13-3-296 0,0 3-140 16,9-3-92-16,2 0-12 15,0 0-48-15,-2 0 12 16,-2-1-76-16,1 1-20 0,1 0 20 0,-6 0 64 16,-3 0-112-16,0-1-148 0,-4 2-76 0,-9-3-120 15,2 3-168-15,-5-4-260 0,-8 6-544 16,-5-6-644-16,1 6-1097 0,-4-7-2187 0</inkml:trace>
  <inkml:trace contextRef="#ctx0" brushRef="#br0" timeOffset="63398.754">28471 3912 5276 0,'0'0'5528'16,"0"0"-4011"-16,0 0-969 0,0 0-316 0,0 0-68 0,-79 66-76 15,59-48 168-15,-5 2-40 16,2-1-76-16,3-3-140 0,0 3 0 0,0 0 0 15,0 1-52-15,-4-1 48 0,5-5-60 0,2 6 64 16,2-7-88-16,6 0 12 0,2 0 4 16,7-4 72-16,0-3 432 0,3 4-368 15,14-1 88-15,-2 4-100 0,5-1 100 16,1 1-40-16,7 0 140 0,-5-1 16 0,5 1-80 16,-4-3-100-16,4 3-44 15,4-5-44-15,0 3-112 0,3-3-520 16,5 2-164-16,4 1 236 0,4-5-900 15,-12 0-1769-15,15-6-4243 16</inkml:trace>
  <inkml:trace contextRef="#ctx0" brushRef="#br0" timeOffset="63759.516">29368 4207 3452 0,'0'0'9041'0,"0"0"-7673"0,0 0-888 31,0 0-304-31,0 0-176 16,0 0-12-16,103-41-152 0,-75 28-596 15,0 0-312-15,-3 1-176 0,-2 1 151 0,-3 3 373 0,-5 4 344 16,-6 1 380-16,-1 3 712 0,-8 0 156 0,0 0 149 0,0 7-41 0,0 1 92 0,-4 5-116 15,0 3-256-15,-5 6-256 16,2 1-204-16,-1 5-108 0,0 4-40 0,0 6-72 0,0-3 144 16,0 2-80-16,0 3-76 15,5-9-4-15,-2 1 12 0,1-7 88 32,4-5-24-32,-4-1-72 0,4-7 0 0,0-5 52 15,0-1-56-15,0-3 0 0,0-3-324 0,0-3-620 16,0-8-432-16,0 3-908 0,0-12-3021 15</inkml:trace>
  <inkml:trace contextRef="#ctx0" brushRef="#br0" timeOffset="63928.861">29722 3777 3860 0,'0'0'9737'16,"0"0"-8673"-16,0 0-976 15,0 0-88-15,88-2-108 0,-60 2-120 0,-9 2-1336 16,14 5-3633-16</inkml:trace>
  <inkml:trace contextRef="#ctx0" brushRef="#br0" timeOffset="64646.27">27555 5588 7200 0,'0'0'1132'15,"0"0"-484"-15,0 0 1857 0,0 0-1349 16,0 0-416-16,0 0 212 0,0 0 284 16,0 0-428-16,28 69-272 15,-24-59-124-15,0 0-116 0,4-1-84 0,-1-3 36 0,2 0-4 16,7-1-8-16,0-3-112 0,-1-2 24 16,6 0 12-16,3 0 48 15,-1-9 36-15,5-3-156 0,0-5-88 0,4-2-64 16,-4-3-216-16,0-1-116 0,0-2-72 15,-8 0 36-15,3 0 160 0,-7 0 160 16,-4-1-12-16,1-3 120 16,-6 4 0-16,-3-4 4 0,-4 7 36 0,0 3 52 0,0 2 36 31,-4 9 148-31,-7 1 88 0,-2 3-76 0,-2 1-136 0,-6 3-88 16,-6 0-24-16,2 3-36 0,-6 4-196 15,3 0-248-15,0 2-212 0,1 1-92 16,-1 1-408-16,3 0-992 15,9-2-2345-15,-7 7-1991 0</inkml:trace>
  <inkml:trace contextRef="#ctx0" brushRef="#br0" timeOffset="65899.379">29997 3610 860 0,'0'0'156'16,"0"0"6044"-16,0 0-2948 0,0 0-1043 16,0 0-705-16,0 0-16 0,0 0-296 15,0 0-12-15,0 0-204 0,0 0-252 0,28-7-124 16,-12 11 8-16,0 5-72 0,8 1-135 0,4 5-133 0,0 8-88 15,-1-1 4-15,1 9-16 0,-4 4 0 16,-3 4-32-16,-2 5-128 16,-3 7-8-16,-4 3-72 0,-3 0 64 15,-6 6-56-15,-3-2-92 0,-3-2-12 0,-10-1-4 32,-2 1-104-32,-6-1-53 0,-3-1-51 0,0-4-8 15,-3-2 0-15,-1-3-40 0,0-8-136 0,0-2-24 16,4-3-128-16,-4-3-496 0,9-7-508 15,-5 1-384-15,3-8-461 0,10-3-1443 16,-6 1-1212-16</inkml:trace>
  <inkml:trace contextRef="#ctx0" brushRef="#br0" timeOffset="66129.206">30332 4566 17181 0,'0'0'2028'0,"0"0"-1880"0,0 0-148 0,0 0-208 16,0 0 36-16,0 0 24 0,0 0-296 16,0 0-572-16,0 0-1580 15,0 0-4681-15</inkml:trace>
  <inkml:trace contextRef="#ctx0" brushRef="#br0" timeOffset="83222.608">5020 6459 468 0,'0'0'10064'16,"0"0"-8647"-16,0 0-969 0,0 0 12 16,-52-68 140-16,36 58 568 0,4 1 80 15,0 3-344-15,0 3-320 0,4-1-212 16,-4 4-100-16,5 0 112 0,-6 4-16 15,1 5-172-15,-4 7-48 0,1 3-36 16,-6 9 12-16,2 4 96 16,-1 10-60-16,-1 2-28 0,2 3-32 0,7-2-28 15,0 2 28-15,8-8-28 0,0-7-24 16,4-7-48-16,0-6-48 0,4-7-12 16,4-5-16-16,3-4-68 0,2-3 20 15,6-3 76-15,5-10-76 0,1-6-132 16,3-6-176-16,0-3-172 0,-4-8-124 15,4 1 156-15,-5 0-40 0,1-3 144 0,-4 4 80 0,-1 5 176 16,-6 0-4-16,-1 4 216 16,-9 9 260-16,1 4-20 0,-4 5 24 15,0 4 0-15,0 3-60 0,0 3-104 16,0 6 160-16,0 7 28 0,5 6 96 0,-1 8-96 16,-4 4 44-16,8 7 52 0,-4 4-64 0,-1 5-112 15,1 1 64 1,0 3-16-16,-4 1-96 0,5-1 72 15,-5-1-12-15,0 1-36 0,0-3 12 0,-9 0 84 0,2-3-72 16,-1-1-12-16,-5-5 8 0,6-2-44 0,-9-4-28 16,4-5-44-16,-4-2-40 15,0-7-48-15,4-3 12 0,-4-3 36 0,4-7 49 16,-4 1-85-16,0-7 84 16,0-3-96-16,-3 0-36 0,-2-3-48 15,-3-9-1-15,0-4-39 0,1-3-80 16,-1-4-40-16,0-2 72 0,3-3-8 0,2 2 44 15,7-3-56-15,4 4 20 0,4 6 36 16,4-4 4-16,4 4-16 16,8-3-48-16,4 0 48 0,4-3 4 0,-1-3-28 0,9-1-88 15,0-3-244-15,4 0-224 0,-4-3-740 16,-7 10-1416-16,10-14-2405 0</inkml:trace>
  <inkml:trace contextRef="#ctx0" brushRef="#br0" timeOffset="83535.191">5530 6753 7352 0,'0'0'5469'0,"0"0"-4689"0,0 0-324 0,0 0 596 15,0 0 396-15,0 0-156 0,0 0-540 16,0 0-368-16,0 0-288 15,40 66 4-15,-40-59 84 0,-4 2-24 0,-5 1-160 0,1-1-12 0,-7 1-52 16,2-4-144-16,-2 4-172 0,-1-4-40 16,0-3 24-16,4-3 136 15,0 0 0-15,0-3 88 0,4-3-28 0,0-4-12 16,0 1 140-16,5 0 64 0,-1-1-188 16,-1-3-92-16,5 3-116 0,0-2-240 0,5-1 4 15,-1 1-172 1,3-1-324-16,1-3-456 0,4 4-705 15,0-1-1907-15,-4 2-240 0,8-1 4241 16</inkml:trace>
  <inkml:trace contextRef="#ctx0" brushRef="#br0" timeOffset="83771.088">6068 6696 640 0,'0'0'11541'0,"0"0"-9409"0,0 0-496 0,0 0-344 0,0 0-28 15,0 0-148-15,95 9-308 0,-63-15-332 16,7-7-208-16,2-3-212 0,2-6-56 16,2-4-172-16,-2 1-96 0,-3-3-280 31,-5-5-320-31,2 6-452 0,-9-5-1000 0,-5 3-3005 15,-6 3-3187-15,-2-2 7388 0</inkml:trace>
  <inkml:trace contextRef="#ctx0" brushRef="#br0" timeOffset="84107.917">6402 6213 3088 0,'0'0'428'0,"0"0"2256"0,0 0 1584 0,0 0-2803 15,0 0-285-15,-28 85 104 0,25-59 28 0,3 3-160 16,0 6-232-16,0 3-228 15,0 3-88-15,0 9 36 0,0 2-116 16,0 1-220-16,0 2-60 0,0 2-108 0,0 0-16 16,3-3-68-16,5 4-4 0,5-2 36 15,-2-2-12-15,1-3 16 0,4 2-40 16,0-1 12-16,0-4-56 0,-1-4 0 16,-6-2-4-16,7-4-8 0,-4-4-40 15,0-2 44-15,-5-3-4 16,2-4 8-16,-5-4-100 0,0-4 100 15,-4-5-12-15,0 1 4 16,0-3-4-16,-4-3 8 0,-5-1-8 0,-2-3 12 0,-1-3 124 16,-8 0-16-16,0 0-12 15,-8-3-12-15,-4-8-84 0,-8-3-352 16,1-5-184-16,-1-4-132 0,0-3-116 0,0 1-64 16,8 0-352-16,4-4-832 0,12 10-1880 0,4-9-3065 15</inkml:trace>
  <inkml:trace contextRef="#ctx0" brushRef="#br0" timeOffset="87773.934">7506 6747 3180 0,'0'0'688'0,"0"0"4684"0,0 0-4196 0,0 0-467 16,0 0 127-16,0 0 48 0,0 0 32 0,0 0 88 15,0 0-136-15,0 0-176 0,0 0-268 16,-32-4-36-16,48 4 120 16,4 0 136-16,-1 0 72 0,5-2-264 0,1-3-108 15,-1 5-112-15,0 0-84 0,-1 0-136 16,-3 0-12-16,4 5-12 0,-4-5-124 16,0 2 16-16,0 2-64 0,-4-1-220 0,0 0-224 15,-4 3-200-15,-5-2-516 16,-2 2-900-16,-1 0-1805 0,-4 1-1907 0,-4-1 1669 15</inkml:trace>
  <inkml:trace contextRef="#ctx0" brushRef="#br0" timeOffset="87945.937">7478 7004 5652 0,'0'0'7469'15,"0"0"-6553"-15,0 0-916 0,0 0-140 16,0 0 140-1,0 0 240-15,0 0 344 0,0 0 108 0,0 0-124 16,100 6-380-16,-57-16-188 0,5-2-276 16,-4-1-932-16,-8 4-1008 0,12-7-4109 15</inkml:trace>
  <inkml:trace contextRef="#ctx0" brushRef="#br0" timeOffset="92747.305">11833 3451 1564 0,'0'0'928'0,"0"0"-928"0,0 0 0 16,0 0 3180-16,0 0-892 0,0 0-888 0,0 0-456 0,0 0 49 15,0 0-81-15,0 0-108 16,-8-22 12-16,8 22-92 15,0 0-232-15,0 0-100 16,0 0-52-16,0 0-28 0,0 0-20 16,0 0-16-16,0 6-140 0,0 4-128 15,-4 2 116-15,4 13-24 0,-4 5 88 0,0 7 60 16,0 5 100-16,0 8 156 16,-4 7-196-16,0 10-12 0,1 3-124 15,-6 4-84-15,-2 5-76 0,-2 0-8 0,-3-4 0 0,4-1 52 16,-4-6-56-16,5-10-4 0,-2-4 4 15,2-5 40-15,6-8-36 0,-2-6-4 0,3-7-60 16,4-5-76-16,0-7-12 0,4-7-184 16,-5-3 12-16,5-6 48 15,0 0-72-15,5-2-240 0,-1-8-408 0,4-9-328 16,3-6-292-16,6-11-336 0,-6-5-481 0,6-6-1503 0,-6-5 840 31,2-5 1648-31</inkml:trace>
  <inkml:trace contextRef="#ctx0" brushRef="#br0" timeOffset="93007.77">11785 3695 3240 0,'0'0'8'16,"0"0"448"-16,0 0 4220 15,0 0-3484-15,0 0 189 0,0 0-289 16,0 0 72-16,0 0-296 0,0 0-248 0,0 0-16 16,0 0 124-16,36 70-60 0,-20-28-60 15,0 2-12-15,-1 0-176 0,2 3-96 16,3-1-32-16,-5 1-132 0,2-3-72 15,-6 5-88-15,-3-9 0 16,0 5-12-16,-3-4-64 0,-1-3-8 0,-4-2-28 0,0-5 0 0,0-6 28 16,0-2 24-16,0-7-28 0,0-7-60 15,0-3-36 1,0 1-128-16,0-7-8 0,0 3-116 0,-4-3-148 16,-1 0-236-16,-3 0-492 0,-3 0-892 15,-2-3-1861-15,-2-4-735 0,7 4 2272 0</inkml:trace>
  <inkml:trace contextRef="#ctx0" brushRef="#br0" timeOffset="93154.778">11705 4264 3952 0,'0'0'1408'15,"0"0"3408"-15,0 0-3607 0,0 0-541 0,0 0 100 16,0 0-12-16,0 0-60 0,0 0-140 16,0 0 164-16,0 0-168 15,0 0-272-15,45-26-280 0,-30 23-24 0,2 0-144 0,-2 0-284 16,1 0-404-16,0 0-500 0,0-4-704 15,0 4-2217-15,-4 0-1507 0,-4 0 4728 16</inkml:trace>
  <inkml:trace contextRef="#ctx0" brushRef="#br0" timeOffset="93341.178">12124 4277 8244 0,'0'0'1168'0,"0"0"-108"0,0 0 85 0,0 0 187 0,0 0-464 15,83 28-284-15,-63-24-156 0,-3-4-60 16,6 0-168-16,1-7-200 0,-4-3-88 0,4 2-644 16,0-6-512-1,-4 1-496-15,-5 1-1529 0,-2 2-4327 16,-6-6 7348-16</inkml:trace>
  <inkml:trace contextRef="#ctx0" brushRef="#br0" timeOffset="93624.605">12255 4013 80 0,'0'0'9444'16,"0"0"-8308"-16,0 0-647 0,0 0 55 15,-39 66 224-15,35-36 176 0,4-2 20 16,0 6-192-16,0 5-116 0,4 2-332 0,0 3-120 16,3 3 36-16,-3 2-152 0,4 2-4 15,1-4-20-15,-2-2-52 16,1-4 76-16,0 0-76 0,0-6 64 0,0-2-76 15,4-6-8-15,-4-2 8 0,-4-2-52 16,4-1 52-16,-4-6-4 16,0-6 4-16,-4-1 0 0,0-5 8 0,0-1-8 15,0-3-12-15,0 0-112 0,-8-3 24 16,-4-7-236-16,0-6-72 16,-4-6-296-16,-4-8-228 0,5-7-188 0,-2-4-852 0,2-10-937 15,-2-3-1831-15,6 12 1572 0,-2-18 2792 0</inkml:trace>
  <inkml:trace contextRef="#ctx0" brushRef="#br0" timeOffset="93800.772">12614 3823 4136 0,'0'0'8669'0,"0"0"-7165"0,0 0-192 0,0 0-520 16,0 0-468-16,0 0-324 0,0 0-52 0,0 0-516 15,0 0-864-15,68 72-900 16,-68-62-3489-16,-4 9 409 0</inkml:trace>
  <inkml:trace contextRef="#ctx0" brushRef="#br0" timeOffset="93924.826">12594 4095 7340 0,'0'0'5601'15,"0"0"-4049"-15,0 0-1096 0,0 0 60 16,0 0 392-16,0 0 12 0,0 0-396 15,80 45-356-15,-57-43-168 0,-3 2-460 0,1-1-796 16,-10-3-1068-16,6 10-5049 0</inkml:trace>
  <inkml:trace contextRef="#ctx0" brushRef="#br0" timeOffset="95349.755">12634 3851 5580 0,'0'0'2832'0,"0"0"-452"0,0 0-1463 0,0 0-445 15,0 0 208-15,0 0 200 0,0 0-108 16,0 0-240-16,0 0-192 0,0 0-24 0,24 0 72 16,-13 0-32-16,6 3-108 0,-6 0 12 15,9-3 16-15,-4 3-16 0,8-3 0 16,-4 0-60-16,1 0-64 0,2-6-28 0,-3 3 28 15,4-3-72-15,-5-1-64 0,2 1 0 16,-5 0-124-16,-1 3 0 0,-3-1-100 16,-3 1-220-16,-5 3-292 0,-4 0-268 15,0 0-384-15,0 0-444 0,-13 10-589 0,1-1-871 16,-8 4-1696-16,9-4 4012 0,-17 11 137 16</inkml:trace>
  <inkml:trace contextRef="#ctx0" brushRef="#br0" timeOffset="95576.244">12706 4023 1240 0,'0'0'964'0,"0"0"-480"0,0 0 4528 15,0 0-3600-15,0 0-284 0,0 0-239 16,0 0 51-16,0 0-84 0,0 0-156 0,0 0-140 16,0 0-180-16,0 0 48 0,-13 28 64 15,21-28-64-15,1 3-140 0,-2-3-160 16,5 0-84-16,-3 3-36 0,-2 0 40 15,5-3-44-15,-3 4-8 16,2-1-48-16,5 0-24 0,0 0 28 0,0 3-172 16,4-1-4-16,0 0-52 0,3 1-1064 0,-2-3-1148 15,-9 4-2525-15,3-3-1678 0</inkml:trace>
  <inkml:trace contextRef="#ctx0" brushRef="#br0" timeOffset="96630.931">8984 6464 7036 0,'0'0'4141'16,"0"0"-2869"-16,0 0-428 0,0 0-376 16,0 0 396-16,0 0 456 0,0 0-252 15,0 0-236-15,0 0-228 0,0 0-244 16,8-16-68-16,-8 20-44 0,0 3-76 0,0 7-64 16,-8 12 64-16,-4 16-12 15,0 11 36-15,1 14 48 0,-10 13-60 0,5 5-140 16,-7 11-44-16,3 6-48 0,-8 2-4 15,3 0-68-15,1-2 120 0,1-12 12 0,3-11 120 16,8-16-128-16,0-16-4 0,4-15-56 16,8-9 44-16,-4-13-132 0,4-8-236 0,0-2-84 15,0-6-276-15,8-11 24 16,0-8-100-16,8-10-500 0,-4-9-640 0,4-10-432 16,0-3-469-16,0 0-1423 0,-8 13 368 15,8-23 3912 1</inkml:trace>
  <inkml:trace contextRef="#ctx0" brushRef="#br0" timeOffset="97015.419">8897 6756 496 0,'0'0'1160'0,"0"0"-688"0,20-89 216 0,-12 64-620 0,-5 5 3228 16,1 15-868-16,0 1-732 0,-4 4-575 15,0 0-81-15,0 0-44 0,8 6-272 16,-3 7 488-16,6 7-40 0,5 5-412 16,-4 7-240-16,9 6 36 0,-6 6-64 15,9 3-36-15,-5 7-176 16,9 7-96-16,-4 3-136 0,1 3-48 0,-1 2-8 15,-5-3-88-15,-3 1 24 0,0-10 20 16,-4-6 40-16,0-9-72 16,-4-7 36-16,-3-10 48 0,-2-6-16 0,1-6-44 0,-4-7 12 15,0-4 36-15,0 3-76 0,0-5-244 16,0 0-296-16,0 0-112 0,-4-5-84 16,-4-3-268-16,0-2-460 0,-7-2-220 0,-2-2-121 15,-3 0 329-15,-3-3-148 0,-1 1 424 16,-4-3 428-16,0 0 860 0,0 3 336 15,0-3 680-15,0 3-168 0,5 1 268 0,6 2 152 32,6 0-92-32,2 6 85 0,9 5-277 15,0-1-156-15,0 3-308 0,12-4-216 0,8 4 176 16,4-3-52-16,4 3-176 16,4-4-148-16,-1 1-104 0,10 0 0 0,-1-3-164 15,3 0-136-15,-2-1-824 0,2 1-812 16,-4-1-2177-16,-11 2-3363 0,12-2 6657 0</inkml:trace>
  <inkml:trace contextRef="#ctx0" brushRef="#br0" timeOffset="97631.668">9705 7147 4912 0,'0'0'1380'0,"0"0"4237"0,0 0-4505 0,0 0-652 15,0 0 164-15,0 0 212 0,0 0 108 16,0 0-192-16,-79 50-188 16,66-34-220-16,2 3-96 0,-2 3-12 15,2 10 36-15,-1 4-36 0,0 5 180 0,0 0 164 16,4 0-176-16,0 0-248 0,4-5-80 15,0-11 8-15,4-3-84 16,0-9 0-16,4-7-60 0,4-3-148 0,4-3-36 16,4 0-16-16,0-6 64 0,8-10-72 0,-9 0-52 15,10-6 12-15,-5-1-16 0,-5 1 40 32,2 3 64-32,-6 1 44 0,1 1 128 0,-3 4-4 15,-6 1 52-15,5 5 96 0,-8 1 76 0,0 3-20 0,0 0-52 31,0 3-100-31,0 0 160 0,0 6 20 0,4 4-176 16,-4 10 92-16,0 5-36 0,4 4-52 16,-4 8 92-16,4 4 24 0,-4 4-64 0,0 3-52 15,5 2-4-15,-5 1 8 0,0 3 64 0,0-1-16 16,-5 1 52-16,1-2-16 0,-4-5 92 16,0-6 20-16,1-2-12 15,-6-7-36-15,5-7 8 0,1-3 56 0,-2-9-44 0,5-4 16 16,0-6-12-16,-3-3 36 15,3 0 192-15,-9 0-60 0,2-6-276 0,-6-7-16 0,2-6-60 16,-9-3-8-16,0-6-4 16,0-4-148-16,-4 1-44 0,0-5 56 0,4 1-144 15,0 4-24-15,5-4 36 0,-1 3-124 0,8 3-60 16,3 1-80-16,5-1-108 0,1 4-572 16,3-2-132-16,3 6-324 0,10-5-540 15,6 1-597 1,2-3-1791-16,-2 9 440 0,14-16 3937 15</inkml:trace>
  <inkml:trace contextRef="#ctx0" brushRef="#br0" timeOffset="101434.31">10981 7064 2656 0,'0'0'0'0,"-88"47"-2655"0</inkml:trace>
  <inkml:trace contextRef="#ctx0" brushRef="#br0" timeOffset="101515.579">10546 7271 1240 0,'0'0'2348'0,"0"0"-436"0,0 0 28 0,0 0-876 0,-80-47-636 0,77 30-428 15,-1-2-608-15,4 3-1316 16,4-6-1396-16</inkml:trace>
  <inkml:trace contextRef="#ctx0" brushRef="#br0" timeOffset="102288.126">10745 6553 6824 0,'0'0'1040'16,"0"0"-532"-16,0 0-28 0,44-80-80 15,-32 68 184-15,-8 3-32 0,4 2-20 16,-8 4-71-16,0 3 951 0,4 0-496 16,-4 0-280-16,0 0-116 0,0 0 8 15,-4 10 76-15,-4-1-24 0,0 10-68 16,-4 6-116-16,0 6-124 0,-4 8-112 15,-3 8 40-15,2 4-88 0,-7 10 36 0,5 2-52 16,-2 4 4-16,-3 10-40 0,0-1-60 16,1 6 4-16,-1 1 100 0,-4-1-100 0,0 1 72 0,0-6 28 0,9-12-104 15,-2-4-108 1,10-10-52-16,2-9 36 0,1-14-88 16,5-6 64-16,3-9-208 0,0-11-32 0,0-2-120 15,7-15 60-15,6-10 116 0,-2-14-68 16,5-15-28-16,4-6 76 15,-3-10-268-15,2-3-728 0,-3-7-152 0,0-2-397 16,0-4-191-16,0 0 36 0,-4 7 332 16,3 4 976-16,2 4 744 0,-6 11 404 0,2 6 808 0,-1 9 232 31,-5 10 144-31,1 4 148 0,-3 12-264 16,3 3-55-16,-5 6-241 0,1 8-276 15,-4 2-316-15,4 2-396 0,4 14-12 16,1 6-88-16,-2 7 212 0,5 13-48 15,4 2-100-15,5 7 52 0,-2 6-68 16,1 3 76-16,4 4 12 0,4-1-84 0,-5 7-136 0,-2-3 56 16,-1-4-60-16,-1-2-4 15,1-5-4-15,-4-1 8 0,-7-5 0 0,-2-9 0 16,-3-3 4-16,0-8-8 0,-4-11 8 16,0-7 44-16,-4-2 0 0,0-7 40 15,0-3-88-15,-8 0-276 0,4-6-384 0,-7-7-224 16,-2 0-88-16,-3-6-4 0,-3 0-148 0,-1-6-172 15,-4 3-541-15,-4-3-395 0,0-2 8 16,-4 5 152-16,1 3 76 0,3 4 1420 16,-5 2 576-16,5 9 1320 0,4 4 268 15,5 0-112-15,-1 0 188 0,13 4 52 16,-2-1-56-16,9-3-227 31,4 0-301-31,4 0-708 0,9-3 164 0,10-8 620 0,9 2-476 16,3-3-352-16,10-4-156 0,2 0-196 0,9-3-28 15,-4 3-104-15,-4 0-284 0,3 7-40 16,-6-1-332-16,-2 7-324 0,-11 0-776 0,8 3-2541 16</inkml:trace>
  <inkml:trace contextRef="#ctx0" brushRef="#br0" timeOffset="102466.891">11447 7375 6596 0,'0'0'6893'16,"0"0"-6345"-16,0 0-384 0,0 0 596 16,0 0-760-16,99-19 264 0,-71 4-264 0,0-9 0 0,4-4-220 15,4-7-224-15,-5 0-532 0,-6 7-1020 16,3-16-3553-16</inkml:trace>
  <inkml:trace contextRef="#ctx0" brushRef="#br0" timeOffset="102735.264">11614 6924 9320 0,'0'0'996'0,"0"0"-724"0,0 0-196 0,0 0 80 0,-44 93 13 0,40-61 319 31,-4 5 64-31,8 5 100 0,0 2-100 16,0 3 32-16,0 8-216 0,0-1-24 0,4 0-220 15,0-4-8-15,4 0 48 0,-4-1 0 16,0-5-64-16,4 0 64 0,-5 1-40 0,2-6-124 0,-1-1 12 15,-4-4-12-15,4 1 0 0,0-7 0 0,-4 2-36 16,0-5 24-16,-4 0 24 0,-4-7 40 16,-8-1 48-16,0-4 76 0,-8-7-64 15,0-3 24-15,0-3 44 0,-4 0-180 16,5-3-28-16,3-6-224 0,-1-7-540 16,10 3-1340-16,-13-22-5273 15</inkml:trace>
  <inkml:trace contextRef="#ctx0" brushRef="#br0" timeOffset="102865.115">11881 7553 16201 0,'0'0'680'16,"0"0"-680"-16,0 0-324 15,0 0-356-15,0 0-4252 0</inkml:trace>
  <inkml:trace contextRef="#ctx0" brushRef="#br0" timeOffset="110933.377">2099 9626 432 0,'-19'67'1420'15,"2"-20"824"-15,-7 17 2188 0,-4 13-2544 16,-4 14-1051-16,-3 1-413 0,-1 3 192 0,0-3 204 16,4-2 96-16,4-11-208 0,1-12-152 0,2-10-140 15,10-16-192-15,2-13-224 0,2-9 0 16,7-12-76-16,4-3-184 0,0-8-56 15,0-11-328-15,0-10-424 0,8-15-720 16,3-10-677-16,2-13-1991 0,-5 9 288 16,8-38 3477-16</inkml:trace>
  <inkml:trace contextRef="#ctx0" brushRef="#br0" timeOffset="111298.227">1960 9579 3296 0,'0'0'4'16,"0"0"4716"-16,0 0-2944 0,0 0-471 15,0 0-137-15,0 0 96 0,87 72-288 16,-63-33-16-16,4 8-192 0,0 8-92 0,0 8 8 0,0 7-140 16,0-1-248-16,0 5-208 15,-5-2-40-15,-3-1-48 0,-3-8 0 0,2-12 4 16,-6-10 56-16,-2-8-60 0,1-12-12 16,-4-5-124-16,-4-3-48 15,0-4-200-15,-4-2-60 0,0-1-40 16,0-3 32-16,-8-1-52 0,-4 3-96 0,-4-5 44 0,0 0 112 15,-3-10 440-15,-5-6-312 0,-4-3-140 0,0-6 88 16,-4-7-92-16,0-3 176 0,-4-3 28 16,1 0 28-16,3-1-572 0,0 9 800 15,8 7 144-15,11 6 536 0,6 8 408 16,-1 6-364-16,8 0-268 0,0 3-48 0,4 0-96 31,3 0-96-31,6 3 260 0,10 0-60 0,5 0-36 16,4 3-244-16,5-6 0 0,6 0-136 15,5 0-4-15,3-2-84 0,5-8-124 16,8 0-768-16,-4 1-968 0,-12-1-3097 0,20 1-2927 16</inkml:trace>
  <inkml:trace contextRef="#ctx0" brushRef="#br0" timeOffset="118412.793">3637 9912 5516 0,'0'0'1884'16,"0"0"-144"-16,0 0-252 0,0 0-471 0,0 0-337 0,0 0 1204 15,0 0-456-15,0 0-560 0,32-50-168 16,-32 50 264-16,0 0-16 16,0 2-100-16,0 5-68 0,0-2-108 0,0 9-139 15,-8 2-253-15,0 6-244 0,-8 3-36 16,1 7-132-16,-9 0-52 0,3 0-33 16,2-5-39-16,-1 0 12 15,3-8 72-15,10-4-56 0,3-2-16 0,4-4-24 0,0-2 8 0,11-1-56 16,6 1-360-16,7-1 380 0,4 3 212 15,4-2-52 1,-4 3 124-16,-1-3-36 0,-7 1 48 0,0-2 0 16,-4 5 64-16,-4-3 24 0,-8 3 132 0,4-2 112 15,-4 1-100-15,-4-1-60 0,0 1-12 0,-4 2-64 16,-4-2-96-16,-1 2-12 16,-2-2-96-16,3-4-40 0,-5 1-96 15,6-7-236-15,-5 0-136 16,4-4-388-16,0-2-500 0,4-10-544 15,-4-3-897-15,4 3-1291 0,4-18-2076 16</inkml:trace>
  <inkml:trace contextRef="#ctx0" brushRef="#br0" timeOffset="118685.329">3952 10140 6004 0,'0'0'2872'15,"0"0"-1012"-15,0 0-583 0,0 0 219 16,0 0-292-16,0 0-484 0,0 0-296 15,0 0-372-15,0 0-52 0,63-69-400 0,-54 44-296 16,3 3-12-16,-5 2-56 16,-3 4 164-16,-4 3 0 0,0 7 200 0,-4-4 184 0,-3 8-80 15,-5 2 296-15,-4 0 396 16,-5 0-8-16,6 12-4 0,-5 4 24 0,4 3-12 16,0 6 36-16,0 10 64 0,4 0 0 15,4 6-16-15,0 1-16 0,5 2-100 16,-1-2-20-16,4-4-132 15,0-7-76-15,4-9-128 0,7-2 44 0,5-7-28 0,4-11-24 16,0-2-136-16,8-9 24 0,4-10-380 16,4-10-792-16,-1-5-868 0,-7 5-1081 0,12-21-1103 15</inkml:trace>
  <inkml:trace contextRef="#ctx0" brushRef="#br0" timeOffset="118900.93">4406 9643 3648 0,'0'0'7861'0,"0"0"-6773"0,0 0-628 16,-15 66 772-16,10-35 132 0,-3 8-108 0,8 2-264 16,0 3-128-16,0 7 84 0,4-3-228 15,5 6-280-15,-5-7-172 16,3 4-172-16,1-7-96 16,0-2-48-16,-4-11-124 0,4-5-96 0,-4-10-36 15,0-3-88-15,0-7-72 0,-4-3-188 16,0-3-284-16,0 0-544 0,0 0-448 15,-8 0-2085-15,-8-3-3171 0</inkml:trace>
  <inkml:trace contextRef="#ctx0" brushRef="#br0" timeOffset="119039.671">4171 10081 8176 0,'0'0'1824'0,"0"0"-751"16,0 0 275-16,0 0-20 0,0 0-416 15,0 0-168-15,80-17-88 0,-45 15-276 0,1-3-144 16,9-1-224-16,2 1-12 15,1-5-152-15,4 0-464 0,-1-3-844 16,-10 4-1452-16,14-3-5249 16</inkml:trace>
  <inkml:trace contextRef="#ctx0" brushRef="#br0" timeOffset="119841.514">5585 9969 860 0,'0'0'1476'15,"0"0"268"-15,0 0 288 0,0 0-276 0,0 0-564 16,0 0 0-16,0 0-211 0,0 0-17 0,0 0 56 16,-15 0-204-16,15 3-156 0,-4-3-80 15,0 3-40-15,-1 4-48 0,-3-1-104 16,1 7-100-16,-1 6-52 0,-5 7-28 15,6 2-68-15,-1 4 68 0,0-1 4 0,3 1 36 0,5-7-100 0,0-1-72 32,0-13-76-32,0-1-12 0,9-6-172 0,3-1-76 15,-1-3-160-15,6-7-16 0,7-6 76 16,-5-6-384-16,5-3-260 0,0-6-72 16,-3 2-120-16,-2-2 68 0,-3 1 147 15,-4 6 373-15,-4 2 432 0,-5 3 176 16,-3 3 324-16,0 5 529 0,-7 1 327 0,-9 0-244 15,-4 7-188-15,0 0-124 0,1 0-84 16,-6 7-108-16,5 2-196 0,1 7-160 0,-1-4 36 16,4 8 40-16,4-5-140 0,8-3-12 15,0 2-528-15,0-5-492 16,4 1-584-16,4-4-2665 0,4 4-1943 0</inkml:trace>
  <inkml:trace contextRef="#ctx0" brushRef="#br0" timeOffset="119941.395">5828 10083 6916 0,'0'0'2504'0,"0"0"-671"16,0 0-293-16,101 0-240 16,-74-7-580-16,1 2-416 0,-4-9-144 0,0-4-160 15,4-4-316-15,-4-3-760 0,-9 2-1300 0,6-9-4089 0</inkml:trace>
  <inkml:trace contextRef="#ctx0" brushRef="#br0" timeOffset="120208.4">5901 9651 6444 0,'0'0'2260'0,"0"0"-1056"0,0 0 21 16,-13 67 111-16,13-32-72 0,4 6-88 0,9 4-144 15,-2 9-100-15,6 3-212 0,-2 6-200 16,-3 5-100-16,-4 1-164 0,4 5-108 16,-8-5-84-16,4 4 84 0,-4-10-144 15,4-2 0-15,-4-10 68 0,0-7 112 0,-1-5-124 16,1-12 40-16,-4-2-52 0,0-5-44 31,0-7-4-31,-4-4-108 0,-3-2 8 0,-1-7-48 16,-5 0-160-16,-6 0-144 0,3-10 32 15,-7-2-88-15,-5-8-252 0,4-5-208 16,-4-7-504-16,3 7-1596 0,-3-19-2937 0</inkml:trace>
  <inkml:trace contextRef="#ctx0" brushRef="#br0" timeOffset="126235.582">7067 10029 5716 0,'0'0'1508'0,"0"0"2797"0,0 0-2705 0,0 0-544 16,0 0 344-16,0 0-104 15,0 0-80-15,0 0-196 0,0 0-184 16,-8 42-116-16,16-30-88 0,5 1-47 0,-6 0-185 16,6-4-48-16,-1-2 108 15,-1-7-220-15,2 0-240 0,2-13-8 16,2-3-52-16,2-9-36 0,1 0-156 15,4-8-172-15,-5 2 12 0,2-1-5 16,-5 4-79-16,-4 5-88 0,-5 0 120 16,-3 9 180-16,-4 3 112 0,0 3 52 0,-7 1-16 15,-5 0-404-15,-4 4 332 0,0 1 108 16,-4-2 100 0,0 4 92-16,4 4-92 0,0 4-12 15,-3 9-40-15,2 5 52 0,2 6 8 16,-2 7 264-16,6 6-28 0,3 4-8 0,-1 6-28 15,5 0-72-15,1-1 20 16,3-4-32-16,0-13-52 0,3-8-8 0,10-8-4 16,2-14-60-16,6-3-76 0,7-6 28 15,0-10-36-15,4-7-64 0,-1-2-268 0,1-9-200 16,0-1-1064-16,-4-7-456 0,-5 1-752 16,1-1-1229-16,-3-2-1431 0</inkml:trace>
  <inkml:trace contextRef="#ctx0" brushRef="#br0" timeOffset="126483.261">7562 9276 820 0,'0'0'8112'31,"0"0"-6328"-31,0 0-627 0,0 0-81 0,0 0 288 0,0 0-104 16,12 84-104-16,-8-45-272 0,-1 5-140 0,5 9-80 15,-3 11 180-15,-1 5-256 0,0 11-428 16,0 3-160-16,-1 1-88 15,1-3-32-15,0-6 120 16,5-11 12-16,-1-10 160 0,-1-16-88 0,6-8-84 16,-2-12-172-16,1-5-144 0,-3-11-188 15,2 2 4-15,-3-4-80 0,0-9-196 0,0-5-480 16,0-5-620-16,-4-2-672 0,-4-2-1341 16,0-2 965-16,-4-1-48 0,-12 4 2100 15</inkml:trace>
  <inkml:trace contextRef="#ctx0" brushRef="#br0" timeOffset="126614.628">7617 9992 40 0,'0'0'1420'15,"0"0"-572"-15,-67-70 4668 0,55 57-3376 0,8 3-335 16,-1 4-129-16,5 6-256 16,0-3-352-16,0 3-12 0,0 0-312 15,5 0-448-15,7 3-172 0,4 0 36 0,7 0-160 16,1 1 0-16,8-4 0 0,0 0-112 16,4-7-244-16,4-2-640 0,8-7-612 15,-17 2-944-15,25-14-3101 0</inkml:trace>
  <inkml:trace contextRef="#ctx0" brushRef="#br0" timeOffset="126877.337">8231 9718 6216 0,'0'0'7321'0,"0"0"-6153"0,0 0-880 0,0 0 444 15,0 0 624-15,-68 76-280 16,53-57-288-16,-2 4-208 0,6-4-92 0,-2-3-144 16,6 0-164-16,3 0-180 0,4-7-68 15,0 4-92-15,0-4 160 0,7 1 0 16,6-1-168-16,2 1-28 15,2 2 60-15,-2-5 40 0,2 3 84 0,-2-1 8 0,-2 1-88 16,2-1 84-16,-7 0 12 0,1 5-4 16,-6-6 4-16,-3 5-4 0,0-3-116 0,-3-1 28 15,-6 4-120-15,-3-3-224 16,-4-1-284-16,4-2-188 0,-4-4-500 16,4 3-896-16,5-6-2417 0,-14 0-1739 0</inkml:trace>
  <inkml:trace contextRef="#ctx0" brushRef="#br0" timeOffset="128068.491">7282 9582 2936 0,'0'0'376'0,"0"0"-348"0,0 0 4132 0,0 0-2148 0,0 0-824 16,0 0-223-16,0 0-145 0,0 0-396 16,0 0 36-16,0 0 48 0,5 57-92 15,3-32-136-15,0 7 48 0,-5 3 0 16,10 6-36-16,-5 4-192 0,-1 2-100 16,-3 4-76-16,5 6 24 0,-5 0-48 0,0 1-100 15,-4 2 12-15,0-3 84 0,0 1 56 16,4-8-116-16,-1-5-64 0,1-8-64 0,0-5-28 31,5-9 244-31,2-4-252 0,1-6-696 0,4-4-364 16,0-6-433-16,0-3-971 15,8-3-1448-15</inkml:trace>
  <inkml:trace contextRef="#ctx0" brushRef="#br0" timeOffset="128880.687">9391 9493 4764 0,'0'0'664'0,"0"0"4897"0,0 0-3981 0,0 0-652 16,0 0-188-16,0 0 44 0,0 0-80 16,0 0-464-16,-60 86 24 0,36-41-148 15,0 5 44-15,0 4 252 0,0 0 84 16,4-4-148-16,5-1-244 0,2-12-104 16,5-8-172-16,4-7 96 0,4-9-12 0,0-3-108 15,8-8-240-15,5-2-76 0,-2 0 268 16,5-6-16-16,4 0-132 0,0-1 80 15,0 1 196-15,-4 6-20 16,4 3 136-16,-4 10 36 16,0 6 116-16,-4 6 136 0,-1 1-172 0,-2 2 20 15,-1 4 40-15,-5-3 164 0,1 3 164 16,4-1-332-16,-3-2-172 0,-1-7 0 16,0 1-148-16,-1-11-100 15,9-2-448-15,-3-7-436 0,2-3-980 16,-3 0-2273-16,8-16-2971 0</inkml:trace>
  <inkml:trace contextRef="#ctx0" brushRef="#br0" timeOffset="129108.965">9722 9753 4244 0,'0'0'832'15,"0"0"4968"-15,0 0-4707 0,0 0 303 0,0 0-180 0,0 0-56 0,0 0-104 16,63 64-300-16,-43-45-208 0,0 2-80 15,4 3-24-15,0 4 204 0,3 0-84 16,-3 4-356-16,-4 3-88 0,-4 0-108 31,0 0-12-31,0 0-112 0,-8-4-216 0,4-5-360 0,-4-7-172 0,4-5-116 16,0-9-472 0,4-5-952-16,-4-5-637 0,4-15-1851 0</inkml:trace>
  <inkml:trace contextRef="#ctx0" brushRef="#br0" timeOffset="129250.588">10120 9813 1304 0,'0'0'8108'16,"0"0"-6095"-16,0 0-1357 0,0 0-44 0,-88 63 296 15,60-30-160-15,-4 5-204 16,4 0-88-16,0 1 44 0,0-1 192 0,4-1-4 16,5-2-244-16,3-3-428 0,0-4-16 15,8-2-264-15,4-3-504 0,0-8-716 16,4-2-1072-16,8-8-3173 0</inkml:trace>
  <inkml:trace contextRef="#ctx0" brushRef="#br0" timeOffset="129432.298">10371 10137 4592 0,'0'0'5696'0,"0"0"-4163"0,0 0-573 15,0 0 328-15,32 67 224 0,-28-45-344 0,-4 3-332 0,0-2-280 16,0 3-300-16,0-8-256 15,0 5-88-15,0-7-208 16,3-1-536-16,1-2-432 0,0-6-336 16,0 0-968-16,9-12-3249 0</inkml:trace>
  <inkml:trace contextRef="#ctx0" brushRef="#br0" timeOffset="129589.424">10960 10090 7564 0,'0'0'5169'0,"0"0"-3349"0,0 0-836 0,0 0-240 0,0 0-344 15,0 0-200-15,0 0-200 0,76 0-360 16,-48-9-936-16,-8-1-1064 0,12-4-3181 16</inkml:trace>
  <inkml:trace contextRef="#ctx0" brushRef="#br0" timeOffset="129745.348">11821 10076 9564 0,'0'0'4073'0,"0"0"-3485"0,96 14 508 0,-61-11 984 16,1 0-400-16,0 0-296 0,4-3-432 15,-4 0-295-15,4 0-633 0,4-6-24 0,-5-4-441 16,1 1-275-16,1-3-128 0,-2 1-308 16,-3-1-476-16,-12 2-2420 0,8 1-4949 0</inkml:trace>
  <inkml:trace contextRef="#ctx0" brushRef="#br0" timeOffset="129849.704">12733 10001 10676 0,'0'0'1173'16,"0"0"-1165"-16,0 0-16 0,0 0-316 0,0 0-749 16,0 0-1075-16,84-26-3092 15</inkml:trace>
  <inkml:trace contextRef="#ctx0" brushRef="#br0" timeOffset="130276.667">13670 9915 4648 0,'0'0'520'0,"0"0"2276"0,0 0-1292 0,0 0-496 31,75-69-247-31,-51 52-69 0,0 8 0 16,4 0 52-16,-4 9-96 0,3 0 60 0,1 9-88 16,0 7-44-16,-3 5-120 0,2 5-44 15,-2 6-112-15,-1 0-28 0,-5 3-48 0,1 0 24 0,-8-1-28 0,0 5 40 16,-4-4-48-16,0-1-212 0,-4 1-44 16,0 0-128-16,-4-2-260 0,0-2-224 15,3-6-232-15,2-2-472 0,-5-7-864 16,4-7-2349-16,0-9-2251 0</inkml:trace>
  <inkml:trace contextRef="#ctx0" brushRef="#br0" timeOffset="130467.547">14255 9683 5396 0,'0'0'7801'16,"0"0"-6225"-16,0 0-1136 0,-91 67 24 15,59-35 232-15,0 10 252 0,-4 2 128 0,1 3-56 16,-2 4-224-16,5 0-308 0,-3-4-196 0,7 1-140 0,0-7-152 16,8 0-232-16,0-6-512 15,12-6-200-15,4-6-276 0,4-4-800 0,0-10-1816 16,20-9-945-16</inkml:trace>
  <inkml:trace contextRef="#ctx0" brushRef="#br0" timeOffset="130758.311">14371 10122 3404 0,'0'0'4980'16,"0"0"233"-16,0 0-4589 0,0 0-172 15,12 70 420-15,-12-49 672 0,-4-2-196 16,0 0-204-16,-5-6-568 0,9-1-576 0,0-5 0 16,0-3-232-16,0-4-196 0,13 0 120 0,2-11 244 15,6-3 16-15,7-5-24 16,0-4-284-16,7-3-64 0,-7 1 36 15,8 3 84-15,-8 3 176 0,0 3 80 16,-4 3 40-16,-1 7 4 0,-2 3 0 0,-10 3 192 16,2 6 328-16,-6 4-40 0,-3 2-172 0,0 7-136 15,1 3-100-15,-1-2-60 0,-4 2 52 0,0 1-52 16,4-8-12-16,-4 4-60 0,3-6-100 0,-3-1-432 16,8-2-112-16,-4-7-180 0,5-3-900 15,-5-3-1080-15,7-16-2145 0</inkml:trace>
  <inkml:trace contextRef="#ctx0" brushRef="#br0" timeOffset="130969.347">15080 9651 6688 0,'0'0'1324'0,"0"0"-508"0,0 0 2205 0,0 0-493 16,87 55-1128-1,-66-30-508-15,3 4 64 0,-4 5-312 0,-1 1-248 0,-2 7-40 16,-6 2-148-16,-3 4-36 0,-3 6 304 16,-5-7-240-16,-5 4-236 0,-11 0-416 15,0 1-76-15,-7-6 36 0,-1-1 36 16,-4-7-992-16,4-3-448 0,0-10-2008 16,-4 0-2125-16</inkml:trace>
  <inkml:trace contextRef="#ctx0" brushRef="#br0" timeOffset="132269.968">14969 9566 1120 0,'0'0'3196'15,"0"0"3829"-15,0 0-4977 0,0 0-512 16,0 0-492-16,0 0 44 0,0 0-84 15,0 0-408-15,0 0-204 0,0 0-108 0,43-67-152 0,-23 49 52 16,-3-1 12-16,-2 0 0 0,1 2-12 0,0 1-48 16,0 5-40-16,0-6-60 0,0 4-36 15,0 4-72-15,-4-1 24 0,0 4-28 16,-5 2-44-16,2 2-52 0,-1 2-60 16,-4 9 232-16,0 7 0 0,-1 6 0 0,1 13 60 31,-4 2 4-31,-7 12 20 0,-5 2 36 0,-4 2-68 15,0 5-52-15,-4 2-88 16,0-3 76-16,0 1-84 0,4-11 52 0,4-3 44 16,5-12 96-16,2-10 52 0,1-6-148 15,4-3-112-15,0-6-8 0,4-5 20 16,4 1 40-16,4-3 60 0,4 0-160 0,-4-5-96 16,3-6-16-16,-2 5 28 0,-1 0-4 0,-5 4-24 15,2 2-48-15,-5 2 24 0,4 8 24 16,-5 5 272-16,1 10 16 0,1 5 92 15,3 1 32-15,-4 7 44 0,3 4 200 16,1-2 156-16,1-1-208 0,-1-1-72 16,-5-3 32-16,-3 0 28 0,4-3-64 0,-4 0-12 15,0-7-108 1,-4 3-4-16,1-6-20 0,-1 1-32 16,-4-7-80-16,-1-1-12 0,2-2-96 0,-1 1-124 15,0-9-208-15,-4 2-148 16,4-7-148-16,0 0-56 0,-1 0-272 15,6-7-256-15,-5-3-548 0,4 1-768 0,0-13-3541 16</inkml:trace>
  <inkml:trace contextRef="#ctx0" brushRef="#br0" timeOffset="132558.041">16263 9703 11477 0,'0'0'2316'15,"0"0"-1532"-15,0 0-368 0,-75 89 16 16,43-49 4-16,0 9 60 0,1 4 200 16,-2 5 36-16,6 5-324 0,3 0-12 0,7-2-40 15,6-4-156 1,3-6-68-16,8-10 92 0,0-10-104 15,12-5-120-15,4-10-292 0,3-6-28 0,1-8 36 16,12-2-184-16,-4-12-300 0,8-10-404 16,-4-4-732-16,-4 7-2309 0,4-15-2199 0</inkml:trace>
  <inkml:trace contextRef="#ctx0" brushRef="#br0" timeOffset="132708.487">15929 10071 11461 0,'0'0'2608'16,"0"0"-1384"-16,0 0-116 0,0 0-160 0,0 0-156 16,95 12-164-16,-43-19-296 15,4-5-332 1,12-6-380-16,-5-8-348 0,9 0-92 0,-20 7-972 16,28-12-3877-16</inkml:trace>
  <inkml:trace contextRef="#ctx0" brushRef="#br0" timeOffset="133066.951">17176 9662 13105 0,'0'0'1320'0,"79"-23"-1168"0,-23 8-12 0,8 1-140 15,3 3 8-15,6 0 528 0,-6 8-72 0,-3 3-464 16,-8 7-112-16,-13 5 112 0,-7 8 4 15,-12 5 44 1,-16 7-48-16,-8-1-88 0,-23 10 88 0,-14 0 128 16,-6 4 60-16,-13 3 12 15,-4-1-100-15,-4 4-8 0,-3-4 32 0,-5 4-60 16,9 0 224-16,3-3 644 0,12-4 44 16,16-2-140-16,8-1-152 0,12-9-196 15,12-1-100-15,0-4 4 0,15-8 45 0,13-5 35 16,9-3-216-16,10-5-76 0,13-6 4 15,8-6-120-15,8-8-64 0,3-4-108 16,5-8 48-16,-4 0-232 0,-8-5-485 16,-9 3 33-16,-3-4-244 0,-8-4-556 15,-16 15-2188-15,0-18-3269 16</inkml:trace>
  <inkml:trace contextRef="#ctx0" brushRef="#br0" timeOffset="133274.214">17794 9775 14349 0,'0'0'2008'16,"0"0"-1612"-16,-56 80-396 0,32-42 488 15,-4 3 860 1,-4 7 176-16,0 2-476 0,-8 5-428 0,1-2-379 16,-6 1-141-16,6 3-4 0,-6-5-96 15,6-5-449-15,7-3-307 16,4-9-244-16,17-9-56 0,3-13-188 0,8-10-908 15,8-3-2336-15,16-16-2749 0</inkml:trace>
  <inkml:trace contextRef="#ctx0" brushRef="#br0" timeOffset="133606.726">18183 9455 9592 0,'0'0'3153'0,"0"0"-1917"15,0 0 268-15,-7 82 288 0,-1-47 124 16,-8 0-108-16,0 4-603 0,0-2-417 0,0 2-268 16,0-8-184-16,4-2-176 0,5-7-160 0,3-9-8 15,4-4-44-15,11-6-104 0,10-3-60 32,7-5-172-32,3-8-84 0,9-10-120 15,0 1 7-15,4-4 97 0,-4-2 112 16,-1 3 120-16,-7 2 72 0,0 2 76 0,-4 7 96 15,-8 2 12-15,-5 5 76 0,2 7 168 16,-6 0 60-16,-3 7 64 0,1 5-64 0,-5 8-100 16,3-1-68-16,-7 6-39 15,0 4-13-15,0-1-24 0,0 4-60 0,0-7-84 16,0 0-477-16,0 0-339 16,0-6-448-16,0-2-1768 0,0-1-4061 0</inkml:trace>
  <inkml:trace contextRef="#ctx0" brushRef="#br0" timeOffset="134426.584">19519 10337 3404 0,'0'0'5192'16,"0"0"-2195"-16,0 0-1421 0,0 0-736 15,0 0 424-15,0 0-120 0,0 0-344 0,79-22-292 16,-59 19-200-16,12-3-160 0,8 3 0 0,8 3 28 16,16 0 68-16,7 0 28 15,13 3 120-15,11 3 292 0,1 4-476 0,3-7-208 16,-7 0-140-16,0-3 16 0,-5 0-120 15,-6-6-184 1,-6-4-260-16,-12-2-340 0,-3-1-860 16,-19 0-2220-16,-5-6-3505 0</inkml:trace>
  <inkml:trace contextRef="#ctx0" brushRef="#br0" timeOffset="134696.179">20559 10026 236 0,'0'0'7024'0,"0"0"-4460"0,0 0-951 16,0 0-165-16,92-2-148 0,-57 2-288 15,1 5-360-15,4 9-336 0,-5 0-100 0,1 5-68 16,-3 8 4-16,-6 1 96 0,-3 0-60 16,-4 12-28-16,-8-3-12 15,-5 1-8-15,-7 3-56 0,-3 3-84 0,-13-2 0 16,-8 3-136-16,-4-1 76 0,-8-3 48 0,1-3-64 0,-5 0 68 15,3-2-104-15,-2-5 24 0,3-2-60 32,1-4-152-32,3-3-516 0,0 0-484 0,8-9-696 15,-4-4-2629-15</inkml:trace>
  <inkml:trace contextRef="#ctx0" brushRef="#br0" timeOffset="136500.404">22204 9788 4924 0,'0'0'10545'15,"0"0"-8453"-15,0 0-1080 0,0 0-300 16,0 0 48-16,0 0 156 0,0 0-112 0,103 36-3 16,-58-17-293-16,2-5-196 0,5 0-212 15,0-2-64-15,-1-8-36 16,1-1-96-16,1-3-64 0,-6-9-212 16,-3-1-416-16,-4-6-273 15,-8-3-343-15,-4 0-888 0,-13 3-2588 0,-10-6-3449 0</inkml:trace>
  <inkml:trace contextRef="#ctx0" brushRef="#br0" timeOffset="136691.453">22324 9909 4788 0,'0'0'4216'0,"0"0"573"15,-13 90-3273-15,13-53-468 0,0 14 320 0,0 6 196 0,0 10-328 0,0-2-576 16,0 3-260-16,-4-1-204 0,-3-4-196 0,-1-6 0 15,4-10-100-15,0-7-8 16,-1-12-184-16,5-9-340 0,0-8-260 0,0 0-336 16,0-8-1100-16,5-3-1904 0,-5-3-1749 0</inkml:trace>
  <inkml:trace contextRef="#ctx0" brushRef="#br0" timeOffset="136863.898">22288 10401 4528 0,'0'0'1264'16,"0"0"4405"-16,0 0-4221 15,0 0-304-15,0 0 724 0,0 0-280 16,103-32-412-16,-67 32-292 0,5 0-224 16,-2 7-268-16,1-4-136 0,-1 0-220 0,-7 3-36 0,-4-2-112 0,-4-2-324 31,-4 5-520-15,-8-1-312-16,-8 0-788 0,-4 1-1928 15,-16 5-2833-15</inkml:trace>
  <inkml:trace contextRef="#ctx0" brushRef="#br0" timeOffset="136994.486">22324 10651 4616 0,'0'0'704'0,"0"0"4468"0,0 0-3063 0,0 0-389 0,0 0 312 15,0 0-504-15,107 25-664 0,-70-25-324 16,2-5-268-16,1-8-184 0,-1 1-88 16,2-5-208-16,-2-1-740 0,-3-5-548 15,-4-2-1096-15,-4 9-3665 0,0-16-7 0</inkml:trace>
  <inkml:trace contextRef="#ctx0" brushRef="#br0" timeOffset="137292.052">22977 10322 836 0,'0'0'4700'15,"0"0"2441"-15,0 0-5661 0,0 0 84 16,4 66 288-16,-4-41 20 0,0 1-516 0,0-3-235 31,0-2-417-31,4-4-424 0,-4-2-280 0,4-5-12 16,0-1-208-16,4-6-300 0,0 1-137 0,3-4-11 15,6-4 156-15,-1-2-212 16,3-7-148-16,6 1 20 0,-5-4-128 0,-1-3-328 16,1 6 188-16,1 1 384 15,-6 5 468-15,-3 4 268 0,0 3 444 0,-4 0 368 0,-4 7 72 16,0 5-16-16,0 4-96 16,-4 3-16-16,4 0 8 0,-4-3-172 0,4 3-92 15,0-6-192-15,0-1-252 16,4-3-56-16,4-5-148 0,7-4-204 15,6 0 20-15,6-13-368 0,9-6-388 0,1-3-700 16,-6 3-2084-16,13-9-1865 0</inkml:trace>
  <inkml:trace contextRef="#ctx0" brushRef="#br0" timeOffset="137623.861">23662 10426 2600 0,'0'0'1356'16,"0"0"6141"-1,0 0-5273-15,0 0-768 0,-68 74 228 0,57-59 28 0,-2-5-376 16,6-1-444-16,7-6-416 0,0-3-184 0,0 0-184 15,7-6-108-15,10-7-132 0,3-5-160 0,3-8-208 16,1-2-96-16,4-5-188 0,0-1-176 16,0-4 80-16,0-3-40 0,0-8-440 15,4-3-312-15,0-13 152 0,0-5 311 0,-4-2 421 16,0-5 412-16,-5 5 376 16,-3 11 200-16,-4 10 664 0,-4 16 397 15,-4 13 387-15,-4 10 124 0,0 7-228 16,-4 5-452-16,0 0-340 0,0 11-396 15,-4 4-244-15,-4 11 172 0,0 9 20 16,0 9 136-16,0 7 548 0,0 9-343 0,-3 4-221 16,-2 5-60-16,1 5-132 0,0-4-4 15,0 0-128-15,8-10-100 16,-3-3-60-16,7-13-48 0,7-8-72 0,5-5-88 0,12-9-324 0,8-3 31 16,4-6 133-1,4-7-240-15,0-6-728 0,-5 0-1476 0,18-16-3845 0</inkml:trace>
  <inkml:trace contextRef="#ctx0" brushRef="#br0" timeOffset="137864.101">24985 9731 10636 0,'0'0'6129'16,"0"0"-5657"-16,0 0-464 0,-40 80 352 0,24-40 924 0,0 8 624 0,-4 3-435 15,5 6-565-15,2 0-352 16,2 4-108-16,-1-4-124 0,3 4-180 16,5-8-144-16,-3-2-4 0,7-4-80 0,0-9-144 15,0-5-172-15,7-11 4 16,1-6 20-16,5-7-72 0,-2-3-180 0,2-6-345 16,-2 0-419-16,6-9-1276 0,-6-4-2620 15,5-18-3693-15</inkml:trace>
  <inkml:trace contextRef="#ctx0" brushRef="#br0" timeOffset="138223.31">25136 9846 11221 0,'0'0'5420'0,"0"0"-5008"0,0 0 148 0,80 9 108 15,-36-7 576-15,4-2-108 0,3 0-332 0,9 0-403 16,-4 0-233-1,4-2-44-15,-4-2-88 0,0 4-36 0,-9 0-120 16,-6 0 44-16,-10 0-20 0,-7 6-113 0,-12 5-55 16,-8 4-16-16,-8 5-36 15,-12 5 132-15,-12 4 172 0,-8 8 12 0,-11 1 8 16,-5 6 88-16,-8 5 52 0,0 2-16 16,0-1-68-16,4 5-56 0,9-5 100 15,6-5 196-15,14-3 85 0,7-9-25 0,16-3-60 16,4-5-16-16,12 0 296 0,12-3-80 15,12 1-152-15,3 0-208 16,9-9-28-16,1-1-116 0,2-10-60 0,1-3 12 16,-5-5-144-16,1-8-244 0,-8-4-192 0,1-1-184 0,-10-8-145 15,-3 4-363-15,-1-3-1176 16,-10 5-2776-16,-2-12-3761 0</inkml:trace>
  <inkml:trace contextRef="#ctx0" brushRef="#br0" timeOffset="138399.712">25866 10026 7736 0,'0'0'4101'0,"0"0"-1905"0,0 0-1548 0,-88 99-32 0,56-58 892 16,0 4 512-16,-7 2-320 0,2 4-568 0,-3-1-427 16,-3 2-317-16,4-5-192 0,-6-2-148 15,6-7-48-15,3-1-268 0,8-8-396 16,4-7-141-16,7-5-147 0,10-8-184 0,3-6-408 15,4-3-796-15,4-3-1796 16,12-16-353-16</inkml:trace>
  <inkml:trace contextRef="#ctx0" brushRef="#br0" timeOffset="138785.759">26264 9681 7068 0,'0'0'6381'0,"0"0"-4469"0,0 0-520 0,-7 66-60 0,-6-41 192 15,1 7 4-15,-4-4-351 0,1 2-449 0,-2-5-340 16,6 0-236-16,-2-6-152 16,5-3-48-16,4-6-12 0,1-1-100 0,3-6-56 0,0-3-148 0,7 0-96 15,6-3-61 1,6-6 181-16,5-4-196 0,4-6 12 0,4 0-52 15,-4-4-124-15,0 4 148 0,0-2 268 16,-9 4 208-16,2 4 76 0,-6 4 100 0,-2 6 208 16,-6 3 136-16,1 0 36 15,-3 6 8-15,-1 4-108 0,0 2 20 0,-4 8 76 16,0-5 96-16,0 4-15 0,0 1-33 16,-4-5-92-16,0 1-212 0,4-10-160 0,-5 1-60 15,5-4-120-15,0-3-148 0,0 0-204 16,0 0-497-16,9-10-323 0,-2 4-1276 15,9-16-4793-15</inkml:trace>
  <inkml:trace contextRef="#ctx0" brushRef="#br0" timeOffset="139016.444">26989 9610 6096 0,'0'0'7293'0,"0"0"-5065"16,0 0-304-16,0 0-220 0,0 0-368 15,0 0-376-15,84 71-87 0,-73-46-121 16,2 6-256-16,2 4-132 0,-2 6-40 0,2 1 0 16,2 6 328-16,-6-4-496 0,2 3-156 15,-5 5 0-15,-1-2-4 16,-7 1-80-16,0 1-144 0,-11-2-172 0,-13-3-116 16,-8 1 32-16,-8 0-36 0,-12-1-156 0,0-3-149 15,-12-2-343-15,1-1-436 0,-1-6-440 0,-4-4-116 16,5-1-348-16,15-9-781 0,-24-1-2951 15</inkml:trace>
  <inkml:trace contextRef="#ctx0" brushRef="#br0" timeOffset="141433.912">17279 11378 536 0,'0'0'780'16,"0"0"7580"-16,0 0-6631 0,0 0-805 0,0 0-92 15,0 0 324-15,0 0-60 16,0 0-200-16,0 0-384 0,-67 90-152 15,50-58 64-15,6 2 60 0,-1 4 56 0,0 8-48 16,4 1-108-16,-4 7-68 16,4 5-8-16,0 6-64 0,0 7-124 0,1 4 88 0,-2 7-60 15,1 3-92-15,4 3-56 0,0 1-88 16,1 1 16-16,-2-2 24 16,5 0-48-16,0-4-4 0,0-6 40 0,5 1 0 15,2-10-16-15,9-6-44 0,-4-7 20 16,8-10-20-16,0-5-28 0,4-14-132 0,4-9-176 15,4-7-148-15,4-8-100 0,-1-4-88 16,5-16-516-16,4-5-868 0,-12 2-2581 31,15-30-3982-31</inkml:trace>
  <inkml:trace contextRef="#ctx0" brushRef="#br0" timeOffset="141864.638">17850 11608 1656 0,'0'0'8784'0,"0"0"-6407"0,0 0-961 0,0 0-660 16,0 0 316-16,0 0 128 0,0 0-332 15,-56 66-176-15,52-34-56 0,0 3-156 0,-1 0-140 16,5-3-132-16,0-7-84 0,5-9-124 0,3-3 0 16,-1-4 52-16,5-6-52 0,4-3-96 15,0 0-100-15,4-6-148 0,0-11-256 16,3-1-188-16,-2-4-36 0,3-4 40 16,-4 1 12-16,-1-1 12 0,-2 1-84 0,-9 0 108 15,-1-1 292-15,-3 5 444 0,-4-5 304 31,-4 7 156-31,-7-4-44 0,-2 7-100 0,-6 0 24 0,-1 7 0 16,0 6-340-16,-4 3-300 16,-4 16-104-16,4 3 112 0,0 10 0 15,1 5-88-15,3 1-128 0,3 0-1116 0,2 4-1033 16,2-4-2243-16,2 2 609 16,3-11 4291-16,-5 22 0 15</inkml:trace>
  <inkml:trace contextRef="#ctx0" brushRef="#br0" timeOffset="142237.169">17818 12139 784 0,'0'0'1276'15,"0"0"5996"-15,0 0-5127 0,0 0-441 16,0 0-104-16,0 0-100 0,0 0-216 15,0 0-236-15,0 0-396 0,0 0-64 16,0 0-184-16,0 40-84 0,0-24-64 0,0 3-88 0,0 0-104 0,0 0-64 16,0 0-72-1,0-3-96-15,0 3-332 0,0 0-188 0,4 0 76 16,-4 3-240-16,4-2-800 0,-4-2-1148 0,0-1-2081 0,0-8-1327 16,0 4 4504-16</inkml:trace>
  <inkml:trace contextRef="#ctx0" brushRef="#br0" timeOffset="142451.46">17805 12681 3312 0,'0'0'184'0,"0"0"2604"0,0 0 1132 0,0 0-2103 16,0 0 7-16,0 0 96 0,0 0-488 0,0 0-332 15,0 0-396-15,32 72-452 0,-28-61-252 16,-4-3-320-16,4 3-160 0,-4-3-112 0,0 5-316 16,5-3-648-16,-2 3-992 0,-3-4-1953 15,0 4-1239-15</inkml:trace>
  <inkml:trace contextRef="#ctx0" brushRef="#br0" timeOffset="142605.815">17845 12951 848 0,'0'0'1292'15,"0"0"-548"-15,0 0-316 0,0 0-24 16,0 0 184-16,0 0 4280 0,0 0-3107 16,0 0-517-16,28 63 200 0,-24-56 40 15,0-5-136-15,-4 2-528 0,0-1-576 16,0-3-244-16,0 0-348 0,0 3-300 16,0 0-268-16,0 4-436 0,0-4-996 15,0 3-2921-15</inkml:trace>
  <inkml:trace contextRef="#ctx0" brushRef="#br0" timeOffset="143052.156">17850 13214 8868 0,'0'0'3201'0,"0"0"-1721"0,0 0-516 0,0 0 536 15,0 0-72-15,0 0-256 0,0 0-336 16,0 0-236-16,0 79-136 0,7-66-48 0,1 0-172 16,4-4-12-16,0 4-40 15,4-7-68-15,0 0-124 0,-1-1-52 16,2-5 4-16,-2 0-12 0,6-7 0 0,-1-3-88 15,-1-6-92-15,1-3-56 0,-3-3-56 16,-2 0 36-16,-3 0-64 0,0 3 84 16,-4 0 152-16,0 0 80 0,-3 0 4 15,-5 2 56-15,0 2 4 0,0-1 8 16,-5 3 88 0,-7-3 16-16,-4 0-64 0,0 3 64 0,0 1-64 15,-7 6 76-15,3 2-100 16,-5 4-24-16,1 7-148 0,-3 5-60 15,3 4 60-15,4 0-48 16,0-3 24-16,12-1-196 0,0-5-400 0,8-1-840 16,0-3-1108-16,4-3-2545 0</inkml:trace>
  <inkml:trace contextRef="#ctx0" brushRef="#br0" timeOffset="143417.438">18654 11804 1396 0,'0'0'10173'0,"0"0"-7469"0,0 0-1100 16,0 0-552-16,0 0-32 0,56 92-172 31,-36-56-24-31,0 1-76 0,-1 8-360 0,1 6-180 16,1-1-36-16,-6 7-16 0,2 4-8 0,-10-1-88 0,-3 7 0 15,-4 0 24-15,0 3-84 0,-4 2-36 16,-7 5-120-16,-2-1 84 16,-2-3 20-1,-6-6 40-15,6-7-108 0,-9-6 12 0,4-9-40 0,0-4-96 0,0-3-36 16,0-4 36-16,-4-4 24 15,4-8-24-15,0-4 8 0,5-8-144 0,2-8-172 0,5-2-252 16,5-8-920-16,3-11-2588 0,0-1 1183 16</inkml:trace>
  <inkml:trace contextRef="#ctx0" brushRef="#br0" timeOffset="143749.862">19850 12233 3068 0,'0'0'10261'16,"0"0"-7733"-16,0 0-936 15,0 0-196-15,0 0-172 16,39 92-332-16,-31-48-152 0,-8 3-71 16,0 8-13-16,0-4-64 15,-8-1-268-15,5-1-176 0,-6-5-96 0,1-9-52 0,0-1-48 16,5-8-64-16,-5 0-248 0,3-8-244 16,1-6-220-16,4-1-233 0,0-8-203 15,0 0-804-15,0-3-932 0,0-3-1509 0,4-13-1271 16</inkml:trace>
  <inkml:trace contextRef="#ctx0" brushRef="#br0" timeOffset="143943.474">20017 12512 156 0,'0'0'7144'15,"0"0"-2047"-15,91-31-3273 0,-47 21-564 16,12 4 196-16,7-3-116 0,1 2-48 0,5 4-240 16,-2 0-32-16,5 3-155 0,-1-4-297 15,9 1-244-15,4 3-152 0,8-6-52 0,7-1 108 0,0 0-112 16,1-5-116-16,-9-1-232 0,-3 1-168 15,-8-1-180-15,-8 0-156 0,-16 1-249 16,-13 3-115-16,-11-4-448 0,-19 3-612 0,-13 4-836 16,-9 0-3177-16,-23-7 13 0</inkml:trace>
  <inkml:trace contextRef="#ctx0" brushRef="#br0" timeOffset="144158.292">21248 12119 1632 0,'0'0'1588'0,"0"0"-804"0,0 0 5672 15,0 0-4223-15,107 13-881 16,-75-4-24-16,1 0-196 0,2 5-148 0,-3-2-292 16,-4 7-136-16,-1-3-100 0,-3 3-176 15,-3 7-32-15,-6-4-4 0,-2 6-24 16,-10 5 36-16,1-3 340 0,-4 3-108 0,-4-2-292 16,-7 1-148-16,-9 3-48 15,-1-3-8-15,-7 2-116 0,-4-3-56 0,4 2-136 16,-3-1-124-16,8-7-72 0,-2 0-148 15,9-5-460-15,4-5-1260 0,9-2-3541 0</inkml:trace>
  <inkml:trace contextRef="#ctx0" brushRef="#br0" timeOffset="144763.365">22599 12252 11021 0,'0'0'2128'16,"0"0"-1008"-16,0 0-260 0,91-63-92 16,-55 38-128-16,4 0-352 0,0-5-276 15,0 5 36-15,-5 3-48 0,1 3 0 16,-4 9 72-16,0 3 80 0,-8 7 120 15,0 4 260-15,-5 9 212 0,-2 9-144 0,-6 6-304 16,2 4-40-16,-2 3-12 16,-3 2 40-16,1 3 8 0,-1 1 36 0,3-4 12 15,6 5-12-15,-6-8-83 16,2 2-125-16,-2-5-24 0,-3-2-96 16,0-4-52-16,4-5 40 0,-8-2-120 0,4-4 47 15,-4-6-327-15,4-4-224 0,0-4-328 0,0-7-324 16,4-2-1428-16,4-17-3473 0</inkml:trace>
  <inkml:trace contextRef="#ctx0" brushRef="#br0" timeOffset="144980.66">23411 11944 4044 0,'0'0'8285'16,"0"0"-6525"-16,0 0-988 0,0 0-80 0,0 0 588 0,0 0-308 15,-95 32-72-15,70-7-112 31,2 11-140-31,-1 1-88 0,0 8-48 0,0 0-28 16,-4 2-55-16,0 4-141 16,-4-1-140-16,0 2-148 0,-3 0-36 0,-5-3-36 0,4-2-52 15,5-6-192-15,3-5-181 0,0-4-235 16,11-4-120-16,2-9-168 0,7 0-748 0,3-9-2056 16,5-1-1669-16,5-9-2334 0</inkml:trace>
  <inkml:trace contextRef="#ctx0" brushRef="#br0" timeOffset="145395.927">23698 12525 6260 0,'0'0'1704'0,"0"0"3349"0,0 0-3933 0,0 0-852 16,0 0 36-16,0 0 464 15,0 0 4-15,0 0-236 0,0 0-188 0,84-44-12 16,-77 44 48-16,-2 3 60 16,-5 6 24-16,0 7-84 15,0 0-104-15,0 6-60 0,0 3 12 0,0 0-108 0,-5-1 24 16,5-2-40-16,0-3-72 0,0-3-36 16,5-4-48-16,7 1-24 15,-5-7-28-15,6 0-376 16,-1-6-212-16,-1 0-100 0,2-3-168 15,-2-6-636-15,-7-1-1440 0,5-9-4021 0</inkml:trace>
  <inkml:trace contextRef="#ctx0" brushRef="#br0" timeOffset="145564.519">23869 12141 8232 0,'0'0'6385'15,"0"0"-4585"-15,0 0-964 0,0 0-252 0,0 0-80 0,0 0-168 16,112-51-336-16,-68 35-308 16,8 0-1208-16,-13 7-2760 0,10-7-5881 0</inkml:trace>
  <inkml:trace contextRef="#ctx0" brushRef="#br0" timeOffset="150374.2">9690 14040 6960 0,'0'0'260'16,"0"0"2644"-16,0 0-1627 0,-64 69-341 15,44-37-120-15,-1 4 0 16,2 5-132-16,3 0-268 0,-4 0-224 0,8 0-28 0,-3 1 24 16,2-1 12-16,1-3-152 0,0-3 28 0,4-7-24 15,4-2 60-15,0-11 44 0,1-2 32 16,3-6-52-16,0-4-136 0,0-3-40 16,0 0-284-16,0 0-92 0,7-3 64 0,1 0 48 15,-4 3 168-15,5 0 48 16,-2 0-40-16,5 6 128 0,-3 7 176 0,2 9 292 15,-3 3 44 1,8 7-92-16,-4 5-48 16,4 3 176-16,-4 0-40 0,-5-1-272 0,6-2-136 15,-5-2-52-15,-4-3-40 0,3-3-8 0,-3-1-12 0,1-5-148 0,-1-4-172 16,0-7-168-16,3 1-108 0,5-10-300 16,1 1-428-16,-2-4-896 0,2-10-733 15,10-12-1675-15</inkml:trace>
  <inkml:trace contextRef="#ctx0" brushRef="#br0" timeOffset="150580.879">10092 14443 10949 0,'0'0'2128'15,"0"0"-1084"-15,0 0-348 0,15 75 536 0,-7-42-104 16,1-1-208-16,-1 3-192 0,-1-4-348 15,1-3-208-15,1-1-124 16,2-9-48-16,-3-1-428 0,5-9-288 0,-2-1-52 0,2-7-216 0,2 0-552 16,2-13-288-16,-2-6-473 0,1 4-1571 15,4-15-800-15</inkml:trace>
  <inkml:trace contextRef="#ctx0" brushRef="#br0" timeOffset="150722.531">10390 14372 5520 0,'0'0'2520'0,"0"0"-652"0,0 0-91 0,0 0 231 0,0 0-412 31,-75 36-536-31,51-8-500 0,-4 7-224 0,0 10-100 16,0-1 24-16,1 1 12 0,-6 2-100 0,10-6-128 0,-1-2-44 0,0-5-136 15,12-2-312-15,0-9-432 0,4-4-528 16,4-7-900-16,4-2-2553 0</inkml:trace>
  <inkml:trace contextRef="#ctx0" brushRef="#br0" timeOffset="150874.335">10594 14674 11597 0,'0'0'2516'0,"0"0"-1692"0,0 0-360 0,0 0 356 16,32 84-44-16,-29-59-356 0,1-3-284 16,-4 0-136-16,0-3-232 0,0-3-328 31,0-4-260-31,0-2-540 0,0-1-904 0,0-5-2621 0</inkml:trace>
  <inkml:trace contextRef="#ctx0" brushRef="#br0" timeOffset="151053.258">11013 14605 1160 0,'0'0'10865'0,"0"0"-9217"16,0 0-1520-16,0 0 228 0,0 0 60 15,0 0-416-15,75-16-100 16,-47 4-804-16,4 1-628 0,-4 3-1177 16,15-9-2871-16</inkml:trace>
  <inkml:trace contextRef="#ctx0" brushRef="#br0" timeOffset="151175.017">11614 14518 10092 0,'0'0'4677'0,"0"0"-3585"0,0 0-560 0,0 0 452 16,0 0-364-16,0 0-140 0,0 0-220 15,0 0-260-15,91-21-48 0,-67 8-744 16,1-3-252-16,-2 0-448 0,5 4-1276 16,-8 2-2525-16,16-2-1687 0</inkml:trace>
  <inkml:trace contextRef="#ctx0" brushRef="#br0" timeOffset="151308.281">12120 14408 11145 0,'0'0'2740'0,"0"0"-1852"0,0 0-460 0,0 0 164 0,0 0 0 0,0 0-304 15,96 19-188 1,-68-19-100-16,-1-3-636 0,6-7-960 16,-10 4-1084-16,9-11-3469 0</inkml:trace>
  <inkml:trace contextRef="#ctx0" brushRef="#br0" timeOffset="151623.59">12626 14274 13845 0,'0'0'2964'0,"0"0"-2204"16,0 0-688-16,0 0-72 0,0 0 88 0,0 0 148 0,99-28-28 15,-63 12-208-15,8-3-96 16,-4-1-400-16,-1 1 136 0,-2 5 60 16,-5 3-12-16,-9 5 176 15,1 4 136-15,-11 2 48 0,-2 5 192 16,-7 11 292-16,0 7 76 0,-4 5-148 15,0 7-152-15,0 0 48 0,0 2 72 16,0 3 40-16,0-3-200 0,0-2-96 16,0 0-52-16,0 0-76 0,0-7-44 15,0-3-48 1,4-6-84-16,0-2-324 0,1-4-168 0,-2-7-16 0,1-3 12 0,0 0-192 16,0-3-684-16,0-3-1204 0,0-3-2153 0,8-13-2755 15</inkml:trace>
  <inkml:trace contextRef="#ctx0" brushRef="#br0" timeOffset="151794.465">13251 14141 10949 0,'0'0'2408'0,"0"0"-1796"0,0 0-356 0,-88 77 552 0,61-49 504 16,-6 7-268-16,2-4-240 0,4 4-136 15,-1-3-264-15,0 0-232 0,0 0-172 16,0-1-112-16,0-2-368 0,0 0-260 15,-4-3-316-15,4-5-800 0,9-5-1388 16,-9 3-2829-16</inkml:trace>
  <inkml:trace contextRef="#ctx0" brushRef="#br0" timeOffset="152342.16">13323 14341 13597 0,'0'0'2388'16,"0"0"-2072"-16,0 0-316 0,0 0-392 0,0 0 392 0,0 0 36 16,0 0 256-16,80-57 24 15,-60 54-156-15,-5 3-84 0,2 0 136 0,-10 13 260 0,1 5 256 16,-8 5-84-16,0 6 20 15,-12 5-300-15,-4 1-156 0,1-3-84 16,-6 0 36-16,6-4-4 0,2-2-148 0,2-7-8 16,3-6-44-1,4-7-52-15,4 0-28 0,0-6-96 16,12 0-328-16,4-9 128 0,7-5 124 0,9-5 100 16,0 1 0-16,-4-5-224 0,4 4-76 15,-4 0 236-15,-4 4 196 16,0 5 64-16,-8 4 112 0,-4 3 76 0,0 3 32 15,-5 0 4-15,-3 3 208 0,1 6 88 16,-1 4-104-16,0-1-144 0,0 4-164 0,0-2-96 0,-1-3-4 16,-3-1-8-16,9-3-196 15,-5-1-320-15,0 0-236 0,0-6-348 16,-4 4-1312-16,0-2-4245 0</inkml:trace>
  <inkml:trace contextRef="#ctx0" brushRef="#br0" timeOffset="153226.868">13833 13887 196 0,'0'0'2724'0,"0"0"4496"0,0 0-5379 0,0 0-537 15,0 0-260-15,0 0 16 0,95 16-396 16,-70-16-168-16,-1-4-188 0,0 2-144 15,-9-1-76-15,2 3-88 0,-10 0-60 0,1 3-120 16,-8 9 180-16,0 11 408 0,-8 11 4 16,-8 5-216-16,0 5-144 0,-8 7 8 15,0-4 52-15,5-3 0 0,-1-2-100 16,8-7-12-16,3-6-52 0,6-8-20 0,3-4-140 16,7-5-232-16,10 1 44 0,-6-1 152 0,10 2 160 15,-5 2 76-15,-1-4-36 0,2 7 36 16,-2 3 12-16,2 0 16 15,-2 8 144 1,-7-2 4-16,4 1 48 0,-8-2-88 0,0 3 72 0,-4-2-120 0,0-3-76 16,0 1-8-1,0-1-140-15,-8-3-76 0,1 1-76 0,-2-4-160 16,-3 0-120-16,1-6-88 16,-2-1-104-16,-2-2-472 0,6-7-1477 0,1-3-4299 15</inkml:trace>
  <inkml:trace contextRef="#ctx0" brushRef="#br0" timeOffset="153651.274">15315 14265 11985 0,'0'0'1916'0,"0"0"-676"0,4 76-448 0,-4-45 288 16,0 5-28 0,0-1-40-16,-8-1-216 0,4-2-328 0,0-6-344 15,4-10-124-15,-4-3-184 0,4-11-416 0,0 2-368 16,0-4-244-16,4-10-816 0,0 3-2240 15,0-14-3501-15</inkml:trace>
  <inkml:trace contextRef="#ctx0" brushRef="#br0" timeOffset="153812.944">15240 13964 8020 0,'0'0'5337'0,"0"0"-3713"0,0 0-768 0,0 0-124 0,0 0 76 15,0 0 144-15,0 0-520 16,0 0-432-16,87 15-380 0,-59-11-896 0,-4-1-960 16,7-3-3537-16</inkml:trace>
  <inkml:trace contextRef="#ctx0" brushRef="#br0" timeOffset="154059.927">15717 14246 12477 0,'0'0'3864'0,"0"0"-2732"0,0 0-340 0,0 0 156 16,-60 66-68-16,57-50-352 0,-1-3-320 16,4-1-136-16,0 5-72 0,7-1-12 15,2 0 12-15,7 3 96 0,0 3-24 0,3-3-20 16,2 3-40-16,-1 1 48 16,-1-5-60-16,1 4 0 0,1-5-48 0,-6 2-40 15,1-4-32-15,4 1-248 0,-8-3-156 16,0 3 72-16,-4-4 24 0,0-2 120 0,-8 2 72 15,0-5 52-15,0 2-136 0,-12-2 36 16,-4 0-88-16,-4-5-100 16,0 3-292-16,-8-5-700 0,8-7-404 0,0 0-2177 0,-4-12-443 15</inkml:trace>
  <inkml:trace contextRef="#ctx0" brushRef="#br0" timeOffset="154644.984">17264 14309 144 0,'0'0'12837'15,"0"0"-10441"-15,0 0-1188 0,0 0-188 0,-88 32-92 16,64-9-216-16,-4 2-76 0,0 10 0 16,4 0 12-16,1 3-16 0,3-3-159 0,3-1-85 15,6-9-196-15,3-2-116 16,4-4-76-16,4-6-64 0,0-7-152 16,4 1-256-16,4-7 156 0,3 0 47 0,6-10 101 15,3-3 8-15,-1-5-8 0,1-5-200 16,4 5 28-16,-4-6 120 0,0 3 84 0,0 1 40 15,0 1 20-15,0 0 76 16,-9 0 0-16,6 0 52 0,-9 7 32 0,-1 2 88 16,-3 4 108-16,-4 6-24 0,5 0-36 15,-1 6 36-15,0 10 96 0,0 3-11 0,3 9-37 16,1 7-76-16,1 0-80 0,-2 4-148 0,10-7-12 16,-2-4-160-16,5-9-605 15,8-3-295-15,-1-10-272 0,10-6-1044 31,-14 0-2760-31,18-10-5205 0</inkml:trace>
  <inkml:trace contextRef="#ctx0" brushRef="#br0" timeOffset="155282.439">17945 13811 860 0,'0'0'2324'0,"0"0"5929"0,0 0-6789 0,0 0-168 0,0 0-20 0,0 0 44 0,0 0 132 16,44 83-296-16,-37-36-396 15,-7 10-296-15,0 4-208 0,0-1-88 0,-7-2 16 16,-1-8-12-16,4-3-28 0,-5-9-72 16,5-3-72-16,4-10 0 0,0-2-12 15,0-7-144-15,0-6-64 0,0-4-72 0,4-3-100 16,5-3-60-16,-1 0 76 0,-1 0 116 0,1 0-156 16,1 0-52-16,2-6 84 0,-3 0 100 15,9 2 160-15,-10-2 28 0,10 3 96 0,-6 3 24 16,1 0 200-16,0 0 20 0,0 3 40 15,0 3 100-15,-4 7-4 16,4 3-60-16,-4 0-40 0,-4 2 4 0,-4 5-40 16,0-5-88-1,0 5 4-15,0-4-64 0,-8 0-48 16,0-3 76-16,-8 0-4 0,4-3-20 0,0-4-88 16,-4-2-12-16,4-4-244 0,1-3-84 15,-2-3-4-15,2-7-60 16,3 1-184-16,-1-7-60 0,9-3-316 0,0-3-560 15,4-7-568-15,9 1-640 0,-2 5-2329 16,13-12-1302-16</inkml:trace>
  <inkml:trace contextRef="#ctx0" brushRef="#br0" timeOffset="155619.657">18614 14284 2844 0,'0'0'7972'16,"0"0"-4999"-16,0 0-1153 0,0 0-404 0,0 0-92 15,-75 76-228-15,39-45-8 0,0 5-260 0,-1 2-207 16,6-3-197-16,11 0-120 16,4-10-172-16,4-2-132 0,9-4-60 15,3-7-60-15,0-2-48 0,3-7-40 0,5 0-96 16,5-3-25-16,6 0 1 0,1-6-120 16,4-7 156-16,-1 0 108 0,2-2 12 15,-5 2-36-15,-5-4 36 0,2 5 64 0,-2 3 64 0,-2-1 44 16,-6 0 12-16,1 5 36 0,-4 1 12 15,1 4-12-15,-5 0 100 0,4 0 208 16,-4 6-52-16,7 7 12 0,-3 4-108 0,4 4-24 16,1-2-16-16,-6 4-36 15,5-4-64-15,0-4-68 0,-4-5-136 16,4-1-348-16,4-9-348 16,3 0-36-16,6 0-228 0,-1-15-516 15,-5 2-2360-15,17-19-3745 0</inkml:trace>
  <inkml:trace contextRef="#ctx0" brushRef="#br0" timeOffset="155783.867">19085 14268 6352 0,'0'0'8221'16,"0"0"-6181"-16,0 0-1020 0,-60 73 312 0,40-44 32 16,-1-1-320-16,6 1-275 0,-2-4-261 0,6-3-296 15,7-9-212-15,0 0-396 16,0-6-373-16,4-5-251 0,4 1-164 0,4-3-232 15,8-3-1020-15,0-3-1988 0,12-13-1769 16</inkml:trace>
  <inkml:trace contextRef="#ctx0" brushRef="#br0" timeOffset="155953.222">19351 14341 8112 0,'0'0'5853'15,"0"0"-4385"-15,0 0-688 0,-36 83 256 16,25-55 276-16,-6 4-280 0,6-4-212 15,3-5-320-15,-1 0-352 0,9-9-148 16,0 0-400-16,0-5-408 0,0-6-184 16,9 1 16-16,-1-4-192 0,3 0-504 15,6-11-1048-15,-6 6-1921 0,10-11-2475 0</inkml:trace>
  <inkml:trace contextRef="#ctx0" brushRef="#br0" timeOffset="156986.137">19085 14265 3664 0,'0'0'4208'16,"0"0"-2508"-16,0 0-552 0,0 0-27 15,0 0 147-15,0 0-88 0,0 0-56 0,0 0-164 16,0 0-276-16,0 0-112 0,32-63 60 0,-41 72-140 16,-3 1-48-16,-3 9-236 15,-5 3 48-15,-1 3-120 0,-3 6 0 0,5-2 48 0,-1 1-16 16,4-5-32-16,4-3-92 15,0 0-44-15,4-6-8 0,3-4-40 16,2 1 36 0,3-7 4-16,0 4 8 0,0-4 4 0,0 1-4 15,8-1-60-15,8 4-28 0,-4-3 28 16,8 1 60-16,0 3-8 0,-1-3-52 16,1 3 8-16,1-2 40 0,-2 0-36 15,-3-2 44-15,0 2 4 0,-4 1 96 16,0-4 16-16,-8 0 96 0,0 1-76 15,0-1-32-15,0 0-52 0,-4 1-36 0,0-4 48 0,0 3-24 16,0 0-36-16,-4-3-96 0,0 4-12 16,-4-4-112-16,4 0-272 0,-4 0-56 15,5-3-56-15,-6 0-12 0,9 0-228 0,0-3-572 16,0-10-704-16,9 1-801 16,-6-1-2179-16,17-12-619 0</inkml:trace>
  <inkml:trace contextRef="#ctx0" brushRef="#br0" timeOffset="157153.814">19375 14405 7200 0,'0'0'2608'16,"0"0"-1007"-16,0 0-89 16,0 0 52-16,0 0-76 0,0 0-360 0,0 0-336 15,0 0-184-15,28 72-168 0,-28-46-144 16,0-1-12-16,0 0-88 16,-4 1-76-1,0-3-20-15,0-4-100 0,1-4 0 0,-2-2-284 0,1-3-204 16,0-4-44-16,0-3-20 0,4-3-132 0,-4-3-668 15,4 0-1440-15,0-16-2945 0</inkml:trace>
  <inkml:trace contextRef="#ctx0" brushRef="#br0" timeOffset="157317.584">19391 14166 10736 0,'0'0'2669'0,"0"0"-1057"0,0 0-316 0,0 0 112 0,0 0-348 15,0 0-308-15,0 0-336 16,0 0-184-16,0 0-232 16,100 17-312-16,-72-17-448 0,4 0-324 0,3-4-444 15,-7 2-1620-15,12-9-4449 0</inkml:trace>
  <inkml:trace contextRef="#ctx0" brushRef="#br0" timeOffset="157605.828">19917 14240 12377 0,'0'0'2644'16,"0"0"-1336"-16,0 0-320 0,0 0 248 16,-95 82-56-16,75-63-388 0,3 4-316 0,6-1-196 15,7-3-204-15,0 0-76 0,4 0-8 16,0 0 0-16,4 0 0 16,7 0 8-16,2-3-4 0,2 0-84 0,-2-1-96 15,2 2 40-15,2-2 140 0,-2-3 0 0,-2 2-4 0,-2-1-4 16,-3-1-48-16,0 1 48 0,0-7-36 15,-4 4 36-15,0-1-60 0,-4-3-24 16,-4 4-248-16,-4-4 148 0,-8 1 52 16,5 3-16-16,-6-3-100 0,-2-3-68 0,-1 0-324 15,-1-1-428-15,6-3-656 0,-2 0-1372 32,2 0-3565-32</inkml:trace>
  <inkml:trace contextRef="#ctx0" brushRef="#br0" timeOffset="157787.041">20554 14684 16905 0,'0'0'3724'15,"0"0"-2944"-15,0 0-452 0,0 0-183 0,0 0-77 16,0 0-68-16,0 0-377 0,0 0-135 15,0 0-328-15,0 0-224 0,-71 13 28 16,55-6-692-16,-16-2-4065 0</inkml:trace>
  <inkml:trace contextRef="#ctx0" brushRef="#br0" timeOffset="165916.595">22216 14065 8856 0,'0'0'4281'16,"0"0"-3033"-16,0 0-540 0,0 0 120 15,0 0 524-15,0 0-188 0,0 0-488 0,0 0-96 16,0 0-104-16,-60 0 72 0,60 0 24 0,0 0-60 0,0 0-87 15,0 0-121-15,0 0-4 0,0 0-80 16,0 0-100-16,5 0-108 0,6 0 0 16,10 0 132-16,7 0-20 0,11 0-20 15,1 0-104-15,12 0-60 0,-1 0 0 0,1-3 48 16,8 0-40-16,-4 3-32 0,-4-4-12 16,-1 1 12-1,1 3-48-15,-9 0-16 0,-2 0-68 16,-9 0-88-16,-13 0-12 0,-2 0-1 0,-10 0 17 15,-3 3-8-15,-4 4 68 16,-8 5 240-16,-8 4 72 0,-3 6-72 0,-9 5-148 16,-4 4 4-16,-4 1 56 0,-4 2-44 15,0 7-112-15,-3 0 12 0,2 5-28 16,-2 4 212-16,-6-2 48 0,6 6 4 0,-5-4 0 16,8-2 44-16,1 0 0 0,-1-6-44 15,8-2-4-15,4-1 8 0,0-4 40 0,8-7-40 16,5-2 88-16,2-5 40 0,5-5 12 15,5-3-40-15,3-3-8 0,3-4-52 16,5 0 148-16,9 1-16 0,2-4 16 16,5 1 0-16,4-1-64 0,0-3-8 0,4 0-76 0,3-3-40 15,1-1 64-15,5-3-24 16,-6-2 12-16,5 0-8 0,-4-4-40 0,-1 1-12 31,2-5-52-31,-5 2-104 0,0-5-244 0,0 5-64 0,-4-4 84 16,-5 3-204-16,1 0-168 0,-4 2-256 0,-1 0-764 15,-6 0-332 1,-5 2-684-16,-1 5-1765 0,-3-4-631 0</inkml:trace>
  <inkml:trace contextRef="#ctx0" brushRef="#br0" timeOffset="166834.105">23020 14128 808 0,'0'0'7172'15,"0"0"-6200"-15,0 0-504 0,0 0-144 16,-75 74 2289-16,47-46-1385 0,4 1-668 0,-8 2-156 0,0 7-12 16,4 0-64-16,-7 4-88 0,3 2-4 15,-4 1-48-15,4 2-36 0,-3 0 24 0,3-2-176 16,4-4-92-16,4-2 4 15,-1-4-24-15,10-9 36 0,2-7-100 16,6-7-176-16,7-6-216 0,0-2-104 0,0-4-128 16,7-4-300-1,6-2-377-15,2-11 405 0,2 5-1056 16,7-9-928-16</inkml:trace>
  <inkml:trace contextRef="#ctx0" brushRef="#br0" timeOffset="167213.17">23347 13919 10244 0,'0'0'2085'16,"0"0"-261"-16,0 0-700 0,0 0 48 16,0 0-28-16,0 0-120 0,0 0-124 0,0 0-228 15,0 0-332-15,12 86-168 16,-12-61-36-16,-8 4-52 0,-3-1-72 15,3-3-12-15,-5 2-4 0,6-13-132 0,3-1 16 16,0-2-64-16,4-9-120 16,0-2-40-16,0 0-84 0,4-2-124 0,7-9 84 0,10-2 460 15,-2-5 0-15,9-5-44 0,-4-2 40 0,4 3-28 16,-4-3 40-16,-3 3 136 0,-2 6 12 16,-3 3 36-16,-4 3 0 0,-5 8 40 15,-3-3 32-15,1 5 12 0,-1 5 4 16,0 1 204-16,4 6-160 0,-1 1-180 0,2 2-128 15,-1 8-8-15,-4-4 0 0,7 0-8 16,-6 3-92-16,3-3-20 0,3-3-356 16,-3 1-260-16,1-9-272 0,2 3-504 0,-3-5-980 15,12 0-3065-15</inkml:trace>
  <inkml:trace contextRef="#ctx0" brushRef="#br0" timeOffset="167545.543">24180 14307 3604 0,'0'0'5780'0,"0"0"-4744"0,0 0-19 0,0 0 623 0,0 0 24 0,0 0-456 16,0 0-164-16,0 0-116 0,0 0-160 15,0 0 188 1,76 44 84-16,-16-35-612 0,8-3-112 16,7-2-52-16,9-2-140 0,4-2 45 15,0 0-165-15,-2 0-4 0,2-6 0 0,-4 0-84 16,-4-1-73-16,-1-5-247 15,-6 3-68-15,-6-7-444 0,-11 0-312 0,-16-3-528 16,-12 3-2180-16,-9 0-1077 0,-14-3-2343 16</inkml:trace>
  <inkml:trace contextRef="#ctx0" brushRef="#br0" timeOffset="167774.94">25196 14068 6292 0,'0'0'2456'0,"0"0"-712"0,0 0-83 0,0 0 51 15,0 0-308-15,0 0-308 0,0 0-212 16,96 22-228-16,-68-12-112 0,0 2-76 16,0 1-76-16,0 1-156 0,-8 0-116 15,-1 5 16-15,-11 0 24 0,-3 8-28 0,-5-2 76 16,-5 6-36-16,-11 2-60 0,-8 1-28 16,0-3-76-16,-8 5-8 0,-3 2-48 15,-1-7-112-15,0 4-156 0,4-6-200 0,4-6-244 16,4-4-328-16,9-7-620 0,10-5-1484 15,5-7-3489-15</inkml:trace>
  <inkml:trace contextRef="#ctx0" brushRef="#br0" timeOffset="168220.471">26308 14153 3284 0,'0'0'9341'16,"0"0"-7733"-16,0 0-1244 0,0 0-212 0,0 0 116 15,0 0 208-15,0 0 544 0,115-2-148 0,-62 2-228 0,2 2-200 16,1 5-12-16,-1-1 184 15,1 7-92-15,-3-3-304 16,-6-1-220-16,-8 4 0 0,-2-3-84 0,-9-1-28 0,-13 1-32 16,-7 2-116-16,-8 4-44 15,-11 6 300-15,-14 4 0 0,-10 5-72 0,-5 8 76 16,-8-1 48-16,-4 3 184 0,-3 3-96 16,3 0-88-1,-4 1-40-15,0 0 64 16,9-1-12-16,-2-2 28 0,14-5 44 0,7 2 76 0,12-7-60 0,16-4-88 15,0-3 52-15,20-2-112 16,8-4-4-16,7 0-8 16,13-4-76-16,5-2-44 0,2-3-64 0,4-8-172 15,-3 3-208-15,4-5-52 0,-8-7-124 16,-1-5-240-16,-6-4-568 0,-13-1-1104 16,7-11-3265-16</inkml:trace>
  <inkml:trace contextRef="#ctx0" brushRef="#br0" timeOffset="168424.31">27069 14341 11865 0,'0'0'2312'16,"0"0"-1680"-16,0 0-516 0,-80 77 284 0,48-43 392 16,-4 7 64-16,1 1-248 0,-5 6-112 0,-4-1-128 15,0 0-168-15,0 1-140 0,0-1-60 0,-4-1-48 16,9-9-412-16,-1-2-368 0,8-6-360 15,8-10-588-15,13-6-392 16,7-3-925-16,8-10-2811 0</inkml:trace>
  <inkml:trace contextRef="#ctx0" brushRef="#br0" timeOffset="168946.597">27575 13953 1212 0,'0'0'11237'0,"0"0"-9353"16,0 0-912-16,0 0-216 0,0 0 916 0,0 0-44 0,0 0-284 15,-28 87-504-15,20-62-355 0,4 4-85 16,0-4-84-16,0 0-48 0,4-3-100 15,-4-2-60-15,4-4-24 0,0-4-32 0,0-2-52 16,0-1-148-16,4-2-8 0,0-4-24 16,8-3-100-16,0 0 36 0,11 0 28 15,2-10 44-15,6-2 76 0,1-4 24 16,0 0-1-16,5-3-63 0,-5 0 88 16,-5 0 36-16,-3-1-36 0,-4 5 36 0,-5 2 12 0,2 6 80 15,-9 4 68-15,-1 3-3 0,2 0-9 16,3 7 68-16,-5 6 64 0,6 5-172 15,-2 9-96 1,-3 0-48-16,1 2 40 0,-5 3-76 16,-1-4-112-16,1-2-425 15,0-4-375-15,4 0-364 0,-3-8-1424 0,-5 0-3473 0</inkml:trace>
  <inkml:trace contextRef="#ctx0" brushRef="#br0" timeOffset="175486.371">22842 15452 1436 0,'0'0'832'0,"0"0"-284"0,0 0-340 0,0 0 16 0,0 0 4288 16,0 0-2892-16,0 0-340 0,0 0-147 31,0 0-261-31,-36 85 8 16,27-59 188-16,-2 7-148 0,-2 4-216 0,2 9-176 0,3 6-56 16,0 3 24-16,0 8 36 0,0 0-28 0,4 2-48 15,-4-2-124-15,0 1-64 0,0 2-144 16,0 1-16-16,-8 2-104 0,4 5 0 15,-4-2 0-15,-3 5 4 0,2 2 0 0,6-6 4 32,-1 4-8-32,3-8-4 0,5-3-8 0,4-1 8 0,0-8-48 0,8-4-220 15,9-4-100-15,-2-12 112 0,9-8 32 16,4-10-168-16,4-6-252 0,8-11-236 0,0-2-212 16,3-12-684-16,2-7-808 0,-13 3-1793 15,11-19-2523-15</inkml:trace>
  <inkml:trace contextRef="#ctx0" brushRef="#br0" timeOffset="175818.697">23877 15754 9472 0,'0'0'2821'0,"0"0"-793"0,0 0-316 0,56 76-172 16,-39-38-292-16,-2 6-392 0,1 5-304 15,0 1-260-15,-4 4-132 0,-4 4-64 0,0 2-92 16,0 0 4-16,0 3 44 16,0 4 8-16,7-3 160 0,-6-1-104 15,-1-2-116-15,-4-1-60 0,-4-2-100 0,0-6-192 31,-8 0-124-31,-9-1-172 0,-2-6-52 16,-5-1-40-16,-8-6-92 0,0 0-188 0,1-7-392 16,-1-5-176-16,0-3-500 0,0-11-253 15,12-5-151-15,-8-7-804 0</inkml:trace>
  <inkml:trace contextRef="#ctx0" brushRef="#br0" timeOffset="176286.635">24682 16062 5852 0,'0'0'2860'15,"0"0"1037"-15,0 0-1761 0,0 0-484 16,37 69-432-16,-34-30-268 0,-3 2-240 0,0 10-292 16,0-3-128-16,-3 3-156 15,-6-4-52-15,5-3-84 0,-4-5-48 0,1-4-76 16,-6-5-60-16,9-6-208 0,-4-6-148 15,5-5-260-15,-1-6-116 16,4-4-688-16,-4-3-856 0,4 0-2045 0,0-3-2651 16</inkml:trace>
  <inkml:trace contextRef="#ctx0" brushRef="#br0" timeOffset="176441.978">24837 16424 7140 0,'0'0'4049'0,"0"0"-2329"0,0 0-308 16,0 0 88-16,104-3-472 0,-64 3-468 0,8-3-260 15,3 0-180-15,9-4-120 0,0-5-212 16,4-1-172-16,-1-3-316 0,-3 0-720 16,-4 0-852-16,-16 0-2301 0,4-3-1351 0</inkml:trace>
  <inkml:trace contextRef="#ctx0" brushRef="#br0" timeOffset="176671.344">25479 16189 1160 0,'0'0'7444'0,"0"0"-5812"0,0 0-615 0,0 0 11 0,0 0 72 15,108 48-352-15,-72-36-252 0,3 1-116 0,2-1 108 0,-6 5-312 16,1 2-176-16,-4 0-24 16,-8 3 12-16,-5 3-188 0,-2 1-168 0,-10 2-48 15,-3 1-52-15,-4-1-16 0,-11 1 140 16,-9 0 52-16,-5-1 100 0,-6 4 40 15,-1 0-144-15,-8-4-204 0,4 5-372 0,5-12-781 16,-14 5-2791-16</inkml:trace>
  <inkml:trace contextRef="#ctx0" brushRef="#br0" timeOffset="177312.473">27084 16154 1592 0,'0'0'9941'16,"0"0"-7957"-16,0 0-956 0,0 0-348 0,0 0-40 15,0 0-132-15,0 0-48 0,0 0-160 16,92-28-100-16,-60 14-28 0,5 0-100 0,-6 0-72 16,5 4-88-16,-4 1 12 0,-4 6 4 15,0 3-52-15,-5 10 124 0,-3 5 84 16,-3 14 204-16,-6 3-52 0,-7 9-4 0,-4 0-8 16,0 3-64-16,-4-2 52 0,0 3-52 15,-3-8-88-15,-2-2-64 0,5-3-8 16,0-6 0-16,0-7-48 15,1-6-124-15,3-7-212 0,0-4-248 0,3-2-336 16,5-5-416-16,9-11-412 0,-6 4-2061 16,13-18-2847-16</inkml:trace>
  <inkml:trace contextRef="#ctx0" brushRef="#br0" timeOffset="177468.578">27634 16056 8748 0,'0'0'2469'0,"0"0"-1009"0,0 0-336 15,0 0-160-15,-95 70-296 0,67-35-256 16,-4 2-148-16,4 8-32 0,-4 3-8 16,0 3-12-16,4-4-88 0,0-6-124 15,5 1-112-15,3-8-388 0,8-9-484 0,4-2-508 16,4-10-900-16,4 0-2869 0</inkml:trace>
  <inkml:trace contextRef="#ctx0" brushRef="#br0" timeOffset="177638.638">27822 16452 1292 0,'0'0'7156'15,"0"0"-5188"-15,0 0-435 0,0 0-89 0,0 0-212 0,0 0-200 16,0 0-248-16,36 74-312 0,-36-58-184 16,0-2-172-16,0 3-116 0,0-4-88 15,-5-3-460-15,2-4-520 0,-1 0-396 16,-4-6-656-16,-4 0-3665 0</inkml:trace>
  <inkml:trace contextRef="#ctx0" brushRef="#br0" timeOffset="177774.057">27913 16154 572 0,'0'0'9200'0,"0"0"-7559"16,0 0-1101-16,0 0 200 15,0 0-432-15,84 0-308 0,-48-3-1460 0,-8-3-1629 0,16-10-4415 16</inkml:trace>
  <inkml:trace contextRef="#ctx0" brushRef="#br0" timeOffset="178233.478">29906 15233 4196 0,'0'0'6348'15,"0"0"-4047"-15,0 0-853 16,0 64-384-16,0-32-68 0,0 0-288 0,-4 3-284 16,-4-1-188-16,4-2-176 0,-1-3-8 0,2-8-52 0,-1 0-112 0,4-10-188 15,0-1-420-15,0-6-336 16,0-4-244-16,0 0-596 0,0-4-913 16,0-9-3307-16</inkml:trace>
  <inkml:trace contextRef="#ctx0" brushRef="#br0" timeOffset="178392.75">29902 14979 3236 0,'0'0'716'0,"0"0"6353"0,0 0-5309 0,0 0-576 16,0 0-476-16,0 0-592 0,0 0-64 0,0 0-52 15,95 4-788-15,-55-1-1024 0,-12-3-1397 0,16 0-3319 16</inkml:trace>
  <inkml:trace contextRef="#ctx0" brushRef="#br0" timeOffset="178606.932">30392 15074 6716 0,'0'0'4112'0,"0"0"-2083"0,0 0-729 0,0 0 12 0,0 0 132 32,-84 80-340-32,69-62-412 0,-6 1-360 15,10 1-196-15,-2-1-52 0,9 0-8 0,1 4-68 16,-1-2 0-16,4 2 64 0,4-2 88 15,3 3-64-15,6-2-84 16,-2 0-12-16,5 0-16 0,-4-3-32 0,4 0 40 16,-4 0 4-16,4 1 0 0,-8-5 0 15,0-1-44-15,0-3 36 0,-8 3 0 0,0-6-184 16,-12 3-396-16,0 1-172 0,-8-3-192 16,0-2-212-16,0-1-116 0,1-2-636 0,2-1-2037 15,-2-3-959-15</inkml:trace>
  <inkml:trace contextRef="#ctx0" brushRef="#br0" timeOffset="185986.928">31500 14977 6280 0,'0'0'2504'0,"0"0"-1428"0,0 0 2137 16,0 0-1765-16,0 0-236 0,15-68-156 0,-15 56-12 0,0-1-192 15,0 1-116-15,0 2 48 0,-4 0-100 16,0 1-100-16,4 3 97 16,-3-1-29-16,-1 1-228 0,0 6-168 0,0-3-148 0,-1 3-52 15,-3 0-56-15,1 0-72 0,-1 0 0 0,-8 0-64 16,-5 0 40-16,2 6 24 16,-1 4 72-16,0 5 12 0,0 5-4 15,0 8 40-15,1 10 84 0,2 3-68 0,2 10-64 16,2 3-76-16,2-1-104 15,3-1 36-15,-1-8-100 16,5-9 124-16,4-10 24 0,0-9-88 16,13-6 68-16,2-10 112 15,2 0-52-15,6-10 56 0,5-6 24 0,4-5-24 0,3-5-84 16,2-6-112-16,3-3-121 0,-1-3 53 16,1 1 32-16,-4 1-84 0,0 1 60 15,-4 0 36-15,-8 3 24 0,-5 1-24 16,-2 5 24-16,-6 4 84 0,-3 7 112 0,1 2 12 0,-9 9 100 15,0 4 96-15,0 7 160 16,0 5-52-16,-9 7-132 0,1 4-52 16,1 2 76-16,-1 4-88 0,-5-3-112 0,6-1-8 15,-5-6-108-15,3-4-196 16,6-2-148-16,-1-2-36 0,4-6-100 0,0-5-420 0,0 0-832 16,0-5-1012-16,4-2-1725 0,3-13-2363 0</inkml:trace>
  <inkml:trace contextRef="#ctx0" brushRef="#br0" timeOffset="186311.35">31902 14783 5228 0,'0'0'6157'0,"0"0"-4465"0,0 0-444 0,0 0 240 0,0 76 40 16,-8-45-416-16,-4 1-236 0,0 4-80 15,-4-3-164-15,0 3-96 0,0-1-108 16,0-4-127-16,0-2-165 0,8-4-136 15,5-6-72-15,3-6-88 0,3-3-109 16,9-8-59-16,12-2 112 0,0-8 92 16,12-9-36-16,8-2 160 0,4-6 12 0,0-4-12 0,3 1-64 15,-7 0 52-15,0-1-48 0,-5 7 0 16,-7 2-12-16,-8 12-64 16,-3 4 52-16,-10 4 80 0,-7 4 4 0,-4 10 104 0,0 3 32 15,-4 5-40-15,-4 7-12 16,-7-1-84-16,-1 4-8 0,-5 0-184 15,2 2-224-15,-5 2-296 16,4-5-384-16,-5 4-928 16,10-10-1136-16,-13 11-3989 0</inkml:trace>
  <inkml:trace contextRef="#ctx0" brushRef="#br0" timeOffset="186687.616">31030 16370 6988 0,'0'0'5281'0,"0"0"-3749"0,0 0-556 0,0 0 80 0,-5 82 160 16,1-50-260-16,0 0-228 15,0 0-284-15,1-7-384 0,-1 0-60 0,4-2-112 16,-4-7-120-16,4-7-176 0,0-3-108 0,4-6-116 15,0 0 44-15,3-6-204 16,6-10 76-16,-6-6-304 0,5-6-1088 16,-4 2-2341-16,4-16-2479 0</inkml:trace>
  <inkml:trace contextRef="#ctx0" brushRef="#br0" timeOffset="186836.999">31021 15881 12297 0,'0'0'2104'16,"0"0"-1068"-16,0 0-448 0,0 0 192 0,0 0 76 16,0 0-360-16,0 0-336 15,0 0-160-15,76 75-420 16,-53-61-784-16,-2-4-748 0,-1-4-2917 16,8-3-2443-16</inkml:trace>
  <inkml:trace contextRef="#ctx0" brushRef="#br0" timeOffset="187140.583">31607 16005 6612 0,'0'0'4445'0,"0"0"-3097"0,0 0-20 0,0 0 240 16,0 0-348-16,0 0-420 0,-92 74-292 15,60-60-52-15,0 9 100 0,1-1-64 0,6-4-88 16,10 6-136-16,3-6-172 0,8 2-84 16,4-5 56-16,4 1-68 0,12-3-48 0,4-1 48 0,3-2 96 15,10 4 172-15,-1-6-172 0,0 5-96 16,0 3 0-16,-4 0 180 0,-5 3-60 15,-7-3-120-15,-4 3 0 0,-5-3 40 32,-7 3 80-32,0 0 52 0,-7-4 24 0,-5 2-16 15,-4 2 28-15,0-3-27 0,0 3-105 16,0-8-76-16,-4 3-64 0,5-4 64 16,-2-7-229-16,2 0-403 15,2-3-148-15,6-3-188 0,7-10-200 16,0-3-648-16,7-7-900 0,6 4-1873 0,14-25-903 15</inkml:trace>
  <inkml:trace contextRef="#ctx0" brushRef="#br0" timeOffset="187391.318">31917 16205 3484 0,'0'0'6188'0,"0"0"-3691"0,0 0-825 0,0 0-432 16,21 86 124-16,-25-65-368 0,-4 2-364 16,4-4-252-16,-1-6 140 0,5-7-128 15,5-3-220-15,11-3-12 0,4-9 8 0,3-4-92 16,5-10-76-16,4-4-96 0,5-5-48 15,2-3-52 1,-3 0 96-16,0 3 100 0,-5-3 88 16,-3 6-40-16,-3 2 48 0,-10 0-8 0,-6 2-4 15,-9 3 16-15,-4 6-88 16,-13 4 60-16,-7 8-72 0,-4 4-80 16,-4 16-32-16,-3 3-48 0,-5 6-172 0,1 7 28 0,-2 1-52 0,2-2-4 15,3 1-260-15,0-1-988 16,12-8-2556-1,-16 5-4753-15</inkml:trace>
  <inkml:trace contextRef="#ctx0" brushRef="#br0" timeOffset="187522.019">32623 16472 16469 0,'0'0'3028'0,"0"0"-3028"0,0 0-1552 0,0 0 792 15,-51-70-1220-15,19 44-4465 0</inkml:trace>
  <inkml:trace contextRef="#ctx0" brushRef="#br0" timeOffset="-212455.729">1179 16446 2912 0,'0'0'1696'0,"0"0"2288"0,0 0-3080 0,0 0 452 15,0 0 61-15,0 0 51 0,0 0-200 0,0 0-352 16,-32 0-248-16,32 0-96 0,7 0-112 16,6 0-100-16,7 0 144 15,7 0 372-15,1 0-448 0,9 0-108 0,2 0-212 16,-3 0 16-16,4 0 8 0,0-3-72 16,-4 0 40-16,0-4-100 15,-4 1-84-15,-1 0 84 0,-3 0-108 0,-4-1-40 0,-4 4-328 31,-4 0-236-31,-8 3-148 0,0 0-232 0,-5 0-564 16,-3 6-1224-16,0 1-2621 0,-7 5-1555 16</inkml:trace>
  <inkml:trace contextRef="#ctx0" brushRef="#br0" timeOffset="-212216.495">1402 16484 1044 0,'0'0'7008'16,"0"0"-5236"-16,0 0-868 0,0 0 37 15,0 0 543-15,27 83-96 0,-10-54-380 0,-2 2-404 16,2 7-128-16,-2 3-100 0,-2 7 468 16,-2 0-140-16,-2 2-348 0,-1-2-308 15,-1 0-40-15,-7-3 0 0,4-4-8 0,-4-3-212 32,0-4-32-32,0-5-152 0,-4-3-260 0,1-4-216 15,-1-3-336-15,-4-4-500 0,-1-2-504 0,-2 0-489 16,-6-4-1819-16,6-5 296 0</inkml:trace>
  <inkml:trace contextRef="#ctx0" brushRef="#br0" timeOffset="-212039.331">1207 17173 444 0,'0'0'1044'0,"0"0"5900"0,0 0-5432 0,0 0-568 16,0 0-131-1,0 0 199-15,0 0-120 0,0 0-180 0,0 0-92 0,84-22-156 16,-53 19 52-16,1 0-12 0,4-4-28 15,-4 4-192-15,3-3-72 16,-7 3-124-16,0-4-88 0,-3 0-212 0,-5 5-24 0,-1-4-112 16,-3 0-368-16,0 1-556 0,0-1-1124 15,-8 3-3365-15,0 3 709 0</inkml:trace>
  <inkml:trace contextRef="#ctx0" brushRef="#br0" timeOffset="-211687.019">1708 16929 1200 0,'0'0'8940'15,"0"0"-7791"-15,0 0-201 0,0 0 76 16,0 0 220-16,45 64-172 0,-38-39-400 16,-3 0-248-16,5 4-312 0,-5-1 60 0,0 1-108 15,0-4 272-15,-1-3-336 0,1-3-36 0,-4-9-40 16,4-4-84-16,-4-2-92 0,4-4-84 0,1-4 44 15,2-2 116-15,-3-7 52 0,4 1 48 16,1-7 64-16,2 0 12 0,-3-4 48 16,0 8-48-1,4-5 52-15,-4 11 72 0,-4-1-24 0,0 7-20 16,0 0 96-16,-4 3-24 16,0 3 8-16,4 3 28 0,-4 5 72 0,4 1-96 15,-4 1 32-15,0 6-60 16,4-4-24-16,-4 5-112 0,4-2-4 15,-4 5-56-15,4-5-76 0,0 2-152 0,0-8-284 16,-4 1-208-16,3-3-164 0,2-3-820 0,3-5-1033 16,-4-2-2047-16,4 0 4 15,-1-2 4105-15</inkml:trace>
  <inkml:trace contextRef="#ctx0" brushRef="#br0" timeOffset="-210968.47">2179 16989 1172 0,'0'0'6840'0,"0"0"-4264"0,0 0-1367 0,0 0-221 0,0 0 628 15,0 0-16-15,0 0-360 0,0 0-484 16,44 90-324-16,-32-57-148 0,-4 0 24 16,3 2-64-16,-3 0-20 0,1-1-104 15,-1-4 4-15,-1-5 60 0,6-6 12 16,-5-11-148-16,-1-4-44 0,6-4 4 0,-2-6 100 15,1-4 136-15,4-9-24 16,-4-6-24-16,4-3-132 0,0-4-64 0,-4-3-196 16,0 3-32-16,-1-4 44 0,-6 8-172 15,3-4-144-15,-8 4-92 0,0 6-196 16,0 0-52 0,-4 3-540-16,0 0-624 0,-1 3-644 0,-2 2-301 0,3 6-147 15,0 4 320-15,0 4 900 0,4 4 1876 16,0 4 156-16,0 11-148 0,0 4 580 15,4 3 440-15,0 5-712 0,0-2 2392 16,0 3-404-16,-1-6-332 0,6 2-143 16,-5-9-213-16,0 0-180 0,4-7-240 15,4-2-316-15,-4-7-256 0,7-3-188 16,2-3-28-16,3-10 96 0,-1-6-148 16,5-4-164-16,-3-4-192 0,-2-2-16 0,-3 1-80 15,-4 2 92-15,-4 4-108 0,-4 3 104 16,-4 6-140-1,-4 4 148-15,-8 2 96 0,0 4-96 16,-8 3 8-16,4 3 28 0,0 10 148 0,-4-1 52 16,9 11-28-16,-6 2 84 15,9 3-48-15,-3 4-36 0,7 3-108 0,-5 0 108 0,5 0-148 0,1 0 48 0,-1-3-108 16,4-7-140-16,0-6 4 16,0-9-180-16,7-3-136 0,1-5-4 15,5-2 52-15,-6-2-88 0,6-9-228 0,2-4-600 16,-3-1-848-1,1 0-1056-15,-2-13-2241 0</inkml:trace>
  <inkml:trace contextRef="#ctx0" brushRef="#br0" timeOffset="-210748.084">2705 17002 860 0,'0'0'8036'16,"0"0"-5015"-16,0 0-1753 0,0 0-428 0,0 0 476 16,0 0-96-16,84 35-536 15,-65-16-264-15,2 0-8 0,-6 4-80 0,1-2 24 0,-4 2-36 16,-3 2-12-16,-2-3-64 0,-3 4-36 15,0-7-196-15,-4-1-12 0,0-2 0 16,0-5 68-16,0-9 28 0,0-2 148 16,0 0 148-16,0-9 84 0,4-7-236 0,-4-6-240 15,8-4-96-15,0-6 12 16,0-2-88-16,7-4-72 16,2-1-60-16,-2 4-12 0,6-2-112 15,-1 2-320-15,-5 0-624 16,6-1-1096-16,-6 5-2001 0,-2 5-1223 0,-2-5 1128 0</inkml:trace>
  <inkml:trace contextRef="#ctx0" brushRef="#br0" timeOffset="-210459.96">3211 16383 7596 0,'0'0'6829'0,"0"0"-5969"0,0 0-760 0,0 0 404 15,0 0 1108-15,0 66-228 0,8-28-512 32,0 4-128-32,0 9 160 0,-1-1-311 15,2 11-45-15,-1 2-160 0,-4 1-220 16,-4 2-168-16,0-2-120 0,0-1-4 0,0-6-104 16,0-6-184-16,0-9 120 0,0-8-61 15,4-5 73-15,3-10-108 0,2-6-64 16,-1-7-112-16,-4-6-488 0,-1-6-592 0,5-10-844 15,-8-7-716-15,4-2-1373 0,-4-3-195 16,0-5 2880-16</inkml:trace>
  <inkml:trace contextRef="#ctx0" brushRef="#br0" timeOffset="-210325.122">3100 16935 1084 0,'0'0'1536'16,"0"0"3828"-16,0 0-2748 0,0 0-1355 16,0 0-657-16,0 0 520 0,0 0-8 15,0 0-448-15,0 0-104 0,0 0 140 0,0 0 68 0,31 13-188 0,1-10-188 16,4-3-200-16,4 0-196 0,-1-6-136 15,2-4-432-15,-2 1-988 0,-11 0-1668 16,16-4-3741-16</inkml:trace>
  <inkml:trace contextRef="#ctx0" brushRef="#br0" timeOffset="-209852.704">3749 17034 92 0,'0'0'10560'0,"0"0"-8171"0,0 0-1817 0,0 0-252 0,0 0 604 15,-88 41 284-15,72-18-268 0,0-2-196 16,9 5-112 0,-6-1-128-16,9 0 124 0,4 1 104 15,0-4-440-15,4-3-192 0,4-2 56 16,4-5-156-16,0-5-60 0,0-5-84 16,8-2 92-16,0-7-56 0,4-7-40 0,-1-6 4 15,1-5-28-15,1-4-72 0,-5-3-4 16,-1 4 40-16,1 6 36 0,-8-1 64 15,4 4 56-15,-4 6 40 0,-3 4-36 0,-6 2-12 16,1 4 60-16,0 3 92 0,0 3 128 16,0 4 4-16,4 2 216 0,-4 7-120 15,4 0-88-15,-4 3 12 0,0 0-76 0,0-3-156 16,0 0-12-16,-1-3-168 0,2-4-152 16,3-6-316-16,0 1-64 0,-1-4-24 15,6 0-1256-15,-1-10 404 0,0-3-676 0,0-2-1649 0,-5 2-2387 16,1-6 4216-16</inkml:trace>
  <inkml:trace contextRef="#ctx0" brushRef="#br0" timeOffset="-209279.556">4155 16323 184 0,'0'0'7980'0,"0"0"-5640"0,0 0-155 0,0 0-553 16,47 95-144-16,-42-51-420 0,-1 6-400 16,-4 8-132-16,0-1-104 0,-4-3-100 15,-4 0-260-15,4-3-72 0,-4-7-96 16,4 1-52-16,0-10-224 15,4-3 76-15,0-10 196 0,0-6 4 0,0-7-16 16,4-3-40-16,0 1 68 0,4-7 76 16,4 6 8-16,0-3 76 0,3 1-12 0,2-1-4 15,-1 3 28-15,0 0 24 0,0 1-24 16,3-1-28-16,-2 3 0 16,-2-2 52-16,2 2 76 0,-6 2 80 15,2-3 52-15,-6 3 172 0,-3-3-136 0,0 5-148 0,-4-1-84 16,0 2 20-16,-4 2-92 0,-7-4-52 15,-2 1-16-15,5 0-128 0,-3-4-212 16,-2-6-220-16,2 1-64 0,2-4-12 0,1 0-108 16,1-10-368-16,-1-3-748 15,4-9-484-15,4-6-353 0,0-10-3023 0,0 6 3704 16</inkml:trace>
  <inkml:trace contextRef="#ctx0" brushRef="#br0" timeOffset="-208867.161">4586 16202 4704 0,'0'0'116'16,"0"0"5628"-16,0 0-4455 0,0 0-713 0,20 96 612 15,-20-52 584-15,0 10-400 0,-5 2-380 0,1 4-236 0,0 1 40 16,0 3 148-16,4-1-368 0,-3-2-340 0,3-1-236 16,0-6-144-16,3-3-76 15,1-7-256-15,9-6-100 0,-2-3-72 0,5-10 116 16,0-2-148-16,8-4-300 0,4-6 12 15,0-1-100-15,4-2 472 0,0-1 392 32,0-5 152-32,-4-4-72 0,-1 0 120 0,-3-7 4 0,0-6 0 0,0-2-196 15,0-4-188-15,-1-6-740 16,-2-5-317-16,-5 5-35 0,-4 0 296 16,-5 2 556-16,-3 5 624 0,0 5 544 0,-4 3 544 15,-4 4 52-15,-7 6 293 16,-6 2 435-16,-2 12-476 0,-1 2-360 0,-4 6-188 15,0 3-196-15,0 4-116 0,4-4-112 0,5 0-72 16,2-6-56-16,9 1-292 16,0-8-36-16,4 1-172 0,8 0 48 0,9-4 108 15,2 1-20-15,9-1-64 0,-4-6-48 0,4 1-164 16,4-4 0-16,-4-4-148 16,4-2-284-16,-1-7-792 0,1 1-1260 15,-8-1-3577-15</inkml:trace>
  <inkml:trace contextRef="#ctx0" brushRef="#br0" timeOffset="-208435.949">5884 16989 8036 0,'0'0'6273'16,"0"0"-5453"-16,0 0-744 0,0 0 88 16,0 0 440-16,0 0 0 0,80 22-156 15,-60-40-212-15,4-8-60 0,0-6-176 0,4 1-88 16,-9-5-36-16,5 5-76 0,-7-1 124 15,-2 7-12-15,-7 6 28 0,-3 6 56 32,-5 0 4-32,-9 7 0 0,-6 6 12 0,-10 0-12 0,-3 2 0 15,-3 15 236-15,3 5-60 16,0 7 32-16,0 9 44 0,8 4-4 0,0 2 36 16,9 0 108-16,2 0 124 0,9-3-12 15,0-2-112-15,0-11-172 0,9-5-160 0,10-7 44 16,5-10-104-16,4-6-184 0,8-10 0 15,3-13-12-15,2-8-196 0,2-13-24 16,5-7-312-16,-4-6-400 0,-5-4-992 16,-2 1-1088-16,-9 13-3169 0</inkml:trace>
  <inkml:trace contextRef="#ctx0" brushRef="#br0" timeOffset="-208243.464">6423 16170 5016 0,'0'0'7013'0,"0"0"-5745"0,0 0-864 0,0 70 272 16,4-31 984-16,-1 1-108 0,1 11-220 16,-4 0-400-16,8 7-248 0,-4 1-132 0,0-1-176 15,1-2-240-15,-2 2-136 0,5-7-132 16,0-4-52-16,4-3-168 0,0-3-464 16,3-5-240-16,2-7-176 0,3-11-920 0,-1-14-2108 0,5-4-1061 15,-3-13-667-15,3-25 5881 0</inkml:trace>
  <inkml:trace contextRef="#ctx0" brushRef="#br0" timeOffset="-208029.514">6885 16043 9308 0,'0'0'5429'0,"0"0"-4785"0,0 83-544 0,-5-39 452 0,-3 13 616 16,1 7-80-1,3 6-224-15,-4 2-216 0,-1 1-160 16,5 1 0-16,-3-2-180 0,3 2-296 15,4-11-12-15,0-3-148 0,4-11-60 16,7-12-24-16,6-5-84 0,2-13-172 16,1-6-40-16,1-10-28 0,-2-6-60 15,-3-13-452-15,0-6-740 0,-8-4-336 0,0-5-2265 16,-8 6-3839-16,-4-11 8064 0</inkml:trace>
  <inkml:trace contextRef="#ctx0" brushRef="#br0" timeOffset="-207880.558">6638 16618 6796 0,'0'0'8689'16,"0"0"-7545"-16,0 0-1144 0,0 0 100 16,0 0 436-16,0 0 48 0,0 0 156 15,107 44-344-15,-68-54-396 0,10-5-76 16,3-7-316-16,-1-4-300 0,1 0-516 0,-5-2-1260 16,-6 9-3021-16,-2-10-1983 0</inkml:trace>
  <inkml:trace contextRef="#ctx0" brushRef="#br0" timeOffset="-207617.413">7390 16479 8068 0,'0'0'6801'15,"0"0"-4877"1,0 0-1352-16,0 0 108 0,-80 82 1104 0,57-57-476 16,-5 4-519-16,4-4-389 0,4 0-216 0,4 1-184 15,4-5-148-15,8-4 16 0,0 2 0 0,4-4-149 16,13 2-23-16,-2-4 36 15,10-1-60-15,2-2-76 0,1-1 40 0,4-3 8 16,-8 1 160-16,-1-1 48 0,2 0-12 16,-10 4-12-16,2-4 88 0,-9 4-4 15,-4-1-120-15,0 0 24 0,0 4 184 0,-13 0 128 0,1 3-68 16,-3 0-12-16,-5 0-48 16,-1-3 0-16,-3 0-244 0,1-1-276 0,-1-2-808 15,4-7-1448-15,-12 0-3157 0</inkml:trace>
  <inkml:trace contextRef="#ctx0" brushRef="#br0" timeOffset="-207218.543">8251 16662 6188 0,'0'0'6445'0,"0"0"-4385"0,0 0-1128 0,0 0-328 15,40 80 360-15,-28-52 200 0,0 4-144 16,-1 0-300-16,-2-1-316 0,-1-3-232 16,-1 2-168-16,1-8-4 0,-3-3-84 0,-1-7-64 15,-4 1-388-15,4-7-264 0,-4 1-220 0,0-7-560 16,0-7-1044-16,-4-5-2325 15,0-1-2895-15,-5-19 7164 0</inkml:trace>
  <inkml:trace contextRef="#ctx0" brushRef="#br0" timeOffset="-207092.623">8294 16424 6644 0,'0'0'7517'0,"0"0"-6773"0,0 0-528 0,0 0-216 16,0 0-128-16,92 0-1148 0,-72 0-1104 15,1 0-3689-15,-6 0 1081 0,9 9 4709 0</inkml:trace>
  <inkml:trace contextRef="#ctx0" brushRef="#br0" timeOffset="-206835.448">8629 16717 6624 0,'0'0'8757'0,"0"0"-7585"0,-7 85-776 0,3-57 324 0,0 4 872 16,0-7-296-16,4-2-464 15,0-7-468-15,0-7-267 0,12-2-97 16,3-4-121-16,5-3-75 0,4 0 88 15,4-14 8-15,4 0-32 0,4-10-40 16,-4 3-36-16,3-2 64 0,-7 8 48 16,0 2 96-16,-7 3 60 0,-2 7 136 0,-6 3 8 15,-2 0-32-15,-3 3-28 16,4 4 28-16,-4 5-64 0,4 1-108 0,-4 3 0 16,4 0-72-16,0 0 0 0,-4-1-76 15,4 5-132-15,-5-4-132 16,2 3-112-16,-5 0-200 0,0 3-272 15,-4-3-740-15,0-3-2240 0,0 6-3085 16</inkml:trace>
  <inkml:trace contextRef="#ctx0" brushRef="#br0" timeOffset="-206088.255">10335 16373 1716 0,'0'0'1020'0,"0"0"6668"0,0 0-5667 0,4 64-201 0,0-33-380 16,-4 7 0-16,0 7-276 0,0 6-140 0,0 6-400 16,-4 10-220-16,-5-4-100 0,-2 10-60 15,-9-4-112-15,4 2-132 16,-8-1 0-16,9-11-4 15,-2-7-164 1,2-14-152-16,10-10-104 0,1-9-32 0,0-8 4 0,4-9-128 16,0-2-208-16,8-13-132 0,4-8-1028 0,8-9 276 0,0-7-664 15,4-8-417-15,-4-6-1467 0,0-3 1192 16,-4-3 2116-16,-1 1 853 16,-2-2 59-16,-5 7 771 15,-4 4 693-15,-1 5-696 0,1 10 1472 16,0 10 1872-16,-4 3-2135 0,0 10-225 15,0-1-72-15,0 10-300 0,0 0-352 0,5 0-408 16,-1 3-88-16,0 7 60 0,3 6 72 16,5 7-212-16,1 8 0 0,-2 4-124 15,2 6-180-15,-9 0-144 16,3-3-4-16,-3 1-108 0,0-8-124 0,0-5-208 16,1-7 36-16,-1-6 148 0,-1-7 132 0,1-6-36 0,4 0-160 15,-4-4 320-15,8-8 24 0,0-7 160 16,4-7-60-16,0-6-48 15,-5-2-68-15,6-1 40 0,-10 0 0 0,6-4 76 32,-5 7 48-32,-4 1-28 0,-1 10-8 0,1 4 72 15,0 7-12-15,1 7-88 16,-5 3 76-16,4 0-48 0,0 13-136 0,7 4 72 0,2 4-24 16,2 5 0-16,2 9-40 0,-2 0-4 15,2-1-4-15,-2 4-68 0,1 0-4 0,0 1-124 0,0-4-352 16,-4-4-312-16,4 1-196 0,0-10-284 15,0-3-988-15,-4 1-1581 0,-5-12-3231 16,2 3 4520-16</inkml:trace>
  <inkml:trace contextRef="#ctx0" brushRef="#br0" timeOffset="-205657.504">10908 16938 8960 0,'0'0'5317'15,"0"0"-4345"-15,0 0-972 0,0 0-60 16,64-66 60-16,-44 50 276 0,1 6 52 0,-2 7 20 16,1 3 156-16,-4 3-92 0,0 7-24 15,-1 6-28-15,-2 5 84 0,-5 5 36 16,-8 3 0-16,0 3-100 0,0-1-136 15,0 1-120-15,-8 0-40 0,0-3-84 16,0-2 0-16,0 0-84 0,4-5-40 16,-4-7 28-16,8-5-4 0,-5-4-84 15,5-6-232-15,0 0-88 0,0 0 72 0,0-9 232 16,5-7 76-16,7-3-72 0,-4-10 8 16,8-3 40-16,-5 1 84 0,2-1 4 0,2 0-4 15,-3 10-20-15,1 3 72 0,-2 10 12 16,2 6 140-16,-6 3 168 0,1 0 140 0,-4 6-200 15,5 6-52-15,-5 1-60 16,-1 3-136-16,1 3-48 0,0-3-16 16,0 3-84-16,0 1-236 0,-4-8-372 0,4 3-624 15,-4-2-1280 1,0-1-2605-16,0 2-679 0</inkml:trace>
  <inkml:trace contextRef="#ctx0" brushRef="#br0" timeOffset="-205277.717">11973 16356 456 0,'0'0'10937'15,"0"0"-9093"-15,0 0-1476 0,0 0 152 0,-36 68 556 16,19-27 120-16,2 10-148 0,-5 6-148 0,8 4-172 15,0 3-112-15,0-1-56 16,8 0-48-16,-1 0-60 0,5-5-160 0,0-1-184 16,0-10-24-16,0-5-84 0,9-14-84 15,-1-5-196-15,3-7-108 0,2-7-52 16,2-3-108-16,-2-3-372 0,2-3-328 16,-2-15-436-16,2-4-2596 0,-3 0-2481 0</inkml:trace>
  <inkml:trace contextRef="#ctx0" brushRef="#br0" timeOffset="-204945.952">12012 16687 5916 0,'0'0'6341'16,"0"0"-4417"-16,0 0-612 0,0 0-104 15,0 0-52-15,96-15-464 16,-57 8-336-16,6 1-196 0,2-4-156 16,9 1 44-16,4-1 112 0,3 4-72 15,-7 0-88-15,-4 3-48 0,-8 3-124 16,-8 3-100-16,-12 6 100 0,-8 4 24 15,-8 6-24-15,-8 9-52 0,-8 4 88 0,-16 10-124 16,-8-1-148-16,-4 6 136 0,-4 4 164 16,-4-6 108-16,0-1 48 0,1-3 100 0,7-6 252 15,0 0 56-15,8-6-36 0,8-4-100 0,8-3-72 16,5-3-52-16,7 1-84 0,7-5 8 16,9 4 176-16,12-3 68 0,8 0 272 0,4-6-256 15,7-3-212-15,2-7-168 16,2 0-48-16,1-14-280 0,-4 2-112 15,-4-8-108-15,0 2-68 0,-8-5-168 0,-5 1-320 16,-3-6-988-16,-12 9-2537 0,0-17-3059 16</inkml:trace>
  <inkml:trace contextRef="#ctx0" brushRef="#br0" timeOffset="-204723.631">12669 16780 220 0,'0'0'7572'16,"0"0"-2259"-16,0 0-4537 0,-39 82-396 16,27-46 100-16,-4 1 352 0,0 4-112 15,-4 1-232-15,-4-4-52 0,0 4-116 16,1-5-156-16,-5-2-164 0,0 3 0 0,0-6-136 16,4 0-324-16,-1-6-216 0,6-5-204 0,3-9-232 15,4-5-488-15,4-7-248 0,5 0-1169 0,3-9-2551 16,0-1 5424-16,11-18-1500 0</inkml:trace>
  <inkml:trace contextRef="#ctx0" brushRef="#br0" timeOffset="-204467.656">13200 16481 1016 0,'0'0'10357'16,"0"0"-8345"-16,0 0-668 0,0 0-260 15,0 0-80-15,87 50-36 0,-71-27-264 16,-4-1-160-16,0 7-212 0,0 0-124 0,-4 2-84 16,-8 4-28-16,0 3-92 0,0 4-4 0,-16-1-204 15,0 0 8-15,-12 3-148 16,1-2-160-16,-5-1 8 0,-1-3 112 0,-3-3 88 16,5-6 72-16,-9-3-176 0,0-5-204 15,0-1-284-15,-4-8-480 0,-4-2-652 16,1-4-1837-16,11-6-1583 0,-16 0 5364 0</inkml:trace>
  <inkml:trace contextRef="#ctx0" brushRef="#br0" timeOffset="-203808.079">13634 16881 7208 0,'0'0'2552'0,"0"0"-527"0,99-2-389 16,-43-5-112-16,0-3-316 0,8 4-320 0,-4-4-316 15,4 1-200-15,-5-1-240 0,1-2-132 16,-9-1-76-16,1 0-32 0,-4 0-180 15,-4 0-156-15,-4 1-104 0,-8-1-132 16,-4 4-240-16,-8-1-500 0,-9 3-896 16,-7 5-2021-16,-4 2-1243 0,0 0 4368 15</inkml:trace>
  <inkml:trace contextRef="#ctx0" brushRef="#br0" timeOffset="-203624.086">13897 17015 5124 0,'0'0'2952'16,"0"0"153"-16,0 0-1733 0,0 0-376 16,0 0-184-16,0 0-192 0,87 32-76 15,-47-32-120-15,4 0-184 0,4 0-136 0,-4-4-104 16,-1-2-56-16,-3-1-208 0,-3 1-428 16,-9 0-444-16,-1-1-304 15,-11 1-593-15,-4 0-2107 0,-4 2-1200 0,-8-2 5236 0</inkml:trace>
  <inkml:trace contextRef="#ctx0" brushRef="#br0" timeOffset="-203297.602">13765 16398 572 0,'0'0'6524'15,"0"0"-3812"1,0 0-1151-16,0 0-405 0,-7 83-8 16,-6-48-184-16,-2 3-168 0,-6 4-120 15,2 2-160-15,-1-3-116 0,0 4-100 0,0-4-52 16,0 3-76-16,8-3-168 0,-4 0-4 16,8 1-76-16,4 3-8 15,4-4 20-15,4 0 4 0,4 1 60 0,8-4 196 16,4-4-96-16,4-2 36 0,0-3 76 0,8-1-28 15,3-2-36 1,1-5-72-16,4-4-76 0,4-8-68 0,0-2-216 16,0-7 124-16,-1-10-448 0,2-6-176 0,-6-5-248 0,-3-9-636 15,-4-1-1224-15,-8 9-4469 0,0-17 4817 0</inkml:trace>
  <inkml:trace contextRef="#ctx0" brushRef="#br0" timeOffset="-203048.165">14235 16535 3828 0,'0'0'1436'16,"0"0"3548"-16,0 0-3967 0,0 0-205 15,96 32 212-15,-61-19 132 0,2 3-284 16,7 3-256-16,0 0-176 0,3 6 176 16,1 0 44-16,-4 3-300 0,-5 2-224 15,-7-2-132-15,-4 4 4 0,-8 3-8 16,-8 3 0-16,-8-1-12 0,-4 5-64 15,-4 3-160-15,-8-1-136 0,-12 4 48 16,-4-4 12-16,-3 4 0 0,-1-4-80 0,-4-3-108 16,0-5 32-16,1-2 24 0,-1-5-124 15,3-7-312-15,-3-6-772 16,1-4-1205-16,11-8-2819 0,-8-4 5452 0</inkml:trace>
  <inkml:trace contextRef="#ctx0" brushRef="#br0" timeOffset="-202458.074">15283 16418 3020 0,'0'0'796'0,"0"0"4480"0,0 0-3828 16,0 0-379-1,0 0 35-15,0 0 104 0,0 0 60 16,0 0-352-16,0 0-260 0,0 0-236 0,-15 73-120 0,-6-38-180 16,-3 6-120-16,1 0-52 0,-1 3-44 0,-4-3-40 15,4 1-16-15,4-7-20 0,4 0-4 0,0-6 28 16,8-7 60-16,0-6 24 0,8-7-24 15,0 1-24-15,0-3-180 0,4-1-8 16,8 0 296-16,4 1 4 0,4 5 12 16,0 4 100-16,0 9 228 0,4 7 376 0,-1 3-220 15,-2 7-124-15,-5-2 76 16,-4 2 300-16,-1-1-244 0,2 0-172 16,-2 0-184-16,-3-2-96 0,4 2-52 0,0 0-72 15,-4-3-200-15,4-6-612 16,0-7-76-16,0-2 128 0,-4-10-312 0,4-7-1564 15,-5-6-4273 1,2-4 834-16</inkml:trace>
  <inkml:trace contextRef="#ctx0" brushRef="#br0" timeOffset="-201349.213">15969 16433 1004 0,'0'0'8048'15,"0"0"-5759"-15,0 0-817 0,0 0-284 16,0 0 136-16,0 0-76 0,-9 71-452 0,6-37-376 15,-1 4-208 1,-4 7-136-16,-5 2-68 0,6 4 52 0,-5 0 0 16,-4 3-60-16,0 1-8 15,0-3-100-15,0 3-16 0,-4-7 0 16,0-1 12-16,4-9 0 16,0-3-48-16,5-9-100 0,-1-7-128 15,3-7-240-15,5-6-100 0,1-6-320 0,3 0-404 0,0-6-1065 16,0-10-1811-16,7-3-432 0,2-9 4432 0,3 6-272 0</inkml:trace>
  <inkml:trace contextRef="#ctx0" brushRef="#br0" timeOffset="-201018.176">15877 16763 1540 0,'0'0'692'0,"12"-65"-56"0,-4 42 5044 15,-1-3-3920-15,-2 4-319 0,3 6-157 16,0 7-52-16,-4 3-172 0,3 3-316 0,2-1-228 31,3 4-44-31,4 4 124 0,-4 8-88 16,4 7-236-16,3 6-160 0,-6 10-40 15,-2 4 40-15,-3 1-64 0,0 5-44 16,-8-1-4-16,0 2-56 0,0-6-68 0,0-5-136 16,0-3-144-16,0-7 4 0,-8-6 92 15,8-3 72-15,-4-9 24 0,0 0-200 16,0-7-384-16,1 0-540 0,-6 0-540 0,-3 0-2005 16,-3-4-267-16,-1-3 936 15,0 1 2784-15,-4-4 428 0,3 1-691 0,-2-4 691 0,3 1 939 16,-4-4 481-16,0 0-1000 0,4 3 2628 0,4 1 1420 15,1 2-2383-15,6 4-505 16,5 6-112-16,0 0-564 0,8-3-476 0,4-1-232 16,4 1-8-16,8-3-164 0,4 0-24 0,3-5-224 15,1-1-348-15,0-4-460 0,0 0-488 16,0-6-792-16,-8 6-2493 0</inkml:trace>
  <inkml:trace contextRef="#ctx0" brushRef="#br0" timeOffset="-200771.831">16471 16156 3132 0,'0'0'388'0,"0"0"5488"0,0 0-3863 0,0 0-373 15,4 81-332-15,0-50-20 0,3 11-108 16,-3 2-212-16,5 7-164 0,-5 6-128 15,0 7 12-15,-1 6 180 0,-3 2-360 0,0 2-336 16,0-1-172-16,-3-4-36 0,-5 1-36 16,4-3-52-16,-1-4-240 0,1-2-88 0,4-4-184 15,0-7-172-15,0-9-440 0,0-8-588 16,9-8-1392-16,-1-12-3413 0,-1-10 681 16</inkml:trace>
  <inkml:trace contextRef="#ctx0" brushRef="#br0" timeOffset="-199992.223">17192 16834 484 0,'0'0'88'0,"0"0"1112"0,0 0 4504 0,0 0-3852 16,0 0-247-16,0 0-89 0,0 0-24 15,0 0-304-15,-88-10-496 0,72 29-224 0,4 10-144 16,0 9-88-16,5 3 28 0,-1 3 84 31,-1 4 108-31,9-4-8 0,0-5-104 0,0-7-124 0,0-14-72 16,13-5-148-16,-2-7-24 15,6-6-208-15,2-3 120 0,5-13 100 0,0-6 0 16,4-9-124-16,4-8-48 0,-4-8-52 16,0-1-124-16,-1-3-96 0,-3 0-68 15,0 1-28-15,0-1 100 16,-8 0 60-16,0 0 76 0,-4 4 40 0,-5-1 72 0,-2-3 104 16,-5 6 40-1,0 1 56-15,-5 3-40 0,-2 3 44 16,3 6 88-16,-4 10 128 0,0 4 276 0,4 11 212 15,0 3-12-15,0 4-156 0,0 4-64 0,0 9-88 16,0 2-272-16,-3 14-4 16,-2 6 4-16,1 12 100 0,4 7 84 0,-3 7 36 0,-2-1-40 0,1 3-84 0,4 0-84 15,1-5-124-15,3-7-100 16,0-7-68-16,0-9-228 0,0-6-204 16,7-10-56-16,6-3-152 0,-2-10-332 0,5-6-1096 15,0-3-2129-15,0-7-1127 16,12-15 1712-1</inkml:trace>
  <inkml:trace contextRef="#ctx0" brushRef="#br0" timeOffset="-199655.732">17554 16763 3284 0,'0'0'832'15,"0"0"4040"-15,0 0-2111 0,0 0-1085 16,0 74-684-16,0-49-68 0,0 0 20 16,4-2-160-16,4-10-272 15,1-5-204-15,2-4-36 0,9-4-272 16,0-6-84-16,8-13-16 0,0-4 96 0,4-8-172 15,-1-1-196-15,-3-3-124 0,-3 7-88 16,-10-2 128-16,-2 5 92 0,-6 10 48 0,-7-1 52 16,0 3 68-16,-7 3 196 15,-6 4 168-15,-6 3-80 0,-2 3 236 0,-3 3 44 0,5 10 68 0,-1 7-44 16,-1 5 8-16,6 6-28 0,2 7-12 16,-2 4 12-1,3 2-36-15,0 1-80 0,4-1-20 0,0-3-4 16,5-6-48-16,3-10-184 0,0-9-80 15,3-9-156-15,9-7-204 0,8-7 180 16,0-15 60-16,8-6-44 0,3-14-116 16,1-8-340-16,5-8-720 0,-5 1-820 15,3-3-833-15,-7-1-1167 0,-4 17-920 16,4-23 4736-16</inkml:trace>
  <inkml:trace contextRef="#ctx0" brushRef="#br0" timeOffset="-199506.517">17989 16249 2844 0,'0'0'1056'16,"0"0"1052"-16,0 0 2885 0,0 0-3029 0,0 0-872 15,-16 89-304-15,11-41-108 0,1 3 112 16,4 10 292-16,0-3-156 0,0 7-52 0,0-5-104 16,0 1-392-16,9-4-356 0,-1-7-24 15,0-6-284 1,-1-2-276 0,-3-10-20-16,5-4-96 0,-5-8 56 0,0-8 0 0,-4-2-396 15,0-7-952-15,0-3-2041 0,-12 0-1659 0</inkml:trace>
  <inkml:trace contextRef="#ctx0" brushRef="#br0" timeOffset="-199353.739">17686 16840 6340 0,'0'0'1596'15,"0"0"2597"-15,0 0-2765 0,0 0-564 16,0 0 32-16,0 0 324 0,0 0-212 16,108-22-584-16,-73 12-228 0,5-2-196 0,4-1-12 15,0-3-320-15,-1-3-712 0,2 0-540 16,-17 2-996-16,11 3-3197 0</inkml:trace>
  <inkml:trace contextRef="#ctx0" brushRef="#br0" timeOffset="-198906.519">18638 16396 2964 0,'0'0'560'16,"0"0"4224"-16,0 0-2932 0,0 0-111 0,0 0-157 16,0 0 128-16,0 0-352 0,0 0-292 0,0 83-204 15,-12-39-172-15,5 6-276 0,-10 11-196 16,6 5-84-16,-10 4-40 15,5 0-32-15,-3 0 60 0,2-7-124 16,2-12-84-16,2-10-284 0,9-8-148 16,1-19-196-16,-1-3 32 0,4-8-200 15,0-6-852-15,4-10-2524 0,3-6-1797 16,-2 0 1233-16,7-16 4685 0</inkml:trace>
  <inkml:trace contextRef="#ctx0" brushRef="#br0" timeOffset="-198722.621">18598 16580 1200 0,'0'0'7596'16,"0"0"-5051"-16,0 0-1213 0,0 0-640 0,0 0 652 16,0 0-136-16,0 0-464 0,79 76-260 15,-62-45-60-15,3 8-40 0,-4-2-112 0,4 2-40 16,-1-1 64-16,1-3-200 16,-3-4-96-16,-6-6-88 0,6 2-108 15,-9-9-176-15,-1-1-160 0,1-5-88 0,-4-2-128 16,1-4-212-16,-5-3-784 0,0 0-1517 15,-9-3-2523-15,-6 0 2388 0</inkml:trace>
  <inkml:trace contextRef="#ctx0" brushRef="#br0" timeOffset="-198585.048">18658 16945 2704 0,'0'0'404'0,"0"0"5472"0,0 0-4568 0,0 0-575 0,0 0-89 0,0 0 164 0,0 0 12 0,0 0-488 31,-60-70-332-31,76 57-112 0,8-3 60 16,0 0-24-16,8 1-88 0,0-4-172 0,-4 6-380 15,7-3-412-15,-3 0-877 0,-8 7-2987 16</inkml:trace>
  <inkml:trace contextRef="#ctx0" brushRef="#br0" timeOffset="-198406.135">19128 16567 7492 0,'0'0'2760'0,"0"0"-175"16,0 0-1489-16,0 0-48 0,99-13 276 0,-63 4-276 0,5-1-328 16,-2 1-352-16,1-1-368 15,0-2-60-15,-4 6-524 0,-8-5-284 16,-4 8-436-16,-8 0-1088 0,-16 6-3253 0</inkml:trace>
  <inkml:trace contextRef="#ctx0" brushRef="#br0" timeOffset="-198252.946">19172 16808 3220 0,'0'0'264'0,"0"0"8017"0,0 0-6237 0,0 0-968 0,0 0-8 15,0 0-212-15,0 0-136 0,0 0 112 0,83 35-388 16,-51-48-312-16,4-2-132 16,1-4-392-16,-2-4-600 0,1 1-780 15,-12 2-3433-15,8-5-5175 0</inkml:trace>
  <inkml:trace contextRef="#ctx0" brushRef="#br0" timeOffset="-197781.289">20013 16208 2900 0,'0'0'1524'16,"0"0"3596"-16,0 0-3323 0,0 0-185 16,0 0-8-16,0 0-120 0,43 85-328 15,-30-43-168 1,-2 3-260-16,1 5-272 0,-3-1-224 0,-2 1-108 0,1 4-124 0,-4 3 0 0,-4 1-76 0,0-5 64 15,0-2 0-15,-4-4-108 0,4-9-16 16,-4-2-232-16,4-11-288 0,0-3-120 16,0-3-84-1,0-6-320-15,4-7-704 0,0-3-2089 16,0-3-2023-16,5-12 3688 0</inkml:trace>
  <inkml:trace contextRef="#ctx0" brushRef="#br0" timeOffset="-197320.285">20462 16049 3024 0,'0'0'10053'0,"0"0"-8577"16,0 0-856-16,0 0 20 0,0 0 552 15,0 0-412-15,88-16-408 0,-64 7-264 0,1-4-108 16,3 0-160-16,0 1-52 0,-9 3 4 16,1 2 56-1,-8 7 4-15,0 3 76 0,-8 13 72 0,-4 6 160 16,0 10-36-16,-13 6-36 16,-2 7-88-16,-5 6 4 0,-3 2 36 0,-1 1-40 15,3 4-40-15,6-4 24 0,-2-4 16 16,10-9 144-16,-1-2 152 0,8-11 84 0,0-2-44 15,4-8-44-15,7 2-56 0,1-4-64 0,4-1-12 16,0 1-88-16,4 3-28 0,0 1-44 16,0 2-4-16,0 0 4 0,-4 6 4 15,0 4 4-15,0 3 52 0,-4 1 16 0,4-3 44 16,-4 3-8 0,-1-1 48-16,2 0-16 0,-2-1 4 0,1-2-72 0,1 1-76 15,-2-5-12-15,2 3-256 0,-6-2-88 31,1 0-72-31,-8-1 48 0,0 1-112 0,0-1-24 16,-8 1 44-16,-3-1 4 0,-2-2-356 16,2-7-1320-16,-13 7-4245 0</inkml:trace>
  <inkml:trace contextRef="#ctx0" brushRef="#br0" timeOffset="-197162.336">21093 17293 6108 0,'0'0'12185'16,"0"0"-10221"-16,0 0-976 0,0 0-440 16,0 0-548-16,0 0-388 0,0 0-736 15,0 0-372-15,0 0-1440 0,0 0-5073 16</inkml:trace>
  <inkml:trace contextRef="#ctx0" brushRef="#br0" timeOffset="-195823.985">19570 16719 6948 0,'0'0'3977'16,"0"0"-1389"-16,0 0-1168 0,0 0-528 16,0 0-60-16,0 0 0 0,0 0-52 15,92 19-264-15,-61-19-268 0,6 0-248 0,3 0-36 16,3-9-124-1,2-1-260-15,-6-3-336 0,-3 0-336 16,-1 1-900-16,-10-1-1873 0,-5 4-1431 16,-12-4 596-16</inkml:trace>
  <inkml:trace contextRef="#ctx0" brushRef="#br0" timeOffset="-195586.957">19781 16465 3436 0,'0'0'1172'0,"0"0"3740"0,0 0-3107 16,0 0-469-16,0 0 80 0,-7 66-168 15,7-36-224-15,3-2-240 0,-3 7-276 0,4 0-196 16,-4-1-128-16,0 2-124 0,0-2-60 0,0-1-72 16,0 1-236-1,0-2-16-15,0-1-148 0,-7 2-152 0,3-1-360 0,-4-4-684 16,-1-3-1032-16,2 1-3233 0,3-11 1869 0,-8 5 3724 15</inkml:trace>
  <inkml:trace contextRef="#ctx0" brushRef="#br0" timeOffset="-195430.868">19670 17161 484 0,'0'0'352'0,"0"0"10809"16,0 0-8965-16,0 0-1336 0,0 0-116 15,0 0 484-15,0 0-272 0,0 0-340 0,0 0-284 16,0 0-160-16,20 12 148 0,8-12 108 15,3-3-196-15,10 0-232 0,-1-6-160 16,-1 2-88-16,1 1-120 0,-4-1-280 0,0 4-356 0,-4 3-768 31,-13 0-1436-31,1 0-3749 0</inkml:trace>
  <inkml:trace contextRef="#ctx0" brushRef="#br0" timeOffset="-74654.087">23463 15989 3452 0,'0'0'40'0,"0"0"88"0,0 0-128 0,0 0 808 16,0 0 236-16,0 0-380 0,0 0-508 15,0 0 92-15,-28-60 100 0,28 57 1936 0,-4 3-1608 16,1-3-676-16,-1 3-844 0,-5 0-48 15,5 0 164-15,0 0 12 0,0 0 80 16,1 0 412-16,-1 0 148 0,4 0 64 16,-4 0 12-16,-1-4-16 0,1-3-88 15,0-1-364-15,-3-5-624 0,3 3-632 16,-5-12-591-16</inkml:trace>
  <inkml:trace contextRef="#ctx0" brushRef="#br0" timeOffset="-74245.693">23323 15744 156 0,'0'0'2036'16,"0"0"-472"-16,0 0-340 0,0 0 52 0,0 0 116 0,0 0-108 15,0 0-276-15,0 0-244 16,0 0-131 0,-15-70-261-16,15 58-220 0,0 2 260 0,0 1 200 15,0 3-36-15,0-1 172 0,0 1 24 0,0 3 8 0,0 0 164 0,-4 0 52 16,4 3-72-16,-4 0-100 0,-5 0-188 16,-2 0-172-16,3 3-220 0,-8 6-72 15,0 4 108-15,0 3 36 0,4 7-168 16,0 2-28-16,8 6-23 0,0 4-25 0,4 0 16 15,0 3 8-15,8-2-88 0,1-6-8 16,-2-1-4-16,5-6-44 0,0-4 48 0,0-7 0 16,0-2 4-16,4-7-4 0,-1 0-96 31,2-3 8-31,-2-6-8 0,5-7 11 16,1-3-75-16,-2-6-56 0,5-10-76 0,0 0-64 0,0-6 4 0,-4 0 120 15,0 0 48-15,-8 3 40 31,-4 1 144-31,-4 2 12 0,-4 3 112 0,-12 4-4 16,-8-2-56-16,0 9 8 0,-8 3 28 0,4 5 116 0,-3-1-80 16,3 9-68-16,-4 2-64 0,7 0 4 0,2 2 80 15,3 9-76-15,0 2-8 0,0 5 0 16,4 5-8-16,0-1-40 16,4 3-116-16,0 5-96 0,0-5-112 0,0 2-220 15,0 3-320-15,1-2-704 0,-2-6-1220 0,1 10-2613 16</inkml:trace>
  <inkml:trace contextRef="#ctx0" brushRef="#br0" timeOffset="-73865.9">23344 16287 652 0,'0'0'8312'16,"0"0"-6247"-16,0 0-701 0,0 0 116 15,0 0-28-15,0 0-292 16,0 0-164-16,0 0-204 0,0 0-312 0,0 0-244 16,0 0-176-16,35 44-60 0,-35-33-368 0,0-2-412 15,0 3-276-15,0-2-436 16,0 0-1008-16,0 0-781 0,-4 2-1679 0</inkml:trace>
  <inkml:trace contextRef="#ctx0" brushRef="#br0" timeOffset="-73696.922">23383 16586 2612 0,'0'0'5104'15,"0"0"-3520"-15,0 0-136 0,0 0 169 0,0 0-9 0,0 0-468 0,13 70-336 16,-9-54-212-16,-1 3-340 0,1-4-252 15,0-2-580-15,0-1-248 0,0 2-412 0,-4-5-968 16,5 0-981-16,-5 4-1439 0</inkml:trace>
  <inkml:trace contextRef="#ctx0" brushRef="#br0" timeOffset="-72944.187">23308 16693 3616 0,'0'0'2228'0,"0"0"-1148"0,0 0-376 16,0 0 100-16,0 0 24 15,0 0-52-15,0 0-116 0,0 0 9 0,0 0 39 0,0 0 44 0,0 0 28 16,-40 42 8-16,40-42-32 0,0 3 112 15,0-3 24-15,-4 4 4 16,4-1 16-16,0 0-40 0,-4 0-52 0,4 0-124 16,0 4-52-16,0-7-87 0,0 2-133 15,0-2-120-15,0 0-100 0,8 0 4 16,4-9-64 0,8 0 36-16,-1-7-124 0,2-7-56 0,3 1-120 15,-1-3-84-15,-3 3-16 0,1 0-8 16,-6 3-16-16,-2 3 88 0,-2 3 0 15,-7 7-64-15,0 1 76 0,-4 3 72 16,0 2 64-16,0 0-68 0,0 0-8 16,0 7 23-16,-4 2 13 0,-4 4-76 15,1 2-8-15,-2 5 108 0,5 5 24 0,-4 0 96 0,1 5 16 16,-2 1-40-16,1 1 13 0,0 3-73 16,1-4 36-16,3-2-40 0,-1-6-8 15,5-4-4-15,0-5-129 0,0-3-75 16,0-5-84-1,0 0-24-15,0-3-84 0,0-3-76 16,0 0-248-16,0 0-496 0,0 0-1024 16,-4-3-1772-16,-4-1-1709 0</inkml:trace>
  <inkml:trace contextRef="#ctx0" brushRef="#br0" timeOffset="-72778.919">23304 16948 3740 0,'0'0'7885'0,"0"0"-5545"0,0 0-912 0,0 0 180 15,0 0-432-15,0 0-104 0,0 0-200 0,0 0-276 16,0 0-400-16,83-38-196 0,-67 32-60 16,0 0-248-16,-4 1-92 0,0 3-248 15,1 2-200-15,-2 0-144 0,-3 2-808 0,1 9-512 16,-2-5-1857-16,-7 10-3163 0</inkml:trace>
  <inkml:trace contextRef="#ctx0" brushRef="#br0" timeOffset="-72256.478">23368 17300 456 0,'0'0'6068'32,"0"0"-4156"-32,0 0-540 15,0 0-31-15,0 0-145 16,11 73-264-16,-7-60-460 0,0 3-256 0,5-6 0 0,2-5-28 0,-3-1 4 16,8-4-28-16,0 0 28 0,0-6 8 15,5-7 0-15,-2-3-64 0,1-3-136 16,-1 0-52-16,-2-3-4 0,-2-4 52 15,-2 5-68-15,-2-2-24 0,-2 4 96 0,-9 6 88 0,0 0 124 16,0 4-72-16,-9-1 124 0,-2 7-40 16,-6 0-124-16,2 3-88 0,-5 3-8 0,0 7-4 15,0 6-152-15,0 6-164 0,-4 0-300 16,4 6-104-16,0 2-132 0,1 1-604 16,6-9-1573-16,-7 16-2907 0</inkml:trace>
  <inkml:trace contextRef="#ctx0" brushRef="#br0" timeOffset="-72066.171">23400 17767 11625 0,'0'0'2148'0,"0"0"-1400"16,0 0-280-16,0 0-24 0,0 0-32 15,0 0 68-15,19 76-28 16,-7-60-452-16,-4 4-100 0,4-5-756 0,-4 1 380 15,-4-7 208-15,0-2-148 0,-4-2-520 16,4 0-956-16,-4-3-869 0,0 2-7 16,0-4-528-16</inkml:trace>
  <inkml:trace contextRef="#ctx0" brushRef="#br0" timeOffset="-71904.984">23515 18059 8564 0,'0'0'5093'0,"0"0"-3777"15,0 0-408-15,0 0 432 0,0 0-484 0,0 0-452 16,0 0-132-16,0 0-88 16,0 0-96-16,16 70-88 0,-9-61-108 15,-3-2-308-15,1-1-464 0,-5-6-516 16,0 3-900-16,0-3-1625 0,0 0-1007 0</inkml:trace>
  <inkml:trace contextRef="#ctx0" brushRef="#br0" timeOffset="-71540.804">23467 18170 3952 0,'0'0'7057'16,"0"0"-6069"-16,0 0-704 15,0 0 316-15,0 0-48 0,8 73-56 16,-4-57 48-16,4-2 136 0,-4-6 152 0,0-5-328 15,0-3-316-15,4 0-112 0,0-5-64 16,4-8-8-16,-4 1-4 0,4-5-48 16,0 1-212-16,-1 0-208 0,2 0 292 15,-2 0 172-15,2 1-108 0,-5-1-64 0,3 3 60 16,2-4 16-16,-5 9 100 0,-1-5 12 16,1 1 128-16,1 1 36 0,-5-1-12 0,-1 3 112 15,-3 2 52-15,0 1 48 16,-3 2-4-16,-6 4-12 0,-3 0-172 0,-8 7-92 15,1 3 28-15,-5 2-36 0,3 1-88 16,-2 2-96-16,3 2-88 0,4-4-40 16,0-1-84-16,0-3-168 0,8 1-140 0,-4-7-252 15,4 0-408-15,0-3-1244 0,-4-6-2709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39:47.0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15232 3359 1148 0,'0'0'9152'15,"0"0"-7455"-15,0 0-1233 0,0 0-132 0,0 0-152 16,0 0 24-16,0 0 1028 15,0 4-476-15,8-4-464 0,-1 2 284 16,1-2 56-16,5 4-148 0,-6-4-148 0,1 0-224 16,5 2-52-16,-6-2 28 0,5 4 36 15,4-4-36-15,-4 2 72 0,4 3-152 16,4-5 40-16,-4 0-44 0,4 0-4 16,0 0-12-16,4 0-60 0,-4 0-40 0,3-5 12 15,-3 3-96-15,4 2-240 16,1-4-372-16,-6 2-656 15,1 2-708-15,-4-4-993 0,4 2-2219 0</inkml:trace>
  <inkml:trace contextRef="#ctx0" brushRef="#br0" timeOffset="1137.419">17255 3382 7748 0,'0'0'1956'16,"0"0"-535"-16,0 0-253 0,0 0 8 15,0 0-96-15,0 0-184 0,0 0-280 0,0 0-300 16,0 0-140-16,0 0-52 0,0 0 60 16,0 0-20-16,0 0-164 0,4 0-4 0,1 0-60 0,7 0 60 15,3 0-4-15,1 0 16 0,8 0-8 16,1 0 0-16,-2 2 0 0,5-2-84 16,4 4 68-16,-1-4-32 0,1 3 44 0,4 0 4 15,1-1-100-15,-6 2-36 16,1-4 60-1,-4 3-60-15,0 1-184 0,-1-4-244 16,-3 3-156-16,1-3-76 0,-1 0-236 0,-9 0-312 0,5 0-865 0,-8 3-1075 16,4-3-1752-16</inkml:trace>
  <inkml:trace contextRef="#ctx0" brushRef="#br0" timeOffset="4618.662">10530 4728 1488 0,'0'0'2136'0,"0"0"-636"0,0 0-212 0,0 0-92 0,0 0 968 16,0 0-1116-16,0 0-431 0,0 0-101 0,0 0 212 15,0 0 180-15,4-7-324 16,-4 7-128-16,0 0-40 0,0 0 0 16,0 0-52-16,0 0-112 0,0 0 28 0,0 0-80 15,0 0-64-15,0 0-60 0,0 0-16 16,0 0-60-16,0 0-48 0,0 0-28 0,0 0-12 16,4 0-36-16,0 0-40 15,4 0 164-15,8 0 16 0,4 0 220 0,3 0-160 16,5 0-4-16,0 0-72 0,0 0 4 15,4-4-8-15,-4 4-84 0,0-3-12 16,0 3 4-16,0-3-80 0,-4 3 20 0,-1 0 8 31,1-2 44-31,-3 2 20 0,-6 0-196 0,5 0 68 0,-8 0-128 0,0 0-64 0,-4 0-80 32,-4 0-24-32,0 0 36 0,0 0 52 15,-4 2-68-15,5-2-216 0,-5 3-201 16,3-3-11-16,-3 3 88 0,4-3 12 15,-4 4-148-15,4-4-100 0,0 3-32 16,0-3 212-16,0 0-840 0</inkml:trace>
  <inkml:trace contextRef="#ctx0" brushRef="#br0" timeOffset="6214.546">13586 4753 5536 0,'0'0'1040'15,"0"0"-636"-15,0 0-260 0,0 0 376 16,0 0 324-16,0 0-108 0,0 0-308 31,0 0-260-31,0 0-116 0,0 0 76 0,0 0 56 0,4-6-16 16,-4 6-68-16,0 0-48 0,0 0-36 0,0 0 48 0,0 0 0 0,0 0 0 0,0 0 64 0,0 0 29 31,0 0-17-31,0 0-48 0,0 0-28 16,0 0-60-16,0 0-4 15,0 0 8-15,0 0 36 0,0 0-44 0,0 0-80 16,0 0 76-16,0 0 4 0,0 0 16 16,0 0 36-16,0 0 12 0,0 0 12 15,0 0 52-15,0 0 28 0,0 0 8 0,0 0 28 16,0 0-36-16,0 0-16 0,0 0-64 0,0 0-12 15,0 0 0-15,0 0 28 0,0 0 8 16,0 0 16-16,0 0-52 0,4 0-12 16,0 0-40-16,4 0 40 0,0 0-52 15,8 0 0-15,-4 0-16 0,3 0 4 16,2 0-100-16,-1 0 20 0,3-5-8 0,5 5 100 16,-3-2-80-16,-2 2 72 0,5 0-40 0,4 0 32 15,0-4-32-15,0 2 32 0,4-1-72 16,8-4 76-16,-5 0 4 0,10 1 8 15,-2-3-8-15,5 3-96 0,0-4 12 0,0 3-164 16,-1-2-88-16,1 3 136 0,0-1-152 16,-4 4 39-1,-4 0-143-15,4-3 48 0,-5 6 340 0,1-3-4 0,-4 3-176 16,-1 0 164-16,2-4-52 16,-1 4 68-16,-1 0 24 15,-3-3 44-15,4 0-120 0,4 0 24 0,-4 0-116 16,0-4-288-16,0 4 104 0,-5-3 212 15,-3-1-28-15,0 1-16 16,0 3 16-16,-4 0-40 16,-4 0 128-16,-4-1 132 0,0 4 0 0,-5 0-120 0,-2 0-204 15,-1 0-328-15,-4 4-116 0,-1-1 140 0,1 0 200 16,1 0 48-16,-1-3-64 0,0 4 68 16,-4-4 64-16,4 2-108 0,0-2 4 0,-4 4-68 15,3-4-12-15</inkml:trace>
  <inkml:trace contextRef="#ctx0" brushRef="#br0" timeOffset="23130.908">1167 5775 8444 0,'-13'16'4765'16,"13"0"-4153"-16,-3 3-496 0,3 6 100 0,0 10 556 15,0 10 432-15,8 9-412 0,4 9 460 0,-1 11-488 16,6 11-332-16,3 6-112 0,-1 8-128 16,-2 3-44-16,-2 6-148 0,-2 0-40 15,-5-4 40-15,-5 5 48 0,1-8-44 16,0-6-8-16,-4-6-52 0,0-10-56 0,-4-12-32 16,0-9 92-1,1-14-92-15,-1-9-116 16,0-13-20-16,4-4-140 0,-4-11-184 0,4-7-440 15,0-2-536-15,4-15-872 0,0-11-2469 0,0 3-883 16,-1-39 3641-16</inkml:trace>
  <inkml:trace contextRef="#ctx0" brushRef="#br0" timeOffset="23401.532">1154 5848 12297 0,'0'0'1328'0,"0"0"-956"0,0 0-32 0,0 0 392 0,0 0 212 16,0 0-352-16,101-60-232 0,-73 60-48 15,4 0-164-15,-1 9 140 0,-3 7-4 0,0 10-112 16,-1 2-60-16,-10 10-12 0,-6 10 36 16,-2 9 24-16,-9 6-24 15,-9 7-16-15,-10 6-120 0,-5 1-84 0,0-4-40 16,-4 0-112-16,-4-10-84 0,4-5-148 15,5-11-192 1,-1-9-244-16,4-9-200 0,4-10-124 16,4-10 220-16,0-9-504 0,-1-2-1617 0,6-9-1763 0,-1-20 3408 15</inkml:trace>
  <inkml:trace contextRef="#ctx0" brushRef="#br0" timeOffset="23687.064">1697 6261 7476 0,'0'0'2836'0,"0"0"-1675"0,0 0-441 0,0 0-4 0,0 0 444 31,0 0 76-31,76 63-52 0,-64-47-312 0,3 7-328 0,-3-1-396 0,-4 3 40 32,0 4-176-32,-3 2-4 0,-5 4-8 15,0-4-12-15,0 2-124 0,-5-8 24 16,1-6 44-16,0-6 68 0,4-7 48 0,0-3-44 15,0-3 56-15,0-3 40 0,4-10-100 16,9-2 48-16,-2-11 52 0,6-5 96 16,2-7-20-16,1-1-92 0,-1 4-80 15,2 0-4-15,-1 4-96 0,-1 2-104 0,2 0-196 16,-1 2-260-16,-1-3-300 0,-2 2-732 0,-6 6-2537 16,5-10-2975-16</inkml:trace>
  <inkml:trace contextRef="#ctx0" brushRef="#br0" timeOffset="23996.875">2127 6229 3512 0,'0'0'9729'15,"0"0"-8029"-15,4 93-1072 0,0-62 204 0,4 7 400 16,0-7-192-16,0-5-512 16,3-7-468-16,2-6-60 0,-1-7-148 0,8-6 76 15,-5 0-4-15,9-6-56 0,1-7 68 16,3-6-168-16,-1-3-64 0,-2 0-200 15,-2-4-64-15,-3 1-12 0,-5 3 92 0,2 0 204 16,-6-1 164-16,-6 7 112 0,-1 0 316 16,-4 1 64-16,-4 5 128 0,-4 3 76 15,-4 1-52-15,-1 6-24 0,2 0-128 16,-1 0 224-16,-4 10 180 16,0 3-348-16,0 5 28 0,-3 2-64 0,6 1-376 15,-2-2-24-15,6 0-364 0,1-2-220 0,5-4-208 16,-1-1-228-16,4-2-760 0,0-7-1100 15,4-3-228-15,3-3-1029 0,14-7-515 0,-10 1 2616 0</inkml:trace>
  <inkml:trace contextRef="#ctx0" brushRef="#br0" timeOffset="24414.039">2729 6334 744 0,'0'0'12289'16,"0"0"-10549"-1,0 0-1188-15,0 0-236 0,0 0 184 0,36 73 316 0,-32-70-292 16,3-3-216-16,1 0-72 0,9-3-236 0,3-10-168 15,-1-3-216-15,1-6-212 0,4 0-208 16,-8-1-76-16,0-2 120 16,-4 3 256-16,-4 3-96 0,-5 0 512 0,-3 3 88 15,0 0 328 1,-11 0 184-16,-5 4 108 0,-4-1 48 0,0 3-28 16,-4 3-184-16,5 5 28 0,-6 2-36 0,5 9 36 15,-3 7-188-15,3 6-60 0,3 4 12 16,2 2 44-16,-2 4-240 15,10-3-52-15,-1-1-224 0,8-2-280 0,0-7-164 16,0-3-64-16,0-7-160 0,12-6-28 16,4-3-356-16,-1 0-488 0,6-9-841 0,3-7-627 15,0 0-1272-15,3 0 4216 0,1 0-612 0,9 3 405 32,-2 0 495-32,1 11 2359 0,4-2-1799 15,-5 1 5468-15,1 0-3367 0,-3 3-1125 16,-1-2-480-16,-1-5 208 0,-4-3-308 15,-2 0-392-15,3-5-268 0,-4-1-96 16,0-6-200-16,-5-4-136 0,1-2-748 0,1-5-640 16,-10 2-996-16,1-1-2605 0,-4 7-2035 15,-4-13 7029-15</inkml:trace>
  <inkml:trace contextRef="#ctx0" brushRef="#br0" timeOffset="24610.484">3175 5715 3024 0,'0'0'9381'16,"0"0"-7749"-16,0 0-808 0,0 0-92 0,0 0-16 0,-52 73 108 0,48-39 20 15,0 1-176-15,4 11 104 0,0 1-12 16,0 10-188-16,0 9-180 0,0 11-176 16,0 5-92-16,-8 10-64 0,-3 3-60 15,-2 10-64-15,-2 0 4 0,2 2-4 0,-2-5-8 16,6-6 24-16,1-17-24 0,5-8 68 16,-5-14-44-1,8-10-88-15,-4-6 4 0,0-9-188 16,-1-7-192-16,-2-3-100 0,-9-2-284 0,-8-5-704 0,8-2-2816 0,-32-6-3701 15</inkml:trace>
  <inkml:trace contextRef="#ctx0" brushRef="#br0" timeOffset="24982.738">546 7238 2568 0,'0'0'1552'16,"0"0"3876"-16,0 0-4072 0,0 0-427 0,0 0 43 15,0 0-52-15,0 0 132 0,0 0 144 32,0 0 4-32,95 14-172 0,-39-21-300 15,8-3-188-15,11 1-36 0,9-4-124 0,8 0-64 16,11 1-72-16,9-7-36 0,11 3-136 15,9-3-60-15,-1 0 0 0,9 3 84 16,3 3-96-16,0 1-80 0,1 2 80 0,0 5 164 0,2-2 24 0,-2 0-188 16,4-3-132-16,-1-1 84 15,4-3 44-15,5-5-72 0,-5 0-8 0,-4-3-60 16,-7 0-112-16,-8 0-184 16,-17 0-88-16,-11-1-20 0,-17 0-116 0,-11 2-28 15,-17-2-352-15,-10 4-788 0,-14 3-1068 0,-18 0-2229 16,-9 4-131-16,-12-2 3616 0</inkml:trace>
  <inkml:trace contextRef="#ctx0" brushRef="#br0" timeOffset="25183.256">4187 6219 15133 0,'0'0'3136'16,"0"0"-2300"-16,0 0-720 0,0 0-116 0,0 0-112 15,75 51-36-15,-66-41-168 16,-1-1-400-16,-4 0-716 0,-4 2-1728 0,3-5-4605 0,-3 7 2194 16</inkml:trace>
  <inkml:trace contextRef="#ctx0" brushRef="#br0" timeOffset="25314.702">4239 6594 9108 0,'0'0'8317'0,"0"0"-7325"0,0 0-808 15,0 0-132-15,47 83 216 0,-30-68 152 16,-2-2-152-16,6 4-268 0,-1-5-356 16,7-3-788-16,-11 1-620 0,20 6-3296 0</inkml:trace>
  <inkml:trace contextRef="#ctx0" brushRef="#br0" timeOffset="33252.564">5749 5531 1500 0,'0'0'8032'0,"0"0"-6547"0,0 0-557 0,0 0-48 0,0 0 268 16,0 0 28-16,12 76-76 0,-8-51-416 15,-1 7 0-15,-3 7-252 0,0 1-184 32,0 8-36-32,0 6-140 0,-3 10-24 15,-1 2 128-15,0 4 56 0,0 0-48 16,-4-4-72-16,8-2 20 0,0-11-44 0,0-11-4 15,0-4-32-15,4-12 8 0,0-4-60 16,0-3 0-16,4-5 12 0,-5-3-8 16,6-1-4-16,-1-4 0 0,0 4 8 0,-5-7 64 15,10 3-64-15,-1-2 56 16,-1-2 8-16,9 2 0 0,1-4 52 16,7 2-16-16,-5 3-8 0,5-5-4 0,-4 0-96 0,-4 0 0 15,3 0-4-15,-2 0-56 0,-1-5-24 16,-1 3-136-16,1-4-272 0,1-4-256 15,-2 0-228-15,1-2-716 16,-3 2-2216-16,2-12-2781 0</inkml:trace>
  <inkml:trace contextRef="#ctx0" brushRef="#br0" timeOffset="33615.359">6315 6140 6156 0,'0'0'4977'16,"0"0"-3553"-16,0 0-516 0,0 0 96 0,0 0 468 15,0 0-132-15,-21 70-396 0,21-61-464 16,0-2-320-16,5-1-24 16,7-3 60-16,3-3 12 0,5 0-148 15,5-6-60-15,3-4-256 0,0-2-76 0,3-4-100 16,-3 0 148-16,-5 0-124 16,2 0-200-16,-5 1-40 0,-5-2 16 0,2 2 92 15,-10 3 52 1,-3-5-84-16,-4 1 28 0,0-3 96 15,-7 3 40-15,-5 4 192 0,-1-1 216 0,-2 7 240 0,-1-1 248 0,-5 7-132 16,6 3 24-16,-5 10 12 0,4 9 240 0,-4 7 48 16,1 10 36-16,-2 5-128 15,1 3-140-15,5 4 72 0,2 0-164 0,2-4-72 16,7-5-148-16,4-8-12 0,0-8-40 16,11-10-84-16,6-4 0 0,-2-5-124 15,13-7-8 1,4-2-128-16,4-15-172 0,4-8-212 0,4-7-428 15,4-6-692-15,-5-11-1324 16,6 3-3477-16</inkml:trace>
  <inkml:trace contextRef="#ctx0" brushRef="#br0" timeOffset="33862.124">7031 5572 5108 0,'0'0'532'16,"0"0"4809"-16,-3 82-3661 0,-1-38-328 0,0 11 240 0,0 5-176 15,4 7-104-15,-4 0-376 0,4 2-408 16,-4 1-260-16,4 0-168 0,-5-7-100 16,5-5 0-16,0-11-72 0,0-12 72 15,5-9 88-15,3-7-80 0,0-6-8 0,-4-8-48 0,-1 2-88 16,1-4-292-16,-4-3-136 16,5 0 72-16,-5-6-200 0,0-3-180 0,0-11-256 31,-5-2-1476-31,-6-6-1785 0,-1 5-1407 15,-16-17 4176-15</inkml:trace>
  <inkml:trace contextRef="#ctx0" brushRef="#br0" timeOffset="34016.909">6653 5988 3768 0,'0'0'1004'0,"0"0"3060"0,0 0-2420 0,0 0 81 16,0 0 251-16,108 9-260 0,-68-9-440 0,3 0-468 15,9-6-264-15,1-4-140 0,-2-3-200 16,5 1-204-16,-4-1-144 15,-5 1-152-15,5-4-396 0,0 4-352 0,-5-5-636 16,6 8-2216-16,-18-1-3445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40:40.51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8661 6000 7988 0,'0'0'7365'15,"0"0"-6245"-15,0 0-648 0,0 0 112 0,0 0 380 0,0 0-28 16,76-85-276-16,-52 62-268 0,-4 1-184 16,0 3-148-16,-1 3 16 0,2 3-28 0,3 7-44 15,-5 0 44-15,-3 3-4 0,9 3-40 16,-6 6 76-1,1 10 224-15,4 6 24 0,0 11-107 16,0 0-61-16,-4 9-64 0,0 3-12 16,-5 2-28-16,2-2-56 0,-6-1-12 0,2-6-84 15,-1-6-36-15,-5-7 8 16,1-6-33-16,1-6 9 0,-5-3-44 0,3-7-248 16,1-3-412-16,1-3-264 0,2-10-600 0,5-6-568 15,0-7-1556-15,-4 1-1025 0,8-16-1311 0</inkml:trace>
  <inkml:trace contextRef="#ctx0" brushRef="#br0" timeOffset="163.017">9323 5794 4212 0,'0'0'6680'15,"0"0"-3923"-15,0 0-1681 0,0 0-508 0,0 0 284 16,-84 54 116-16,60-25-148 0,-4 9-120 16,-4 3-180-16,-4 7-152 0,5 2-16 15,-5 5-20-15,0-1-136 0,4-4-196 0,4-2-36 16,4-4-88-16,4-9-132 0,8-9-356 0,9-7-128 15,-1-10 24-15,4-3-388 0,4-2-1172 16,3-4-1877-16,6-4-2119 0</inkml:trace>
  <inkml:trace contextRef="#ctx0" brushRef="#br0" timeOffset="362.889">9490 6153 2600 0,'0'0'9477'0,"0"0"-7957"0,0 0-824 16,0 0 304-16,13 86 396 0,-13-58-416 0,0-3-360 16,0 5-360-16,3-5-260 15,-3 0-108-15,4-3-64 0,0 1-300 16,0-5-296-16,0-5-284 0,4-7-336 0,-4-1-1376 16,4-5-2629-16</inkml:trace>
  <inkml:trace contextRef="#ctx0" brushRef="#br0" timeOffset="778.663">10048 6229 10316 0,'0'0'4669'0,"0"0"-4265"0,0 0-304 0,0 0 464 16,0 0 440-16,-12 82 124 16,0-59-424-16,4 2-472 0,-4 4-232 15,-4-4-68-15,4 1 8 0,5-4-76 16,-6-3-112-16,9-7-244 0,0-5-536 15,0-3-692-15,4-4-1188 0,4-4-2521 0,8-15-1351 16</inkml:trace>
  <inkml:trace contextRef="#ctx0" brushRef="#br0" timeOffset="1104.657">10407 5911 13369 0,'0'0'1924'0,"0"0"-1736"15,0 0 28-15,0 0 452 0,0 0 140 16,0 0-284-16,0 0-240 0,0 0-284 0,0 0 0 16,80 52-88-16,-61-40 76 0,-3 4-36 15,4 3-28-15,-4 0 64 0,0 3-36 0,0 7 48 16,-8-4 12-16,-1 6 36 0,-3 2-48 15,-4-2 0-15,0 1-48 0,0-3 40 0,-4-4-4 16,0-2-100-16,4-4 60 0,0-7 4 16,0 1-52-16,0-3-36 0,0-1-112 15,0-3-188-15,0-3-172 0,0 4-68 0,0-7-56 16,0 3-56-16,4-3-244 0,0 0-560 16,1-3-397-16,-1 0-1247 0,0-13-1112 15</inkml:trace>
  <inkml:trace contextRef="#ctx0" brushRef="#br0" timeOffset="1386.701">10769 5917 4912 0,'0'0'6625'16,"0"0"-5805"-16,0 0-652 15,-59 74 188-15,42-45 384 0,-7-1 176 16,1 4-260-16,-1-1-204 0,0 1-264 0,-4 3-144 16,4 0-44-16,-3 0-140 0,-1-3-60 15,3-1-76-15,5-6-64 0,5-2-344 16,2-10-28-16,5-4-168 0,5-5-224 0,3-4-509 15,0 0-915-15,0-4-1784 0</inkml:trace>
  <inkml:trace contextRef="#ctx0" brushRef="#br0" timeOffset="1636.994">10953 6175 10965 0,'0'0'1620'0,"0"0"-1212"16,0 0-52-16,0 0 396 0,95-3 132 15,-79 6 24-15,-4 0-40 0,-4 7-248 0,0-4-236 0,-1 7-124 16,-7-1-100-16,0 4-72 0,0 3-40 0,-7 4-48 16,-5-2-84-16,-4 9-152 15,-4-2-112-15,4 1 124 0,1-4 128 16,-2 0 92-16,9-6 4 0,1 0-4 0,2-6-96 16,5-3 100-16,0-3 88 0,5-1 72 15,6-6-72 1,1 0 72-16,4 0-160 0,4-6-268 0,0-11 8 15,8 1-340-15,-4-6-444 0,0 6-1084 16,3-9-3541-16</inkml:trace>
  <inkml:trace contextRef="#ctx0" brushRef="#br0" timeOffset="1892.127">11582 6239 7976 0,'0'0'4817'15,"0"0"-4077"-15,0 0-736 0,0 0 580 16,0 0 252-16,0 0-156 16,0 0-416-16,0 0-264 0,0 0-88 0,0 0-164 15,0 0-36-15,4 47-204 0,-4-44-524 16,0 0-324-16,0-3-305 0,0 0-655 15,7-6-276-15,-2 4 492 0,3-9-1108 0</inkml:trace>
  <inkml:trace contextRef="#ctx0" brushRef="#br0" timeOffset="2025.442">11868 6213 1396 0,'0'0'9793'0,"0"0"-8585"0,77-3-632 0,-42 0 148 0,9 0 808 15,-4-4-484-15,-8 1-960 16,0 3-88-16,-4-4-100 0,0 1-320 0,0 3-320 15,-1 0-388-15,1-3-836 16,-8 2-2317-16,4-2-95 0</inkml:trace>
  <inkml:trace contextRef="#ctx0" brushRef="#br0" timeOffset="2198.08">12809 6084 156 0,'0'0'12913'15,"0"0"-10833"-15,0 0-1100 0,0 0 272 16,0 0-260-16,0 0-416 0,0 0-564 16,0 0-12-16,0 0-292 0,0 0-328 0,0 0-308 15,60-20-780-15,-48 10-2861 0,0-2-3995 16</inkml:trace>
  <inkml:trace contextRef="#ctx0" brushRef="#br0" timeOffset="2704.136">13618 5839 6004 0,'0'0'6089'0,"0"0"-5489"0,0 0-592 0,84-45 180 15,-49 29 272-15,5 1 24 0,-3 2-88 0,2-1-108 16,1 9-72 0,-1 2 36-16,2 3 40 0,-2 3-104 0,-3 13 140 15,0 5 84-15,-4 11 316 0,-4 10-144 0,-8 2-136 16,-5 4-200-16,-6 3-88 15,-1-1 24-15,-4 1-36 0,-1-3 12 16,1-7-64-16,-4-6-80 0,4-6-16 0,-4-4 0 16,5-9-52-16,-5-7-68 0,4-6-376 15,0-3-284-15,3-6-352 16,1-10-556-16,5 0-2297 0,2-16-3651 0</inkml:trace>
  <inkml:trace contextRef="#ctx0" brushRef="#br0" timeOffset="2889.979">14375 5645 10316 0,'0'0'4417'0,"0"0"-3873"0,0 0-456 0,-80 72 400 15,48-39 320 1,0 5 644-16,-3 6-184 0,-1 1-228 16,-5 6-420-16,2-1-304 0,-1 4-84 0,-4 0-232 15,4 0-24-15,1-3-388 16,7-3-332-16,0-3-260 0,8-7-612 0,12-10-1388 15,0-3-3165-15</inkml:trace>
  <inkml:trace contextRef="#ctx0" brushRef="#br0" timeOffset="3211.564">14570 6150 5260 0,'0'0'9149'16,"0"0"-7801"-16,0 0-652 0,-8 76-24 0,1-50 540 16,2-5-188-16,-3 4-316 0,4-6-424 15,4 0-284-15,0-2-88 0,0-7 16 16,8-4-64-16,4-3-120 0,4-3-100 0,4-3 76 16,0-7 20-16,7-6-84 15,1 1 172-15,0-8 120 0,0 4 4 16,-4 0 36-16,1 0 4 0,-6 3-40 0,1 3-16 15,-3 4 64-15,-2 6 76 0,-7 0 156 0,0 3 212 16,0 3 96-16,-4 6-160 0,0 1-304 16,0 3-76-16,0 5-16 0,-4-2 4 15,0 3-120-15,0 4-260 0,0-4-188 16,0 0-368-16,0-3-864 0,0-4-3056 0,-12 1-5005 16</inkml:trace>
  <inkml:trace contextRef="#ctx0" brushRef="#br0" timeOffset="4787.435">8582 5413 6108 0,'0'0'404'15,"0"0"364"-15,0 0 2200 0,0 0-1267 0,0 0-409 16,0 0-312-16,0 0 16 0,0 0-152 15,0 0-80-15,0 0-168 0,-9-25-196 0,9 25-92 16,0 0-88-16,-4 0-84 0,4 0-12 0,0 0-12 16,0 0 0-16,0 3-4 0,0-3 4 15,0 3-28-15,-3 0 28 0,-1 3-12 0,0 1-92 16,-4-1 0-16,3 1 0 16,1-4 64-16,4 0 16 0,0-3-40 15,0 0-36-15,0 0 36 16,0 0 4-16,0 0-40 0,0 0-8 15,0 0 0-15,0 0 4 0,0 0 4 16,0 0 0-16,0 0 0 0,0 0 0 16,0 0 36-16,0 0 0 0,0 0 28 15,0 0-28-15,0 0-40 0,0 0 52 16,0 0-48-16,0 0 0 0,0 0 64 0,0 0-32 16,0 0-44-16,0 0-4 0,0 0-4 0,0 0 4 15,0 0-4-15,0 0-4 0,0 0 4 16,0 0-4-16,0 0-40 0,0 0 4 15,0 0 40-15,0 0 4 0,0 0 4 16,0 0 0-16,0 0-4 0,0 0 4 16,0 0 72-16,0 0-8 0,0 0-52 15,0 0 32-15,0 0-44 0,0 0-48 0,0 0-12 16,0 0-28-16,0 3-32 0,-3 3 120 0,-5 7-16 0,0 9 16 31,-4 1-96-31,0 9 84 16,1 1-88-16,-2 6 40 0,-2 6 56 15,-2 6-132-15,-3 3 16 0,-3 3-4 0,-1 0-36 0,3 1 0 0,2-12 64 16,-1-1 8-16,3-10 80 16,10-6 8-16,-1-8-100 0,0-8-8 15,4-2-104-15,4-5-48 0,-4-3-48 16,4-3-100-16,0 0-40 0,0 0-52 16,0 0-80-16,0 0 0 0,4-7 116 15,4 0 44-15,0-5-88 0,-1-1 228 16,2-2-12-16,-1 2 148 0,0 0 144 15,-5 7 116-15,1 3 148 0,0 0 92 0,-4 3-76 0,5 0-76 16,-1 3 36-16,4 3 76 0,-5 3 124 16,10 4-136-16,-9 1-180 0,4 0-36 0,-5 10 0 15,-3-3 88-15,4 11 92 16,-4 6-68-16,0 3 60 0,-4 8 64 0,-3 4-324 16,-1 4 0-16,-5 0-4 0,-2 1-44 15,2-5-40 1,2 1 40-16,-2-3-40 0,6-3-52 15,3-7 4-15,0-6-76 0,4-3-192 0,0-4-212 16,8-9-180-16,-1 1-344 0,6-7-1192 0,-2-7-1749 0,6 0-1163 0</inkml:trace>
  <inkml:trace contextRef="#ctx0" brushRef="#br0" timeOffset="7111.313">15586 5489 6724 0,'0'0'508'0,"0"0"3837"0,0 0-3129 0,0 0-440 16,0 0-240-16,0 0 276 0,0 0 168 16,0 0-388-16,80-25-44 0,-68 31-124 15,-5 8-40-15,2-2-164 0,-1 7-84 0,-4 0-120 16,-4 6-4-16,0 1 40 0,-8 2-52 15,-5 4-88-15,-2 0-20 0,-1 0-16 16,-4-1 24-16,8-3 92 0,-4-2-64 16,4-4 68-16,4 1-52 0,0-1-32 15,1 1 80-15,7-4-104 16,0 2 40-16,0-2 20 0,0-3-84 16,11 0 36-16,1-3-324 15,0-4-24-15,4 4 144 0,0-1 116 0,3 5 124 16,-2 1 56-16,3 9 8 0,-4 0 564 0,-5 2-216 15,2 3-136-15,-6 0-12 0,1-4-12 16,-3 4-40-16,3-4-36 0,-4 2-36 16,3-5-40-16,-3 3-28 0,0-3-8 15,-4 1 0-15,0 0-4 0,0-1-40 0,-4-3 44 16,0 1 8-16,-3-4-8 0,3-4-16 16,-4-2-204-16,3-7-480 0,1 0-520 15,4-6-880-15,-4 0-2801 0,4 0-2999 16</inkml:trace>
  <inkml:trace contextRef="#ctx0" brushRef="#br0" timeOffset="8414.374">17467 5924 9760 0,'0'0'2757'0,"0"0"-821"0,0 0-500 0,0 0-108 16,0 0-216-16,0 0-272 0,0 0-388 15,0 0-108-15,0 0-196 0,0 0-40 0,0 0 28 16,-40-38-4-16,27 38-120 16,-2 3 88-16,-1 11-16 0,-8 11 0 15,-4 10 88-15,1 6 120 0,-1 6 96 0,0 7 389 16,0-3-353-16,7-3-180 0,6-7-148 15,-2-9-96-15,14-11 8 0,3-8 100 16,0-7-108-16,0 1-96 0,8 0-24 16,8-7 60-16,0 0-24 0,3 0-16 0,6-9-152 15,3-8 56-15,0-2-20 0,-4-3 8 16,4-7 51-16,-1 4-87 0,-3-7 88 16,0 4-76-16,-9 0-84 0,6-2 20 0,-9 2-56 15,0 3 96-15,-5 2 36 0,1 4-76 0,-3 7 148 16,-1 2 76-16,-4 7 64 0,0-1-228 31,0 4-232-31,0 0-456 0,0 0-440 16,-4 4-372-16,-5-1-432 0,5-3-369 15,-3 10-2179-15</inkml:trace>
  <inkml:trace contextRef="#ctx0" brushRef="#br0" timeOffset="9936.897">17363 5321 2812 0,'0'0'4044'16,"0"0"-2824"-16,0 0 156 0,0 0-344 15,0 0 129-15,0 0-125 0,0 0-116 0,0 0-272 16,0 0-68-16,0 0 216 0,0-4-320 16,0 15-196-16,0 4 280 0,0 8 88 0,0 5-56 0,-4 4-72 15,1 9-40-15,-6 3-100 0,1 11-52 0,0 2-132 16,-8 6 0-16,1 4-184 0,-6 2 52 16,1 1-64-16,-7 4 48 0,3-8-48 31,4-2-48-31,-1-10-40 0,6-10 80 0,3-9-64 15,8-10-28-15,0-6 92 0,0-3-100 0,4-7-28 16,0-4 52-16,0-3-28 16,0-2-60-16,0 0-60 0,4-2-124 15,4-9 60-15,8-1 296 0,0-7 60 0,4-3-60 16,0-7-136-16,0-3-40 0,-1 1 68 16,2-5 32-16,-6 2-24 0,2-1 4 15,-2 0 84-15,1 3-52 0,5 4 16 16,-6 5-16-16,1 4 64 0,0 6 0 0,-5 7 176 15,6 0-28-15,-6 3 60 0,2 3-24 0,-1 0 16 16,-5 0-40-16,6 3-12 0,-5 6-40 16,-5 0 84-16,1 2-188 15,-4 4 56-15,0 1 0 0,-4 7-52 0,-3-1 4 16,-10 3-12 0,2 4-72-16,-9 2-76 0,0-3-24 15,4-2 36-15,-4-3 76 0,4-4 56 16,1-4-8-16,-2 1-64 0,5-3-184 0,1-7 4 15,3 0 44-15,-1 1-24 0,10-4-36 16,-5-3-124-16,8 0-80 0,-4 0 0 16,4 0-240-16,0-6-296 0,0-4-348 15,8-2 44-15,-4-1-1605 0,16-12-2999 16</inkml:trace>
  <inkml:trace contextRef="#ctx0" brushRef="#br0" timeOffset="10286.668">17594 5975 4528 0,'0'0'4128'16,"0"0"-2496"-16,0 0-343 0,0 0 3 16,0 0 260-16,0 0-540 0,0 0-324 0,0 0-172 15,0 0-80-15,0 0-60 0,60 45-92 16,-36-52-224-16,0-2-60 0,4-4-284 16,0 0-100-16,4-2-28 0,0-1-36 15,-1 0-32-15,-3 0 152 0,-4 4 128 16,-8-5 84-16,-1 4 44 0,-6 1 72 0,-9-1 192 15,0 0-4 1,-4 4-100-16,-8 3 36 16,-4-1-8-16,0 4 8 0,-8 3-76 0,4 3-32 15,-7 13 96-15,-1 3 192 0,0 6 32 16,-4 7 76-16,4 3-4 0,4 3-8 16,-4 4-80-16,4-1-12 0,8 1 12 15,4-9 12-15,4 0-184 0,8-8-148 16,5 0-48-16,10-5-28 0,5-2 16 0,8-2-16 0,8-3 28 0,4-3-36 15,4-8-200-15,7 3-332 0,1-5-204 16,4 0-308-16,-16-5-812 0,23-7-2809 16</inkml:trace>
  <inkml:trace contextRef="#ctx0" brushRef="#br0" timeOffset="10837.342">19184 5873 572 0,'0'0'7812'16,"0"0"-5976"-16,0 0-723 0,0 0 219 0,0 0-44 0,0 0-224 16,0 0-172-1,-84-51-248-15,69 64-136 0,-6 6 4 16,-3 7 20-16,5 9 48 0,-5 6 8 15,4 7-96-15,0-4-16 0,4-3-60 16,-1-6-136-16,14-6-120 0,-1-7-148 16,4-9-12-16,7-4-136 0,6-6 40 0,7-3 84 15,7 0-100-15,1-12 4 0,9-7-88 16,-1-7-196-16,-1 0-12 16,-3 1 36-16,0-3 160 0,-4 3 124 0,-4-1-4 0,-5 4 16 15,-2-1 12-15,-6 5 60 16,-3 4 100-16,-3 6 36 0,-5 2 144 0,0 6 152 15,0 0-28-15,0 0-148 0,0 6-148 0,0 2-108 16,0 12 208-16,0 2-36 0,0 4-64 16,4 2 16-16,-4 1-76 15,4-4-48-15,3-2 0 0,1-1-136 16,5-3-156-16,-2-3-280 0,10-1-16 16,-2-5-544-16,1-4-1068 0,-4 1-2712 15,8-7-4177-15</inkml:trace>
  <inkml:trace contextRef="#ctx0" brushRef="#br0" timeOffset="11382.044">20271 5909 8764 0,'0'0'1812'16,"0"0"-335"-16,0 0-593 0,0 0 72 0,0 0-4 15,0 0-36-15,0 0-84 0,0 0-84 16,0 0-204-16,0 0-236 0,-31 76-48 16,19-48-36-16,-1 4-28 0,2-7 0 15,3 3-84-15,4-4-4 0,-1-3-104 16,5-1 0-16,0-2 4 0,9 1 68 0,3 0 48 16,-5 1-40-16,10-2-84 0,-6-2-8 15,10 0 8-15,-6 0 72 0,5-4-60 16,-3 2-4-16,-2-5 44 0,2-2-4 0,-10 2 88 15,1-2 84-15,-4-4 120 0,-4 3 208 0,0 0-24 16,-4 1-111-16,-7 2-193 0,-2 1-124 16,-2-1-96-16,-2-3-4 0,2-3-68 15,-2 4-48-15,6-7-40 0,-1 3-61 16,3-3-31-16,-2 0-64 0,3-6-100 16,-1-1-232-16,6-5-24 15,-5-1-300-15,0 0-816 0,4-5-200 16,4 2-712-16,0 3-1693 0,8-10-2007 15</inkml:trace>
  <inkml:trace contextRef="#ctx0" brushRef="#br0" timeOffset="11719.362">20714 6140 9624 0,'0'0'2601'0,"0"0"-585"0,0 0-128 0,0 0-524 0,0 0-560 15,0 0-336-15,0 0-160 0,92 3-308 16,-69-15-12-16,9-4-444 0,0-3-248 15,0 0-300-15,-1-4-12 0,2 4 20 0,-13 0 136 16,0 3-132-16,-9 4 556 16,-3-1 308-1,-8 1 128-15,0 2 500 0,-8-3 468 16,-3 4-196-16,-9 0-584 0,4-2 164 0,-8 9-60 16,4 2 20-16,-8 2 56 0,5 15 44 0,-1 5 24 15,-4 6 48-15,0 7 88 0,3 3 92 0,1 3-24 16,5 3 32-16,3 1-72 0,4-7-76 15,8-5-184 1,4-5-72-16,8-12-147 0,16-3-97 0,4-7-24 16,4-4-72-16,11-2-73 0,6-8-111 15,2-12-156-15,1-2-308 0,4-6-212 16,-4-4-432-16,3 0-972 0,-15 4-1832 0,15-16-1989 16</inkml:trace>
  <inkml:trace contextRef="#ctx0" brushRef="#br0" timeOffset="11933.125">21646 5391 9004 0,'0'0'2753'16,"0"0"-597"-16,0 0-412 15,0 88-140-15,0-46-268 0,0 12-108 16,0 3-56-16,-3 3-199 0,-1 7-233 0,-5 0-208 16,1-1-264-1,1-2-220-15,-1-4-48 0,-1-3-108 16,1-8-4-16,8-8-44 0,0-10-12 0,4-9-100 15,4-3-120-15,1-6-84 16,-2-7-101-16,1-3 1 0,-4-3-196 16,5-5-620-16,-9-8-744 0,4 3-2624 0,-4-12-1673 15</inkml:trace>
  <inkml:trace contextRef="#ctx0" brushRef="#br0" timeOffset="12087.623">21312 5892 10997 0,'0'0'2088'15,"0"0"-1056"-15,0 0 232 0,0 0 132 0,0 0-168 16,0 0-80-16,108-8-168 0,-57 4-324 16,9 1-348-16,-1-4-200 0,5-2-108 15,0-1-136-15,-4 1-180 0,-1-1-392 16,-3 0-516-16,-3-2-672 0,-18 2-2428 16,5-2-3621-16</inkml:trace>
  <inkml:trace contextRef="#ctx0" brushRef="#br0" timeOffset="12569.022">22683 5997 9368 0,'0'0'1240'0,"0"0"-583"0,0 0-193 0,0 0 332 0,0 0 300 16,0 0 20-16,0 0 32 0,0 0-196 0,-17 87-156 15,6-47-40-15,-2 2 92 16,2-8-124-16,7-2-308 0,0-7-272 16,4-9-140-16,4-3 4 0,7-7 0 0,6-2-8 15,6-4-204-15,5-4-80 16,4-11-68-16,3-5-176 0,6-2-124 0,-9-3-240 16,0 0-40-16,-8 3 28 15,-5-1 172-15,-6 0-204 0,-13 4 516 16,0 5 204-16,-9-3 216 0,-10 1 128 0,-2 7 344 15,-3 2 336-15,-4 7-140 0,5 0-164 16,-5 7-124-16,4 2-8 0,4 7-36 16,0-3-336-1,4-1-60-15,8-1-328 0,1-3-832 0,7 3-1124 16,0-9-3497-16</inkml:trace>
  <inkml:trace contextRef="#ctx0" brushRef="#br0" timeOffset="12687.715">23177 6096 11805 0,'0'0'1548'0,"0"0"-848"0,0 0-4 0,91-4 88 16,-59-4-460-16,4-9-284 0,0-2-40 15,3-7-628-15,1 1-892 0,-7 3-988 0,6-10-3029 0</inkml:trace>
  <inkml:trace contextRef="#ctx0" brushRef="#br0" timeOffset="12954.829">23407 5626 9164 0,'0'0'1993'16,"0"0"-761"-16,0 0 80 0,0 0 160 0,0 0 84 16,-52 91-164-16,48-58-248 15,-3 5-4-15,3 6-180 0,-4 8-227 0,-5 0-165 0,6 9-216 16,-5-1-136-16,-4 5-168 0,4-2-48 16,0-3-72-1,4 0-12-15,-4-6 36 16,4-3-36-16,4-2 0 0,4-5-28 0,0-4 4 15,0-2-36-15,4-2-100 0,0-5-180 16,0-2-161-16,0-7-219 0,-4-6 96 0,0 0-224 16,-4-4-340-16,-8-2-428 15,0-4-400-15,-4-2-304 0,-3-4-477 0,-2-4 309 16,6-2 564-16,-5-11-12 16</inkml:trace>
  <inkml:trace contextRef="#ctx0" brushRef="#br0" timeOffset="13690.577">25033 5959 2936 0,'0'0'6432'16,"0"0"-4483"-16,0 0-433 0,0 0-280 15,0 0 176-15,-36-67-92 0,24 59 20 16,0 1-280-16,-4 3-216 0,0 1-280 0,-8 6-396 16,-4 10-56-16,-4 6-64 0,-3 12 84 15,-1 8 88-15,4 2 24 0,8-6 121 16,0-2-365-16,12-12-24 0,5-4-173 0,7-11-19 0,4-3-64 16,11-3-60-16,5 0 284 0,8-7 48 15,8-8-56-15,3-5-8 0,2-2-76 16,-5-3-36-16,-4-1-72 0,-4 7-12 15,-9 7 36-15,1 2 36 0,-8 10-12 16,0 0 8-16,0 10 200 0,4 9 124 0,-8 9 184 16,3 4-64-1,2 9-36-15,-5 4-12 0,-1 2-24 0,-3 4 32 16,-4-1-200-16,0 2 76 0,0 5-4 0,-4-3 176 16,-15 2-68-16,-1 2-96 0,-4-11-28 15,0 1 0-15,-4-9 12 16,5-7-12-16,2-4 4 0,5-9-56 0,0-7 40 15,5-5 72-15,2-4-60 0,-2-3-60 16,-1-3-168-16,3-10-208 16,-2-6 68-16,7-6-92 0,0-10-140 0,4-7-220 15,8-9-660-15,7-5-1284 0,-2 7-2069 0,15-26-2687 16</inkml:trace>
  <inkml:trace contextRef="#ctx0" brushRef="#br0" timeOffset="14001.471">25391 6048 4224 0,'0'0'6304'16,"0"0"-4607"-16,0 0 179 0,0 0-172 15,0 0-400-15,0 0-460 0,0 0-152 0,0 0-240 16,104 25-452-16,-72-41 0 0,4-2-368 16,3-5-224-16,2 1-40 0,-5-4-140 15,-8 5-180-15,-5 2 20 0,-7 0 96 0,-8 2 352 16,-8 2 380-16,0-5 104 0,-8 5 128 0,-3-1 332 15,-6 3-32-15,-3 0 116 0,-3 7-64 16,6 6-40-16,-3 3 28 16,-3 13 56-16,3 10-4 0,-1 2 100 0,2 8 0 15,-5 8 44-15,0 3-52 0,5 4 8 16,-2 0 40-16,5-7-212 0,8-3-300 0,4-9-148 16,4-10-80-16,0-5-92 15,12-8-60-15,4-3-24 0,8-6-120 0,4 0-124 16,4-13-356-16,4-6-340 0,3-3-800 0,-7 0-1984 15,8-13-1845-15</inkml:trace>
  <inkml:trace contextRef="#ctx0" brushRef="#br0" timeOffset="14376.22">25901 5804 8804 0,'0'0'2249'0,"0"0"-401"0,0 0 68 0,-15 80-328 15,6-49-108-15,5 4-88 0,1-4-376 16,3 1-452-16,0-6-372 0,0-1-192 15,3-5-60-15,1-8-160 0,5-3-108 16,3-5 24-16,-1-4-4 0,6 0 40 0,2-6-64 16,5-8-196-16,4-5-28 0,-4 0 60 15,4 0 148-15,-4-3 288 0,-1 3 12 16,-2 0 48-16,-5 3 8 0,-1 3 164 16,-3 4 236-16,-3 6 124 0,-2 3-36 0,-3 0 56 15,0 5 132-15,-4 12-36 16,4-2-52-1,-4 11-84-15,0 0 33 0,0-1-109 0,0 0-96 16,0 1-88-16,0-5-152 0,-4-2-100 16,4-2-88-16,0-4-56 0,0-7-72 0,4-3-196 15,5 0-244-15,-2-3-341 16,9-3 45-16,4-9-940 0,-8 2-2520 16,12-12-2809-16</inkml:trace>
  <inkml:trace contextRef="#ctx0" brushRef="#br0" timeOffset="14644.027">26420 6077 10000 0,'0'0'5221'16,"0"0"-4393"-16,0 0-136 0,0 0 824 0,0 0 32 16,20 66-620-16,-5-62-280 0,6-1-115 15,-2-3-313-15,5-7-208 0,4-5-12 0,0-2-268 16,0-5-257-16,-4 1 41 0,-5-1 20 16,-2 0 24-16,-6-1 72 0,-3 2 88 0,-8-5 132 15,0-2 0-15,-4 0 12 16,-4-1 88-16,-8 1 48 0,4 2 96 15,-3 11 176-15,3 2 48 0,-4 10 8 16,0 0-212-16,-5 16-108 0,2 3 92 0,-1 7 220 16,1 9 156-1,-2 0 48-15,1 3-3 0,1 3-73 16,-2-2-156-16,5-1-292 0,4-7 0 0,1-9-180 16,11-3-148-16,0-6 36 15,4-4 107-15,7-6 5 0,10-3-16 16,3 0-8-16,4-12-336 0,4-7-472 0,3-3-800 15,1-4-1232-15,-12 8-1889 0,8-12-663 0</inkml:trace>
  <inkml:trace contextRef="#ctx0" brushRef="#br0" timeOffset="14843.721">26742 5917 6048 0,'0'0'5741'0,"0"0"-4385"0,0 0-500 0,0 0 68 16,0 0-120-16,12 87-100 0,-12-59 184 15,0-3-84-15,0 4-324 0,0-6-148 0,0-4-172 16,0-4-152-16,0-2-8 15,0-3 0-15,0-4 0 16,0-3 12-16,4 0-8 0,-4-3 60 0,4 0 96 16,4-3 96-16,4-3-208 0,4-7-48 15,4-3-96-15,8-2 20 16,4-6-120-16,0-1-208 0,0 0-112 0,-1-1-116 16,-3 1-188-16,4 3-272 0,-4 3-676 15,-8 3-904-15,11 0-1797 0</inkml:trace>
  <inkml:trace contextRef="#ctx0" brushRef="#br0" timeOffset="15208.267">27439 5905 11717 0,'0'0'2148'16,"0"0"-1492"-16,0 0 168 0,0 0 332 0,0 0 88 15,-87 63 248-15,59-27-48 0,4 5-143 16,-3 0-305-16,6-3-392 0,5-3-328 16,4-9-140-16,5-4-52 0,7-7-84 15,0-5-52-15,3-3-168 0,5-4-56 0,12-3 80 16,5-3-56-16,2-10-244 0,1-3-88 16,3-3 39-16,1-3 69 0,-4 3 76 0,-4 0 44 15,-3 5 148-15,-6 2 0 16,-2 3 72-16,-6 5 136 0,-7 1 196 0,0 3 332 15,0 0-40-15,0 7-232 0,-4 0-40 16,1 1-32-16,3 3-64 0,-4-2-116 0,4-4-4 16,0-1-108-16,7-1-160 0,5-3-244 15,4-3-60-15,4-6 44 0,4-5-540 16,0-5-1100-16,4-2-1060 0,-9 1-2185 16,5-8-867-16</inkml:trace>
  <inkml:trace contextRef="#ctx0" brushRef="#br0" timeOffset="15576">27969 5347 4364 0,'0'0'5276'0,"0"0"-3547"0,0 0-25 0,-8 69 516 0,1-28-240 16,-6 5-324-16,-2 7-296 16,-2 4-224-16,-2 3-167 0,-5 3-205 15,4 5-244-15,0-2-304 0,4 0-92 16,8-2 56-16,8-3 12 0,0-7 0 15,16-13-156-15,0-6-36 0,3-10-192 0,2-6-84 16,-1-2-160-16,-1-8 0 0,-2-6-372 16,-6-3-325-16,-7 0-47 0,-4-10 16 15,0-2-332-15,-12-4-596 0,-4-6-100 16,-3-1 28-16,-5-5 795 0,-4-3 1109 0,0-5 260 16,-4-2 0-16,0-3-144 0,-4-3-384 0,8 3-276 15,0 3 804-15,9 5 632 0,7 11 444 16,4 6 152-16,4 7 277 0,4 5 367 15,0 1-244-15,15 3-452 0,6 0-332 16,7 0-100-16,15 0 52 0,5 3-208 0,8-3-512 31,4 0-76-31,4-6-224 0,-4-3-324 0,-5-1-488 16,-3 1-864-16,-17 2-2200 0,10-5-3181 16</inkml:trace>
  <inkml:trace contextRef="#ctx0" brushRef="#br0" timeOffset="15854.931">28165 5909 12553 0,'0'0'2088'16,"0"0"-1192"-16,-33 79 184 0,29-54 300 0,4 4-368 16,0-4-204-1,4-6-256-15,9 0-320 0,7-7-172 0,-1-1-52 0,5-5-8 16,1-6-144-16,3 0-88 0,-5 0-24 16,1-10-256-16,0-3-188 0,-4 0-40 0,0-1 280 15,-8-3 212-15,-4 1 160 0,-4-3 88 16,-4 3 48-16,0-3 160 15,0 7 436-15,-4-1 24 0,-4 4-116 16,-1 5-112-16,2 4-48 16,-1 0-76-16,-8 7-72 0,0 5-60 0,-4 4 108 0,4-3 401 15,0 2-37-15,4-2-656 0,0-3-84 16,8-4-524-16,0-3-121 0,4 0 57 16,4-3-232-16,9-3-448 0,2-6-1480 15,1 3-2189-15,16-13-2439 0</inkml:trace>
  <inkml:trace contextRef="#ctx0" brushRef="#br0" timeOffset="16092.245">28710 5839 10816 0,'0'0'2081'0,"0"0"-1345"0,0 0-12 0,17 83 500 0,-17-52-40 16,-4 7-16-16,-9-3 24 0,2 0-564 0,-2-4-372 31,-2-6-172-31,3-2-84 0,3-7-4 0,2-6-4 16,7-4 4-16,0-3-8 0,0-3 12 15,0 0 8-15,7-3 152 16,6-6-160-16,6-4 0 0,5-6-160 0,8-7 16 16,4-2-200-16,0-7-136 15,4-3 12-15,4-3-184 0,-5 2-240 0,2 4-212 0,-2 7-116 16,-7 2-52-16,-8 7-620 0,-4 7-1105 16,0-1-1615-16</inkml:trace>
  <inkml:trace contextRef="#ctx0" brushRef="#br0" timeOffset="16753.376">30053 6181 7264 0,'0'0'2008'0,"0"0"-560"16,0 0 225-16,0 0 111 0,0 0-44 16,0 0-612-16,0 0-48 0,-84-15-144 0,64 27-236 15,1 7-52-15,-1 3 72 0,4 4-200 0,0-7-155 16,12-3-121-16,-4-7-64 0,8 0-104 0,0-2-72 16,8-1-4-16,3 0-48 0,10-1-172 0,3-5-60 15,4-5 39-15,4-3-39 0,-1-5-24 16,1-3-88-16,0-3 4 0,0-3 32 0,-4-1 12 15,-4 1 76-15,-1-3-124 32,-6-1-4-32,-6 5 188 0,-2 2 116 0,-9 0 92 0,0 5 172 15,-5 1 136-15,-6 4 64 16,-1 6-40-16,-8 3-16 0,-1 0-156 0,-2 6-100 16,-5 4 12-16,4 2-72 0,4 1-84 15,1-1-160-15,2 1-160 16,2 0-520-16,2-1-1136 0,5-5-2788 0,5 0-4137 15</inkml:trace>
  <inkml:trace contextRef="#ctx0" brushRef="#br0" timeOffset="16908.779">30364 6070 1172 0,'0'0'11537'0,"0"0"-9945"0,0 0-672 0,0 0 1012 0,96-6-532 15,-68-7-652-15,7 1-256 0,5-5-248 16,4-1-244-16,0-5-96 0,4 1-372 0,-5-1-564 15,-2-2-356-15,-2 3-368 0,-15 3-1064 16,8-9-2745-16</inkml:trace>
  <inkml:trace contextRef="#ctx0" brushRef="#br0" timeOffset="17194.879">30738 5511 8108 0,'0'0'1696'0,"0"0"-816"16,0 0 353-16,-47 83 391 0,35-48 12 15,4 9-228-15,0 11-564 0,-1-2-344 16,2 11-96-16,-1 0-8 0,0 8-176 16,-4 1-48-16,0 1-12 0,-4 5-48 0,0-6-112 0,9 0 0 15,-6-4-148-15,9-2-72 0,0-6-52 16,4-4-196-16,8-5-88 0,0-6-4 16,4-4 176-16,0-7 160 0,-4-4 136 0,-4-6 88 15,0-4-4-15,-4-10 4 16,0 3-88-16,-8-12 24 0,-8 1-64 15,5 0 76-15,-10-3-20 0,5-6-16 0,-3-3-176 16,-2-4 12-16,6-6-216 0,-5-3-136 0,3-4 8 16,2-5-260-16,2-4 244 0,2-7-688 15,7 14-509-15,4-26-2515 0</inkml:trace>
  <inkml:trace contextRef="#ctx0" brushRef="#br0" timeOffset="17533.933">32078 5492 9564 0,'0'0'3281'16,"0"0"-2249"-16,0 0-248 0,0 0-164 0,-77 80-92 15,49-42 340-15,0 9-72 0,-3 7-376 0,-1 7 0 16,-4 6-24-16,-4 3-76 16,5 2-124-16,-6-2 48 0,9-4 4 0,8-5 144 15,5-10 300-15,3-7-132 0,12-8-156 16,0-9-75-16,4 0-17 16,4-9-20-16,8-2-48 0,4-3-100 15,4-6-120-15,-1-2-24 0,2-5-292 0,7 0-156 16,-4-9-85-16,0-4 9 0,-5-2-96 15,-3-4-284-15,-4-4-236 0,-4-3-420 16,-8-5-764-16,0 9-1933 0,-4-20-1343 0</inkml:trace>
  <inkml:trace contextRef="#ctx0" brushRef="#br0" timeOffset="17700.025">31687 5963 484 0,'0'0'8976'16,"0"0"-6155"-16,0 0-821 0,0 0 272 15,0 0-68-15,0 0-608 0,0 0-344 16,0 0-231-16,88 34-261 0,-49-27-216 15,1-4-228-15,4-3-292 0,-4 0-24 0,-1-7-400 16,2-2-204-16,-9-4-96 0,-4 1-89 0,-5-1-271 31,-7 3-728-31,-4-2-1232 0,-8 5-2077 0,-4-2-2527 16</inkml:trace>
  <inkml:trace contextRef="#ctx0" brushRef="#br0" timeOffset="17828.056">31990 6042 7748 0,'0'0'1504'15,"0"0"-352"-15,-13 73 649 0,9-38 455 16,1 6-276-16,-1 3-380 0,-4 5-316 0,4-2-356 0,-1-3-148 16,1-2-328-16,1 0-416 0,3-9-36 15,0-1-256-15,3-3-244 16,6-4-512-16,-1-3-612 0,-4-5-2648 0,3-2-4529 16</inkml:trace>
  <inkml:trace contextRef="#ctx0" brushRef="#br0" timeOffset="19266.23">19474 311 1812 0,'0'0'968'0,"0"0"6540"0,0 0-5235 0,0 0-845 16,0 0-440-16,0 0 156 0,0 0-304 16,0 0-132-16,0 0-88 0,-79-60-176 15,63 60-136-15,-3 0-64 0,-5 2-20 16,-4 12 32-16,0-2 280 0,0 7 4 16,-4 3-44-16,4 4-156 0,-4 2-143 0,4 4-101 15,0 0-88-15,0 0-8 16,5 3-60-16,3-1-25 0,3 1 13 15,6 4 8-15,3-1 56 0,4-3-32 0,4-4 40 16,4-2 0 0,7-4-24-16,6 0-60 0,-2-2 84 15,6-4 4-15,3-6 0 0,-1-1 0 0,1-2-4 0,4-7-12 16,0 0-120-16,0-3-16 16,0-3-20-16,0-3-140 0,0-4-228 15,-5-2-136-15,-7-1-260 0,0-3-308 0,-7-1-788 16,-6 3-1008-16,1 0-1877 15,-8-5-455-15</inkml:trace>
  <inkml:trace contextRef="#ctx0" brushRef="#br0" timeOffset="19410.345">19140 616 588 0,'0'0'4288'0,"0"0"276"0,0 0-2819 0,0 0-473 0,0 0-276 16,0 0-120-16,0 0-168 0,0 0-116 16,0 0-128-16,0 0 364 0,36 0-208 15,-13 3-284-15,5-3-152 0,-3 0-184 0,-1 0-188 16,0 0-232-16,-5-3-464 0,1 3-412 15,-4-3-620-15,0-1-905 0,-8 4-2235 32,1-3-423-32</inkml:trace>
  <inkml:trace contextRef="#ctx0" brushRef="#br0" timeOffset="19540.063">19355 698 5044 0,'0'0'3200'0,"0"0"-884"0,0 0-563 0,0 64-349 15,0-38-228-15,5-1-120 0,-1 0-200 0,-1 0-220 16,5 1-140-16,0-1-140 0,0 0-280 31,0 5-76-31,0-9-296 0,-4 5-412 0,0-1-388 16,-4 0-684-16,4-5-1412 0,-4 5-4277 0</inkml:trace>
  <inkml:trace contextRef="#ctx0" brushRef="#br0" timeOffset="26307.414">8685 8306 3800 0,'0'0'952'0,"0"0"5993"0,0 0-4989 0,0 0-904 0,0 0-612 15,0 0-36-15,0 0 112 0,0 0 312 16,-7-9-120-16,7 9-188 0,0 0-100 16,0 0-136-16,7 0-112 0,1 2 60 15,5 0 64-15,2 5-76 16,1 0 36-16,4 0-60 0,0-4-48 0,8 0 20 15,0 0-32-15,8-3-64 0,-1 0-60 16,10 0-12-16,-2 0-48 16,5-3 0-16,3-3-52 0,-2 2-32 0,2 4 48 0,-3 0-40 15,-4 0-36 1,-4 0 76-16,-4 0-4 0,-4 0 4 16,-8 0 12-16,-5 0-40 15,-3 0 16-15,-4 0 32 0,-8 4-56 0,1-4-40 0,-5 3 0 16,0 0-52-16,0 3 16 15,-5 3 196-15,-3 8-8 0,-3-2-40 0,-10 7-124 16,1 5 156-16,-3-6-44 0,-5 8 48 16,-4 0-64-16,-4 2 16 15,0 1 12-15,-4 6-40 0,-3 3-48 0,-6 1 60 16,2 2 76-16,-1 0 0 0,0 1 76 0,8-3-72 16,-3-5 4-16,11-2-4 15,0-6 72-15,8-4 8 0,4-6-8 0,8-6 24 16,4-4-28-16,0-2-72 0,8-5-4 0,0-2 4 15,0 0 4-15,0 0 220 16,0 0 72-16,4 0-28 0,8 0-132 16,0 5 160-16,8-5-52 0,8 0-24 0,0 0 0 15,4 0-112 1,0 0-8-16,3 0 20 0,1 0 4 0,0-5-40 0,-1 3-80 16,2-2-4-16,3 1 0 0,-1-2-48 15,-3 1 48-15,-4 1-4 0,0-4-104 0,-1 1 56 16,-7 3-92-16,1-1-76 0,-5 1-272 15,-5 1-220-15,-7-2-188 16,1 4 32-16,-5 0-172 16,-1 0-380-1,-3 0-588-15,0 0-861 0,0-3-2011 0</inkml:trace>
  <inkml:trace contextRef="#ctx0" brushRef="#br0" timeOffset="26692.827">9662 8436 7400 0,'0'0'2064'0,"0"0"-888"0,0 0-363 0,0 0 287 0,0 0-104 16,-92 63-220-16,68-44-108 0,0 4-176 15,-4-1-100-15,0 6-92 0,-4 5-60 16,0 0 0-16,0 9-92 0,0 0-24 16,-3 2 0-16,-1 0-60 0,0 3-4 0,5-2 64 0,-1 0-48 15,4-7 60-15,0-4-84 0,7-4 56 16,6-8 16-16,-1-6-84 15,8-4-40-15,4-5-64 0,4-4-60 0,0-3-12 16,0 3-236-16,0-3-312 0,0 0-160 16,4 0-164-16,0-6-188 0,7-3-916 15,2-1-1045-15,2-9-2663 0</inkml:trace>
  <inkml:trace contextRef="#ctx0" brushRef="#br0" timeOffset="27993.595">7630 5807 4000 0,'0'0'1848'0,"0"0"3373"0,0 0-3257 16,0 0-656-16,0 0-384 0,0 0 260 16,0 0-204-16,0 0-136 0,0 0-128 0,0 0-104 15,95-10-220-15,-67 7-160 0,0-3-120 16,4-1-112-16,-4 1 0 0,-5-1-112 31,-3 5-12-31,1-1-108 0,-6-1-268 16,-2 1-376-16,-6 3-336 0,1 0-668 0,-4 0-2208 15,-4 7-2285-15</inkml:trace>
  <inkml:trace contextRef="#ctx0" brushRef="#br0" timeOffset="28184.987">7673 6004 8284 0,'0'0'2380'15,"0"0"-795"-15,0 0-93 0,0 0 176 0,0 0-324 0,0 0 60 16,0 0-588-16,104 6-328 15,-72-6-268-15,4-3-220 0,0-7 0 16,-5 4-232-16,5-4-456 0,0 1-188 0,-4 0-392 16,-4-1-884-16,-8 4-2241 15,-5-5-2767-15</inkml:trace>
  <inkml:trace contextRef="#ctx0" brushRef="#br0" timeOffset="28536.949">7497 5438 9596 0,'0'0'1925'16,"0"0"-365"-16,0 0 28 0,0 0-416 0,32 65-104 15,-19-37-248-15,-2 7-300 16,2 6-140-16,2 6 76 0,6 4-12 0,-2 7-176 16,1 1-144-16,4 3 20 0,1-3 88 0,3-2-24 31,0-3 0-31,-2-3-48 0,2-6-64 0,0-7-92 16,-3-4 0-16,3-4-4 0,-8-9-44 15,-1-2-4-15,1-2 0 0,-4-4-88 16,-4-7-96-16,-4 0-208 15,-4-4-208-15,0 2-152 0,0-4-76 0,-4-4-232 16,5-4-668-16,-5-5-628 0,0 1-2721 0,0-18-1855 0</inkml:trace>
  <inkml:trace contextRef="#ctx0" brushRef="#br0" timeOffset="28818.895">7920 5284 5444 0,'0'0'952'0,"0"0"2316"0,0 0-559 15,0 0-1117-15,0 0-716 0,0 0-336 16,0 0 124-16,0 0 40 0,-79 94-116 0,59-56-92 16,-1 7-128-1,-2 5-168-15,3 7 48 0,0 4-116 16,-4 6-120-16,1 0 52 15,-5-1-64-15,3 3-4 0,-3 1-60 0,4-6-20 0,1 0-76 16,-1-4 24-16,0-6 36 0,0-3-172 16,8-9-272-16,0-5-164 15,1-5-96-15,6-4-40 0,1-6-104 0,4-2-428 16,4-8-276-16,0-5-937 0,0-1-2587 0</inkml:trace>
  <inkml:trace contextRef="#ctx0" brushRef="#br0" timeOffset="30332.025">9785 8347 5612 0,'0'0'312'16,"0"0"2740"-1,0 0-147-15,0 0-1053 0,0 0-536 16,0 0-160-16,0 0 144 0,0 0-52 15,0 0-300-15,100 32-340 0,-65-26-228 16,-3-3-124-16,4-3-108 0,-4 0-148 0,-4 0 0 16,4 0-16-16,-5-3-152 0,1-3-88 15,-3 2-416-15,-10-2-284 0,1 3-328 16,-4 0-628-16,-8 3-2256 0,-4 0-1985 0</inkml:trace>
  <inkml:trace contextRef="#ctx0" brushRef="#br0" timeOffset="30633.496">10028 8394 4804 0,'0'0'2992'0,"0"0"-776"15,0 0-515-15,0 0-241 0,-16 70-204 16,12-44-144-16,0 2-256 0,0 7-72 16,-4 3-76-16,4 3-188 0,-4 1-52 15,0 2-136-15,1 1-172 0,-6-1-100 0,5 0-52 16,5 1 4-16,-5-7-4 0,3 3 44 15,1-9-48-15,0-1 44 16,0-1 12-16,4-8 64 0,0-3 60 0,8 0 12 0,1-6-16 0,-1-1-68 16,11 1 20-16,1-4-8 15,4 1-4-15,4-3 4 0,8-2 20 0,0-1-44 16,3-4-92-16,-2 0-8 0,-1 0-96 0,-1-9-388 16,-3-1-216-16,0-3-120 15,-4-3-264-15,-4 1-824 0,-9-2-1268 16,6-11-3885-16</inkml:trace>
  <inkml:trace contextRef="#ctx0" brushRef="#br0" timeOffset="30847.704">10562 8553 11357 0,'0'0'2328'16,"0"0"-1452"-16,0 0-344 0,43 85 448 15,-26-47 260-15,-2 1-40 0,2-1-156 0,-6-3-372 16,6-3-392-16,-6-3-204 16,-3-4-76-16,4-6-84 0,-4 0-112 15,0-3-268-15,-3-6-172 0,-1-1-188 0,3-3-404 16,1-6-844-16,0 0-2353 0,4-12-2959 0</inkml:trace>
  <inkml:trace contextRef="#ctx0" brushRef="#br0" timeOffset="31032.316">10873 8594 13209 0,'0'0'2056'0,"0"0"-1292"0,-76 77-344 16,45-42 576-16,-1 9 336 0,-5 0-212 0,1-2-376 16,8-2-220-16,0-1-208 0,0-4-184 15,5-3-132-15,-1-4-84 16,4-2-220-16,1-5-268 0,-2-2-100 0,10-8-200 15,2-8-272-15,9-3-628 0,0-7-1120 16,0-5-2117-16,9-16-2119 0</inkml:trace>
  <inkml:trace contextRef="#ctx0" brushRef="#br0" timeOffset="31417.17">11127 8499 11417 0,'0'0'2288'0,"0"0"-1716"0,0 0-64 0,0 0 148 16,0 0-128-16,96-35-304 0,-68 22-224 0,-4 7 0 16,4-3-124-16,-4 2-4 15,4 2 4-15,-9 5-76 0,2 0 24 16,-5 2 48-16,-1 8 128 0,-7 5 40 0,1-2 136 16,-5 10 60-16,0-2-84 15,-1 5 12-15,-3 3-76 0,0 2 16 0,-3 4-28 16,-1 0 60-16,-5 4 12 0,5-1-8 15,0 6 8-15,0 0 28 16,4 7 120-16,0 3 448 16,0-6 352-16,0-4-140 0,4-6-604 0,-4-6-212 0,4-3-140 0,0-4-12 15,1 4-32-15,-1-7 44 0,0-3 280 16,3-3-124-16,-7-3-144 0,4-7-12 16,-4-4-8-16,0-2-64 0,0 5-12 15,0-5-100-15,-4 0-280 0,-7 0-48 0,-2 0 120 16,-2 0-64-16,-9 0 48 0,-4-7-308 15,-4 1-240-15,-8-5-664 0,12 5-1612 32,-28-9-3129-32</inkml:trace>
  <inkml:trace contextRef="#ctx0" brushRef="#br0" timeOffset="35170.618">6629 8851 7200 0,'0'0'664'15,"0"0"452"-15,0 0 3077 0,0 0-2593 0,0 0-820 0,0 0-152 16,0 0 100-16,0 0-32 0,0 0 20 0,0 0-148 16,0 0-16-16,84-19-12 15,-44 16-88-15,4 0-88 0,3 1-120 0,9-2 84 16,8-3-72-16,3 4-72 0,6-3-75 31,6-1-37-31,1-2-68 0,8 0-4 0,-5-1-40 16,5-3-44-16,-1 1-73 15,-6-1 9-15,-2 0-60 0,-7 1 4 0,-8 2-52 16,-13 1-124-16,-7-2-180 0,-8 6-164 0,-8-2-200 16,-13 5-428-16,-2-3-960 0,-9 5-2197 0,-4-2-1875 15</inkml:trace>
  <inkml:trace contextRef="#ctx0" brushRef="#br0" timeOffset="35436.446">7960 8512 8068 0,'0'0'2212'0,"0"0"-1151"0,0 0 235 0,0 0 612 0,0 0-688 31,0 0-240-31,0 0-244 0,84 63-240 16,-68-47-176-16,-1 3-108 0,-2 3-116 15,-1-3-96-15,-9 4 0 0,1-1-4 16,0 0 0-16,-4 1 4 0,-8 5 0 15,-3 0 0-15,-9 1-172 0,-5 2-100 0,-3-1 112 16,2-5 84-16,-7 4-20 0,-3-7-252 16,0 3-388-16,-3-3-304 15,-1 0-324-15,-4 1-484 0,12-7-2277 0,-20 3-2667 0</inkml:trace>
  <inkml:trace contextRef="#ctx0" brushRef="#br0" timeOffset="36092.623">4944 8541 9188 0,'0'0'2349'0,"0"0"-977"0,0 0-100 0,0 0 244 0,0 0-252 15,0 0 28-15,0 0-320 0,0 0-432 0,0 0-212 16,0 0-20-16,40 41 264 0,-16-13 232 16,8 11-331-16,0 5-133 0,4 1-88 15,-5 5-44-15,1-2-112 0,-4-4 12 16,0 4-24-1,-5-7-84-15,1-3-4 0,1-2 0 0,-5-8-56 0,-5-6-24 16,2 1 0-16,-6-8 12 0,2 1-88 0,-5-3-128 0,-1-1 20 16,1-2-377-16,1-4-179 0,-9-2-80 15,4-4-264-15,-1 0-736 0,1 0-1048 16,0 0-1933-16,0-13-1659 0</inkml:trace>
  <inkml:trace contextRef="#ctx0" brushRef="#br0" timeOffset="36330.358">5546 8512 1264 0,'0'0'8460'16,"0"0"-6195"-16,0 0-1061 0,0 0 104 0,0 0 92 15,0 0-296-15,-68 70-224 0,48-42-212 0,0 5-212 0,-4 0-176 0,-4 6-8 16,-3 6-88-16,-1-1 0 15,-4 7-172-15,-5 0 24 0,6 3-36 16,-5-1-88-16,1-2-8 0,2-3-40 0,5-3-108 16,9-5-284-16,-1-5-384 0,7 1-208 15,2-8-752-15,7-9-888 16,3 0-2429-16</inkml:trace>
  <inkml:trace contextRef="#ctx0" brushRef="#br0" timeOffset="42307.228">6346 9753 6368 0,'0'0'0'16,"0"0"5257"-16,0 0-4305 0,0 0-112 0,0 0 264 0,0 0-168 15,0 0-284-15,0 0-160 0,0 0 56 16,0 0 36-16,100 64-116 0,-76-52 64 15,4 5-52-15,4 1 24 0,3 1-16 16,1 4-84-16,5 2-236 0,-6 1 28 16,5 2-48-16,-4-2 8 0,4 2-156 0,-4-3-52 15,3 4 44-15,1 0 8 0,4-1-72 0,0 1 60 16,0-1-64-16,0 1 20 0,4-1 52 16,-1 4-4-1,1-3 0-15,-4 3-48 0,4-1 52 0,-8-1 0 16,-1-2 0-16,2 0-40 0,-2-2 32 0,1 2-76 15,-5-3 28-15,6-2 0 0,-5 2 60 16,3-2-60-16,-3 2 48 16,0-3 4-16,0 3-56 0,0 1 60 15,-4-1 4-15,0 0 8 0,0 2 36 16,-4 0-44-16,3 2 0 0,-3-3 0 16,4-1 0-16,-4 3 0 0,4-3 12 15,0-2 0-15,0-1-8 0,-4 0 0 16,7 0-4-16,-3-2 0 0,4-1 0 0,-4 0-4 15,0 3-8-15,-1-6 8 0,-3 4-48 0,4-6 44 0,-4 3 4 16,0-1 0-16,-4-4 4 16,-4 2-4-16,0-3-8 0,-5-1 0 15,2 3 0-15,-2-6-36 0,-2 2 0 0,-2-3 44 16,-3 1-4-16,5-4-4 16,-10 3-40-16,5-3 40 0,1 0-60 0,-5 1 0 15,0-1-4 1,3 0-8-16,-3 0-16 15,-4 0 16-15,4-3 12 0,0 3-64 0,-4-3-60 0,5 0-12 16,-5 0-100-16,0 0-100 0,0 0-60 16,0 0-76-16,0 0-128 0,0-3-436 15,0-3-736-15,-5 0-1129 0,-7-7-2003 16</inkml:trace>
  <inkml:trace contextRef="#ctx0" brushRef="#br0" timeOffset="42676.43">8466 11382 4924 0,'0'0'1148'0,"0"0"4009"0,0 0-4425 0,0 0-388 16,68 69 28-16,-48-55 408 0,-5-1 376 0,2-1-136 15,2-2-312-15,-2-4-212 16,3-3-20-16,-1-3 68 0,1 0 420 16,5-3-68-16,3-3-324 0,3-4-252 15,1-2-76-15,4-4 96 0,-4 0 304 16,-8 0-435-16,-1 4-197 0,-3-5-12 16,-3 8-4-16,-2-5-4 0,-3 5 8 15,-4 4 0-15,0-6 48 16,-4-1 60-16,4-1 60 0,-3-3-56 15,-2-9-112-15,1-4-132 0,-4-6-256 0,4-10-269 0,-4-2-47 0,0-10-44 16,0 1-380 0,-8-9-1004-16,0 21-2632 0,-8-14-3165 15</inkml:trace>
  <inkml:trace contextRef="#ctx0" brushRef="#br0" timeOffset="44565.278">10180 11478 5692 0,'0'0'404'16,"0"0"4473"-16,0 0-3781 16,0 0-240-16,-24-77-168 0,11 61 228 0,5 3 180 0,1 1-80 15,-1 5-340-15,-5 1-168 16,6 0-152-16,-1 6 4 0,-1-4 72 16,2 1 32-16,-5 3-168 0,-4 0-164 0,4 7-60 15,-8 2-72-15,-4 7-112 0,1 10 16 0,-5 5 32 16,-8 8 60-16,-1 11 4 0,1 7 124 15,-3 7 0-15,3 9 32 0,1 4 40 16,7-2-72-16,0 4-52 0,3-2 24 16,10-7-8-16,6-4 32 0,5-8 64 0,4-10 36 15,4-7 180 1,9-6-83-16,2-10-97 16,9-3-76-16,1-4-24 0,6-7 4 15,5-3-40-15,0-8 0 0,8 0 120 0,3-5 4 16,-2-9-136-16,2-4-4 0,-3-1-68 15,-4 0-108-15,-4-3 12 0,-4 0-12 16,-4 3-76-16,-4-3-168 0,-5 3-84 0,-3-4-197 16,-4 0-135-16,-4 1-308 0,-8 0-660 15,0-3-668-15,0 6-1668 0,-16-6-1705 0</inkml:trace>
  <inkml:trace contextRef="#ctx0" brushRef="#br0" timeOffset="44739.828">9988 11960 6776 0,'0'0'5481'0,"0"0"-4357"0,0 0-716 0,0 0 428 0,0 0 512 0,0 0 28 16,0 0-128-16,0 0-228 0,88 41-284 15,-57-41-200-15,1 0-100 0,0-4-360 0,0-2-76 16,0-2-380-16,-4-6-96 0,0 2-244 16,-4-1-336-16,-4 1-488 0,-8 2-956 15,-1 0-1573-15,-2 7-1607 0</inkml:trace>
  <inkml:trace contextRef="#ctx0" brushRef="#br0" timeOffset="44880.288">10307 12004 5092 0,'0'0'5861'0,"0"0"-4717"0,0 0-708 15,-28 86 192-15,21-51 500 0,2 0 72 16,1 2-292-16,0 3-208 0,0 1-192 0,0 3-124 16,0 0-88-16,1 1-112 0,-6 0-184 0,1-1-4 0,0-3-204 15,-4-3-536-15,4-6-424 0,-3 0-600 16,3-10-2157-16,-5 0-4383 0</inkml:trace>
  <inkml:trace contextRef="#ctx0" brushRef="#br0" timeOffset="52929.124">10012 9610 7372 0,'0'0'2580'16,"0"0"349"-16,0 0-1237 0,0 0-104 16,0 0 72-16,0 0-156 0,0 0-184 15,0 0-288-15,0 0-95 0,0 0-153 0,0 0-68 16,24-9-140-16,-20 15-248 16,0 4-328-16,-4 2 0 0,0 8-108 15,0 2 0-15,0 3-40 0,0 7-32 0,0 3-120 0,-4 3-112 16,-4-3-432-16,0 3-28 0,0-3-321 15,4-4-19-15,-4-2-52 0,1-4-40 16,-2 1-364-16,5-7-444 0,-4-1-597 16,4-1-1739-16,1 2-388 15</inkml:trace>
  <inkml:trace contextRef="#ctx0" brushRef="#br0" timeOffset="53096.52">9984 10201 3332 0,'0'0'1068'0,"0"0"3136"0,0 0-2316 0,0 0-367 0,0 0-333 16,0 0-44-16,0 0-208 0,28 75-296 15,-24-58-364-15,0 2-60 0,0 0 284 16,0 3-52-16,0-3-248 0,0 3-192 16,0 2-4-16,0 1-4 0,0 0-76 15,0 0 72-15,-4-3-120 0,0 4-24 0,0-4-412 16,0-3-408-16,0 0-232 0,-4-2-568 16,0-6-585-16,0-1-443 0,0-3-432 15,0-4-1119-15</inkml:trace>
  <inkml:trace contextRef="#ctx0" brushRef="#br0" timeOffset="53466.12">9789 10503 4164 0,'0'0'236'16,"0"0"5400"-16,0 0-4900 0,0 0-115 16,0 0 275-16,0 0 496 0,0 0-236 0,0 0-200 15,68 79-288-15,-48-54-120 16,-1 4-212-16,1 0-164 0,1 2 16 0,-2-2 84 16,-3-4-140-16,0 1-128 0,0-8 40 15,-4-1-36-15,4-2-8 0,-4-5 0 0,0 0 0 16,0-7 0-16,0-1 8 0,0-2 92 15,0-2 0-15,4-8 72 0,3-5 36 16,2-8 16-16,3-6-224 0,-1-2-104 16,5-7 4-16,0-7-156 0,4-2-216 0,0-5-396 15,3-1-496-15,-2 2-1028 16,-10 9-2913 0,13-12-2475-16</inkml:trace>
  <inkml:trace contextRef="#ctx0" brushRef="#br0" timeOffset="53935.905">10741 9899 5856 0,'0'0'1132'0,"0"0"2837"0,0 0-2517 0,0 0-100 15,0 0-160-15,0 0 208 16,0 0-344-16,76 23-164 0,-48-20-228 15,3-3-220-15,1 0-136 0,0 0-100 16,-4 0-160-16,4 0-48 0,-4 0-48 16,-4-3-40-16,0-1-8 0,-8 4-16 15,0 0-8-15,-8 0-64 0,-1 0-100 16,1 4 88-16,-3 5 72 0,-1 4 52 0,-4 6 20 16,0 3 48-16,0 10 4 0,0 2 44 15,0 8 32-15,0 5 8 0,-4 1-76 16,-5 0-8-16,2 3 0 0,-1-4-52 15,-5-5 48-15,2-5 0 16,3-7 4-16,4-8-72 0,-1-6 60 16,2-10-200-16,3-3-184 0,0-3-360 15,0 0-656-15,0-3-1628 0,0-13-4037 0</inkml:trace>
  <inkml:trace contextRef="#ctx0" brushRef="#br0" timeOffset="54108.08">10833 10232 6368 0,'0'0'5665'0,"0"0"-4349"0,0 0-972 16,0 0 204-16,0 0 576 0,0 0-168 0,0 0-368 15,75 23-428-15,-51-20-160 0,1 1-212 16,-6-2-424-16,-3 2-196 0,-4 2-292 0,-3 1-376 16,-6-1-829-16,-3 3-2199 15,-3 7-548-15</inkml:trace>
  <inkml:trace contextRef="#ctx0" brushRef="#br0" timeOffset="54250.729">10824 10481 4152 0,'0'0'5020'0,"0"0"-3688"0,0 0-287 0,0 0 351 0,0 0-248 15,0 0 40-15,0 0-104 0,0 0-64 16,77 56-312-16,-49-52-240 16,0-4-208-16,3 0-196 0,1-10-64 15,4-3-72-15,-4-2-372 0,0-5-660 0,3-1-512 16,-11 5-1480-16,8-17-5477 0</inkml:trace>
  <inkml:trace contextRef="#ctx0" brushRef="#br0" timeOffset="54429.493">11462 9988 11789 0,'0'0'2108'0,"0"0"-1336"0,0 0-216 0,0 0 1064 0,0 0-252 16,20 67-496-16,-16-39-404 0,4 4-200 15,0 0-268-15,-3 0-60 32,-2 2-100-32,1 4-220 0,-4-2-592 0,0 5-404 15,-7-3-484-15,2-5-2281 0,-15 14-2979 0</inkml:trace>
  <inkml:trace contextRef="#ctx0" brushRef="#br0" timeOffset="54583.72">11498 10843 11221 0,'0'0'5072'0,"0"0"-4596"0,0 0-328 0,0 0 236 16,0 0-152-16,0 0-232 15,0 0-408-15,24 66-896 0,-20-63-1112 0,5 3-4905 16</inkml:trace>
  <inkml:trace contextRef="#ctx0" brushRef="#br0" timeOffset="62119.781">12682 8471 5836 0,'0'0'364'16,"0"0"168"-16,0 0 3673 0,0 0-2753 0,0 0-392 16,0 0-120-1,0 0-196-15,0 0-164 0,0 0-104 0,0 0 4 16,-76 3-32-16,60 6-124 0,-4 1-16 15,1 3 52-15,2 3-4 16,-3 5 4-16,4 5-140 0,4 2-60 0,0 11-48 0,5 1-4 0,3 9-32 16,4-2-32-16,0 5-44 0,0-2-48 15,11-3-124 1,1-8-52-16,8-5 4 0,0-8-52 16,8-8-320-16,0-5 36 0,8-7-168 15,0-6-268 1,7-6-508-16,-7-7-1632 0,12-8-3893 0</inkml:trace>
  <inkml:trace contextRef="#ctx0" brushRef="#br0" timeOffset="62489.511">13072 8610 5976 0,'0'0'1196'15,"0"0"-172"-15,0 0 3597 0,0 0-2865 0,0 0-632 16,0 0-268-16,-87 77-24 0,70-46-76 0,6 4-152 15,-6 0-160-15,6 1-252 16,3-5-192-16,3-3-184 0,1-8 24 0,4-8 24 16,0-2-136-16,4-7 4 0,5 0-44 0,6-3 52 15,-2 0-124-15,6-10-88 0,1-2 24 16,5-7 132-16,-6-3-36 0,5-1 12 16,0-2 76-16,-5-1 88 0,2 1 168 15,-5 0 8-15,0 2 152 0,-9 1-4 16,-2 3 44-16,-5 3 84 0,0 7 152 0,0-1-100 0,0 8 108 15,0 2-28-15,0 0 28 0,-5 2-92 0,5 8-244 16,-4 3-88-16,1 9 308 16,3 0-36-16,-8 10-12 0,4-4-128 15,0 1-144-15,4-4-84 0,-4-2-88 0,4-8-60 16,0-3 20-16,4-1 16 16,4-5-436-16,0 0-448 15,4-6-680-15,-4 0-2309 0,3 0-2339 16</inkml:trace>
  <inkml:trace contextRef="#ctx0" brushRef="#br0" timeOffset="62678.598">13410 8807 7312 0,'0'0'2964'0,"0"0"-1467"0,0 0-129 0,0 0 436 16,0 0-120-1,0 0-376-15,-11 73-472 0,7-57-464 0,4-3-276 16,-4 3-84-16,0-3-12 0,4-1-136 0,-4-2-84 15,4-4-12-15,0 0-164 0,0-3-112 16,0-3-148-16,0 0-296 0,0 0-648 16,0-6-1080-16,0 0-2589 0,0-10-1287 0</inkml:trace>
  <inkml:trace contextRef="#ctx0" brushRef="#br0" timeOffset="62816.627">13367 8575 11325 0,'0'0'2180'16,"0"0"-1152"-16,0 0-196 0,0 0 52 0,0 0-460 16,0 0-424-16,0 0-288 0,0 0-432 15,75-44-960-15,-59 38-1364 0,5-4-3517 0</inkml:trace>
  <inkml:trace contextRef="#ctx0" brushRef="#br0" timeOffset="63063.382">13777 8322 7352 0,'0'0'2528'0,"0"0"-323"0,0 0-353 15,0 0-424-15,32 66-96 0,-20-47-364 16,4 3-212-16,0 4-116 0,-4-5-148 16,8 9-124-1,-5-2-52-15,2 1 76 0,-6 5-100 16,2 1-172-16,-5 1-108 0,-4 2-12 15,-4 6-12-15,-8-3 4 0,-5 4-100 16,-2-1-40-16,-5-3-84 0,-5 1-256 0,-2-1-100 16,-1-7-36-16,4-1 8 0,0-8-352 15,0-3-784-15,5-6-1348 0,-13 0-3845 16</inkml:trace>
  <inkml:trace contextRef="#ctx0" brushRef="#br0" timeOffset="63715.36">12805 9876 5228 0,'0'0'6669'0,"0"0"-5557"0,0 0-628 15,0 0 1040-15,88-2 160 0,-52 4-156 0,3 3-484 0,1-3-284 16,-3-2-332-16,-2 4-124 31,-3-4-224-31,-4 0-80 0,-5 0-124 0,5 0-72 16,-4-6-232-16,-7-1-488 0,2 1-416 16,-6 2-492-16,-6 2-856 0,-3-3-2005 0,-4 5-599 15</inkml:trace>
  <inkml:trace contextRef="#ctx0" brushRef="#br0" timeOffset="63928.483">13172 9922 1644 0,'0'0'7608'0,"0"0"-6392"0,0 0-519 0,-16 66 111 0,16-37 240 16,0 5 136-16,0 11-132 0,0 3-164 15,0 9-172-15,0 6-140 0,-4 10-32 16,-4 10-148-16,0 3-176 0,-4 2 40 0,0 1-52 16,-4 0 12-16,4-6 28 0,0-7-28 15,0-6-88-15,4-9-80 0,-4-11 8 16,8-5-48-16,4-10-12 0,0-9-60 15,0-7-112-15,0-5-108 0,0-7-460 16,4 0-360-16,1-7-660 0,-2-3-692 16,-3-1-553-16,0-15-2219 0</inkml:trace>
  <inkml:trace contextRef="#ctx0" brushRef="#br0" timeOffset="64146.673">12873 11065 8836 0,'0'0'2661'16,"0"0"-2057"-16,11 69-540 16,-2-37 588-16,-1 3 420 0,0 1 296 0,-1-2-412 0,2-2-244 15,2-4-116-15,1-2 36 16,1-11-100-16,2 2-116 0,1-11-96 0,0 0-24 0,4-6 8 16,4-4 232-16,0-8-280 15,8-7-216-15,0-6-40 0,4-10-136 16,3-3-180-16,6-4-212 0,-2 1-168 0,1 3-240 0,0 0-792 15,-12 10-2336-15,7-2-2913 0</inkml:trace>
  <inkml:trace contextRef="#ctx0" brushRef="#br0" timeOffset="64741.577">12379 12697 11837 0,'0'0'1380'15,"0"0"-372"-15,0 0-504 0,0 0 440 0,0 0 364 16,0 0-192-16,0 0-328 0,0 0-200 16,0 0-108-16,0 0 312 15,95-7 60-15,-51 4-279 0,4 0-137 0,4 0-144 16,-5-4-100-16,2-2-92 16,-2-4-100-16,-3 0-84 0,-4-5-108 15,-1 1-184-15,-7-1-232 0,-8 1-193 0,-3 1-311 16,-10 4-928-16,-7 5-2284 0,-8 5-3833 0</inkml:trace>
  <inkml:trace contextRef="#ctx0" brushRef="#br0" timeOffset="65046.752">12598 12687 12477 0,'0'0'1796'15,"0"0"-948"-15,0 0-584 0,0 0 504 0,0 0 396 16,39 66-140-16,-22-53-308 15,-6-3-260-15,2 3-336 0,-5-5-56 16,-1 3-52-16,-3 2-8 0,0-1-4 0,-4 7 40 16,-8 4-40-16,-7 2-160 0,-1 3-84 15,-9 4 72-15,2-1 84 0,-1 5-48 16,-4-5-84-16,4 1 96 0,4-6 116 16,0 2 0-16,8-6 4 0,4-2-120 15,8-4 64-15,0-2-100 0,13-3 160 0,10-2 188 16,5-2-64-16,8-1-64 0,4-3-8 0,0 0-44 15,8 0-4-15,3-3 76 16,1 0-80-16,-5-3-40 0,6-3-120 0,-5 0-680 16,-5-4-668-16,-3 0-880 0,-8 3-2489 0,8-5-3159 15</inkml:trace>
  <inkml:trace contextRef="#ctx0" brushRef="#br0" timeOffset="65446.715">13442 12772 14381 0,'0'0'1880'16,"0"0"-1408"-16,0 0-272 0,0 0 272 15,-51-72 752-15,43 62-80 0,3 10-192 16,-6 0-244-16,3 3-516 0,-4 10-192 0,-4 6-96 16,-4 9 96-16,4 8 84 15,-4 5 257-15,0 4-49 0,4-1-160 0,0-5 4 16,4-8-40-16,5-9 12 0,-2-10-36 15,9-5-72-15,0-7-8 16,5 0-280-16,10-9-248 0,2-8 464 0,6-4-113 0,5-4-115 16,0-8-224-16,0 5 24 0,-4-1 132 0,-4 4 172 15,-4 3 136-15,0-2 60 0,-4 10 12 16,-5 3 48-16,-3 3-52 0,0 4 128 16,-4 4 204-16,5 4-32 0,-1 4 104 15,0 11-44-15,-1 4-16 0,5 2-159 16,-4 4-9-16,1 3-4 15,-1-4-20-15,-4 2-88 16,4-5-72-16,-4-4-72 0,3-2-76 0,-3 1-288 16,0-8-101-16,4-2-255 0,4-4-172 15,1-2-1032-15,-2-4-2548 16,9-4-2057-16</inkml:trace>
  <inkml:trace contextRef="#ctx0" brushRef="#br0" timeOffset="65584.164">13705 12995 3360 0,'0'0'10205'0,"0"0"-8005"0,0 0-1380 0,0 0-160 15,0 0 764-15,0 0-64 16,-11 70-468-16,2-57-380 0,5-7-328 0,4-3-184 16,-3-3-84-16,-1 0-428 0,0 0-548 15,0-3-304-15,0-3-1476 16,-5-4-2785-16,6-6-1991 0</inkml:trace>
  <inkml:trace contextRef="#ctx0" brushRef="#br0" timeOffset="65719.916">13657 12674 12057 0,'0'0'2336'32,"0"0"-1492"-32,0 0 492 0,0 0 152 0,0 0-612 15,0 0-384-15,76-12-172 0,-55 12-320 0,-2-4-136 16,1 4-464-16,1 0-424 16,-6 0-592-16,1 0-1216 0,-4-2-3213 0</inkml:trace>
  <inkml:trace contextRef="#ctx0" brushRef="#br0" timeOffset="66015.808">14080 12639 13669 0,'0'0'4220'0,"0"0"-3404"0,0 0-812 16,0 0 156-16,0 0-12 0,0 0 172 15,0 0-4-15,92-25-192 0,-64 19-124 0,-1 2-112 31,1-3 40-31,0 7 0 0,-3 0 0 0,-2 5 72 16,-3 7 284-16,0 4 44 0,-4 10-56 16,0 2 80-16,-8 3 452 15,0 5-283-15,-8-1-205 0,3 0-132 0,-3-4-124 0,0 1-8 16,4-7-52-16,-4-2-8 0,5-4-64 16,-5-6-12-16,4-5-16 15,0-1-92-15,-4-3-233 0,4-4-283 0,0 0-216 16,-1-7 88-16,5-9-220 0,5-3-976 0,-2 3-1144 15,6-16-2789-15</inkml:trace>
  <inkml:trace contextRef="#ctx0" brushRef="#br0" timeOffset="66169.001">14590 12468 7172 0,'0'0'5993'16,"0"0"-4621"-16,0 0-652 0,0 0-32 0,-72 89 404 15,53-51-48-15,-5 3-84 0,3 1-188 16,2 2-172-16,-1-2-172 15,4-4-100-15,-4-4-256 0,4-2-72 0,4-3-280 0,0-7-464 16,0-2-112-16,4-8-216 0,8-3-792 16,-4-3-2264-16,8-6-1893 15</inkml:trace>
  <inkml:trace contextRef="#ctx0" brushRef="#br0" timeOffset="66353.899">14638 12821 9048 0,'0'0'4501'0,"0"0"-3537"0,0 0-280 15,0 0 184-15,0 0-228 0,91-17-216 16,-78 17-4-16,-2 4 276 0,1 4 16 16,0 9-328-16,0 2-128 0,1 4 184 0,-6-1 672 15,-3-3-772-15,0-1-256 0,-4 1-84 16,0-3-144-16,0-2-76 0,0-6 112 16,0-1 20-16,0-3-132 0,-4-4-536 15,0-4-456-15,-3-5-1384 0,2-1-2508 0,-3-9-3277 16</inkml:trace>
  <inkml:trace contextRef="#ctx0" brushRef="#br0" timeOffset="66491.119">14725 12471 12673 0,'0'0'3812'0,"0"0"-3500"0,0 0-308 16,0 0 344-16,0 0-312 15,80-41-36-15,-64 34-484 0,-7 0-900 0,2 5-3381 0</inkml:trace>
  <inkml:trace contextRef="#ctx0" brushRef="#br1" timeOffset="74414.647">25069 6705 8128 0,'0'0'5737'16,"0"0"-4185"-16,0 0-896 0,0 0-416 0,0 0 248 0,0 0 544 15,0 0-120-15,0 0-188 16,0 0-160-16,0 0-184 0,-24-13-52 15,24 13-48-15,0 0-72 0,0 0-160 0,4-3 0 16,4 3-40-16,4 0 4 0,12-3 88 16,8 1 92-16,11 2 17 0,9-7-1 15,4 7-76 1,0-7-84-16,3 7-48 0,6-6-60 16,6 3 56-16,0 1-8 0,13-3-48 15,8 3-4-15,7-2-8 0,10 1-24 16,9-3-37-16,7 2 121 0,-2 1-64 0,8-3-8 15,-7 2 0-15,-1-1 0 16,1-2 8-16,-4 1-44 0,-6-1 60 0,-2 1-64 16,-4 3-56-16,-8-4 8 0,-9 4-12 0,-8 0 28 0,-10 0 92 15,-13 3 52-15,-17-3-36 0,-11 3 40 0,-16 0 0 32,-4 0 8-32,-8 0 4 0,-4 0 80 15,0 0 16-15,0 0 8 0,0 0 4 0,-4 0-100 16,0 0 64-16,-4 0-76 0,4 0-108 15,-4 0-16-15,-4 0-60 0,4 0-72 0,-4 3-124 16,0 0-308 0,-4 0-472-16,-3 0-500 0,6 1-1132 0,-15-1-2773 15</inkml:trace>
  <inkml:trace contextRef="#ctx0" brushRef="#br1" timeOffset="75298.614">17726 9649 11945 0,'0'0'2512'0,"0"0"-1140"0,0 0-404 0,0 0 76 0,0 0 104 16,0 0 64-16,0 0-104 0,0 0-351 15,83 0-397-15,-51 0-212 16,0-6-136-16,3-1-12 0,2 0-84 0,3-2-124 15,-5 2-204-15,5-2-245 0,-8 4-135 16,1 0-124-16,-10 3-524 16,-11 2-1196-16,-4 0-2761 0,-12 2-3147 0</inkml:trace>
  <inkml:trace contextRef="#ctx0" brushRef="#br1" timeOffset="75453.787">17706 9849 12685 0,'0'0'1924'0,"0"0"-1004"0,0 0-784 16,0 0 596-16,0 0 140 0,0 0 268 0,0 0-96 16,0 0-212-16,103 63-404 15,-59-76-428-15,8-3-200 0,0-10-484 0,-4 1-508 0,-1-6-676 0,-11 9-2056 16,1-17-4097-16</inkml:trace>
  <inkml:trace contextRef="#ctx0" brushRef="#br1" timeOffset="75686.173">18065 9280 3708 0,'0'0'7541'0,"0"0"-5797"0,0 0-876 0,0 0 168 0,0 0 248 15,0 0 40-15,0 0-172 16,87 38-256-16,-56-16-348 0,-3 7-156 16,4 6-48-16,0 0-176 0,-8 2-132 15,-3 5-36-15,-2 0-96 0,-7-1 0 0,-8 1-88 16,-4-2-60-16,-4 2-24 0,-8 2-64 15,-7 0 4-15,-13-2-4 0,0 2-148 16,-13 1-64 0,-2-1-76-16,-1-3 36 0,1 1-396 0,-5-7-1088 15,8-7-2685-15,-21 4-3923 16</inkml:trace>
  <inkml:trace contextRef="#ctx0" brushRef="#br1" timeOffset="77431.761">13897 10451 6200 0,'0'0'2896'16,"0"0"-1384"-16,0 0-711 0,0 0 71 0,0 0 100 0,0 0-196 16,0 0-180-16,0 0-156 0,0 0-188 15,0 0-76-15,0 0 0 0,0 0-24 16,0 0-16-16,0 0 16 15,0 0 40-15,0 0 32 16,0 0-24-16,0 0 12 0,0 0 36 0,0 0 28 0,0 0 8 16,0 0 12-16,0 0-24 0,0 0-48 15,0 0-4-15,0 0-24 0,0 0-12 0,0 0-36 0,0 0-24 16,3 0-12-16,1 0 8 0,1 0-8 16,7 0 120-16,4 0-24 0,3-2 24 15,5-4-112-15,-3-1-20 0,2 0-100 0,1 2-48 16,0 1-28-16,-4-3 28 0,4 1-48 15,-8 3-88 1,4-2-96-16,-4-2-224 0,0 0-148 0,-4-2-172 16,3-1-320-16,-6-3-376 0,2 1-472 15,-7 5-933-15,0-9-2575 0</inkml:trace>
  <inkml:trace contextRef="#ctx0" brushRef="#br1" timeOffset="77908.775">14088 10201 11581 0,'0'0'1840'0,"0"0"-836"0,0 0-460 0,0 0 452 0,0 0 132 0,0 0-188 16,0 0-260-16,0 0-224 0,0 0-248 16,0 0-12-16,0 0 48 0,-32 0-84 0,32 3 24 15,0 0 0-15,-4 3 20 0,0 1-8 16,0 5 24-16,-4 5 0 0,5-2 48 15,-6-3-64-15,5 5-92 0,0-4-40 16,4-1-63-16,-4 4-1 0,4-3-4 16,0 6-4-16,0 0-4 0,0 0 4 0,0 6 0 15,0 1-4 1,4 2 4-16,-4 1-8 0,4 3 3 0,-4 2 1 16,0-1-8-16,0 2 0 0,4-5-36 15,-4 6-16-15,0-1 16 0,0-4-12 16,5 5-24-16,-1-4 36 0,-1-2-12 15,1 0 8-15,0-5-8 0,0 1 48 16,0-5 0-16,-4 0 12 0,0-6 0 16,0 1 4-16,0-3-4 0,0-5 8 0,0 3 4 0,0-5 0 15,0 0-4-15,0-2 0 16,-4-1 68-16,0-1-76 0,-4-2-88 0,1 4-80 16,-10-4 44-16,6 0 16 0,-6-6-76 15,-3-4-48-15,5-3-72 0,-6-2-4 0,2-4-32 16,-1-6-200-16,0-8-252 0,0 1-372 15,0-6-544 1,5-7-816-16,-2 14-2381 0,1-25-471 16</inkml:trace>
  <inkml:trace contextRef="#ctx0" brushRef="#br1" timeOffset="78321.167">13758 9947 7200 0,'0'0'2144'16,"0"0"-608"-1,0 0-455-15,0 0 223 0,0 0-400 16,87-57-476-16,-63 48-172 0,0-1-56 15,0 3-36-15,0 5-76 0,-1 2-84 0,-3 2 4 16,1 5 156-16,-6 5-24 0,1 4-52 16,-4 0 0-16,1 3 24 15,-6-3 12-15,1-3 16 0,4 3-36 0,-4-7-40 16,0 2-52-16,4-3 0 0,0-4-12 0,0 2 0 16,4-6 60-16,3 0-44 0,6-4-12 0,-1-5-4 15,4-3-128-15,7-5-276 16,5-5-364-16,4 0-344 0,0-3-788 0,-9 2-1157 15,21-9-3227-15</inkml:trace>
  <inkml:trace contextRef="#ctx0" brushRef="#br1" timeOffset="79042.122">19224 9712 6732 0,'0'0'4685'15,"0"0"-2561"-15,0 0-728 16,0 0-316-16,0 0 84 0,0 0-36 0,84-9 140 0,-56 9-412 16,3 0-260-16,1 0-120 15,-4 0-99-15,0 0-245 0,0 0-132 16,0 0-8-16,-5-4-100 0,5-5-73 0,-4 0-439 0,4-8-224 0,-3 2-368 15,2-5-556-15,-11 4-1336 16,4-9-3293-16</inkml:trace>
  <inkml:trace contextRef="#ctx0" brushRef="#br1" timeOffset="79352.11">19523 9262 7352 0,'0'0'2956'0,"0"0"-1039"0,0 0-793 0,0 0-68 0,-32 91 16 16,32-59-128-16,-4 7-156 0,4 1-132 16,0 2-200-16,0 5-148 15,0 1 40-15,0 6-20 0,0 0-44 16,0 6 84-16,0-3 72 0,4 0-100 0,0 0-132 0,0-3-76 16,-1-2-44-16,6-2-88 0,-1-2 0 15,0-4-60-15,-5 0-4 16,5-5 4-16,1-4-12 0,-5 0 12 0,0-10-4 0,-1 1 16 15,-3-11 0-15,4 2 48 16,-4-9 48-16,0-1-36 0,0-3 64 16,0-1 20-16,-4-3-84 0,-3 0-12 0,-6-3-184 15,-2-4-36 1,-2-9-60-16,-2-5-100 0,3-9-72 16,-4-5-236-16,4-9-128 15,0-7-376-15,-4-6-528 0,9 12-1056 0,-10-28-2673 16</inkml:trace>
  <inkml:trace contextRef="#ctx0" brushRef="#br1" timeOffset="79689.011">19276 8979 5732 0,'0'0'4768'15,"0"0"-2775"-15,0 0-589 0,0 0 112 0,0 0-232 16,88-64-612-16,-61 48-324 0,-3 4-312 16,4-4-36-16,-4 7-12 0,0 2 4 0,0 3-36 15,-1 4 44-15,1 0 84 0,0 6 28 16,1 5 24-16,-1 1-60 16,-5 1 8-16,1 0 16 0,-4-1 72 0,0 1 40 15,-1 0 44-15,2-4-72 16,-2 4-24-16,2-4 36 0,-6-2-96 15,6-1-56-15,-6 0-44 0,6-3-4 0,-2 1-4 16,5-4-40-16,1 0 0 16,2 0-112-16,9-7-260 0,-1-2-220 0,10-4-524 0,-1-3-908 15,-9 4-2489-15,18-7-2715 0</inkml:trace>
  <inkml:trace contextRef="#ctx0" brushRef="#br1" timeOffset="80171.62">21343 9620 8140 0,'0'0'3129'16,"0"0"-785"-16,4 79-772 16,-4-41-100-16,0 7-72 0,-4-1-288 15,4-2-364-15,-3-4-248 0,-1 0-268 0,0-7-112 16,4-2-20-16,-4-9-100 15,4-5-220-15,0-8 0 16,0-2-196-16,0-5-244 0,0 0-336 0,0 0-1104 0,0 0-2484 16,-5-12-4457-16</inkml:trace>
  <inkml:trace contextRef="#ctx0" brushRef="#br1" timeOffset="80336.905">21355 9328 2904 0,'0'0'10173'0,"0"0"-7449"0,0 0-1308 0,0 0-216 0,0 0-300 0,0 0-572 0,0 0-108 31,0 0-220-31,0 0 0 0,100 38-416 0,-72-25-888 16,4 0-792-16,-13-4-2964 16,13 3-4997-16</inkml:trace>
  <inkml:trace contextRef="#ctx0" brushRef="#br1" timeOffset="80597.005">21893 9547 9984 0,'0'0'2293'0,"0"0"-941"0,0 0 68 0,0 0 504 0,-67 70-192 16,47-51-540-16,8 0-328 15,-1 2-268-15,6-1-204 0,3-1-163 0,4 0-33 0,0 0-40 16,11 0-8-16,2 1-52 16,6-1-24-16,-2-4-72 0,2 2-12 15,1-3-48-15,1 3-12 0,-2-1-16 0,-3 3 88 16,5 0-12-16,-6-3-72 15,-3 3 0-15,0-3 0 0,-4-1-12 0,-4-2-28 16,-1 4-93-16,-3-5-111 0,-3 1-16 31,-9 0 140-31,0-4-80 0,-8-4-32 16,0 2 72-16,-4-3-76 0,1-4-280 0,-1 0-412 16,-4-6-664-16,11-1-1080 0,-10-10-2577 15</inkml:trace>
  <inkml:trace contextRef="#ctx0" brushRef="#br1" timeOffset="81191.027">23682 9439 9156 0,'0'0'3209'0,"0"0"-841"0,0 0-880 0,0 0 144 15,0 0-32-15,0 0-376 16,0 0-408-16,0 0-684 0,0 0-132 0,-88 23-4 16,60-4 0-16,-3 3 4 0,3 6 48 15,5 1 112-15,2-1-15 0,5 1 63 16,4-7-76-16,8-4-36 0,4 1-84 0,0 1-12 15,12-1-40-15,4 3 40 0,4-2-4 32,4 2-8-32,8 0-72 15,-4-3-36-15,3 0 12 0,1-1-40 0,-8 1 27 16,1 1 9-16,-6-1 4 0,-3-3 100 0,-4 3-28 16,-8-3 36-16,-4 0 108 15,0 1-20-15,-4-5-4 0,-4 1-35 0,-3-1-41 16,-6-2 0-16,6-5-8 0,-6 1-173 0,2-1-227 15,2-5-24-15,2 0 8 0,-1-7-148 0,3-2-232 16,-2-8-188-16,7-1-220 0,4-5-756 16,-4 4-968-16,4-22-2705 15</inkml:trace>
  <inkml:trace contextRef="#ctx0" brushRef="#br1" timeOffset="81535.106">23929 9607 2980 0,'0'0'9097'15,"0"0"-6917"-15,0 0-84 0,0 0-220 0,0 0-96 0,28 86-316 16,-28-67-299-16,0 3-233 16,0 1-208-16,0-5-180 0,0-5-184 15,0 0-180-15,0-3-120 0,0-4-60 16,0 1-48-16,0-7-132 0,4 2-72 16,0-2-100-16,9 0-56 0,-2 0-28 15,1-9-96-15,4-1 108 0,0-3-24 16,0-2-36-16,-1-4-17 0,-2-4-43 15,2 1-204-15,-2-6-48 0,-2-2 120 0,1 2 432 16,-3 3 244-16,-2 0 12 0,-3 9 148 0,0 3 84 16,-4 10 152-16,4 3-4 0,-4 0 36 15,5 10 72-15,-1 5 148 0,0 5-104 16,-1 5-31-16,-3 7 19 0,0-5-72 16,0 9-120-16,0-4-136 0,0-1-124 0,0-5-80 15,0-1-84-15,0-8-24 0,4-3-72 16,0-7-196-16,0 0-280 0,5-7-241 0,-2-3-223 15,5-8-1028-15,-4 3-2776 0,8-17-2581 16</inkml:trace>
  <inkml:trace contextRef="#ctx0" brushRef="#br1" timeOffset="81787.143">24360 9506 8748 0,'0'0'3249'0,"0"0"-1649"0,0 0-560 0,0 0 196 0,0 0 400 16,0 0-312-16,31 76-244 15,-19-48-360-15,4 1-440 0,-4 0-108 16,4 2-4-16,-8-2-168 0,0 0 0 16,-4-7-84-16,-4 0 36 0,0-6 36 0,0-4-28 15,0-2 40-15,0-6 16 0,0-1 68 16,0-3 0-16,0 0 100 0,0 0 20 0,0-10-204 16,0-2-316-16,8-8 136 0,-4-2 92 15,8-7 40-15,4-2-60 0,0-4-112 0,8-1-256 16,-4-2-248-16,8 7-232 15,-5-1-308-15,5 10-1044 0,-8 3-2305 0,12 3-2955 16</inkml:trace>
  <inkml:trace contextRef="#ctx0" brushRef="#br1" timeOffset="82012.059">24989 9569 8552 0,'0'0'7977'0,"0"0"-6709"0,0 0-884 0,-23 77 320 15,14-40 620-15,-3 5-396 16,1 2-211-16,-2 7-209 16,-2 3-240-16,-2 0-124 0,2 0-32 15,-5 0-40-15,-1 3-72 0,-2-6-60 0,-1-3-40 0,0-4-68 16,4-6-172-16,4-9 12 0,0-4 99 16,8-6-15-16,0-9-72 0,5-8-160 0,-1 2-136 15,4-4-156-15,-5-10-292 16,5-2-1084-16,0-11-1044 15,0 5-1977-15,9-24-2543 0</inkml:trace>
  <inkml:trace contextRef="#ctx0" brushRef="#br1" timeOffset="82163.517">24790 9417 11501 0,'0'0'2432'15,"0"0"-804"-15,0 0-236 0,0 0-100 0,0 0-332 16,92-42-312-16,-61 36-304 0,1 6-344 15,4-3-84-15,0 3-200 0,-1 0-292 16,-2 0-532-16,-1 6-496 0,-13 1-1160 0,5 2-2577 16</inkml:trace>
  <inkml:trace contextRef="#ctx0" brushRef="#br1" timeOffset="82493.133">25236 9664 3116 0,'0'0'8569'0,"0"0"-7093"0,0 0-156 0,8 73 472 0,-4-57-276 15,8-3-552-15,0-4-396 0,4-2-128 16,0-7-208-16,7 0-232 0,1-3-272 16,1-7-380-16,3-6-284 15,0 0-232-15,0-3-136 0,-5 4-172 16,-3-1 0-16,-7 3 692 0,-6 1 784 0,-3-1 400 16,-4 0 404-16,0 1 216 15,-4-2 140 1,-8 5-40-16,0 0-172 0,1 5-268 0,-6 1-184 0,2 3-264 15,-2 9-180-15,-3 7 68 0,-3 6 176 0,-1 8 244 16,3 4 232-16,-3 1 28 0,1 0-79 0,3 0-225 0,4-7-256 16,4 0-104-16,4-9-64 0,4-2-64 15,4-7-8-15,4-1-104 16,12-6-248-16,0-3-48 0,3 0-73 0,6-3-235 16,2-6-36-1,5-1-320-15,0-7-592 0,0 5-1100 0,-4 3-2885 16,13-10-2227-16</inkml:trace>
  <inkml:trace contextRef="#ctx0" brushRef="#br1" timeOffset="82726.575">25814 9537 10636 0,'0'0'1541'0,"0"0"-1217"0,0 0 136 0,0 0 1280 16,-60 73-88-16,52-51-336 0,0 3-448 15,5-1-328-15,-2-2-220 0,5 3 60 0,0-3 120 16,0-3 0-16,0 0-232 0,5-3-108 16,-2-3-148-16,1-4-12 0,0 1-96 15,4-3-248-15,4-4-340 0,4-3-12 16,0 0 8-16,7-7-252 0,-2-6-428 0,7-2-752 0,-8 3-1993 16,8-18-1915-16</inkml:trace>
  <inkml:trace contextRef="#ctx0" brushRef="#br1" timeOffset="82957.862">26225 8918 3344 0,'0'0'9629'0,"0"0"-8053"15,0 0-856-15,0 86 288 0,-5-45 372 0,5 10 28 16,-4 3-108-16,4 6-316 0,0 1-339 0,0 2-245 15,-4 2-216-15,-4-2-180 0,5-3-4 16,-6-7-108-16,1-4-4 0,4-9-92 0,4-5-52 16,0-9-133-16,4-4-87 0,4-6 112 15,1-7-236-15,-2-6-132 0,-3-3-524 16,-4-3-1004-16,0-3-2072 0,-4-10-2809 0</inkml:trace>
  <inkml:trace contextRef="#ctx0" brushRef="#br1" timeOffset="83121.25">25830 9531 1800 0,'0'0'8736'0,"0"0"-7139"0,0 0-561 0,0 0 448 0,0 0 104 31,0 0-440-31,0 0-48 0,0 0-224 0,115-9-228 16,-50 2-184-16,2-2-220 16,1-4-244-16,-5 1-24 0,-3-1-232 15,-4 0-404-15,-9 1-632 0,-6-2-904 0,-18 5-2864 0,5-4-4369 0</inkml:trace>
  <inkml:trace contextRef="#ctx0" brushRef="#br1" timeOffset="83265.793">26719 9553 11549 0,'0'0'2492'0,"0"0"-1000"0,-17 67 124 16,2-41 412-16,-2 2-560 0,1 1-396 0,4-4-467 15,-3-3-473-15,6 0-132 0,-2-6-148 16,3-3-180-16,4-3-461 15,-1-8-359-15,5 2-312 0,-3-4-1256 0,-1-4-3497 16</inkml:trace>
  <inkml:trace contextRef="#ctx0" brushRef="#br1" timeOffset="83441.604">26631 9334 14869 0,'0'0'2620'0,"0"0"-1496"0,0 0-396 0,0 0 520 15,0 0-420-15,0 0-183 16,92-9-209-16,-77 9-400 0,5 3-36 0,-4 0-208 16,0 4-120-16,-4-1-509 0,0 0-299 15,0 4-548-15,-4-4-1184 0,0 3-2513 16,0 1-2523-16</inkml:trace>
  <inkml:trace contextRef="#ctx0" brushRef="#br1" timeOffset="83610.59">26917 9503 8308 0,'0'0'3965'0,"0"0"-2521"0,0 0-496 15,25 85-52-15,-22-56 84 0,5-3 252 16,0 2 140-16,1-3 288 0,-2-6-952 16,1 0-452-16,5-6 73 0,-6-3-53 0,1-4-104 15,0-3 140-15,4-3-56 0,4 0 8 0,0-9-116 16,8-8-148-16,-1-1-72 0,2-5-244 0,2-5-144 16,5 0-144-16,-4-2-201 15,0-4-219-15,0-1-360 0,-4-3-820 16,-4 8-2368-16,-4-17-3169 0</inkml:trace>
  <inkml:trace contextRef="#ctx0" brushRef="#br1" timeOffset="83973.877">27495 9483 8824 0,'0'0'5925'0,"0"0"-4905"0,0 0-448 0,0 0 660 15,0 0 420-15,64 67-476 0,-48-64-544 16,0-3-276-16,8 0-356 0,-1-6-304 0,5-4-308 15,4-5-108-15,-4-1-80 0,4-3 88 16,-8 3 16-16,0-4-72 16,-8 5 164-16,-4-4 604 0,0 3 340 0,-5-3 508 15,-2 3-316-15,-5 0-344 0,0 4 292 16,-12 5 220-16,-4 4-392 0,-8 3-260 16,-4 3-48-16,-4 10 196 0,-3 6 356 0,-6 6 192 15,5 4-52-15,1 5 25 0,-5 5 91 16,4-1-168-16,5 0-72 15,3-3-156-15,7 3-172 16,10-3-36-16,11 0-12 0,7 0 48 0,18 3 496 0,6-7-376 0,5-1-360 16,8-2-176-16,8-6-160 0,0-3-60 0,8 0-88 15,3-3-152-15,5-6-380 16,-1-4-604-16,5-3-1001 0,-20 0-2067 0,19-3-3129 0</inkml:trace>
  <inkml:trace contextRef="#ctx0" brushRef="#br1" timeOffset="84110.264">29065 9931 17425 0,'0'0'5049'16,"0"0"-3913"-16,0 0-604 16,0 0-280-16,0 0-252 0,-84-50-228 0,60 37-520 0,0 0-548 15,5 4-2441-15,-17-5-6580 0</inkml:trace>
  <inkml:trace contextRef="#ctx0" brushRef="#br1" timeOffset="89433.302">12299 15418 5044 0,'0'0'1592'0,"0"0"3825"0,0 0-3461 0,0 0-492 16,0 0-168-16,0 0-292 0,119 3-124 0,-63 0-192 15,8 0-260-15,7-3-172 0,6 0-132 16,-6 0-124-16,5-6 12 16,-8 3-12-16,-1 3-52 0,-11-4-48 0,-4 4 16 15,-12 0-76-15,-12 0 36 16,-9 7-48-16,-6-1-120 0,-13 7-92 0,0 2-144 15,-13 9 256-15,-6 4-100 0,-9 0-36 16,-4 7 72-16,-4 0 84 0,-4 3 140 16,4 3 108-16,-3 1 4 0,-1 2 76 15,3 1 36-15,2-1 188 16,3-3 48-16,4 1-28 0,0-7-72 0,12-4-24 16,0-2-40-16,12-7-24 0,4-2-24 15,0-6-24-15,17-1 36 0,7 0 60 0,8-3 76 16,7-4 144-16,8 1-12 15,6-4-160-15,6-3-108 0,1 0-88 0,-4-7-60 16,4 0-8-16,-9-1-116 0,-3-3-80 16,-4 3-264-16,-4-5-156 0,-4 1-140 15,-4-5-508-15,-4 1-912 0,-9 3-884 16,-3-12-2597-16</inkml:trace>
  <inkml:trace contextRef="#ctx0" brushRef="#br1" timeOffset="89675.802">13431 15414 8624 0,'0'0'2585'0,"0"0"-1593"15,0 0-672-15,0 0 444 0,0 0 280 0,0 0-224 16,0 0-76-16,-92 77-164 0,68-42 4 16,-4 5 24-16,5 5 60 0,-9 0-148 15,0 5-152 1,-5 0-24-16,2 5-136 0,-5-1-128 15,0-3-80-15,0-4-72 0,4-2-88 16,4-7-144-16,8-10-164 0,9-4-272 0,2-10-340 16,9-3-740-16,1-8-1076 0,6-3-2765 15</inkml:trace>
  <inkml:trace contextRef="#ctx0" brushRef="#br1" timeOffset="89950.512">13805 15411 13965 0,'0'0'2688'31,"0"0"-2056"-31,0 0-248 0,0 0-172 0,0 0 540 15,92 13 564-15,-48-7-500 0,3-3-472 16,5 1-296-16,0-4-48 16,-8 0-88-16,-1 0-104 0,-2-7-296 0,-6 1 0 0,-3-4-396 15,-8 4-288-15,-8-4-588 0,-4 3-1032 16,-8 5-2169-16,-4-1-1315 0</inkml:trace>
  <inkml:trace contextRef="#ctx0" brushRef="#br1" timeOffset="90134.838">13960 15566 10152 0,'0'0'2445'0,"0"0"-1373"0,-47 71-464 0,34-43 328 0,2 7 112 16,3 6-288-16,-1 4-276 15,2 2-136-15,3 1-112 0,4-3-76 16,0-1-48-16,0-3-52 0,4-6 52 0,3-2 12 16,10-8-100-16,3-6-24 15,3-4-272-15,9-5-208 0,5-7 92 16,2-3-180-16,9-13-764 0,-17 1-1380 0,25-21-5061 0</inkml:trace>
  <inkml:trace contextRef="#ctx0" brushRef="#br1" timeOffset="92521.712">18467 15805 12257 0,'0'0'2404'0,"0"0"-1044"0,0 0-616 0,0 0 348 0,0 0 288 15,0 0-264 1,0 0-228-16,0 0-279 0,103 47-209 16,-67-47-244-16,0-6-156 0,-1-7-132 15,2-2-377-15,-1-1-199 0,0-3-96 0,-8 2-496 16,-4 2-616-16,-5 2-840 0,-6 6-412 15,-2 2-69-15,-7 5 169 16,0 3 616-16,-4 6 2412 0,0 1 40 0,-4 5 2060 16,-4 1 868-16,8 1-256 0,-4 2-327 15,4-1-461-15,0 5-344 0,4 0-372 0,4 2-248 16,0 2-340-16,0 3-200 0,4 1-60 16,-1 1 24-16,2 3-48 0,-5-3-40 15,-1 3-200-15,2-5-56 16,-5 6-120-16,0-4-420 0,4 0-492 0,-5-7-432 15,1-2-864-15,1-11-900 0,3 3-2841 0</inkml:trace>
  <inkml:trace contextRef="#ctx0" brushRef="#br1" timeOffset="95241.464">10741 15919 13805 0,'0'0'2512'0,"0"0"-1924"0,0 0-580 16,0 0 316-16,0 0 232 0,0 0 236 15,0 0-300-15,0 0-148 0,0 0 120 16,80 0-72-16,-32-3-84 0,4-1-92 16,-1 4-152-16,5 0 20 0,-4 0 52 15,4-3-128-15,-9 0-8 0,2 1-88 16,-2-4 4-16,-7-5-172 0,0-2-184 0,-4-2-148 16,-1-1-172-16,-7-3-312 0,-4 0-576 0,-4-3-1044 0,-8 5-2101 15,-8-1-2543-15</inkml:trace>
  <inkml:trace contextRef="#ctx0" brushRef="#br1" timeOffset="95461.035">11383 15652 5288 0,'0'0'7041'0,"0"0"-5473"0,0 0-1072 16,0 0-68-16,0 0-176 0,0 0 52 0,0 0 136 16,0 0-152-16,79-9-160 15,-55 15-40-15,-3 1 12 0,-2 5-12 16,1 4 0-16,-8 4 36 0,0 2 88 0,-8 3 52 15,0 3 56-15,-4 8 324 16,-12-5-124-16,-8 4-224 0,-4 0-152 0,-8 3-80 16,0-3-64-16,-3 0 0 0,-1-3-184 0,0-4-296 0,0-3-224 15,0-5-240-15,0-7-452 16,12-7-796-16,-23-3-3069 0</inkml:trace>
  <inkml:trace contextRef="#ctx0" brushRef="#br1" timeOffset="95812.346">9486 15125 10724 0,'0'0'2349'16,"0"0"-621"-16,0 0-276 0,0 0-256 15,56 66-160-15,-37-24-212 0,2 9-196 16,-1 6-140-16,-9 10-112 0,6 6-180 16,-6 4-12-16,-3 5 96 15,-4 1-112-15,1 2-68 0,-5-2-92 16,0-1-4-16,0-6-4 0,-5-9-88 0,1-3-32 15,-4-7-24-15,5-10-88 16,3-5-96-16,-4-7-76 0,4-10-196 0,0-9-260 16,0-10-236-16,4-6-788 0,3-3-1936 15,1-6-569-15,5-17-1855 0</inkml:trace>
  <inkml:trace contextRef="#ctx0" brushRef="#br1" timeOffset="96092.066">10259 15396 13605 0,'0'0'2212'16,"0"0"-1320"-16,0 0-308 0,0 0 432 15,0 0-128-15,-99 88-372 0,67-63-348 16,-4 7-168-16,0 0-84 0,0 3 24 0,-4 0 48 16,4 1-64-16,-3 1-32 15,2 1-40 1,1 4-136-16,1-5 76 0,7-2 136 15,9-5 64-15,2-5 4 0,9-4-48 0,8-2 44 16,0 1-4-16,12-1 12 0,4 0 52 16,8 3-40-16,12 0-8 0,0 4 192 15,7-1-124-15,2-3 40 0,6 1-112 16,1-1-76-16,0-3-108 0,-1 0-72 0,-3 0-460 16,0 0-316-16,-4 1-1116 0,-12-8-2449 15,4 13-3155-15</inkml:trace>
  <inkml:trace contextRef="#ctx0" brushRef="#br1" timeOffset="99783.208">7972 15967 4456 0,'0'0'4944'16,"0"0"-4236"-16,0 0 2133 15,0 0-1429-15,0 0-564 16,0 0-332-16,0 0 28 0,0 0 788 0,92 16-344 0,-53-3-336 16,14-7-284-1,-6 3-100 1,1 1-60-16,-5-7-144 0,2-3-64 0,-2 0-12 0,2-3-124 0,-2-10-316 15,1-3-348-15,0-3-248 0,-1-6-436 0,-2 3-916 0,-13 2-2749 16,-1-7-2279-16</inkml:trace>
  <inkml:trace contextRef="#ctx0" brushRef="#br1" timeOffset="100005.089">8665 15738 888 0,'0'0'6748'0,"0"0"-4612"0,0 0-675 0,0 0-125 15,0 0 192-15,0 0-152 0,0 0-220 16,84 89-248-16,-68-64-152 0,0 7-176 16,-5 0-52-16,2 0-112 0,-9 0-184 15,0-1-96-15,-4-2-52 0,-4-1 16 16,-8 2-40-16,-4-5-52 0,-4 0-8 0,0 0-116 0,-4 0-216 16,-4-2-316-16,-4-1-300 0,-7 0-364 15,-1-3-536-15,-8-5-1268 0,12-2-2649 16</inkml:trace>
  <inkml:trace contextRef="#ctx0" brushRef="#br1" timeOffset="100360.957">6921 16056 1096 0,'0'0'10609'0,"0"0"-8081"16,0 0-1444-16,99-23 188 0,-60 23 32 15,2 0-452-15,-1 4-324 0,-5 8-148 16,-3 1-72-16,-4 4 32 0,-8-3 4 0,0 5-148 16,-8-2-40-16,-8 2-20 15,0 3-4-15,-4-3 28 16,-8 3-148-16,-4-3-12 0,-4 0 0 0,-8-3-76 0,4 0 68 0,-3-4-136 15,-5-1 8-15,4-9 64 0,-1 2 12 16,1-4-48-16,0 0 20 0,5-6 80 0,-1-7-212 16,4 1 124-16,4-11-76 0,4-3-168 15,4-6 132-15,4-3-160 0,4-5-224 16,12 1-72-16,11 4-132 0,5 7-124 16,5 3-192-1,2 6-748-15,-7 9-1181 0,20 4-3599 16</inkml:trace>
  <inkml:trace contextRef="#ctx0" brushRef="#br1" timeOffset="107805.678">14029 15751 5064 0,'0'0'2108'15,"0"0"-1108"-15,0 0-376 0,0 0 2229 0,0 0-997 32,0 0-236-32,0 0-360 0,0 0 60 0,0 0-100 15,19-25-56-15,-19 25-212 0,4 9-147 16,8 4-77-16,4 12 68 0,8 7-252 16,4 6-228-16,0 6-100 0,4 4-48 15,0-3-108-15,-4 2-60 0,0-6-24 16,0-5-96-16,-9-5-24 0,5-3-24 0,-4-5-76 15,0-7-56-15,-4-3 8 0,-1-7-200 16,2-6-200-16,2-3-269 0,-2-10-587 0,-1-3-1308 16,-1-3-2408-16,-3-9-2233 0</inkml:trace>
  <inkml:trace contextRef="#ctx0" brushRef="#br1" timeOffset="107983.885">14415 15761 13281 0,'0'0'1776'16,"0"0"-832"-16,-52 66-376 0,28-31 192 0,-7 9 168 16,-1 4-140-16,-1 0-152 0,6-1-168 15,-1-5-284-15,4-7-184 0,7-5-184 16,6-6-136-16,7-8-220 0,0-7-332 16,4-6-216-16,4-3-680 0,4 0-1468 0,12-19-2529 15</inkml:trace>
  <inkml:trace contextRef="#ctx0" brushRef="#br1" timeOffset="108330.765">14821 15497 10997 0,'0'0'2460'15,"0"0"-1432"-15,0 0-184 0,0 0 428 16,0 0-436-16,0 0-540 0,99-48-172 15,-71 39-12-15,-4-1-52 0,4 7 4 0,-4 0 44 16,-3 3-104-16,-2 9 72 0,1 7 244 16,-4 3-48-16,0 6-112 15,-8 8 0-15,0 4 72 0,-5 8-60 16,2 6 108-16,-5 2 16 0,0 8 8 0,0-1-12 16,0-2-36-16,0 2-72 0,4-6-64 15,0-3-80-15,4-1-28 16,-4-8-8-16,-1-4 104 0,1-3-96 0,5-7 56 15,-5-5-64-15,0-4 52 0,-4-6-56 0,0-1-44 16,0-5-64-16,0-4-64 0,-8-3-180 0,-5 0-12 16,-2-3-40-16,-1-4 36 0,-4-3-232 15,0-3-212-15,5-1-388 16,-2 0-1036-16,-3-21-3201 0</inkml:trace>
  <inkml:trace contextRef="#ctx0" brushRef="#br1" timeOffset="108777.297">16065 15967 9640 0,'0'0'1961'16,"0"0"-221"-16,0 0-596 0,0 0-136 16,0 0 24-16,0 0-272 0,0 0 36 15,0 0 76-15,0 0-196 0,0 0 72 16,0 0 236-16,79 38-251 0,-31-35-105 0,12-3-96 16,7 3-24-16,9-3-72 15,0 0-184-15,8 0-192 0,-1-3-60 0,1-3-48 16,0-7-84-16,-1 1-24 0,1-9-100 0,-8 0-32 15,-5-2-244-15,-11-2-280 16,-8 0-209-16,-12 0-467 0,-12 3-716 16,-13 5-1640-16,-11-4-2457 0</inkml:trace>
  <inkml:trace contextRef="#ctx0" brushRef="#br1" timeOffset="109018.754">17036 15684 340 0,'0'0'10244'0,"0"0"-8239"0,0 0-1113 15,0 0-180-15,0 0 148 0,0 0 20 16,84 7-124-16,-52 2-284 0,4 3-112 16,-4 5-88-16,-1 2 112 0,-3 3 196 0,-3-1-76 15,-1 3-320-15,-9 4-36 0,-2-3 60 16,-10 5-124-16,-3 1-84 0,0 1-4 16,-16 3 0-16,-3-1-56 0,-5 1-124 0,-8 0-96 15,0 0 20-15,0-7 88 0,0 1-36 16,4-6-348-16,8-11-448 15,5-6-816-15,2-6-3305 0</inkml:trace>
  <inkml:trace contextRef="#ctx0" brushRef="#br1" timeOffset="109733.747">18430 15255 4804 0,'0'0'2252'0,"0"0"-864"16,0 0-544-16,0 0 2337 0,0 0-1525 0,0 0-480 16,-11-66-320-16,3 60 120 0,4 0 76 15,-4 1-360-15,4 5-264 0,-4 0-96 0,0 0-88 16,-4 5-84-16,-4 4-48 0,-8 3-64 15,4 4 0-15,-7 10 0 0,-1 2 88 16,-4 8-52-16,4 1 4 0,-4 11-16 16,4 3-28-16,0 2-44 0,0 5 0 0,4 6-4 15,-4 0 8 1,4-2 0-16,5 5 44 0,6-3 64 16,6-1-4-16,7-2-108 0,0-8 0 15,16-4-68-15,-1-5 68 0,10-9 0 0,3-4 4 16,0-6 140-16,3-6-68 0,5-6 92 15,4-4 28-15,0-4 36 0,4-5 9 16,-1 0 39-16,1-7-36 16,0-6-160-16,-4-3-72 0,-4-6-12 0,0-1 0 15,-8-2-120-15,0 0-160 0,-4-4-97 0,-9 1-123 16,2 2-60-16,-10-2-136 0,1 2-160 16,-8 1-240-16,0 0-308 0,-4-1-444 15,-4 7-1236-15,-8-6-2353 0</inkml:trace>
  <inkml:trace contextRef="#ctx0" brushRef="#br1" timeOffset="109908.908">18419 15843 3148 0,'0'0'5312'0,"0"0"-3152"0,0 0-539 0,0 0-89 0,0 0-64 0,0 0-284 0,0 0-172 16,0 0-148-16,0 0-272 0,88 22-248 15,-64-28-320-15,-5-1-24 16,1-2-308-16,1-1-308 0,-6-2-52 0,1 2-88 15,-8 1-236-15,4 3-572 0,-8-4-652 16,0 7-649-16,0-1-1043 0,-4 2 780 16</inkml:trace>
  <inkml:trace contextRef="#ctx0" brushRef="#br1" timeOffset="110072.051">18658 15783 2844 0,'0'0'2840'0,"0"0"-928"0,0 0-640 0,0 0 8 16,0 0-27-16,0 0-405 0,0 0-352 0,0 0-212 15,0 69-196-15,0-56-36 0,4 1-4 16,0-2-48-16,-4-3-12 0,4 0-332 16,0-2-528-16,-1 0-685 0,6-4-967 15,-9 0-1364 1,8-3-131-16</inkml:trace>
  <inkml:trace contextRef="#ctx0" brushRef="#br1" timeOffset="110572.902">18527 15815 7324 0,'0'0'2900'16,"0"0"-1211"-16,0 0-601 0,0 0 452 16,0 0-32-16,0 0-428 0,0 0-412 0,0 0-124 15,0 0 72-15,0 0 12 0,79-17-28 16,-51 10-136-16,4 2-124 0,0-8-84 16,0 3 0-16,3 1-76 0,1-4 5 15,1 3-53-15,-2-2-68 0,5 2-64 16,-4 1-132-16,-1 0 84 0,-7 2-25 0,0 2-123 0,-7-2 4 15,-10 7-40-15,2-4 24 16,-9 4-60-16,-4 0-108 0,0 0-104 16,0 0-108-16,0 0-188 0,0 0-312 15,-4 0-788 1,0 0-1172-16,-5 0-3305 0</inkml:trace>
  <inkml:trace contextRef="#ctx0" brushRef="#br1" timeOffset="111266.912">19415 15859 10636 0,'0'0'3177'0,"0"0"-1293"0,0 0-844 0,0 0 192 0,0 0-172 15,0 0-104-15,0 0-140 0,115 20-12 16,-55-15-171-16,8-5-233 0,-1 0-96 0,-2 0-100 16,-1-10-204-16,-9 1-60 0,-3-4-144 15,-4-2-124-15,-5-1-208 0,-3-7-193 0,-3 4-231 16,-10-6-500-16,-3 2-1008 15,-8 8-2260-15,-8-3-2109 0</inkml:trace>
  <inkml:trace contextRef="#ctx0" brushRef="#br1" timeOffset="111542.73">20065 15529 5044 0,'0'0'4488'15,"0"0"-2923"-15,0 0-233 16,0 0 188-16,0 0 60 0,0 0-324 0,0 0-348 0,91 29-216 16,-63-17-188-16,0 1-72 15,-4 2-104-15,4 2-68 16,-8 1-28-16,-1 1-220 0,-2 1-4 0,-10 1 4 16,-3 2-12-16,-4-1-40 0,-4 3 40 0,-3 1-4 0,-10 0-100 15,-2-1-32-15,-1 0-44 0,-4-3-212 0,-4 3-288 16,0-2-196-16,-4-2-180 15,4 0-640 1,1-2-888-16,7-7-2737 0,-1-2-1463 0</inkml:trace>
  <inkml:trace contextRef="#ctx0" brushRef="#br1" timeOffset="111936.705">20969 15509 9036 0,'0'0'2609'0,"0"0"-1213"0,0 0-492 0,0 0 500 16,0 0 16-16,0 0-304 0,-4 89-472 0,0-57-276 31,-1 3-84-31,5-2 24 0,-3-2 68 16,3-4 16-16,0-4-84 0,8-6-176 15,0-8-132-15,4-9-132 0,8 0 56 0,4-7 72 16,-1-5-80-16,9-11-160 0,1 1-160 16,-1-3 148-16,-5 0 8 0,1-1 88 15,-4 7 96-15,-8 0 64 0,-4 3 72 0,-8 1 76 16,-4 2 48-16,0 0-108 0,-16 1-28 15,0-2 12-15,-5-1-72 0,-2 2 0 0,3 1-168 16,-4 5-68-16,-4 3-156 0,0 4-88 16,1 4-176-16,-10 8-788 0,14 2-1376 15,-25 11-2529-15</inkml:trace>
  <inkml:trace contextRef="#ctx0" brushRef="#br1" timeOffset="116012.776">19199 12049 3696 0,'0'0'1212'16,"0"0"3684"-16,0 0-3271 0,0 0-85 15,0 0-432-15,0 0-112 0,0 0-276 0,0 0-92 16,0 0-40-16,0 0 96 0,0 0 56 0,25 54-148 15,-18-23-64-15,6 7-4 0,-2 6 4 16,-3 5-116-16,5 5-20 0,-9 6-200 16,-1 7-56-16,-3 9-64 0,0 6-15 15,-11 4-57-15,-2-4-8 0,6-5-41 16,-5-10-11 0,8-14-148-16,-1-11-60 0,5-10-72 15,13-13-88-15,-2-10-24 0,10-5-280 0,3-4-168 16,-1-10-400-1,9-9-596-15,-8 3-1156 0,12-23-2621 16</inkml:trace>
  <inkml:trace contextRef="#ctx0" brushRef="#br1" timeOffset="116297.377">19850 12256 2752 0,'0'0'4484'15,"0"0"-195"-15,0 0-3137 16,0 0-232-16,0 0 32 0,-101 66-144 0,70-44-232 15,-1 3-296-15,0 3-268 0,4-2-12 16,0-3-112-16,0 2 112 0,1-3-12 16,-1 0-52-16,4 2-60 15,0-6 24 1,3 1-64-16,6 0 96 0,3-6 68 0,4 2 128 0,8-5-116 16,0 3-8-16,4-1 8 0,8 1 240 0,7 0-76 15,6 0 216-15,3 2 16 0,3-2-8 16,14 3-140-16,-2-4-136 15,5 4 64-15,7-2 32 0,-2-2-220 0,3 1-148 16,-4-5-260-16,3-1-624 0,1-3-632 0,-12-1-2192 16,16-3-2825-16</inkml:trace>
  <inkml:trace contextRef="#ctx0" brushRef="#br1" timeOffset="116530.754">21104 12456 1696 0,'0'0'10329'31,"0"0"-5757"-31,0 0-3564 0,9 78-476 0,-9-46 292 16,0-1 256-16,0 2-236 15,0-1-272-15,0-4-208 0,0 1-291 0,0-7-73 16,0-6-129-16,4-4-199 0,0-2-232 0,-1-6-88 15,5-4-84-15,0 0-416 0,4-14-776 16,-4 5-2336-16,0-23-2645 0</inkml:trace>
  <inkml:trace contextRef="#ctx0" brushRef="#br1" timeOffset="116682.359">21124 12112 6644 0,'0'0'4741'15,"0"0"-2549"-15,0 0-688 0,0 0-408 0,0 0-68 16,0 0-520-16,0 0-508 0,0 0-540 16,0 0-624-16,79-6-1032 15,-34 3-2905-15</inkml:trace>
  <inkml:trace contextRef="#ctx0" brushRef="#br1" timeOffset="116939.797">21515 12284 11745 0,'0'0'2416'0,"0"0"-1332"0,0 0-140 16,-80 66 728-16,65-47-204 0,-2 1-380 16,10-5-612-16,7 2-416 0,0-5-60 0,7 4-196 15,10 0 52-15,2 0 32 0,1 3-20 16,8 0-28-16,0-4 48 16,-1 4-56-16,-3-3-40 0,0 1 72 0,-3-1 52 15,-2 3 32-15,-6-4-20 0,-2 1 64 16,-3 0-40-16,1 0-4 0,-9-3 52 0,0 2 4 15,-4-2-4-15,-9 1-60 0,-2-2-284 16,-6 1-248-16,-3-5-64 0,0 3-188 16,-4-5-324-16,1 0-564 0,7-6-1124 15,-12 0-4565-15</inkml:trace>
  <inkml:trace contextRef="#ctx0" brushRef="#br1" timeOffset="117714.466">23574 12586 2100 0,'0'0'2544'0,"0"0"3680"0,0 0-4171 0,0 0-501 16,0 0-516-16,0 0-92 0,0 0-184 16,0 0-128-16,0 0-188 0,0 0-48 15,-51-54-100-15,31 56-112 0,1 11-12 16,-2 6 60-16,-7 6 12 0,4 14-24 15,0-1 76-15,5 6 188 0,-2 1 16 16,6-7-208-16,6-3-268 0,5-13-24 0,4-6-120 16,4-6-220-16,9-4-40 0,2-6 212 15,13-3-4-15,0-10-12 16,8-6-196-16,0-9-72 0,4-2-52 0,-8-1 48 0,0-1 160 16,-4 4 100-16,-5-1 72 0,-3 4 12 15,-3 6 108-15,-6 0 4 0,-3 8 136 0,0 5 64 16,-8 4 120-16,5 2 24 15,-2 2-24-15,1 9-172 0,0 8 304 16,4 3-120-16,1 3-148 0,-2 4-24 0,-3-1-76 16,0 0-84-1,4-5-48-15,0-4-224 0,4-6-596 16,3 0-228-16,2-4-432 0,-2-6-1260 16,13 0-2541-16</inkml:trace>
  <inkml:trace contextRef="#ctx0" brushRef="#br1" timeOffset="118382.483">24929 12347 6624 0,'0'0'860'15,"0"0"4189"-15,0 0-3597 0,0 0-792 16,0 0-204-16,0 0 48 16,-100 36-80-1,65-11-120-15,-1 6-104 0,0 8-60 0,1-5 44 0,3 4 4 0,4-2 12 0,11-11 0 16,6-3-4-16,7-9-24 0,4-3-172 16,8-1-188-16,12-3 76 0,3 4 108 15,9-4-56-15,9-3-40 0,-2 4-136 16,5-1 48-16,-4 0 12 0,-4 4 56 0,-1 3 120 15,-7-1 164-15,-7 4 84 16,-6-4 0-16,-3 5 88 0,-4-2 12 0,-8 2 72 16,0-5 0-16,0 4-28 0,-8-7-108 0,-4 4-116 15,4-6-56-15,-8 2-28 0,4-6-84 16,-4 0-48-16,4 1-184 0,-4-4-64 16,4 0-184-16,1-7-284 0,2-2-252 15,5-4-88-15,0-6-496 0,1 0-824 16,3 3-1725-1,3-19-2811-15</inkml:trace>
  <inkml:trace contextRef="#ctx0" brushRef="#br1" timeOffset="118706.656">25200 12566 9156 0,'0'0'2853'0,"0"0"-1065"0,0 0-284 0,0 73 264 15,0-47-132-15,-8-1-360 16,4-3-336-16,1-6-428 0,3-3-348 15,0-3-164-15,0-8-84 0,0 2-136 0,7-4-120 16,5-4-24-16,4-2-40 0,5-9-196 16,-2-2-284-16,1-1-292 0,-1-5-68 15,2 5 172-15,-5-5 264 0,-1 4 212 0,-7-4 304 16,5 4 228-16,-6 0 64 0,-3 7 408 31,0-1 364-31,0 7 48 0,-4 3 12 0,0 3-208 0,5 0-52 0,-5 9 36 16,8 4-28-16,-5 6 108 15,5 4 32-15,-4 2-144 0,5 0 32 0,-9 0 61 16,4-2-281-16,-1-4-388 0,5-7-48 16,-4-5-156-16,5-1-249 15,2-6-119-15,-3 0-184 0,5-13-224 0,2-6-956 16,-2 4-2868-16,6-14-3373 0</inkml:trace>
  <inkml:trace contextRef="#ctx0" brushRef="#br1" timeOffset="119033.083">25662 12119 8220 0,'0'0'3269'0,"0"0"-1169"0,0 0-164 16,-11 78-184-16,3-42-352 16,3 2-308-16,-3 0-296 0,1 0-260 0,-1 4-284 15,4-4-252-15,-5-3-24 0,9-4-84 0,0-5-52 0,0-6 16 16,4-6-88-16,5-1-24 15,-1-3 48-15,3-3 60 0,2 1 40 0,2 3 48 16,5-2-4-16,5 3 52 0,-2 4 12 16,1 1-4-16,0 1 4 0,0 1 44 15,0 3-40-15,-4 2 0 0,0-3 48 16,-9-2-4-16,2-3-40 0,-5 3 4 0,-1-6 48 16,-7-4 16-16,0 1-16 0,0-4-12 15,-4 0-48-15,-7-2-4 0,-6-4 0 0,-3 0-92 16,1 0-40-16,-5 0-60 0,4-4-120 15,0 2-140-15,0-8-72 0,0 0-80 16,4-5-596-16,-4-2-1356 0,5 4-2353 16,-2-12-2999-16</inkml:trace>
  <inkml:trace contextRef="#ctx0" brushRef="#br1" timeOffset="119570.934">26539 12550 4528 0,'0'0'1200'0,"0"0"3704"0,0 0-1919 0,-84 26-985 16,49-7-720-16,-1 0-4 0,-5 6-104 16,10 1-180-16,-1-1-324 0,12-3-216 0,8-6-308 15,4 0-144-15,8-7-216 16,8-2-140 0,4-1 188-16,8-3 92 15,4-3 4-15,4 0-60 0,4-5-28 0,-1-6-24 0,-3-1-120 16,0-4-4-16,0 3 40 0,-3 4 60 0,-6-1 8 15,-3 7-32-15,4 0 84 16,-8 3 88-16,0 3 60 0,0 10 156 0,-4 3 136 16,0 4 28-16,-1 5-24 0,-3 0-52 15,1 7-24-15,-5-1 24 0,4 4 76 16,-4 3-28-16,0 3 48 0,0 4-132 0,-4-1-4 16,-5 1-44-16,-2 2-27 0,-1-3-9 15,0 1-76-15,-4-3-36 0,0-4-8 16,0-3 0-16,-4-7-4 0,0-2-48 0,4-8-40 15,-4-1 4-15,5-11-13 0,-2-6-51 16,2-3-104-16,2-10-284 0,-2-12-148 16,6-11 108-16,5-5-60 0,4-12-552 0,0 8-1476 15,9-34-3949-15</inkml:trace>
  <inkml:trace contextRef="#ctx0" brushRef="#br1" timeOffset="119806.985">26854 12595 1344 0,'0'0'4652'0,"0"0"-3740"0,20 79 3877 15,-12-41-2337-15,-4 10-308 0,-1 6-280 0,-3 3-252 0,0 6-588 16,0 7-512-16,-3 1-244 0,-5-2-84 16,-5 3-100-16,6-1-35 0,-5-5-45 0,0-3-4 15,4-8-109-15,4-7-159 16,0-14-172-16,4-4 76 0,0-11-208 0,0-7-52 15,8-3 20-15,-4-9-84 0,3 0-392 16,2-9-548-16,-1-10-792 0,0-6-733 0,4-6-139 16,0-8-1132-16,-1-6 2600 0</inkml:trace>
  <inkml:trace contextRef="#ctx0" brushRef="#br1" timeOffset="120026.009">26977 12639 3512 0,'0'0'1136'15,"0"0"4484"-15,0 0-3675 0,0 0-629 0,0 0-464 16,0 0-44-16,88-50-156 0,-64 50-260 16,-1 6-176-16,-2 3-92 0,3 3-124 0,-9 2-152 15,2 2-128-15,-10 3-68 0,1-3-32 16,-8 3 232-16,-4 0 148 0,-7 1 24 0,-10-2 164 16,-7 1-48-16,-3 0-64 15,-9-3-28-15,4 0 28 0,-4-4-68 0,8-2-8 0,0-7-92 16,0 1-460-16,9-4-436 0,3 0-488 15,8-7-837-15,0-3-3767 16</inkml:trace>
  <inkml:trace contextRef="#ctx0" brushRef="#br1" timeOffset="120537.528">28077 12706 1760 0,'0'0'836'15,"0"0"-564"-15,0 0 68 0,0 0 4356 0,0 0-1812 16,0 0-1019-16,0 0-465 16,0 0 56-16,0 0 72 0,0 0-176 0,0 0-308 15,-72 77-260-15,68-56-136 0,4-2-224 16,0-3-228-16,0-3-112 15,8-3-84-15,4-4-12 16,4 1-96-16,0-7-40 0,8 0-144 0,-1-10-24 0,5 1-100 16,-3-8-144-16,-1-1-92 15,-4 1-24-15,-5 2-68 0,2-5 60 16,-10 4 136-16,-3 4 80 0,0-1 68 0,-4 0 72 16,0 1 140-16,-8-1 188 0,-8 1 0 15,4 2 64-15,-4 0-64 0,1 4-156 0,-2 6 56 0,-2 0-80 16,3 6 180-16,0 7 152 0,4 0-152 15,-4 3-112-15,4-1-1068 16,8-5-2017-16,-4 4-3063 0</inkml:trace>
  <inkml:trace contextRef="#ctx0" brushRef="#br1" timeOffset="120654.643">28244 12700 3192 0,'0'0'964'0,"0"0"-104"0,0 0 4608 15,108-16-3319-15,-76 10-737 0,4-1-464 0,-4-6-356 16,-4 1-300-16,7-4-292 0,-3-3-416 15,4-3-696-15,-4-3-940 0,-4 5-2709 16,0-12-2774-16</inkml:trace>
  <inkml:trace contextRef="#ctx0" brushRef="#br1" timeOffset="120939.23">28599 12319 6152 0,'0'0'2196'0,"0"0"-656"15,0 0-171-15,0 0-85 16,-28 67-96-16,24-32 4 15,0 6-88-15,4 6 100 0,0 8-200 0,0 4-120 16,0 5-148-16,0 0-172 16,0-1-148-16,0 1-112 0,0-3-160 0,0-5-144 15,0-2-4-15,8-3-56 0,-4-7-72 16,4-2-212-16,-4-5-80 0,3-2 32 16,-7-3 24-16,0-3 48 0,0-4-36 15,-3-5 36-15,-9-1 136 0,0-7 36 0,-4-2 12 0,-4-1 132 0,-3-7-8 16,-2-2-124-1,-6 0 128-15,-1-5-144 0,-9-8-132 0,6-6-324 16,-5-7-572-16,0 1-984 16,-4-3-1841-16,12 6-1959 0,-15-13 2389 15</inkml:trace>
  <inkml:trace contextRef="#ctx0" brushRef="#br1" timeOffset="121525.167">23722 14372 8020 0,'0'0'4697'0,"0"0"-2953"0,0 0-32 0,0 0-400 16,99 52 132-16,-62-43-352 0,2-2-468 16,-3-4-284-16,4-3-156 0,8-10-76 15,-5-9-108-15,6 0-68 16,-1-10-396-16,-5 2-428 0,-3-5-284 15,-8 2-184-15,-4-1-560 0,-8 3-1024 16,-5 5-2425-16</inkml:trace>
  <inkml:trace contextRef="#ctx0" brushRef="#br1" timeOffset="121799.272">24109 13960 6248 0,'0'0'808'0,"0"0"2068"0,0 0-787 0,0 0-505 0,-52 92-340 15,44-54-100-15,4 4-68 16,4 5-392-16,0 7-276 0,4 0-136 0,4 3-88 16,-1 1-36-16,6 2-12 0,-5 0 24 15,-1 4-24-15,2-1 0 0,-5 2-28 0,-4-2 188 0,0 0 84 16,0-10-16-16,0-2-84 0,-4-9-96 16,-1-4-100-16,-3-10-20 0,5-1-64 15,-1-13-16-15,4-3-80 0,0-6-136 16,0-5-256-16,0 0-332 0,0-12-128 0,4-4 36 15,3-10-8 1,6-5-452-16,-2-7-692 16,1-7-2765-16,-3 11-1947 0,2-27 5964 0</inkml:trace>
  <inkml:trace contextRef="#ctx0" brushRef="#br1" timeOffset="122038.662">24444 14297 5396 0,'0'0'276'16,"0"0"4204"-16,0 0-2367 0,0 0-633 15,0 0-592-15,79 42-108 0,-71-23-140 0,0 0-160 16,0 6-140-16,-4 0-80 0,-4 0-136 0,0 4 76 16,0-1-64-16,-4-2 12 15,-4 5 0-15,-4-6 112 0,0 5 248 0,0-8 104 16,0-6-244-16,4-3 0 0,4-8 36 16,4-5-40-16,0 0-44 0,0-5-284 15,4-12-36-15,4-5-220 0,8-9 12 0,0-7-144 0,4-8-236 16,0 2-236-16,-1-3-384 15,6 3-540-15,-1 5-704 16,-9 11-1657 0,13-4-1611-16</inkml:trace>
  <inkml:trace contextRef="#ctx0" brushRef="#br1" timeOffset="122323.899">24829 14408 10152 0,'0'0'2661'0,"0"0"-917"0,0 0 196 15,0 0-264-15,0 66-580 0,8-59-604 0,1-4-240 0,6-3-252 0,6 0-136 0,7-13-72 16,0-3-132-16,3-6-300 0,5-3-324 16,-4 0-68-16,-4 0-24 0,-4 2 72 15,-5 4 84-15,-6 3 212 0,-9 6 332 16,-4 1 356-16,-4-1 368 0,-13 7 348 16,2 0 272-16,-1 3-184 0,-5 3-108 15,2 6-124-15,-1 8 40 0,4 5-32 16,0 3-96-16,4 4-116 0,5 3 36 15,-2-1 4-15,5 1-44 0,0-4-180 0,4-3-184 32,0-2 0-32,0-6-196 0,8-9-132 0,5-2-4 15,2-1-24-15,5-5-160 0,4-11-464 16,0-8-568-16,0 4-1272 0,7-14-4021 16</inkml:trace>
  <inkml:trace contextRef="#ctx0" brushRef="#br1" timeOffset="122620.304">25308 14391 4560 0,'0'0'9037'0,"0"0"-5233"0,0 0-3232 0,0 0-164 16,0 0 724-16,0 0 40 0,0 0-440 16,0 0-344-16,83 36-183 0,-46-52-205 15,-2-6-24-15,1-1-293 0,0-2-179 16,-8 2-152-16,-4 2 52 0,-5 5 180 0,-10 3 72 16,-5 4 208-16,-4 2 136 0,-8 4 112 15,-5 0 280-15,-2 3 12 0,-9 3 232 31,4 7-236-31,-3 2-84 0,2 7-108 0,1 3-52 16,1 5-80-16,2 0-4 16,2 5-64-16,2 0-8 0,6 0-36 15,-1-1-24-15,3 1-160 0,5-6-72 0,0 0 48 16,13-8-60-16,7 1 60 0,3-6 120 0,5-4-280 16,8-2-304-16,4-7-180 15,4 0-676-15,8 0-1056 0,-9-7-2929 16,33 1-2687-16</inkml:trace>
  <inkml:trace contextRef="#ctx0" brushRef="#br1" timeOffset="123092.625">26973 14462 6024 0,'0'0'648'0,"0"0"4101"0,0 0-3185 0,0 0-636 16,0 0 364-1,0 0-96-15,0 0-176 0,0 0-104 16,0 0 228-16,-99-26-456 0,75 42 92 15,-4 6 36-15,0 7-199 0,0 3 27 0,0 3-76 0,9-3-156 16,2-1-112-16,2-5-180 0,10-8-120 16,5-8-60-1,0-7-204-15,9 0-76 0,6-3 148 0,5-6 84 0,8-7-52 0,4-6-140 0,0-6-220 32,0-7 20-32,-4 4-33 0,0 2 69 0,-5 0 88 15,-3 8-4-15,-3 2-72 16,-2 6-76-16,-7 4 160 15,4 3 296-15,-4 3 72 0,-4 9 476 0,4 4 188 0,0 7-68 0,-4 1-96 16,4 4-48-16,0-1-51 16,-4-3-49-16,4-1-120 0,0-5-168 15,0-5-64-15,4-1-60 0,4-6-184 0,-5-3-96 16,10-6-269-16,-1-10-107 16,-1-6-240-16,5-3-816 0,-7 3-2348 0,7-17-1941 15</inkml:trace>
  <inkml:trace contextRef="#ctx0" brushRef="#br1" timeOffset="123418.532">27391 13939 6688 0,'0'0'4413'0,"0"0"-2657"0,0 0 24 0,0 0 148 0,-7 72-252 0,-5-31-324 32,4 4-8-32,-8 5-175 15,-1 1-201-15,2 0-208 0,-1-3-240 16,0-1-436-16,5-2-84 0,-2-10-144 0,9-7-120 15,0-6-4-15,4-6-44 16,8-6-76-16,5-3 96 16,2-5-20-16,5-2-28 0,0 0-49 0,8 0 61 15,-4-2 36-15,-4 2-4 0,3 0-8 0,-7 0 12 0,5 0-12 0,-10 5 120 16,6 1 64-16,-10 1 120 0,1 3 280 16,-4-4 64-16,-4 6-52 0,0-1-24 15,0-3-48-15,-8 3-24 0,1-3-52 0,-10-1-32 0,6 3-28 16,-10-7-36-16,1 0-44 15,1-3-4 1,-1 0-84-16,0 0-36 0,0 0-160 0,0-3-452 16,4-6-332-16,0-2-1524 0,4 3-2636 0,0-15-4797 15</inkml:trace>
  <inkml:trace contextRef="#ctx0" brushRef="#br1" timeOffset="124661.7">27762 14643 3268 0,'0'0'10937'0,"0"0"-8945"0,0 0-1040 0,0 0-184 0,0 0 12 15,0 0-364-15,0 0-264 16,0 0-152-16,0 0-184 0,0 0-208 0,76 6-288 31,-56-6-336-31,-4-6-744 0,-5 3-1316 16,10-7-3465-16</inkml:trace>
  <inkml:trace contextRef="#ctx0" brushRef="#br1" timeOffset="125111.264">28388 14379 4500 0,'0'0'6557'0,"0"0"-5297"0,0 0-292 0,-88 42 480 15,60-14 0-15,-4 7-396 0,0 9-356 0,4 5-216 16,8-2-160-16,5-3-136 16,2-8-184-16,13-8-208 0,0-13-164 0,9-2-32 15,6-9 156-15,2-4 172 0,7-4-12 16,-1-9 76-16,5-2-64 0,-4-8-72 15,4 1 88-15,-4-3-64 0,-1-1 60 16,-2 1 52-16,-1 0 0 0,-1 3 4 16,-2-1-68-16,-2 7 12 15,-2 0 64-15,-2 4 100 16,-7 2-24-16,5 7-76 0,-5 3 112 0,-4 0 12 16,3 9 124-16,1 5 148 0,0 7-84 0,0 4-16 15,-4 8 24-15,0 8-28 16,4 4 40-16,-4 5 24 0,5 7 96 15,-5 4 416-15,0-4-588 0,0 4-220 16,-5-8-60-16,-3 1 0 0,0-3-48 0,-4-4 36 0,0-5 12 0,5-4 4 31,-10-7 68-31,2-5 60 0,-2-7 4 16,6-3-15-16,-6-3 11 0,6-10-20 0,-1 0-112 16,0-3 0-16,-4-6-341 0,4-10-231 0,0-4-48 0,1-5-128 15,-2-3-60-15,5-10-228 0,4-4-872 16,1 10-1984-16,3-25-1053 0</inkml:trace>
  <inkml:trace contextRef="#ctx0" brushRef="#br1" timeOffset="125397.717">28810 14516 6960 0,'0'0'3989'0,"0"0"-2625"0,16 89 140 0,-12-45 316 0,0 14-80 15,-4 1-292-15,4 8-344 0,-4 7-496 16,0-2-228 0,-4 4-196-16,-8 4-88 0,4-1-92 0,-8-3 4 0,1-5-4 15,-2-5 8-15,6-9-12 0,-2-8-76 16,1-9-180-16,9-11-124 16,-1-7-20-16,4-9-16 0,0-7-76 0,7-6-184 15,1-13-104-15,9-9-352 0,-2-9-164 16,1-9 8-16,0-4 128 15,-4-6-428-15,4-10-893 0,-8-7-419 0,-5-3-1448 0,6-6 2976 16</inkml:trace>
  <inkml:trace contextRef="#ctx0" brushRef="#br1" timeOffset="125589.303">28858 14859 1356 0,'4'-63'2480'15,"0"2"-1296"-15,-1 13-260 0,6 7-364 16,-1 9 1168-16,3 7-392 0,6 6-444 16,-2 7-43-16,2-2-1 0,7 9 100 15,-5 5-120-15,5 0-108 0,0 2-128 16,0 10 64-16,-4 5-112 0,-4-1-160 0,0 6-208 15,-8 0-168-15,-4 0 52 0,-4 3-60 16,0-2-96-16,-9-1 44 0,-2 0 52 16,-1 0 0-16,-8 1-4 0,0-4-72 0,-3 0-72 15,-2-3 12-15,1-7-28 16,0-2-368-16,5-4-360 0,-5-3-564 0,7 0-1665 16,-2-10-3607-16</inkml:trace>
  <inkml:trace contextRef="#ctx0" brushRef="#br1" timeOffset="126129.497">29603 14339 2964 0,'0'0'8861'16,"0"0"-7225"-16,0 0-556 0,116 31-288 0,-57-29-100 0,9-2-100 16,-1-2-216-16,6-4-164 15,-2-5-168-15,-3 2-44 0,-8 0-64 0,-4 6-84 16,-13 3-424-16,-11 0-208 0,-12 0 36 16,-8 3 264-16,-12 6-28 0,0 7 328 0,-16 3 180 15,-8 7 180-15,-8 2 48 16,-3 4 88-16,-5 6 104 0,-1-2-56 15,2 2 12-15,-1 3-24 0,5 0 28 0,3 0-4 16,0-2 20-16,8-1 64 0,4-4-40 16,12-5-136-16,4-4-36 15,4-6 0-15,15-3-40 0,10-3-100 0,6-4-44 16,9-6 20-16,4 1-32 0,4-4-52 16,4-4-56-16,4-5 56 0,-5-3-48 0,-3-2-208 15,0-4-264-15,-8-2-172 0,-1-2-176 0,-11 0-552 16,-4 5-1216-16,-3-10-3349 0</inkml:trace>
  <inkml:trace contextRef="#ctx0" brushRef="#br1" timeOffset="126313.188">30480 14414 1448 0,'0'0'4712'15,"0"0"-336"-15,0 0-2703 0,0 0-345 16,-56 70 4-16,39-42 104 0,-2 7-164 15,-1 1-308-15,-4 2-228 0,-4 0-60 0,5 0-64 16,-5-3-200-16,4-3-328 16,3-7-84-16,2-6-352 0,6-3-404 0,2 0-164 0,-2-7-164 15,9 1-496-15,1-4-1012 0,3-3-1981 16,0-3-1515-16,3-3 5452 0</inkml:trace>
  <inkml:trace contextRef="#ctx0" brushRef="#br1" timeOffset="126536.492">30858 14341 3876 0,'0'0'8321'15,"0"0"-6281"-15,0 0-980 0,0 0 336 16,92-13 20-16,-53 7-480 0,6-4-492 0,2 1-348 0,5-4-96 15,-5 0-4-15,2-2-452 0,-6-1-676 16,-6 3-484-16,-9 1-972 0,-9 2-2533 0,-11 1-2703 0</inkml:trace>
  <inkml:trace contextRef="#ctx0" brushRef="#br1" timeOffset="126729.39">31057 14372 6620 0,'0'0'1588'0,"0"0"-176"0,-68 83 573 16,40-38 139-16,0 2-228 0,9 1-404 15,-5 6-268-15,0-3-76 16,8 0-112-16,0-6-208 0,8-4-119 0,4-6-117 0,4-7-84 16,4-6-192-1,12 0-240-15,4-5-76 0,4-6-120 0,8-4 8 16,4-3-116-16,3-4-244 0,5-6-84 0,4-8-5 16,4-5-59-16,-4-6-504 0,-1-1-1256 15,-11 7-2392-15,5-15-2685 0</inkml:trace>
  <inkml:trace contextRef="#ctx0" brushRef="#br1" timeOffset="126926.632">31551 14424 8688 0,'0'0'580'0,"0"0"1281"0,0 69-321 15,8-30 924-15,0 1 4 0,9 6-716 0,2-9-580 16,1 1-428-16,4-6-220 0,3-3-355 15,1-11-169-15,4-1-377 0,5-10-327 16,-2-7-372-16,9 0-348 0,-12-7-1444 0,16-12-3965 31</inkml:trace>
  <inkml:trace contextRef="#ctx0" brushRef="#br1" timeOffset="127097.741">31934 14518 3572 0,'0'0'10221'0,"0"0"-8933"16,-100 71-1048-16,65-36 416 0,-6 3 1304 16,6 0-408-16,3 1-684 0,0-1-552 0,4-7-268 15,4-2-48-15,1-7-132 0,2-2-420 16,9-6-392-16,-4-7-300 16,13-3-336-16,-1-4-680 0,4 0-2205 0,4-17-2135 0</inkml:trace>
  <inkml:trace contextRef="#ctx0" brushRef="#br1" timeOffset="127547.342">32269 14255 6536 0,'0'0'1064'0,"0"0"4461"16,0 0-2805-16,0 0-1352 0,99-28-972 15,-71 19-236-15,0-1 16 0,0-3-140 0,4 7-36 16,-4 0-124-16,0 2-24 0,-5 4 36 16,-3 0 48-16,-3 4 64 0,-6 4 64 0,1 6 244 15,-4-1 16-15,0 5 8 0,-4 1 72 16,0 3 212-16,0 4-64 0,0-1-76 16,-1 7 0-16,6-1-28 0,-5 2 185 0,4 5-233 15,-4-3-172-15,8 7-92 16,4 2-28-16,0-3 144 0,-1 0 436 15,-2 1-300-15,2-2-268 0,-3 2-116 0,4 2 8 0,-4 2 328 16,1-3-220-16,-6-2-108 0,-3-2-12 16,-4-8-84-16,0-2-40 0,0-7-20 31,-4 1 72-31,-3-11 60 0,-2 1-252 0,-3-4-64 16,-3-3-68-16,-2 1 116 0,-3 0 112 0,-3-2 72 0,-1-1 24 15,-4-2-4-15,-8-2 16 16,0 5-60-16,-4-5-124 0,-3 0-204 15,-2-5-197-15,-2 3-183 0,-1-7-504 0,0 2-608 16,4-3-900-16,12 3-1737 16,-11-5-2947-16</inkml:trace>
  <inkml:trace contextRef="#ctx0" brushRef="#br1" timeOffset="-180051.164">14491 16561 1760 0,'0'0'5988'16,"0"0"-4716"-16,0 0-652 0,0 0-140 15,0 0 8-15,0 0 621 0,0 0 683 0,0 0-600 16,0 0-400-16,8 2-176 16,-8-2-88-16,0 0 148 0,0 0 16 0,0 0-148 15,0 0-100-15,0 0-64 0,3 4-36 16,-3-4-28-16,4 3-72 0,0 3-36 0,4 4 84 0,4 2-36 0,4 5-24 16,4 2-84-16,4 3-28 0,8 3-24 31,0 6 16-31,8 2 117 0,-1 2-129 15,5-4-56-15,-4-2-44 0,8-7-12 0,0 0-48 16,0-6-16-16,3-6-205 0,-3-3-251 0,4-5-116 16,-4-2-72-16,-8 0 56 0,-4-7-60 0,-4-1-244 15,-13 2-768 1,-7-5-1232-16,-4-1-2593 0</inkml:trace>
  <inkml:trace contextRef="#ctx0" brushRef="#br1" timeOffset="-179803.459">14881 16487 9956 0,'0'0'1853'0,"0"0"-1057"0,0 0-360 16,0 0 364-16,0 0 328 0,0 0-60 0,52 74-300 15,-28-52-208-15,-1 0-188 0,5 0-112 16,4 3 24-16,0 2-124 0,0-2-100 15,-4-3-60-15,0 0-100 0,3 0-24 0,-3-3-320 16,0 3 196-16,0-3-224 0,-4 0-316 16,-4-6-296-16,0-3-356 0,-4-3-940 15,-4-5-1925-15</inkml:trace>
  <inkml:trace contextRef="#ctx0" brushRef="#br1" timeOffset="-179452.57">15407 16567 6520 0,'0'0'3128'0,"0"0"-1631"16,0 0-1097-16,0 0-16 0,0 0 528 0,12 70 308 15,-4-51-256-15,3 4-436 16,-2-2-352-16,7 2-176 0,-5-1 8 0,6 0-8 15,-1-3 12-15,3 3 40 0,1 4-40 0,-4-4 36 16,4 3 28-16,-8-2 36 16,4 2-48-16,-8 0-60 0,0 1 84 0,-5-1 28 0,-3 0 24 0,0 1-16 15,0-3 24-15,0-4 16 16,-3 0 24-16,-9-5 8 0,0 3-32 0,-8 2-16 16,-4-3-48-16,-4 3-52 0,-8-4-48 15,1 5 0-15,-5-8 12 0,-8 1-12 16,1-3-152-16,-2-3-284 0,1-5-188 15,1 1-16-15,2-3 72 16,6 0-112-16,11 0-244 0,12 0-800 16,0-9-2969-16</inkml:trace>
  <inkml:trace contextRef="#ctx0" brushRef="#br1" timeOffset="-178911.832">17383 17112 10152 0,'0'0'2969'0,"0"0"-953"0,0 0-948 32,0 0-264-32,0 0 76 0,0 0-28 0,0 0-260 0,-83-63-116 0,62 63-168 0,-7 7-100 15,0 2-64-15,-3 10-60 0,-1 7-68 16,-4 2 56-16,0 14 84 0,-3 2-20 16,2 13-88-16,1 4-44 0,8 2-4 15,0 4 4-15,13-3 36 0,3-5-40 16,8 0-60-16,4-9 0 0,12-6-40 31,4-6-8-31,8-6 12 0,0-7 84 0,12-9 12 16,-1-10 60-16,13-6-60 0,4-9-48 0,4-7-112 15,-4-6-96-15,0-7-148 0,-5 1-136 0,-7-2-136 16,-4 5-648-16,-16 3-696 0,-8 0-1080 16,-4 9-1181-16,-12-2-883 0</inkml:trace>
  <inkml:trace contextRef="#ctx0" brushRef="#br1" timeOffset="-178651.135">17212 17586 496 0,'0'0'7660'16,"0"0"-4727"-16,0 0-929 0,0 0-696 0,0 0-284 16,0 0-168-16,0 0-144 0,0 0-68 15,0 0-160-15,0 0-152 16,52 54-196-16,-20-57-136 0,0-7-320 0,-1 1-336 16,-3-4-240-16,-1 3-236 0,-6-2-204 15,-5 2-116-15,0 4 272 0,-9 3 564 0,-2 0 616 16,-5 3 204-16,0 0 708 0,0 3 36 15,-5 6-32-15,-2 7-204 16,-1 3-44-16,-5 3-92 0,2 4-44 0,3 2-108 16,-5 0-152-16,6 2-120 0,3-2-148 15,-4-3-4-15,4 4-8 0,4-4-8 16,0 5-96-16,0-8 28 0,0 0-492 0,4-3-532 16,4 0-332-16,0-10-1076 0,4 4-2865 0</inkml:trace>
  <inkml:trace contextRef="#ctx0" brushRef="#br1" timeOffset="-178211.715">18164 17491 10484 0,'0'0'2069'16,"0"0"-653"-16,0 0-668 0,0 0-144 0,0 0 140 0,79-26 132 0,-38 10-68 15,2 1-200-15,5-7-264 0,4 5-232 32,-4 2-64-32,-5 2-48 0,-2 0-4 0,-2 7-72 0,-7 0-44 0,0 6-204 15,-4 0-44-15,-8 3 56 16,0 6 52-16,-4 4 88 0,-4 3 172 0,-1 3 0 16,-6 3 72-16,-1 3 92 15,-4-2-16-15,4-1-92 0,0 1-52 16,-1-9-8-16,1 3-36 15,9-7-20-15,-2-4-128 0,6-3-520 0,-2-3 16 16,2 0 24-16,-6-9-112 0,5-1-620 0,-8 0-1401 16,0-2-2943-16</inkml:trace>
  <inkml:trace contextRef="#ctx0" brushRef="#br1" timeOffset="-177976.19">18435 17679 1800 0,'0'0'9369'16,"0"0"-6633"-16,0 0-1268 0,0 0-560 16,-60 66-148-16,60-57-112 0,4-2-104 15,12-4-64-15,8 0 232 0,4-3-88 16,8 0-124-16,8-6-12 0,-1-4-132 16,1-3-188-16,0 1-72 0,0 3-96 0,0-2-56 15,-4 6-64-15,-1-2-148 0,6 4-12 16,-2-1-100-16,-4 4-340 15,2 0-360-15,-5-3-616 0,-4 3-752 0,-8 0-2245 16,8 0-1279-16</inkml:trace>
  <inkml:trace contextRef="#ctx0" brushRef="#br1" timeOffset="-177032.301">20415 16973 4136 0,'0'0'3176'0,"0"0"-1544"0,0 0-736 0,0 0-96 0,16-73 397 16,-16 57-5-16,0 0-100 15,0 4-104-15,0-1-72 0,0 7-148 0,0-1-60 16,0 4-64-16,0 3-188 0,0 0-100 15,0 0-96-15,0 0-64 16,0 0-72-16,0 0-28 0,0 0-8 0,0 0-80 0,0 0-8 16,0 0-8-16,0 0 0 0,0 0-56 15,0 0 64-15,0 0 12 0,0 0 52 0,0 0-16 16,0 0-44-16,0 0 44 0,0 0 0 16,0 0 4-16,0 0-40 0,0 0 36 15,0 0-44-15,0 0 4 0,0 0-8 16,0 0-8-1,0 0-40-15,0 0 36 0,4 0-52 0,8 3 64 16,0 4 124-16,8 2 96 16,4-3-60-16,4 1-64 0,4-1-48 0,4-3-48 15,7 1-8-15,1-4-4 0,4 0-84 0,0 0 8 16,-1 0-68-16,1-7-76 16,-4 1-52-16,-4-4 52 0,-4 4-184 15,-12 0-152-15,-8 3 100 0,-5-1-28 0,-11 4 72 16,0 0 52-16,-11 4-40 0,-10 2-8 0,-6 10-248 15,-6 0-12-15,-6 5 300 0,-4 5 200 16,-6 0 132-16,2 2-4 16,-1 4 52-16,0 0 44 0,0-1 4 0,5 5 320 15,-5-2 228-15,8 1 136 0,-1 3-104 16,6 0-100-16,-1 4-92 0,8-4-104 0,0 3 4 0,9-3-4 16,2 1 140-16,6-5-44 15,7-9-108-15,4 0-64 0,8-8-84 0,7-1-48 16,9-3 12-16,4-1 84 0,8-2 144 15,0-1 12-15,8-3-156 0,-1-6-208 16,-2 0-12-16,2 0 0 0,1 0 0 0,0-6-72 31,0-3-24-31,0-1-296 0,-1-6-228 0,-3 4-216 16,1-4-248-16,-2-3-440 0,-7 3-920 16,-12 0-2305-16,8-3-2767 0</inkml:trace>
  <inkml:trace contextRef="#ctx0" brushRef="#br1" timeOffset="-176832.317">21113 17027 940 0,'0'0'10117'0,"0"0"-8117"0,0 0-1440 0,0 0-392 16,0 0 452 0,0 0 528-16,-80 48-204 0,52-23-320 0,-4 4-216 0,-8 6-132 15,0 0-44-15,-4 3 64 0,1 4-120 16,-5-4-140-1,8-4-36-15,0 1-88 0,13-9-120 16,-1-4-252-16,11-7-172 0,6-5-252 16,7-10-228-16,4 0-724 0,0 0-2565 0,4-10-2463 15</inkml:trace>
  <inkml:trace contextRef="#ctx0" brushRef="#br1" timeOffset="-176400.099">21503 16849 5488 0,'0'0'3276'16,"0"0"-731"-16,0 0-749 0,0 0-160 15,0 0-8-15,91 70-420 0,-67-63-380 16,4-4-384-16,4-3-248 0,0-3-196 0,8-11-48 0,-5 0-136 16,6-5-212-16,-5-4-248 15,-1 4-300-15,-7 0-248 0,-7 3-360 0,-2 3-324 16,-7 4-133-16,-4 5 65 0,-8 1-692 16,0 3-2172-16</inkml:trace>
  <inkml:trace contextRef="#ctx0" brushRef="#br1" timeOffset="-176199.309">21798 16862 4000 0,'0'0'4116'0,"0"0"-2108"0,0 0-603 0,-76 83-417 0,56-52-56 16,4 8 56-16,1-5-216 0,-2 8-280 15,6 2-116-15,-2-3-36 0,5 7-16 16,-3-4 28-16,2 0-68 0,1-2 236 0,4-4 36 16,4-9-184-16,4-3-140 0,9-8-132 15,6-2-28-15,1-3-72 0,8-3-112 0,4-8-108 16,4 2-148-16,0-4-16 15,-1-4-48-15,1-4-104 0,1-3-260 0,-5-1-352 0,3-4-344 16,-7 0-540-16,-5 3-785 16,5-9-2935-16</inkml:trace>
  <inkml:trace contextRef="#ctx0" brushRef="#br1" timeOffset="-176030.18">22193 17052 11581 0,'0'0'2540'0,"0"0"-1552"0,0 0-764 0,0 0 344 0,0 0 448 16,0 0 76 0,31 90-424-16,-19-62-188 15,-4 1-164-15,8-4-108 0,-4 0-208 0,8-6 0 0,-5-3-380 0,6-7-404 0,3-2-168 16,0-3-72-16,-1-4-220 16,5-4-568-16,-8-5-1317 0,12-7-2323 15</inkml:trace>
  <inkml:trace contextRef="#ctx0" brushRef="#br1" timeOffset="-175846.396">22586 17030 10136 0,'0'0'2777'0,"0"0"-1253"15,0 0-564-15,0 0-140 0,-95-6 168 0,63 22-272 0,-4 6-344 0,-3 7 0 0,-1 3-40 16,-4 6-28-16,4-4 28 0,1 1-88 31,2-3-60-31,9-3-184 0,1-8-12 16,7-2-512-16,7-8-376 0,5-5-112 0,8-6-32 15,0 0-216-15,4-10-896 0,5 1-2109 16,14-16-3131-16</inkml:trace>
  <inkml:trace contextRef="#ctx0" brushRef="#br1" timeOffset="-175498.761">22726 16805 9940 0,'0'0'2001'16,"0"0"-1121"-16,0 0-12 0,0 0 716 0,0 0-376 15,75-6-424-15,-62 9-376 16,-5 3-132-16,3 1 8 0,-2-1 12 0,-1 0 0 16,3 1-100-16,2 2-72 0,-2 4-76 15,1-4-40-15,4 1-8 16,1 2 0-16,-2-1 0 0,-3 3-4 0,0 0-84 16,-4 2 16-16,0 6 12 0,-8 0 44 0,0 7 16 0,0-1 12 15,-4 1 36-15,-4 3 0 0,-3-1 12 16,-2-2-16-16,1 2-44 0,-4-2-4 31,1-1-60-31,2-1-168 0,1-6-88 0,1-2 72 0,2 0 40 16,5-6 84-16,-3 0 12 0,3-7 24 15,0-3 16-15,4 0-116 0,-4 1-120 16,4-4-80-16,-5 0-12 16,5 0 32-16,-4 0 108 0,0-4 72 0,1-2 48 15,-5-3-136-15,4-1-292 0,-5-6-5637 0,2 4 6141 16,-5-11-7976-16</inkml:trace>
  <inkml:trace contextRef="#ctx0" brushRef="#br1" timeOffset="-175077.095">24152 16561 8220 0,'0'0'3101'15,"0"0"-949"-15,0 0-1020 0,0 0-312 16,0 0-92-16,0 0-64 0,-99 82-92 0,55-38-24 0,-4 4-32 0,-12 10-36 16,0 5-24-16,-11 7-64 15,-5 9-48-15,-11 3-124 0,-5 4 96 0,-8 6 12 16,1-3-36-16,-1 4-120 0,1-4-172 0,7-4-48 0,1-5-88 16,3-1-8-16,11-5 20 15,10-9-144-15,11-4 60 0,20-11-60 16,17-8-124-16,14-13-48 0,5-13-248 0,5-10-460 31,7-3-404-31,3-3-260 0,5-9-116 16,4-4 243-16,-8 3-527 0,12-16-1052 15</inkml:trace>
  <inkml:trace contextRef="#ctx0" brushRef="#br1" timeOffset="-174730.28">23487 17361 8052 0,'0'0'1672'0,"0"0"-924"0,0 0-39 0,0 0 447 0,0 0 260 0,0 79-212 16,0-44-312-16,0 2-60 0,-3 9-124 15,3 4 160-15,-5 1-152 0,5 0-348 0,-8 0-208 16,4-7-76-16,0-2-84 0,4-5 0 16,-4-4-284-16,4-8-392 15,0-6-152-15,4-7-28 0,4-2-36 0,5-10-224 16,6 0-688-16,5-16-1009 0,-4 0-1635 15</inkml:trace>
  <inkml:trace contextRef="#ctx0" brushRef="#br1" timeOffset="-174460.296">24180 17389 12177 0,'0'0'2116'0,"0"0"-1152"0,0 0-852 0,0 0 264 0,0 0 156 0,-92 19 140 16,57-3-372-16,-9 3-164 0,0 3-132 0,-3 0 132 31,2 3 76-31,2-1 0 0,2-2 8 16,6 0-108-16,7 0-112 0,0 0 0 0,8-3-76 16,4 3 16-16,8-3-12 0,1 3-40 0,7 1 100 15,7-1 12-15,10 0-12 16,2 0-40-16,13-3 40 0,4 1 0 0,4-5-52 0,7 1-60 15,5-2-160-15,4-2-336 0,-4-5-288 16,0-1-288-16,-4-4-568 0,-12 2-2325 0,16-4-3231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49:00.39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23734 3657 10756 0,'0'0'889'0,"0"0"-337"16,0 0-196-16,0 0 588 0,0 0-116 0,0 0 448 15,0 0-472-15,0 0-68 0,-72 0-412 16,64 13 444-16,-3-1-484 0,-2 8-4 0,-2 1-68 16,-2 8-92-16,2 3 4 0,-2 3 12 0,2-3-52 15,-1-4-84-15,8-2-76 0,0-3 68 16,0-9 8-16,4-3 4 0,4-5 52 16,0-2-56-16,0-2-48 0,0 1-88 0,0-3-120 15,0 0 20-15,0 0 28 16,0 0 24-16,0 0 8 0,4 0 16 0,-4 0-12 0,0 0 0 15,0 0 96-15,0 3-72 0,4 1-124 16,-4 5-92-16,0 8 304 16,0 5 48-16,0 9 12 0,0 7 124 0,-12 4 236 15,4 2-88-15,0 1-60 0,-4-4-52 16,8-3-36 0,0-6-72-16,0 0-52 0,4-7 56 0,0-3-56 15,0-3-12-15,0 0-64 0,4-6-8 16,0 0-92-16,4-4-268 15,0-3-328-15,-4 0-728 0,0-2-656 0,0-1-2285 16,-4-3-3019-16</inkml:trace>
  <inkml:trace contextRef="#ctx0" brushRef="#br0" timeOffset="955.964">24165 3942 588 0,'0'0'10240'15,"0"0"-8735"-15,0 0-801 0,0 0-144 0,0 0 544 16,0 0-48-16,0 0-124 0,0 0-296 0,0 0-168 16,-4 74-120-16,-1-39-16 15,-7 0-24-15,5 0-108 0,-6 0-28 0,5-3-160 16,1-1 148-16,3-2-120 0,4-10-36 15,0-2-4-15,0-6 8 0,0-4 76 16,4-4-8-16,0 1 8 0,-1-4-84 0,5 0-4 16,-4-4-4-1,9-3-4-15,-2-5-232 0,2-4 36 16,2-3-16-16,2-3-20 0,-2 3-152 16,-2-7 76-16,2 8-64 0,-3-2 136 0,0 4 48 0,0 3 76 15,-5 5 116-15,-2 4-44 0,-1 1-8 16,-4-1 52-16,0 4-20 0,0 0 28 0,0 4 164 15,0 3-28-15,0-2 124 16,-4 5-108-16,4 0-28 0,-5-4-116 16,5-4-8-16,0-2 0 0,0 0 44 15,9 0 4-15,3 0 140 0,8 0 8 16,4-8-48-16,-1 2-44 0,5-5-104 0,0 6-4 16,-4-2-72-16,-3 4-32 0,-2-1-40 15,-3 4 92 1,-4 7 56-16,-4 2 112 0,0 5 96 0,-4 0 52 15,-4 6-12-15,4 0-152 16,-4-1 40-16,0 3-72 0,0-3-56 16,0-4-8-16,0 5-48 0,0-8-24 0,0 1-28 15,4-4-60-15,-4 1-344 16,4-3-276-16,-4-4-316 16,4 0-744-16,-1-3-1300 0,2 0-1893 0</inkml:trace>
  <inkml:trace contextRef="#ctx0" brushRef="#br0" timeOffset="1103.775">24766 4302 10544 0,'0'0'1569'0,"0"0"-825"16,0 0 32-16,0 0 684 0,0 66-252 0,-8-50-72 15,0 1-384-15,0-2-404 16,4-2-252-16,-4-4-96 0,4 4-52 0,0-7-60 0,1 1-48 16,-2-1-384-16,1-3-376 0,0-3-408 15,0 0-660-15,4 0-961 0,0-9-2307 16</inkml:trace>
  <inkml:trace contextRef="#ctx0" brushRef="#br0" timeOffset="1272.776">24846 3994 11461 0,'0'0'1372'0,"0"0"-952"0,0 0-116 0,0 0 320 16,0 0-40-16,0 0-184 0,0 0-400 15,88 7-300-15,-65-14-892 0,5 1-252 16,-4 0-1833-16,8-5-5674 0</inkml:trace>
  <inkml:trace contextRef="#ctx0" brushRef="#br0" timeOffset="1689.814">25387 3775 11401 0,'0'0'1716'0,"0"0"-1320"0,0 0-320 0,0 0 304 15,0 0 256-15,0 0 120 0,0 0-380 16,0 0-336-16,76 54-40 0,-68-38-88 16,0-1-76-16,1 4 164 0,-9 4 36 15,0-1-32-15,-9 0 56 0,1 0-12 16,-7 1 104-16,-2-1-64 0,2 3 76 0,-2-3-88 15,-3 2 28-15,9-6-44 0,-1 1-52 16,3-6-8-16,2-1-12 0,7 1-88 16,0 3 20-16,0-3-20 0,7 2-12 15,2 5-12-15,3-1-4 16,-1 3-32-16,2 0 160 0,-2 1 248 0,2 2 28 16,-2-3 4-16,-3 4 44 0,5-5 16 0,-6 2-44 0,1-1-132 15,-4 0 8-15,0-3-112 16,5 1-44-16,-9-1-16 0,3-5 0 0,-3 5 0 15,0-2 0-15,-3-4-16 0,-10 3-56 16,1 0-140 0,-4-4 0-16,-3 1 0 15,2-4 64-15,2-2-240 0,-2-4-480 0,2-3-596 0,6 0-1052 16,5-10-2501-16</inkml:trace>
  <inkml:trace contextRef="#ctx0" brushRef="#br0" timeOffset="2128.037">26315 4171 10376 0,'0'0'1725'0,"0"0"-881"0,0 0-168 0,0 80-40 15,0-45 400-15,0 0 96 0,0 0-232 0,-3 0-332 16,-1-7-244-16,4-2-104 0,0-4-108 16,0-3-100-16,0-7-12 0,0 1-88 15,0-7-48-15,4-2-432 0,-4-4-376 0,8 0-348 16,-8 0-1040-16,4-10-2949 0</inkml:trace>
  <inkml:trace contextRef="#ctx0" brushRef="#br0" timeOffset="2274.231">26315 3963 11925 0,'0'0'1356'16,"0"0"-580"-16,0 0-444 0,0 0-180 0,0 0 100 15,84-17-252-15,-56 13-128 0,0 2-820 16,-4 2-1332-16,12 0-3221 0</inkml:trace>
  <inkml:trace contextRef="#ctx0" brushRef="#br0" timeOffset="2527.356">26889 4114 11897 0,'0'0'1420'16,"0"0"-808"-16,0 0-4 0,0 0 676 15,0 0-4-15,0 0-300 16,-71 68-452-16,63-59-356 0,4 1-84 0,0 2 96 0,4-2 0 16,4 5-48-16,4 1-64 0,8 3-60 15,0 3-8-15,3 0-4 0,2 1-48 16,-1-2 0-16,-1 6-40 0,-2-5 4 16,-2 0 8-16,-2-3 4 0,-6 0 12 0,-3 0 8 15,-4 1 44-15,0-5-128 0,-11 1-48 0,-10 0-196 16,-3-4-192-16,-4 2-24 0,-4-2-128 15,4-5-244-15,-3-5-372 0,4-2-704 16,2 0-1921-16,-6-9-3087 0</inkml:trace>
  <inkml:trace contextRef="#ctx0" brushRef="#br0" timeOffset="3392.4">27790 3988 3040 0,'0'0'8469'0,"0"0"-7061"16,0 0-668-16,0 0-296 0,0 0 124 0,0 0 240 16,0 0 164-16,0 66-252 0,-4-28-184 15,-4 4-128-15,0-5-124 0,5 2-64 16,3-11-168-16,0-2-52 0,0-4-4 0,7-10 4 0,5-1 0 16,8-6 84-16,0-5-8 0,7 0-76 0,1-12-144 31,0-1-152-31,0-6-236 0,0 0 12 0,-4-3 20 15,1 0 152-15,-6-3-96 0,-3-1-80 0,0-2-144 0,-4-2-68 16,0-1 100-16,-4 2 240 0,-5 1 396 0,2 9 80 16,-5 3 212-16,0 6 304 15,0 8 52 1,0 2-144-16,0 5-40 0,-8 11-12 0,0 10 164 16,-4 2 8-16,-4 7-52 15,0 1-116-15,0-5-196 0,8-3-260 0,1-5-100 0,2-7-124 16,5-7-36-16,5-2-344 0,2-1-304 15,9-6-188-15,4 0-396 0,-4 0-704 0,11-10-3017 16</inkml:trace>
  <inkml:trace contextRef="#ctx0" brushRef="#br0" timeOffset="3741.72">28316 3965 6564 0,'0'0'4112'16,"0"0"-2439"-16,-27 77-665 0,14-46 36 15,1 5 128-15,-4-3-16 0,4-4-284 16,9-4-624-16,-1-5-248 0,4-7-96 0,0 0-116 16,0-7-272-16,7 0-380 15,5-6 12-15,4 0-8 0,0-9-308 0,4-4-252 16,4-3 15 0,-4-4 21-16,-4 6 244 0,-1-6 296 15,-2 0 336 1,-5 6 508-16,-1-2 348 0,2 2 392 0,-1 2 104 15,0 3 204-15,-5 2-92 0,5 4-15 0,1 0 75 16,-5 3-60 0,3 3-56-16,-3 7 0 0,0 2 68 0,0 8-116 15,1-1-60-15,-5 6 84 0,0 0-200 0,0 0-160 0,0 1-152 0,0-4-32 16,0-3-188-16,0 0-140 0,0-3-4 0,0-4-108 16,0-1-52-16,0-5-292 0,7-4-292 15,1 2-192-15,9-4-216 0,-2 0-488 16,1-6-1252-16,12-7-2929 0</inkml:trace>
  <inkml:trace contextRef="#ctx0" brushRef="#br0" timeOffset="3901.262">28886 4184 12057 0,'0'0'1472'0,"0"0"-924"0,0 0 8 0,-17 67 576 15,6-48 100-15,-1 0-300 0,4-10-636 16,4 2-296-1,-4-6-124-15,4 2-212 0,4-4-372 0,-4-3-408 0,4 0-572 16,-4 0-1392-16,0-13-2717 16</inkml:trace>
  <inkml:trace contextRef="#ctx0" brushRef="#br0" timeOffset="4041.903">28869 3807 11177 0,'0'0'1784'0,"0"0"-768"16,0 0-256-16,0 0 212 0,0 0 8 0,0 0-136 15,0 0-444-15,0 0-400 0,88 31-16 0,-64-21-120 16,0-1-372-16,4 7-644 16,4-3-660-16,-8-4-2333 0,8 10-2603 0</inkml:trace>
  <inkml:trace contextRef="#ctx0" brushRef="#br0" timeOffset="4457.959">29308 4054 11145 0,'0'0'4004'0,"0"0"-2756"16,-108 80-352-16,69-46 528 0,-9 11-40 0,8-1-200 15,8-3-443-15,8-5-437 0,9-4-180 0,11-4-120 0,4-6-4 16,0-3-136-16,11-3 16 0,13-3 24 16,4-7-64-16,4-6-121 15,8 0-203-15,-1-13-100 0,6-6 56 0,-6-6 100 0,1 3-24 16,-4-8-64-16,-5 3-128 0,-3-2-72 15,0-6-108-15,-7 3-68 0,-1 1 360 16,-9 2 532 0,1 7 280-16,-8 8 612 0,1 6-328 0,-1 2-92 15,-4 6-136-15,0 0-124 16,0 6-16-16,-4 9 236 16,-9 11 124-16,2 9 132 0,-10 6-92 0,2 3-44 0,-9 7-140 15,4-1-72-15,0 5-108 0,0-8-51 16,4 4-105-16,0-6-76 0,9-1-8 0,-2-3-4 15,5 1-40-15,8-4 52 0,0-3 76 16,0-6-76-16,0-7-124 0,0-6-45 16,4-7-171-16,0 0-100 0,4-9-204 0,-3 0-16 15,2 0-104-15,5-9 136 0,0-7-460 16,4-6-768-16,-4 3-2096 16,12-26-2177-16</inkml:trace>
  <inkml:trace contextRef="#ctx0" brushRef="#br0" timeOffset="5064.645">29799 4117 6748 0,'0'0'6417'0,"0"0"-5161"0,0 0-408 0,-49 90 28 32,29-55 452-32,-3 0-56 0,3-3-412 0,3-5-456 15,6-4-356-15,3-4-48 0,4-3-60 16,4-7 52-16,0-5 0 0,8-1-260 15,3-3 96-15,14 0 0 0,-1-9-124 0,7-1-60 16,-3-6 12-16,4-3-4 0,-4-1 76 16,-5-2 60-16,2 0-8 0,-5-3 32 15,0 0 40-15,-4-1 148 0,-5 6 8 0,-2 6 192 16,-1 3 120-16,-8 8 264 0,0 3-128 16,0 0-88-1,0 7-132-15,-4 2 192 0,-4 10 124 0,-1 1-52 0,-2-1 132 16,3-1-144-16,-1-1-351 0,5-5-137 15,1-3-61-15,3 2 57 0,0-9-68 0,3 1-208 16,6 0-48 0,3 1-16-16,3-4-44 0,5 0-4 0,4 0-96 15,1 0-4-15,-2-7-332 16,5 4-192-16,0-3 52 0,0 3 148 16,4-4 488-16,-4 4-1168 0,3 3-628 0,1 0 951 15,-8 0 1173-15,4 0 256 0,-4 6 4 0,0-2-172 16,-4-1 261-16,4 1 627 0,-5-4-680 15,-2 0-116-15,-1-4-16 16,0-6-24-16,0 1 168 0,-1 0-68 0,-3-4 40 0,0 0 304 16,-4 0 236-16,0-2-264 0,-8 2-220 15,0-3-336-15,0 0 0 16,-4 0-12-16,-8 3 8 0,-4 6 4 0,-3 5 116 16,-1 2 88-16,-8 9 268 0,0 10 484 0,-4 1-116 15,0 8-28-15,-4 1-128 0,8-1-60 16,4-3-140-16,5 1-204 0,6-4-60 0,2-2-87 15,7-2-61-15,4-6-4 0,0 2-68 16,8-5-329-16,12 1-99 0,12 3 100 16,11-7 244-16,5 0-256 0,12-3-556 15,4 0-688-15,-21-3-1480 0,33 0-5489 0</inkml:trace>
  <inkml:trace contextRef="#ctx0" brushRef="#br0" timeOffset="5198.86">31300 4594 12673 0,'0'0'6612'0,"0"0"-5132"15,0 0-884-15,0 0-544 0,0 0-52 0,0 0-148 0,0 0-304 0,-68-73-744 16,61 63-800-16,-17-5-3172 0</inkml:trace>
  <inkml:trace contextRef="#ctx0" brushRef="#br0" timeOffset="195302.187">14742 2002 5488 0,'0'0'664'16,"0"0"184"-16,0 0 708 0,-92-2 268 15,56 4-443-15,4 5-13 0,-4 3-516 16,0 3 36-16,1 3 208 0,-1 6-308 16,0 6-276-16,-1 11-64 0,2 5-16 15,-1 7-12-15,4 9-100 0,0 6-100 16,1 4 4-16,10 4-4 0,2 1 36 0,6-1-24 15,10-1-12-15,3-6-48 0,3-1-88 16,14-6 4-16,7-2-40 0,8-5-48 16,3-2-12-16,5 0-36 0,8-4 36 15,0-1-124-15,4-5 40 16,4 0-40-16,7-6 124 0,5-4 0 0,-1-6-80 16,10-2 92-16,-2-7 4 0,1-6-4 0,-1-4-76 15,2-6 76-15,-2 0 24 0,-4-3-24 0,-2-7-60 16,-6-9-24-16,1-4-40 0,-4-4 112 15,-5-5-332-15,5-10 136 0,-4 1-12 16,4-6-40 0,-4-2 256-16,-4-1 0 0,-5-1 4 0,-3 1-48 15,-4-5-52-15,-4 1 100 0,-5-6-172 16,1 3 108-16,-4-3-232 0,-4-4 112 16,-4 3 12-16,-8 2 20 0,0-2-8 15,-12 4 48-15,0 1-12 0,-16 1-76 16,-8 1-100-16,-12 7 76 0,-12 3-16 15,-8 5-48-15,-15 7-28 0,-13 3-36 0,-8 10-188 16,-11 3-412-16,-4 7 32 0,-9 6 588 16,4 3 232-16,-4 10 84 15,2 5-176-15,2 4-216 0,-8 3-1269 0,0 4-71 16,29-7 1748-16,-57 10-2784 0</inkml:trace>
  <inkml:trace contextRef="#ctx0" brushRef="#br0" timeOffset="195875.529">14100 2594 6036 0,'0'0'4268'16,"0"0"-2531"-16,0 0-1145 0,0 0-120 16,0 0-280-16,-84-61 72 0,48 49 108 15,-7-1-144 1,-9 0-116-16,-8 4-104 0,-11-1-8 0,-5 1 4 16,-12-1 0-16,-4 1 0 0,-3-1 56 0,-9 0 180 0,0 1-136 15,-3 3-104-15,-1-4-76 16,1-2-152-16,4 2-520 0,2 0-352 15,6-3-388-15,7 1-529 0,24 3-1231 16</inkml:trace>
  <inkml:trace contextRef="#ctx0" brushRef="#br0" timeOffset="196099.577">12463 2124 4092 0,'0'0'2940'0,"0"0"-592"0,0 0-912 0,0 0-471 0,0 0-209 15,0 0-232-15,0 0-204 16,0 0-192-16,-80 41-80 0,40-15 184 0,-4 4 72 15,8 6 216-15,0 2 260 0,4 4-40 16,8-2-84-16,9 4-220 16,2-2-128-16,10 3-172 0,3-7-36 0,3 0-36 15,10-3-60-15,10-6-4 0,5-4 0 16,13-3-52-16,6-6 52 0,5-3-48 16,8 0-140-16,3-4-456 0,-3 1-424 0,4-1-620 15,-21 1-1460 1,21-1-2649-16</inkml:trace>
  <inkml:trace contextRef="#ctx0" brushRef="#br0" timeOffset="197159.09">9119 2105 1840 0,'0'0'5896'16,"0"0"-3748"-16,0 0-855 0,0 0-113 0,0 0-120 0,0 0-256 15,0 0-160-15,0 0-292 0,0 0-164 0,0 0-24 16,0 0 140-16,0 0-44 15,88-10 8-15,-76 10-144 0,0-3-12 16,0 3-12-16,-4 0-36 0,0 0-4 16,0 0 4-16,4 0-56 0,-4 0 44 15,8 0 60-15,0 0-28 0,-4-3-8 0,8-1 12 16,-5 1-40-16,-2 1 4 0,2-2-40 16,-7 1-8-16,1 0 36 15,-5 3-40-15,0-3-12 16,-1 3-76-16,-3 0 16 0,0 0-16 15,0 0-24-15,0 0-100 0,0 0 148 16,4 0 40-16,4 0-64 0,-4 6 88 0,8-3 88 16,0 1-76-16,1 1 32 0,-2 2-44 15,6-1-8-15,-6 4-156 0,1-1 4 16,-8 4-140-16,0 3 80 0,-4 7-180 16,-4 2 24-16,-8 2 72 0,-3 9 40 0,-10-1 60 15,1 3 64 1,0-3-48-16,0 0 188 0,-3 0 0 15,-1-3 112-15,4-1 28 0,-4 1-28 0,4-4 132 0,5-2 156 0,-2-3 44 16,5-2-44-16,0-4-144 0,9 1-96 0,-2-5-60 16,5 0 40-16,4 0-68 0,0-4-20 31,0 4 20-31,13-4 116 0,2 2 88 16,5-3-40-16,8-2-64 0,4 5-12 0,4-9-72 15,0 2-16-15,-1-2-60 0,1-2 52 16,1 0 8-16,-2-6-72 0,5-2-148 0,-4-6-284 15,-1-2-76-15,1 0-368 0,-4-6-508 16,1 0-792-16,-10 6-2249 16,1-13-2975-16</inkml:trace>
  <inkml:trace contextRef="#ctx0" brushRef="#br0" timeOffset="197322.832">9705 2289 2948 0,'0'0'5948'0,"0"0"-4072"0,0 0-883 0,0 0-277 16,-84 76 244-16,61-45 308 16,-5-1-384-16,-4 4-424 0,-3 4-408 0,-2 3-52 0,-3 4-124 15,1 3-28-15,-6-4-312 0,6-3 148 16,3-2-504-16,0-4-800 0,8-10-1533 16,-7 0-6302-16</inkml:trace>
  <inkml:trace contextRef="#ctx0" brushRef="#br0" timeOffset="197607.202">7944 2358 11685 0,'0'0'2364'16,"0"0"-848"-16,0 0-696 0,0 0 4 15,107 7 216-15,-51-7-216 16,4 4-356-16,4-4-248 0,-1 0-220 16,-3 0-8-16,0-6-116 0,-4-5-36 0,0 3-108 15,-9-3-544-15,-2-1-292 0,-2 2-700 16,-19 1-948-16,0 2-3157 0</inkml:trace>
  <inkml:trace contextRef="#ctx0" brushRef="#br0" timeOffset="197816.091">8395 2451 9368 0,'0'0'2861'16,"0"0"-909"-16,-5 95-676 0,5-53 328 0,0 5-192 0,0 7-352 15,0-4-316-15,0 2-108 0,0-5-332 0,5-9-304 16,-1-10-48-16,0-11-112 0,-1-5-228 0,9-5 8 0,-3-7 52 16,6 0-164-16,2-13-296 0,2-3-520 15,1-9-1064-15,-4 6-1729 0,4-16-739 16</inkml:trace>
  <inkml:trace contextRef="#ctx0" brushRef="#br0" timeOffset="197992.908">8558 2473 3268 0,'0'0'5828'16,"0"0"-3695"-16,0 0-813 0,0 0-4 0,0 66-28 0,4-30 0 15,-4 8-268-15,4 7-280 0,-1 3-368 0,1 3-164 0,5 3-108 0,-5 3 184 16,4-2-156 0,8-7-128-16,-1-3-160 15,6-10-612-15,7-3-544 0,4-5-492 0,-9-12-1204 16,21-5-2813-16</inkml:trace>
  <inkml:trace contextRef="#ctx0" brushRef="#br0" timeOffset="198416">9817 2724 7432 0,'0'0'3941'16,"0"0"-2237"-16,0 0-508 16,0 0-84-16,0 0-268 0,0 0-144 15,0 0 144-15,24 76-100 0,-16-35-132 0,0 10-132 16,-1 3-64-16,2 3-12 0,-1-3-124 16,-4 0-96-16,-1-2-148 0,-3-2 12 15,0-3-56 1,0-2 8-16,0-10-12 0,0-6-60 0,0-7-52 15,0-6-216-15,0-7-320 0,0-6-324 16,0-3-336-16,0 0-736 0,0-3-824 16,0-3-2061-16,-7-13-2099 0</inkml:trace>
  <inkml:trace contextRef="#ctx0" brushRef="#br0" timeOffset="198609.36">9857 2800 7340 0,'0'0'5153'15,"0"0"-4397"-15,0 0-564 0,0 0 304 16,0 0 440-16,0 0 108 0,0 0-364 0,0 0-304 16,0 0-280-16,0 0-96 0,76 3-60 15,-72 4-64 1,0 4-52-16,-4 3-60 0,0 2-120 0,-13 3-8 0,-2 3-64 16,-2 3-24-16,-6-2-92 15,3 0-104-15,-4-2 12 0,8-2-364 16,0-6-1189-16,4 3-1871 0</inkml:trace>
  <inkml:trace contextRef="#ctx0" brushRef="#br0" timeOffset="198846.631">10135 3169 10676 0,'0'0'1829'0,"0"0"-1013"0,0 0-140 0,0 0 208 15,0 0 96-15,0 0-272 0,21 72-296 0,-21-56-200 0,4 0-116 32,-4 0-92-32,0 0-4 0,0-4-12 0,0-2-36 0,0-3 48 15,0-1-8-15,0-2-168 16,0-4-308-16,-4 0-296 0,-5 0-164 16,5 0-20-16,-4-10-96 0,5-1-760 0,-5 2-1353 15,8-13-3239-15</inkml:trace>
  <inkml:trace contextRef="#ctx0" brushRef="#br0" timeOffset="198966.572">10156 2886 12525 0,'0'0'1784'0,"0"0"-1268"16,0 0-376-16,0 0 240 0,0 0-112 16,0 0-268-16,0 0-920 0,0 0-936 0,0 0-4145 0</inkml:trace>
  <inkml:trace contextRef="#ctx0" brushRef="#br0" timeOffset="199790.426">10395 3184 7776 0,'0'0'2012'0,"0"0"-916"0,0 0-283 0,0 0-21 16,0 0-188-16,0 0 20 0,0 0 8 15,0 0-100-15,0 0-140 0,23 86 24 0,-19-61-4 16,-4 3-96-16,0 1 84 16,0 1-40-16,0-5-124 0,0 0-48 0,-4-6-52 15,0 0-128-15,0 0-4 0,1-6-4 16,-5 2-8-16,4-5-68 0,-1 0-84 15,-3-5-188 1,5-1-124-16,-1-4-232 0,-4 0-100 16,-1-6-68-16,-2-11-720 0,7 3-1601 0,-4-16-2831 15</inkml:trace>
  <inkml:trace contextRef="#ctx0" brushRef="#br0" timeOffset="199895.468">10315 3013 8460 0,'0'0'2833'15,"0"0"-2141"-15,0 0-500 0,0 0 92 0,0 0-16 16,0 0-164-16,0 0-104 0,0 0-948 16,0 0-1273-16,0 0-2187 0</inkml:trace>
  <inkml:trace contextRef="#ctx0" brushRef="#br0" timeOffset="200362.627">10330 2396 5488 0,'0'0'2704'0,"0"0"-916"0,0 0-575 0,0 0 163 15,0 0-256-15,0 0-460 0,0 0-152 16,0 0-16-16,0 0 36 0,-58 83 176 16,49-48 168-16,5 7-192 0,-4-4-188 0,8-4-160 15,-4-2-108-15,4-6-140 0,0-10-76 16,4-4-8-16,4-9-84 0,0 1-76 0,8-4-88 16,0-10-196-16,4-6-196 15,4-3-244-15,-5-3-232 0,1 0-400 0,1-3-216 16,-2 2-213-16,-6 4 109 0,-2 0 56 15,-3 6 324 1,-3 7 948-16,-1 0 508 0,-1 6 808 16,-3 0 364-16,0 6 372 0,0 4 228 15,0 5-187-15,-3 4-445 0,-1 4-80 16,-1 2-112-16,1 1-44 0,4-4-260 0,-4 0-284 16,4-3-344-16,-4-3-16 0,4-7-140 15,0 2-424-15,4-6-416 0,4-5-184 16,4 0-380-16,-4 0-1405 0,9-12-3651 0</inkml:trace>
  <inkml:trace contextRef="#ctx0" brushRef="#br0" timeOffset="200510.225">10665 2682 8492 0,'0'0'2148'0,"0"0"-979"0,0 0 255 16,0 0 236-16,0 81-60 0,0-67-480 0,-4 0-512 15,4-2-456-15,0-5-152 0,-4-1-124 16,4-3-248-16,-3-3-308 0,-1 0-324 15,0 0-520-15,-5-3-1200 0,1-6-4109 0</inkml:trace>
  <inkml:trace contextRef="#ctx0" brushRef="#br0" timeOffset="200646.842">10626 2556 7884 0,'0'0'3161'0,"0"0"-1969"0,0 0-116 0,0 0 384 16,0 0-340-16,0 0-504 0,0 0-492 0,87 2-124 15,-66-2-1080-15,2-2-372 0,-3-5-1801 16,8 4-4947-16</inkml:trace>
  <inkml:trace contextRef="#ctx0" brushRef="#br0" timeOffset="200795.081">10996 2816 12237 0,'0'0'1840'16,"0"0"-1208"-16,-20 66 400 0,12-44 532 0,-3 1-104 0,3-4-576 15,-1-7-564-15,1-5-320 16,5-1-232-16,-1-6-320 0,4-2-300 16,-4-9-624-16,-1-3-1460 0,5-3-2481 0,-4-12-2591 0</inkml:trace>
  <inkml:trace contextRef="#ctx0" brushRef="#br0" timeOffset="200924.33">10996 2308 3252 0,'0'0'9629'16,"0"0"-7481"-16,0 0-924 16,0 0-28-16,0 0-1196 0,0 0-112 0,0 0-1568 15,0 0-2400-15,0 0-6929 0</inkml:trace>
  <inkml:trace contextRef="#ctx0" brushRef="#br1" timeOffset="107713.554">23280 1988 3860 0,'0'0'5872'16,"0"0"-5084"-16,0 0 1589 0,0 0-1373 16,0 0-116-16,0 0-260 0,0 0-172 0,0 0 148 15,-84-49-68-15,72 49-224 0,-4 0-200 0,1 7-64 16,-10 5-44-16,-3 4 108 0,-7 6 48 15,-10 10-12-15,-2 3 16 0,-9 4 20 0,0 5 12 16,-4 6-48-16,-3-1-148 0,3 1-52 16,-4 1 52-16,4-3-48 15,5-1-4-15,3 1 4 0,0-4 40 0,9 4-116 16,-2-1 48 0,6 1-44-16,7 0 56 0,0-1 60 15,4-2-120-15,4 2 24 0,5-6-12 16,6 1 28-16,5-4-4 0,8-3 12 15,0-3 28-15,8-4 48 0,5-2 172 0,10-4-172 16,1-3-28-16,12 0 24 0,4 4 4 16,4-8-12-16,8 5-124 0,4-2 88 15,4 1-16-15,3 0-36 0,5 4 28 16,-1-4 60-16,5-3-56 0,8 3 64 0,4-4-4 0,3-2-104 16,4-1 36-16,10-1 68 15,-2-5-4-15,13 0-76 16,3-2 12-16,4 2 28 0,5 0 44 0,7-3-80 15,9 4 84-15,4-1 0 0,7 0-112 16,0 1 112-16,0-4 84 16,1 0-80-16,3 3 68 0,0-3 16 15,-3-3 24-15,3 3-112 0,-3-3 0 0,3 0-8 16,-3-3-4-16,3-6-52 0,0-4-8 16,4 1 64-16,2-1-144 0,-2-6 140 15,4 0-100-15,0 0-156 0,1-4 168 16,-5-2 100-16,4 0 0 0,-7-1 8 15,-1-2 4-15,-4-1-12 0,-7-2-116 0,-9-5 40 16,-3-2-36-16,-8 0 12 0,-5-6 100 16,-11 0 100-16,-9-7-48 0,-7 3-44 0,-8-3 104 15,-13-3-24-15,-7 0 0 0,-8 0-12 16,-12-1-68-16,-12 3-8 0,-13-3-40 16,-6 4-140-16,-13-2 180 0,-9 1 88 15,-19 2 52-15,-11 2-28 0,-17 4-44 0,-16-1 68 16,-12 4-132-16,-15 3-4 0,-13 0 12 0,-12 3 112 15,-11 0 72-15,-5 7-196 0,-6-4-188 16,-6 0-24-16,-3 7 8 0,0-4 204 16,-6 7-8-16,-2 0-172 0,-11-1-44 0,-6 4-216 15,-7 4 400-15,-5-2 40 0,-3 8 152 16,-4 3-112 0,-4 6-40-16,-5 0-92 0,6 12 92 15,2 4 52-15,9 7-52 0,0-2-152 16,4 9 140-16,3 1-64 0,1 1 76 15,0 3 4-15,7-1 76 0,5 1-72 16,7 0 60-16,1 0-16 0,4 1-48 0,8 1-8 16,7 2-144-16,5-4-140 0,12 2-80 15,11 2-140-15,12-4 52 0,17-4-104 0,7 1-132 16,16-3-308-16,16-2 83 0,16-7-1259 16,9 6-3260-16</inkml:trace>
  <inkml:trace contextRef="#ctx0" brushRef="#br1" timeOffset="134988.325">29296 1930 692 0,'0'0'9668'15,"0"0"-8599"-15,0 0-617 16,0 0 136-16,0 0 688 0,0 0 4 0,0 0-264 0,84-54-396 16,-76 51-224-16,-1 0-8 15,-2 0 44-15,-1 3 36 0,0 0-72 0,-4 0-88 16,0 0-136-16,0 0-60 0,-4 3 48 15,0 3-4-15,-5 1 116 0,-2 5-4 16,-6 4-108-16,-10 6-64 0,-9 1-12 16,-4 5-84-1,-12 1-48-15,1 2-148 0,-5 1 0 0,-4 3-108 16,4-7-4-16,0 2-96 0,5-5-88 16,7-6 108-16,8-6 52 0,8-4 48 15,13-3-76-15,6-6-264 0,5 0-632 0,4-3-964 16,0-3-1865-16,9-17-191 0</inkml:trace>
  <inkml:trace contextRef="#ctx0" brushRef="#br1" timeOffset="135211.468">28719 2000 3968 0,'0'0'2684'16,"0"0"2405"-16,0 0-4241 0,0 0-568 16,-84 9 308-16,64 1 504 0,4 3-448 15,-4 6-292-15,0 3-232 0,0 3-116 16,0 10 4-16,0 1 8 15,1 2-16-15,-2 0-32 0,10-4 32 16,-2 1 52-16,13-5 24 0,0-9 84 0,17 2 560 16,7-4-60-16,11-5-252 15,9-3-236-15,12-2-168 0,11-5-4 0,10-4-312 16,6 0-420-16,4 0-324 0,-3-4-1808 0,-8 1-3057 0,-20 0 4921 31,3 0-1188-31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42:59.233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2024 1463 10000 0,'0'0'5149'0,"0"0"-3949"0,0 0-464 0,0 0-44 16,0 0 396-16,0 0 52 0,0 0-296 0,0 0-236 15,-32 4-195 1,36-8 11 0,11 2 72-16,6-2-156 0,10-2-88 0,18-4 52 0,9 1-28 0,15-4-80 0,11-4 8 15,6 5-24-15,7-7-80 0,6 0-100 0,4-3-96 0,5 0 96 16,8-7-8-16,7 1 4 0,9-2-200 15,-4 3 48-15,3 2 84 16,-8 0-148-16,-7 1 4 0,-5 9-220 0,-8-1-36 0,-10 3 232 16,-5 7 116-1,-9-1-224-15,-11 5-225 0,-8-2 401 0,-13 4 124 16,-11 0-744-16,-8 4-848 0,-13 1-356 0,-6 2-1068 16,-5-4-2205-16,-12 7-3059 0</inkml:trace>
  <inkml:trace contextRef="#ctx0" brushRef="#br0" timeOffset="350.263">2262 1752 4288 0,'0'0'11737'0,"-87"39"-9977"0,59-34-1040 0,0 1-464 16,0 1-96 0,8-3 344-16,9-1 232 0,3 0 104 0,8-3-292 0,0 2-256 15,11-2-59-15,10 5 335 0,14-5-264 0,16 0-64 16,18 0 40-16,14-5 32 0,9 0-156 16,8-2-156-16,3-6 4 0,9 1-4 15,3-3 100 1,12-8-28-16,9-3-72 0,8 1 0 0,-1-7-84 0,1 1 84 15,-5-1 80-15,-11 1-80 0,-13-1-136 16,-11 3 52-16,-12 4-24 16,-13-1-60-1,-12 4-244-15,-11 0-264 0,-11 5-429 0,-13-2-1267 0,-17 4-1744 16,-3 2-841-16,-16-9-3631 0</inkml:trace>
  <inkml:trace contextRef="#ctx0" brushRef="#br0" timeOffset="625.093">3992 577 5868 0,'0'0'7889'16,"0"0"-6957"-16,0 0-924 0,107 6 552 16,-67 1 736-16,4 5-56 0,-4 5-424 0,4 2-128 15,3 6-148-15,2 1-160 16,2 2-220-16,1 4-148 0,-4 0-12 15,-4 3-88-15,-9 3-92 0,-7 0-56 0,-11 7 28 16,-13 6-60 0,-4 2 36-16,-17 4-16 0,-11 10 4 0,-11 3 96 15,-10 0-112-15,-2 6-208 0,-9-3-216 0,1 3 12 16,-9 1 164-16,4-5 108 0,-4-5-140 0,0-11-576 0,5-4-748 16,-1-8-781-16,20-15-1279 0,-24 0-1340 0</inkml:trace>
  <inkml:trace contextRef="#ctx0" brushRef="#br0" timeOffset="1285.472">2271 2235 8836 0,'0'0'8637'0,"0"0"-7525"0,0 0-1064 0,0 0 16 0,0 0 268 16,0 0 392-16,0 0 412 0,88 10-127 16,-37-10-401-16,12-7-172 15,6 1-124-15,-2-5-44 0,-3-1-176 0,-4-1-92 16,-9-2-60-16,-3-1 0 0,-8 0-88 16,-4 0-248-16,-8 0-52 15,0 4-172 1,-12-1-209-16,-1 3-427 0,-6 4-972 0,-9 3-872 15,0 0-1445-15,-5 3-1487 0</inkml:trace>
  <inkml:trace contextRef="#ctx0" brushRef="#br0" timeOffset="1456.546">2844 2248 8624 0,'0'0'3049'16,"0"0"-1497"-16,0 0-676 0,-8 69-92 0,12-47 124 0,0 8 96 16,5-3-120-16,-2 5-180 0,5 0-212 15,-3 6-148-15,-2 3-124 0,-3 8-208 0,-4 1-12 16,0 4-84-16,0 0-176 0,-4 3-328 15,-3-9-104-15,-2-1-16 16,1-8-92-16,4-11 20 0,4-9-280 0,0-7-468 16,0-8-1029-16,0-4-2151 0,0-6-248 0</inkml:trace>
  <inkml:trace contextRef="#ctx0" brushRef="#br0" timeOffset="2319.384">3031 2051 11297 0,'0'0'1732'0,"0"0"-780"0,0 0-76 0,0 0 216 16,0 0 76-16,0 0-264 16,0 0 108-16,0 0-276 0,0 0-224 0,56 95-180 15,-32-53 20-15,0 5-12 0,4 7 0 16,-5 3-95-16,-2 4-149 16,-5 2-92-16,-4 0-4 0,-5 0-12 0,2-5-108 15,-5-8-13-15,-4-5-39 0,4-13 28 16,0-13 8-16,-4-6-20 0,4-7-124 15,-1-6-124-15,5-3 12 0,1-6 76 0,-1-7 96 16,3-4-52-16,2-5 52 0,-2-4-4 0,2 1-8 16,-2 2 20-16,-3 1-20 15,0 8 96-15,0 9 32 0,-4 2 104 16,0 6 384-16,4 0-40 16,0 9 100-16,0 1-16 0,0 2-24 0,0 1-60 15,-1 6-88 1,2-3-132-16,-1 0-112 0,-4-4-12 0,0 1-56 15,-1-3-160-15,2-3-276 0,-1-2-144 0,0-5-200 16,0 0-416-16,0-12-1516 0,0 2-1945 16,3-13-2559-16</inkml:trace>
  <inkml:trace contextRef="#ctx0" brushRef="#br0" timeOffset="2708.85">3681 2363 14529 0,'0'0'2188'15,"0"0"-1616"-15,0 0-212 0,20 65 680 16,-16-39 384-16,-1-1-436 0,2-2-308 0,-5-4-171 16,4-3-313-16,0-4-196 15,-4-3-24-15,4-4-304 0,4-5-209 16,-5 0 13-16,6 0 40 0,3-11 56 0,-5 3 60 16,6-3 48-16,-1 2 212 0,-5 2-16 15,2 1 0-15,-1 6 52 0,-4 0 72 0,3 3 300 16,-3 7 264-16,5-1-4 0,-1 7-244 15,-1 4-120-15,-3-8-60 0,0 3-64 16,0-1-72-16,1-8 0 0,2-1-96 16,-3-5 8-16,4 0-80 0,4 0 8 0,0-5 100 15,0-8-16-15,0 1-128 0,0-4-44 16,4-1 40-16,-4 3 40 0,4-3-4 0,-4 4 24 16,4 7 0-16,0 0 140 15,0-1 8-15,-1 7 4 0,2 0 108 0,-2 0 72 16,2 9-24-16,-2 1 20 0,1 3 16 15,4 4-36-15,-4 2-160 0,0-1-56 16,-4 1-4-16,0 2-764 0,-8 3-296 0,-1-2-792 16,-3-3-2100-1,-3 9-2453-15</inkml:trace>
  <inkml:trace contextRef="#ctx0" brushRef="#br0" timeOffset="3107.415">2338 3505 12149 0,'0'0'4192'0,"0"0"-3808"0,92 0-272 16,-49-7 188-16,13-2 616 0,4-4 12 15,4-3-476-15,3-3-96 0,14 1-100 16,2-9 76-16,9 6-52 0,11-8-84 0,13 4-28 15,4-1 64-15,3 4-48 16,1-3-16-16,-5 3-72 0,-4 3-96 16,-3 0-12-16,-12 2-36 0,-9 4-84 0,-7 1-160 0,-9 6-452 15,-7-4-284-15,-12 7-40 0,-4-3-360 16,-16 2-1000-16,-8 1-2641 0,-12 3-3755 16</inkml:trace>
  <inkml:trace contextRef="#ctx0" brushRef="#br0" timeOffset="4021.402">6956 1324 10528 0,'0'0'7189'0,"0"0"-5957"0,0 0-1032 0,0 0-152 15,0 0 196-15,0 0 76 0,0 0 84 0,100-19 144 16,-56 9-280-16,7 1-172 0,5-4-96 16,0 1-8-16,4 2 4 15,-4-3-92-15,-5 7 12 0,-3 0 24 16,-8 6-76-16,-5 0 0 0,-7 2-32 15,-3 8 32-15,-5 9-452 0,-5 3-172 16,6 7 752-16,-10 9 4 16,6 10 4-16,-6 9 4 0,1 16 0 0,-4 5 4 0,0 15 0 15,-4 3 92-15,0-2-16 16,-4-2 28-16,0-2 0 0,0-11-40 16,0-12 4-16,0-10-68 0,0-16-4 0,0-8 12 15,0-14-16-15,0-11-80 16,0-5 20-16,0-3-248 0,0-3-556 15,0-3-1024-15,-12-15-3805 0</inkml:trace>
  <inkml:trace contextRef="#ctx0" brushRef="#br0" timeOffset="4207.576">7063 1981 14841 0,'0'0'1872'0,"0"0"-1596"0,0 0 244 0,0 0 12 16,0 0 12-16,112 35-52 15,-68-32-60 1,4-3-212-16,0 0-220 0,-1 0-168 0,6-3-140 16,-10 0-468-16,-7 3-660 0,-8 0-1380 15,-8 15-2793-15</inkml:trace>
  <inkml:trace contextRef="#ctx0" brushRef="#br0" timeOffset="4359.262">7100 2495 13133 0,'0'0'1536'0,"0"0"-1308"0,0 0 176 0,0 0 224 16,0 0 76-16,0 0-156 0,0 0-12 16,103 38 216-16,-47-38 12 0,8 0-308 15,7-9-104-15,6-7-340 0,2-3-12 0,1-3-304 16,-5-4-776-16,-19 6-1080 0,19-5-4229 16</inkml:trace>
  <inkml:trace contextRef="#ctx0" brushRef="#br0" timeOffset="5059.924">9526 1730 6824 0,'0'0'768'16,"0"0"12"-16,0 0 3121 0,0 0-2305 16,0 0-92-16,0 0-184 0,0 0-216 15,-79-16-212-15,66 29-292 0,-2 9-84 0,-2 10-52 16,2 13 0-16,-2 2 132 0,6 4 49 16,3-1-317-16,-1-3-204 0,5-5-124 0,1-13-132 0,3-7 48 15,0-6 36-15,0-9-24 0,0-5-88 0,3-2-45 16,10-2-39-16,-5-8-72 0,12-6 180 15,-5-6-56-15,10-4-64 0,-6-2-28 16,1 0-116-16,0-2 44 0,-4 2 148 16,0 6 72-16,-4 3 72 0,-4 3 16 15,4 7 48 1,-8 6 4-16,0 3-4 0,0 0 4 0,0 3 264 16,8 9 220-16,-4 4-60 0,-1 3-84 0,6 7-100 15,-5-1-40-15,3 1-104 16,2-5-60-16,-2 2-40 0,6-7-184 0,-2-1 4 15,9-5-52-15,1-4-284 0,6-6-452 16,5 0-584-16,7 0-1308 0,-11-6-1153 16,13-6-5863-16</inkml:trace>
  <inkml:trace contextRef="#ctx0" brushRef="#br0" timeOffset="5739.205">10450 1098 9760 0,'0'0'1973'15,"0"0"-437"-15,0 0-12 16,28 90 128-16,-15-40-360 0,2 7-216 0,-2 10-280 16,-6 3-332-16,-3 6-96 0,-4 4-184 15,0 5-88-15,0 0 16 0,-8-2-100 16,5-10-12-16,-2-10-112 0,5-19 4 15,0-14-40-15,0-11 40 0,5-13-76 0,6-2 36 16,-3-4 64-16,4-4-16 16,4-5 88-16,4-4 0 0,-5-6-72 0,6 0-76 0,-1-1 76 15,-1 5-128-15,5-1-32 0,1 7-16 16,-1 5 4-16,-1 1 140 0,1 3 116 16,4 7 124-16,-4 6 12 0,0-1 132 15,-8 3-56-15,0-2-140 0,-8-1 76 16,-1 2 60-16,-7-1 0 15,0-4 72-15,0 1 40 0,-7-1 20 16,-6 0-48-16,-2-2 0 0,-5-1-172 16,-5 1-120-16,2-4-76 15,-1 0-80-15,0-3-16 0,0 0-60 0,5 0-132 16,-2-9-224-16,6-1-184 0,-2-6-88 16,6 0-244-16,7-3-828 0,-1 4-1924 0,10-4-1997 15</inkml:trace>
  <inkml:trace contextRef="#ctx0" brushRef="#br0" timeOffset="6094.104">11319 1838 9036 0,'0'0'4905'0,"0"0"-4157"0,0 0-32 0,0 0 1004 16,-100 64-480-16,68-36-296 31,4 5-120-31,0-2 52 0,9 1-108 0,3-1-187 0,4-6-133 16,4-5-276-16,3-5-172 15,5-5-172-15,0-4-104 0,0-6 56 0,5 0 52 0,3 0 84 16,4-3-173-16,8-10-35 0,-5-2-208 16,9-5-268-16,-7 1-88 0,2-3-28 15,-3 2 140-15,0 6 100 0,0-2 220 16,-4 2 188-16,0 8 48 0,-4 0 188 16,0 6 236-16,-4 0 252 0,1 0 144 15,2 9 220-15,-3 1-16 0,4 6-172 0,0 0-188 16,0 0-48-16,0 3 32 0,0-3-8 15,-1-1-39-15,2-2-233 16,-1-3-180-16,3-4-72 0,-2-6-108 0,6 0-261 16,2-3-275-16,6-10-296 0,5-6-488 0,-8 3-1352 0,16-12-3205 15</inkml:trace>
  <inkml:trace contextRef="#ctx0" brushRef="#br0" timeOffset="6261.934">11797 1657 13745 0,'0'0'2704'0,"0"0"-1748"16,0 0 12-16,0 0 688 0,0 0-716 16,0 0-296-16,-56 70-47 0,41-45-125 0,-2 0-180 15,6-2-124-15,-2-4-144 0,5 0-24 16,4-3-304-16,1 0 4 0,3-3-124 16,0-4-281-16,0 1-51 0,0-1-148 0,7-3-548 15,1-2-928-15,-3-4-2144 0,6 0-2865 16</inkml:trace>
  <inkml:trace contextRef="#ctx0" brushRef="#br0" timeOffset="7008.558">11797 1663 5700 0,'0'0'2680'0,"0"0"-1116"0,0 0-271 0,0 0-21 15,0 0-152-15,0 0-156 16,0 0 60-16,-8 74-232 0,4-46-80 0,-4 3-28 0,4 5-116 15,-8-5-4-15,5 1-72 0,-6 0-88 16,1-3-172-16,5-8-132 16,-2-2-92-16,1-6 100 0,4-3 4 0,4-3-112 15,0-1-96-15,0-3-112 0,8 0 40 0,9 0 20 16,2 0 64-16,1-3 32 16,8 4-8-1,-4-1 0-15,4 3-40 0,-5 0 52 16,1 1 48-16,-3-1 56 0,-6 3 20 15,2-2 92-15,-6 3 80 0,-3-1 20 0,1-3-48 16,-9 4-24-16,0 0-52 0,0-1-8 16,0 3-16-16,-4 1-8 15,-9 0-4-15,2-1-60 0,-2 1-48 0,-2-3-220 16,3-3-204-16,3-1-176 0,2-6-124 0,3 0-124 0,0 0-204 16,4-11-512-16,0-1-1272 0,0-1-1629 15,8-20-2707-15</inkml:trace>
  <inkml:trace contextRef="#ctx0" brushRef="#br0" timeOffset="7163.601">12279 1880 8324 0,'0'0'5465'0,"0"0"-4225"15,0 0-536-15,0 0 676 0,12 69-68 0,-16-47 52 16,-7 1-300-16,2-1-384 0,-3 0-339 31,1-6-169-31,2 0-172 0,1-4-164 16,1-2-541-16,-1-4-371 0,3-2-492 0,-3-1-2164 15,1-3-2905-15</inkml:trace>
  <inkml:trace contextRef="#ctx0" brushRef="#br0" timeOffset="7281.421">12199 1739 7188 0,'0'0'5665'0,"0"0"-4341"15,0 0-476-15,0 0 376 0,0 0-812 0,96-44-412 0,-64 34-492 16,0 1-932-16,-4 3-1160 0,11-4-2833 0</inkml:trace>
  <inkml:trace contextRef="#ctx0" brushRef="#br0" timeOffset="7529.175">12725 1708 4180 0,'0'0'10113'16,"0"0"-8709"0,0 0-864-16,0 0 808 15,-15 69 232-15,2-50-172 0,5 4-568 0,1-4-488 0,3 0-340 16,0-3-12-16,4 0-48 0,0 0-64 0,8-4 28 15,3 1 24-15,2 1 0 0,6-2-28 16,-2 1-8-16,-2-1 0 0,1 1-4 16,-4-5 16-16,4 6-12 0,-8-4 32 15,0 2 16-15,-4-2-36 0,0-1-28 16,-4 4-68-16,0-1 68 0,-4 4-144 0,-8 0 0 0,-4 3 132 16,-4 0-36-16,0-6-404 0,-4-1-40 15,1-1-212-15,-9-5-872 0,12-4-1444 16,-20 2-3661-16</inkml:trace>
  <inkml:trace contextRef="#ctx0" brushRef="#br0" timeOffset="8179.948">14802 1200 4000 0,'0'0'4856'16,"0"0"-2583"-16,0 0-1053 0,0 0-260 15,-5-73 120-15,1 63-336 0,-4 7-116 16,4 3 80-16,-7 0-72 0,-2 16-288 16,-2 9-336-16,-5 10 124 0,-5 13-12 15,1 9 148-15,1 3 220 0,3 1 52 16,-4-1-544-16,8-3-24 0,0-6 12 0,8-9-76 15,0-14-120-15,8-6-16 0,0-9 4 16,0-7-88-16,4-3 184 0,0-3 124 16,8 0-164-16,0 0-96 0,0 0-88 15,0 4 164-15,4 2 8 0,0 10 176 0,0 6 224 0,0 6 124 16,3 7 76-16,2 0-176 16,-6 4-40-16,1-1 100 0,0-1-184 15,0-1-124 1,0-2-112-16,4 1-24 0,-4-3-96 15,0-3-564-15,4-4-176 0,-4-3-728 0,0-9-1324 16,-1-1-3113-16</inkml:trace>
  <inkml:trace contextRef="#ctx0" brushRef="#br0" timeOffset="8911.915">15355 1381 5260 0,'0'0'976'16,"0"0"896"-16,0 0 2033 0,0 0-2321 0,0 0-176 0,0 0-340 31,4 86-204-31,4-42-20 0,-4 0-188 0,0 8-40 16,3-5-28-16,-2-6-232 15,3-6-192-15,0-7-164 0,4-9-112 16,0-5 28-16,3-9 24 0,2-5-64 0,3 0-48 15,3-8-12 1,1-11-220-16,0-4-152 0,0-9 100 0,-4 3-16 0,0-2-24 0,-5-2 72 16,-2 6 36-16,-1 2-28 15,-9 2 12-15,2 7 128 0,-5 3 276 0,0 4 216 16,0 6 172-16,0 3-112 0,-5 0-32 0,5 6 68 16,0 7-212-16,0 9-40 0,0 3 52 15,0 11-36-15,5 5 308 0,-1 6 76 16,4 4 0-16,0 3-68 0,-5 6-108 0,6 4 72 15,-9 3-60-15,4-1-176 0,-4-2-56 16,0-1 20 0,-4-6-24-16,-5-3-52 0,2-3-4 15,-5-6 72-15,0-4-16 0,0-10 12 0,-4-2 16 16,4-7-16-16,-4-6 16 16,0-2 44-16,5-9-44 0,-10-2-88 0,5-3-104 15,0-3-312-15,-4-9-120 0,1-4-140 16,-1-7-176-16,3-5-292 0,-2-7-652 15,11 10-2132-15,0-16-1305 0</inkml:trace>
  <inkml:trace contextRef="#ctx0" brushRef="#br0" timeOffset="9097.077">16136 2076 10784 0,'0'0'2705'15,"0"0"-1813"-15,4 70-224 0,-4-42 440 0,-4 5-420 16,0-2-300-16,0-2-328 0,4-4-60 16,0-3-284-1,0 1-392-15,0-4-228 0,4-4-524 0,0-5-1412 16,8 0-2697-16</inkml:trace>
  <inkml:trace contextRef="#ctx0" brushRef="#br0" timeOffset="9338.171">16973 1863 12733 0,'0'0'4872'16,"0"0"-4660"-16,0 0-212 0,0 0 0 16,0 0 0-16,95-12 0 0,-63 2-288 15,8-3-608-15,0-2-1180 0,-8 4-1168 16,15-3-2593-16</inkml:trace>
  <inkml:trace contextRef="#ctx0" brushRef="#br0" timeOffset="9502.118">17833 1777 13877 0,'0'0'2156'16,"0"0"-976"-16,0 0 600 0,0 0-188 15,84-6-740-15,-60-3-500 0,3-1-352 0,5-9-48 16,5 0-464-16,-1-3-464 0,7-3-456 0,-3 2-1392 16,-13 7-3249-16,14-3-3263 0</inkml:trace>
  <inkml:trace contextRef="#ctx0" brushRef="#br0" timeOffset="9629.714">18554 1621 12045 0,'0'0'2864'0,"0"0"-1920"0,0 0-364 15,0 0 196-15,0 0-416 0,96 14-152 16,-69-14-208-16,1-7-260 16,9-2-884-16,7 3-584 0,-13 0-680 0,25-7-245 0</inkml:trace>
  <inkml:trace contextRef="#ctx0" brushRef="#br0" timeOffset="10230.203">20000 1344 9320 0,'0'0'2001'16,"0"0"-397"-16,0 0-52 0,-35 69 96 15,27-25-36-15,0 7-268 0,-1 6-240 16,2-1-176-16,3 2-187 0,0-4-257 0,4-10-252 16,4-5-148-16,4-14-84 0,8-6-100 15,8-9-120-15,4-7-120 0,8-3 47 16,3-10 5-16,5-9-188 0,-4-6-144 0,0-3-348 16,-8-1-464-16,0-3-324 0,-12 0 80 15,-1 4 240-15,-6 2 144 16,-6 1 504-16,-3 2 183 0,-4 4 605 0,0 0 953 0,0 5 307 15,-4 0-48-15,4 8 128 16,-3 2-256-16,3 4-348 0,0 0-460 16,0 10-264-16,0 6-12 15,3 9 284-15,5 13 28 0,1 7 96 16,-5 9 0-16,3 3 80 0,-3 10 360 16,-4 3-468-16,0-1-188 0,0 1-56 15,-4-3-52 1,1-4-72-16,-5-6 88 0,-1-3-52 0,-2-6-40 0,-1-7 0 0,-1-2 52 0,-2-4-60 15,-1-7 0-15,-9-3 0 0,2-2 0 16,3-11-56-16,-8-1-152 0,4-9-120 16,0-2 96-16,1-2-136 0,2-12-48 0,6-2-52 15,-1-6-420-15,8-7-364 16,-5 7-1192-16,9-23-3461 0</inkml:trace>
  <inkml:trace contextRef="#ctx0" brushRef="#br0" timeOffset="10543.065">20602 2152 14545 0,'0'0'2188'0,"0"0"-1080"0,0 0-12 0,-16 76 8 16,8-56-540-16,4-5-236 0,-3-5-328 16,7-4-180-16,0 1-256 15,4-7 68-15,7 0 112 0,2-4 8 16,2-5 128-16,5-4-68 0,5-6-8 0,-6-1-72 15,5-1 168-15,-4-2 28 16,-1 4 56-16,-2 5-32 0,-2 0-12 0,2 5-76 16,-6 5 124-16,2 4 12 0,-5 4 456 15,3 8 36-15,-2 1 24 16,-1 6-200-16,-1 0-132 0,1 0-100 0,-3-1-16 0,3-1-68 0,-5-1-64 16,1-3 16-16,0-4-112 15,0-3-364-15,0-2-412 0,1-4-336 0,2-4-1076 16,-3-2-1853-16,8-16-3223 0</inkml:trace>
  <inkml:trace contextRef="#ctx0" brushRef="#br0" timeOffset="11902.918">22897 1644 9200 0,'0'0'2761'15,"0"0"-997"-15,0 0-360 0,0 0 144 16,0 0-344-16,-83 86-180 0,63-45-300 16,8 4-124-16,-1-4-28 0,6-3 16 0,3-6-103 15,4-10-277-15,4-6-172 0,7-7-36 16,10-6-112-16,3-3-81 15,8-8 9-15,3-9-228 0,-3-5-124 0,4-6 12 16,-8-4 84-16,0 3 96 16,-8 1 280-16,-5 3 64 0,-2-1 112 15,-9 3-52-15,0 1 28 0,-4 0 8 0,-4 3 40 16,-9 0 84-16,-2 6-24 16,2 4 36-16,-2 0-232 0,-1 4-4 0,4 5-228 15,0 0-160-15,4 5-332 0,0-3-916 0,8 8-1540 16,0-7-2393-16,0 10-1659 0</inkml:trace>
  <inkml:trace contextRef="#ctx0" brushRef="#br0" timeOffset="12016.474">23288 1774 11009 0,'0'0'2688'0,"0"0"-1068"0,95 17-24 0,-59-17-428 16,8-3-552 0,4-11-332-16,-4-2-284 0,8-5-100 0,-5-5-640 0,5-2-924 15,-16 2-2432-15,11-10-3825 16</inkml:trace>
  <inkml:trace contextRef="#ctx0" brushRef="#br0" timeOffset="12220.82">23634 1454 8292 0,'0'0'2408'0,"0"0"-891"0,0 0 143 16,-43 95 108-16,31-50-340 0,3 5-124 15,-2 11-320-15,-6 3-252 0,6 2-268 0,-9 4-156 16,4-1-152-16,-4 1-156 0,1-3-72 0,-2-4-320 15,1-5-264-15,5-4-8 16,2-13-60-16,5-3 4 0,-3-12-136 0,2-4-412 16,1-9-500-16,-3-7 136 0,3-6 424 31,-8 0-121-31,8-6-3159 0,-12-13-396 0</inkml:trace>
  <inkml:trace contextRef="#ctx0" brushRef="#br0" timeOffset="12952.043">24902 1346 9532 0,'0'0'2705'0,"0"0"-957"0,0 0-204 0,0 0-328 0,0 0-420 15,95-7-88-15,-47 1-104 0,8 3-136 16,3-7-200-16,9 4-60 0,0 0-96 0,-5 0-112 16,-3 2-72-16,-12 4-24 15,-8 4-88-15,-12 2 48 0,-8 6-60 0,-12 5 48 16,-8 1 24-16,-4 4-36 15,-12 3 28-15,-11 8 56 0,-10-1 40 16,-3 6 36-16,-3 3 8 16,-9 4 40-16,4 2 40 0,-7 4 60 0,2 4 144 15,1 1 80-15,1 1 104 0,7 0 96 16,8-6-120-16,8-3-72 0,8-10-92 16,16-9-115-16,4-4-41 0,13-6 76 15,15-6 132-15,11-4 396 0,8-6-420 0,13-3-112 16,13-10-96-16,-2-2-108 0,0-10-12 0,-2-1-192 15,-2-2-100-15,-11 3-128 0,-5-4-164 16,-6 5-61-16,-6-2-119 0,-7 2-384 16,-8-2-960-16,-8 7-2424 0,-7-9-2529 0</inkml:trace>
  <inkml:trace contextRef="#ctx0" brushRef="#br0" timeOffset="13138.839">25634 1438 836 0,'0'0'9828'0,"0"0"-8399"0,0 0-777 16,0 0 216-16,-63 73 452 0,39-35-216 0,0 9 12 16,-4 5-212-16,4 5-236 15,0-4-140-15,-4 5-60 0,0-4-104 16,-4-3-180-16,5-7-184 0,-1-2-184 16,8-8-388-16,4-5-228 0,4-7-140 15,8-9-504-15,4-7-1500 0,4-6-3621 0</inkml:trace>
  <inkml:trace contextRef="#ctx0" brushRef="#br0" timeOffset="13354.898">26145 1441 13253 0,'0'0'2580'16,"0"0"-928"-16,0 0 284 0,107 0-528 0,-63 0-400 0,3 0-487 0,2-6-337 16,-1-3-184-16,-1-4-144 0,-3 2-316 0,-4-1-329 0,-4 3-419 15,-12-3-836-15,-9 5-2816 16,-15 0-3505-16</inkml:trace>
  <inkml:trace contextRef="#ctx0" brushRef="#br0" timeOffset="13533.918">26264 1530 6368 0,'0'0'2676'16,"0"0"-183"-16,-28 89 11 0,21-51-232 0,-6 10-368 15,5-1-368-15,1 3-488 0,-6 2-256 16,5-8-219-16,4-3-185 0,1-3-124 0,3-8-68 0,0-5-76 16,3-6-48-16,13-3-72 0,0-7-188 0,8-3-368 15,4-6-16-15,4 0-61 0,4-9-207 16,4-4-236-16,-1-3-664 0,-11 0-1132 31,13-5-2569-31</inkml:trace>
  <inkml:trace contextRef="#ctx0" brushRef="#br0" timeOffset="13751.624">26970 1638 4832 0,'0'0'5832'0,"0"0"-3815"0,19 82 83 0,-3-46-28 16,5 2-164-16,2-6-424 0,-3-1-704 15,4-5-584-15,-1-4-152 0,5-6-44 0,4-4-132 16,-4-1-480-16,4-9-452 16,5-2-536-16,-18-2-2176 0,9-15-2197 0</inkml:trace>
  <inkml:trace contextRef="#ctx0" brushRef="#br0" timeOffset="13949.502">27172 1451 2796 0,'0'0'7308'0,"0"0"-5607"0,-79 60-457 16,47-25 356-16,-3 7 116 15,-6 5 12-15,5 3-340 0,-3 4-348 0,-2 1-320 16,2-5-332-16,-1 1-256 0,4-2-132 15,1-9-160-15,3-3-412 0,4-7-220 16,11-5-88-16,2-6-144 0,6-6-324 0,9-10-776 16,0 0-1901-16,0-6-2515 0</inkml:trace>
  <inkml:trace contextRef="#ctx0" brushRef="#br0" timeOffset="14304.043">27531 1371 13433 0,'0'0'2844'0,"0"0"-1612"15,0 0-328-15,0 0 192 0,88-34-536 0,-60 24-328 0,8-3-232 32,3 1-84-32,1-1-76 0,0 3-60 0,4 4-148 15,-9 3 0-15,-3 3 112 0,-4 6 8 16,-4 10 248-16,-3 3 172 0,-10 7 160 15,-3-1 48-15,-4 7 52 0,-4 2-152 16,0 5-72-16,-4 2 12 0,-4 6-12 0,0 0 84 0,1 8 12 16,-6 2 181-16,5-2-109 0,1 4-180 15,-2-2-136-15,1 2 36 0,4-7 12 16,1 0-12-16,-1-8 100 0,0-3-112 0,4-9-24 16,-9-1-12-16,5-6-40 0,-3-1-8 15,-5-6-4-15,-4-5-68 0,0 0-316 16,-4-7-252-16,0-3-101 15,-4 1 57-15,0-4-196 16,-7 0-532-16,-1-4-1092 0,4-2-1752 0,-24-7-1749 0</inkml:trace>
  <inkml:trace contextRef="#ctx0" brushRef="#br0" timeOffset="14939.541">26698 1584 3484 0,'0'0'3032'0,"0"0"-836"0,0 0-732 0,0 0-87 16,0 0-121-16,0 0-132 0,0 0-152 0,0 0-100 16,0 0 32-16,0 0-20 15,53-7-132-15,-50 7-84 0,1 0 68 16,0 4-76-16,4-1-100 0,1 4-72 0,-2-4-51 16,5 5-109-16,4 3-148 0,-4 2-44 15,4 2-124-15,0 4-12 0,4 0-4 16,-1 4-56-16,5-5-52 0,-3 6-44 15,-2-6-233-15,5 1-303 0,-4-4-408 0,1 2-520 0,-6-4-2516 16,-3-1-3501-16</inkml:trace>
  <inkml:trace contextRef="#ctx0" brushRef="#br0" timeOffset="20726.236">21244 1117 5640 0,'0'0'8153'0,"0"0"-6509"0,0 0-624 15,0 0-148-15,0 0 20 0,0 0 4 16,0 0-148-16,0 0-100 0,0 0-268 0,0 0-212 31,56-63-44-31,-41 53-52 0,6 1-72 0,-2 2-4 16,1 4 0-16,1-1-68 0,-2 2-52 16,-3 2 40-16,0 0 72 0,4 0-48 15,-9 0 0-15,6 0 48 0,-6 0-64 16,2 0 64-16,-5 0-84 0,-1 0-4 15,-3 2-156-15,0 5 48 0,1 6 124 0,-5 7 84 16,0 5 108-16,0 3-32 0,0 7-28 0,-9 4 0 16,2-1-44-16,-5-1 0 0,-1 5-4 15,2-8 0-15,-1 1 0 16,0-2 8-16,4-8 0 0,-3-3-8 0,6-3-56 0,-3-6-92 16,4-1-120-16,0-5-48 15,4-4-56-15,0 0-132 0,0-3-136 0,4-3 8 16,4-3 164-1,1-7 468-15,2 0 0 0,4-2-48 16,-2-2 0-16,-5 5 44 0,-1-1 4 16,-3 7 76-16,-4 2-76 0,5 4-48 15,-5 0-112-15,0 0-16 0,0 7-12 16,0 3 112-16,0-1 60 0,0 4-160 0,0 2 88 16,0 1 76-16,0 3-36 0,0 3 48 15,-5-3 168-15,1 7 252 0,1 0-48 0,-1 2-8 16,0 4-44-16,-4 2 4 0,8 5-64 0,-4-1-12 15,-1 2 20-15,5 2-132 16,0-1-124-16,0 1 80 0,0 0-92 0,9-4-60 16,-5-4 12-16,4 1 48 0,-1-3 76 15,2-1 56-15,-1 1-44 0,0-3-4 16,-1-1 28-16,2 1 48 0,-5 0-12 0,0-1-40 31,0-3-100-31,-1 5-8 0,-3-5-4 0,4-3 0 16,-4-3-8-16,0 0 12 0,0-6 4 15,-4 2 72-15,1-5 44 0,-5 0 16 0,-1-1 24 16,-2-3-28-16,-1-2-28 16,-4-1-104-16,0-3-148 0,-4 0-256 0,0-3-160 15,-3-4-272-15,-5-3-252 0,-8 1-464 16,12 0-1464-16,-25-10-3045 0</inkml:trace>
  <inkml:trace contextRef="#ctx0" brushRef="#br0" timeOffset="21927.558">15399 3682 1264 0,'0'0'8200'15,"0"0"-4271"-15,0 0-1905 0,0 0-128 16,0 0-84-16,0 0-560 0,0 0-596 0,-88-37-168 16,76 37-15-16,0 0-97 0,4 0-192 15,4 0-136-15,-7 6-36 0,2 7 0 16,-2 9 72-16,-1 6 48 0,-1 10 52 0,2 4 68 16,-2 6 256-16,2-4-108 0,-1 0-196 0,3-6-132 31,2-10 96-31,3-8-168 0,4-7-36 15,0-7-108-15,8-3-12 0,4-3 84 16,7 0 24-16,6-6-108 0,3-13-88 16,3-6-44-16,1-7-52 0,0-7-108 0,0 1-60 15,-4-3-65-15,0-3 65 0,0 2 68 16,-4-5-24-16,-1-1-24 0,-3-2-64 0,-3-1-28 16,-6 0 224-16,-3 3 8 0,-4 4 40 15,-4 0 232-15,0 9 76 0,0 3 188 0,-4 6-28 16,0 7 24-16,0 10 88 0,0 2 60 15,4 4 64-15,0 3 32 16,-3 0-72-16,3 0-184 0,0 3-172 0,-4 4 60 0,4 9 124 16,-5 6 84-16,5 3 24 0,-4 8 16 15,4-2-80-15,0 10-32 0,0 0-148 16,0 4-36-16,0 2-12 0,0 4 0 16,0 0-8-16,-8 3-64 15,1 4 64-15,-1-5-64 0,-1-2 8 16,5-1-32-16,-3-4-124 0,3-6-328 15,0-5-208-15,4-3-228 0,0-10-1220 16,4-5-2624-16,7-9-2421 0</inkml:trace>
  <inkml:trace contextRef="#ctx0" brushRef="#br0" timeOffset="22099.942">15721 3982 1812 0,'0'0'9537'16,"0"0"-8013"-16,0 0-428 0,0 0-8 0,0 0 84 15,28 66-208-15,-15-44-112 0,-9 0-308 16,3 0-384-16,1-2-160 0,1-1-4 16,-6-1-56-16,1-1-200 0,0-4-220 15,0-4-576-15,0 0-324 0,0-2-888 0,1-7-3449 16</inkml:trace>
  <inkml:trace contextRef="#ctx0" brushRef="#br0" timeOffset="22676.631">16439 3775 4000 0,'0'0'1004'0,"0"0"5305"0,0 0-5013 0,0 0-288 15,0 0-132-15,0 0-208 0,0 0-400 16,0 0-268-16,0 0-948 0,99 21-452 0,-78-26-1801 15,10-9-5099-15</inkml:trace>
  <inkml:trace contextRef="#ctx0" brushRef="#br0" timeOffset="22931.003">17328 3759 5488 0,'0'0'5929'0,"0"0"-4685"0,0 0-260 0,0 0 988 0,0 0-468 16,0 0-564-16,83-3-196 15,-63-1-144-15,8 1-268 0,4 0-332 16,0-3-88-1,3 0-428-15,5-5-652 16,0 2-768-16,-8 4-2228 0,8-12-4097 0</inkml:trace>
  <inkml:trace contextRef="#ctx0" brushRef="#br0" timeOffset="25482.294">6354 5051 3556 0,'0'0'2096'0,"0"0"3821"0,0 0-3821 0,0 0-780 15,0 0 96-15,0 0-180 0,0 0-192 0,0 0-316 16,0 0-148-16,0 0-88 0,0 0-172 16,0 0-96-16,0 0 0 0,-99 52 12 15,67-27-88-15,0 3-20 0,-4 4-76 16,5-4-36-16,3 1-12 0,0-10-8 15,7 1-80-15,10-8 16 0,3-5 0 0,8-5-88 16,0 2 76-16,12-2-60 16,12 8 144-16,4-3 24 15,7 1 48-15,5 3-72 0,0 1 0 16,0-3-4-16,-4 1-156 0,-4 3 76 16,-4-1-60-16,-4 1 136 0,-5 3-80 0,-3-3 80 15,-4 3 0-15,-3 0 8 16,-5-1 80-16,-4 2 56 0,0 2 72 0,-9-4-52 0,-3 1-56 15,1 0 8-15,-10 0-108 0,5-4-100 16,-3-2-72-16,2-3 52 0,2-1-88 16,-2-3-84-16,6-3-64 0,-2 0-180 0,2-6-276 15,-1-7-272-15,3-3-172 0,2-3-708 16,3 0-2185-16,4-13-1911 0</inkml:trace>
  <inkml:trace contextRef="#ctx0" brushRef="#br0" timeOffset="25822.514">6717 5235 2904 0,'0'0'7732'0,"0"0"-5791"15,0 0-489-15,8 79 176 0,-8-50-12 16,0 3-280-16,0-4-476 16,0-2-368-16,3-4-224 0,-3-6-216 15,5-6-52-15,3-3-96 0,0-5 84 16,4-2-136-16,4 0 52 0,0-9-112 0,3-7-196 15,2-3-188-15,-1-3-124 0,-1-4 60 16,-2 0-68-16,-2 1 284 0,2 3 64 0,-2-3 188 16,-2 2 188-16,-2 4 124 15,-3 0-48-15,-4 7 224 0,1 2 192 16,-5 4 32-16,0 2 24 0,0 4-116 0,0 0 48 0,0 7-208 0,3 6-148 16,1 6 168-16,4 3 76 0,0 3-48 15,0 3 84-15,4-2-40 0,-4 3-96 16,4-4-180-1,0-2-88-15,-1-5-284 0,2 1 4 0,2-3-208 16,2-3-392-16,-2-1-280 0,2 1-988 16,-6-9-2692-16,6-4-4409 0</inkml:trace>
  <inkml:trace contextRef="#ctx0" brushRef="#br0" timeOffset="26059.811">7462 5235 9912 0,'0'0'4869'0,"0"0"-3861"0,0 0-368 16,0 0 372-16,0 0-60 15,0 0-388-15,0 0-340 0,-79 16-176 0,66 0-36 16,2 6 76-16,-1 10 132 0,-1 0 36 0,2 0-36 16,3-1 36-16,3-5-96 0,1-4-160 0,4-7-40 15,0-2 32-15,0-7-104 16,4-6-120-16,9 0-148 0,-2 0 212 0,10-6-80 15,3-9-292-15,3-11-312 0,1-5-504 16,4-4-900-16,-8 6-2141 0,11-16-2491 16</inkml:trace>
  <inkml:trace contextRef="#ctx0" brushRef="#br0" timeOffset="26409.099">7785 4572 4744 0,'0'0'2236'16,"0"0"3013"-16,0 0-3653 0,0 0-140 15,0 0 176-15,19 98-304 16,-10-54-220-16,-5 3-204 0,0 8-112 0,0 2-72 16,-4 4-43-16,0 2-105 0,0 4-200 15,-4-3-236-15,-4-4-88 0,-1-3-48 0,2-4-172 0,-1-8 28 16,0-10 0-16,4-10 36 16,4-8-12-1,0-8-268-15,0-6-293 0,8-3 145 0,4-3 268 0,0-10-12 0,4-2-48 16,0-5-148-16,3-5-16 15,-2 3 76-15,2-1 168 0,-6 10 52 16,2 1 172-16,-2 10 24 16,-6 2 444-16,5 0 280 0,-3 8-176 0,2 5-240 15,-3 6-164-15,4 0-20 16,-4 4 8-16,-4-1-72 0,4 0-52 0,0-3 0 16,0 3-4-16,4-6 48 0,0 1-52 0,0-9-156 15,-1-2-64-15,6-1-208 16,-2-5-352-16,5 0-68 0,-3 0 8 0,-2-5-3652 15,6-1-4625-15</inkml:trace>
  <inkml:trace contextRef="#ctx0" brushRef="#br0" timeOffset="26789.868">8964 5361 468 0,'0'0'11237'0,"0"0"-9077"0,0 0-1072 0,0 0 448 15,0 0 216-15,88 36-192 0,-52-30-364 16,8 1-416-16,-1-7-283 0,10-3-253 0,2-16-136 16,4-3-108-16,1-8-108 15,0-3-364-15,-4-6-321 0,-4-2-303 0,-5-1-216 16,-6 8-1044-16,-14 4-2772 0,-11-1-4405 15</inkml:trace>
  <inkml:trace contextRef="#ctx0" brushRef="#br0" timeOffset="26982.396">9394 4896 5916 0,'0'0'884'0,"0"0"4265"0,-15 72-3921 16,15-30 68-16,-5 5 532 0,5 10 0 0,0 1-304 15,0 2-376-15,0 4-440 0,0-4-307 16,0-3-133-16,5-6-220 0,-5-6-48 16,4-11-256-16,0-9-241 0,0-8 109 0,7-8 104 15,6-9-20-15,2 0-160 16,5-16-320-16,4-6-496 0,0-6-904 16,-4 5-2316-16,4-15-2209 0</inkml:trace>
  <inkml:trace contextRef="#ctx0" brushRef="#br0" timeOffset="27371.073">9733 4642 8688 0,'0'0'5413'15,"0"0"-4413"-15,0 0-172 0,0 0-148 0,0 0 328 16,0 0-132-16,0 0 332 16,0 0-328-16,28 98-320 0,-24-44-172 0,0 6 173 0,0 10 347 15,-4 0-328-15,0 3-268 0,-4 0-128 16,-4 0-88-16,-3-2-96 0,2-8-12 15,-3-7-84-15,5-11 8 0,-2-14 16 16,9-7 0-16,0-16-24 0,5-2-84 16,6-6-100-16,10-2 16 0,-2-10-136 15,5-5 108-15,4-5 0 0,-4 0-9 0,-5 0-27 0,-2 3 72 16,-2 3 36-16,-6 3 24 16,-1 7 52-16,-8 6-28 0,3 0 172 0,1 2 364 15,0 11 172-15,0 3-160 0,1 0-131 16,-1 3-25-16,3 0-16 0,-3 0 16 15,4-3 8-15,-4 1 4 0,5-5-100 0,-6-3-60 16,5 1-72 0,-4-8-8-16,4 2-100 0,4-4-48 15,-4 0-100-15,8 0-300 16,-4-6-237-16,8-4-191 16,0 1-1016-16,4-3-2296 0,-4 1-1213 15,8-8-1951-15</inkml:trace>
  <inkml:trace contextRef="#ctx0" brushRef="#br0" timeOffset="27699.255">10358 5324 9020 0,'0'0'6141'16,"0"0"-4469"-16,0 0-852 0,0 0 84 0,0 0 408 16,0 0-164-16,0 0-87 0,-28 79-237 15,21-62-404-15,3-8-224 0,0 0-64 16,4-2 24-16,0-4-108 0,0 0 12 16,0-3-60-16,0 0-144 0,0 0-48 0,0 0 60 15,0 0 20 1,4-3-8-16,0 0-12 0,0 0 60 15,-1-1 64-15,2 4-88 0,-1 0 8 16,-4 0 4-16,0 0 36 0,4 0 48 16,0 7 220-16,-4-1-28 0,4 0-36 15,-1 4-48-15,-3 0-20 0,8-1-4 0,-8-3-72 16,5 5 72-16,-1-5-76 0,0 0-8 16,0-4-4-16,-4 5 0 0,3-7 0 0,-3 4 4 0,4-4-4 15,0 0-8-15,1 0 0 0,-1 0-60 16,0 0 24-16,3 0-172 15,1-4-276-15,1 1-168 0,-1-1-41 0,3 2 9 16,-3-4-184-16,8 2-656 0,-4 2-1384 16,4-3-1440-16,-8 3 2963 0,-124 34-8207 0</inkml:trace>
  <inkml:trace contextRef="#ctx0" brushRef="#br0" timeOffset="28354.64">10375 5286 9804 0,'0'0'1857'0,"0"0"-1049"0,0 0-16 0,0 0 224 15,0 0 8-15,0 0-104 0,0 0-156 0,0 0-196 16,0 0-144-16,0 0 32 0,0 0 0 16,-36-13-332-16,24 26-28 0,-4 6 176 15,4 7 144-15,0 4 232 0,-3 6 36 16,2-1-152-16,5 3-79 0,1-5-77 16,2-5-124-16,5-6-92 0,0-9-64 0,0-1-96 15,8-9-4-15,0 1-44 0,4-4 0 16,8-4-88-16,4-9-128 0,0-5-28 0,3-4-73 15,-3-3-147-15,0-1 28 16,-3 0 68-16,-2 1 124 0,1 0 72 16,-8 2 36-16,4 4 120 0,-8 3 64 0,-4 1 160 15,0-2-36 1,-4 4 120-16,0 1-60 0,0 3-40 16,0-1 88-16,-4 7-24 0,0 0 84 0,0 3-84 0,4 0-124 0,-4 6-36 15,-3 6-48-15,3 7 0 0,-5 7 0 16,1 3 341-16,4 3 47 0,1-1-132 15,-1 1-112-15,4-3-72 0,0-3-60 16,4-5 44-16,3-5-56 0,1-3-120 16,5-5-120-16,-2-3-40 0,6-3-229 15,6-2-235-15,1-9-172 16,0-3-456-16,-5-1-1544 0,5-10-3481 0</inkml:trace>
  <inkml:trace contextRef="#ctx0" brushRef="#br0" timeOffset="28606.919">10901 4851 2584 0,'0'0'10417'16,"0"0"-9069"-16,0 0-816 0,0 0 512 16,11 83 308-16,-7-49-16 0,1 8-292 15,3-1-212-15,-1 4-184 16,1-1-92-16,-3 4-79 0,3-1-149 0,-5 2-160 15,1-5-160-15,-4-4 40 0,0 2-48 16,4-1-108-16,-4-6-36 16,4 0-40-16,0-3-120 0,1-10-97 0,2-3 13 0,-3-6-76 15,0-7-132-15,4-3-200 16,-4-3-300-16,1-3-744 0,-2-7-492 0,1 1-1665 16,-4-10-2147-16</inkml:trace>
  <inkml:trace contextRef="#ctx0" brushRef="#br0" timeOffset="28807.518">10689 5289 12089 0,'0'0'1748'15,"0"0"-872"-15,0 0-220 0,0 0 564 0,0 0-288 16,0 0-388-16,0 0 40 0,0 0 300 16,80 28-152-16,-36-24-208 0,8-4-204 15,-1 0-236-15,1-4-84 0,0-2-8 16,-8 0-116-16,0-1-156 0,-4 1-292 15,-1 3-188-15,-3 0-236 0,4 3 292 16,-4 0-476-16,-8 0-3664 0,16 6-3909 0</inkml:trace>
  <inkml:trace contextRef="#ctx0" brushRef="#br0" timeOffset="34046.266">14036 5303 3848 0,'0'0'6684'16,"0"0"-5743"-16,0 0-81 0,0 0-56 0,0 0-28 15,0 0-216-15,-80 8-220 0,65 5-48 0,-5 6 72 16,-1 4-24-16,6 2 64 0,-5 7 60 16,8 2-52-16,0 1 8 15,4 4-108-15,4-4-116 0,4-3-48 16,0-4-144-16,8-3-4 0,0-6 0 15,4-3-24-15,0-6 24 16,0-1 0-16,4-5 88 0,4-4-4 0,0 0 4 16,3-6-36-16,1-8-52 0,0-2-232 15,4-6-164-15,-3-3-76 0,-2-1 112 16,-3-6-64-16,0 0 124 0,-8 1-92 16,4-4-36-16,-4-3 100 0,-1-3-152 0,-2-3-64 15,-1-5-308-15,0-4-544 16,-5-4 407-16,1-3-163 0,-4-1-504 0,4 1-296 0,-4 14-900 15,0-12-252-15</inkml:trace>
  <inkml:trace contextRef="#ctx0" brushRef="#br0" timeOffset="34276.896">14184 4684 3252 0,'0'0'1940'0,"0"0"-12"15,0 0-112 1,0 0-740-16,0 0-640 0,0 0-436 0,0 0-64 16,0 0-192-16,0 0 140 0,0 0 116 15,-5-11 760-15,5 24 769 0,0 3-493 16,0 10-68-16,0-1 68 0,0 3-272 15,0 7-12-15,0 6-40 0,0 7-20 16,0 6-64-16,0 3-212 0,-4 11-192 16,1-2-164-16,-9 7-48 0,4 0-8 0,-4-1 80 15,0-8-84-15,3-4-160 0,6-9 12 16,-1-6 60-16,0-10 40 0,4-4-76 0,0-1-20 0,0-9 20 16,4-2-136-16,0-7-468 15,-1-1-316-15,2-5-84 0,3-3-628 16,0-3-804-16,4-3-2745 0</inkml:trace>
  <inkml:trace contextRef="#ctx0" brushRef="#br0" timeOffset="34477.258">14403 5521 4700 0,'0'0'260'15,"0"0"4968"-15,0 0-3067 0,0 0-121 0,0 0-540 16,16 86-372-16,-13-61-332 15,-3 4-228-15,0-1-248 16,4 5-160-16,1-2-88 0,-1 1 16 0,0-1-88 31,0-2-396-31,3-10-196 0,-3-3-448 0,9-4-492 16,-5-6-940-16,12-1-3085 0</inkml:trace>
  <inkml:trace contextRef="#ctx0" brushRef="#br0" timeOffset="34814.496">14972 4905 6868 0,'0'0'792'0,"0"0"3821"16,0 0-3081-16,0 0 136 0,4 92-236 0,-4-57-144 15,0 3-204-15,0 3-200 0,0 9-288 16,0 5-60-16,0 8 341 0,0 1-453 16,-7 6-280-16,-1 1-144 0,0 1-36 0,-4 1-36 0,0 1-84 15,-1-2-52-15,2-8-8 16,-1 0-5-16,4-11-47 0,4-9-144 0,0-5-112 15,4-8-184-15,0-12-436 0,4-3-748 16,3-10-932-16,2-2-1937 16,-1-8-1615-16</inkml:trace>
  <inkml:trace contextRef="#ctx0" brushRef="#br0" timeOffset="35462.393">15809 5496 4576 0,'0'0'1460'16,"0"0"4477"-16,0 0-4825 31,0 0-104-31,0 0 268 0,-88-54-56 0,73 47-76 0,-6 4-180 16,6 3-312-16,-5 6-212 0,4 7-108 15,-4 6-16-15,4 7-12 0,-4 6 12 16,4 6 28-16,0-1 56 0,0 2-83 16,4-1-125-16,5-7-72 0,-2-2-68 15,5-6 8-15,4-11-56 0,0-6-4 16,0 1-44-16,4-7-128 0,9 0 100 0,-2 0-60 0,13-10-16 16,0-5-81-16,4-8-163 15,-1-2-156-15,1-4 36 0,0-6-36 0,0 4 92 0,-3-8 16 16,-1 5 32-16,0-8-96 0,-5 4 44 15,-3-6 124-15,-4 2 88 16,1-3-76 0,-13 5 272-16,0-5 52 0,0 7 12 0,0 0 240 15,-5 6-4-15,1 10 136 0,0 6 200 16,4 7 44-16,0 5-72 0,-4 4-164 16,4 0-60-16,0 4-224 0,0 9-36 15,0 9-8-15,0 3 288 0,4 10-8 16,-4 3-28-16,4 3-84 0,-4 6-84 15,0 2-148-15,-4 1-72 0,-4 4 0 0,1-3-184 16,-6 3-172-16,1-3-416 16,5-4-308-16,-6 2-804 15,6-15-3224-15,-5 4-3865 0</inkml:trace>
  <inkml:trace contextRef="#ctx0" brushRef="#br0" timeOffset="35699.865">15985 5747 12137 0,'0'0'1940'15,"0"0"-1256"-15,0 0-4 16,0 0 776-16,0 0-364 0,0 0-228 0,0 0-200 16,0 0-408-16,0 0-180 0,80 12-76 15,-69-5-8-15,1-1-88 0,-7 3 12 16,2 1 84-16,-7 3 12 0,0 3 100 0,0-1 0 16,0 1 8-16,-7 0-60 15,2-3-8-15,5-1 0 0,-4-1-52 0,4-5-184 16,4 0 12-16,4 3 64 0,4-5 108 15,4-1 32-15,4 0-32 16,0-3-404-16,8 0-372 0,4 0-212 0,4-6-220 16,-9 2-544-16,13-9-3801 0</inkml:trace>
  <inkml:trace contextRef="#ctx0" brushRef="#br0" timeOffset="36594.94">16881 5077 8412 0,'0'0'2496'0,"0"0"-1131"0,0 0-433 0,0 0 188 16,0 0 204-16,0 0-180 0,0 0-560 15,0 0-136-15,0 0 352 0,12 79 24 16,-4-38-188-16,0 4-72 0,0 2 20 16,-5 7-60-16,2 0-307 0,-1 6-69 0,0 0-148 15,-4 8-4-15,0-2-68 0,0 0 56 16,-4 2-116-16,0-8-37 0,-1 0-27 15,2-9 76-15,3-7-40 0,0-5-60 0,0-11-36 16,3-6-60-16,2-6-320 16,7-4-208-16,-4-5-480 0,4-3-1240 0,0-4-2481 0,-1-4-3375 15</inkml:trace>
  <inkml:trace contextRef="#ctx0" brushRef="#br0" timeOffset="37115.467">17770 5479 9232 0,'0'0'6529'16,"0"0"-5721"-16,0 0-684 0,0 0 212 16,0 0 336-16,-81-44 388 0,62 44-212 0,-1 13-100 0,-4 9-188 0,-4 11-196 0,5 4-36 31,-1 4-11-31,-1 1 35 0,5 2 132 0,5-8 0 16,3-5-276-16,7-9-136 0,5-6-72 15,0-7-124-15,13 1 40 0,2-7 76 16,6-3-88-16,7 0-24 0,-4-6-136 15,7-10-128-15,-3-3 20 0,4-3-161 16,0-4-35-16,-4-2 96 0,4-4 40 0,0-3 32 0,-4 0 120 16,-1-4 40-16,-3-1 172 0,0-5 60 15,-4 1 4-15,-4-2 140 16,-9-1-44-16,6 0-100 0,-9 0 112 16,0 2-40-16,-4 1-60 0,0 9-12 15,0 6 8-15,-4 10 312 0,4 9 96 16,-4 7 8-16,4 3-228 0,0 0-196 0,-4 7-68 0,4 12 68 0,-4 6 240 15,-1 10 148-15,2 10 25 16,-1 2-37-16,-4 4-120 0,0-1-40 0,-4 4-216 0,0 1 0 16,-4-1-120-16,0 0-48 0,0-4-268 15,1-2-273-15,-2-4-119 32,6-2-236-32,-1-7-1192 0,3-10-2760 0,2-3-2937 0</inkml:trace>
  <inkml:trace contextRef="#ctx0" brushRef="#br0" timeOffset="37415.715">18140 5648 13877 0,'0'0'2096'16,"0"0"-1468"-16,0 0 208 0,0 0 720 0,0 0-588 16,0 0-284-16,0 0-172 0,0 0-328 0,0 0-184 15,84 9-156-15,-80-2-16 0,0 2 40 0,0 4 124 16,-4-1 8-16,0 1 48 0,0 4-48 31,0-2 48-31,0 5 0 0,0-5-48 0,0 4 0 16,0 0-48-1,0-3-48-15,3 0 20 0,6 0-32 0,-1 0 12 0,0-4 88 16,-5 1-116-16,5-3 64 0,-3-1 48 16,-1-2-36-16,-4-2-40 0,0 6 88 15,-9-2 124-15,-6 1-76 0,-2 2-44 0,-6-2-4 16,-5-1-48-16,4 1-40 0,-4-4-80 15,0-3-276-15,4 1-316 0,5-4-524 16,2 0-780-16,2-10-2753 0</inkml:trace>
  <inkml:trace contextRef="#ctx0" brushRef="#br0" timeOffset="37715.002">18977 5632 13033 0,'0'0'4484'16,"0"0"-4196"-16,0 0-288 0,0 0-448 0,0 0 112 0,0 0 136 0,0 0-360 15,0 0-1068-15,0 0-3397 0</inkml:trace>
  <inkml:trace contextRef="#ctx0" brushRef="#br0" timeOffset="37871.097">19642 5661 10604 0,'0'0'1813'16,"0"0"-1813"-16,0 0-180 0,83-4-732 0,-62 4-1529 15,7-6-3631-15</inkml:trace>
  <inkml:trace contextRef="#ctx0" brushRef="#br0" timeOffset="37998.031">20243 5620 14277 0,'0'0'1752'15,"0"0"-1208"-15,0 0-8 0,0 0-264 0,0 0-184 16,0 0-88-16,77-17-536 0,-58 12-1008 0,-6 1-1416 16,6-5-4793-16</inkml:trace>
  <inkml:trace contextRef="#ctx0" brushRef="#br0" timeOffset="38668.68">21068 4997 9548 0,'0'0'2581'15,"0"0"-629"-15,8 70-540 16,-4-34 72-16,5 8-308 0,-5 6-92 0,3 7-200 0,-3 6-164 16,0 5-76-16,1 4-135 15,-1-1-289-15,0 1-124 0,-1-5-36 16,5-3-60-16,-4-4-12 0,0-3-96 0,1-2 12 16,-5-8 12-16,4-3-112 15,-1-3-205-15,1-3-39 0,0-6-96 16,0-1-136-16,4-1-384 0,0-8-948 15,0-6-2476-15,4-4-3017 0</inkml:trace>
  <inkml:trace contextRef="#ctx0" brushRef="#br0" timeOffset="39671.354">22056 5505 4164 0,'0'0'6921'0,"0"0"-5633"0,0 0-432 16,0 0 72-16,0 0 232 0,0 0 124 0,0 0-64 15,0 0-380-15,-75-54-228 0,59 54-156 16,-3 6-164-16,-2 10-72 0,-7 9 24 16,4 11 72-16,-4 2 136 0,0 6 48 0,5 1-99 15,-1-1-97-15,7-9-52 16,6-7 52-16,7-5-88 0,4-10-84 16,0-4-132-16,4-6 0 0,7 1-108 0,10-4-48 15,3-4-12-15,8-12-4 16,3-6-168-16,5-6-96 0,1-7-145 0,-2-3 21 15,1 0 96-15,-1-3 60 0,-2-1 48 16,-1 1 76 0,-1-7-188-16,1 4 72 15,-8-4-36-15,0 1 236 0,-8-2-364 0,-4-1 388 0,-5 2 96 0,2 1 76 16,-9-1 136-16,-1 0 224 0,-3 7-172 16,0 3 208-16,0 10-28 0,0 6 312 15,0 9-104-15,0 6-172 0,-3 7-100 16,3 0-84-16,0 0 24 0,0 0-48 0,0 0-76 15,-4 0-120-15,4 3-60 16,0 8 60-16,0 7 12 0,0 8 256 16,0 8 24-16,0 5-63 15,0 5 15-15,-4 1-64 0,-5 2-56 0,1 0-52 16,1 4-72-16,-5 0-8 0,0 3-112 16,0-3 44-16,-4 3-20 0,0-3-24 15,0-5-64-15,4-4-169 0,5 0-143 0,-2-7-164 16,5-6-72-16,4-4-4 0,0-6-164 0,4-4-380 15,0-5-680-15,4 0-904 0,4-10-2725 0</inkml:trace>
  <inkml:trace contextRef="#ctx0" brushRef="#br0" timeOffset="53191.131">17818 1232 3300 0,'0'0'2308'16,"0"0"-840"-16,0 0-676 0,0 0-492 15,0 0 3785-15,0 0-2709 16,0 0 84-16,0 0 12 0,4-19-44 0,-4 19-196 0,0 0-80 16,0 0-140-16,0 3-175 15,-4 2-37-15,4 6 32 0,0 1 24 0,-5 7-132 0,5 4-276 16,0 2-136-16,0 10-204 0,5 3-104 16,-5 6-4-16,0 4 0 0,0 3 8 15,0-4-8-15,0-2-4 0,4-7-8 0,0-6-96 16,3-10-96-1,5-6 68-15,-4-6 40 0,4-3 0 16,4-7-12-16,4 0 0 0,0-11-48 0,0-5-48 16,0-6-36-16,4 0-100 0,-4-7-8 0,-1 1 104 15,-2 0-20-15,2-5 8 0,-3 2-56 16,-4-1-76-16,0-3 60 0,0 4 64 16,-8-5 68-16,5 4 148 0,-9 7 48 15,3 3 60-15,-3 9 88 0,0 4-64 16,4 3 12-16,-4 6 24 15,0 0-20-15,0 0-4 0,0 0-24 16,0 3-64-16,0 3 52 0,0 4 136 0,4 5 32 16,-4 7 36-16,0 4-68 15,4 5 20-15,-4 1-36 0,0 7-80 0,4 2-96 16,-4 6-4-16,0 5-12 0,0 1 8 0,0 7-44 0,0 1 48 16,0 6-4-16,-4-4-4 0,0 0 8 0,0-2 4 15,0-1-4-15,1-6-52 0,-6-3 44 16,5-3 0-16,0-7 8 0,4-3-4 15,-4-2 4-15,4-5 0 0,-4-6 12 16,4-6-12 0,0-6-8-16,0-4 8 15,-3-2 0-15,3-7 64 0,-5 0-52 0,-3 0-12 16,0 0-12-16,-8 0 8 0,1-7 4 0,-6-2 0 16,-3-7-12-16,1-3-52 0,-1-3-56 15,0-3 0-15,0-5 60 0,0 2-84 16,4-4-52-16,0 4-20 0,1-2-52 15,6 5 4-15,2 0-76 0,3 6-133 16,8 0-855-16,0 3-216 0,0 4-524 0,4-1-1152 0,11-3-2521 16</inkml:trace>
  <inkml:trace contextRef="#ctx0" brushRef="#br0" timeOffset="53598.241">18542 2098 3132 0,'0'0'1288'15,"0"0"4800"-15,0 0-3711 0,0 0-405 16,0 0-148-16,0 0-336 0,0 0-428 15,0 0-532-15,0 0-320 0,0 0-136 0,-56 39 52 16,41-24 72-16,-1-2-52 0,0 3-8 16,4-1-4-16,4-2-20 0,4-3-40 15,0 3-60-15,4-4 48 0,0 1-60 16,0 2-48-16,12 1-60 0,-5 0 32 0,10 0 28 31,-2-1 0-31,2 1-36 0,-6-1 8 16,2 1 16-16,-2 0 60 0,-3-1 0 0,1 2 12 15,-5-2-8-15,-4-2-4 0,0 3 0 16,0-1 0-16,-8 4-96 0,-5-3-172 16,-2-1-160-1,-5 4-224-15,-4-3-224 0,-1 0-512 0,6-4-1564 16,-17 5-4621-16</inkml:trace>
  <inkml:trace contextRef="#ctx0" brushRef="#br0" timeOffset="59494.121">16164 4175 5216 0,'0'0'5344'0,"0"0"-3887"0,0 0-817 0,0 0-232 15,0 0 1624-15,0 0-952 16,0 0-192-16,-44 73-228 0,40-54-180 0,0 0-120 16,0 0-100-16,0 4-52 0,0-2-112 15,-3-2-96-15,-2 7-8 0,1-4-40 0,-3 0-184 16,2-6-116-16,1 0-392 0,8-7-416 16,0 1-592-16,0-7-2277 0,4-3-2395 15</inkml:trace>
  <inkml:trace contextRef="#ctx0" brushRef="#br0" timeOffset="59880.003">17913 4156 12745 0,'0'0'2100'0,"0"0"-1020"0,0 0-536 0,0 0-220 16,0 0-24-16,-28 86 320 0,16-58 196 16,0 4-548-16,1-3-268 0,-2-1-36 15,2-3-112-15,3 1-72 0,-1-7-188 16,1-3-484-16,5-10-452 0,3 0-1160 0,0-6-2293 16,0 0-1979-1</inkml:trace>
  <inkml:trace contextRef="#ctx0" brushRef="#br0" timeOffset="60309.985">18403 3775 2704 0,'0'0'11441'0,"0"0"-9629"15,0 0-1368-15,0 0 180 0,-80 7 96 0,64 12 268 16,1 6 164-16,-2 6-492 0,2 4-352 16,-6 7-152-16,10-1-8 0,-9 3-52 0,8-6-96 15,-1-3-132-15,10-6 8 0,3-10-44 0,0-10-104 16,0-2 4-16,8-7 172 0,4 0 24 16,-1 0 20-16,2-14-8 0,-1 2-48 0,0-4-64 15,4-6-60-15,-5-3-40 31,9-4 64-31,-3-6 36 0,6-3-112 0,1-3-112 0,0-10-208 16,4-3-8-16,0-6-604 0,4-7 68 16,0 1 352-16,-8-4-96 0,-1 6 556 15,-3 4 336-15,-8 12 92 0,-3 10 636 16,-2 9 248-16,-7 14 24 0,4 5-4 16,-4 7-164-16,0 3-196 0,0 0-92 0,0 0-176 15,0 6-208-15,0 8-24 0,0 4 96 16,-4 4 124-16,4 6 512 0,-3 8-392 0,-1 2-148 15,0 6-60-15,-1 3-72 0,-3 7-75 0,1 1 35 16</inkml:trace>
  <inkml:trace contextRef="#ctx0" brushRef="#br0" timeOffset="61981.658">19061 3857 796 0,'0'0'8048'0,"0"0"-5451"15,0 0-801-15,0 0-576 0,0 0 204 16,0 0-272-16,0 0-184 0,0 0-276 15,-77 27-252-15,66-16-156 0,-5 3-12 0,0 5-28 16,-4-1-48-16,-4 7-100 0,0-2-12 0,0 2 4 16,4-2-76-16,1-1-12 0,2-2 0 15,10-6-60-15,-1 2-76 0,8-2 52 16,0 0-52-16,8 6 40 0,7 0 80 16,1-6-68-16,5 6-40 15,2-1 28-15,1 0 24 0,4-3-64 16,0 3 12-16,0-3 12 15,0 0 104-15,0-1-112 0,-9-2 64 0,-2-1 48 16,-10-2-92-16,6 1 24 0,-13-2-84 16,0 1-84-16,-5-1-40 0,-7 0-76 15,-8 1-112-15,-3-4-76 0,-5-3-344 0,0 1-1320 16,4-4-2701-16,-8-4-2303 0</inkml:trace>
  <inkml:trace contextRef="#ctx0" brushRef="#br0" timeOffset="62614.176">18619 3435 444 0,'0'0'392'16,"0"0"756"0,0 0-1072-16,0 0 2924 0,0 0-244 0,0 0-992 0,0 0-652 15,0 0-187-15,0 0-257 0,0 0 60 16,0 0-24-16,0 0-212 16,0 0-112-16,0 3 0 0,0 0 236 15,0 7 168-15,0-1-212 16,0 4-60-16,0 0-28 0,0 3-16 0,0-1-24 0,0 5-88 15,0 2-72-15,0 1-152 0,0-2-40 16,-5 8-92-16,5-4-88 0,-4 0 16 0,0 5 64 16,0-5-128-16,0 1 76 0,4-1-16 15,0-6-32-15,0 0 108 16,0 0 0-16,0 0 96 0,0-4 16 0,0 1 48 0,0 3 0 16,0-3-28-16,0 0-8 0,0 1-4 15,0 2-20-15,0 0-16 0,0 3 112 0,0 0 424 16,0-3-412-16,0-4-132 0,0 1-76 15,0-2-108-15,-3 1 24 0,3-2 84 16,0-1-4-16,0-2-80 0,0-3-48 16,3-2-40-16,1-1 16 0,4 3-88 15,1-7-172-15,-6 0-248 16,5 0 100-16,4 0-240 0,-4 0-100 16,0 0-488-16,0-4-1064 0,-4-6-3705 15</inkml:trace>
  <inkml:trace contextRef="#ctx0" brushRef="#br0" timeOffset="67341.006">22758 5575 3980 0,'0'0'8185'0,"0"0"-6781"0,0 0-348 0,0 0-112 0,0 0 224 16,0 0-36-16,0 0-60 0,60-70-188 16,-53 63-224-16,-3 5-48 0,-4-2-8 15,0 4-151-15,0 0-113 0,0 0-52 16,-11 4 16-16,-1 5-40 0,-12 1-116 0,-12 6-144 15,-4 6-4-15,-4 0-12 16,0 3-48-16,1 1-52 0,11-4 68 0,8-3 40 16,8-2-40-16,12-3-64 0,4-1-36 0,4 0-28 15,8-1 8-15,8 2 160 0,-1-5 4 16,9 0 0-16,0 1 4 0,-4 0 8 0,1-1-12 16,-6 1-76-16,-7-1 72 0,0 4-56 15,-8 0-52-15,0-1 52 16,-4 4 60-16,0-2-4 0,0 0 8 0,-8 3 0 15,0-4-4 1,1-1 0-16,-2-2-120 0,-3-4-100 16,-4 1-193-16,-3-2-255 0,-6 5-552 0,-3-3-1052 0,8-1-2276 15,-19 0-2133-15</inkml:trace>
  <inkml:trace contextRef="#ctx0" brushRef="#br0" timeOffset="70551.934">12339 5556 7172 0,'0'0'168'16,"0"0"1336"-16,0 0 540 0,0 0-503 0,0 0-149 16,0 0-152-16,0 0-52 0,0 0-204 15,0 0-128-15,87 3-68 0,-71 6-248 16,1 4-148-16,-2-3-100 0,-7-1-32 16,1 1 20-16,-2-4-12 0,-7 4-100 0,0-4-8 15,0 4-52-15,-3-1 28 0,-10 1 56 16,-2-1-56-1,-2 1-136-15,2-4-160 0,-2 0-68 16,-2-6 68-16,7 0 28 0,-4 0 44 16,4-3-8-16,4-2 0 0,-4-6 44 0,4 2 44 0,0-7-100 15,0 3 104-15,4-6 0 16,0 3-64-16,4 4 64 0,-3-4 0 16,3 5-84-16,0 6-32 0,0-1 20 0,0 3-68 15,3 3-128-15,1 0-144 0,0 0-176 0,0 0 88 16,8 3-28-16,-4 3 56 0,0 4-652 15,0-1-712-15,-1 4-844 0,-7-3-1217 16,5 2-967-16</inkml:trace>
  <inkml:trace contextRef="#ctx0" brushRef="#br0" timeOffset="71375.426">12375 7543 8008 0,'0'0'4637'0,"0"0"-3045"0,0 0-784 0,0 0-16 15,0 0 388-15,0 0-164 0,0 0-4 16,0 0-180-16,0 0-256 0,51-65-236 15,-31 54 4-15,4 5-40 0,-8 2-52 0,0 4-79 16,0 0-41-16,-4 7-20 0,0 7 80 16,-8 0-60-16,-4 9-20 0,0 3 68 15,-4 2-48-15,-12 0 4 0,0 1-16 16,1-1-12-16,-6 1-24 0,1-1-80 0,5-5 68 16,-2-1-8-16,2-6-16 0,-2-3-36 15,6-7 84-15,-1-3-36 0,0 0-60 0,4-3-52 16,4-3-8-16,0-6-48 0,0-4-4 15,4-6-20 1,0-3-24-16,0-3 84 16,4-3 68-16,0-5 0 0,0 1-44 0,0 1-16 15,4 2-92-15,0 7 24 0,-4 2 84 16,4 12 36-16,0 1-120 0,-1 3 132 0,2 4 12 16,-1 0 36-16,-1 4 16 0,1 3 32 15,-3 1-36-15,-1 3 12 16,-4-2 100-16,0 1 8 0,0-1-48 0,-4 1-12 0,-1-4 28 15,-3-3-4-15,1 0-36 0,-1 0-108 16,-1-3-24-16,2 0-132 0,-1-6-52 16,4 0 40-16,-4-1-36 0,3-2-4 0,5-2-92 15,-3 3 8-15,3-2 0 0,0 7 59 0,0-1-59 16,0 1-48-16,0 3-160 16,3 0-316-16,2-2-1020 0,-1 2-2000 0,0-3-3321 15</inkml:trace>
  <inkml:trace contextRef="#ctx0" brushRef="#br0" timeOffset="80546.694">14495 7224 4500 0,'0'0'8233'0,"0"0"-6705"0,0 0 100 0,0 0-524 16,0 0 232-16,32 68-140 0,-25-32-156 31,-3-1-212-31,0 9-99 0,-4 1-197 0,0 6-144 16,-4 6-112-16,0 0-44 0,-7 6-112 15,-2 0-12-15,2 4-104 0,-6 1 4 0,-2 1-8 16,3-6 0-16,0 1-72 0,0-4 0 16,8-9-120-16,0-7 20 0,8-5-44 15,0-14-76-15,4-6-84 0,4-6-36 16,3-7-209-16,2-6-255 0,2 0-444 0,2-6-980 15,-6-4-1580-15,13-15-1345 0</inkml:trace>
  <inkml:trace contextRef="#ctx0" brushRef="#br0" timeOffset="80863.613">15135 7550 4560 0,'0'0'1080'16,"0"0"5613"-16,0 0-5405 0,0 0-372 0,0 0 556 15,0 0-96-15,-75 13-224 16,51-1-440-16,-4 4-416 0,0 0-224 0,-4 3-72 16,-3 4 0-16,-5-1-72 0,4 6-176 31,1-2 16-31,-6-1-12 0,5 3-52 0,5-2-52 16,3-1 28-16,0 0 168 0,8 1 152 15,4-3 48-15,8-4 40 0,4 2-76 16,0 2-12-16,4-1 0 0,4 3 76 15,8-2 256-15,4 5-124 0,4-2 64 0,8-1-64 16,3 1-144-16,5-4-64 0,1-3 8 16,2 0 52-16,1-3-52 0,-1-4-4 0,2-3-4 0,-1 2-84 15,-5-9-28-15,-3 2-84 0,0-4-260 16,0 0-660-16,-4 0-476 0,0-4-1136 0,-8-2-2257 31,-1-7-2838-31</inkml:trace>
  <inkml:trace contextRef="#ctx0" brushRef="#br0" timeOffset="81096.809">15622 7813 8824 0,'0'0'7413'0,"0"0"-5829"0,0 0-536 15,0 0 568-15,99-19-360 0,-62 13-491 0,-2 0-441 16,5-1-240-16,0 4-84 0,-4 0-112 0,0 0-252 16,-4 0-461-16,-8 3-599 15,-5 0-852-15,-6 0-1852 0,-9 6-2021 0</inkml:trace>
  <inkml:trace contextRef="#ctx0" brushRef="#br0" timeOffset="81255.78">15550 8019 6596 0,'0'0'2532'0,"0"0"-804"0,0 0-439 0,0 0 751 0,0 0-448 0,92 5-500 15,-52-5-396 1,-1-7-324-16,6 0-236 16,-2 1-136-16,5-4-8 0,-1 1-236 0,-6-1-1012 15,2 1-608-15,-15 3-2333 0,8-4-4587 16</inkml:trace>
  <inkml:trace contextRef="#ctx0" brushRef="#br0" timeOffset="83330.95">17387 7341 6856 0,'0'0'1012'16,"0"0"-532"-16,0 0 2109 0,0 0-1229 15,0 0-504-15,0 0-356 0,0 0 604 16,0 0-148-16,0 0-288 0,0 0-108 15,0 0-60-15,24-10-20 0,-24 10-108 0,0 0-124 0,-4 0 8 16,4 3-80-16,-4-1-68 0,-8 5-44 16,4 3-64-16,-4 0-52 0,-3 2-8 0,-6 4-40 15,1 3 28 1,-4 0-64-16,1 6-48 0,-5 1-76 0,0 2 88 16,0 0 36-16,0 5 24 15,4-5 36-15,1 1-8 0,6-3 76 0,1-7 8 16,4-1 0-16,5-1 96 0,3-5 56 0,0-2 104 0,4-2 56 0,0 3-152 15,0-2-52-15,4 1-20 0,3 2 24 16,1-2 8-16,5 3 16 0,-2-1-48 16,1 4-28-16,4 0-52 0,0-4-4 15,-4 9-4 1,7 0-12 0,-2-2-36-16,-2 4 48 0,2 2-8 0,-1-3-68 0,0-3 68 15,0-2-4-15,-1 2-36 0,2-5 36 0,-2 0-40 16,2-2 4-16,-6-2 40 0,1-2-40 15,-4-1-64-15,4-4-232 0,-4 1-272 16,0-1-240-16,-4 1-288 0,4-4-660 16,-4 0-1212-16,-4-4-2477 0</inkml:trace>
  <inkml:trace contextRef="#ctx0" brushRef="#br0" timeOffset="84529.283">18148 7563 1344 0,'0'0'7156'0,"0"0"-3151"0,0 0-2873 16,0 0-508-16,0 0-144 0,4-67 64 0,-4 57-28 16,0-2-24-1,-4 2-44-15,-4 0-108 0,4 5-120 16,-4 1 68-16,5 1 120 0,-6 3 196 15,1 0-88-15,-8 10-132 0,-3 5-228 16,-6 7 40-16,1 11 100 0,-4 5 104 16,5 3 224-16,-1 3-320 0,4-3-112 15,4-5-80-15,8-8-3 0,0-6-13 16,8-9 16-16,0-4 8 0,0-2 84 0,8-4-20 16,0 0 96-16,8-3-136 0,4-3-88 0,-1-10-56 15,5-3-72-15,4-6-60 0,0 0-76 16,0-6-168-16,0-4-12 15,0 4-13-15,-4-5 1 0,3 1-112 0,1-3-16 0,-3-2-32 16,-1-5-92-16,-4 2-124 16,-1-6 104-16,-2-1-136 0,-6-4-36 0,1 3 192 0,-7 4 348 15,2 3 304 1,-7 5 12-16,4 9 180 0,-4 4 324 16,0 7 48-16,0 6 28 0,0 7-20 15,0 0-112-15,0 3-88 0,0 0-40 16,0 0-72-16,-4 0-4 0,4 9-168 15,-7 7-4-15,-2 10 64 0,-3 9 72 16,1 6 76-16,-2 7 96 16,-2 6-52-16,-2-1-192 0,2 2-88 15,-1 3-56-15,-5-4-4 0,6-4-108 0,-2 0 32 16,6-4-20-16,-1-6 12 0,8-1 8 0,0-6-20 0,4 0-160 16,0-5-112-16,0-1-12 15,8-8-188-15,-4-5-172 16,8-3-328-16,-5-1-1096 0,2-8-1821 0,3 1-827 0</inkml:trace>
  <inkml:trace contextRef="#ctx0" brushRef="#br0" timeOffset="84714.979">18507 7772 8140 0,'0'0'5705'0,"0"0"-4957"0,0 0-596 0,0 0-148 15,4 77 488-15,-4-52 388 0,3-3 148 16,-3 0-420-16,0 1-492 0,4-4-116 16,0 3-172-16,1-7-312 0,-1 1-596 0,0 0-468 15,-4-2-1024-15,4-3-2529 0</inkml:trace>
  <inkml:trace contextRef="#ctx0" brushRef="#br0" timeOffset="86648.653">18885 7543 4964 0,'0'0'144'15,"0"0"5813"-15,0 0-4265 0,0 0-532 0,0 0-348 16,0 0-44-16,0 0-36 0,0 0-108 15,0 0-236-15,0 0-288 0,4-19-100 16,4 10 0-16,-4 0 8 0,4-1 52 16,0-4-52-16,-4 6 44 0,4-2-4 15,-4 0 4-15,4 1 20 0,-4 0-8 0,0 2-56 16,4 2 40-16,-8-2-44 0,4 0 0 0,0 4 0 16,-4 3 48-16,0 0-40 0,0 0 32 15,0 0-40-15,0 0 0 0,0 3 120 16,0 11 24-16,-4 4 64 0,0 11 120 15,4 8-100-15,-5 8 124 0,2 6 148 16,-1 2-16-16,0 1-192 0,0-2-128 16,0-5 4-16,4-3 84 15,0-5 264-15,4-10 333 16,4-4-577-16,4-12-104 0,0-4-172 0,3-3-72 16,2-6-124-16,3 0 16 0,-1-6-64 15,5-10-36-15,1-3-21 0,-1-7-55 16,3-2 4-16,-3 0-12 0,0-5 60 0,0 2 32 15,-5-1 40-15,-2 1 0 0,-2-1-48 16,-6 0 44-16,-1 3 100 0,-5 7 136 0,1 3 52 16,-4 10 68-16,0 2 68 0,0 7 20 15,0 0-36-15,0 3 48 0,0 10-76 16,0 6 28-16,-4 9 132 0,1 5-8 16,-1 4 44-16,-4 8-48 0,3 3-64 15,1 5-55-15,-3 4 107 0,3 1-184 0,-4 2-92 16,-1 1 44-16,2-1-40 0,3-3 32 0,-4-3-40 15,4-3 0-15,0 0-12 0,-1-10 0 0,2-2-36 16,3-6 48-16,-4-3-12 0,4-8 0 16,-4-3 0-16,0-3 4 15,-4-7 4-15,0 1-204 0,-8-7-157 0,0-3-23 16,-3 0 0-16,-2-10 44 0,6-5-108 16,-5-4-232-1,8-7-312-15,-1-6-940 0,6 0-880 16,-1 5-1837-16,8-22-2407 0</inkml:trace>
  <inkml:trace contextRef="#ctx0" brushRef="#br0" timeOffset="86836.588">19662 8054 3268 0,'0'0'9137'0,"0"0"-7989"0,0 77-488 0,-4-48 276 0,4 2 300 16,-8 2-340-16,8-6-336 0,-4 2-324 31,0-3-232-31,4-4-4 0,0 0-248 16,0-3-424-16,0-3-328 0,0-7-372 15,4-2-624-15,0-4-2109 0,0-3-2427 0</inkml:trace>
  <inkml:trace contextRef="#ctx0" brushRef="#br0" timeOffset="87519.152">20172 7950 1148 0,'0'0'2124'0,"0"0"-1524"0,0 0-428 0,0 0 4336 15,0 0-2452-15,0 0-795 0,-20 74-629 16,12-60-264 0,0 5 16-16,1 0 492 0,-6-2-140 0,5-2-684 15,1-1-52-15,3-2-408 0,-5-3-148 16,5 1 212-16,0-3-140 0,4-1-40 0,-3-3-296 16,3-3-1229-16,0-3-1999 15,7-7-692-15,-3 4 4740 16,13-16 0-16</inkml:trace>
  <inkml:trace contextRef="#ctx0" brushRef="#br0" timeOffset="88336.682">20917 7588 4712 0,'0'0'468'16,"0"0"28"-16,0 0 4316 0,0 0-2983 0,0 0-273 16,0 0-216-16,0 0-68 0,0 0-300 15,0 0-428-15,0 0-148 0,-88-32 132 0,65 51 64 16,-5 13 116-1,0 10 160-15,-4 5-152 0,4 10-35 0,-4 0-149 16,8-3-132-16,4-10-64 0,8-5 148 16,9-11-64-16,3-9-128 0,3-6-292 15,9-7-180-15,4-2 48 0,9-4 120 16,2 0-48-16,5-13-108 0,4-3-144 16,-4-6-136-16,4-8-60 0,-5 2 72 0,5-2 36 0,0-3-12 15,-4-5 23-15,4 0 49 0,-4 0 12 16,0-7 56-16,-5-3 4 0,1 1 48 15,-4-8-84-15,-4-1-176 0,0 0-144 16,-8-2-464-16,0 0 180 0,-8 4 52 16,-1 4 76-16,-3 5 716 0,0 8 64 15,-3 4 264-15,-1 11 228 0,0 7 40 0,0 8 52 16,0 4-24-16,0 3-164 0,4 0-148 0,-3 10 0 16,-6 5-76-16,5 10 320 0,-4 11 76 15,-3 8 32-15,-2 8-4 16,2 4-132-16,-6 5-148 0,-2 2-36 0,-1 4-99 15,3-2-181-15,-6 3-44 0,3-8-29 16,4-2-111-16,4-8-336 0,4-9-336 0,0-5-172 31,8-11-152-31,0-6-792 0,8-9-2232 0,0-5-2769 16</inkml:trace>
  <inkml:trace contextRef="#ctx0" brushRef="#br0" timeOffset="88597.676">21256 7750 4044 0,'0'0'8509'16,"0"0"-7105"-16,0 0-668 0,0 0-96 0,0 0 104 0,80 13-40 0,-61-4-84 16,-6 1-172-16,2-1-116 15,-2 4-172-15,-6 2-60 0,1 2 36 0,-8 1 48 16,-4 2 40-16,-7 5 68 0,-6-2 140 16,-7 5-212-16,-3-3-124 0,3 1 16 15,4-3-4-15,4-4 40 0,4-11-4 16,12-2-32-16,0-2-28 15,7-4-84-15,10 0-40 16,11-7 40-16,7-4-136 0,5-6-312 16,1-5-496-16,2-4-128 0,-4 1-556 0,-11 3-1252 15,17-16-3273-15</inkml:trace>
  <inkml:trace contextRef="#ctx0" brushRef="#br0" timeOffset="88999.829">21650 7492 10856 0,'0'0'5437'0,"-35"77"-3905"15,22-36-460-15,-2 3 300 0,3 8-8 16,-1-11-151-16,6-3-305 0,3-10-412 16,4-5-316-16,4-7-180 0,7-7-128 0,6 1-28 15,2-7-136-15,1-3 40 0,4-3-4 16,4-11-200-16,0 0-236 0,4-10-97 15,-4-1-3-15,-5 0-28 0,5-3 172 16,-7-5 128-16,-1 3 88 0,-5-3 76 16,-2 1 156-16,-2 4 200 0,-3 9 188 15,-4 6 96-15,0 7 96 0,1 6 16 0,-5 0 8 0,0 9-108 16,0 10 192-16,0 7 100 0,0 5-200 16,-5 8-96-16,1 5 24 0,0 1-71 15,4 2-97-15,0-2-4 0,0 2-36 16,0 1 0-16,0-4-8 0,0 1-100 15,0-1-8-15,0-2-40 0,0-4 32 0,-4 3-128 16,-3-6-72-16,-1 3-29 0,-1-6-11 0,-2-4 36 16,3-2 16-16,-5-4 32 0,2-7-24 15,-2-2 4-15,2-3-140 0,-1-6-292 16,-1-4-88-16,6 0-260 0,-1-14-1128 16,8-2-2228-16,0 4-1313 0,0-20 497 15</inkml:trace>
  <inkml:trace contextRef="#ctx0" brushRef="#br0" timeOffset="89238.898">22168 8134 5348 0,'0'0'6561'0,"0"0"-4809"0,0 0-1068 0,0 0-12 15,88 0 184-15,-76 0 148 0,-5 7 24 0,2 2-200 16,-5 1-288-16,-4 5-332 0,0 1-48 16,0 3 0-16,-4 0-12 15,-5 3 60-15,2 3-64 0,3-2 28 0,-4-4 156 16,-1 1-192-16,6-8-52 0,3 1-84 15,-4-7 0-15,4 0-4 16,0-6-56-16,0 4-60 0,0-4-260 0,7-4-132 16,6-2-40-16,11-7-52 0,3 4-160 15,14-7 44-15,-2 0 248 0,10-6-1640 16,-10 5-1793 0,17-14-3003-16</inkml:trace>
  <inkml:trace contextRef="#ctx0" brushRef="#br0" timeOffset="89438.886">23005 7845 8220 0,'0'0'7281'15,"0"0"-6233"-15,0 0-640 0,80 0-280 16,-57-7-128-16,-6 1-776 0,-2-2-296 0,-2 1-764 0,2-6-4301 0</inkml:trace>
  <inkml:trace contextRef="#ctx0" brushRef="#br0" timeOffset="89566.53">23734 7731 1748 0,'0'0'2880'0,"0"0"308"0,0 0-3188 0,0 0-1872 0</inkml:trace>
  <inkml:trace contextRef="#ctx0" brushRef="#br0" timeOffset="89690.77">24348 7708 5732 0,'0'0'6569'0,"0"0"-5329"15,0 0-340-15,0 0-128 0,0 0-156 16,0 0-616-16,0 0-12 16,0 0-1616-16,0 0-3737 0</inkml:trace>
  <inkml:trace contextRef="#ctx0" brushRef="#br0" timeOffset="90672.188">25192 7496 3140 0,'0'0'600'16,"0"0"-52"-16,0 0 4020 0,0 0-2876 15,0 0-251-15,0 0-313 0,-80 3 156 0,57 13 16 16,-1 5-108-16,-4 9-100 16,0 5-168-16,0 2-124 0,0 8-116 0,0 0-148 15,5-4-100-15,6-3-68 0,6-7-115 0,2-5 51 16,9-7 132-16,0-6-132 0,5-6-220 16,7-4-72-16,3-1 72 0,9-2 0 15,4-9-20-15,8-7-64 0,0-10-132 0,8-2-168 16,-5-7-64-16,6-3-48 0,-6 0-41 15,-3 0 5-15,4-4-16 0,-5-5-168 16,2-1-140 0,-1-6-176-16,-1-6-40 0,-3-3 264 0,0-7-68 15,-4-2-352-15,-4-2 332 0,-8 4 316 16,-4 3 496-16,-4 10 52 0,-4 7 480 16,-4 11 140-16,0 10 96 15,0 10 140-15,-4 10 4 0,0 3-36 0,4 2-220 0,-4 4-176 16,4 0-152-16,-4 10-36 0,0 6-288 15,0 10 224-15,0 8 308 0,-4 8-84 0,4 5 8 16,0 2 137-16,-4 1-17 0,0 4-180 16,0 6-60-16,-4 4 92 15,-4 1 328-15,-4 6-288 0,5-2-172 0,-6 2-212 16,6-5-88-16,-2-3-72 0,6-2-36 16,2-4-120-16,5-3-244 0,4-9-116 15,4-4-40-15,9-6-100 0,2-3-84 0,2-7-465 16,-2-3-891-1,-2-8-2440-15,2-6-3689 0</inkml:trace>
  <inkml:trace contextRef="#ctx0" brushRef="#br0" timeOffset="91163.095">25913 7680 8460 0,'0'0'6457'16,"0"0"-4497"-16,0 0-868 16,0 0-600-16,0 0-60 0,0 0 340 0,0 0-24 15,0 0-272-15,0 0-280 0,-92 51-124 16,69-29 12-16,-1-3-12 0,4 3 16 0,4-3-4 16,4 0 60-16,4-2-108 15,4-5-36-15,4 1-84 0,0-1-84 0,0-2-4 16,8 2 28-16,5 2 32 0,-2-2 108 15,1 7-8-15,0-3 4 0,0 3 4 0,0 0-8 16,0 3 0-16,0-2-36 0,-4-1-12 16,0-1 44-16,-4-3-44 0,-4 2-84 0,0-4-4 15,0-1 28-15,-4-2 116 16,-9 0-8-16,6-4-148 16,-5 0-48-16,0-6-12 0,0 0 36 0,0 0-112 0,4-6-304 15,0-7-180-15,4-2-1256 16,0-1-3829-16,4-1-2087 0,0-15 6936 0</inkml:trace>
  <inkml:trace contextRef="#ctx0" brushRef="#br0" timeOffset="91806.164">26420 7452 6928 0,'0'0'64'0,"0"0"6113"0,0 0-3897 0,0 0-552 0,0 0-240 0,0 0-152 15,0 0-300-15,0 0-159 0,0 0-113 16,0 0-136-16,-60 84-144 0,36-38 0 16,0 1 300-16,0 2-184 0,0-5-248 0,8-3-196 31,4-7-96-31,5-7 24 0,3-6-84 0,4-5 0 0,4-6-180 15,11-3-172-15,1-2-32 16,8-5-36-16,4 0-28 0,3-9-56 0,6-8-52 16,3-2-40-16,-1-2-56 0,6-5-137 15,-6-2-15-15,5-1 8 0,-9 1 256 16,2-7 48-16,-5 2 52 0,-9 5 324 0,1 3 116 16,-8 3 220-16,-4 9 212 0,-4 6 24 15,-3 7-64-15,-5 0 60 0,0 10-48 0,0 12 156 31,-9 7 96-31,1 10-123 0,-3 4-157 16,-2 7 12 0,1 5-12-16,-4 6-100 0,4-2-144 0,1 5-48 0,2-1-32 15,-2 0-52-15,-2-1 0 0,5-6-4 16,-3-1-60-16,-2-7 16 0,2-4-72 0,-1-6-108 16,0-4 20-16,0-8 16 0,-1 0 24 0,6-10 20 15,-1-4-20-15,0-5-12 0,4-4-112 16,-4-3-157-16,0 0 73 0,0-10 168 15,-4-2-72-15,4-4-220 0,-4-6-236 0,5-10-604 16,2-7-876-16,1 8-2196 0,8-29-3873 16</inkml:trace>
  <inkml:trace contextRef="#ctx0" brushRef="#br0" timeOffset="92094.271">27157 7857 7628 0,'0'0'6337'15,"0"0"-2585"-15,0 0-2064 0,0 0-232 16,0 0-119-16,0 0-453 0,-80 65-388 16,56-46-184-16,0-7-140 0,4 7-100 0,9-3-72 15,2 0-8-15,5 4-76 0,4-6-88 16,0 5 52-16,8-2-36 0,4-1-136 16,0 0-44-16,8-4 92 0,-8 4 64 15,4-3 68-15,0 3 4 0,-8-4-36 16,0 4 36-16,0-3 8 0,-8 2 28 15,0-2-25-15,-4 0 97 0,-8-3 0 0,0-1 57 0,-8 1-57 16,0-4-8-16,0-3-5 16,1-3-59-16,-6 0-124 0,5-7-156 0,1-1-232 0,2-11-432 15,2-4-668-15,6 4-2332 0,2-19-4737 16</inkml:trace>
  <inkml:trace contextRef="#ctx0" brushRef="#br0" timeOffset="92428.047">27599 7511 4408 0,'0'0'12729'0,"0"0"-10837"0,0 0-1364 0,0 0-4 0,0 0 148 16,0 0 264-16,0 0-315 15,71 55-329-15,-43-43-208 0,4 7-84 0,0 1-4 16,0-1-56-16,4 2-24 0,-4 2 0 16,0 0 72-16,-4-1 4 0,-5-4-40 15,1 2 48-15,-7-1 4 0,-6-4-4 0,1 5 4 16,-7-1-4-16,-5-1-4 16,0 6-4-16,-17 4 4 0,-3 0-8 15,-12 4 12-15,-7 6 8 0,-5 1-8 0,-8-2-12 0,-4 5-180 0,0-1-321 16,-4-3-567-16,0-1-416 15,13-7-1384-15,-20 3-4441 0</inkml:trace>
  <inkml:trace contextRef="#ctx0" brushRef="#br0" timeOffset="94589.691">5418 10655 3628 0,'0'0'1528'16,"0"0"3784"-16,0 0-3203 0,0 0-341 0,0 0-240 15,0 0-40-15,0 0-200 0,0 0-260 16,0 0-488-16,0 0-160 0,32 26 20 16,16-20 232-16,11-3-47 0,21 0-173 15,8-3-144-15,8-3-100 0,7-6-96 0,-3-4-64 16,3 0 88-16,1-3 76 15,-4 1-172-15,-4-2-88 0,-5 2-8 0,-8-5-120 16,-3 1-160-16,-8 0-144 0,-13 3-161 0,-3 4-235 16,-12 2-268-16,-12 1-744 0,-12 5-1224 15,-20 4-2573-15</inkml:trace>
  <inkml:trace contextRef="#ctx0" brushRef="#br0" timeOffset="94808.919">5761 11011 2996 0,'0'0'12109'0,"0"0"-10577"0,0 0-1056 0,0 0-376 15,0 0 208-15,0 0 632 0,0 0 132 0,0 0-328 16,0 0 24-16,88 57-48 0,-13-54-247 16,9-3-269-16,7 0-144 0,-3-6-60 15,8-4-12-15,-5-2-124 16,-3-5-8-16,-4-2-148 0,-5 1-217 0,-7 1 21 15,-8-2-244-15,-9 0-188 16,-3 3-808-16,-20 4-2056 0,0-7-1953 0</inkml:trace>
  <inkml:trace contextRef="#ctx0" brushRef="#br0" timeOffset="95133.203">6446 10128 10256 0,'0'0'1753'0,"0"0"-413"0,0 0 360 16,0 0-176-16,91 66-320 0,-55-40-352 16,9 5-260-16,2 5-40 0,5 2 316 15,0 3-416-15,-1 0-272 0,-3 1-84 16,-4 2 16-16,-4 0 8 0,-4 4-80 15,-12-1-40-15,-1 4-84 0,-10 3 12 16,-9 1-24-16,-4 4-52 0,-17 5-72 0,-2-1-12 16,-13 2-60-16,-8-2 72 0,0 0 52 0,-3-2 68 15,-2-4 28-15,-2-3 64 16,3-3 4-16,0-4 0 0,1-2-204 16,2-4-296-16,2-9-344 15,7-4-480-15,4-9-1248 0,4-5-2181 0,8-12-2995 16,4-4 6772-16</inkml:trace>
  <inkml:trace contextRef="#ctx0" brushRef="#br0" timeOffset="98159.011">9490 10068 1472 0,'0'0'92'0,"0"0"1032"0,0 0 5024 0,0 0-3923 16,0 0-405-16,0 0-316 0,0 0-232 0,0 0-52 15,0 0-56-15,0 0-116 16,0 0-188-16,8-11-176 16,8 11-148-16,0 0-172 0,12 0 1 0,3-2-49 15,6-2-72-15,3 2-76 0,-1-1-72 16,-3 3-12-16,8-3-24 0,-4 3-44 16,-1-4 44-16,2 4-56 0,-5-3 8 0,-1-1 0 15,-3 1-4-15,0-2-4 16,-4 1-4-16,0 1 0 0,-4-3 0 0,-5 2-4 0,-2 1-4 15,-2 0-52-15,-6 3 8 0,-5 0-8 16,3 0-12-16,-7 0-24 0,0 0 36 16,4 0-12-16,-4 0-16 0,0 3-8 15,0 0-36-15,0 3 120 0,0 5-36 16,0 1-52 0,-4 7 4-16,-3 2 24 0,-10 6-61 15,2 1-15-15,-9 7 64 0,0 3 12 0,-4 7 8 0,-4-1 4 0,-4 4 12 16,0 3 0-16,-3 0 0 0,-2 2 44 15,2-2-72-15,-1 1 72 0,-4 0 4 16,8-3 8-16,0-2-8 0,5-5-12 16,3-7 4-16,7-10 8 0,6-6 8 15,7-6 56-15,3-4-52 0,5-6 60 16,0-3 148-16,0 3-28 0,9-3-104 16,-1 0-16-16,12 0 61 0,-1 0 51 15,5 0-28-15,1 0-48 0,3 0-20 16,3 0 8-16,5 0-36 0,-4 4-12 15,4-1 132-15,3 0-80 0,-2 3-96 0,-5 0 44 16,3 1-48-16,-3-4-68 0,-4 0 56 16,0 0-76-16,-1 0 40 15,-3-3-24-15,-3 0-12 16,-1 0-88-16,-9 0-80 0,1 0-197 16,-3 0-111-16,-5 0-76 0,-1-3-48 0,-3-3-260 15,4-4-288-15,-4 1-656 0,0-4-1168 16,0 0-1217-16,0-8-1951 0</inkml:trace>
  <inkml:trace contextRef="#ctx0" brushRef="#br0" timeOffset="98450.457">10330 10306 9200 0,'0'0'1757'0,"0"0"-829"0,0 0-456 0,0 0 424 16,0 0 296-16,0 0-168 16,0 0-332-16,-58 66-228 0,37-34-128 15,-7 0 100-15,4 3 112 0,-8 3-8 0,0 3-120 16,-7 1-124-16,-1 2-112 0,0 3-72 16,-7 1-104-16,2-1 48 0,-2 1-56 15,2-3-100-15,6-7 88 0,3-6 0 0,4-4-60 16,12-5 24-16,9-11-76 0,2-2-72 15,9-10-236-15,0 0-432 0,12-3-208 0,9-9-436 16,6-5-304-16,13-6-625 0,4-8-1843 16,-9 9-768-16,21-22 3872 0</inkml:trace>
  <inkml:trace contextRef="#ctx0" brushRef="#br0" timeOffset="98821.408">10801 10258 7292 0,'0'0'4993'0,"0"0"-2321"0,0 0-1528 0,0 0-576 16,0 0 624-16,0 0 152 0,0 0 148 16,79 4-544-16,-47-4-459 0,0 0-249 15,0-4-80-15,5-3-4 0,2-1-120 16,1 1-36-16,-1-3-192 0,-2-3-160 0,-1 4-365 16,-5-3-211-16,-6 5-84 0,-6 1-392 15,-3-1-868-15,-12 4-2028 0,-4 3-1765 16</inkml:trace>
  <inkml:trace contextRef="#ctx0" brushRef="#br0" timeOffset="99132.834">11020 10293 3564 0,'0'0'768'0,"0"0"5196"0,0 0-5011 16,0 0-425-16,0 0 164 0,0 0 888 0,-80 73 100 16,72-54-452-16,5 3-332 15,-5 0-240-15,-1 11-140 0,5-2-64 16,-3 4-8-16,-1 6-104 0,-5 1-132 0,6-2 0 15,-5 2-60-15,3-1 8 0,2 1-32 16,-5-7-16-16,3 0-60 16,2-5-36-16,3 0 0 0,-4-5 0 0,4-3 0 15,-4 1-8-15,4-4-4 0,0-3-4 16,4-3-8-16,0-5 12 0,0-1 4 0,0 2 180 16,0-2-76-16,0-4-48 0,4 7-60 15,0-4 0-15,4 1 0 0,-4-1-4 0,4 0-80 0,0 1-60 16,4-1-16-16,-4-3 40 15,3 3 44-15,2-2 28 0,-2-1-60 16,2 0 8-16,-1-3-20 0,-1 0 48 0,2 0 60 31,-2 0-76-31,2-3 4 0,2 0-100 0,-3-7-36 16,4 1-72-16,0 2-100 0,-4-5-148 16,0 2-300-16,-4-3-268 0,4 1-824 15,-4 3-1940-15,-4-8-2761 0</inkml:trace>
  <inkml:trace contextRef="#ctx0" brushRef="#br0" timeOffset="99859.505">11447 10276 4272 0,'0'0'3008'15,"0"0"1325"-15,0 0-2833 0,0 0-16 0,11 93-424 16,1-42 60-16,-3 5 168 15,2 9-104-15,6-2-144 0,-2 1-380 16,1-4-308-16,4-3-216 0,0-10 56 16,4-5-120-16,-1-7-64 0,5-10-8 15,4-9-80-15,0-7-124 0,5-4-248 16,2-5-220-16,1-11-356 0,0-8-536 0,-13 3-1204 16,5-12-3005-16</inkml:trace>
  <inkml:trace contextRef="#ctx0" brushRef="#br0" timeOffset="100070.183">11992 10347 4316 0,'0'0'2864'0,"0"0"3189"0,0 0-4961 0,-83 77-484 16,51-36 84-16,0 6 612 0,0 7 36 16,-4 0-196-16,4 2-348 0,-4-1-380 0,4-4-320 15,4-1-92-15,-3-6-4 0,3-2-256 16,0-7-256-16,8-10-52 15,8-8-200-15,4-8-200 0,8-9-796 0,4-3-1280 16,0-3-2973-16,12-20 805 0</inkml:trace>
  <inkml:trace contextRef="#ctx0" brushRef="#br0" timeOffset="100419.388">12295 10312 6080 0,'0'0'7605'16,"0"0"-6565"-16,0 0-776 0,0 0 116 0,0 0 196 0,88-41 92 0,-68 34-56 16,3-2-116-16,-3 3-212 15,1 0-112-15,-2 2 100 0,1 4-88 0,-3 0-108 16,-2 7 72-16,1 2 148 0,-4 7 120 16,-4 6-48-16,0 7-160 15,-4 2-64-15,-4 8 4 0,0 5-52 0,0 3-20 16,0 1-68-1,-4 3-4-15,4 3 0 0,0-7-8 16,0 4 4-16,0-3 0 0,0 0 8 16,4-2 88-16,-4 0 4 0,4-4 68 0,-4-5 4 15,0 1-4-15,0-6-32 0,0-7 20 16,0 1-156-16,0-7-8 0,-4-3-208 0,0-1-344 16,-8-2-272-16,0-3 24 0,-4 2 8 15,-3-5 44-15,-2-1 88 0,-7 0-72 16,-4 0-332-16,-7-1 0 0,-5-3-292 0,-8-2-809 15,8 0-3123-15,-31-2 1508 0</inkml:trace>
  <inkml:trace contextRef="#ctx0" brushRef="#br0" timeOffset="100920.023">13773 10566 9168 0,'0'0'8333'16,"0"0"-7441"-16,0 0-892 0,0 0-4 15,-95 12 4-15,59-2 736 0,0 3 480 16,-3 4-304-16,-6 1-536 0,-7 8-304 16,-8 5-20-16,-7 1 69 0,-5 9-73 0,-15 7 36 15,-5 3 28-15,-8 9-52 0,-8 7 24 16,-10 3-72-16,-7 2 0 0,-6 12-8 15,-8 1-4-15,-5 7-96 0,-7 3-184 0,-1 4 87 16,-3 2 153-16,-4 4 36 16,7 0 4-16,-7-1-144 15,8 1 48-15,-1 0 92 0,1-7-44 0,7 1 48 0,5-4 0 16,12-10 4-16,7-2 4 0,8-6 76 0,13-12-84 16,19-6 0-16,12-9-112 0,17-15-164 15,14-9-20-15,14-10-44 16,14-14-52-16,9-2-328 0,13-13-228 0,11-9-592 15,8-6-468-15,-4 6-896 0,31-26-2793 16</inkml:trace>
  <inkml:trace contextRef="#ctx0" brushRef="#br0" timeOffset="101536.957">12594 11764 3724 0,'0'0'1044'0,"0"0"4576"0,0 0-4251 0,0 0 23 0,0 0-208 16,0 0 180-16,0 0 76 0,0 0 96 15,0 0-420-15,60 94-348 0,-49-46-240 0,2 10-164 16,-2 8-48-16,1 4 289 0,1-1-33 16,-6 1-272-16,-3-3-180 15,0-7-60-15,0 1-60 0,-4-7-8 0,0-1-200 16,0-1-80 0,0-5-64-16,-4-6-120 0,4-9-65 0,0-6-23 0,0-11-24 15,0-11-200-15,4-4-780 16,8-17-780-16,4-5-1648 0,-4 0-1657 15,13-29 625-15</inkml:trace>
  <inkml:trace contextRef="#ctx0" brushRef="#br0" timeOffset="101874.03">13395 11826 3100 0,'0'0'10585'0,"0"0"-8585"0,0 0-1048 0,0 0-564 16,0 0 196-16,0 0 416 0,-96 55-76 0,64-36-336 15,1 3-236-15,3-3-192 0,-4 4-88 0,0 2 0 16,-4 0-20-16,0 4-52 16,-4-1-76-16,-3 4-8 0,-2 4 0 0,2 1-4 15,-2-5-20-15,10 3-28 0,3-7 136 16,4-2 4-16,12-4 96 0,9-7-4 16,7-2-96-16,0-3 0 0,15 2 0 15,5 5 12-15,12-1 112 0,8 3 20 16,8-1-8-16,-1-1-64 15,5-2-68-15,-4 1 0 16,-4 3 4-16,-4-6 0 0,-1 2-8 0,-7-2-48 16,-4 0-100-16,0 3-216 0,-8-3 44 15,1 0-68-15,-6-1-68 0,-7-3-48 16,0 1-52-16,0 0-60 0,-8-4-180 0,4-3-400 16,-4 1-840-16,0-4-2149 15,-8 0-3547-15</inkml:trace>
  <inkml:trace contextRef="#ctx0" brushRef="#br0" timeOffset="103554.738">15515 10782 4180 0,'0'0'616'15,"0"0"2048"-15,0 0 420 0,0 0-1003 16,0 0-805-16,0 0-300 0,63-67-96 15,-35 45-296-15,4-3-236 0,4 0-212 0,0 0 0 16,-1 1 88-16,-3 6 28 0,4-1 8 16,0 3 24-16,-4 0 12 0,4 0 60 15,-4 3-24-15,-4 4-12 0,-4-4-160 16,-1 4-84-16,-3 2 32 0,1 0-60 0,-6 5-36 16,1 2-4-16,0 0 0 0,-4 2 0 15,0 12-4-15,-4 4 64 0,-1 5 432 16,2 5-132-16,-1 4-212 0,0 1-80 0,-1-3 32 15,6-4-36-15,-2 0 40 0,10-7-64 0,-6-4 48 16,13-2 16-16,-4-4 20 16,8 1 40-16,0-7-3 0,0-3-85 15,3 0 16 1,2 0-28-16,-1-6-60 0,-4-1 36 0,-1-2-36 16,1-1-8-16,-4-2-4 0,0 2 0 15,-5 1-60-15,-2-2-124 0,-5 6-121 16,-4-4-83-16,-5 2-136 0,1 1-96 0,-8 3-140 15,0 3-40-15,0-3-312 0,0 3-628 16,-4 0-956-16,0 0-1557 0,-11 6-603 16</inkml:trace>
  <inkml:trace contextRef="#ctx0" brushRef="#br0" timeOffset="103893.828">15626 11112 11549 0,'0'0'2212'0,"0"0"-1248"0,0 0-700 0,0 0 456 16,0 0 460-16,0 0-300 0,0 0-76 15,0 0-212-15,91 13-212 0,-46-13 12 16,2 0-40-1,9 0 4-15,0 0-16 0,8 0 328 0,-5 0-47 0,9 0-317 16,-4 0-160-16,3 0 0 0,2 3-20 16,-6-3-84-16,5 3-40 0,-8 0-84 15,3-3-4-15,-7 0-152 0,-5 0-40 16,-2 0-24-16,-10 0-9 0,2 0-91 0,-14 0-80 16,-7-3-56-1,-4 3-144-15,-4-3-212 0,-8 3-564 0,0 0-888 0,-8 0-2773 0</inkml:trace>
  <inkml:trace contextRef="#ctx0" brushRef="#br0" timeOffset="104893.514">18559 10229 536 0,'0'0'2400'0,"0"0"-1712"0,0 0-268 0,0 0 100 31,0 0 52-31,0 0 1240 0,0 0 508 0,0 0-808 0,0 0-519 0,0 0-341 16,0 0 16-16,23-66 208 0,-23 60 36 16,0-4-16-16,0 3-68 15,0 4-68-15,-4-3-128 0,-4 0-212 16,1-1-200-16,-2 1-72 0,-3 3-60 15,1 0-80-15,-6-4 52 0,-2 4-52 16,-1 3 4-16,-4 0-12 0,-4 0 4 16,-4 3 12-16,-4 10 68 0,-3 0 16 15,-2 9 32-15,-2 10 4 0,-6 7-24 16,2 7-40-16,-1 12-24 0,1 8 76 0,-2 11 0 0,6 5 32 16,2 7 52-16,6 0 0 15,3 4 148-15,9-2-76 0,6-5-112 0,10-3-108 16,7-11-8-16,4-4 56 0,16-12 36 15,3-8 249-15,9-10 199 16,8-3-228-16,8-7-88 0,0-8-80 0,8-1 8 16,-5-13-48-16,5-3-48 0,-4-6-96 15,-1-10 32-15,-3-5-44 0,1-1-124 16,-10-10-200-16,1 4-100 0,-8-5-84 0,-8-1-88 16,-4-1-145-16,-8 0-403 0,-5 0-836 15,-7-3-1820 1,-4 10-1397-16,-11-13-1999 0</inkml:trace>
  <inkml:trace contextRef="#ctx0" brushRef="#br0" timeOffset="105059.124">18200 10934 3756 0,'0'0'8577'0,"0"0"-6805"0,0 0-608 0,0 0-260 16,0 0 592-16,0 0 0 0,0 0-176 0,92 65-416 16,-57-63-299-16,13-2-289 15,0 0-196-15,0-9-120 0,-1-1-44 16,-2-6-100-16,-10 3-269 0,-7 4-255 0,-4-4-344 15,-8 4-340-15,-5-1-816 16,-2 4-1000-16,-9 3-2201 0,0 3-1455 0</inkml:trace>
  <inkml:trace contextRef="#ctx0" brushRef="#br0" timeOffset="105178.289">18567 11018 10104 0,'0'0'2485'0,"0"0"-905"0,-13 75-392 0,9-34 156 0,0 1-88 15,4 2-308-15,0 4-408 16,0-1-292-16,4 2-188 0,0 1-12 0,1-2-48 15,-1-4-76-15,0-3-316 0,-4-3-296 16,3-3-328-16,-3-4-520 0,0-8-1460 0,0 3-3757 16</inkml:trace>
  <inkml:trace contextRef="#ctx0" brushRef="#br0" timeOffset="121338.849">11423 13760 9108 0,'0'0'776'0,"0"0"3105"0,0 0-3117 0,0 0 444 0,0 0-264 16,91-25-36 0,-59 15-44-16,4-3-124 0,3-2 32 15,6-5-344-15,-6 5-308 0,6 2-112 0,-6 0 56 16,5 10-64-16,-4 3-4 0,-4 7 4 15,0 8 116-15,-5 4 20 0,-3 10-40 16,-8 0-84-16,0 5 0 0,-4 5 136 16,-4-1 32-16,0 6 172 0,-4 1-11 0,0 0-205 31,0 1-40-31,4 2 0 0,0 3 0 0,3-7-96 16,-2 1-8-16,2-4-40 0,5-6 44 15,-3-6-80-15,2-4 0 0,5-6 76 16,-3-7 0-16,7-5 0 0,-1-7-88 0,1 0 92 15,-4-7-132-15,0-1-301 16,0-5-111-16,-9 1-60 0,-7 1 8 0,1-1-348 16,-9 3-460-16,0-1-988 0,-9 3-2153 0,-10 1-2655 15</inkml:trace>
  <inkml:trace contextRef="#ctx0" brushRef="#br0" timeOffset="121571.964">11363 14221 11497 0,'0'0'1716'15,"0"0"-848"-15,0 0-312 0,0 0 664 16,0 0 248-16,0 0-456 0,56 66-284 16,-17-41-140-16,10 4-96 0,2 2-80 0,1 5-92 15,4 5-64-15,-5-3-16 0,5 3-68 16,-8-3-104-16,4 1-68 0,-8-4-144 15,3-1-208-15,-3 1-148 0,0-3-196 0,4-1-104 16,-5-1 484-16,2-8-264 0,-6 0-748 16,1-3-900-16,-3-3-536 0,-10-4-205 15,9 2-5507-15</inkml:trace>
  <inkml:trace contextRef="#ctx0" brushRef="#br0" timeOffset="123378.453">14315 14191 9200 0,'0'0'5165'16,"0"0"-4129"-16,0 0-332 0,0 0-336 16,0 0 228-16,0 0 372 0,64-82 32 0,-17 63-252 15,9 0-112-15,8 3-232 16,4 4-152-16,-4 2-88 0,-4 7-164 0,-13 3 0 16,-7 0-12-16,-8 6-36 0,-1 4-36 0,-6-1 20 0,-5 4 16 15,-5 0-96-15,-2 0 20 16,-5 5-60-16,-8 2-32 0,0-1-68 0,-4 2 4 15,-8 9-76-15,-12-2-160 0,0 4-88 0,-8 3-52 16,-4 0 60-16,1-1-16 0,-6 5 56 16,2-1 92-16,-1-4 176 0,4 5 160 31,0-8 128-31,0 5 176 0,8-1 40 0,-4-4 24 16,9 4 96-16,-1-3-4 0,7-4-32 15,6 0 12-15,7-2-28 0,4 0-36 16,0-7 16-16,12 3-32 0,-1-3 128 0,9 1 132 15,8-2 64-15,0-5-164 16,8-4-16-16,4-2-20 16,4-4-100-16,-1-3-36 0,6 0 180 0,-6 0 429 0,1-7-649 15,0-2-180-15,-8 0-136 0,-1-4-72 0,2-3-157 16,-1 0-155-16,-8 0-164 0,0-3-184 16,-9 0-844-16,1 0-1004 0,-8 4-1889 0,0-11-2567 15</inkml:trace>
  <inkml:trace contextRef="#ctx0" brushRef="#br0" timeOffset="123621.015">15156 14307 8716 0,'0'0'1940'15,"0"0"-1051"-15,0 0 123 0,0 0 584 16,0 0-308-16,-79 76-156 15,58-45-360-15,-3 1-228 0,-4 6-260 0,0 3-24 0,-4 6-88 16,-7 5 0-16,3-4-60 0,-3 2-112 0,-2-2 0 16,9-7-148-16,0-6-196 0,8-9-212 15,5-8 20-15,6-4-248 0,10-11-424 32,3-3-400-32,0 0-1221 0,0-7-3167 0</inkml:trace>
  <inkml:trace contextRef="#ctx0" brushRef="#br0" timeOffset="123942.898">15957 13983 12105 0,'0'0'2536'0,"0"0"-1476"0,0 0-280 0,0 0 488 16,0 0 140-16,-80 76-244 0,56-48-448 15,-4 7-360-15,0 3-224 0,-3 10-36 16,-9 6 28-16,-8 9-60 0,-8 10-64 16,-8 10-12-16,-11 6 4 0,-5 9-52 0,-4 0 60 15,-3 4 48-15,-1 0 25 0,0 0-61 0,1-4-12 16,3-3-73-16,1-2-75 0,6-8-32 16,2-2-40-16,11-7-24 15,5-6 24 1,10-11 52-16,6-4-28 0,11-11-48 0,8-9-88 15,8-9-208-15,8-11-456 0,4-2-468 0,4-13-396 16,8 0-940 0,-4-3-449-16,16-13-2383 0</inkml:trace>
  <inkml:trace contextRef="#ctx0" brushRef="#br0" timeOffset="124888.95">15299 15665 9732 0,'0'0'2333'0,"0"0"-1285"0,0 0-728 0,0 0 148 0,0 0 268 0,0 0 44 0,0 0-240 15,0 0-144-15,0 0-160 0,0 0 24 16,-76-50 300-16,69 50 96 0,-5 3-88 16,-1 6 48-16,2 10-88 0,-2 7-224 15,2 6-132-15,-1 2 24 0,3 11-36 16,2-4-40-16,-1 0-48 0,4-6-64 0,4-6 56 16,0-7 8-1,0-10-12-15,4-5-60 0,4-7-24 16,8 0-132-16,0-9 80 0,8-10 4 15,-4-7-148-15,3-6-160 0,1-9 64 16,0-4-100 0,-3-2-4-16,-2 2-48 0,1-2-60 0,-4-1-20 0,0 0 76 15,-1 1-116-15,-6-4-68 0,3 0-48 0,-8 0 248 16,-1 0 164-16,-3-2 192 0,5 5 100 16,-5 7 96-16,0 6 132 0,0 7 76 0,4 8 76 15,-4 12 124-15,0 3 60 0,0 5-24 16,4 0-76-16,-4 13 292 0,4 4 80 15,0 8-160-15,-4 7-148 0,0 5-100 0,0 8-112 16,0 9-36-16,0 3-24 0,0 0-96 16,-8 4-64-16,4 0-96 0,-5-3 0 0,6 0-72 31,-1 2-64-31,0-6-192 0,0 1-196 0,4-8 12 0,-4-6-140 16,4-5-332-16,0-11-564 0,8-9-416 0,0-10-388 15,0-3-665-15,8-9-2307 0</inkml:trace>
  <inkml:trace contextRef="#ctx0" brushRef="#br0" timeOffset="125045.796">15638 15751 3252 0,'0'0'8925'16,"0"0"-6617"-16,0 0-1172 0,0 0-8 0,4 70 104 16,0-48-380-16,-4 0-400 0,4 0-292 15,3 3-160-15,-2 1-8 0,-1-8 4 16,4 3-352-16,0-9-616 0,-1-5-256 0,2-5-1304 0,-1-2-2969 15,-4-9-2931-15</inkml:trace>
  <inkml:trace contextRef="#ctx0" brushRef="#br0" timeOffset="125409.975">16016 15218 5956 0,'0'0'8117'0,"0"0"-6413"0,0 0-700 0,0 0 384 0,0 0-56 0,96 19-368 16,-64-13-328-16,7 0-164 0,6-3-204 15,-2 0-183-15,5-3-85 0,-8 4-40 0,-1-4-445 16,-6 6-223-16,-6 1 72 0,-6 2 60 0,-14 10 76 16,-7 7 32-16,0 9 368 0,-15 6 24 0,-9 6-4 15,-4 11 80-15,-4-2 100 16,-4 2 20-16,4 2 40 0,-3-3 160 0,7 1 24 15,7-5-60-15,6-2 20 0,6-3-132 0,9-10 172 16,0-3 56-16,13-7-104 0,6-9-116 16,1-3-8-16,8-2-88 0,0-8-84 0,8-1-104 15,0-5 16-15,-1 0-20 0,-3 0-76 16,0-5 40-16,-4-6-64 0,0 2-108 16,-8-3-112-16,1-4-88 0,-6 0-96 0,1-6-240 15,-4 0-704-15,-4 3-2284 31,4-14-2833-31</inkml:trace>
  <inkml:trace contextRef="#ctx0" brushRef="#br0" timeOffset="125611.716">16618 15452 11761 0,'0'0'2016'0,"0"0"-1252"0,0 0-400 0,-28 74 156 16,20-42 256-16,-4 1-24 0,1 6-264 0,-6 3-240 15,6-2-152-15,-10 2-8 16,6 6-88-16,-5-4-8 0,-4 1-340 16,-1-1-212-16,2-2-124 0,-1-4-212 15,0-4-268-15,4-4-684 0,0-5-469 0,4-10-911 16,4-3-2260-16</inkml:trace>
  <inkml:trace contextRef="#ctx0" brushRef="#br0" timeOffset="126111.845">17407 14655 11445 0,'0'0'2848'0,"39"67"-688"0,-15-25-820 15,-3 5-104-15,7 7-132 0,-4 0-300 0,-5-7-428 16,-2-8-376-16,2-7-36 0,-3-7-108 0,4-8-136 16,-4-6-284-16,4-4-192 15,-1-4 176-15,-2 1-144 0,-2-4-880 16,-2-7-2248-16,-2-9-1773 0</inkml:trace>
  <inkml:trace contextRef="#ctx0" brushRef="#br0" timeOffset="126279.083">17818 14649 11429 0,'0'0'1564'0,"0"0"-76"0,0 0-780 0,0 0-80 15,-97 41 176-15,70-13-204 0,-1 8-104 16,0 6-16-16,-4 2-208 0,1 3-84 16,-6-2-68-16,5 0-120 0,5-4-36 15,3-7-272-15,4-5-520 0,8-6-584 16,3-8-1316-16,6-5-4837 0</inkml:trace>
  <inkml:trace contextRef="#ctx0" brushRef="#br0" timeOffset="126779.472">18857 14023 9460 0,'0'0'2053'16,"0"0"-225"-16,0 0-748 0,92 32 208 0,-52-19-120 16,4-4-264-16,4-2-236 0,3-4-236 15,-3-3-260-15,-4 0-132 0,4 0-40 0,-12 0-72 16,-1 0-76-16,-7 3-172 16,-8 7-40-16,-8 2 200 15,-4 4-12-15,-8 9-112 0,-16 5 232 0,-8 8-20 16,-11 3 8-16,-10 4-8 0,-2 6 20 15,-5-1 48-15,0 4 4 0,1-4 64 16,-2 4 108-16,10-2 88 0,2-5 100 16,10-3 24-16,7-2 44 0,12-7-20 15,8-7-68-15,4-2-104 0,12-4-68 0,16-3-88 16,8-3-80-16,8-6-64 0,8-4 64 0,3-6-12 16,5-4-24-16,3-12-48 0,2-3-296 15,-1-3-60-15,-5 0-68 0,-7-6-244 16,-4 3-364-16,-9-5-1076 0,-11 5-2757 0,-3-7-4678 15</inkml:trace>
  <inkml:trace contextRef="#ctx0" brushRef="#br0" timeOffset="126985.496">19551 14284 13389 0,'0'0'1748'15,"0"0"-1032"-15,-73 69-488 0,41-33 24 16,1 5 112-16,-5 6 96 0,0 1-48 0,4-1-352 16,4-1-60-16,-3-2-172 31,3-6-288-31,3 1-276 0,2-8-376 0,3-3-572 0,8-8-1177 0,0-1-4155 16</inkml:trace>
  <inkml:trace contextRef="#ctx0" brushRef="#br0" timeOffset="127297.491">20630 13786 13133 0,'0'0'2684'0,"0"0"-1628"0,0 0-748 31,0 0 116-31,-103 69 244 0,59-27-4 0,-8 5-172 16,-3 11-208-16,-1 5-140 0,-8 11-32 15,-5 1-100-15,-2 11 0 0,-8 3-12 16,-9 9-72-16,-3 10 8 0,-5 1-132 0,-4 5 136 0,0 0-76 0,5 0 76 16,7-6 0-16,0-3-28 15,9-10-404-15,11-9 24 0,13-14 260 0,6-7 8 16,21-12-48-16,13-15-60 0,2-8-280 15,13-16-640-15,5-3-584 0,3-8-900 16,7-6-3697-16</inkml:trace>
  <inkml:trace contextRef="#ctx0" brushRef="#br0" timeOffset="128065.996">20112 15402 9804 0,'0'0'2037'0,"0"0"-401"0,0 0-444 0,0 0 388 16,0 0-260-16,0 0-260 0,-88-4-260 0,69 17-284 15,-1 3-164-15,0 9-80 0,-5 7-32 16,10 7-68-16,-9 4-24 0,9 9-40 15,-2 2 12-15,2 3-56 0,2 0-64 16,5-3 48-16,8-10-24 0,0-9 72 0,8-12 329 16,5-11 99-1,2-5-524-15,2-7-124 16,2-5-20-16,1-9 60 0,8-16-12 0,0-3-76 16,4-13-85-16,0-8 65 0,0 1-112 0,-1-1 0 0,5-3 24 15,-4-4-4-15,-4 0-44 16,-4-2 32-16,-5-6 4 0,2 1-40 0,-10-1 60 15,-2-1 40-15,-1 3 84 0,-8 1 48 16,3 6-72-16,-3 6 108 16,0 2 52-16,0 15 12 0,0 10 12 0,0 13 224 15,0 7 84-15,0 7 224 0,0 7-140 16,0 7-160-16,0 13 36 0,-3 4-84 16,-1 10 12-16,0 10 12 0,-5 6 24 0,-2 10-60 15,3 0-100-15,-9 6-72 16,6 1-4-16,-6-2-8 15,2-2-172-15,-1-7-388 0,-4-3-184 16,8-8-116-16,0-8-288 0,1-10-1416 16,6-10-1440-16,1-3-1641 0</inkml:trace>
  <inkml:trace contextRef="#ctx0" brushRef="#br0" timeOffset="128309.138">20275 15630 10556 0,'0'0'2889'0,"0"0"-1169"0,0 0-632 0,0 0-168 15,80-6-76-15,-55 6-324 0,3 0-188 0,-1 0 24 16,0 0-136-16,1 0-172 16,-7 3-48-16,-10 7-16 0,-2-1-228 15,-5 7-160-15,-4 6 156 0,0 0 160 0,-13 7 88 16,-2 2 52-16,-2-1-52 0,2 1 8 0,-1-6-8 16,4 2 4-16,4-13-4 0,8 2-92 0,0-6-44 15,12-10-48-15,-1 0-260 0,14-13 84 16,6-6-228-16,5-9-844 31,9-4-952-31,-14 3-521 0,25-15-3539 0</inkml:trace>
  <inkml:trace contextRef="#ctx0" brushRef="#br0" timeOffset="128651.893">21012 14929 12925 0,'0'0'2724'0,"0"0"-1344"0,0 0-696 0,0 0-40 0,0 0 216 0,0 0-124 16,101 0-296-16,-62 0-232 0,5 0-132 0,0 0-76 15,-8 3-72-15,0 6 8 0,-8 4-116 0,-8 3-80 16,-9 3-8-16,-3 6 24 16,-8 10 232-16,-8 3 12 0,-16 7 72 0,-4 6 16 15,-7 6-84-15,-5 0 0 0,-4 4 44 31,8-1 88-31,-4 1-52 0,9-5 40 0,3 0 8 16,11-1 16-16,6-8 60 16,3-2-28-16,8-6-8 0,8-8-48 0,3-6-124 0,9-6-84 0,5-3-60 15,6-10-40-15,5-1 24 0,0-5-32 16,-1-7-16-16,6-6-172 0,-1-6-76 16,-5-6-168-16,-3-1-144 0,0-2-488 15,-8-7-704-15,-4 13-1296 16,0-17-3905-16</inkml:trace>
  <inkml:trace contextRef="#ctx0" brushRef="#br0" timeOffset="128820.682">21447 15177 5348 0,'0'0'8781'16,"0"0"-7225"-16,-48 69-1120 0,36-43-204 15,-7 9 276-15,2-1 340 0,2 8-144 16,-2-4-248-16,2 3-384 0,-5 1-72 15,4-5-232-15,-4-1-164 0,-4 2-320 16,3-7-304-16,-2 2-640 0,7-8-924 0,-12 2-2481 16</inkml:trace>
  <inkml:trace contextRef="#ctx0" brushRef="#br0" timeOffset="129399.92">22794 14614 5640 0,'0'0'3264'0,"0"0"-927"0,0 0-861 16,0 0-76-16,0 0-124 0,0 0-344 16,0 0-420-16,84-6-248 0,-69 6-264 0,1-3-140 15,5 3-608-15,-6-3-512 16,2 3-860-16,2 0-3473 0</inkml:trace>
  <inkml:trace contextRef="#ctx0" brushRef="#br0" timeOffset="129669.759">23192 14602 7976 0,'0'0'1724'0,"0"0"-1724"0,0 0-712 0,0 0 260 0,0 0 268 16,0 0 56-16,0 0 24 0,96-11-416 15,-68 9-196-15,-4-1 716 0,4-4 92 16,0 5 896-16,0-3 24 0,-5 3-68 16,5-2 65-16,-4 2-97 0,0-2-772 0,0 4-140 15,-5 0-216-15,2 0 36 16,-6 0 0-16,5 6 180 0,-3-2 64 16,2 3 64-16,1-1 332 0,-4 0 248 15,4 0 348-15,-3-3 32 0,-2 1-168 0,1-4-240 0,-4 0-256 16,3 0-260-16,-2 0-164 0,2-7-452 15,-2 3-816-15,-5-1-1192 0,3-2-5377 0</inkml:trace>
  <inkml:trace contextRef="#ctx0" brushRef="#br0" timeOffset="130173.369">24252 14370 7840 0,'0'0'2652'16,"0"0"-107"-16,0 0-893 0,0 0-168 15,104 70-72-15,-76-36-104 0,0 10 40 16,0 8-384-16,-9 8-307 0,5-3-125 0,-7 0-144 16,-2-3-204-16,1-9-148 0,0-7-36 15,-5-6-184-15,6-7-140 0,-6-5-369 0,6-6-147 0,-2-3 168 16,-2-5 12-16,6-6-580 0,1-3-672 15,-8-6-1976-15,8-14-3085 0</inkml:trace>
  <inkml:trace contextRef="#ctx0" brushRef="#br0" timeOffset="130353.777">24829 14386 11089 0,'0'0'1656'0,"0"0"-788"0,0 0-360 15,-99 91 452-15,67-52 36 16,-7 5-380-16,3 7-168 16,-5 0-212-16,-2 1-148 0,7-6-16 0,-4-1-72 15,8-4-272-15,4-13-512 0,9-2-576 0,2-10-1068 0,6-7-2313 16,7-5-1659-16</inkml:trace>
  <inkml:trace contextRef="#ctx0" brushRef="#br0" timeOffset="130740.508">25503 13744 9428 0,'0'0'4673'15,"0"0"-2805"-15,0 0-256 0,0 0-736 16,92 28-148-16,-53-23-288 15,9-5-256-15,5 0-184 0,2-5-208 0,4 3 36 16,1-2 48-16,-8 4-72 0,-3 0-96 16,-14 11-44-1,-12 1-8-15,-6 7 48 0,-13 6-16 0,-4 0 304 0,-16 11 8 16,-12 2 68-16,-7 7-68 0,-14 1-4 16,-3 5-8-16,-4 7-100 15,1-4 104-15,-1 6 8 0,0-3 0 16,8 0 84-16,1 1 52 0,7-8 224 0,5 0 48 0,10-8 60 0,9-4-12 15,8-6-64-15,8-10-148 16,4-2-108-16,13-5-76 0,6-5 0 16,9-7-60-16,8-3-8 15,7-3-88-15,5-13-148 0,4-6-248 16,0-7 12-16,-1-3-284 0,-3-2-476 0,-3-2-996 16,-17 8-2713-16,3-10-3447 0</inkml:trace>
  <inkml:trace contextRef="#ctx0" brushRef="#br0" timeOffset="130956.582">26113 13977 9260 0,'0'0'4469'0,"0"0"-3709"0,0 0-380 0,-88 91 72 16,56-50 832-16,-4 1 168 0,1 5-340 15,-6 4-536-15,-2 0-404 0,3 0-112 16,-8 0-60-16,-4 2-100 0,5-1-168 0,-6-1-124 15,2-4-112-15,3 0-260 0,0-6-480 32,8-2-1024-32,12-13-1793 0,0 2-1591 15</inkml:trace>
  <inkml:trace contextRef="#ctx0" brushRef="#br0" timeOffset="131403.487">26691 13814 8796 0,'0'0'2301'0,"0"0"-841"0,-129 98-412 0,66-44-84 15,-5 10 348-15,-3 3-208 0,-5 8-236 16,0 8-324-16,-4 6-236 0,1 3-64 16,-9 11-120-16,0 1-124 0,5 7-124 15,0-3-84-15,6 0-136 0,6-6-4 16,11-11-120-16,8-2 168 0,12-12-84 16,5-8 160-16,7-8-116 0,8-8-12 15,4-11-24-15,7-7-204 0,6-13-460 16,3-6-820-16,0-6-721 0,3-7-1679 15</inkml:trace>
  <inkml:trace contextRef="#ctx0" brushRef="#br0" timeOffset="132242.31">26304 15484 10776 0,'0'0'1709'0,"0"0"-941"0,0 0-132 16,0 0 416-16,0 0-84 0,0 0-200 0,0 0-208 0,0 0-164 15,0 0-160-15,-84-22-52 16,65 39-60-16,-2 4-112 16,1 8 124-16,-3 5-124 0,3 1 124 15,-1-3 12-15,6 0-48 0,-1-7 96 0,8-6-12 16,4-6-24-16,0-6-160 0,4-7-48 16,4 0-148-16,8-3 36 0,8-11 48 0,4-4-184 15,8-11 64-15,0-6-104 16,3-1-36-16,-3-4 12 0,-4 1 112 0,0 1 72 15,0 1 88-15,0-4 84 0,-5-1-8 16,-3-3 12-16,-3-2-4 0,-2-4 4 16,2-2 68-16,-6 2-64 0,1-4 0 0,-3 1-4 15,-2 7-12-15,1 3 12 16,-4 5 8-16,0 8 216 0,1 8 24 16,-2 11 28-16,-3 6 96 0,0 6 120 0,0 0-84 15,0 9-28-15,-8 7-48 0,0 6-136 0,0 7-108 16,-3 8 32-16,-6 8 4 0,6 6 8 0,-2 3 64 15,2 3-184-15,-6 4-12 0,2-1-96 0,-2 0-64 16,2 1-84-16,2-11-24 31,2-3-248-31,-1-9-152 0,7-2-36 0,5-11-204 16,0-6-272-16,0-3-820 0,5-9-1181 0,7-7-3395 16</inkml:trace>
  <inkml:trace contextRef="#ctx0" brushRef="#br0" timeOffset="132516.989">26618 15402 12881 0,'0'0'3040'15,"0"0"-1924"-15,0 0-580 0,-71 66 192 0,51-43 380 16,4-5-568-16,4-1-380 0,4-2-160 0,4-2-132 16,4-4-28-16,0 1 40 0,0 0 8 15,4-2-132-15,9 3 72 16,-6-2 84-16,9 4 4 0,-4 0-64 0,4-1 96 15,0 4 52-15,3 3 8 0,-2 1 40 16,-2-1-40 0,2 2-4-16,-2 1-4 0,-6-2 8 15,-2-1 4-15,-3 0-12 0,-4-3-12 16,0 0-76-16,-7 0 40 0,-6-4-148 0,-2 2-124 16,-2-8-152-16,-2-4 24 0,3-2-236 15,0-2-976-15,4-11-3417 0,4 3 2513 16,4-15-4600-16</inkml:trace>
  <inkml:trace contextRef="#ctx0" brushRef="#br0" timeOffset="132875.497">27029 15087 13281 0,'0'0'2596'16,"0"0"-1508"-16,0 0-216 0,0 0 276 0,0 0-400 0,0 0-432 15,92 22-304-15,-56-22 64 0,3 0-76 16,1 0-8-16,4-2-152 0,-4 2-160 16,-8 0-256-16,-4 9 160 0,-12 4 80 15,-4 9 152-15,-12 4 48 0,-4 5 136 0,-16 4 144 16,-5 6 128 0,-3 4-12-16,-3-1-40 0,-5 4 28 15,0-1-128-15,4-3-32 0,4-2-4 0,4 0 76 16,9-8 196-1,7-2-52-15,3-3-36 0,5-4-72 0,9-3-12 0,6-4 0 16,6-1-112-16,-1-7-72 0,7-4-12 16,1-4-148-16,0-2-96 0,4-2-60 0,-8-8 36 15,4-3-212-15,-4-2 64 0,-5-5 24 0,5 1-164 16,-3-6-388-16,-6 3-1048 0,1 0-2148 16,0-6-2205-16</inkml:trace>
  <inkml:trace contextRef="#ctx0" brushRef="#br0" timeOffset="133084.38">27587 15189 10876 0,'0'0'2349'16,"0"0"-1321"-16,0 0-268 0,-48 66 320 0,29-31 108 16,-2 4-232-16,1 2-204 0,-4 3-248 15,1 1-140 1,-5 0-168-16,0-1-80 0,-4-1-116 15,-4 3-220-15,1-2-100 0,-6-2-232 0,5-4-64 0,4-8-88 16,1 0-276-16,7-11-516 16,4-7-700-16,12-2-1029 0,0-10-3051 0</inkml:trace>
  <inkml:trace contextRef="#ctx0" brushRef="#br0" timeOffset="133489.011">27954 14277 8584 0,'0'0'3125'0,"0"0"-661"0,60 76-672 0,-37-31-232 15,5 12-236-15,0 10-208 0,-8 0-312 16,-5 3-120-16,2-4-332 0,-6-5-316 16,6-7-36-16,-6-13-232 0,6-3-72 31,-2-13-244-31,5-6-96 0,5-10-128 0,3-9-484 0,-1 0-780 16,-3-9-2096-16,11-19-3185 0</inkml:trace>
  <inkml:trace contextRef="#ctx0" brushRef="#br0" timeOffset="133656.527">28495 14386 12537 0,'0'0'1860'16,"0"0"-1128"-16,-99 60-592 0,55-29 60 0,-8 10 844 16,0 7-108-16,-4 4-504 0,1-2-368 0,-1 0-64 0,0 2-100 15,4-8-48 1,5 1-324-16,2-4-476 0,14-16-960 0,-1 8-3721 15</inkml:trace>
  <inkml:trace contextRef="#ctx0" brushRef="#br0" timeOffset="134246.229">29252 14160 8292 0,'0'0'2524'16,"0"0"-1111"-16,0 0 43 0,0 0 88 15,100 19-172-15,-61-12-152 0,10-2-296 0,3-1-372 0,3-1-268 16,-3-3-184-16,4 0-88 0,-9 0-24 16,-3 0-40-16,-8 0-68 0,-8 0-80 15,-8 10 16-15,-16 0-84 0,-4 8-28 0,-4 5-36 16,-16 5 156-16,-8 7-244 0,-4 3 60 16,-7 4 48-16,-6 2 312 0,2 3 16 15,-1 4 32 1,-4 0 76-16,4 3-116 15,1-3 292-15,7 3 8 0,4-6 4 0,4-4-44 0,8 0 44 16,8-5-20-16,8-2 28 16,4-5-12-16,8 0-64 0,12-7-36 15,8 1-24-15,4-3-88 0,8-5 52 0,3-5-76 16,5-7-72-16,0-3-156 16,0-6-420-16,0-9-88 0,-4-5-184 0,4-8-216 0,-9 0-592 15,-7 3-1236-15,8-13-3321 0</inkml:trace>
  <inkml:trace contextRef="#ctx0" brushRef="#br0" timeOffset="134473.55">29982 14370 11657 0,'0'0'2224'0,"0"0"-1348"0,0 0-360 0,-76 92 348 0,48-57 64 16,-4 9-268-16,0 1-264 15,0 2-200-15,-4 1 16 0,1 0-80 0,-1 0-132 16,-1-1-136-16,-2-3-172 16,-1-3-164-16,5-3-36 0,-2-6-116 15,10-3-204-15,-1-7-724 0,8-6-848 0,8-7-1813 16,0-5-2063-16</inkml:trace>
  <inkml:trace contextRef="#ctx0" brushRef="#br0" timeOffset="134822.915">30324 14649 11265 0,'0'0'3232'15,"0"0"-2220"-15,0 0-788 0,0 0-212 16,0 0 100-16,100-9-112 0,-72-1-840 16,-4-2-1320-16,15-11-4261 0</inkml:trace>
  <inkml:trace contextRef="#ctx0" brushRef="#br0" timeOffset="135047.198">31049 14591 572 0,'0'0'7872'16,"0"0"-5632"-16,0 0-931 0,0 0 11 15,99-8 340-15,-78 2-212 0,3-5-536 16,-5 5-540-16,5-3-348 0,0-1-24 15,4-3-324-15,0 3-796 0,0-1-520 0,-4 1-1304 0,12-3-3561 16</inkml:trace>
  <inkml:trace contextRef="#ctx0" brushRef="#br0" timeOffset="135627.245">31917 14294 7444 0,'0'0'3925'0,"0"0"-2437"0,0 0-368 0,0 0-32 15,81 13-120-15,-42-11-52 0,5 1-56 16,4 3-320-16,4-2-216 0,0-1-152 0,3 0-172 15,-3 4 0-15,-4-3-124 0,-8 4-36 16,-4-2-52-16,-8 5 28 0,-8 2-172 16,-9 1-92-16,-11 3 0 0,0 5 160 15,-3 3 176-15,-18 4 112 0,-3-1 212 16,-12 7-36-16,-3 1-40 0,-5 5-136 16,-8-3 0-16,0 7-8 0,1-1 0 15,-1 1 8-15,0-1 48 16,9 0 228-16,-2 1 44 0,9-2 116 0,8-4-44 15,13-1 40-15,2-3 120 0,13-7 124 0,0-3-152 0,13-1-184 16,11-6-180-16,3-6-160 0,10-1-76 16,6-11-12-16,5 0-144 0,4-6-48 15,4-7-24-15,-4-7-88 0,-1-2-96 32,-3-3-140-32,-5-1-276 0,-2 1-704 0,-5-3-1072 0,-16 5-1609 0,7-8-1463 0</inkml:trace>
  <inkml:trace contextRef="#ctx0" brushRef="#br0" timeOffset="135856.446">32658 14468 11417 0,'0'0'1920'16,"0"0"-904"-16,0 0-368 0,-83 60-44 15,48-30-104-15,-6 3-84 16,2 6-192-16,-5 8-216 0,-4 1 0 0,0 4-8 16,1 1-164-16,-6-4-212 0,2 1-64 15,3-7-340-15,0-1-692 16,12-13-1325-16,-3 2-3063 0</inkml:trace>
  <inkml:trace contextRef="#ctx0" brushRef="#br0" timeOffset="136659.673">31288 14583 2844 0,'0'0'7880'0,"0"0"-5811"0,0 0-365 0,0 0-304 16,0 0-60-16,0 0-188 0,36 76-352 0,-23-48-296 16,2 3-140-16,1-2-44 0,4 1-124 15,0-2-136-15,-1 0-60 32,2 1-60-32,-1-4-88 0,-1 1-48 0,-2-7-208 15,-2-4-124-15,1-1-96 0,-4-9-132 16,0-1-536-16,0-4-1128 0,1 0-1585 0,2-16-2207 15</inkml:trace>
  <inkml:trace contextRef="#ctx0" brushRef="#br0" timeOffset="136824.924">31723 14558 12853 0,'0'0'2336'0,"0"0"-1456"0,-96 44-664 0,53-16 48 0,-9 1 172 16,-1 9-4-16,1-3-20 0,1 3-248 15,-1 0-164-15,0-3-532 0,-3 1-676 16,3-6-976-16,7-7-2449 0,-13 8-3947 16</inkml:trace>
  <inkml:trace contextRef="#ctx0" brushRef="#br0" timeOffset="137430.801">30109 14560 132 0,'0'0'8084'16,"0"0"-5496"-16,0 0-791 16,0 0-369-16,0 0-64 0,0 0 92 15,0 0-212-15,0 0-28 0,55 86-112 0,-38-55-336 16,-2 6-208-16,2 7-51 0,-1 0 147 16,-4 0-428-16,3 3-120 0,-3-5-100 15,4 0-8-15,-4-8-44 0,4 1-100 0,4-7-136 16,0-5-72-16,-4-8-168 0,4-2-161 15,-4-6-123-15,0-7 32 0,-1 0-480 16,2-10-1064-16,-9 0-2340 0,8-15-3005 0</inkml:trace>
  <inkml:trace contextRef="#ctx0" brushRef="#br0" timeOffset="137634.715">30512 14490 11909 0,'0'0'2476'31,"0"0"-1028"-31,0 0-420 16,0 0 216-16,0 0-396 0,-84 82-464 0,63-52-200 0,2 4-88 0,-1 4-8 15,-4 2-48-15,1 0-40 0,-5 2-100 16,-4 2-108-16,0-3-160 0,-1 0-260 16,1 0-324-16,5-6-924 0,11-6-2600 0,0 6-3845 15</inkml:trace>
  <inkml:trace contextRef="#ctx0" brushRef="#br0" timeOffset="139587.756">29447 15811 5032 0,'0'0'2148'15,"0"0"-488"-15,0 0-208 0,0 0 81 0,0 0-125 16,0 0-264-16,0 0-136 0,0 0-304 0,-15 70-40 16,6-45-276-16,5-2-64 15,1 2 60-15,3 1-52 0,0-4-72 16,7-3 24-16,2-3-36 15,-1-1-164-15,7-2-84 0,-2-4-168 0,-2 1-4 16,6-3 12-16,-6 0 48 0,2-1 12 16,2-4-32-16,-3 1-4 0,0 0 12 0,4 1 112 0,-4-4 4 0,4 3 4 31,0 1-8-31,3-1-36 0,9-3 36 0,-3 3 12 0,6-3-64 16,1 0 4-16,4 0-176 0,0 0-60 15,-5-3 32-15,-3 0-36 0,-3-1-72 16,-5 1 64-16,-9 3 120 0,2-4 116 0,-9 4 72 15,4-3 56 1,-5 0 8-16,5 1 12 0,1-4-40 0,2-5-36 16,6-2-76-16,-2 1 4 0,5-4-104 15,5 3-104-15,-2-2 104 0,9 2 52 16,-1 0-16-16,1 4-88 0,-4-1 52 0,4 4 0 16,0 2 132-16,-4 2 36 0,0-5 8 15,0 7 0-15,0-3 52 0,-4 0-52 0,4 3-52 16,-9 0 52-16,5 3 60 15,-7 7 28-15,-6-1 268 16,1 7-16-16,-3 0-12 0,-6 3-52 0,1 6 24 0,-4-3-60 16,0 1 36-16,0-2-24 0,0 2-116 0,-4-4 76 15,1-3-28-15,-1 0-72 16,4-4-112-16,0-2-60 16,0 0-200-16,0-7-252 0,4 3-92 0,3-3 64 15,1-3-156-15,5 0-176 16,-2 0 44-16,5 0 112 0,0-3 304 0,-1 0 264 15,2-3 148-15,-2-1 52 0,6-2 112 16,-1-4 120-16,4-6-92 16,3-3-180-16,1-3-12 0,9-5-244 0,-6 5-524 15,5 0-809-15,-4 3-1091 0,0 9 664 0,0 3 1688 16,-8 8 316-16,-5 2 248 16,-3 2-24-16,-4 8 516 0,-4 0 940 15,0 2 508-15,0 1-115 0,-4 0-41 0,4-1-480 16,0-1-932-16,4-3-420 0,3-2-64 0,10-1 252 15,-1 1 132-15,11-4-172 0,6 1-276 16,-2-3 16-16,5 0 36 0,0 0-24 16,0-3-96-16,-5-3 4 0,2 4 76 0,-5-3 64 31,-1 3 172-31,-3-5 284 0,-4 2-272 0,0-9-176 0,4-2-8 16,4-3-100-16,-1-3-48 15,6-3-108-15,-2-4-52 0,5 4-60 16,-4-4-100-16,-4 8-48 0,-4-2 72 0,0 7 136 15,-13 3 12-15,1 4 48 16,-3-1 40-16,-10 7-148 0,1 0 8 0,-4-1 24 0,-4 2-120 16,0-3-388-16,-4 3-296 0,-8 2-692 0,4-3-1168 15,-11 3-2725-15</inkml:trace>
  <inkml:trace contextRef="#ctx0" brushRef="#br0" timeOffset="140695.813">29966 16948 3160 0,'0'0'2660'16,"0"0"-1204"-16,0 0-640 15,0 0 2393-15,0 0-1313 0,0 0-752 0,0 0-384 16,0 0 192-16,80 19-132 0,-73 7-88 16,-3 5-124-16,4 1-116 15,-8 5-100-15,0 1-120 0,0-2-176 16,-8-4-96-16,4-4-8 0,0-6-260 0,1-3-100 16,3-3-52-16,-5-7-64 15,5-2-96-15,0-3 44 0,0-4-52 0,0 0 84 16,0 0 152-16,0 0 176 0,5-4 112 15,-2-3 56-15,5-2 8 0,0-3-100 16,1-4 36-16,2-3 60 0,1-1-8 0,4 2 12 16,-4-5 4-16,0 5 132 0,0-2 116 15,-4 5 28-15,-1 2 56 0,-2 3-16 16,-1 8-20-16,-4 2-88 0,0 0-76 16,0 0 100-16,4 6-140 15,-4 2-92-15,0 6 164 0,0-2-156 0,4 8-12 0,0-5-72 16,-1 4 20-16,1-6-108 0,0-1-200 0,1 1-284 15,-1-3-56-15,-4-3-212 0,4-2-904 0,-4 2-989 16,0-4-2611-16</inkml:trace>
  <inkml:trace contextRef="#ctx0" brushRef="#br0" timeOffset="140857.543">30376 17158 9564 0,'0'0'2565'0,"0"0"-1325"0,0 0-540 0,0 0 372 16,0 0-356-16,0 0-284 0,0 0-256 0,100 3-176 0,-77-6 0 15,1-1-744-15,0-2-428 0,4 3-700 16,-8 0-53-16,4-4-4179 0</inkml:trace>
  <inkml:trace contextRef="#ctx0" brushRef="#br0" timeOffset="141160.849">31006 16967 9168 0,'0'0'5905'0,"0"0"-4517"0,0 0-780 16,0 0 40-16,0 0-216 0,-96 51-332 0,68-32-100 15,4-4-52-15,-4 8-32 16,4 0 8-16,1-4 16 0,3 2 48 0,7-1 8 15,5-8 4-15,8 4 4 0,0-3-4 16,4-1-48-16,5 4 48 0,6 0 112 16,2 0-52-16,2 4-60 0,1-6-112 0,0 5 48 15,0 0 56-15,0 4 0 0,-5-4 0 0,2 0 0 16,-6 1 0-16,2-2-92 0,-5-1-48 16,-8-2-188-16,0 4-36 0,-8-2-100 15,-5-3 52-15,-6 3 8 0,-9-1-496 16,-4 0-1268-16,4-4-1097 0,-24 10-1415 15</inkml:trace>
  <inkml:trace contextRef="#ctx0" brushRef="#br0" timeOffset="166805.896">2609 15879 12821 0,'0'0'1352'16,"0"0"-1012"-16,0 0 40 0,0 0 240 0,0 0 984 0,0 0-364 0,108 40 72 15,-64-30-320-15,3-4-80 0,9 1-171 16,4-1-97-16,0 0-332 0,4 1-116 16,-5-7-184-16,1 0-12 0,0-5-124 0,-9-3-116 15,-3-5-136-15,-8 1-72 16,-8-2-161-16,-8 3-191 0,-8 0-680 0,-8 5-692 15,-8 6-252 1,-4 0-352-16,-24 3-3265 0</inkml:trace>
  <inkml:trace contextRef="#ctx0" brushRef="#br0" timeOffset="166985.528">2920 16059 8412 0,'0'0'5273'0,"0"0"-4737"0,0 0-412 0,12 83 432 16,0-42 488-16,-4 6 12 15,4 2-212-15,-5 1-352 0,2 1-232 0,-5-1-88 16,0-1-160-16,-4 1 40 0,0-3-52 16,-4 1-160-16,-4-4-324 0,-4-6-196 15,0-2-240-15,-4-8-48 0,0-2-420 0,-4-7-472 16,4-4-1169-16,-20 4-3271 0</inkml:trace>
  <inkml:trace contextRef="#ctx0" brushRef="#br0" timeOffset="167089.394">2526 16900 11897 0,'0'0'1484'0,"0"0"-1064"0,0 0-204 16,0 0 328-16,0 0 804 0,80-25-468 15</inkml:trace>
  <inkml:trace contextRef="#ctx0" brushRef="#br0" timeOffset="169008.822">2342 16954 6824 0,'0'0'4593'15,"0"0"-3489"-15,0 0-772 16,0 0 152-16,0 0 152 0,0 0-64 0,0 0 360 16,0 0-216-16,0 0-164 15,0 0-88-15,24 10 240 0,-4-7 148 0,8-3-236 16,3 0-336-16,1 0-96 0,9-6 24 0,2-7-108 0,5-4-96 15,8-2-4-15,3-6 0 0,6 0-76 0,6 0-44 16,-3-1-76-16,-1 4-12 0,-3 6-148 31,-4 4-88-31,-8 2-96 0,0 4-8 16,-12-1-48-16,-1 4-124 0,-7-1-200 16,-8 4-268-16,-4 0-264 15,-4 0-681-15,-4 0-1119 0,-8 4-3572 0</inkml:trace>
  <inkml:trace contextRef="#ctx0" brushRef="#br0" timeOffset="170118.163">4391 16465 456 0,'0'0'7948'0,"0"0"-7064"0,0 0-612 0,0 0 48 16,-92-44 664-16,76 38 133 0,-5-1-193 0,10 4-236 15,-6 0-92 1,6 3-12-16,-1 6-44 0,8 4-100 15,-4 9 116-15,4 3-444 0,0 3 100 0,0 3-12 16,4 5-88-16,-4 2-112 0,0 6-136 16,0-3-28-16,4-4 164 15,0-4 128-15,0-8-56 0,0-6-72 0,0-4-60 0,0-9-40 16,0 1-64-16,4-4 104 16,0 0-372-16,4-7 256 15,3-5 116-15,2-11 60 0,-1-3-164 16,0-7-88-16,4-3-52 15,-4-2 68-15,0 0 68 0,-5 2 4 0,1-2 40 0,1 4-28 16,-5-4-76-16,0 0-40 0,-1 0 0 0,-3-1 88 16,0 1-8-16,0 7 176 0,0-4-164 0,0 10 124 15,0-1-52 1,0 4 40-16,4 5 64 0,-4 3-8 0,4 3 8 16,-4 5 0-16,4-1 104 0,-4 7 12 15,0-2 48-15,0 2 28 16,0 0 24-16,0 0 52 0,0 0 24 0,0 0 64 15,0 0-248-15,0 0-108 0,0 2-88 0,5 5 20 16,-5-1 60-16,4 11 4 16,0 2-96-16,3 6 48 0,1 4 52 0,5 12 48 0,-6 6-48 15,5 7-88-15,0 7-76 0,-4 8-24 16,4 1-284-16,-4 0-156 0,0-3-256 16,4-4-365-16,0-12-483 0,-4-13-880 15,8-16-1448-15</inkml:trace>
  <inkml:trace contextRef="#ctx0" brushRef="#br0" timeOffset="170523.378">3585 16576 6280 0,'0'0'6829'16,"0"0"-5673"-16,0 0-1144 0,0 0 508 0,0 0 588 16,0 0-416-16,0 0-392 0,0 0-240 15,80 22-8-15,-52-18-44 16,0-1-8-16,4-3-176 0,0 0 28 0,-4-3 24 16,0-1-116-16,-9-1-364 0,1-5-188 15,-8 0-84-15,0 0-612 16,-4 1-1061-16,-8-14-2591 0</inkml:trace>
  <inkml:trace contextRef="#ctx0" brushRef="#br0" timeOffset="170804.719">3717 16198 312 0,'0'0'824'16,"0"0"8760"-16,0 0-8759 0,0 0-697 0,0 0 580 15,0 0 248-15,-60 81-232 0,53-54-152 16,2 9 20-16,1 2 0 0,4 3-124 0,0 10-92 15,9 3-164-15,2 9 48 0,1 0-124 0,4 4-124 16,3 3-12-16,2 0-212 0,-5-6 16 16,3-7-56-16,-2-7 252 0,-2-8-68 15,-6-10 68-15,-1-5 100 0,-4 0-4 32,-4-12 156-32,0-2-16 15,0-4-52-15,-4-2 80 0,-9-1 92 0,2-6-356 0,-10 0-148 16,2 0-384-16,-1-6-16 0,-4-4 188 0,0-6-160 0,4 1-132 15,0-4-336-15,8-4-448 0,0 2-785 16,4 4-1759-16,8-8-1008 0</inkml:trace>
  <inkml:trace contextRef="#ctx0" brushRef="#br0" timeOffset="171145.996">4769 16675 7432 0,'0'0'6353'0,"0"0"-6353"0,0 0-180 0,0 0 180 0,0 0 776 15,0 0-84-15,36 73-364 16,-29-58-328-16,-3 5 0 0,1-1-112 0,-1 0 24 16,-4 0-228-16,0-3-596 0,4-7-476 15,-4 1-773-15,0-6-1819 0,-4-4-1736 0</inkml:trace>
  <inkml:trace contextRef="#ctx0" brushRef="#br0" timeOffset="171325.954">5016 16586 8052 0,'0'0'5573'0,"0"0"-4241"0,0 0-1332 0,0 0 12 0,0 0 192 15,0 0-204-15,0 0-392 0,95-19-928 16,-74 6-380-16,-6 7-1297 0,5-11-3563 0</inkml:trace>
  <inkml:trace contextRef="#ctx0" brushRef="#br0" timeOffset="171473.572">5493 16479 3920 0,'0'0'5188'15,"0"0"-3275"-15,0 0-397 0,0 0-508 0,0 0 20 16,0 0-420-16,84 12-608 0,-67-12-64 16,-2 0-516-16,6 0-388 15,-2-4-52-15,-3 1-857 16,5-9-3131-16</inkml:trace>
  <inkml:trace contextRef="#ctx0" brushRef="#br0" timeOffset="172224.585">6562 16430 3708 0,'0'0'8157'0,"0"0"-7105"0,0 0-744 16,0 0 112-16,0 0 328 0,0 0 312 0,0 0-4 0,0 0-308 15,0 0-128-15,0 0-28 0,-72-57 24 16,60 67-208-16,0 5-312 0,-4 5-96 0,0 11 0 16,0 4 0-16,4 7 148 0,1-5-16 31,7-2-80-31,4-6-52 0,0-4-8 0,0-9-116 0,0-5-72 0,8-6-36 16,-1-5 156-16,10 0-8 0,-2-9-28 15,5-10-120-15,3-10-188 0,-2-2-208 16,3-9-20-16,-4 3 24 0,-4-1 84 15,0 3 36-15,-4-3 140 0,-1 0 100 16,2-1-52-16,-6-1-40 16,-3 1-64-16,4 2 320 0,-8-1 100 0,5-1 216 0,-5 7 64 15,0 0 288-15,0 4-36 0,0 6-168 0,0 6 100 16,0 10 64-16,0 0-28 0,0 6-4 16,0 0-24-16,0 2-252 15,4 11-216-15,0 6 60 0,-1 7 156 0,1 9 88 16,0 9-12-16,4 1 60 0,-3 8 36 31,-1 1-204-31,-1 1-188 0,1 5-220 0,4-3-112 16,-4 0-36-16,5-3-396 0,2-9-596 15,1-8-828-15,0-14-996 0,7 0-1981 16</inkml:trace>
  <inkml:trace contextRef="#ctx0" brushRef="#br0" timeOffset="173389.701">6996 16761 6644 0,'0'0'2544'0,"0"0"-1512"16,0 0-540-16,0 0-155 0,52 82 239 0,-37-57-112 16,2-2-464-16,-10-2-76 0,6 2-92 0,-9 0 168 0,0-1 40 15,0 0 176-15,-4-3-140 0,0 0 104 16,0-7 664-16,0-2 224 0,-4-7-396 15,4 0-344-15,0-3-40 0,-4 0-100 0,4 0-48 16,0-6-140-16,0-4-12 0,0-5-404 16,0-7-216-16,0-4 304 0,8-2 112 15,-5-4 124-15,5 1 92 16,-4 1 88-16,5 5 52 0,-5 6-12 0,-1 0-40 16,5 3-88-1,-4 3-120-15,5 0-144 0,2-2-232 16,1 2-1008-16,-3 1-1761 0,6-7-3963 0</inkml:trace>
  <inkml:trace contextRef="#ctx0" brushRef="#br0" timeOffset="173635.932">7525 16421 10997 0,'0'0'1116'0,"0"0"-768"16,0 0 508-16,0 0 680 0,81 3-204 0,-53-3-404 0,-4-3-592 15,4-3-292-15,-1-1-44 0,1 1-136 0,-4-3-312 16,0-1-720-16,0 0-536 16,-12 4-1316-16,-5 0-3933 0</inkml:trace>
  <inkml:trace contextRef="#ctx0" brushRef="#br0" timeOffset="173779.258">7621 16583 11377 0,'0'0'1208'0,"0"0"-1108"16,0 0 440-16,0 0 564 0,0 0-108 0,0 0-292 16,0 0-260-16,97 0-232 0,-66-3-124 15,5-4-88-15,-4 1-236 16,4-5-428-16,-5 3-472 0,-3-2-784 0,4-2-3729 0</inkml:trace>
  <inkml:trace contextRef="#ctx0" brushRef="#br0" timeOffset="174026.704">8406 16049 11805 0,'0'0'5364'0,"0"0"-5364"16,0 0-212-16,0 0 212 0,25 93 748 0,-14-55 140 15,-3 3-224-15,4 3-356 16,0 7-224-16,-4 6-72 0,4 7-12 0,-8 3 0 16,-4 5-488-16,0 1-424 0,-4 1-476 15,-3-1-892-15,-2-26-1917 0,1 14-1727 16</inkml:trace>
  <inkml:trace contextRef="#ctx0" brushRef="#br0" timeOffset="174983.648">4833 16380 9472 0,'0'0'1332'0,"0"0"-871"0,0 0-73 15,0 0 72-15,0 0 1936 16,75 6-1208-16,-47-6-648 0,-4 0-252 0,4 0-124 0,0 0-164 16,0 0-112-16,-4 0 12 0,-1 0-76 15,-3 0-356-15,1 0-612 0,-10 0-612 16,1 0-2333-16,-7 0-3411 0</inkml:trace>
  <inkml:trace contextRef="#ctx0" brushRef="#br0" timeOffset="175181.936">4944 16586 11509 0,'0'0'2032'16,"0"0"-1892"-16,0 0 216 0,0 0 480 15,0 0 120-15,0 0-252 0,76 7-364 16,-44-4-116-16,3-3-224 0,10 2-8 0,-6-2-180 15,8 0 88-15,2 0-704 16,3 0-960-16,-16-5-2273 16,16-5-3199-16</inkml:trace>
  <inkml:trace contextRef="#ctx0" brushRef="#br0" timeOffset="175539.762">5849 16237 5684 0,'0'0'4028'16,"0"0"-2555"-16,0 0-701 0,0 0 264 16,0 0 160-16,0 0-184 0,0 0-360 15,0 0-8-15,0 0 104 0,0 0 328 16,67 12-360-16,-39-5-276 0,0 5-132 0,0 1-88 0,0-1 112 16,0-1-164-16,-5 1-168 15,1-5-36-15,0-4-72 0,-3 0-164 16,-2-3-460-16,-3 0-648 0,-4-3-1232 0,-4-7-5569 15</inkml:trace>
  <inkml:trace contextRef="#ctx0" brushRef="#br0" timeOffset="175714.305">5832 16479 6808 0,'0'0'3928'0,"0"0"-2795"15,0 0-5-15,0 0 1028 0,0 0-644 16,0 0-468-16,84 27-316 0,-52-21-172 0,0-2-212 0,3-1-344 16,6-3 0-16,-1 0-212 0,-1 0-576 0,2-3-548 15,-14-3-1004-15,13 0-4497 0</inkml:trace>
  <inkml:trace contextRef="#ctx0" brushRef="#br0" timeOffset="177526.478">11562 16818 588 0,'0'0'6292'0,"0"0"-5432"0,0 0-392 16,0 0-56-16,0 0 1776 0,0 0 173 15,0 0-877-15,0 0-652 0,0 0-60 16,0 0 52-16,0 0-132 0,-8 6-172 16,16-6-236-16,0-6 48 0,4-1 196 0,8-2 96 15,-1-7-280-15,5-3-184 0,1 0-160 16,3 0 0-16,0-4-8 16,0 1-124-16,0 3 48 0,3 3-40 0,-4 4-36 0,1 5 4 31,0 4-16-31,-7 3 72 0,3 7 100 15,-5 5 88-15,-3 4-4 0,0 6 0 0,0 0 28 16,-4 3-40-16,4 2 28 0,0-2 60 0,0 3-148 0,0 1 48 16,4-4-8-1,0-3-44-15,-1 1-8 0,5-7 0 0,1-4-60 0,-1 1-12 16,-1-6-28-16,1-7 40 16,-4 0-28-1,4 0-276-15,-8-10-312 0,0 4-224 0,-4-5-364 16,-8 3-788-16,-4-3-840 0,0 5-1693 0,-20 4-519 0</inkml:trace>
  <inkml:trace contextRef="#ctx0" brushRef="#br0" timeOffset="177742.132">11574 17145 4244 0,'0'0'5908'15,"0"0"-4503"-15,0 0-661 0,0 0 292 16,0 0 524-16,0 0-184 0,0 0-132 15,0 0-228-15,84 47-304 0,-44-40-232 0,-1-1-88 16,9-3-124 0,4-3-164-16,0 0-104 15,4 0-60-15,0 0 0 0,-5 0-100 16,5-3-132-16,-4-3-384 0,-5-4-408 0,5 1-936 16,-20 2-3128-16,12-2-5077 0</inkml:trace>
  <inkml:trace contextRef="#ctx0" brushRef="#br1" timeOffset="188631.527">27578 3407 5652 0,'0'0'8833'16,"0"0"-7257"-16,0 0-564 0,0 0-180 0,0 0-188 0,0 0 80 0,0 0 256 16,0 0-356-16,0 0-320 0,5-19-84 15,23 27 80-15,12-1-67 0,3 3-137 16,9-7-32-16,4 4 8 0,4-7-72 16,4 0-12-16,-4 3-72 0,-1 0-4 15,1-3 16-15,-5 3-13 0,1 0-51 16,-8 3-192-16,0-2 0 15,-8 2-72-15,-8 0-88 16,-4 4 108-16,-12 2-24 0,-9-2-40 0,-7 6 136 16,-7 6 212-16,-18 3-4 0,-6 7 92 15,-9 10-80-15,-12 5-72 0,-4 7 12 16,-8 3 0-16,1 4 48 16,-9 6-24-16,5-1 124 0,-1 1 44 0,0-3 80 15,8-5 24-15,5 2-52 0,7-11 140 0,8-5-40 0,12-8 100 16,12-4-36-16,12-11-100 0,4-3 148 0,7-6-152 15,18-4 16-15,6-2 112 0,14-1 32 16,6-6 124-16,13 0-40 0,4-3-12 16,3-4-143-16,1-2-237 0,0 0-8 15,-12-1-73-15,0 1-11 0,-13-1-76 0,-2 0-72 32,-10 1-300-32,-3-1-348 0,-9 1-396 15,-2-5-1464-15,-5 6-2689 0,-8-11-4311 16</inkml:trace>
  <inkml:trace contextRef="#ctx0" brushRef="#br1" timeOffset="188855.546">28448 3807 7352 0,'0'0'5573'0,"0"0"-4593"16,0 0-244-16,-96 77 436 0,60-47-68 0,-4 5-360 15,-3 0-332-15,-2 4-192 0,-2-2-132 16,3 5-88-16,0-4-188 0,0 0 4 0,4-3-164 31,4-3-96-31,12-7-292 0,5-6-232 0,7-10-348 16,8-2-660-16,4-7-1157 0,4-3-3015 0</inkml:trace>
  <inkml:trace contextRef="#ctx0" brushRef="#br1" timeOffset="189162.826">29559 3289 6732 0,'0'0'6853'15,"0"0"-6485"-15,0 0-164 0,-76 70 364 16,37-35 328-16,-10 3 332 0,-6 9 164 0,-8 4-420 15,-6 13-312-15,-6 6-216 0,-13 8-116 16,0 15-108-16,-7 6-132 0,-5 5-88 0,-3 0-48 16,-1-1 48-16,4-2-88 15,-3-2-92-15,3-2 120 0,4-1 8 16,5 0-32-16,3-10-52 16,13-3-192-16,11-18-112 0,12-7-16 15,12-17-120-15,8-10-80 0,8-8-128 16,13-8-192-16,2-8-180 0,5-7-544 0,4 0-1193 15,4-9-3075-15,16-14 2236 16</inkml:trace>
  <inkml:trace contextRef="#ctx0" brushRef="#br1" timeOffset="189600.009">28854 4536 9140 0,'0'0'5581'0,"0"0"-5141"0,-13 71-124 0,6-36 348 16,-5 9 576-16,4 1 36 0,0 5-184 0,4 1-348 15,-4 6-172-15,4 1 36 16,0-4-303-16,1-4-185 0,-6-5-120 15,5-1-76-15,0-6-68 0,0-6-173 0,0-4-95 16,4-9-76-16,-3-6-100 0,3-6-196 0,3-7-692 16,9-4-1468-1,-4-5-1517-15,20-23-3547 0</inkml:trace>
  <inkml:trace contextRef="#ctx0" brushRef="#br1" timeOffset="189931.83">29264 4496 15489 0,'0'0'2660'15,"0"0"-2004"-15,0 0-388 0,0 0 4 0,0 0 84 16,0 0 412-16,96-4-72 0,-52 1-516 0,7 0-180 16,1 1-84-16,0 2-72 0,-8 2 68 15,-4 8-92-15,-8 5-40 0,-9 5 60 16,-6 5 0-16,-10 1 116 0,-7 8 44 15,0 1 48-15,-20 6 16 0,-3 3 8 0,-9 4 8 16,-8 3-80 0,-4 3-72-16,1-3 60 0,-2 3-40 15,6-3 52-15,3-7 60 0,8 1 48 16,8-11-56-16,12-1-40 0,4-8 72 0,8 0 112 16,8-6 292-16,8 0-160 0,8-3-171 15,4-4-61-15,7-1-88 0,10-5 52 0,-2-4-60 16,5-2-12-16,-5-2-365 15,-2-15-399-15,-2 3-188 0,-2-10-328 0,-6 2-1256 16,-12 0-3041-16,2-6-4779 0</inkml:trace>
  <inkml:trace contextRef="#ctx0" brushRef="#br1" timeOffset="190135.946">29938 4667 132 0,'0'0'11669'15,"0"0"-10285"-15,0 0-468 0,-81 86 272 16,54-48 368-16,-9 9-140 0,0 1-224 16,0 2-456-16,1 5-356 0,3-1-140 15,-4-3-240-15,0 3 0 0,0-7-268 16,9-2-184-16,-1-8-96 0,4-5-300 16,3-7-276-16,10-5-564 0,3-10-244 15,8-10-536-15,4-5-2365 0</inkml:trace>
  <inkml:trace contextRef="#ctx0" brushRef="#br1" timeOffset="190419.309">30411 4245 14437 0,'0'0'2468'0,"0"0"-1920"0,0 0-204 0,84 6 188 16,-39-9 12-16,2-3 120 0,5-1-224 0,4-5-440 16,4 2-12-16,-5 0-272 0,1 1-280 15,-8-1-716-15,-8 4-520 16,-12-1-2212-16,-17 4-3245 0</inkml:trace>
  <inkml:trace contextRef="#ctx0" brushRef="#br1" timeOffset="190532.752">30503 4451 7248 0,'0'0'8957'0,"0"0"-7757"0,0 0-1052 16,0 0 252-16,0 0 276 0,0 0 308 0,96 45-336 15,-52-45-472-15,8 0-176 0,3-7-732 16,-3-3-412-16,4 1-628 0,-20-1-2676 0,12-5-5041 15</inkml:trace>
  <inkml:trace contextRef="#ctx0" brushRef="#br1" timeOffset="191450.408">31758 3996 7948 0,'0'0'6761'15,"0"0"-6573"-15,0 0-188 0,0 0-228 0,88-87 228 0,-52 57 368 0,-1 2-116 16,2-7-188-16,3 3-64 0,-1-3-128 16,1 3-36-16,-4 1-24 0,-4 2 60 15,-4 7 128-15,-8 6 4 0,-4 4 124 16,-8 5-40-16,-4 1 12 0,-1 6 204 15,-3-3 236-15,0 3 4 0,0 0-172 0,0 0-148 16,0 0-12 0,0 5-84-16,0 9-120 15,0 8 60-15,-3 10 216 0,-1 9-48 0,-4 10 108 16,-5 3 124-16,2 3-120 0,-1 4-56 16,0 2-48-16,-4-3-36 0,4 3-60 0,-4-2-36 15,0-4-112-15,0-3 0 0,4-4-76 16,4-8 64-16,1-10-84 0,3-4 36 0,4-6-40 15,0-3 28-15,0-2-40 16,7-4-84-16,-3-1-256 0,4-5-240 0,-4 1-148 16,4-4-372-16,-8-2-656 0,4 3-1300 0,-8-5-3417 15</inkml:trace>
  <inkml:trace contextRef="#ctx0" brushRef="#br1" timeOffset="191634.035">31850 4613 6048 0,'0'0'6597'0,"0"0"-4701"0,0 0-1252 0,0 0-344 16,0 0 76-16,0 0 468 0,0 0 388 16,0 0-100-16,92-12-248 0,-40-1-336 0,4-3-216 15,7 3-152-15,1-4-76 0,0 6-104 16,-1-6-64-16,1 5-116 0,-4-1-516 16,0 3-676-16,-17 1-836 0,5-1-3729 15</inkml:trace>
  <inkml:trace contextRef="#ctx0" brushRef="#br1" timeOffset="197673.655">15148 13395 2480 0,'0'0'652'0,"0"0"-288"0,0 0-24 16,0 0-200-16,0 0 136 0,0 0 192 15,0 0 2380-15,0 0-1264 0,0 0-328 0,0 0-395 16,0 0-49-16,4-4-44 0,-4 4-92 15,0 0-128-15,0 0-132 0,4 0-100 0,-4 0-88 16,0 0 0-16,0 0-28 31,0 0 0-31,4 0 28 0,-1 0-80 0,1 0 108 16,9-2-8-16,-2-1-48 0,2-4-24 0,-1-3-112 16,4 1 36-16,-4-4-92 0,3 5 72 15,-3-6-80-15,4 1-48 0,0 1 44 0,5-1-4 16,-2-3 4-16,5-3 0 0,4-3-72 15,0 0 0-15,4-3-12 16,4 0-72-16,-5-1 48 0,5 0-12 0,-4 7 0 16,-4 0 20-16,0 6-48 0,-4 1 12 0,0 2 128 15,-1 0-76-15,1 3 76 0,-3 2-64 0,-2-2 76 16,1 1-4-16,0 3 0 0,0-3 0 16,0 3-4-16,-4 0 8 0,4-1 0 15,-8 1 52-15,8-1-40 0,-8 4-12 0,4-3 8 16,0 3 0-16,-1 0 32 15,2 0-40 1,-2 0-60-16,-2 0 60 16,-2 7 4-16,-3 0 68 0,5 1-68 0,-6 3 40 0,1 3-32 15,5 3 88-15,-6 5 28 0,1 1-116 16,0 2-8-16,0 0 4 16,4 0-8-16,0 5-12 0,0-5-40 0,4-3 48 15,0-3 4-15,3-3 8 0,2-3 160 0,3-1-80 16,0-5-64-16,-1-1-24 0,1-6 0 15,4 0-8-15,0 0-56 0,-4-6 52 16,4-1 4-16,-5 1-80 0,1-7 36 0,4 4-76 16,-3-4 16-16,2-3 12 0,1-1-124 15,0-1-144-15,-1-4-60 0,1-1 60 16,-3 2 128-16,-1-2 0 0,0 1-104 16,-5-3 104-16,5 3-68 0,-4-2 180 0,5-1-76 15,-6 3 0-15,1 0 0 0,4 0-64 0,-4 0-480 16,0 3 79-16,-5 0 257 0,6 3 344 15,-5-3-32-15,-1 3 96 16,-2-1-88 0,-1 9 16-16,-9-2 84 0,1 3-8 0,0 7 168 0,-4 0 244 15,0 0 221-15,0 0-145 16,0 0-360-16,-4 7-128 0,0 3-108 0,-3-2 108 16,3 9 260-16,0-1-132 15,-1 0-28-15,1 0 28 0,4 3-64 0,0 3 104 16,0 0 164-16,-4 6 128 15,4 2-16-15,0 1 68 0,0 4-160 0,0 0-188 16,4 0-12-16,0-3-24 0,9 0-128 16,-2-7-216-16,13-3 64 0,4-3 152 0,4-6 316 0,8-4-88 15,-1-5-184-15,6-4-44 16,-10 0-76-16,5-4 28 0,-3-2 44 0,-2-1-48 16,-3 1-124-16,0 0 12 15,0 0-40-15,0-4-48 0,0 3-76 0,3 0-208 16,-3-1 256-16,0 2 88 0,4-5-12 0,-1-1 12 31,6-3 64-31,-2-2 128 0,10-2 0 0,-6-3 0 16,5 0-84-16,0 0-72 0,4-4 76 15,-1 1 72-15,-3 0 8 0,4 3-80 16,-1-1 80-16,1 4 4 0,4-3 64 16,-4 6-60-16,3-3 44 0,1 3 292 0,4-3 64 15,4 0-60-15,0-1-56 16,3 1-180-16,6 0-112 0,-6 0-36 0,4 0-40 15,-2 1 0-15,-5 2 24 0,-1 3-24 0,1 3 76 16,-4-2 8-16,-5 2 56 16,5 1-52-16,-8 3 124 0,4-4-132 0,-4 3 80 15,-5 0 260-15,1 1-152 0,0 4 276 16,-4-1 264-16,-1 0-456 0,2-1-88 16,-6 4 112-16,1 0-156 0,-1 0-68 0,-7 0 148 15,5 0-112-15,-5 4-64 0,0-1-44 0,0 0 0 16,-1 3 72-16,5-4 112 0,0 5-116 15,-4-3 56-15,3 2-56 0,-3-4 64 0,0 5 412 16,0 0-128-16,-4 2-272 16,-4-2-76-16,4 3-60 0,-8-4 52 0,-1 3-60 31,2 1 0-31,-6-1-8 0,2 4 4 0,-2-1 0 16,5 1 0-16,1 0 8 0,-2-1 88 15,1 1-32-15,0 0 20 0,3-3 28 16,-2 3-104-16,-1-1 40 0,-5-3-44 0,2 4 8 15,-6 0-4-15,2 0 68 16,-5 0-68-16,-1-1-4 0,1 7-4 0,5 0 0 16,-6 3 12-16,5 0-12 0,1 4-4 15,-2-5-8-15,2 3-72 0,-2-6 84 0,1-1 0 16,-3-2-8-16,2-2-4 0,-3-4 0 0,-1 1-84 16,2 0 32-16,-5-3 16 15,0-2 48-15,4 2 8 0,-8 2 4 0,3-3 0 16,2 0 52-16,-1 5-56 0,-4-3-4 15,4 3-4 1,-4-5-4-16,0 0-48 0,4-4 48 16,-4 5-8-16,0-7-48 0,0 4-4 15,4-1-80-15,-4-3-56 0,0 3 40 0,4 0 100 16,-4 1 56 0,0-1 0-16,0 3-8 0,0 0 4 0,0 1 0 0,0-1 0 15,0 1-164-15,0-1-64 0,0 0-36 16,-4 0 36-16,0-2-48 0,4-1-4 0,-4 3-48 15,4-3-56-15,-4 0-112 0,0 4-52 0,-1-4-12 16,2 0 48-16,-1 4 152 0,-4-5 204 16,4 3 164-16,0-3 116 15,-1-2 0-15,2 3-116 0,-1-3-128 0,0 0-24 16,0 0 152-16,0 0 24 0,0-3 80 16,4 3-104-16,0-2-148 0,0-3-132 0,0 3 24 0,0 2 92 15,0-7 24-15,0 1-132 0,0-1-937 16,4-2-471-16,-4 3-212 0,0-7-660 15</inkml:trace>
  <inkml:trace contextRef="#ctx0" brushRef="#br1" timeOffset="198606.59">21854 13558 4516 0,'0'0'5456'0,"0"0"-3099"0,0 0-701 0,0 0-504 0,0 0 196 15,0 0 144-15,0 0-348 0,107 0-332 16,-64-5-204-16,2-1-216 0,7 0-124 15,-5-3-72-15,1 2-76 0,0 1-76 16,-4-1-44-16,-4 7-72 16,-5-3-24-16,-3 3-16 0,-12 3-44 15,-4 4-16-15,-7 6-48 0,-6 2-84 0,-6 10 132 16,-14 8 40-16,-7 5-40 0,-12 0 12 16,-3 9 108-16,-1 2 52 0,-4-3 8 15,0 5 52-15,0 0-12 0,8-4 4 0,1-1 92 0,10-5 88 16,10-10 12-16,6-5-108 15,9-3-68-15,0-11-64 0,13 1 0 0,11-5 252 16,3-3 0-16,10-5-108 0,6 0-64 16,5-7-80-16,0-5-4 0,0-5-60 15,-5-2-308-15,-3-3-252 0,0-4-284 0,-8 1-192 16,0-3-728-16,-8 5-2312 0,-8-5-2613 16</inkml:trace>
  <inkml:trace contextRef="#ctx0" brushRef="#br1" timeOffset="198800.59">22539 13674 7884 0,'0'0'12'15,"0"0"4225"-15,0 0-3509 0,0 0-244 16,0 0 128-16,-84 73 440 0,64-43 16 0,4 1-216 16,-4 4-304-16,1-4-164 0,6 1-124 0,-2-3-248 15,-2 0-12-15,6 2-196 0,-6-3-288 16,6-2-164-16,-6 2-180 15,6-5-280-15,-1-1-480 0,3-5-885 0,6-9-1779 16,3-8-1920-16</inkml:trace>
  <inkml:trace contextRef="#ctx0" brushRef="#br1" timeOffset="199092.245">23080 13484 5348 0,'0'0'5993'0,"0"0"-4749"15,0 0-568-15,-99 88 140 0,63-49 284 16,-3 5 8-16,-2 7-284 0,1 1-292 0,1 4-160 16,-1 1-112-16,0 4-100 15,-7 5-148-15,2 7-12 0,-6 0-148 0,-5 4-36 16,0 2 108-16,0-2 16 0,-4-2-112 0,4-2-16 15,5-3-172-15,3-3 0 0,8-4-556 0,9-5-204 16,6-8 284-16,14-9-668 0,2-11-477 16,5-15-323-16,4-9-296 0,4-6-2100 15,9-12 3972-15</inkml:trace>
  <inkml:trace contextRef="#ctx0" brushRef="#br1" timeOffset="199693.164">22670 14649 9260 0,'0'0'5901'15,"0"0"-4753"-15,0 0-696 0,0 0-240 16,0 0 24-16,0 0 136 0,-75 3 0 15,55 13-76-15,-1 6-244 0,-2 6-52 16,3 12 0-16,0-2 116 0,4 6 120 16,0-5 8-16,4-5 4 0,5-6-40 0,7-6-124 15,0-8-72-15,0-8-12 0,7-3 0 16,5-6 64-16,4-10-64 0,3-10-112 16,9-11-208-16,0-7 0 0,4-7-248 0,0-6-48 15,-4 2-8-15,4-1 128 0,-4-1-36 16,-4 7-96-1,-4-5-156-15,-4 2-128 0,0 2 4 0,-8 0 436 0,-4 0 216 16,-4 1 140-16,0 6 116 0,0 2 400 16,0 12 136-16,0 4 64 0,0 14 224 15,0 9 200-15,-4 3-192 0,0 9-204 16,0 11-240-16,-1 5-92 0,-2 10-148 0,-1 10 28 16,0 7 132-16,-4 1-36 15,0 4-124-15,1 3-60 0,-6 2 4 16,6-2-92-16,2-2-124 0,1-8-48 0,4-5-112 15,0-10-200-15,4 0 0 0,0-9-40 16,0-4-128-16,8-9-128 16,-4-4-396-16,5-8-704 0,-2-2-1345 0,1-4-1739 15</inkml:trace>
  <inkml:trace contextRef="#ctx0" brushRef="#br1" timeOffset="200013.429">22850 14796 3420 0,'0'0'5828'15,"0"0"-1063"-15,0 0-4069 0,0 0-520 0,0 0 164 0,0 0 188 16,0 0 380-16,0 0-276 0,0 0-332 16,52 37-188-16,-45-24-28 0,-3 3 40 0,0 6 76 15,-4 1-88-15,0 5-52 0,0 0-48 0,-8 5 0 16,1-5-12-16,-2 0-4 0,1-1-8 0,1-9 12 15,3-3 0-15,0-8 64 16,-1-1 68-16,5-2 80 0,0-4-4 16,0-4-60-16,0-9-136 0,5-6-8 15,3-6 84-15,7-6-64 0,5-8-24 16,1-5-236-16,-2 3-132 0,1 0-212 16,0 9-164-16,0 0-320 0,-4 10-444 15,-4 2-848-15,-5 8-1861 0,2 2-2043 16</inkml:trace>
  <inkml:trace contextRef="#ctx0" brushRef="#br1" timeOffset="200295.146">23136 14674 4484 0,'0'0'2256'0,"0"0"4573"15,0 0-5281-15,0 0-792 0,0 0-92 0,0 0 208 16,0 0 32-16,0 0-288 15,0 0-368 1,0 0-248-16,88 0-12 0,-80 0-76 0,0 3-8 16,-4 7-92-16,-4 7-180 0,-8 4 120 0,-8 8 64 0,-4 6 184 15,-8 3 0-15,1 7 60 0,-6-4 116 0,1 4 44 16,9-1 76-16,-1-6 96 0,7-6 28 0,10-7-28 16,3-3-52-16,4-12-96 0,4-2-64 15,12-8-180-15,0 0-184 0,12-12-36 16,3-9-168-16,9-11-532 0,-3-13-800 0,-5 14-1308 15,3-24-3669-15</inkml:trace>
  <inkml:trace contextRef="#ctx0" brushRef="#br1" timeOffset="200434.773">23368 14722 4424 0,'0'0'4612'0,"0"0"793"0,-60 89-4533 16,36-54-332-16,-4 6 440 0,0 1 100 0,0-5-596 15,0 2-484-15,5-7-544 0,-1-4-600 16,3-3-880-16,2-6-2353 0,-9 7-2687 16</inkml:trace>
  <inkml:trace contextRef="#ctx0" brushRef="#br1" timeOffset="200904.197">21200 14300 6128 0,'0'0'272'0,"0"0"404"0,0 0 2540 0,0 0-1107 0,0 0-85 15,0 0-436-15,0 0-300 16,95 102-208-16,-67-61-96 0,-8 3-556 0,5 1-212 0,-1-11-216 16,-1-2-96-16,-3-6-260 15,4-10-260-15,0-7-320 0,3-9-268 16,1 0-784-16,-7-9-1212 0,7-17-2997 0</inkml:trace>
  <inkml:trace contextRef="#ctx0" brushRef="#br1" timeOffset="201051.241">21634 14224 6536 0,'0'0'1248'0,"0"0"1752"0,-87 41-2059 0,50-12-593 0,-6 5 280 15,0 4 212-15,-6 7-40 0,2-1-408 16,3 1-392-16,0-4-340 0,4 1-208 0,8-4-636 15,9-10-1313 1,-5-3-3703-16</inkml:trace>
  <inkml:trace contextRef="#ctx0" brushRef="#br1" timeOffset="202037.353">17877 12037 8764 0,'0'0'5309'16,"0"0"-4173"-16,0 0-332 0,0 0-160 16,0 0-96-16,0 0 144 0,0 0 148 15,0 0-312-15,80-11-220 0,-52-1-112 0,4-7-76 16,-1-7-120-16,1-2 0 0,4-7-120 16,0 3-136-16,-5-3-212 0,1 4-100 0,-4 1 12 0,-4 9 48 15,-7 1-24-15,-2 8 8 16,-7 2-32-1,-3 7 104-15,-5 3 112 0,0 0-40 16,0 13 380-16,-5 3 164 0,-3 7 100 16,-3 8 0-16,-2 7 152 0,2 3 24 0,-5 10-100 0,0 2 24 15,-1 6-152-15,2 1-76 16,-5 0 0-16,0-6 88 0,8-7 0 0,0-8-100 16,8-14-124-16,0-6-84 0,4-7-116 15,0-5-36-15,0-3-112 0,4-4-400 0,4 0 68 16,4-7-240-16,8-9-1052 0,-4 3-1129 15,4-22-2071-15</inkml:trace>
  <inkml:trace contextRef="#ctx0" brushRef="#br1" timeOffset="202227.218">18331 11941 10468 0,'0'0'1325'16,"0"0"-825"-16,-19 89-104 0,10-48 296 0,1 3 284 15,-3 5-92-15,2-5-380 0,-2-3-504 16,3 0-112-16,-5-6-104 0,6 0-72 16,-1-4 76-16,-5-6-168 0,9-2-332 0,-3-6-472 15,-5-2-873-15,3-2-1875 16</inkml:trace>
  <inkml:trace contextRef="#ctx0" brushRef="#br1" timeOffset="202452.94">17630 12604 7840 0,'0'0'1384'0,"0"0"-12"0,0 0-355 0,0 0-181 31,0 0-84-31,0 0-180 0,0 0-24 0,0 0 412 0,0 0 84 16,87 19-320-16,-46-19-28 0,10 0-164 15,5 0-112-15,8-2-4 0,7-8-20 16,13 1-188-16,4-4-136 0,4 0-72 0,-1 1-124 15,5-2-84-15,-8 5-284 0,-5 0-220 16,-11 2-68-16,-8 4-168 0,-8 0-588 16,-21 3-800-16,13 0-2757 0</inkml:trace>
  <inkml:trace contextRef="#ctx0" brushRef="#br1" timeOffset="202737.326">20013 12376 16845 0,'0'0'2572'0,"0"0"-1924"0,0 0-572 0,0 0-76 15,0 0 0-15,0 0 156 0,0 0 224 0,0 0-16 16,0 0-156-16,0 0-100 0,-13-4-108 16,13 4-60-16,0-3-196 0,0 3-180 15,0 0-116-15,0-3-220 0,-4 1-324 16,1-5-792-16,-1 0-3472 0,-17-2-5217 31,66 44 10217-31</inkml:trace>
  <inkml:trace contextRef="#ctx0" brushRef="#br1" timeOffset="208094.296">4968 17818 4852 0,'0'0'5440'0,"0"0"-4035"0,0 0-573 16,0 0-192-16,0 0 136 0,0 0 424 0,0 0-104 15,0 0-232-15,0 0-72 0,0 0-100 16,0 0-152-16,-48-10-220 0,44 10-196 16,-4 0 48-16,0 4-160 0,0 2-12 15,1 0-76-15,2 7 68 0,-3-1-160 16,8 7-16-16,0 4-16 0,0 3 56 0,0 2-16 15,8-3 60-15,4 0-36 0,-4-6-12 16,5-3 12-16,-6-6-12 0,1-3 36 16,4-5-60-16,0-2 48 0,0 0-64 15,4-12 4-15,0-7-128 0,0-10-84 16,-1-6-16 0,2-2-384-16,-6-5-380 0,2 1 32 15,-5-4-84-15,-1 7-61 0,1-3 9 0,1-1-236 0,-5 1 360 16,-4 3-224-16,0-3 40 0,0-1 464 15,-4 4 760 1,-9 0 116-16,2 3 692 0,3 4-16 0,-5-2-208 16,6 12 120-16,-1 2 376 0,4 9 324 15,-1 8 372-15,5 2-280 0,-4 0-335 0,4 0-329 16,0 0 16 0,0 8-188-16,-3 5-352 0,3 10-188 0,0 5 112 0,3 7 112 15,1 9 112-15,5 5 92 0,-1 1-68 0,-1 7-136 16,1 0-92-16,1 1 16 15,-5 2-4-15,3-3-148 0,-3-3-200 0,4-7-112 16,1-2-128-16,-2-7-344 0,1-6-504 0,5-7-829 0,-9-9-1051 16,3-4-3764-16</inkml:trace>
  <inkml:trace contextRef="#ctx0" brushRef="#br1" timeOffset="208443.743">5330 17894 9368 0,'0'0'1641'0,"0"0"-1549"0,0 0 36 0,0 0 976 15,0 0 212-15,0 0-504 0,0 0-420 0,53 76-228 16,-42-54 12-16,2 0 12 0,-2 1 228 15,1-1-328-15,-4 0-80 16,-4-2 52-16,0-2-48 0,0 1-8 0,-4-6 4 16,0-6 64-16,0-1 136 0,0-3 52 15,0-3 4-15,0 0-64 0,0 0 36 16,0 0-52 0,0-6-184-16,-4-4 0 0,0-3-224 0,0-6 12 15,0-6-48-15,0-1 248 0,4-2-40 16,0 2-96-16,0 4-40 0,8 0-52 15,0 3-36-15,4-1-76 0,-5 6-292 16,10-5-292-16,-1 2-712 16,-4 8-1109-16,3-4-1627 0</inkml:trace>
  <inkml:trace contextRef="#ctx0" brushRef="#br1" timeOffset="208600.286">5594 18037 10408 0,'0'0'1481'16,"0"0"-1429"-16,0 0 512 0,0 0 772 16,0 0 184-16,0 0-744 0,83-7-556 0,-63 4-144 15,4 0-76-15,0-3-100 0,-1 0-352 16,2-7-140-16,-5 0-660 0,-1-3-828 0,-2 4-861 16,-6-10-4167-16</inkml:trace>
  <inkml:trace contextRef="#ctx0" brushRef="#br1" timeOffset="208790.074">5717 17872 8696 0,'0'0'1888'16,"0"0"-1295"-16,0 0 343 0,-5 86 676 0,5-52-220 16,5 1-564-16,-1 6-348 0,4-3-380 15,-4-2-100-15,0-5-260 0,4-2-448 16,0-10-136-16,-4-7-336 15,4-8-1100-15,-1-1-2541 0</inkml:trace>
  <inkml:trace contextRef="#ctx0" brushRef="#br1" timeOffset="208947.9">6004 17818 5868 0,'0'0'2468'0,"0"0"2149"0,0 0-3901 15,8 94-96-15,-5-55 316 0,6-1 236 0,-5 0-424 16,4-3-748-16,-1-3-88 0,1-3-484 16,5-1-348-16,-2-6-568 0,-2-6-1596 0,6 3-3841 15</inkml:trace>
  <inkml:trace contextRef="#ctx0" brushRef="#br1" timeOffset="209232.475">6326 17773 12685 0,'0'0'5076'15,"0"0"-4508"-15,0 0-568 0,0 0 0 0,0 0 384 16,0 0 600-16,0 0-168 15,0 0-400-15,92-19-416 0,-64 10 0 0,-4 2-60 16,0-2-296-16,-5 3-228 0,-2 0-104 16,-10 1-124-16,2 3-316 0,-9 2-688 15,0 2-172-15,0 12 108 0,-9 2-817 0,-2-4-1507 16,-9 14 188-16</inkml:trace>
  <inkml:trace contextRef="#ctx0" brushRef="#br1" timeOffset="209364.678">6363 17898 4328 0,'0'0'2620'0,"0"0"-16"0,0 0-887 0,0 0-113 0,0 0-292 0,0 0-224 0,0 0-336 31,0 0-260-31,0 0-44 0,0 0 224 0,4 56 132 0,24-52-312 16,0-4-108-16,-1 0-372 0,4-13-12 0,-3-1-248 15,0-7-208-15,-3-5-272 16,-1-2-152-16,-9-1-552 0,-2 4-1368 16,-9-10-4129-16</inkml:trace>
  <inkml:trace contextRef="#ctx0" brushRef="#br1" timeOffset="209568.64">6287 17459 8796 0,'0'0'348'0,"0"0"2169"0,0 0-1313 0,0 0 32 15,59 89 140-15,-31-57-220 0,-3 6-372 0,-1 0-336 16,3 4-236-16,-3 2-208 0,-4 0-4 15,-1 0-112-15,2 5-188 0,-5-5-268 16,-4 0-268-16,-1-3-500 0,6-2-800 0,-10-11-1761 0,10 1-1107 16</inkml:trace>
  <inkml:trace contextRef="#ctx0" brushRef="#br1" timeOffset="209979.709">7087 17447 1304 0,'0'0'11369'16,"0"0"-9801"-16,0 0-1000 0,28 76-128 15,-16-38 380-15,4 3 244 0,0 6-320 16,4 5-140-16,0 1-184 0,5 5-124 0,-6-5-296 16,5 1-48-16,0-6-284 0,-5-1-532 15,2-5-604-15,-1 0-968 0,-12-14-2389 16,-1 7-2519-16</inkml:trace>
  <inkml:trace contextRef="#ctx0" brushRef="#br1" timeOffset="211166.595">13953 16498 4700 0,'0'0'8569'16,"0"0"-6893"-16,0 0-996 0,0 0-228 15,0 0 340-15,0 0 212 0,0 0-336 16,0 0-252-16,0 0 140 0,0 0-8 0,95 44-240 16,-51-38-88-16,-4-3-76 15,3 0-132-15,-2-3 84 0,2 2-96 0,1-2-4 0,-4 5-72 16,4-5 28-16,0 0-12 0,-4-5-124 16,-9 3-156-16,-3 2-4 0,-3-3 52 15,-6 3-52-15,-7 0-64 0,-8 3-60 16,0 6 24-1,-4 8 196-15,-8 5 60 0,-8 6-48 0,-8 4-124 0,1 6 236 16,-5 4 48-16,-4 2 68 16,4 4-40-16,-4-7 48 0,4 3 12 15,4-5 212-15,4-8 272 0,4-2 164 0,9-7-120 16,7-6-204-16,0 0-152 0,3-7-40 16,9 1 80-16,12 3-28 0,0-7 12 0,8 1-172 15,0-5-36-15,4-2-124 0,-1-9-56 16,5-8-152-16,0-4-296 15,0-8-512-15,0-3-788 0,-5-3-1004 0,-11 10-2025 16,0-14-2622-16</inkml:trace>
  <inkml:trace contextRef="#ctx0" brushRef="#br1" timeOffset="211368.45">14714 16611 6732 0,'0'0'496'16,"0"0"4289"-16,0 0-3941 15,-76 64-424-15,48-39 192 0,4 4 504 0,-4 0-176 16,0 2-348-16,4 1-252 0,4-1-216 16,-3 1-120-16,3 3-4 0,3-3-276 15,-2 0-288-15,3-4-252 0,4-2-308 16,-1-7-572-16,6-3-1201 16,-1-1-1851-16</inkml:trace>
  <inkml:trace contextRef="#ctx0" brushRef="#br1" timeOffset="211667.493">15331 16227 7052 0,'0'0'5457'15,"0"0"-3713"-15,0 0-1136 0,0 0-344 0,-48 83 364 0,20-45 476 0,0 10-184 16,-4 5-300 0,-7 10-252-16,-5 5-108 0,-4 8-124 15,-4 10-4-15,-12 6-132 0,-3 5-36 16,-9 9-36-16,-4-1-64 0,-4 2-36 16,5 2-12-16,-5-8 12 0,9 1-76 0,3-7-48 15,8-9-40-15,8-7-60 0,13-13-52 16,7-5-468-16,12-14-320 0,4-12-556 0,8-11-713 15,8-10-1751-15</inkml:trace>
  <inkml:trace contextRef="#ctx0" brushRef="#br1" timeOffset="213910.044">14757 17859 92 0,'0'0'2320'16,"0"0"-1496"-16,0 0-408 0,0 0-116 16,0 0 64-16,0 0-88 0,0 0 2288 15,0 0-1176-15,0 0-752 0,0 0-316 0,0 0-8 0,0 0-16 0,0 0-100 16,-32-16-80-16,29 10-40 0,-5-4 28 0,-5 1 180 16,6-1-115-16,-5 4 255 15,-1-1 732-15,2 1-72 0,3 3-464 16,-4 0 52-16,0 3-32 0,0-3 92 0,4 3-260 15,-4 0-84-15,4 0-288 0,-4 0 0 16,4 3-100 0,-3 3-48-16,2 4-64 0,1 3-12 15,4 2 0-15,-3 5 36 0,7 8 28 0,0 1 60 16,0 5 44-16,0 1 144 16,7-3-176-16,-3-3 0 0,4-7-12 0,1-10-56 15,2-1-8-15,-3-6-136 0,4-5 76 16,4 0 48-16,0-9-24 15,0-7 52-15,0-3-104 0,-4-3-28 0,-1-4-80 0,2-2 72 16,-5 0-28-16,-1-4 104 0,2 0 100 0,-1-3-68 16,-1-3 72-16,-3 0-32 0,5-6 36 15,-1-5-4-15,-1 2-144 0,-3-1 0 16,0 1-48-16,0 2 188 0,-4 1-152 16,0 9-40-1,0 0 152-15,-4 6-16 0,0 10 68 16,4 4 216-16,0 2 88 0,-4 9 140 15,4 4 8-15,0 0 48 0,0 0-68 16,0 0-120-16,0 4-164 0,0 5-108 0,0 3-40 16,-4 7-112-16,4 11 72 0,0 1 40 0,0 11 60 15,0-1 28-15,-3 7-36 0,3 2-52 16,0 4-84-16,-4 0 20 16,4 1-120-16,-4-5-16 0,4 1-100 15,0-9-120-15,0-9-272 0,0-3-392 16,4-8-548-16,0-6-777 0,-1-7-871 15,1-9-2516-15</inkml:trace>
  <inkml:trace contextRef="#ctx0" brushRef="#br1" timeOffset="214254.8">14941 17879 4832 0,'0'0'612'16,"0"0"2624"-16,0 0-1824 16,0 0-403-16,0 0-97 0,0 0-196 15,0 0-216-15,0 0-284 0,0 0-208 16,76 75 80-16,-69-56-76 0,-3 3 40 16,0 4-48-16,-4-4 124 0,0 3-40 0,0-6-36 15,0-2 76-15,-4-4 112 16,4-7 188-16,-4-3 28 0,4 0 100 0,0-3 60 15,0 0-80-15,0 0-148 0,0-6-252 0,0-5-136 0,0-7-76 16,0-1-8-16,0-2-16 16,4-3-52-16,4 2-72 0,1 0-12 0,-2 3-68 15,1 0-300-15,0 0-328 0,1 2-580 32,-2 3-861-32,-3 3-723 0,4 5-1856 0</inkml:trace>
  <inkml:trace contextRef="#ctx0" brushRef="#br1" timeOffset="214471.105">15223 17986 3132 0,'0'0'6672'0,"0"0"-4403"0,0 0-1145 0,0 0-296 0,0 0 512 16,0 0-144-16,0 0-288 0,0 0-364 15,84 13-272-15,-60-13-212 0,-4-7-60 16,4-5-392-16,-4-4-256 0,0 0-324 16,-4-6-348-16,0 2-868 0,-8 5-2281 0,-4-4-2047 15</inkml:trace>
  <inkml:trace contextRef="#ctx0" brushRef="#br1" timeOffset="214639.18">15296 17792 980 0,'0'0'3908'16,"0"0"1652"-16,0 0-3883 0,-21 67-617 0,17-42-260 15,4 3 88-15,0 2 4 0,0-5-384 0,0 0-508 16,4-3-40-16,0-2-476 16,4 0-352-16,1-8-492 0,-2-3-868 0,-3 0-1713 15,4-6-1427-15</inkml:trace>
  <inkml:trace contextRef="#ctx0" brushRef="#br1" timeOffset="-214694.266">15562 17723 4956 0,'0'0'8165'0,"0"0"-6845"0,0 0-888 15,0 82-16-15,0-50 412 0,0 3 140 16,4-1-552-16,4-2-416 0,-4-3-496 15,4-1-332-15,0-5-328 0,0-4-660 16,-4-7-2117-16,0 1-2427 0</inkml:trace>
  <inkml:trace contextRef="#ctx0" brushRef="#br1" timeOffset="-214177.14">15594 17068 6232 0,'0'0'7365'15,"0"0"-5985"-15,0 0-924 16,0 0-368-16,0 0 224 0,0 0 780 16,0 0 64-16,80 0-320 0,-44-6-356 0,3 3-236 15,5 0-96-15,-8 3-36 0,0 0-112 0,-4 0-52 16,-4 0-20-16,-4 6-52 15,-9 7 28-15,-2-4-188 0,-5 11-24 0,-8-1-96 16,0 9-16-16,-12 1-12 0,-4 8 132 16,-5 5 164-16,-2 3 76 0,-5-1 56 0,4 7 4 15,4-3 12-15,0-1 184 16,4-5 264-16,8-5 108 0,4-8-124 16,4-4-200-16,8-3-168 0,9-9-4 0,6-3-72 15,9-3 0 1,4-7 24-16,8-7 28 0,-5-9-52 15,6-3-196-15,-6-4-308 0,1-5-176 0,-8 3-152 16,-1-5-156-16,-6 3-460 16,-1-2-792-16,-13 8-1825 0,2-9-2131 0</inkml:trace>
  <inkml:trace contextRef="#ctx0" brushRef="#br1" timeOffset="-214007.8">16144 17151 6884 0,'0'0'3060'0,"0"0"-151"0,0 0-1977 0,-32 79-516 0,24-47 168 16,0 4 496-16,0-3-236 0,0 3-468 0,4-1-376 16,0 0-52-16,0-4-396 15,-4 1-284-15,4-1-464 0,-4-1-812 32,4-8-1949-32,-7 3-2179 0</inkml:trace>
  <inkml:trace contextRef="#ctx0" brushRef="#br1" timeOffset="-213561.482">16658 17135 3268 0,'0'0'9273'16,"0"0"-7605"-16,0 0-1108 0,0 0 44 0,0 0 452 16,0 0-20-16,0 0-160 0,0 0-284 15,88 3-248 1,-69-10-220-16,1-1-124 0,4-3 0 15,-4-1-232-15,-4 3-16 0,1-3-72 16,-2 1-100-16,-7 2-112 0,0 2 60 0,0 4 100 16,-8 3 136-16,0 0 124 0,0 0 64 15,0 0 48-15,0 0 76 0,-4 3 12 0,0 1-88 16,0-1 0-16,0 0-52 0,-4 0-84 16,8-3-144-16,-4 0-20 0,4 3-52 15,0-3 36-15,-4 0 88 0,4 0 172 16,-4 0 56-16,4 0 0 0,-3 0-484 15,-2 0-824-15,1 0-436 0,0-3-465 16,0 0-555-16,-4 0-2772 0</inkml:trace>
  <inkml:trace contextRef="#ctx0" brushRef="#br1" timeOffset="-213160.739">16522 16538 3420 0,'0'0'9717'0,"0"0"-8029"16,0 0-1044-16,0 0-268 0,0 0 544 0,0 0 456 16,0 0-156-16,0 0-304 0,20 96-340 15,-3-55-164-15,6-4-36 0,1 9-11 0,4-2 35 16,4 3-108-16,0-3-136 16,3 1-96-16,2-3-60 0,-5-4-100 15,0-4-8 1,-1-5 12-16,-7-4-88 0,0-5-44 0,0-1-137 15,-4-6-71-15,-4-4-112 0,-5-3-100 16,2-3-232-16,-2-3-500 0,-2 0-756 16,3-9-752-16,-9 0-2217 0,9-11-2403 0</inkml:trace>
  <inkml:trace contextRef="#ctx0" brushRef="#br1" timeOffset="-212945.612">17152 16640 5612 0,'0'0'2324'15,"0"0"4157"-15,0 0-5045 0,0 0-792 16,0 0-156-16,-76 72 576 0,57-42 144 16,-2 1-300-16,-3 4-248 0,1 6-236 31,-5 1-192-31,0 2-124 16,-4 4 0-16,-4 6-68 0,0 0-40 0,-4 0-196 15,1 6-24-15,-6 0-108 0,6-2-112 0,-1-1-60 0,4-3 12 16,5-7-4-16,7-5-136 0,3-11-124 0,6-5-456 15,2-7-440-15,9-10-540 0,1-3-901 16,-1-6-2403-16</inkml:trace>
  <inkml:trace contextRef="#ctx0" brushRef="#br1" timeOffset="-212138.65">18076 16202 6596 0,'0'0'1012'0,"0"0"-568"15,0 0-224-15,0 0 104 0,0 0 140 0,0 0 1168 16,0 0 101-16,0 0-737 0,0 0-384 16,0 0-156-16,-84 47 24 0,73-22-12 0,-2 7-56 15,6 4-96-15,-5 2-76 0,4-3-4 16,-4-1-72-16,8-4-64 0,0-9-88 15,0-5-8-15,4-3 72 0,0-11-72 0,0 5 0 16,4-7-4-16,0 0 88 0,4 4-84 16,0-4-4-16,0 0 0 0,0 0-12 0,-1 0-100 15,2 0-76-15,3-4-76 0,-1-3 52 32,6-1 84-32,-2-9 40 0,2 2-112 15,3-8-88-15,-5-2 60 0,5-3 0 16,0-4 16-16,-4-3-104 0,4 3-140 0,-4 0-28 15,-5 4-12-15,2-1 124 0,-5 4 16 0,-1 3-236 16,2 3 4-16,-5 6 175 0,0 7 205 0,-4 2 208 16,0 4 120-16,0 4-120 0,0 2-24 15,0 0-324-15,-4 3-392 0,0 5-384 16,-1-5-564-16,-2 7-1140 0</inkml:trace>
  <inkml:trace contextRef="#ctx0" brushRef="#br1" timeOffset="-211589.853">17686 16281 11625 0,'0'0'2428'16,"0"0"-948"-16,0 0-736 0,0 0 164 16,0 0 344-16,0 0-352 0,0 0-312 15,0 0-284-15,0 0 112 0,80 0 240 16,-41 0-180-16,9 0-223 0,0-7-33 0,4-2-64 15,-5-4-80-15,5 1-20 16,-4-4-56-16,-4 0-48 0,0 4 36 0,-4-1-64 16,-8 3-92-16,-8 0-136 0,-9 8 11 15,-2-3 41-15,-13 5 8 0,0 7-12 16,-9 13 132-16,-6 2 52 0,-9 13-100 16,-8 4 52-16,0-2 120 0,-4 8 12 0,4-1-4 15,-3 3-8-15,-2 1-48 16,5 6-16-16,-4 0 64 0,5 0 48 0,3-4 72 0,3-1-20 0,6-8-4 15,11-6 12-15,0-10 4 16,8-3-4-16,0-8 52 0,12-2 32 0,4-5-68 16,8-5-40-16,4-2 24 0,4 0 28 15,3 0-3-15,-3 0-73 0,4-7 16 16,1 1-76-16,-6 0-4 0,5-3-72 0,-4-1-56 16,0 1-281-16,0-7-223 0,0-3-304 15,-4-3-532-15,-1-4-844 16,-11 4-1968-16,4-14-2141 0</inkml:trace>
  <inkml:trace contextRef="#ctx0" brushRef="#br1" timeOffset="-211374.663">18387 16246 11401 0,'0'0'1984'0,"0"0"-1220"16,0 0-564-16,0 0 344 0,0 0 476 0,-43 66-152 15,26-36-384-15,6-2-160 0,-6 7-100 16,2 6 8-16,-5 4 28 0,-5 2 24 16,-3 4-100-16,0 3-184 0,-3 3-4 0,-1-3-192 0,0 0 12 15,0-3-140-15,0-6-180 16,4-4-96-16,9-10-228 0,3-5-152 16,0-7-412-16,7-6-576 0,6-10-1181 0,3-3-2955 15</inkml:trace>
  <inkml:trace contextRef="#ctx0" brushRef="#br1" timeOffset="-210855.526">18842 16156 1356 0,'0'0'5368'0,"0"0"-4288"0,0 0-288 0,0 0 2309 16,-32 68-1529-16,15-43-528 0,6-2-312 15,-6 9-64-15,2 2-36 0,-5 4-224 16,0 10-168-16,-4 7-56 0,0 4-32 0,-4 8-16 15,-4 12-12-15,0 10-52 0,-3 6 4 16,-10 4-28-16,-2 6 4 0,-1-4 8 16,-3 1-52-16,-5-4-8 0,4-6 0 15,-1-3-208-15,6-9-40 0,3-4-352 16,4-9-552-16,8-7-36 0,4-13 60 16,17-12 28-16,3-16-160 0,3-9-1093 0,5-13-4083 15</inkml:trace>
  <inkml:trace contextRef="#ctx0" brushRef="#br1" timeOffset="-210038.488">18507 17583 3056 0,'0'0'8289'16,"0"0"-7249"-16,0 0-528 0,0 0-28 0,-88 51 140 31,64-36 32-31,4 4-48 0,4 7-256 0,1-1-64 16,2 7-36-16,5 3-48 0,8 3 32 15,0-3 64-15,0 4 0 0,4-11-92 16,4-3-108-16,1-6-100 0,2-9-104 0,1-7-56 16,0-3 60-16,4-3 100 15,4-13-8-15,0-10 8 0,3-11-276 16,-2-8-108-16,3-6-236 0,0 0-132 0,-5-2-60 0,2 1 76 15,-6 5 36-15,-2 3 20 16,-6-2 0-16,1 2 63 0,-4 3 113 16,1 0 232-16,-5 6 272 0,0 1 192 15,-5 1 324-15,1 5-27 0,4 9 115 16,-4 3 12-16,0 6 176 0,4 10 48 16,0 0-32-16,-4 4-192 0,4 11-52 0,-3 7-320 0,-1 13 68 0,4 9-64 15,-4 14-36-15,-1 7-12 0,5 0-52 0,0 2-148 16,0-4-148-16,0-2-212 31,0-7-240-31,0-6-204 0,0-13-360 0,9-3-500 16,-5-13-717-16,-1-7-1551 0,1-5-1408 0</inkml:trace>
  <inkml:trace contextRef="#ctx0" brushRef="#br1" timeOffset="-209771.105">18793 17614 4788 0,'0'0'8481'0,"0"0"-7185"16,0 0-1056-16,0 0 36 0,21 73 404 16,-14-50 140-16,6-2-336 0,-5-1-284 0,-1-1-200 15,1 0-284-15,-4-3 96 0,1 3 112 16,-1-3-24-16,-4 0 76 0,0-4 24 16,0 1 136-16,-4-3 64 0,-1-3 36 15,1-1 124-15,4-4-36 0,-4-2 8 16,4 0-36-16,0 0-268 0,0-8-28 15,0-6-212 1,0-5-160 0,0-6 112-16,8-7 12 0,1-3 12 0,6 0-300 0,-3 3-180 15,0 5-164-15,0 4-488 0,4 1-1116 0,-8 9-1977 32,4 0-1223-32</inkml:trace>
  <inkml:trace contextRef="#ctx0" brushRef="#br1" timeOffset="-209587.874">18969 17777 7128 0,'0'0'4137'0,"0"0"-1945"0,0 0-1188 0,0 0-436 16,0 0-64-16,0 0 108 15,88 25-132-15,-69-28-480 0,5-10-12 0,0-3-428 16,4-6-276-16,-4-3-448 0,-8 6-1104 0,4-13-2893 15</inkml:trace>
  <inkml:trace contextRef="#ctx0" brushRef="#br1" timeOffset="-209418.608">19076 17570 2540 0,'0'0'9193'0,"0"0"-7517"0,0 0-988 0,0 0-132 0,-8 86 404 16,8-58-56-16,0-2-440 0,0 2-464 15,8-5-100-15,-3-1-424 0,3-6-500 16,-1-1-352-16,-3-2-1012 0,0-3-2021 16,-4 0-2435-16</inkml:trace>
  <inkml:trace contextRef="#ctx0" brushRef="#br1" timeOffset="-209155.816">19283 17595 7008 0,'0'0'7301'16,"0"0"-6101"-16,0 0-1100 0,0 0 60 0,0 0 132 15,0 0-148-15,0 0-144 0,88 26-312 16,-76-23-64-16,0 3-128 0,-4 4 8 16,-4 6 80-16,-4 3 136 0,0 10 280 0,-12 3 108 15,0 2 132-15,-4 4-12 16,4 1-12-16,0-7 236 0,5-7 340 0,3-6-48 15,4-4-172-15,0-8-352 0,4-1-220 0,11-6-196 16,1-3-216-16,8-9-216 0,0-14-404 16,4-5-512-16,-4 1-1108 0,8-17-2009 15</inkml:trace>
  <inkml:trace contextRef="#ctx0" brushRef="#br1" timeOffset="-208653.428">19439 17138 3544 0,'0'0'9757'16,"0"0"-7317"-16,0 0-1988 0,0 0-284 15,0 0-32-15,0 0 760 0,108-34 328 16,-72 17-644-16,3-2-408 0,1 0-172 0,0 0-8 15,0 7 0-15,-5 2-92 16,-3 4 16-16,-4 6 8 0,-4 0-20 16,-8 0-188-16,0 9-24 0,-4 4 108 15,-8 6 52-15,0 3 148 0,-4 11 52 16,-4-2 20-16,-8 7 16 0,1 6 72 0,-6 1 48 16,6 5-20-16,-6 2 20 0,2-5 36 15,2 4 64-15,5-9-4 0,5-4-20 0,3-10 68 16,0-9-44-16,3-3-140 0,9-7-168 15,4-3 0-15,9-6-84 0,-1 0 12 0,3-2-112 16,1-11 60-16,3-3-32 16,-6 0-224-16,3-3-84 0,-8 0-176 0,-1-4-508 15,-2 1-564-15,-2-3-876 0,-2 9-1933 16,-6-12-1691-16</inkml:trace>
  <inkml:trace contextRef="#ctx0" brushRef="#br1" timeOffset="-208485.387">20097 17129 1136 0,'0'0'3116'16,"0"0"2944"-16,0 0-3079 0,0 0-1689 0,0 0-432 16,0 0-208-16,-56 73-12 0,43-41 144 0,6 6-64 15,-5 0-92-15,-1 0-224 16,2 0-168-16,-1 3-236 0,-4-3-100 0,4 1-292 16,-4-1-324-16,4-7-272 15,-4-2-604-15,4-10-1284 0,-4 9-3549 0</inkml:trace>
  <inkml:trace contextRef="#ctx0" brushRef="#br1" timeOffset="-208073.917">20518 16748 6776 0,'0'0'248'0,"0"0"5017"0,0 0-3885 0,0 0-164 0,0 0-172 16,77 73-140-16,-45-42 28 16,3 4-80-16,5 4-236 15,-1-1-188-15,6-7-292 0,-2 1-136 0,-2-10-380 16,2-6-196-16,-7-2-216 0,-1-12-300 15,2-2-652-15,-5-2-912 0,-13-9-2149 0,2-8-2143 16</inkml:trace>
  <inkml:trace contextRef="#ctx0" brushRef="#br1" timeOffset="-207916.204">21048 16796 7432 0,'0'0'5777'0,"0"0"-4529"0,0 0-568 0,-87 79-340 16,56-48 76-16,3 8 336 0,0-1 20 15,0 3-300-15,0-3-372 0,3 4-100 0,6-11-336 16,3 1-384-16,4-7-308 16,7-6-612-16,1-9-1300 0,4-7-2517 0</inkml:trace>
  <inkml:trace contextRef="#ctx0" brushRef="#br1" timeOffset="-207767.598">21590 16961 12117 0,'0'0'6568'0,"0"0"-6064"0,0 0-504 15,0 0-1456-15,0 0 76 0,0 0-452 0,81-68-1176 16,-53 37-4381-16</inkml:trace>
  <inkml:trace contextRef="#ctx0" brushRef="#br1" timeOffset="-207615.198">22204 16811 7460 0,'0'0'4425'16,"0"0"-3429"-16,0 0-764 0,0 0-92 15,0 0 520-15,0 0 644 0,84 10-196 16,-72-10-296-16,4 0-264 0,-1-6-252 16,2-1-296-16,-2-5-428 15,2-1-552-15,-2-7-784 0,-2 8-2577 0,2-8-3471 16</inkml:trace>
  <inkml:trace contextRef="#ctx0" brushRef="#br1" timeOffset="-207499.896">22670 16719 4744 0,'0'0'10037'0,"0"0"-8629"0,0 0-1016 0,0 0-192 0,0 0 196 16,0 0-396-16,84 0-360 0,-56-7-1032 16,-9 5-192-16,18-8-2337 0</inkml:trace>
  <inkml:trace contextRef="#ctx0" brushRef="#br1" timeOffset="-206946.92">23806 16218 5368 0,'0'0'6425'0,"0"0"-5593"0,0 0-244 0,0 0 188 16,0 0 328-16,0 0 216 16,0 0-396-16,0 0-132 0,88-13 72 0,-29 6-252 0,9-2-232 15,7 0-320-15,5-1-60 16,0 3-96-16,-8-2-40 0,-1 3-24 0,-11 6-144 16,-4 0-312-16,-13 0-184 15,-6 6-8-15,-18 7-4 0,-6 9-32 16,-13 4 292-16,-13 8 96 15,-15 10 252-15,-7 8 204 0,-9 5 12 16,-8 6 380-16,0 1 24 16,1 3 64-16,3-1 24 0,0-2 0 0,8-4 104 0,8-3 100 0,9-7-4 0,10-8-176 15,9-7-108 1,4-10-104-16,21-5-32 0,7-14-212 0,11-3-24 0,12-6-48 16,1-10 0-16,8-12 0 0,0-4-120 15,0-6-236-15,0-3-196 0,-4 0-336 0,-9 0-460 31,-3 6-600-31,-8 1-736 0,-12 8-1381 16,-1-5-1843-16</inkml:trace>
  <inkml:trace contextRef="#ctx0" brushRef="#br1" timeOffset="-206768.353">24861 16383 7432 0,'0'0'1156'0,"0"0"-692"0,-67 73 4 0,35-38 1969 15,-8 9-533-15,-4 1-388 0,1 2-344 16,-2 1-340-16,-2-4-312 0,4 4-260 0,-2-4-260 16,6-6-148-16,3 0-520 15,-1-2-456-15,5-8-504 0,9-6-2217 16,-5-2-2579-16</inkml:trace>
  <inkml:trace contextRef="#ctx0" brushRef="#br1" timeOffset="-206484.97">25248 16323 13817 0,'0'0'3800'0,"0"0"-3540"0,0 0-208 16,-91 85 32-16,51-44 548 0,-4 10 92 0,-4 5-212 0,-4 9-180 0,-4 5-208 15,-4 6-124-15,-3 6-4 0,-5 7-216 16,-8 3 60-16,-7 4-72 0,-1 2 120 0,-4 4-220 16,0-1-72-16,1-2 132 0,4-4 52 15,-1 1-4 1,12-11-24-16,4-8 52 0,21-11 84 16,11-12-76-16,12-16-284 0,16-19-1148 15,8-13-2288-15,4-14-3313 0</inkml:trace>
  <inkml:trace contextRef="#ctx0" brushRef="#br1" timeOffset="-205876.328">24719 17595 3968 0,'0'0'7885'0,"0"0"-6453"0,0 0-464 0,0 0-448 16,0 0-268-16,0 0-116 0,-88 84-60 15,75-57 76-15,5 5 76 0,-3 7-28 0,2-2 0 16,5 5 80-16,0-7 68 15,4-3 252-15,0-10-164 0,0-9-252 16,4-7-184-16,5-6-156 0,3-3 92 0,4-13 64 16,3-6 12-16,9-14-12 0,-4-2-176 0,4-9-260 15,0-1-88-15,0 0 56 16,-1-2 68-16,-3 6 60 16,1-4 40-16,-5 3 20 0,-1 1 144 0,-6 3 136 0,-6 6 76 15,1 3 116-15,-8 7 200 0,4 9 160 16,-4 9 140-16,0 7 120 0,0 0-8 15,0 7-76-15,0 9-128 0,-4 9-328 16,0 10-176-16,0 6-48 0,4 3 4 16,-3 5 68-16,3-5-120 0,0 0-168 15,0-6-504-15,0-9-180 0,0-1-212 16,0-9-324-16,3-3-672 0,1-6-873 16,4-7-2059-16</inkml:trace>
  <inkml:trace contextRef="#ctx0" brushRef="#br1" timeOffset="-205478.269">25200 17449 7096 0,'0'0'2556'15,"0"0"2337"-15,0 0-3885 0,0 0-492 0,0 0 136 0,0 0 268 16,0 0-336-16,-75 77-276 0,71-67-236 16,0-1-72-1,-1-3-124-15,5-3-24 0,0 1 28 0,0-1-4 0,0-3 24 16,0 0 100-16,0 0 60 0,0 0 52 15,0 3 36-15,-4 0 0 0,0 3-76 16,-3 4-72-16,-1-1-8 0,4 4-44 0,-1-4 4 16,1-2-52-16,1-1 4 0,3 1 8 15,0-4 0-15,0 0 76 0,0-3 0 16,3 0-24-16,6 3 36 0,-1-3 112 0,0 4 24 0,3-2-12 31,-2 3-52-31,6-3-12 0,-2 4-8 16,2 4 20-16,2-1 28 0,-2 4-40 0,2-1 4 0,-2 1-64 15,1-1 0-15,-4 2-76 0,0-5 72 16,-4 1-4-16,-4-4 4 0,0 1 0 0,0-1 4 16,-4 0 0-1,-4 7-76-15,-8-1-60 0,-8 4-184 0,-4 3-4 0,-4-3 140 16,0 0 8 0,-4-3-232-16,0-3-240 0,0-4-196 0,5-4-252 0,-5-2-880 15,12 0-2177 1,-8-14-3215-16</inkml:trace>
  <inkml:trace contextRef="#ctx0" brushRef="#br1" timeOffset="-204976.011">25675 17189 6460 0,'0'0'1080'0,"0"0"-276"0,0 0 3353 0,0 0-2857 15,0 0-96-15,0 0-300 16,0 0-148-16,83 45-96 0,-47-42-80 0,0-3-160 16,4 3-172-16,3-3-148 0,-2 3-100 15,-6-3-92-15,1 6 32 0,-8 1-152 0,-8 5-8 16,-8 4-52-1,-8 6 108-15,-4 10 164 0,-12 3 4 0,-4 9 4 16,-8 4-4-16,0 4 84 0,-4-2 0 0,8 1 36 0,0-7-12 16,4-2-28-1,9-4 100-15,3-10 40 0,4-9-16 16,11-3-208 0,5-3-12-16,8-10-320 0,0-3-188 0,8-7 76 0,0-8-280 15,4-7-40-15,-5-7-380 16,1-2-992-16,-8 8-2549 0,0-15-2323 0</inkml:trace>
  <inkml:trace contextRef="#ctx0" brushRef="#br1" timeOffset="-204807.07">26296 17291 5732 0,'0'0'1884'0,"0"0"3953"0,0 0-5165 15,-56 89-568-15,36-52 48 0,1 5 480 0,-6-1 272 16,1 4-188-16,0-4-452 0,1 0-264 0,-1-6-108 0,0 1-240 15,0-3-220-15,1-6-316 0,-2-2-368 0,5-9-664 16,9-7-1353-16,-2-5-3155 0</inkml:trace>
  <inkml:trace contextRef="#ctx0" brushRef="#br1" timeOffset="-204560.155">26571 16726 6836 0,'0'0'7397'0,"0"0"-6137"0,0 0-620 16,47 98 40-16,-26-57 476 0,-1-2-196 15,-1-1-272-15,5-7-408 0,0-2-280 0,4-10-432 16,-3-3-328-16,2-4-204 0,1-5-556 0,-12-4-1008 15,3-3-3105-15</inkml:trace>
  <inkml:trace contextRef="#ctx0" brushRef="#br1" timeOffset="-204400.992">26945 16821 8976 0,'0'0'6509'16,"0"0"-5101"-16,0 0-984 0,-71 79-328 0,43-44 316 15,0 6 328-15,-4 1 108 0,0-1-384 16,1 4-268-16,3-7-196 0,-4 0-240 16,4-3-152-16,4-1-88 0,-4-4-320 0,7-3-476 15,-2-2-1116-15,7-5-2621 0,-8 2-4466 0</inkml:trace>
  <inkml:trace contextRef="#ctx0" brushRef="#br1" timeOffset="-203522.117">27523 16498 7808 0,'0'0'4597'0,"0"0"-3269"0,0 0-468 0,0 0-24 16,83 18-124-16,-51-18 20 0,9 0-136 16,2 0-200-16,5-4-76 0,0-4-72 0,0 2-152 0,-1-1-96 15,-6 3-52-15,-6 4 4 16,-7 0-40-16,-3 0 4 0,-14 4-88 15,-3 5-128-15,-8 3 92 0,-8 7 208 16,-12 6 112-16,-8 8-64 0,-8 2 40 16,0 3 144-16,-3 4 140 0,-5 2-64 15,0 4-112-15,5 2-84 0,2 4 24 16,1 0 24-16,4 0 12 16,8-3-28-16,9-6 40 0,7-7 36 0,8-10-36 0,0-3 12 0,12-12-60 15,4 0-28-15,11-10 280 16,1 0-132-16,9-3-188 0,-5-12-68 0,3-4-172 15,-3-3-168-15,4-3-136 0,-4-5 108 16,-4 6-12-16,0-2-232 0,-4-2-376 16,-5 6-352-16,-3-3-420 0,0 3-732 15,-4 3-1589-15,0-6-1295 0</inkml:trace>
  <inkml:trace contextRef="#ctx0" brushRef="#br1" timeOffset="-203324.309">28125 16675 7672 0,'0'0'276'0,"0"0"4241"0,0 0-3777 0,0 0-332 0,-83 83 52 16,55-45 208-16,-4 3 292 0,0 1-68 16,-1 5-292-16,1-3-192 15,0 1-172-15,5-4-120 0,-5-6-116 16,8 0-112-16,0-7-324 0,8-6-160 16,0 1-296-16,0-11-164 0,12-2-568 0,0-7-945 15,4-3-1651-15,0-7-1668 0</inkml:trace>
  <inkml:trace contextRef="#ctx0" brushRef="#br1" timeOffset="-203159.036">28153 16773 4912 0,'0'0'6881'16,"0"0"-5105"-16,0 0-976 0,0 0 24 0,0 0 324 0,0 0-40 15,67 70-416-15,-47-57-420 0,4-1-152 16,4-5-120-16,0-3-336 0,-1-4-268 16,5 0-468-16,1-11-540 0,-14 2-1392 0,9-7-2905 15</inkml:trace>
  <inkml:trace contextRef="#ctx0" brushRef="#br1" timeOffset="-202974.673">28515 16700 3908 0,'0'0'7297'0,"0"0"-5501"0,0 0-1160 0,0 0-264 0,-56 67 400 16,36-38 560-16,5-1-292 0,-6 4-408 15,2 3-308-15,-5 0-200 0,-4-3-84 16,4-1-40-16,0-2-236 16,-3 0 40-16,-1-8-324 0,4-2-128 0,-1-2-320 15,1-4-384-15,5-7-444 0,7-3-1049 16,-4-3-2447-16</inkml:trace>
  <inkml:trace contextRef="#ctx0" brushRef="#br1" timeOffset="-202268.699">28989 16545 4408 0,'0'0'196'15,"0"0"220"-15,0 0 2200 0,0 0-128 16,0 0-1071-16,0 0-389 0,0 0-20 15,0 0-132-15,0 0-360 0,0 0-252 0,0 0-124 16,72 16-140-16,-64-21-304 16,0 3-312-16,-4-1-160 15,4 0-128-15,0-3-96 0,-4 2-381 0,4 4-599 16,-4-3-880-16,-1 3-1608 0</inkml:trace>
  <inkml:trace contextRef="#ctx0" brushRef="#br1" timeOffset="-201170.275">28922 16808 3068 0,'0'0'9189'0,"0"0"-7493"0,0 0-884 0,0 0-208 0,0 0 224 31,0 0 148-31,0 0-464 0,0 0-512 0,0 0-328 0,0 0-356 16,28-3-8-16,-8-6-304 0,-5 2-652 16,2-2-1277-16,-6 2-1951 0</inkml:trace>
  <inkml:trace contextRef="#ctx0" brushRef="#br1" timeOffset="-201001.029">29181 16789 9476 0,'0'0'2181'0,"0"0"-1157"15,0 0-396-15,0 0 96 16,0 0 88-16,0 0-260 0,0 0-336 0,0 0-216 16,0 0-492-16,91-9-992 0,-71-4-2381 0,0-9-4043 0</inkml:trace>
  <inkml:trace contextRef="#ctx0" brushRef="#br1" timeOffset="-200816.713">29391 16573 6156 0,'0'0'728'16,"0"0"3913"-16,0 0-3309 0,0 0-44 16,0 0-52-16,13 86 48 0,-9-61-228 15,0 1-328-15,3-5-320 0,2 2-276 0,-1-7-132 16,7 0-420-16,2-3-184 0,-2-4-216 15,9-6-156-15,0-3-244 0,0 0-812 16,-4-6-1877-16,8-6-1247 16</inkml:trace>
  <inkml:trace contextRef="#ctx0" brushRef="#br1" timeOffset="-200653.555">29698 16602 5136 0,'0'0'1784'0,"0"0"3585"0,0 0-4193 0,-107 50-236 0,68-21 84 15,-6 2 168-15,6 5-320 0,-1-1-288 0,3-3-252 16,6-4-332-16,7-6-12 0,4-3-556 16,12-5-328-16,0-6-420 0,4-2-720 0,4-6-1149 15,0 0-2039-15</inkml:trace>
  <inkml:trace contextRef="#ctx0" brushRef="#br1" timeOffset="-200335.865">29730 16440 9652 0,'0'0'3077'0,"0"0"-1181"0,0 0-1428 0,0 0-368 32,0 0 288-32,0 0 52 0,76 39-168 0,-52-37-272 0,3-2-380 0,6 0-136 0,-6 0 12 15,-3 0 0-15,-3 0 96 0,-10 6 116 16,-2 7 180-16,-9 6 112 0,-13 7 188 0,-11 5 92 15,-8 8 240-15,-3 5 72 16,-5 1 0-16,1 2-124 0,2-2-116 16,-3-1-40-16,12-3-16 0,4-5-20 0,9-8-92 15,11-9-8 1,4-7-164-16,8 1-12 0,8-9-76 16,11-2-24-16,5-2-160 15,1-9-224-15,6-4-284 0,-3-2-160 16,0-1 56-16,-4-3-4 0,-8 2-300 15,-4 4-1181-15,-1-8-2023 0</inkml:trace>
  <inkml:trace contextRef="#ctx0" brushRef="#br1" timeOffset="-200215.694">29945 16789 6292 0,'0'0'4372'0,"0"0"-2163"15,-103 86-2209-15,60-51-164 0,-10 9 164 16,1-5 64-16,5-2-64 0,10-8-796 15,-10 3-2197-15</inkml:trace>
  <inkml:trace contextRef="#ctx0" brushRef="#br1" timeOffset="-199583.477">28061 17548 4072 0,'0'0'3904'16,"0"0"-771"-16,0 0-1249 0,0 0-408 0,0 0-140 15,0 0-56-15,0 0-388 0,0 0-312 0,4 86-188 16,-8-58-108-16,4 1-40 0,0-3-132 15,0 2-40-15,0-6-72 0,8 0-12 16,0-6-84-16,4 0 88 0,-1-7-40 16,6 1-28-16,3-7 64 0,3-3 4 15,5-6 0 1,4-10 0-16,5-3-176 0,-2-10-52 0,1 4-144 16,0-4-16-16,0 1-108 15,-5 2-8-15,1 4 4 0,0 3 28 16,-8 3 28-16,0 0 152 0,0 7 136 0,-8-1 60 15,0 10 104-15,0 0 76 0,0 0 340 16,0 4 268-16,4 2-12 0,-1 0-176 16,5 0-260-16,4-2-136 0,0 2-64 0,0-3-36 0,0 1-72 15,0 2 8-15,-12 0 4 16,-4 4 48-16,-4-1 8 0,-8 4 4 0,0 3 124 16,-8 3 16-16,-4 0-80 0,-4 2-12 15,4 2 16-15,-4-4-4 16,8-6-60-16,0-7-60 15,8-3-28-15,0-3-84 0,8-3-252 0,8-9 52 0,4-7 324 0,12-4-4 0,4-5-272 16,-1-1-168-16,1 2 232 16,0 3 172-16,-8 6 88 0,0 1 80 0,0 8 84 15,0 0 80-15,-4 2 80 0,0 1 36 16,-1 3-24-16,1-4-136 0,4 1-88 0,4 0-112 16,0 0-12-1,0-4-88-15,0 1 24 0,3-4-196 16,2-4-288-16,-1 2-120 0,-1-3-124 15,-7 1-704-15,-4 4-888 0,3-3-2349 16</inkml:trace>
  <inkml:trace contextRef="#ctx0" brushRef="#br1" timeOffset="-198993.453">28559 18189 4240 0,'0'0'8161'0,"0"0"-7025"0,0 0-832 0,4 73-72 16,-4-41 260-16,0 3 276 0,0-3-88 0,0-1-400 16,0-4-280-16,4-9-108 0,0-1-104 15,0-9-128-15,4-1 88 0,3-3 64 16,-2-4-40-16,7 0-100 0,0-11-116 16,3-4 280-16,-2-5 160 0,3 1 4 15,-5-6 0-15,6 3-84 16,-10-1 8-16,6-2 12 15,-6 6 24-15,1 4 40 0,-4 2 140 0,0 6 216 16,-4 4 152-16,-4 3 272 16,0 3 116-16,0 4-176 0,0 6-272 0,0 2-212 0,0 4-180 15,-4-3-56-15,0 0-96 16,4 0-168-16,0-7-568 0,0-2-348 16,4-1-260-16,0 0-832 0,4-6-2013 0,-4 3-1947 0,-16-136 4932 0</inkml:trace>
  <inkml:trace contextRef="#ctx0" brushRef="#br1" timeOffset="-198839.152">28985 18301 3740 0,'0'0'10361'16,"0"0"-8077"-16,0 0-2272 0,0 0-12 15,0 0 0-15,0 0 80 0,76-3-80 0,-36-16-832 0,3-6-580 16,-6-2-2945-16,14-11-4903 0</inkml:trace>
  <inkml:trace contextRef="#ctx0" brushRef="#br1" timeOffset="-198381.964">29615 17917 1684 0,'0'0'10673'0,"0"0"-9205"16,0 0-1240-16,0 0-152 0,0 0 432 0,0 0-80 15,0 0-276-15,0 0-64 0,0 0-12 0,0 0 188 16,12 14 136-16,-12-14 156 0,0 0 16 16,0 5 100-16,0-5 32 0,0 0-128 0,0 2-192 15,-4 2-176-15,-4 2-148 0,0 4-60 16,-4-1-60-16,0 4 8 0,0 2 4 16,-4-2 0-16,0 3 48 0,-3 3-8 0,-2-3 8 31,1 4 12-31,-4 2 96 0,5-4 40 15,-1 1-12-15,-1-3-80 0,6 0-56 16,-2 0-48-16,6-7 0 0,-1 1-28 0,8-3 16 16,4-5-36-16,0 2-64 0,0-4-284 15,8 3 16-15,4-3 308 0,0 0 120 16,8 0 0-16,-4 3 0 0,-1-3-8 16,6 3-44-16,-6 3 52 0,5 1 0 0,4 2 8 0,-3 1-8 15,2-1-4-15,-3 2-144 0,0-6-196 16,0 5-4-16,0-3 16 0,-5 2-44 15,2-2 140-15,-6-1 88 0,-2 0 88 0,-5 1 56 16,-4 2 8-16,0 4 16 16,-9 2-20-16,-2 1-88 0,-10 3-84 15,-2 4-60 1,-1 0-168-16,-4-2-608 0,4-5-1528 16,-16 10-3221-16</inkml:trace>
  <inkml:trace contextRef="#ctx0" brushRef="#br2" timeOffset="-190724.624">14817 17279 8156 0,'0'0'1412'0,"0"0"-392"0,0 0-339 0,0 0 299 0,-92 66-12 15,68-50-164-15,5-1-184 0,-5 4-252 16,0 1-144-16,4-1 180 0,0 1 36 16,4 1-112-1,-4 2-228-15,0 5-100 0,0 4 64 16,-7 5-52-16,3 2 36 0,-8 2 4 0,4 3-40 16,0 1 64-16,0 5 24 15,4 8-96-15,5-1 120 0,6 3 148 0,5 0 212 0,8 1-296 16,0-7-104-1,16-4-76-15,8-5-8 0,0-6-36 16,8-8-288 0,4-5-384-16,3-4 36 0,2-4 204 0,-2-5-200 0,9-2 432 15,4-6 236-15,-4-2 124 0,8 1 140 0,-1-2-188 16,-3-2-28-16,0 4-48 0,4-1 0 0,-9 1 52 16,1-4 36-16,0 3-88 0,-4-3 0 15,3-3-188-15,-2-8 188 0,-2-1 100 0,-7-7-100 16,0-6-176-16,-8-1 72 0,3-2 104 15,-6-1 8-15,3-3 56 0,-4 1 36 0,0-5-36 16,-5 5-4-16,5-2 68 16,-4 3 48-16,-4-3 60 0,0 2 8 15,-4-1-80-15,-1 0-104 0,2 1-60 0,-1-1 12 16,0-3-12-16,-4 0-56 0,0 0 4 0,-5 0 40 16,1 3 4-16,1-2 4 15,-5 2-60-15,0 0 52 0,-5 0-40 0,-2 4 52 0,-5 2 60 16,-4 3-52-16,-4 2 56 0,-4 2-60 15,-8 3 108-15,-3 3-12 0,-6 5-88 16,-6-3 12-16,-5 5-24 0,-8-1 0 16,0 4 0-1,-4 3 116-15,-3 0-108 0,-1 3 140 0,1 7-144 16,-2 4-4-16,-2-3-100 16,3 8-100-16,1 3-72 0,3 3-148 0,0 2-220 15,8 1-308-15,8 0-924 0,5-5-1193 16,7-1-1211-16,12-6-308 0</inkml:trace>
  <inkml:trace contextRef="#ctx0" brushRef="#br2" timeOffset="-189769.382">15758 18414 6384 0,'0'0'520'0,"0"0"4029"0,0 0-3229 15,0 0-428-15,0 0-332 0,0 0 60 0,23 70-80 16,-14-41-136-1,-6 6-156-15,1-3-16 0,0 0-56 0,-4 0-52 16,0-7-124-16,0-7-56 0,0-2-80 16,0-2-56-16,4-11-160 0,0 0-64 0,5-3-60 15,-2-10 224-15,5-5 48 16,4-5-12-16,0-9-112 0,4 1 72 0,-5-4 168 16,-2 4 88-16,2-2 0 0,-2 5 52 15,2 6 36-15,-2 1 76 0,-1 3-36 16,-1 1 88-16,-2 7-128 15,-1 5 12-15,-8 2 116 0,3 0 228 0,-3 6-144 16,4 6-36-16,-4 5-88 0,0 1-52 0,0 4-112 16,0-2 72-16,0-1-84 0,0-6-40 15,0-4-124-15,0-6-124 16,4-3-100-16,9 0 260 0,-2-3 76 0,9-6 52 0,-4-4 44 16,0-1-44-16,4 0 0 0,-4-2-4 15,-1 6-36-15,-2 0 40 0,2 4 0 16,-6 6 164-16,3 0 176 0,-5 0 40 15,2 6-40-15,3 4-40 16,-5 3-160 0,6 2-16-16,-5 2 24 0,-4 2-140 0,3-4 52 15,-3 1-60-15,-4 0-76 0,4 1-48 0,1-9-288 16,-5 2-244-16,4-3-388 0,-4-4-532 16,0-1-1289-16,3-2-3155 0</inkml:trace>
  <inkml:trace contextRef="#ctx0" brushRef="#br2" timeOffset="-189582.788">16582 18437 28 0,'0'0'11313'16,"0"0"-9381"0,0 0-976-16,0 0-24 0,12 67 228 0,-8-45-200 0,-4 0-464 0,0 3-284 0,0 1-212 0,4-1-144 15,4-2-192-15,0-1-272 0,0-4-536 16,0-2-840-1,0-2-1997-15,0 0-2391 0</inkml:trace>
  <inkml:trace contextRef="#ctx0" brushRef="#br2" timeOffset="-188719.103">18650 17259 4760 0,'0'0'1236'15,"0"0"-792"-15,0 0-300 0,-80 32 2012 16,52-19-1020-16,0 0-424 0,0 1-596 16,0 3 76-16,5 5 53 0,-1 3 39 15,0 7-156-15,0 3 16 0,5 7 316 0,2 5 28 0,2 4-120 16,-2 3 92-16,10 7-28 0,7 5-36 15,0 0 108-15,0 2-124 0,11 1-232 0,10-6-56 16,3-6-92-16,11-5-164 0,5-15-40 16,3-5-48-16,9-10-88 15,4-5 160-15,8-8 180 0,0-5-60 16,7-4 44-16,2-13 4 0,2-6 12 16,5-10 0-16,-1-6-84 15,1-6 80-15,-5-7-48 0,5-3-304 16,-8-6-240-16,0 2-416 0,-4-4-493 0,-8 1 97 15,-4 2 524-15,-9-4 648 0,-12 2 236 16,-3 4 400-16,-8-3 288 16,-7 0 76-16,-13 6-68 0,-4 0-155 0,-4 7-37 15,-13 2-28-15,-11 7-156 0,0 3 12 0,-7 7-216 16,-9 6-68-16,-4 4 28 0,1 2 92 0,-5 3 136 16,0 6 16-16,-3 4-80 0,3 7-240 15,-4 9-68-15,0 10-248 0,0 5-400 16,1 7-500-16,-1 4-473 0,15-7-695 15,-6 15-3316-15</inkml:trace>
  <inkml:trace contextRef="#ctx0" brushRef="#br2" timeOffset="-188004.038">19909 18138 144 0,'0'0'2296'0,"0"0"6481"0,0 0-7213 0,0 0-876 16,4 83-228-16,-4-50-20 0,-4 0 32 15,0 6 4-15,-4-7-160 0,8-1-76 0,0-6-140 16,0-2-60-16,0-6-40 0,4-9-152 16,0-1-160-16,4-1-80 15,0-6 80-15,0 0-20 0,3-9 256 16,2-8-12-16,-1 1-88 0,4-5-40 16,-4-2 212-16,4-2 0 0,3-1 4 0,-2 1 0 15,3-4 8-15,-1 4-8 0,2 6-76 16,-6 0 24-16,1 10 52 0,-8 2 52 15,0 4 88-15,-4 3 36 0,-4 0 92 16,0 6-28-16,0 7 24 0,0-1-264 0,0 2-24 0,-4-2-192 16,0 2-12-16,4-6-140 0,0-2-216 15,4-2-284-15,8-4 76 16,0 0 420-16,4-7 372 0,7-4 80 0,-2-3 8 16,3 2 28-16,-5 2 400 0,-2 0-20 15,3 4-48-15,-9 6-64 16,6 0 8-16,-9 6 192 15,3 7-80-15,-3 6-240 0,-3 1-60 16,-1 5-104-16,-4 0 12 0,0 1 212 16,0-1-272-1,0-3-52-15,0-3-64 0,0-3-136 16,0 1-516-16,0-5-232 0,0 3-376 0,-4-2-1493 0,-1-3-3303 0</inkml:trace>
  <inkml:trace contextRef="#ctx0" brushRef="#br2" timeOffset="-187769.67">20694 18367 4820 0,'0'0'4624'16,"0"0"-3396"-16,0 0-787 0,0 0-157 0,0 0-284 0,0 0 0 0,0 0 0 16,0 0 124-16,60 28-124 15,-64-9-64-15,-9 4 64 0,2 2 68 0,-6 4 304 16,2-1 116-16,-1 1-16 0,4 0-204 15,4-7-24-15,8-2 288 0,0-6-36 0,4 0-308 16,8-5-188-16,8-3-12 0,4-2 12 16,8-4-4-16,4-4-108 15,3-2-472-15,2-10-732 0,-9 3-1413 0,15-6-4947 0</inkml:trace>
  <inkml:trace contextRef="#ctx0" brushRef="#br2" timeOffset="-186547.884">24805 17221 2784 0,'0'0'1160'0,"0"0"-664"16,0 0-120-16,-79 41 2004 0,47-16-808 15,-7 7-472-15,2 13-428 16,-6 3-103 0,3 5 59-16,0 1-64 15,0 7-24-15,8-4-132 0,0 0-116 0,8-6 0 16,5-4 0-16,6-5 12 0,2-1-176 0,7-6-64 0,0 0 164 15,4-3 48-15,4-4 416 0,8-3-212 16,8 1-280-16,-1-1-148 0,9 0-40 16,4-2 224-16,0-4-136 0,8 0 12 15,4 0-104-15,-5-10-8 0,6 1-52 0,2-3-108 0,1-7 156 16,-4 0-4 0,4-7 0-16,-1-6 4 0,1-6-4 0,-4-6 4 15,4 0-12-15,-1-7-80 0,-2 0-116 16,-2-3-32-16,-2 3 32 15,-2-2 112-15,1-1 88 0,-4 3-40 0,-5-3 48 16,-3 0 4-16,4 0-4 0,-8-3 4 16,4-4-4-16,-7 1-4 15,-2-3 8-15,1-4 0 0,-3 4-4 0,-2-1 4 16,-7 1 4-16,-4 6 56 0,0 3-8 16,-4 3-52-16,0 9 52 0,-12 2 184 15,0 9 44-15,-8 5-32 0,-4 0-48 0,1 7-76 16,-14 0-124-16,1 0 0 0,-7 14-248 15,-9-2-128-15,-4 7-52 0,-4 0 28 0,-4 6 184 16,-3 1-224-16,-1 2-524 0,-3 4-692 16,15-7-1037-16,-24 14-1719 0</inkml:trace>
  <inkml:trace contextRef="#ctx0" brushRef="#br2" timeOffset="-185729.554">24837 18526 6492 0,'0'0'2660'16,"0"0"-515"-16,0 0-685 16,0 0-220-16,0 0-40 0,0 0-104 0,0 0-284 0,0 0-92 15,80 66-288-15,-76-46-124 0,0-1-148 16,-4-1-112-16,0 6-48 0,0-6-96 0,-4 1-140 16,-4-3-296-16,1-4-88 15,3 1 48-15,-1-9 56 16,5-1-60-16,0-3-192 0,5 0-284 0,6-7 324 15,1-6 728-15,8-2 28 0,4-5 96 16,-4-5-124-16,8-6 0 0,0 3 68 16,-4-2-60-16,0 8-4 0,0 0 60 15,-5 8 48-15,-2 9 92 0,-6 2-76 16,-3 3 36-16,1 0 244 0,-2 8 96 0,-3 6-136 16,0 5-192-16,-4 0-76 0,4 0-12 0,-4 3 36 15,0 1 104 1,0-4-128-16,4-4-100 0,-4-2 0 15,5-4-88-15,-1 1-24 0,3-3-16 0,1-1-196 16,0-6-180-16,0 0 84 0,4 0 192 0,4 0 160 16,-4-3 68-16,3-3 16 0,2 2 72 0,-1 4 36 15,-4 0 256-15,3 0 48 16,-2 7 52-16,2 4-280 0,-6 3-200 0,-1 2 0 0,-1 0-528 16,-3-1-116-16,0 1-140 0,-4-3-632 0,0-1-885 15,0-1-1847-15,0-6-1951 16,0-2 6099-16</inkml:trace>
  <inkml:trace contextRef="#ctx0" brushRef="#br2" timeOffset="-179504.827">25579 18819 2980 0,'0'0'1196'0,"0"0"-532"0,0 0-416 0,0 0 0 0,0 0 248 16,0 0 116-16,0 0-28 15,0 0-128-15,0 0-144 16,-5-7-28-16,5 7-12 0,0 0 28 0,0 0-28 16,0-4 12-16,0 4 52 0,0 0-64 15,0-3-76-15,0 3-80 16,0 0-40-16,0 0 16 0,0 0 36 0,0 0 12 15,0 0 16-15,0 3 53 0,0 1-17 16,0-2 12-16,0 3 156 16,0-3-128-16,0 4-40 0,5 0-24 0,-1 1 48 0,-4 2-200 15,8 1-16-15,-4 0-92 0,-1 2 84 0,1 5-4 16,0-5-64-16,-4 4-180 0,0 0 76 16,0 0 0-16,0-4-144 15,0 1 324-15,-4-4 16 16,4 1 164-16,0-4 100 0,-4-2 4 0,4-4 24 0,0-4-68 15,0-2-240 1,4-7 0-16,5-3 12 0,3-6 112 16,3-3-76-16,5-7-48 0,1 0-116 0,3-3 4 15,-1 7-236-15,5-1-88 0,0 7-268 16,-4 5-265-16,0 6-767 16,-8 4-1228-16,0 7-2523 0</inkml:trace>
  <inkml:trace contextRef="#ctx0" brushRef="#br2" timeOffset="-155026.649">17790 8931 9108 0,'0'0'4413'15,"0"0"-4045"-15,0 0-240 0,0 0 136 16,0 0 232-16,0 0 360 0,-84-25 112 16,76 25-332-16,8 0-264 0,0 0-188 0,0 0 28 15,0 0-40-15,0 0-60 16,0 0 36-16,0 3 12 0,0 3 52 0,8 4 92 16,3 3 128-16,-2-1-224 0,10 1-112 15,2-1 16-15,7 5-112 0,4-5 0 16,7 4-124-16,13-4 124 0,12 1 72 15,3-3-72-15,10-1-52 0,2-2 44 0,5-2-124 32,0-1 20-32,-1-1 4 0,1 1 20 0,-1-1 20 15,0 0 64-15,5 0-56 0,-4 0 36 0,8 1-36 16,0 2 48-16,7-3 0 16,-4 1-76-16,10-2 4 0,2 1 20 15,5 1 56-15,2 2-4 0,2-3-60 0,4 1-16 16,0-1 76-16,-5 0-36 0,5 3 36 15,0 1-24-15,-2-4-76 0,2 6 12 0,0-3-12 16,-1-2-24 0,1 2 76-16,3 1-28 0,1-2 84 0,-1 2-8 15,5-1-36-15,-5 1 40 0,5 0-168 16,4-2 40-16,-1-2 128 0,0 1 4 0,4-2-120 16,5 3 112-16,-1-5-36 15,5 2-52-15,0-2 100 0,3 0-184 0,5 0 180 16,-2 0-40-16,11 0 44 0,2 0 8 15,3-2-8-15,2 2-64 16,3-5 64-16,-3 5-12 0,3-2-12 0,1 2 16 16,-2-4 4-16,6 1-16 0,-4 3 16 15,2 0 4-15,2 0-76 0,-4-3-100 16,-1 3 164-16,0 0 12 0,-4 0 40 0,5 0-32 16,-9 0 36-16,0 0-44 15,-3 0-60-15,-9 0-28 16,-4-2 76-16,-3 2 0 0,-5 0-88 0,-3 0 100 15,-5 0-140-15,-7 0 92 0,-5 0-172 0,-3 0-304 0,-5 0 120 16,-3 0 64-16,-1 0 12 0,-2 0-408 16,-6 0 60-16,-7 0-540 0,-5 0-769 15,-23 0-1063-15,8 0-1160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49:14.8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3983 1188 628 0,'0'0'404'0,"0"0"-404"0,0 0-444 0,0 0 260 15,0 0-24-15</inkml:trace>
  <inkml:trace contextRef="#ctx0" brushRef="#br0" timeOffset="241.835">3983 1188 404 0,'-99'-74'1708'0,"91"74"-924"0,1-3-548 16,-2 0-236-16,-3 0 4132 0,1 0-3252 0,-2-4-452 15,-2 4 324-15,2 0 308 0,2 0-27 16,3 0 31-16,-5-1-220 0,10 1 60 16,-9 0 168-16,8 3-292 0,-1-3 12 15,5 3-12-15,0 0-160 0,0 0-276 16,0 0-84-16,13 0-88 0,2 3 112 0,13 3 32 16,8-2 76-1,12 2 48-15,4-6-232 0,-1 3-184 16,5-3-12-16,0 0-12 0,0-6 100 0,0-1-28 15,-1 1-72-15,-6-1-232 0,-10 2-84 16,-7-2-272-16,-4 4-100 16,-8 0-148-16,-4 3-368 0,-8 0-1248 0,-4 0-2421 15,-13 0-2943-15</inkml:trace>
  <inkml:trace contextRef="#ctx0" brushRef="#br0" timeOffset="499.895">3772 1196 4100 0,'0'0'688'0,"0"0"4324"0,0 0-3491 0,0 0-365 0,9 80 208 16,-5-48 40-16,0 9-244 15,-1 10-324-15,-3 3-180 0,4 12-284 0,-4 5-64 16,0 5-36-16,-4 3 180 0,-3-4 76 15,-1 2-284-15,-1-6-232 16,5-12 32-16,1-11-44 0,3-7-112 0,0-12-36 0,0-6-132 0,7-11-260 16,2-2-236-16,3-10-400 15,-1 0-356-15,9-14-824 0,-8 2-1665 0,8-23-2371 16</inkml:trace>
  <inkml:trace contextRef="#ctx0" brushRef="#br0" timeOffset="677.072">3869 1632 10957 0,'0'0'1656'16,"0"0"-900"-16,0 0 384 16,0 0 184-16,0 0-268 0,0 0-324 0,0 0-52 0,0 0 96 15,75 0-188-15,-43 0-184 16,3 0-220-16,6-11-104 0,2 3-80 16,1-5-284-16,4-3-168 15,4 1-444-15,-5-2-352 16,6 4-680-16,-22 1-2100 0,21-4-2309 0</inkml:trace>
  <inkml:trace contextRef="#ctx0" brushRef="#br0" timeOffset="958.35">4960 1188 3920 0,'0'0'10093'0,"0"0"-8501"0,0 0-1216 0,0 0 428 16,0 0 648-16,0 0-540 16,92-4-400-16,-64 4-276 0,3 0-140 15,1 0-96-15,0-7-8 0,4 1-260 0,-1-3-408 0,2-4-336 16,-1 1-104-16,-4-5-404 0,-8 5-1104 31,-13-1-3181-31,-3-6-911 0</inkml:trace>
  <inkml:trace contextRef="#ctx0" brushRef="#br0" timeOffset="1122.196">5239 1139 3684 0,'0'0'1472'16,"0"0"2320"-16,-21 96-3336 0,14-52 8 15,-1 10 4025-15,4 3-2873 0,0 10-664 16,0 3-280-16,4 5-188 0,0 2-264 0,0 2-96 15,0-5-124-15,0-4-112 0,4-9-48 0,4-11-36 16,7-9-52-16,6-6-276 0,-1-7-308 16,-1-8-544-16,2-5-552 15,-5-4-2025-15,-1-11-2423 0</inkml:trace>
  <inkml:trace contextRef="#ctx0" brushRef="#br0" timeOffset="3108.288">3068 2527 3160 0,'0'0'3192'0,"0"0"-2568"0,0 0 2112 0,0 0-1251 16,0 0-21-16,0 0 140 0,0 0-292 0,0 0-256 16,0 0-332-16,0 0 44 0,0 0-104 15,79 29 24-15,-35-20-48 0,7 3-116 16,9 2-184-16,8-2-96 0,8-5-12 15,8-1-76-15,11-1-84 0,13-5-72 16,7 0 0-16,13-2-152 0,16-7 92 16,7-1 48-1,12-2 8-15,17 5 4 0,-1-3 120 16,8 4-48-16,0 4-72 0,1-5-36 16,-5 3 24-16,-4-4-120 0,0-3 60 15,-4 2 20-15,1-7-32 0,-5 0 12 16,-3-6-332-16,-5 0 40 15,-4-5-76-15,-11 0-24 16,-5 2-16-16,-15-5 24 0,-12 8 112 0,-13 3 48 0,-19 3 48 16,-17 4-152-16,-11 2-544 0,-20 4-824 0,-12 0-1304 15,-12 3-3209-15</inkml:trace>
  <inkml:trace contextRef="#ctx0" brushRef="#br0" timeOffset="3298.673">8255 2073 18309 0,'0'0'1588'15,"0"0"-1588"-15,0 0-1020 0,0 0-228 0,0 0-528 16,0 0-840-16,0 0-2465 0</inkml:trace>
  <inkml:trace contextRef="#ctx0" brushRef="#br0" timeOffset="9212.139">5737 1190 12953 0,'0'0'3176'15,"0"0"-2136"-15,0 0-432 0,0 0 0 0,0 0 204 16,0 0-16-16,0 0-172 0,100-6-164 16,-57 3-180-16,10-4-120 0,-2 2-160 15,1-6 4-15,0 2-4 0,-1-1-12 0,-3-2-48 16,-1-1-76-16,-6 4-204 15,-5-1-220-15,-12 1-272 0,-9 6-312 0,-2-1-616 16,-13 4-788-16,0 0-1293 0,-13 4-1143 0</inkml:trace>
  <inkml:trace contextRef="#ctx0" brushRef="#br0" timeOffset="9410.049">5976 1144 248 0,'0'0'8868'0,"0"0"-7352"0,0 0-487 0,0 0 495 16,-75 97-128-16,66-52-96 0,1 6-136 15,8 8 124-15,0 8-216 0,0 7-400 16,0 10-196-16,4 6-244 0,0 1-168 0,0 2-52 16,1-11-12-16,-1-8-88 15,3-20-144-15,5-20-48 0,0-8 24 0,4-14-480 0,4-5 148 16,-5-7-264-16,6-7-468 0,-1-7-732 31,-8 0-2253-31,-1-21-2363 0</inkml:trace>
  <inkml:trace contextRef="#ctx0" brushRef="#br0" timeOffset="9555.016">5849 1581 4744 0,'0'0'7721'16,"0"0"-6101"-16,0 0-1000 0,0 0 412 16,0 0 60-16,84 15-372 0,-57-9-248 0,5 1 24 0,8-7-68 0,-1 0-120 15,10-2-308-15,-2-9 0 0,5-4-136 16,0-4-540-16,3-6-636 0,-14 5-1808 15,6-11-3857-15</inkml:trace>
  <inkml:trace contextRef="#ctx0" brushRef="#br0" timeOffset="9802.737">6868 1019 12217 0,'0'0'1584'0,"0"0"-912"0,-24 98 688 16,13-44-32-16,-10 13-312 0,6 6-300 0,-1 12-312 15,-4 11-268-15,0 12 208 0,0 3-28 0,1-1-316 16,-2-4-364-16,5-20 156 0,8-23-112 16,4-22-48-16,4-19 96 0,0-15-496 15,12-7-536-15,0-19 144 0,4-10-216 0,0-12-1284 16,-4 5-2405-16,8-36-783 0</inkml:trace>
  <inkml:trace contextRef="#ctx0" brushRef="#br0" timeOffset="10140.73">6820 1139 392 0,'0'0'9340'16,"0"0"-7355"-16,0 0-845 0,37 74 236 15,-22-36 336-15,6 6-184 16,7 5-488-16,-5 1-464 0,1 7-268 0,0 0-308 15,-8 0-36-15,4-1-40 16,-4-4-120-16,-4-5-84 16,4-9-56-16,-1-5-44 0,2-5 340 0,-6-6-8 0,-3-6-24 0,-4-3-648 0,-4-10-536 15,0-3-864-15,-8 0-813 0,-3-6-2287 16,-10-7 244-16,-3-3 4804 0,-4-6-363 16,-4 0 1070-16,-3-3-499 0,-1-5 1624 15,-7 2-812-15,-2 0 1064 0,6 5 2124 16,7 4-2216-16,4 10 313 0,11 3 47 15,10 1-368-15,7 5-660 16,0 0-560-16,0 0-272 0,12 11-224 0,11-2 248 16,9 4-36-16,5 0-308 0,6-7 0 15,6-6-356-15,2 0-96 0,5-13-216 16,0-9-136-16,4-9-416 0,-1-7-1256 16,-15 8-3037-16,23-26-2527 0</inkml:trace>
  <inkml:trace contextRef="#ctx0" brushRef="#br0" timeOffset="10485.976">7654 901 11237 0,'0'0'5596'15,"0"0"-5084"-15,0 0-288 0,-80 95 516 0,52-50 148 16,7 9-164-16,2 3-76 0,7 4 68 16,4-1-228-16,4 0-87 0,4 3-173 0,0-5-176 0,4-4-52 15,7-13-112 1,-2-6 44-16,7-12 68 0,0-9 84 0,3 0 100 15,2-8-112-15,-1-6-72 0,-5 0-72 16,6 0-52-16,-6-9-92 0,-2-4-40 16,2 1-169-1,-6-1-75-15,-5-4 24 0,-4-2 148 16,0 5-64-16,-9-10 100 0,-3 2-224 0,-8-3-200 0,1 3 112 16,-2-3 604-16,6 6 24 0,2 6 520 0,6 7 108 0,7 2 0 0,0 4-164 15,0 0-108-15,0 6-76 16,11 0-12-16,2 5 76 0,6-2-140 0,1 1-68 15,5-8-27-15,3 2-133 0,3-4-72 16,5-6-465-16,-4-7-279 0,4-4-136 16,-5-2-108-16,-6 7-1828 15,3-9-4437-15</inkml:trace>
  <inkml:trace contextRef="#ctx0" brushRef="#br0" timeOffset="10643.922">7804 1355 3756 0,'0'0'10285'15,"0"0"-9021"-15,0 0-1012 0,-7 77 532 0,7-46 408 0,0 1-28 0,0 3-84 16,0 4-272-16,7-1-336 0,-2 6-228 16,3 7-144-1,0 3-100-15,3 3-512 16,-2 3-908-16,2-3-156 0,-3-3-924 0,1 0-2593 0,-5-12-2811 16,-4 8 6808-16</inkml:trace>
  <inkml:trace contextRef="#ctx0" brushRef="#br0" timeOffset="11357.839">7525 2260 3524 0,'0'0'1096'16,"0"0"3272"-16,0 0-3008 0,0 0-715 15,0 0 215-15,0 0 448 16,0 0-76-16,0 0-160 0,0 0-116 0,0 0-120 0,0 0-80 16,0 0 20-16,0 0-60 15,0 0-156-15,0 0-228 0,0 0-52 16,0 0-72-16,4 0-156 0,5 0-52 15,3 0-4-15,4-3 4 16,3 0 4-16,9 0 8 0,4-3 36 0,4-1-36 0,1-3-4 16,10 1 4-16,1-1 80 0,-1-3-92 0,9 1-12 15,-4-1 0-15,8 0-76 16,-5 1 28-16,1-1 0 0,-4 4 12 0,-3-1-16 16,-2 1-32-16,-8 2 0 0,-7 1-52 0,-4 3 52 15,-8 3 20-15,-8 0 4 0,-8 0 0 0,1 0-28 16,-5 0-60-16,0 0 76 0,0 0 36 15,0 3-100-15,-9 0-96 16,1 0-76-16,1 4-284 0,-6-1-584 16,-6 0-1108-16,6 1-2301 0,-10 2-3927 15</inkml:trace>
  <inkml:trace contextRef="#ctx0" brushRef="#br0" timeOffset="13308.624">11649 1086 1212 0,'0'0'7824'15,"0"0"-3767"1,0 0-3193-16,0 0-216 0,0 0 636 16,0 0 116-16,0 0-332 0,0 0-504 0,0 0-304 15,0 0-88-15,0 0 144 0,-7-7 224 0,42 7-76 16,1 0-220-16,8 0-136 0,0 0-108 0,-5 0-8 16,6-3 0-16,-10 3-88 0,5 0-16 0,-3 0 64 15,-2 3-108 1,-3 4-28-16,-4 2-48 0,0 4-24 0,-5 6 48 15,-2 6 208-15,-1 7 80 0,-1 10-76 16,-6 5 40-16,-2 13 56 16,-3 7 0-16,-4 9-100 15,1 6-4-15,-5 4-68 0,-5 0-52 16,1-3 52-16,-4-11-20 0,4-13 92 0,4-12 100 16,0-17 96-16,0-7-172 15,0-10-24-15,0 0-12 0,0-10-148 16,0 0-244-16,-3-3-532 0,-5 0-984 0,3 0-1112 15,-18-13-3893-15</inkml:trace>
  <inkml:trace contextRef="#ctx0" brushRef="#br0" timeOffset="13489.794">11741 1758 484 0,'0'0'9500'0,"0"0"-8351"0,0 0 111 0,0 0 436 0,-75-44 232 16,71 41-564-16,4 3-532 0,4 0-352 15,7 0-260-15,6 3-24 0,11 7 212 16,7-4 116-16,5 1-72 0,3 0-268 0,-2-2-184 15,-2-2-4-15,1 1-80 16,-3-4-100-16,-5 6-136 0,-5-3-340 16,-7 3 32-16,-4 4-480 0,-4 0-1156 0,-12 1-2457 15,0 3-1183-15</inkml:trace>
  <inkml:trace contextRef="#ctx0" brushRef="#br0" timeOffset="13658.268">11677 2121 1528 0,'0'0'10437'15,"0"0"-9069"-15,0 0-784 16,0 0 292-16,0 0 156 0,0 0-216 16,0 0-252-16,0 0 624 0,0 0-292 0,0 0-392 15,112 35-248-15,-64-35-256 0,4-4-144 16,4-2-128-16,-4-1-72 0,-1 1-564 16,1 0-368-16,0 0-872 0,-16-1-2477 15,20-2-3623-15</inkml:trace>
  <inkml:trace contextRef="#ctx0" brushRef="#br0" timeOffset="14913.28">12781 1127 184 0,'0'0'7204'0,"0"0"-4972"0,0 0-1420 15,0 0-464-15,0 0 349 0,0 0 75 16,0 0-248-16,0 0-144 0,0 0-136 0,0 0-28 16,-8-16 168-16,8 16 300 0,0 0 220 15,0 0-144-15,0 0-100 16,0 0-64-16,0 0-28 0,-3 0-84 0,3 0-92 0,0 0-48 15,0 0-100-15,0 0-60 0,0 0 0 16,0 0-36-16,0 0-76 0,0 0-64 16,0 0 0-16,0 0 4 0,0 0-4 0,0 3 4 15,0-3 0-15,0 0-4 0,0 0 44 16,0 0-48 0,0 0-4-16,0 0 0 0,0 0-8 15,0 0-4-15,0 0-52 0,0 0-20 0,0 0 8 16,0 0-20-16,0 0-12 0,0 0-4 15,0 0 0-15,0 0-20 16,0 0 32-16,0 0-20 0,0 0 32 0,0 0 28 16,0 0 52-16,0 0-56 0,0 0 16 15,0 0 36-15,0 0 8 0,0 0 4 16,0 0 4-16,0 0-4 0,0 0-48 0,0 0 36 16,0 0 4-16,0 0-4 0,0 0 0 0,0 0-48 15,0 0 0-15,0 0 56 0,0 0-4 16,0 0 4-16,0 0-12 0,0 0 4 15,0 0 0-15,0 0-36 16,0 0 44-16,0 0 4 0,0 0-12 0,0 0 0 16,0 0 8-16,0 0 4 15,0 0 0-15,0 0 0 16,0 0-4-16,0 0-4 0,0 0-56 0,0 0 52 16,0 0-48-16,0 0 8 0,0 0 40 15,0 0-36-15,0 0 40 0,0 0 8 0,0 0 4 16,0 0 0-16,0 0 44 0,0 0-36 15,0 0 52-15,0 0-52 16,0 0-4-16,0 0-8 0,0 0-8 0,0 0-40 0,0 0-4 16,0 0 44-16,0 0 0 0,0 0-4 15,0 0-60-15,0 0-16 0,0 3 28 16,0 0 60-16,3 4 108 0,-3 3-8 16,4 2-24-16,-4 1 20 0,4 6-92 15,0-4-4-15,0 5-4 0,0 2 4 16,1 1 76-16,-2 2-72 0,-3 0-4 0,0 3 0 0,4 2 8 15,-4 1-8-15,0 1 4 0,0 3-4 32,0-7 0-32,4 4-12 0,-4-4 8 0,0-2-72 15,0-5 72-15,0-2 4 0,0 1-4 16,0-1 0-16,-4-3 0 0,0 0-8 16,4-3 0-16,-3-4 4 0,-2 1 4 0,5-7 0 15,-4 3-48-15,4-6 52 0,0 0 8 16,0 0 52-16,0 0 0 0,0 0 28 0,0 0-16 15,0 0 4-15,0 0-16 0,0 0-48 16,0 0 0-16,0 0 0 16,0 0-8-16,0 0-4 0,0 0-4 0,0 0-180 15,0 0-12-15,0 0-28 0,-4 0-72 16,4 0-60-16,0 0-92 0,-4 0-124 0,0 0-172 16,0-6-552-16,-3 3-380 0,2-1-108 15,-3 1-269-15,0 3-975 0,1 0-1716 0,58 16 3392 16</inkml:trace>
  <inkml:trace contextRef="#ctx0" brushRef="#br0" timeOffset="15616.001">12770 2114 7036 0,'0'0'4441'0,"0"0"-2217"0,0 0-1056 15,0 0-576-15,0 0 60 0,0 0 188 16,0 0-180-16,0 0-312 0,0 0-236 0,0 0-112 16,0 0-200-16,63-44-284 0,-51 37-264 15,-1 1-356-15,-2 3-540 0,-1 0-2217 0,-4 0-3255 16</inkml:trace>
  <inkml:trace contextRef="#ctx0" brushRef="#br0" timeOffset="20408.05">13904 860 3664 0,'0'0'588'0,"0"0"6753"0,0 0-5841 0,0 0-724 16,0 0 96-16,0 0 148 0,0 0-64 15,0 0-196-15,-23-35-140 16,19 35-252-16,-1 7-132 0,2 3-76 0,-5 2 36 0,0 7-108 16,0 0-4-16,-4 3 100 15,4 3-84-15,-3 5 8 0,-6-3-60 0,-3 12 36 16,1-1-84-16,-6 6-88 0,-3 1-8 15,1 2-148-15,2 1-16 0,2-3 100 0,3-3-184 16,4-9-16-16,4-8-48 16,8-1 52-16,4-12-8 0,0-6-72 15,0-2 52-15,8-4-12 0,4 0 160 16,-4-7 96-16,8 4 140 0,-4-3 80 0,4 2 48 16,-4 4 44-16,4 4-44 0,-4 5 188 0,3 7 184 15,2 6 148-15,-6 4-104 0,1 2-136 0,1 8-64 0,-6-3-36 16,1 6-36-16,0-1-88 15,0 7-28-15,0 0 52 0,-4 5 52 16,-4-2-52-16,0-1-152 0,0 2-56 0,0-10-4 31,-4 0-156-31,4-4-36 0,0-3-72 0,0-7-148 16,0-2-224-16,8-10-112 0,1-5-104 16,-2-8-260-16,1 0-648 0,8-6-764 15,-8-2-705-15,16-22-2323 0</inkml:trace>
  <inkml:trace contextRef="#ctx0" brushRef="#br0" timeOffset="20708.056">14658 1079 5764 0,'0'0'1612'16,"0"0"4197"-16,0 0-3921 16,0 0-908-16,0 0-472 0,0 0 64 15,0 0 112-15,0 0-68 0,0 0-184 16,0 0-148-16,0 0-188 0,-76 98 16 16,64-49-100-16,-3 8 196 0,2 6 24 0,1 4 12 15,0-1-120-15,8-1-124 16,-4-7-76-16,8 0-116 0,0-10 8 0,8-7-36 15,8-2-76-15,0-11-60 0,8-9-372 0,0-3-412 16,4-10-252-16,0-3-672 0,-5-3-797 0,14-6-2787 16</inkml:trace>
  <inkml:trace contextRef="#ctx0" brushRef="#br0" timeOffset="21394.492">15343 1196 2880 0,'0'0'116'16,"0"0"28"-16,0 0 2332 0,0 0-668 15,0 0-900-15,0 0-440 0,0 0 112 16,0 0 40-16,0 0 68 0,0 0 161 15,0 0-65-15,-4-15-68 0,4 11 96 0,0 4 0 16,0-3-80-16,0 0-128 16,0 1-36-16,0-2-84 0,0 1-24 15,0-1-100-15,0 1-112 0,0 0-52 16,0 3-60-16,0 0-12 0,0 0 36 0,0 0-60 16,0 0-52-16,0 0-48 0,0 0 0 15,0 0 4-15,0 0 44 0,0 0 16 16,0 0 8-16,0-3 16 0,0 3 32 15,0-3 40-15,0 1 36 0,0 2 184 0,0 0 48 0,0-5-184 16,0 5-96-16,0 0-16 16,0 0-8-16,0 0 32 0,0 0-48 15,0 0-108-15,0 5-48 0,-4-3-24 0,4 7 24 16,0 7-12-16,-4 7 60 0,4 9 48 0,-4 12 84 16,1 6 52-16,-2 7 8 15,-3 7-80-15,0 6-27 16,1 7-77-16,-6 5-8 0,-2 4 0 0,2 2-4 0,-2 5-4 15,2-4-4-15,2-4-49 16,3 0-111-16,4-2-32 0,4-10 20 16,0-9 12-16,0-10 76 0,8-16 12 0,-4-9-148 15,3-10-24-15,2-6-64 16,3-11-204-16,-1-2-412 0,2 0-372 16,-2-8-648-16,2-9-440 0,-2-5-265 0,-3 2-1563 15,5-21-568-15</inkml:trace>
  <inkml:trace contextRef="#ctx0" brushRef="#br0" timeOffset="21701.837">15324 1235 1396 0,'0'0'2948'0,"0"0"2132"0,0 0-3596 0,0 0-531 16,0 0-245-16,0 0 184 15,0 0 100-15,0 0-136 0,83-22-188 0,-63 35-64 16,4 2-8 0,-5 5-160-16,2 2-140 0,-5 3-120 15,-5 0-80-15,-7 4-32 0,0-1 108 0,-4 1-116 16,-4 3-56-16,-7 3-48 16,-6-1-76-16,-3-2 0 0,-3 4-36 0,3-8-136 15,-4 0-16-15,-1-5-24 0,6-5-224 16,-1-5-20-16,8-3-8 0,-4-4-348 15,8-6-656-15,4 0-1209 0,0-6-3431 0</inkml:trace>
  <inkml:trace contextRef="#ctx0" brushRef="#br0" timeOffset="21972.172">15734 1905 6188 0,'0'0'4312'16,"0"0"-2587"-16,0 0-473 0,0 0-96 0,0 0-148 15,0 0-240-15,75 39-304 0,-59-34-92 16,0 4-100-16,0 2 0 0,-4 1-120 16,-4 3-68-16,0 2-72 0,-4 2 64 0,0 0 96 15,-4 0 24-15,-4 3-60 0,-4 0-60 16,0-3-64-16,-4-3-12 0,4-2-152 0,1-6-144 15,-2-5-100-15,5-3-136 16,-4-5-304-16,4-12-812 0,1 2-656 0,3-17-3697 16</inkml:trace>
  <inkml:trace contextRef="#ctx0" brushRef="#br0" timeOffset="22114.006">15805 1473 6624 0,'0'0'5989'0,"0"0"-4637"0,0 0-756 15,0 0 224-15,0 0-92 0,0 0-172 16,0 0-20 0,0 0-536-16,80 3-340 0,-56 0-812 0,3-3-324 15,-6 4-2489-15,10-4-5459 0</inkml:trace>
  <inkml:trace contextRef="#ctx0" brushRef="#br0" timeOffset="22369.512">16531 1809 12745 0,'0'0'2288'0,"0"0"-1632"0,0 0-532 0,0 0 164 0,7 89 340 15,-7-57 68-15,-11-4-48 0,-2 2-456 16,2-5-192-16,-2 0-184 0,5-3-164 0,-3 0-496 16,-2-2-448-16,2-1-632 0,-1-7-2349 15,-8 4-2799-15</inkml:trace>
  <inkml:trace contextRef="#ctx0" brushRef="#br0" timeOffset="23181.371">17324 1388 2540 0,'0'0'7672'16,"0"0"-5535"-16,0 0-1025 0,0 0-136 0,-33-64-28 15,25 48 24-15,1 6-100 0,-1-2-128 16,-1 5-152-16,1 4-76 0,1 3 0 15,-1 0-76-15,-5 0-96 0,2 13-200 0,-6 9-136 16,-2 6 80-16,-1 14 68 0,0 9 124 16,0 0 36-16,4 3-120 15,4-7-196-15,5-5-12 0,2-11-60 0,5-9-52 0,0-9-128 32,8-7-68-32,4-6-80 0,4 0-16 0,4-3 84 15,0-9-24-15,0-4-108 0,3 0-116 0,2-3 120 0,-5-4 76 16,-1 2 100-16,1 2 60 0,1-1 84 0,-10 1 28 15,6 6 112-15,-10 4-4 0,1 6-32 16,0 3 36 0,-3 0 436-16,-2 6 72 0,1 10 64 15,4 3-92-15,0 6-148 0,0 6-24 16,0 2 12-16,0 2 268 0,0 0-52 0,0-3-172 16,-4-7-180-16,4 1-148 0,-4-7-36 15,3-7-84-15,2-3-112 16,3-2-328-16,-1-7-232 0,6 0-204 0,3-14-500 15,-5 2-2348-15,10-13-1845 0</inkml:trace>
  <inkml:trace contextRef="#ctx0" brushRef="#br0" timeOffset="23344.803">17753 1619 10220 0,'0'0'2341'16,"0"0"-1077"-16,0 0 368 0,0 64-76 15,0-42-280-15,0 0-256 0,-4 0-356 16,0 0-320-16,4-5-320 0,0-5-24 15,-3 1-320-15,3-7-512 16,-4 1-240-16,0-5-744 0,0-2-2596 0,-5-2-4325 16</inkml:trace>
  <inkml:trace contextRef="#ctx0" brushRef="#br0" timeOffset="23481.265">17745 1358 4528 0,'0'0'8237'15,"0"0"-6369"-15,0 0-848 0,0 0 60 16,0 0-120-16,0 0-244 0,0 0-360 0,96-12-356 16,-64 3-528-16,0 2-500 0,4-3-488 15,-13 4-1428 1,13-6-4713-16</inkml:trace>
  <inkml:trace contextRef="#ctx0" brushRef="#br0" timeOffset="24022.242">18458 1063 8384 0,'0'0'4497'16,"0"0"-2969"-16,0 0-720 0,0 0-68 16,0 0 140-16,0 0-220 0,0 0-128 31,84 0-172-31,-63 0-212 0,-2-2-100 0,5-2-48 0,-8 4-80 16,4 0-44-16,-8 0 36 15,0 0 16-15,-4 6-52 0,0 4 112 16,-4-4 12-16,4 4 244 0,-8-4-132 0,4 1 112 0,-4-1-92 15,4-3 4-15,-4 0 0 0,0-3-12 16,0 0-116-16,0 3-8 16,0-3-4-16,0 0 0 0,0 0 0 0,0 3 0 15,0-3-4-15,3 4 8 0,-3 2 60 16,0 1 12-16,0 2 76 0,0 3 0 0,0 4-12 16,0 4-4-16,0-1 592 0,0 6-252 15,0-2-348-15,0 2-52 0,0 0-24 0,0 3-40 16,0 4 68-16,0 4-68 0,0 1 0 15,-3 5-8 1,-5 2-8-16,-4 0-44 0,-4 1-20 0,0-1-36 0,0-2-172 0,1-3-64 16,-2-12 4-16,6-2-40 15,-6-5-12-15,10-10-112 16,-1-4-308-16,3-6-528 0,-3 0-1204 16,4-13-3941-16</inkml:trace>
  <inkml:trace contextRef="#ctx0" brushRef="#br0" timeOffset="24731.05">19255 898 9096 0,'0'0'2929'15,"0"0"-1053"-15,0 0-812 0,0 0-272 16,0 0-184-16,0 0-60 0,0 0-24 0,0 0-264 16,92-56-252-16,-68 46-8 15,0-1-8-15,4 9 8 16,-5 2 56-16,-2 9 132 0,-5 7 56 0,-4 7 16 16,-5 2-124-16,-3 7-60 15,-4 2-28-15,-4 4 36 0,-7 1-68 0,-2-1-12 16,-6 0-4-16,3 0-48 0,-8 1-76 15,4-1-108-15,0-1-28 16,1 2 24-16,-2-8 164 0,5 1-4 0,4-7-24 16,1-6-36-16,2 4 24 0,1-4 108 0,5-3-80 15,-1 3-16-15,4 3 0 0,0 0 100 0,0 3 136 16,4 1 136-16,-1 2 164 0,5 4 32 0,1 0-96 16,-1-3-68-16,3 2-32 0,2 1-52 15,-2-3-132-15,6 3-88 0,-6-4-100 31,6 1 28-31,-6 2 72 0,1-1 144 0,-4 0 104 0,-4-2 20 0,-4 5 184 0,0-5 120 16,0 1-196-16,-8 0-208 0,0-1-168 31,-8-3-644-31,0-3-516 0,-4 1-588 16,4-10-2896-16,0 0-4589 0</inkml:trace>
  <inkml:trace contextRef="#ctx0" brushRef="#br0" timeOffset="24880.88">19336 2127 16817 0,'0'0'2940'16,"0"0"-2208"-16,0 0-452 15,0 0-280-15,0 0-340 0,0 0-368 0,0 0-348 16,0 0-1484-16,0 0-5129 0</inkml:trace>
  <inkml:trace contextRef="#ctx0" brushRef="#br0" timeOffset="25917.344">15957 2651 2800 0,'0'0'1564'0,"0"0"5117"0,0 0-5257 0,3 66-328 0,10-31-168 15,-1 4 232-15,4 8-16 16,3 4-64-16,1 0-152 0,-4 0-316 16,4-4-328-16,-3-3-176 0,2-5 16 0,-3-4-112 15,4-9 0-15,0-8-12 0,0-5-80 16,3-7-188-16,-2-6-284 0,3 0-76 16,-9-9-252-16,1-5-400 0,-4 0-892 15,1-5-1945-15,-10 2-851 0,-3-2-43 0</inkml:trace>
  <inkml:trace contextRef="#ctx0" brushRef="#br0" timeOffset="26066.179">16120 2904 6248 0,'0'0'2456'15,"0"0"-776"-15,0 0-211 0,-87-31 243 0,63 31-304 16,-4 0-440-16,-4 13-400 16,0 3-440-16,-4 3-120 0,4 0-16 15,4-1-56-15,4 1-160 0,4-5-156 0,9-2-628 16,7-8-348-16,4-4-832 0,0 0-2373 15,7-13-1447-15</inkml:trace>
  <inkml:trace contextRef="#ctx0" brushRef="#br0" timeOffset="26185.823">15932 2796 340 0,'0'0'588'16,"0"0"6884"-16,0 0-3359 0,0 0-2129 0,0 0-548 16,96 0-196-16,-64 7-396 0,-4-3-300 15,4-1-176-15,-1-3-208 0,6 0-160 16,3 0-84-16,-1 0-632 0,2 0-648 15,-9 0-900-15,11 0-3077 16</inkml:trace>
  <inkml:trace contextRef="#ctx0" brushRef="#br0" timeOffset="26586.375">16802 3146 2996 0,'0'0'1708'16,"0"0"5637"-1,0 0-5125-15,0 0-832 0,39 99-480 16,-31-55-236-16,-4 11 72 0,-4 4 32 0,0 5 12 0,0 3-188 0,0 2-124 16,0 7-52-16,4 1-44 0,-4 5-200 0,5 1-156 15,-2-3-24-15,5-11-376 0,0-15-124 16,0-12 24-16,-4-17 24 0,4-9-148 15,0-13-372 1,0-3-420-16,0 0-376 0,0-9-800 0,0-4 251 16,-4-9-2787-16</inkml:trace>
  <inkml:trace contextRef="#ctx0" brushRef="#br0" timeOffset="26814.643">16853 3279 6004 0,'0'0'1092'0,"0"0"2749"0,0 0-2569 0,0 0-224 16,0 0-44-16,0 0-168 0,0 0-44 15,0 0-12-15,0 0-420 16,80 26-60-16,-72-10-128 0,-1 0 16 0,-3 3-188 0,-4 0-88 16,-4 2-48-16,-3 2-40 15,-9 3-32-15,4-4-156 0,-8 0-136 16,4-2-220-16,1-2-300 0,2-3-392 0,1-5-897 0,9-3-2079 15,-6-3-264-15</inkml:trace>
  <inkml:trace contextRef="#ctx0" brushRef="#br0" timeOffset="27103.399">17116 3289 6644 0,'0'0'1960'0,"0"0"-768"0,0 0 229 0,0 0-49 0,0 0-328 16,79 13-232-16,-66-1-92 0,-1 8-164 16,0 2 88-16,-4-1 192 0,-4 5-380 15,-4 3-96-15,0-1-100 0,-8 1-200 16,-1-1-48-16,-2-3-12 0,3-2-4 0,-1-6 4 16,5-8 4-16,1-4 4 0,3-5-4 0,0 0 56 15,0 0 24-15,0 0-84 16,3-8-64-16,1-5-36 0,9-6 28 0,-2-3 24 15,6-7-16-15,-2 0-20 0,6-6-68 16,3 1-292-16,-5-4-452 16,5 3-440-16,-4 3-664 0,0 9-2173 0,4-5-1947 15</inkml:trace>
  <inkml:trace contextRef="#ctx0" brushRef="#br0" timeOffset="27264.905">17606 3267 4608 0,'0'0'5260'16,"0"0"-3147"-16,0 0-45 0,0 92-352 16,-3-63-424-16,-2-1-496 0,1-3-452 15,0-2-344-15,4-8-144 0,0 1-448 0,0-6-280 16,0-3-600-16,-4-5-1236 16,4-2-3497-16</inkml:trace>
  <inkml:trace contextRef="#ctx0" brushRef="#br0" timeOffset="27419.62">17551 3095 2540 0,'0'0'7008'0,"0"0"-5355"16,0 0-613-16,0 0 492 16,0 0-668-16,95-16-752 0,-67 13-112 0,0 3-680 15,-4 0-468-15,-1 0-608 0,-2 0-1389 16,-5 13-2443-16</inkml:trace>
  <inkml:trace contextRef="#ctx0" brushRef="#br0" timeOffset="27795.156">17813 3356 7988 0,'0'0'2732'0,"0"0"-803"15,0 0-425-15,0 0 36 0,-4 73-224 16,4-64-336-16,0-2-460 0,0-4-300 0,4 0-160 16,5-3-60-16,-2 0-220 15,9-6-4-15,0-7-244 0,4-3-76 0,0 0-80 16,4-2-256-16,-4-1-40 0,-1 2 200 15,-2 5 200-15,-2 5 76 0,2 1 72 0,-10 6 372 16,6 0 0-16,-9 2 752 0,4 9 276 16,-8-1-44-16,3-2-192 0,-3 5-132 0,0-3-100 15,4 3-164-15,-4-5-148 0,0 6-12 16,0-8 20-16,0 4-8 0,0-4-16 16,4-3-60-16,-4 0-96 0,0-3-72 0,0 0-4 15,4 0 8-15,1 0 88 16,-1 0-96-16,0 0-208 0,3-6-12 15,5 3 96-15,0-3 24 16,0-4-44-16,0 0-128 0,0 3-100 16,0 2-84-16,-4-2 8 0,0 7 88 15,-4 0 160-15,4 0 76 0,-8 4 124 0,3 2 0 16,2-4-100-16,-5 5 24 0,4-3-116 16,-4-1-232-16,0 0-196 15,0 0-416-15,0-3-772 0,4 0-833 0,0 0-1651 16,-4-6-988-16</inkml:trace>
  <inkml:trace contextRef="#ctx0" brushRef="#br0" timeOffset="28111.012">18383 3396 7716 0,'0'0'3237'16,"0"0"-1669"-16,0 0-192 15,0 0 40-15,0 0-508 0,0 0-184 0,0 0-312 16,79-56-412-16,-55 37-312 0,-3-4-212 15,-1 4-144-15,-1-3-160 16,-6 6-20-16,-2 4 200 0,-7-1 36 16,0 7 216-16,-4-1 396 0,0 0 460 0,-8 5 88 15,-3 2-104-15,-6 0 52 0,2 0-4 16,-1 6-128-16,-5 4-24 0,2 6 100 0,-1 3 4 16,-1 3 76-16,2 3 40 0,-1 0-28 0,1 2-64 15,-2-2-24-15,9 0-76 0,0-6-84 16,5-3-152-16,3-4-44 0,4-5-16 15,0-1-72-15,0-3-148 0,4-3-216 16,-1 0-252-16,9 0-160 0,1-6-156 16,2-4-608-16,5-2-892 0,-4 2-2405 0,15-9-1907 0</inkml:trace>
  <inkml:trace contextRef="#ctx0" brushRef="#br0" timeOffset="28370.157">18933 3194 5868 0,'0'0'2820'0,"0"0"-664"0,0 0 53 0,0 0 23 16,0 0-512-16,0 0-568 0,0 0-336 16,-44 66-228-16,32-50-64 0,5 0-20 15,-6-3-188-15,9-4-228 0,0 0-88 16,4-2-96-16,0 0-40 0,0 0 88 16,4 1 36-16,9 3-72 0,-2-3-28 0,9 3-96 0,0 1 40 15,0 1-4-15,0-4 24 0,3 4 28 16,-2-1 20-16,3 4 28 0,0 3 72 15,-5-3 196-15,-2-3 120 0,-6-1-312 16,-7-6 8-16,-4 1-12 0,-8 0-64 16,-3 2-84-16,-13 1-168 0,-4-1-252 15,-4 1-84-15,-8-3-52 0,-4-1-580 0,12 0-1700 0,-28-4-3885 16</inkml:trace>
  <inkml:trace contextRef="#ctx0" brushRef="#br0" timeOffset="28549.128">19877 3394 848 0,'0'0'0'16</inkml:trace>
  <inkml:trace contextRef="#ctx0" brushRef="#br0" timeOffset="29648.917">9722 4740 3724 0,'0'0'4072'0,"0"0"257"15,0 0-2697-15,0 0-164 0,0 0-48 16,0 0-176-16,0 0-208 0,0 0-360 0,0 0-176 15,0 0-144-15,0 0 60 0,19-61 132 16,-27 68-232-16,-7 5-316 0,-6 4-24 16,-3 10-52-16,-8 2 64 15,1 7-48-15,3-3 48 0,4 0 0 0,8-7-84 16,4 0 8-16,4-6-44 0,8 1-52 0,0-1-20 0,8 0 32 16,8 3 36-16,4-3 16 15,8 0 120-15,-1 0-12 0,1 0 0 0,0-2 12 16,0-2 0-16,-8 1 48 0,-4 0 12 15,-4 3 40-15,0 0-88 16,-8 3 144-16,-4-3 16 16,0 3-88-16,0 0-24 0,-8-3-8 15,-3 0-52-15,-2-2-60 0,5-8-72 0,1 1-112 16,-2-4-60-16,5-6-100 0,0 0-184 16,0-6-188-16,0-11-160 0,1-2-224 0,3-6-96 0,0-10-720 15,0 10-865-15,0-22-2243 0</inkml:trace>
  <inkml:trace contextRef="#ctx0" brushRef="#br0" timeOffset="29992.524">10048 4842 1788 0,'0'0'7212'15,"0"0"-4935"-15,0 0-141 0,0 0-208 16,0 0-448-16,56 79-324 0,-53-51-72 0,-3 4-44 16,0 3-136-16,0-6-184 15,0-1-355-15,-3-9-257 0,3-2-108 16,0-9-72-16,0-1-100 0,0-7-229 0,3 0-171 0,5 0 144 15,5-10-72-15,2-1-88 0,2-8-160 16,3-4-328-16,-5-3-244 0,2-2 48 0,-2-1 348 16,-3 0 416-16,4-3 336 0,-4 1 172 31,-4 2 164-31,0 1 204 16,-4 6 252-16,0 3 152 0,0 9-56 0,-4 4-188 0,4 6-128 15,4 0-28-15,0 9 296 16,0 11 100-16,-1 2-316 0,6 6-204 0,-5 5-16 15,3 0 48-15,2 6 184 0,-6-4 48 16,6-3-424-16,-1-1-88 0,-1-6-232 16,2-6-332-16,2-3-180 0,5-6-180 0,5-6-300 15,3-4-892-15,-5-7-2425 16,12-16-3463-16</inkml:trace>
  <inkml:trace contextRef="#ctx0" brushRef="#br0" timeOffset="30179.141">10845 4826 10816 0,'0'0'4345'0,"0"0"-3665"0,0 0-212 16,0 0 568-16,-84 72 52 0,68-39-288 16,0 4 32-1,4 5 108-15,5 2-284 0,3-2-167 16,4-4-137-16,0-4-352 0,4-5 0 16,7-13-424-16,2-3-77 0,6-10 65 0,5-3-76 15,0-13 0-15,8-9-212 0,0-11-580 16,4-7-1296-16,-12 8-2205 0,11-22-1955 0</inkml:trace>
  <inkml:trace contextRef="#ctx0" brushRef="#br0" timeOffset="30496.799">11120 4298 7112 0,'0'0'4409'16,"0"0"-2617"-16,0 0-320 0,0 0-128 15,0 0-340-15,0 0-136 0,-36 86-92 0,32-35 72 0,0 6-4 16,4 10-76-16,-8 6-208 0,0 4-207 0,0 2-137 0,-4-3-216 15,0 0-84-15,4-13-268 0,1-9-233 16,7-15 209-16,0-18 96 0,7-7 84 16,9-14-96-16,4-3-136 0,8-14-64 15,0-8 148-15,4-7-112 0,-4-2-72 32,0-1-80-32,-5-1 184 0,1 8 288 0,-4 5 136 15,-8 4 12-15,4 10 312 0,-8 6 48 0,0 3 112 16,-4 12 452-16,0 7-176 15,0 7-304-15,-4 6-188 0,0 0-136 0,0 3 52 0,0-1 48 16,0 1-36-16,0-3-88 16,4 0-108-16,8-7-24 0,8 1 20 15,-1-10-472-15,5-4-572 0,8-9-120 0,0-3 400 16,-4 0-3236-16,13-6-4633 16</inkml:trace>
  <inkml:trace contextRef="#ctx0" brushRef="#br0" timeOffset="30808.97">12147 4870 12837 0,'0'0'2384'0,"0"0"-1312"0,0 0-312 16,0 0 332-16,0 0-156 0,41 70 192 15,-6-51-92-15,9-3-231 0,8-6-189 0,8-7-192 16,3-3-256-16,1-13-168 16,0-6-264-16,-4-6 92 0,-1-3-216 0,-10-2-192 15,-6-1-185-15,-7-4-299 0,-8 0-1100 31,-8 10-2920-31,-8-13-4245 0</inkml:trace>
  <inkml:trace contextRef="#ctx0" brushRef="#br0" timeOffset="30997.96">12630 4540 10844 0,'0'0'2501'15,"-12"73"-1117"-15,8-26 332 0,-4 10 380 0,0 10-344 16,4 3-484-16,-4 0-379 0,4-6-249 0,0-10-556 15,0-10-84-15,4-9-364 16,4-13-168-16,4-9 23 0,4-13 9 0,8-3-132 0,-1-14 32 16,9-10-332-16,0-12-748 15,0-5-1168-15,-4 9-2977 0,1-25-2091 16</inkml:trace>
  <inkml:trace contextRef="#ctx0" brushRef="#br0" timeOffset="31472.636">12897 4140 9108 0,'0'0'2841'0,"0"0"-989"0,0 0-248 0,0 0-148 16,15 70-336-16,-11-23 24 0,1 5 20 16,-1 7 8-16,-4 8-323 15,0 3-205-15,0 0-124 0,-4 3-208 0,-5-4-156 16,-2-2-156-16,-2-3-96 0,2-9-132 16,3-9-124-16,0-4-84 0,3-13 24 15,5-11-12-15,0-8-1 0,9-7-11 16,3-3-4-16,4-3-36 0,3-13 60 0,5-3 12 15,-3-3-124-15,2-8-124 16,-3 3 144-16,-7 2 96 0,-2 0 76 0,1 5 256 16,-3 7 80-16,-2 4 224 0,-3 5 220 0,0 4 152 15,4 0-28-15,0 7 48 16,-4 2-92-16,4 4-20 0,4-1-116 0,-4 5-144 16,0-8-176-16,4 0-68 0,-4 1-60 15,4-6-12-15,3-4-172 0,-2-4-120 16,6-6 204-16,1-6-84 15,4-3-112-15,-3-3 48 16,2 3 12-16,-3 1 76 0,-4 5 108 16,-4 3 104-16,-4 4 8 0,-4 6 96 0,-4 0 188 15,0 0 180-15,0 6 172 16,0 7 0-16,0 3-256 0,0 3-140 0,0 3 4 16,0 3 37-16,0 0 95 0,0-2 108 15,0-4-192-15,0-3-168 0,0-6-124 0,4-4-132 16,8-6-40-16,4 0 16 0,0-6 36 15,12-13 36-15,4-7-184 0,3-9-365 0,9-6-231 16,-4-7-384-16,4 0-860 0,4-3-932 16,-16 11-1825-16,19-27-1739 0</inkml:trace>
  <inkml:trace contextRef="#ctx0" brushRef="#br0" timeOffset="31775.248">13969 4229 1148 0,'0'0'11105'16,"0"0"-8297"-16,0 0-1248 15,0 0-340-15,0 0-160 0,-9 102-324 0,-2-62-112 16,3 8 36-16,-1 3 80 0,9 3-119 31,0 4-13-31,5 2 8 0,7-4-232 16,3 5 4-16,1-7-196 0,0-3-192 0,-4-10-220 15,4-6-216-15,-4-7 24 0,0-5 196 0,1-7-208 16,-10-7-12-16,-3-5-85 16,0-1-87-16,-16 0-88 0,-8-3 196 0,-8 3-356 15,-4-3 200-15,-7 0 608 0,2-6 48 16,-2-4 24-16,3-2-24 0,-4-8-232 15,4-2 156-15,1-3 76 0,3 0 88 0,4 0 36 16,12 2 60-16,12 7 60 0,8 3-20 0,8 4-140 16,16-1-8-16,12 0 376 0,7-2 52 15,13-1 20-15,4 1-84 0,4-1-148 16,0-4-292-16,-1 2-76 0,1-1-568 16,0 0-580-16,-20 4-1780 0,12-1-7905 0</inkml:trace>
  <inkml:trace contextRef="#ctx0" brushRef="#br0" timeOffset="34305.956">16359 5423 7584 0,'0'0'1596'0,"0"0"1277"0,0 0-1261 16,0 0-256-16,0 0 116 0,0 0-228 0,0 0-232 15,0 0-384-15,0 0-296 16,0 0 96-16,95-3 340 16,-46 3-172-16,7 0-280 0,-1 0-207 15,9 0-61-15,0-4-36 0,3 1-4 0,5 0 32 16,-1 3-40-16,-2-3-120 16,-2-1-13-16,-11 4-63 0,-1 0 52 0,-10 0 44 15,-6 0 40-15,-7 4-36 0,-8-1 36 16,-4 0 8-16,-8 0 40 0,0 1-96 15,-8-1 12-15,0 0-76 0,-4 0 88 0,0 3 84 0,0-3 4 16,0 4 56-16,-4-1 36 0,4 0-20 16,-4-2-72-16,0-1 68 15,0 0-60-15,0 0 60 0,4 0-60 0,-4-3 0 16,4 0 52-16,0 0-16 0,0 4 24 16,0-4-12-16,0 0 24 15,0 0-32-15,0 0-4 16,0 0 0-16,0 0 0 0,0 0-48 15,0 0 0-15,0 0-12 0,0 0-36 16,0 0 40-16,0 0 0 16,0 0-4-16,0 0-36 0,0 0 40 0,0 0-4 15,0 0 4-15,0 0-4 0,0 0 8 0,0 0 4 16,0 0 0-16,0 0-72 0,0 0-84 16,0 0-16-16,0 0 40 0,0 0 8 0,0 0 40 15,0 0-16-15,0 0 16 0,0 0 12 0,0 0 24 16,0 0-4-16,0 0-8 0,0 0-12 15,0 0-4-15,0 0 16 0,0 0-12 16,0 0 20-16,0 0-8 0,0 0-12 0,0 0-16 16,0 0 28-16,0 0-184 15,0 0-100-15,0 0-64 16,0 0-36-16,0 0-24 0,0 0 56 16,0 0 100-16,-4 0 76 0,4 0 12 15,-4 0-24-15,4 0-60 0,-3-4-80 0,-6 1-380 16,1 3-1024-16,0-3-969 0,-8 0-3059 0,68 16 1400 15</inkml:trace>
  <inkml:trace contextRef="#ctx0" brushRef="#br0" timeOffset="34878.345">16925 5454 40 0,'0'0'2660'15,"0"0"-1840"-15,0 0-504 0,0 0-188 16,0 0 120-16,0 0 12 0,0 0 756 16,0 0 1612-16,0 0-1540 0,0 0-312 31,0 0-296-31,-68-51 85 0,60 45 79 0,4 0 268 15,-4 3-72-15,0-4-140 0,-4 4-168 16,1 0-164-16,-6 0-80 0,6 3-224 16,-10 0-56-16,1 0 0 0,1 0 68 0,-1 6-72 15,-5 1 4-15,2 5 68 0,-1-2 88 16,-4 3 48-16,0-1 28 0,4 1 40 0,-8-1 4 16,4 4-20-16,-4-3-4 0,-3 4-24 0,-1-3-64 15,4 3-8 1,-4 2-92-16,1 0-60 0,-2 3-4 0,10 4 92 15,-1 2 24-15,4 4 36 0,8 3-12 0,0 6 52 16,4 0-80-16,-4 4-32 0,5 2 24 16,-2 4-28-16,1 3 4 0,4 3-88 0,0-3 144 31,0 4 56-31,8-2 448 0,0 5-296 0,4-5-132 16,13-1-48-16,-2-1-16 0,9-3 76 15,8-6 268-15,4-8-247 0,8-5-33 16,3-7-100-16,5-1 52 0,4-13-28 15,4-8-12-15,4-3-84 0,3-9 28 16,5-10 20-16,-5-4-48 0,6-5-48 16,-10-7-80-16,-3 0-44 0,-5 0-44 0,-6 0-280 0,-10 3-257 15,-7 1-87-15,-12-1-112 0,-3 7-308 16,-14-4-1072-16,-3 8-2328 0,-16-11-1933 16</inkml:trace>
  <inkml:trace contextRef="#ctx0" brushRef="#br0" timeOffset="35194.519">16610 6077 4516 0,'0'0'820'16,"0"0"4284"-16,0 0-3739 16,0 0 83-16,0 0 48 0,0 0 256 0,24 66-460 0,8-53-252 15,3-3-144-15,6-4-152 16,2-3-220-16,-3-3-208 0,0 0-268 16,-4-6-48-16,-4-4-84 0,-8 4-196 0,-1-4-340 15,-6 1-212-15,-2-1-40 16,2 3-576-16,-6-1-952 0,-2 2-632 15,-1 1 39-15,-8 3 93 0,0 2 1624 0,0 0 1276 16,-4 2 1796-16,0 5 168 16,-5 3 40-16,5 6-59 0,-3 6-149 15,7 6-128-15,0 7-280 0,0 6-88 0,0 5-192 16,0 1-168-16,7 7-256 0,-3-4-184 16,5 1-147-16,-1 0-137 0,-1-10-180 0,10-3-36 15,-2-6-448-15,5-10-125 0,4-2-11 0,8-12-148 16,0-3-140-16,8-5-556 15,-8-7-1228-15,16-16-2629 0</inkml:trace>
  <inkml:trace contextRef="#ctx0" brushRef="#br0" timeOffset="35523.529">17801 6039 16141 0,'0'0'2280'0,"0"0"-1640"0,0 0-332 16,0 0-112-16,0 0 172 0,92-71 524 15,-49 43-348-15,10-3-544 0,-1-1-36 16,4 0-84-16,-5 3-64 16,1 7 4-16,-4 6 56 0,-4 10 124 0,-5 2 92 0,-3 4-40 15,-8 7 128-15,0 3-20 0,-8 5 12 16,-5 7-4-16,2 1-48 0,-6 2 28 15,2 3-3-15,-1-2 39 0,-1 3 8 0,2-7-32 0,-2 0-4 16,6-6-84-16,-2 0-24 16,2-6-40-16,2-4-8 0,1 0 0 15,-4-6-132-15,4 0-316 0,-8 0-393 0,0-3-179 16,-4 0-356-16,-5 0-1100 0,-6 0-3433 16</inkml:trace>
  <inkml:trace contextRef="#ctx0" brushRef="#br0" timeOffset="35704.207">18080 6289 9320 0,'0'0'5165'0,"0"0"-3793"0,0 0-440 0,0 0 272 0,0 0 152 0,0 0-72 16,-28 70-43-16,64-66-537 0,8-4-232 16,16 0-136-16,8-10-116 0,3-3-168 15,1-3-52-15,-4 1-132 0,-8-2-376 16,0-2-436-16,-5 7-93 0,-3 5-243 15,0 1-1212-15,-13 6-1596 0,10 0-1981 16</inkml:trace>
  <inkml:trace contextRef="#ctx0" brushRef="#br0" timeOffset="37030.481">20228 1870 8748 0,'0'0'4729'0,"0"0"-3057"0,0 0-512 0,0 0-336 31,0 0 44-31,4 74-4 0,-8-53-224 0,-4 2-200 16,0-2-256-16,-4 2-180 0,-1-1-4 15,2-3-136-15,-1 0-168 16,4-9-116-16,0-1-144 0,4-6-364 0,4-3-488 16,0 0-920-1,0 0-2489-15,-4-9-3759 0</inkml:trace>
  <inkml:trace contextRef="#ctx0" brushRef="#br0" timeOffset="40139.485">21531 755 4788 0,'0'0'420'0,"0"0"48"0,0 0 4436 0,0 0-2887 16,0 0-489-16,0 0-124 0,0 0 24 0,0 0-284 16,0 0-96-16,0 0-132 0,7-31-132 15,-7 31-176-15,0 3-304 0,4 3-296 16,-4 13 77-16,5 6 95 0,-1 14 64 0,4 5-88 16,-5 13 76-16,1 7 24 0,0 9 188 15,-4 6-20-15,0 4-156 0,0 3-124 16,-8-4-132-16,1-3-12 15,3-9 0-15,-5-7-72 0,5-8 64 16,0-14-4-16,4-6-36 0,0-10 44 0,0-8-68 16,0-5-52-16,0-2-140 0,0-7-76 0,0-3-84 0,4 0 40 15,0 0 56-15,1-3-37 0,-1-7 85 16,7-2 212-16,2-8 64 0,2-5-80 16,-3-4-96-16,4-6 44 0,-4 3 4 0,1-2 8 15,-6-5 28-15,1 8 12 16,1 2-4-16,-2 7 80 0,1 3-88 15,-4 9 32 1,4 4 64-16,-3 3 72 0,2 3 0 0,1 0 28 16,3 6 180-16,6 4 12 0,-6 2-48 15,10 8-64-15,-5-1-60 0,-4 3 4 16,-5 0 33-16,1 1-9 0,-3-1-16 16,-1 0 0-16,-4 0-8 0,0-3-4 0,-4 0-36 15,-5 0 36-15,-2 0-20 0,-1-3-4 16,-4-4 0-16,4-2-36 0,0-1-60 0,0-2-80 15,-4-3-64-15,4-4 8 0,-4 0-8 0,4 0-12 16,-3 0-76-16,2-7-108 16,-2-6-73-16,2 1-87 0,-2-5-96 0,2-1-236 15,2 5-484-15,7-3-648 0,-4 6-372 16,8 4-837-16,0-3-3447 0</inkml:trace>
  <inkml:trace contextRef="#ctx0" brushRef="#br0" timeOffset="43024.639">20224 5248 6796 0,'0'0'0'0,"0"0"5597"0,0 0-3929 15,0 0-428-15,0 0-132 0,0 0 124 16,0 0-256-16,0 0-248 0,0 0-92 15,0 0-136-15,0 0-268 16,0 0-120-16,47-10-40 0,-15 10 148 16,4 0-16-16,8-3-44 0,0 3-100 0,0-3 36 0,0 0 16 15,4-3-15-15,-5 6-97 0,2-3-49 16,-2 3-63-16,-3 0 16 0,-5 0-24 16,2 0-28-16,-5 3-32 0,-4 0-28 0,-5 3-12 15,-7 4-84-15,-8-1-172 0,-4 4 168 16,-4 2 188-16,0 4 112 0,-15 7-140 0,-10 6 0 15,-3 6 12-15,-7 0 64 0,-10 7-152 16,-2-1-8-16,-1 3 140 0,-3-2 92 16,2-1 64-1,2-5 44-15,3-1 40 0,4-4 24 0,1-2 12 16,6-3-12-16,10-4 40 16,2-6-92-16,10-6 4 0,2-3-112 15,5-8-12-15,4 3 0 0,0-3 160 16,9 4 120-16,6 0-96 0,2 1 12 0,2 3 20 15,9-4-80 1,0 1-88-16,0-1 24 0,4-3 4 0,0 0-28 0,0 1-44 0,-1-1-4 16,5-3-4-16,-4 0-56 0,4 0-76 0,-5 0 16 15,1 0-16-15,1-3-216 0,-6-4-236 16,1-2-208-16,0 2-132 0,-4-2-512 16,-3 0-1028-16,-10-2-2677 0,6-8-2767 0</inkml:trace>
  <inkml:trace contextRef="#ctx0" brushRef="#br0" timeOffset="43328.671">21048 5413 3436 0,'0'0'1184'0,"0"0"-232"0,0 0 3620 0,0 0-2847 15,0 0-417-15,0 0-116 0,0 0-156 16,0 0-140-16,0 0-172 0,-99 85-228 16,71-55-84-16,-8-2-20 0,0 7-96 0,-3 0 24 15,-2 0-36-15,-2 7-88 16,-1-5-84-16,-4 4-100 0,-4 4-4 0,5-1-8 16,-5 1-52-16,8-4-48 0,4-3-48 0,8-3-172 15,4-10-232-15,13-6 8 16,7-3-164-16,4-7-232 0,4-4-568 15,0-5-732-15,0 0-945 0,12-5-2811 0</inkml:trace>
  <inkml:trace contextRef="#ctx0" brushRef="#br0" timeOffset="44092.92">21104 6048 3556 0,'0'0'1512'16,"0"0"-352"-16,0 0 4113 0,0 0-3477 15,0 0-100-15,0 0-296 0,0 0 68 16,0 0 24-16,0 0-428 0,0 0-272 15,32 95-308-15,-32-60-103 0,0 6-57 0,0 7-8 16,-4 2-12-16,0 14 8 0,-3 0 4 16,3 6-88-16,-5 3-144 0,1 0-84 0,1-3-40 15,3-4-32-15,0-2-24 0,4-3 24 16,0-11 0-16,4-3 64 0,3-5-52 16,1-11-24-1,-4-1 8-15,5-11-44 0,-2-4-108 0,1-5-100 16,-4-4-120-16,5-3-113 15,-5-3-179-15,3-3-52 0,5-10-240 0,-3-3-336 16,2-5-480-16,1-9-768 0,-9 5-2213 0,6-18-2551 16</inkml:trace>
  <inkml:trace contextRef="#ctx0" brushRef="#br0" timeOffset="44330.528">21168 6252 11821 0,'0'0'1648'15,"0"0"-544"-15,0 0-220 16,0 0 172-16,0 0-96 0,0 0-244 0,0 0-220 16,0 0-276-16,0 0-84 0,0 0 60 0,0 0-24 15,72-55-60-15,-64 58 8 16,0 4 28-16,-5 5-24 16,-3 4-28-16,0 6-96 0,0 1-132 0,-11 0 48 15,3 2-28-15,-8 0-20 0,0 0-224 0,-4 1-88 16,4-1-112-16,-4 0-12 0,4-2-228 15,1-4-396-15,2-4-768 0,9-2-1157 0,-4-1-2211 16</inkml:trace>
  <inkml:trace contextRef="#ctx0" brushRef="#br0" timeOffset="44562.611">21471 6810 7492 0,'0'0'2308'0,"0"0"-1560"0,0 0-283 16,0 0 591-16,0 0 272 0,0 0-148 0,0 0-332 15,0 0-272 1,76 63-284-16,-68-50-68 0,-8-3 112 0,0 3 52 0,0 2-152 16,0 2-100-16,-8-2-124 0,-1 1 0 0,2-3-12 15,-1-1-8-15,4-5-40 16,0-1-140-16,-1-6-136 15,1 0-224-15,4 0-456 0,-3-10-1124 16,3 1-2121-16,0-10-1943 0</inkml:trace>
  <inkml:trace contextRef="#ctx0" brushRef="#br0" timeOffset="44719.718">21566 6531 13001 0,'0'0'1892'15,"0"0"-1740"-15,0 0 0 16,0 0-152-16,0 0 0 0,0 0-100 0,84-32-256 16,-63 25-1692-16,2-1-3877 0</inkml:trace>
  <inkml:trace contextRef="#ctx0" brushRef="#br0" timeOffset="45249.799">21770 5835 8584 0,'0'0'3277'16,"0"0"-1117"-16,0 0-848 0,0 0 84 0,0 0-152 0,0 0-456 16,0 0-296-16,0 0-184 0,0 0-148 15,-84 35 84-15,69-7 72 16,-2 8-8-16,2-2 80 0,2 5 64 0,5-7-172 31,1-4-184-31,3-6-88 0,4-2 4 0,0-7-12 16,4-4 0-16,3-4-172 0,5-5-324 15,8 0-128-15,1 0-8 0,-2-5-156 0,5-4-184 16,0-4-144-16,-9-4-140 16,6 2 136-16,-1-1 284 0,-5 0 468 0,2 3 368 15,-6-3 124-15,-3 4 436 0,1-1 276 16,-5 3 8-16,0 1-64 0,-4 3-56 16,3-1-32-16,-3 4-12 0,0 3-164 15,0 0-124-15,0 3 36 0,0 4 24 0,-3 2-172 0,-1 7-24 16,0 0 36-16,-1-1-48 0,1 5-24 15,0-5-160-15,0-2-60 0,1 1-124 16,3-6-104-16,0-2-392 0,0 1-372 0,0-1-196 16,3-6-448-16,1 4-1332 15,4-4-3569-15</inkml:trace>
  <inkml:trace contextRef="#ctx0" brushRef="#br0" timeOffset="45398.653">22028 6098 7504 0,'0'0'3148'0,"0"0"-1027"0,0 0-289 0,0 0 220 0,0 0-232 16,9 68-368-16,-9-49-292 0,0-4-652 16,-5 1-360-16,1-3-136 15,1-3-12-15,-1-1-84 0,0-3-232 16,4-3-268-16,-4 1-232 0,0-4-324 16,-5 0-744-16,6-4-2392 0,-1-5-4581 0</inkml:trace>
  <inkml:trace contextRef="#ctx0" brushRef="#br0" timeOffset="45530.404">22069 5873 9400 0,'0'0'2013'32,"0"0"-705"-32,0 0 712 0,0 0-1100 0,0 0-920 15,83-3-212-15,-59 6-1344 0,-7 1-1429 16,11-4-5167-16</inkml:trace>
  <inkml:trace contextRef="#ctx0" brushRef="#br0" timeOffset="47198.635">23570 5378 11669 0,'0'0'3088'0,"0"0"-1692"0,0 0-544 0,0 0 460 0,0 0-288 15,0 0-268-15,0 0-96 0,0 0 388 16,92 95-319-16,-56-53-197 0,4 2-84 0,-4 4-172 16,-4-7-196-16,0-3-80 15,-4-2-8-15,0-5-100 0,-4-6-24 16,4-6-112-16,-1-3-200 0,1-7-272 0,4-5-245 15,-5-4-419 1,-2-4-1304-16,3-11-3552 0</inkml:trace>
  <inkml:trace contextRef="#ctx0" brushRef="#br0" timeOffset="47382.739">24184 5289 4988 0,'0'0'7405'0,"0"0"-6281"0,0 0-352 0,-79 28 352 15,51-5 12-15,-4 9-92 0,-4 9 56 0,0 3-216 16,4 4-212-16,-4 6-148 0,-3 0-268 16,-6-3-256-16,6 2-76 15,-1-2-204-15,1-3-440 16,2-7-164-16,10-2-400 0,-1-4-800 0,11-10-1064 0,-3 4-3341 16</inkml:trace>
  <inkml:trace contextRef="#ctx0" brushRef="#br0" timeOffset="48048.091">25479 5235 3148 0,'0'0'9405'0,"0"0"-7265"0,0 0-476 0,0 0-596 15,0 0 196-15,0 0-244 0,0 0-384 16,0 0-76-16,123-12 437 0,-59 5-353 0,8 1-344 15,4-1-212-15,0 1-16 0,-1 3-64 0,1 0-8 16,-8 3-48-16,-12 0-76 0,-1 0-56 16,-11 3-52-16,-12 4-80 15,-8 5-213-15,-8 7-95 0,-12 6 120 0,-8 10 304 16,-17 7 64-16,-10 9-40 0,-9-1 60 16,-12 7 100-16,-3 1 12 0,-1-1 0 15,-8 0 52-15,4 1-40 0,-3-5 60 0,-1 1 52 16,4 1 108-1,8-8 48-15,5-3 24 0,6-3-108 0,9-3-124 16,13-6-24-16,3-3-40 0,12-4 100 0,4-6 40 16,15 0-40-16,13-3 4 15,4 0 21-15,16-7 123 0,8-2 32 16,4-7-56-16,8 0-112 0,-1-10-72 16,1-6-48-16,4-3-84 0,-4-6-244 15,-5 0-265-15,-3-1-199 0,-4 1-172 0,-8-4-496 16,-9 4-1556-16,-6 6-3037 0,-6-7-2987 15</inkml:trace>
  <inkml:trace contextRef="#ctx0" brushRef="#br0" timeOffset="48279.206">26448 5550 11685 0,'0'0'2160'15,"0"0"-1296"-15,0 0-524 0,-88 60 304 16,60-35 408-16,-4 4-80 0,0-1-156 16,0 4-348-16,-3 0-308 0,-6 6-160 0,-2-3-88 15,-6 6-60-15,-2 0-36 16,-1 4-124-16,0-4-88 0,1-3 52 0,-1 0-292 16,8-6-304-16,0-1-1064 0,12-11-832 15,-7 2-3509-15</inkml:trace>
  <inkml:trace contextRef="#ctx0" brushRef="#br0" timeOffset="49364.114">26949 3727 7112 0,'0'0'2568'0,"0"0"-135"16,0 0-733-16,0 0-256 0,0 0 348 0,0 0-120 15,36 67-508-15,-23-29-392 0,-10 7-56 16,1 6-59-16,-4 9-1 0,0 3 44 16,-4 3-68-16,-4 5-356 0,-4-2-172 0,1 2-104 15,-6-5-96-15,2-3 12 0,2-6-12 0,2-5 12 16,3-11-40-16,4-10 28 0,-1-9 48 16,5-5-48-16,0-8-60 0,0-3 20 15,5-2 52-15,-1-4-36 0,4 0-60 16,-1 0 20-16,6-4 52 0,2-4 60 15,9-6 40 1,4-5-76-16,0 0-64 0,8 0-56 0,-4 3-28 16,4 3-45-16,-1 4 45 0,-7 6 24 15,4 3 64-15,-8 3 56 0,4 6 4 16,-8 4 72-16,-4 0-96 0,-1 3 44 16,-6-4 64-16,-5 4 124 0,0-3-4 15,-4-1 208-15,-4 1 28 0,-4 0-15 0,0-4-77 16,-8-2 4-16,4 0 60 0,-4-7-88 15,-4 0-60-15,1 0-80 0,-6-4-100 0,1-6-56 16,0 1-136-16,-4-4-292 0,0-2-220 16,1-2-233-16,-1 2-379 0,0-4-928 15,8 6-2016-15,-12-6-1517 0</inkml:trace>
  <inkml:trace contextRef="#ctx0" brushRef="#br0" timeOffset="71924.48">18917 5235 1252 0,'0'0'13105'16,"0"0"-10685"-16,0 0-712 0,0 0-12 0,0 0-540 15,0 0-195-15,0 0-53 16,0 0-340-16,0 0-228 0,12 3 20 15,11 4 292-15,5-4-232 0,13 0-92 0,-1 0-52 16,7 0-72-16,5 1-60 16,4-4-48-16,4 0 36 0,3 0-124 0,5-4-4 0,-1-5-4 15,6-1 0-15,-6-5-52 16,1 2-20-16,-4 0-48 0,-5-3-156 0,-6 3-112 16,-10-2-68-16,-11 2-96 0,-4 4-88 15,-12 2-12-15,-8 4-244 0,-4-1-573 0,-8 4-1003 16,-13 0-1552-16,2 0-1209 0,-29 4-3439 15</inkml:trace>
  <inkml:trace contextRef="#ctx0" brushRef="#br0" timeOffset="72179.15">19089 5334 5472 0,'0'0'8093'0,"0"0"-6749"0,0 0-424 0,-25 92 544 15,25-51-52-15,0 3-148 0,4 6-116 16,9 5-335-16,-2 6-253 16,1 2-176-16,4 4-104 0,-4 3-220 15,0 3 96-15,0-1-56 0,-4 9-64 16,4-6-36-16,-4-1-124 0,0-4-68 16,-4-17-136-16,4-9-80 0,4-9-56 15,-4-16-33-15,-1-3-63 0,6-9-148 0,-2-7-160 16,6-7-464-16,-6-9-600 0,2-5-1208 15,-5-2-1477-15,-1-18-351 0</inkml:trace>
  <inkml:trace contextRef="#ctx0" brushRef="#br0" timeOffset="72495.53">19534 5261 4820 0,'0'0'7017'0,"0"0"-5953"0,0 0-212 0,0 0-16 0,0 0 400 0,0 0 56 16,0 0-116-16,0 0-32 0,32 16-288 15,-19 5 12-15,-2 9-31 0,2 8-241 0,-2 9-40 16,-3 4-24 0,0 9-24-16,1 1-100 15,-2 2-176-15,-3 0 8 0,0 7-168 0,0-3 60 0,0 7-132 16,0-5-12-16,-4 4-132 0,0-3 24 15,0-4-124-15,0 4 16 16,0-6-108-16,4-1-76 0,-4-6-204 0,0-6 24 16,0-9-52-16,0-8-169 0,4-11-299 15,0-10-844-15,-4-4-1196 0,8-9-3421 0</inkml:trace>
  <inkml:trace contextRef="#ctx0" brushRef="#br0" timeOffset="76991.744">19478 10081 2472 0,'0'0'1800'16,"0"0"3972"-16,0 0-4135 0,0 0-225 15,0 0-572-15,0 0 44 0,0 0 124 0,0 0 48 16,0 0 24-16,0 0 88 16,9 0-172-16,-5-5-168 0,0 3-184 15,-4-1-71-15,4 0-101 0,-1-3-132 0,1-1-100 16,-4 1-84-16,5-4-44 0,-1-5-28 0,-4-5-24 15,4-5-60-15,0-10 8 0,-4-3-8 16,0-11 4-16,0-4 0 0,0-1 0 0,0-6-4 16,0-4 8-1,0-2 68-15,0-7-36 0,0-1-40 0,0-5-72 16,0-4 16-16,0-2 52 0,4-5-124 16,3 2 44-16,6-1 20 0,-5 0-44 15,-1 0-60-15,6 6 0 0,-5 8-232 16,-1 5 84-16,1 9-12 15,1 11 11-15,-2 9 73 0,-3 6 16 0,4 12 104 0,-4 4 52 16,-4 10-76-16,0 3 52 0,0 6-100 0,0 0-268 16,0 0-480-16,-4 0-700 0,-4 0-1016 15,4 0-2237-15,-7 0-2415 0</inkml:trace>
  <inkml:trace contextRef="#ctx0" brushRef="#br0" timeOffset="77388.029">19794 9811 1344 0,'0'0'704'0,"0"0"744"0,0 0 2700 0,8 63-3280 16,-1-47 260-16,1-7-96 15,1 1 1-15,2-7-21 0,2-3 184 0,2 0 160 0,6-9-184 16,-2-11-240-16,5-1-52 16,0-9 44-16,0-3-164 0,-1-9-112 15,1-3-88-15,-3-10-268 0,-6-1-124 0,2-14-72 16,-6-6-96-16,2-7-164 15,-9-6 80-15,-1 0-40 0,-3 1 16 16,-3-1-24-16,-10 10 32 0,-6 3-20 0,-5 8 20 16,-4 8 52-16,0 2-12 0,0 11-244 15,-4 6-212-15,0 0-168 0,4 0-328 0,0-1-764 16,0 2-2216-16,5 1-1013 0,6 7-779 16,-2-9 4648-1</inkml:trace>
  <inkml:trace contextRef="#ctx0" brushRef="#br0" timeOffset="77635.549">19817 8049 2784 0,'0'0'664'15,"0"0"-660"-15,0 0 5428 0,-103 52-3904 0,63-25-47 16,-8 8-73-16,-8 3 140 0,-8 6-280 15,-3 8-340-15,-8-2-392 0,-6 4-264 16,2-4-224-16,-1 2-48 0,13-12-36 16,7-4-276-16,15-14 64 0,17-6-100 0,9-9-112 15,15-7-244-15,4-4-596 0,4-12-764 16,8-6-897-16,0 3-1787 0,16-16 992 0</inkml:trace>
  <inkml:trace contextRef="#ctx0" brushRef="#br0" timeOffset="77785.539">19674 8182 548 0,'0'0'3708'16,"0"0"2160"-16,124 47-3731 0,-68-25-569 0,7 7-212 15,5-1-112-15,-1 7-320 0,1-3-492 16,-4 3-392-16,-5-2-40 16,5-5-348-16,-4 0-536 0,-4 1-1004 0,0-7-3181 15,-17-6-3219-15,17 3 7572 0</inkml:trace>
  <inkml:trace contextRef="#ctx0" brushRef="#br0" timeOffset="79038.765">16439 11039 5580 0,'0'0'7541'0,"0"0"-6053"0,0 0-568 0,0 0-280 15,0 0-12-15,0 0 128 16,88 19 100-16,-25-12-144 0,17-4-292 0,11 0-164 0,5-3-60 16,-1 0-36-16,-3 0-40 0,-4 0-8 15,-4 3-112-15,-13 1-64 0,-11 1-160 16,-12 2-68-16,-8 3 12 0,-12-4 56 15,-8 7-92-15,-8-1-32 0,-9 4 28 0,-3 1 100 16,-11 8 44-16,-13 4-96 0,-8 4 88 16,-16 9-164-16,-4 6-76 15,-11 8-80-15,-10 5 164 0,-2 9 292 16,-5 3 48-16,1 7 248 0,-5-1 332 0,9 4 68 16,-1-1-64-1,8-3-52-15,20-5-16 0,8-11-60 16,16-13-112-16,16-8-148 0,12-10 36 15,20-10 60-15,16-3 184 0,12-6 72 0,12-4-87 16,7-3 135-16,9-1-148 0,4-5-184 16,-1-5-56-16,1-4-112 0,-4-1-96 15,-5 1 0-15,-11 0-124 0,-4-4-116 16,-8 0-160-16,-9 0-120 0,-7-2-161 0,-4-1-147 0,-8-3-392 16,-4-6-1200-16,-4-5-2600 15,-8 5-2421-15</inkml:trace>
  <inkml:trace contextRef="#ctx0" brushRef="#br0" timeOffset="79254.36">17753 11443 3676 0,'0'0'8609'15,"0"0"-7485"-15,0 0-844 0,-87 69 292 0,47-34 716 0,0 7 116 16,-8 6-408-16,1-1-404 0,-5 10-248 15,-4-3-60-15,-3 6-124 16,-6 0-40-16,-2 3-120 0,-5 2-84 0,1-2-4 0,-5 0-168 16,8 1-128-16,0-7-196 0,13 0-148 0,2-9-284 15,10-7-412-15,7-12-672 0,12-10-837 16,12-6-3027-16,0-13 4252 0</inkml:trace>
  <inkml:trace contextRef="#ctx0" brushRef="#br0" timeOffset="80626.118">17861 12256 3376 0,'0'0'744'16,"0"0"4116"-16,0 0-2936 0,0 0-303 15,0 0-281-15,0 0-76 0,0 0 8 16,0 0-336-16,0 0-404 0,0 0 24 15,0 0 144-15,0 0-36 0,0 0-176 16,92 88-72-16,-81-56-196 0,-2 0-100 0,-1 6-120 0,-8-3-4 16,0 3-56-16,0 0 0 0,-8-4-12 15,-4 2-28-15,0-1-8 0,-1-4 20 0,6-5-8 16,-1-11-12-16,0-2-28 0,8-13-24 16,0 0-220-16,0 0 40 15,0-3-92-15,4-9 112 0,4-1 220 16,3-9-8-16,6-4-56 15,-6-2 56-15,6-4 8 0,-2-3 88 16,2-2 12-16,-6-2 48 0,6 1-40 0,-6-1 56 16,2 5-16-16,-2 5 40 15,1 3-88-15,-3 11 0 16,2 2 84-16,-3 7 200 0,1 6-12 16,-2 0-52-16,1 3 52 0,4 6 8 0,-8 4-8 0,4 6-104 0,-4 3-56 15,-4 3-40-15,0 0-8 16,0-2-64-16,0 0-4 0,-4-4-84 15,4-7 28-15,0-2-12 0,0-4 8 0,0-3 16 16,4-3 0-16,8 0 36 16,4-9-184-16,3-4 108 0,2 1 4 0,3-8-16 15,-9 5-8-15,2-1 32 0,-6 5 28 16,-2 3-24-16,-1 4-40 0,-5 2 12 0,1 2 4 0,0 0 96 16,0 9 416-16,5 1-180 0,-5 5-92 0,-1 1-44 15,5 3-88-15,-4-3 36 16,0 6-36-1,-4-3-8-15,5 0-4 0,-5 3-4 0,0-2-92 0,-5-1-4 0,1 0-84 16,-4 0-368-16,1 0-100 0,3 0-264 16,-1-3-800-16,1 3-2172 15,4-4-2309-15,4-5 1373 0,5-7 4125 16</inkml:trace>
  <inkml:trace contextRef="#ctx0" brushRef="#br0" timeOffset="80910.249">18786 12614 9348 0,'0'0'1536'15,"0"0"-723"-15,0 0 171 16,0 0 304-16,0 0-212 0,0 0-396 0,31 64-380 15,-27-45-148-15,0 3 28 0,0 3 192 16,-4-3 4-16,0 3-164 0,0 0-200 16,0-5-12-16,-4 0-100 0,0-1 48 0,0-7-72 15,1 1-200-15,-1-4-112 16,0-2-44-16,4-7-24 0,-5 0-124 0,5-7-352 16,-4-5-924-16,4-4-1141 0,0 3-2603 15,0-12 4672-15</inkml:trace>
  <inkml:trace contextRef="#ctx0" brushRef="#br0" timeOffset="81042.151">18814 12293 7432 0,'0'0'2448'16,"0"0"-103"-16,0 0-1285 0,0 0-332 0,0 0 272 0,0 0-296 0,0 0-656 0,0 0-48 16,107-22-1108-16,-76 13-1092 0,-3 3-3473 15</inkml:trace>
  <inkml:trace contextRef="#ctx0" brushRef="#br0" timeOffset="82114.734">19749 11734 6828 0,'0'0'6761'0,"0"0"-5129"0,0 0-236 0,0 0-312 0,0 0 212 16,81-9-256-16,-53 6-136 0,3 0-188 15,1 3-275-15,4-4-77 0,0 1-124 0,-1 0-132 16,-3 0-108-16,5 0 0 15,-10-4-84-15,5 4-256 0,-8-3-365 16,0 3-183-16,-4-3-112 0,-8 6-500 0,-8-4-1344 16,-4 4-2973-1,0 4-2427-15,-20 5 7500 0</inkml:trace>
  <inkml:trace contextRef="#ctx0" brushRef="#br0" timeOffset="82309.611">19749 11989 5196 0,'0'0'328'16,"0"0"5645"-16,0 0-4281 0,0 0-232 0,0 0-164 16,0 0-92-16,0 0-224 0,0 0-80 15,105 12-276-15,-58-16-232 0,1 2-196 32,3-4-140-32,1-5-56 0,1 5-72 15,-2 0-100-15,-3 0-292 0,0-1-480 0,-4 4-320 0,-9 3-992 16,-3 0-2409-1,-8 0-3663-15,0 0 7844 0</inkml:trace>
  <inkml:trace contextRef="#ctx0" brushRef="#br0" timeOffset="85147.705">21208 11189 10588 0,'0'0'1837'16,"0"0"-281"-16,0 0-264 0,0 0-108 15,0 0-40-15,0 0-268 0,0 0-172 0,0 0-176 16,0 0-124-16,0 0-52 0,8 6-60 0,20 0 40 16,19 0 469-16,13-2-217 0,9-1-248 0,10-3-128 15,1-7-160-15,3-5-36 16,-3-5 36-16,4 5-48 0,-9-1 0 0,1 1-12 16,-8 5-84-16,-4 4 0 0,-8 0-28 15,-9 3-8-15,-12 0-72 0,-3 6-64 16,-11 4-24-16,-10 3-1 15,-11 6 49-15,0 2 100 0,-11 8 96 0,-17 7 0 0,-4 5-28 16,-8 3 28-16,-8 4 44 0,-8 5-8 16,1 5-48-16,-1 3 52 0,-4 2 8 15,-3 0 56-15,3 4 104 0,4-4-40 16,0-2-60 0,5-1 28-16,6-9-40 0,10-3 36 0,10-10 48 15,14-7 28-15,7-4-27 0,4-9-45 0,8-3 80 16,12-2 0-16,8-1 4 0,8-1 32 15,3-8-56-15,10 0-40 16,5-3-24-16,2-3-84 0,8-6-4 0,-4-4 4 16,4 0-8-16,-8-6-100 0,0 1-100 15,-4-2-240-15,-9-2-145 0,-3-4-163 0,-9 4-124 16,-3-1-432-16,-3 1-1284 0,-5-4-2268 16,-9 12-2693-16,1-16 4753 0</inkml:trace>
  <inkml:trace contextRef="#ctx0" brushRef="#br0" timeOffset="85379.059">22610 11303 8400 0,'0'0'5433'16,"0"0"-4873"-16,0 0-360 0,-79 38 396 0,47-10 748 15,-4 4-60-15,-4 6-284 0,1 4-472 16,-1 2-236-16,-4 3 16 0,0 4-52 0,0-3-108 15,-3 3-100-15,-2-1-48 0,2 1-160 16,-5-3-268-16,4 3-196 0,0-7-312 0,4-2-44 16,8-1-560-16,4-12-1044 0,4-4-1921 15,13-9-2047-15,-1-7 6056 0</inkml:trace>
  <inkml:trace contextRef="#ctx0" brushRef="#br0" timeOffset="85946.573">22746 12197 3452 0,'0'0'6096'0,"0"0"-4131"0,-8 68-941 0,8-36-360 0,0 5 12 16,0 12 336-16,4 7 32 0,4 5-212 15,-4 5-124-15,4-2-264 0,3-1-160 16,-2 1 0-16,3-7-48 0,0 0-148 0,0-6 20 16,3-1-20-16,-6-6-28 15,6 2-56-15,-7-8 0 0,5-4-4 0,-2-4 0 16,2-8-84-16,-2-6-128 0,-3-4-156 16,1-5-140-16,2-5 12 15,-3-2-136-15,-4 0-236 0,5-7-252 0,-6-1-492 0,1-5-248 16,-4-3-737-16,0-5-1803 0,0 2 2796 0,-4-17 860 15</inkml:trace>
  <inkml:trace contextRef="#ctx0" brushRef="#br0" timeOffset="86229.508">22750 12281 784 0,'0'0'4276'0,"0"0"-64"15,0 0-3512-15,0 0 24 0,4-73-403 16,4 60 799-16,3 3-328 0,6 1 404 0,-6 5-220 16,6 1-412-16,7 3-136 0,-5 3 112 15,5 4 120-15,0 5-272 0,1 1-56 0,-2 4-84 16,-3-1-76-16,-4 3-96 16,0-1-76-16,-9 1-76 0,2 0-60 0,-9 1-12 0,0 1-172 15,-5 2 84-15,-10-2-12 16,-5 5 24-16,-3-3-152 0,-5-1 52 15,3-3 8-15,1 0-60 0,0-6-152 0,5-4-368 16,2-5-376 0,6-2-640-16,-2-2-2045 0,6-2-939 15,-1-8 4716-15</inkml:trace>
  <inkml:trace contextRef="#ctx0" brushRef="#br0" timeOffset="87044.339">23089 12972 2504 0,'0'0'1068'0,"0"0"720"0,0 0 1228 0,0 0-1284 0,0 0-455 16,0 0-185-16,0 0-260 0,79-33-236 15,-70 33-188 1,-2 0-56-16,1 0 64 0,0 2-48 15,1 8-28-15,-2 5 100 0,1 2-52 16,-4 2-236-16,0 2-140 0,-4 5 48 16,0-4-60-16,0 0 0 0,0 1-4 15,0-7 4-15,0-1 0 0,0 2 0 0,0-9 0 16,0-1-4-16,0-3-44 0,0-1-16 16,0-3-12-16,0 0-320 0,4-7-412 0,-4-3-520 15,4-1-1112-15,-4-6-2573 0,0 4-1603 16</inkml:trace>
  <inkml:trace contextRef="#ctx0" brushRef="#br0" timeOffset="87188.496">23248 12791 1616 0,'0'0'7156'0,"0"0"-4507"0,0 0-985 0,0 0-568 0,0 0-20 31,0 0-488-31,0 0-588 0,0 0-200 15,92-38-860-15,-68 32-1024 0,-1 0-3149 0,-7-1-1915 0,5 7 7029 0</inkml:trace>
  <inkml:trace contextRef="#ctx0" brushRef="#br0" timeOffset="87492.971">23579 13223 600 0,'0'0'1616'0,"0"0"328"0,0 0 1348 0,0 0-1904 16,51 67-932-16,-42-41-68 16,-1-1 64-16,-5 3-104 0,1 5 52 0,-4-5 25 0,0 4-77 15,0-1 64-15,0 1 152 16,0-4 136-16,0 2-88 0,0-5-92 15,-7-3-16-15,3-6-124 0,4-7-80 0,-4-2-148 16,-1-4-152-16,-3-3-292 16,1-3-392-16,-5-10-368 0,3-6-620 15,-2-6-1217-15,3-8-3835 0,3 12 5756 0,1-24 84 0</inkml:trace>
  <inkml:trace contextRef="#ctx0" brushRef="#br0" timeOffset="87643.883">23538 12849 6688 0,'0'0'5581'0,"0"0"-4229"0,0 0-780 0,0 0-40 0,0 0 100 15,0 0-520-15,77 7-112 16,-53-14-1148-16,-1-3-868 0,-3 1-4037 16,4-10 409-16</inkml:trace>
  <inkml:trace contextRef="#ctx0" brushRef="#br0" timeOffset="88230.35">23686 11678 1264 0,'0'0'1124'16,"0"0"5300"-16,0 0-4303 0,0 0-477 15,0 0-232-15,-88 34-172 0,69-12-192 0,-1 1-264 0,3 5-176 0,-2 7-148 16,3 0-116-16,0 3-8 0,0 1-8 16,4-2-8-16,5-5-24 15,-2 0-100-15,9-7-112 0,0-9-72 16,0 0-12-16,4-6-4 16,8-4-156-16,0-3-8 0,0 0-4 15,4-3 164-15,4-3-44 0,4-6 4 16,-5-7-124-16,6 0-24 0,-1-3-36 15,0-7-76-15,-1 0-28 0,5 1-84 16,-4-3-12-16,-4-1 72 0,0 1 96 0,-4 6 168 16,-1 0 96-16,-6 5 88 0,-1 5 148 15,-4 6 164-15,-4-1 56 0,0 7-8 0,0 0-80 0,0 0-84 16,0 0 24-16,0 10-52 0,0 2-84 16,0 11 12-16,0 5 12 15,-4 4-112-15,4 3-80 0,-4 0-4 0,4-7-12 16,0-2-84-16,4-7-16 0,0-3-180 15,7-3-176-15,-2-4-96 0,3 1-104 16,-1-7-52-16,2 0-292 0,2-3-424 0,-2 0-1444 16,-2-6-3365-1,-7-1 1789-15,9-5 3896 0</inkml:trace>
  <inkml:trace contextRef="#ctx0" brushRef="#br0" timeOffset="88608.739">23985 12074 572 0,'0'0'6344'0,"0"0"-2235"0,0 0-2733 0,0 0 40 0,0 0-188 16,0 0-72-16,0 0-264 16,0 0-236-16,0 0-100 0,0 0-124 0,68 79 256 15,-61-60-196-15,-3 4-236 0,1-4-124 0,-5 0-8 32,0 0-76-17,0 0-40-15,0 0-8 0,0 0-4 0,-5-3-4 16,-2 3-40-16,-5 1-124 0,3-1-72 0,-6-7-12 15,3 1 12-15,0-5 44 0,0-1 4 16,0-7-60-16,4 0-128 0,-4-2-96 16,5-8-300-16,-6-6-336 0,9-7-688 0,0-5-1376 15,-3-7-2921-15,7 10 2157 16,-5-22 3280-16</inkml:trace>
  <inkml:trace contextRef="#ctx0" brushRef="#br0" timeOffset="88746.584">24001 11887 4196 0,'0'0'2056'16,"0"0"2781"-16,0 0-3193 0,0 0-356 16,0 0-252-16,80-13-380 0,-60 10-656 15,-1 0-392-15,2 0-948 0,-1 0-972 0,-9-1-3733 0,10 4 1253 0</inkml:trace>
  <inkml:trace contextRef="#ctx0" brushRef="#br0" timeOffset="89630.768">24343 12150 652 0,'0'0'2372'0,"0"0"3960"0,0 0-4499 0,0 0-461 16,0 0 44-16,0 0-64 0,0 0-428 16,92 87-264-16,-76-59 36 0,0 7 60 15,-4-1-472-15,-4 4-100 16,-4 4-12-16,0 0 48 15,-4-1-24-15,0 1-24 0,0-5-24 16,0-2-64-16,-4-7 40 0,0-2-52 0,0-7 28 16,0-6-52-16,4-4-40 0,-4-6-8 15,4-3-84-15,-3 0-316 0,-2-3-288 16,-3-10-140-16,0-6-924 0,4-9-2048 0,-3 5-2505 16</inkml:trace>
  <inkml:trace contextRef="#ctx0" brushRef="#br0" timeOffset="89794.147">24519 11887 5928 0,'0'0'1572'16,"0"0"2893"-16,0 0-2957 0,0 0-428 0,99 6-336 16,-71-6-744-16,4 3-504 0,0-3-1196 15,-4 4-2253-15,-4-4-3403 0,8 3 6220 16</inkml:trace>
  <inkml:trace contextRef="#ctx0" brushRef="#br0" timeOffset="91148.297">16172 14718 860 0,'0'0'10421'0,"0"0"-8489"0,0 0 224 15,0 0-524 1,88-34 0-16,-53 34-340 0,5 0-376 16,4 9-344-16,-4 12-232 0,-5 6-159 15,-7 9-21-15,-7 11 32 0,-10 8-36 16,-3 1-92-16,-8 5-64 0,0-5-136 15,0-1-32-15,0-8 24 0,0-10-28 16,0-10-37-16,0-12-19 0,0-5-124 0,0-7-64 16,5-3 52-16,3-6 92 0,-1-4 112 0,6-9 40 0,2-3-200 15,2-9 28-15,-6-2 32 0,5-2 28 0,0 4 56 16,-1-4 40-16,-2 2 52 0,-1 3 72 16,-4 1-40-16,0 4 4 15,0 2 44-15,-4 7 4 16,-1 3 88-16,-3 10-4 0,0 0-84 15,4 3 12-15,-4 6 28 0,5 11 144 0,-1 8 172 0,0 3-36 0,-4 8-36 32,0-1-88-32,0-1-80 15,0-9-116-15,0-6-72 0,4-6 4 16,3-10 68-16,6-3 120 0,6-6-60 0,5-10-60 0,4-3-68 16,4-3-104-16,-4-3-48 15,0 2 108-15,-4-2 112 0,-1 3-4 16,2 6 0-16,-5 4 4 0,-5 1 216 0,2 5-208 15,-6 6 136-15,6 0 336 0,-6 13-116 16,6 3-204-16,-2 6 48 0,1 3-124 16,0 3 0-16,0 2 28 0,-4 1 44 0,-4 1-96 15,0 0-60-15,-4-1-12 0,-4-1-96 16,0-5-208-16,0-3-356 0,0-6-208 16,-4-4-128-16,-1-2-720 0,2-7-2824 0,-1-3-4121 0,4-3 5885 15</inkml:trace>
  <inkml:trace contextRef="#ctx0" brushRef="#br0" timeOffset="91311.243">17431 15189 4000 0,'0'0'8257'15,"0"0"-6145"1,0 0-436-16,8 79 60 0,-8-54-488 16,0-2-536-16,0-2-408 0,3-4-304 0,-3-1 0 15,0-7-196-15,4 1-356 0,-4-8-184 16,0 3-180-16,0-5-176 0,0 0-1052 15,-4-7-2161-15,4 1-1971 0,-7-14 3892 16</inkml:trace>
  <inkml:trace contextRef="#ctx0" brushRef="#br0" timeOffset="91449.373">17498 14859 1644 0,'0'0'484'0,"0"0"7552"0,0 0-5987 15,0 0-645-15,0 0-8 0,81 6-12 16,-57 1-536-16,3-7-612 0,4 0-236 0,2 0-736 15,-1 0-772 1,8-7-1248-16,-12 1-4553 0,11-7 4365 16</inkml:trace>
  <inkml:trace contextRef="#ctx0" brushRef="#br0" timeOffset="91627.101">18088 14904 3952 0,'0'0'8185'15,"0"0"-7073"-15,0 0-172 0,92 9 424 16,-52-9-396-16,4-6-504 16,4-4-268-16,3-3-196 0,5 3-120 0,0 1-640 15,-4 3 116-15,-5-4 168 0,-11 7-1976 16,-16-3-7409-16,-12 6 9277 0</inkml:trace>
  <inkml:trace contextRef="#ctx0" brushRef="#br0" timeOffset="91781.663">18228 15141 3556 0,'0'0'10189'0,"0"0"-8545"0,0 0-1016 0,0 0 536 15,0 0 0-15,0 0-164 0,103 29-216 16,-62-29-408-16,6-4-376 0,-4-8-12 16,6 2-452-16,-6 1-516 0,1-1-528 15,0 4-1628-15,-4 3-1621 0,-8-1-1155 0</inkml:trace>
  <inkml:trace contextRef="#ctx0" brushRef="#br0" timeOffset="93235.837">19347 14732 2160 0,'0'0'652'16,"0"0"612"-16,0 0 3320 0,0 0-3056 0,0 0 237 15,0 0-81-15,0 0-200 0,0 0-188 16,0 0-348 0,0 0-108-16,92 12 0 0,-64-9-32 0,11 1-60 0,10-4-104 0,3 0-180 0,7 0-175 15,0-7-153-15,6 2-136 0,-1-5-8 16,-1-1-116-16,-3 2-93 0,-5 0-99 0,1-1-76 15,-8-3 88-15,-4 4-316 0,-12-4-300 32,-8 4-384-32,-8-1-908 0,-12 1-1672 15,-4 3-1417-15,0-1-1230 0,-20 4 6531 0</inkml:trace>
  <inkml:trace contextRef="#ctx0" brushRef="#br0" timeOffset="93438.626">19738 14840 964 0,'0'0'9948'0,"-4"73"-7447"0,4-32-677 0,0 3-600 0,0 13-92 0,-4 4-280 15,-5-5-212-15,2 2-296 0,-5-7-344 16,3-9 0-16,6-11-356 0,3-8-196 16,0-11 44-16,0-5-224 0,8-7-188 15,8-7-592-15,0-9-652 0,3-6-961 16,6-10-2811-16,-5 6 4568 0,8-18-184 15</inkml:trace>
  <inkml:trace contextRef="#ctx0" brushRef="#br0" timeOffset="93596.436">19985 14818 1292 0,'0'0'352'0,"0"0"7540"0,0 0-5403 16,0 0-805-16,0 0-212 15,-8 89-164-15,8-52-324 0,4 5-180 0,0 5-212 16,4 1-260-16,-1 6-284 0,-2 0 12 0,3 3-52 31,-4-3-8-31,-4 0-112 0,4-6-468 0,-4-7-308 0,3-5-232 16,1-8-792-16,9-6-1224 0,-5-7-3581 0,12-8 3977 15</inkml:trace>
  <inkml:trace contextRef="#ctx0" brushRef="#br0" timeOffset="93964.695">20866 15043 6400 0,'0'0'2920'15,"0"0"1193"-15,-20 86-3037 0,16-49-380 16,0 11 296-16,4 3 196 0,0 0-408 0,4 3-348 16,3-3-136-16,5-4-172 0,1 4-52 0,-6-4-64 15,5-2-8-15,-7-4-220 16,-1 0-224-16,-1-5-236 0,-3-2-164 0,0-6-148 15,0 2-304-15,-3-8-448 0,-6-6-489 16,5-3-695-16,-4-6-1372 0,4-5 3520 16,1-4-136-16</inkml:trace>
  <inkml:trace contextRef="#ctx0" brushRef="#br0" timeOffset="94200.529">20857 14938 2492 0,'0'0'8232'0,"0"0"-6763"0,0 0-205 16,0 0 56-16,0 0-100 0,0 0-616 0,0 0-204 16,0 0 160-16,84-25-128 0,-52 25-160 15,0 6-148-15,0 4-52 0,-8-1-72 16,-5 7-76-16,-6 0-172 0,-2 3 12 16,-11 3 16-16,0 4 108 15,-15-1 48-15,-9 6-172 0,-8 5 52 16,-8-2-80-16,-4 1-36 0,4 0-128 15,-3-3-164-15,6-7-468 0,5-3-848 16,9-8-2053-16,3-8-2915 0,3-6 6616 16</inkml:trace>
  <inkml:trace contextRef="#ctx0" brushRef="#br0" timeOffset="94622.839">21124 15507 1812 0,'0'0'8724'0,"0"0"-6911"0,0 0-625 16,0 0-248-16,88 9-132 0,-72-9-256 16,-4 3-312-16,0 1-76 0,-5 2 52 15,2 2-4-15,-5 3-28 0,0 2-72 0,0 3-24 16,-4-2-36-16,0 6-44 0,0-4 40 0,0-3-36 31,-4-1-12-31,0-5-248 0,0-4-212 16,-1-3-148-16,1 0-120 0,-3-6-412 15,3-1-1108-15,-4-2-2977 16</inkml:trace>
  <inkml:trace contextRef="#ctx0" brushRef="#br0" timeOffset="94744.952">21216 15332 2916 0,'0'0'2504'15,"0"0"4473"-15,0 0-5193 16,0 0-800-16,0 0 12 16,0 0-96-16,0 0-276 0,0 0-304 0,88 22-320 0,-64-15-552 0,-1-5-800 15,1 1-1212 1,-7 1-4481-16</inkml:trace>
  <inkml:trace contextRef="#ctx0" brushRef="#br0" timeOffset="94990.229">21630 15874 7856 0,'0'0'6233'0,"0"0"-4645"15,0 0-1524-15,24 68-64 0,-7-47 0 16,-6 5 0-16,6 3-4 0,-6-1-60 16,-3 7-48-16,-1 0-40 0,2 3 24 0,-9 4 128 15,0-1 112-15,-4-4-36 0,-4 1 188 16,-4-5 12-1,1-5-176-15,-2-5-24 0,1-8-76 0,0-5-100 0,0-7-464 16,1-3-372-16,-2-13-484 0,2-5-1549 0,-2-12-4279 16,5 9 6712-16,-3-28-912 15</inkml:trace>
  <inkml:trace contextRef="#ctx0" brushRef="#br0" timeOffset="95118.008">21587 15504 4332 0,'0'0'7625'15,"0"0"-4381"-15,0 0-1948 0,80 3-400 16,-48-1 516-16,-1-2-604 0,1 0-588 16,0 0-220-16,4-5-684 0,-4-8-488 0,-4 3-556 15,0-6-3488-15,-13 6-5629 0</inkml:trace>
  <inkml:trace contextRef="#ctx0" brushRef="#br0" timeOffset="95757.904">21714 14558 1120 0,'0'0'1136'0,"0"0"5140"0,0 0-3755 0,0 0-573 0,0 0-332 16,0 0-80-16,0 0-436 0,0 0-280 15,0 0-180-15,0 0 60 0,-24-5-52 16,12 24-184-16,-4 4-172 0,4 9-8 16,-4 6 20-16,4-3 48 0,5 0 217 15,3-6-229-15,0-4-236 0,4-9-100 0,0-7 4 16,0-2-8-16,4-4-4 0,-4-3-152 0,7 0-28 15,-3 0-44-15,4-3 32 0,5-4 28 32,2-2-53-32,1-7-107 0,4-3-144 0,0 0-4 15,4-3-16-15,-5 0 52 0,2 2 132 0,-5 5 124 16,-1-2 116-16,-2 11 68 16,-5 0 84-16,-4 6 260 0,3 0 232 15,-3 6-24-15,0 0-76 0,1 7-76 0,-1 0-48 16,0 3-59-16,-1 1-61 0,1-2-52 15,0 3-68-15,-4-1-4 0,0-2-96 0,4-3-12 16,1 2-80-16,-5-1-92 16,4-4-264-16,0 1-113 0,-4-4-191 0,0-3-204 15,3-3-396-15,1 0-852 0,0 0-1892 16,9-3-197-16,-9 0-1367 0,11-13 4396 0</inkml:trace>
  <inkml:trace contextRef="#ctx0" brushRef="#br0" timeOffset="95922.396">22152 14697 1292 0,'0'0'6944'0,"0"0"-4111"0,0 0-1281 16,0 0-388-16,0 0 580 0,0 0-76 16,48 73-184-1,-44-47-504 1,-4-1-344-16,0 3-184 0,0-5-160 0,0 2-188 0,0-9-104 16,0 0-196-16,0-7-352 0,0-3-224 0,0-3-224 15,0-3-228-15,0 0-588 0,0-3-1132 16,0-3-3561-16,0-13 1377 0</inkml:trace>
  <inkml:trace contextRef="#ctx0" brushRef="#br0" timeOffset="96073.89">22188 14449 1172 0,'0'0'7788'15,"0"0"-5747"-15,0 0-809 0,0 0-28 16,0 0-36-16,0 0-464 0,0 0-704 0,0 0-388 0,0 0-588 0,0 0-772 15,0 0-3501-15,80 10-1079 0</inkml:trace>
  <inkml:trace contextRef="#ctx0" brushRef="#br0" timeOffset="96589.688">22356 14907 10500 0,'0'0'2057'16,"0"0"-1173"-16,0 0 56 16,0 0 284-16,0 0-380 0,0 0-336 0,0 0-368 15,0 0-128-15,0 0 76 0,0 0-4 0,35 72-72 16,-27-43 64-16,-8 6 60 0,0 3 12 0,-4 3-24 16,-7 0 28-16,-2 1-68 0,-2-4-8 15,-2-2-76-15,2-6-44 0,-2-4-16 16,2-3-16-16,2-8-108 0,2-5-64 0,7-4-200 15,0-6-136-15,4 0-136 0,0-12-592 16,0-4-1008-16,0-10-2889 0,4 7-1055 0,7-18 5645 16</inkml:trace>
  <inkml:trace contextRef="#ctx0" brushRef="#br0" timeOffset="96758.751">22571 14528 3664 0,'0'0'8069'16,"0"0"-6213"-16,0 0-992 0,0 0 784 0,0 0 260 16,0 0-700-16,0 0-788 0,84 25-420 15,-69-18-564-15,2-1-296 0,-2 0-172 0,-2 1-1264 16,-10 5-5217-16</inkml:trace>
  <inkml:trace contextRef="#ctx0" brushRef="#br0" timeOffset="104839.227">2529 9547 5532 0,'0'0'404'0,"0"0"-300"0,0 0-92 0,0 0 576 15,0 0 20 1,0 0-216-16,0 0 2624 0,0 0-1727 0,-67-3-433 16,63 3-192-16,4 0 188 0,-4 0 196 0,4 0-180 15,0 3-204-15,0-3-92 0,0 0-76 0,0 0-52 16,0 0-36-16,0 0-52 0,0 0-12 16,0 0-28-16,0 0-96 0,0 0-120 15,0 0-52 1,0 0-36-16,0 0-12 0,0 0 0 0,0 0-48 15,4 0-16-15,0 0-8 16,7 0 72-16,2 0 92 0,6 3 4 0,9 0-24 16,0 1 4-16,4-4-16 0,4 0 24 0,8 0-8 15,0-4 20-15,8-2-48 16,8 3-44-16,3-4-4 0,9 1-60 16,0 0 52-16,7-1-40 0,1-2 0 0,-1 3 36 0,1-4-60 15,-4 0-48 1,-4 3 20-16,-12-1-8 0,-9 4-16 0,-11-3-8 0,-12 7-4 15,-8 0-108-15,-8 5-100 0,-8 4-40 16,-4 7 136-16,-9 3 248 0,-2 9 112 16,-13 1-52-16,-8 9-60 0,0-3 0 15,-7 5 0-15,-6 2 0 16,-6 3 0-16,-1 3 0 16,-8-4 4-16,-4 7 8 0,-7-4 48 15,-5 4 52-15,1 2-52 0,-6-1 40 16,2-2 36-16,-1 4-28 0,9 1 16 0,3-5-60 15,8-2-4-15,8-1 36 0,13-5-20 0,11-4-76 0,11-9-8 16,10-4-140-16,7-3-12 16,0-6 0-16,11 0 160 0,10-4 184 0,7 1 172 15,7-3-24-15,10 0-4 0,2-7-60 16,9-1 12-16,8-2-36 0,3-2 72 0,9-8-96 16,0-3-135-16,-5 5-85 0,1-9 0 15,-4 8-73-15,-8-1-51 0,-8 0-68 16,-5 4-4-16,-7-1-12 0,-4 5-108 15,-4-2-256-15,-5 1-420 0,-7 3-512 0,-3-3-512 16,-6 0-552-16,-3 3-569 0,-4-10-1983 0</inkml:trace>
  <inkml:trace contextRef="#ctx0" brushRef="#br0" timeOffset="105118.327">3820 9824 8624 0,'0'0'5653'0,"0"0"-5185"0,0 0-468 0,0 0 0 0,0 0 480 0,-103 27 436 16,75-4 176-16,-8 2-348 16,0 4-336-16,-4 6-176 0,1 1 28 15,-10 1 120-15,2 3 112 0,-5 2-272 0,5 3-112 16,-9 3-96-16,0-1-12 15,-4 4-168-15,4-1-16 0,-4 4-88 0,0-2-96 16,9-5-72-16,7-9-104 0,8-3-200 16,8-9-304-1,13-11-552-15,6-5-972 16,9-7-3193-16</inkml:trace>
  <inkml:trace contextRef="#ctx0" brushRef="#br0" timeOffset="106973.989">4426 10537 4320 0,'0'0'1136'0,"0"0"-356"0,0 0-28 15,0 0-244-15,0 0-196 0,0 0-312 0,0 0-104 16,0 0 40-16,0 0 64 0,0 0 0 31,0 0 76-31,0 26 56 0,0-26 8 0,0 3-36 16,0-3 104-16,-4 3 64 0,4-3-24 15,0 3 24-15,0 1-28 0,-4-4-124 16,4 0-120-16,0 0-156 0,0 2-64 16,0-2-144-16,0 0 52 0,0 0 92 15,0 0 92-15,0 0 36 0,0 0 40 0,0 0 40 16,0 0-92-16,-4 0 40 0,4 0-16 0,0 0 80 15,0 0 0-15,0 0-4 0,0 0-152 16,0 0-24-16,0 0-132 16,0 0-784-16,0 4-1040 0,0-4-1096 0,4-4 2696 0</inkml:trace>
  <inkml:trace contextRef="#ctx0" brushRef="#br0" timeOffset="111733.242">4135 10620 4892 0,'0'0'824'0,"0"0"-424"0,0 0 512 15,0 0 996-15,-75-42-420 0,62 33-831 16,2-1-217-16,3 1 636 0,0-4-144 0,-1 4-260 15,2-1 352-15,3 4 60 0,0-3-212 16,4 6 132-16,0-4-104 0,0 4-140 16,0 0-64-16,0-1-120 0,4 4-260 15,7 0-100-15,6 4 5 0,7 9-13 16,3-1-112-16,6 10-84 0,-1 3 84 16,-1 8 88-16,-4 4-144 15,-2 8-40-15,-1-1-8 0,-8 7-68 16,0 0-32-16,-9 0 108 15,-3-7-12-15,1 0 12 0,-5-8 4 16,0-5 0-16,0-6 44 0,0-5-48 0,-5-8-8 16,5-5-64-16,0-4-36 15,0-3 24-15,0 0-100 0,0-6 75 0,5-7 25 16,-1-6 84-16,0-10 217 0,0-2-145 0,-1-7-64 0,1-4 4 16,0 1-12-16,0-1 76 0,1 9-76 15,-1-2-4-15,3 8-56 0,5 5 60 0,1 3 16 16,2 6 116-16,1 1-36 15,0 3-96-15,0 2-64 0,0 3-120 0,0-1-93 16,-1 2-103-16,6 3-228 0,-5-4-256 16,0 4-944-1,0 0-828-15,-4 0-1812 0,-1 4-3113 16</inkml:trace>
  <inkml:trace contextRef="#ctx0" brushRef="#br0" timeOffset="112065.674">4928 10458 8704 0,'0'0'2004'0,"0"0"-859"0,0 0 303 16,0 0 464-16,0 0-268 0,0 0-536 0,0 0-516 15,0 0-272-15,-56 83-208 16,37-58 84-16,-5 3-12 0,0 2-76 0,3-3-44 16,6 3-64-16,-2-5 12 0,10-6 0 15,-1 3 72-15,4-5-20 16,4-3 68-16,4 0-80 0,4-2-40 0,3 2 180 0,6-2 104 15,3 1-124-15,-1 2-88 0,2-2-28 16,-1-1-52-16,3 5 40 0,-7-2 140 0,0 1-184 16,-4 3 0-16,-4-3 0 0,-4 3 60 15,-4 0-60-15,0 1-8 0,-4 2-76 16,-8-3 12-16,-4-3-16 0,1-1 28 16,-6-2-36-1,5-3-100-15,1-4-72 16,-6-3-188-16,10-3-280 0,-2-9-288 0,5-7-316 0,1-9-828 15,3 5-1941-15,0-24-2427 0</inkml:trace>
  <inkml:trace contextRef="#ctx0" brushRef="#br0" timeOffset="112564.505">5673 9959 10104 0,'0'0'1549'15,"0"0"-1189"-15,0 0 444 0,0 0 940 16,0 0-220-16,64-69-708 0,-36 53-616 16,3 4 208-16,1 1 420 0,9-1-356 15,-5-1-104-15,7 0 72 0,1 1 160 0,-4 3-260 16,-1-1-168-16,-3 3-72 0,-4 7 8 0,5 0-24 31,-10 4 16-31,1 9-100 0,-4 2 0 16,0 7 12-16,-9 0 108 0,6 3 184 15,-10 5-172-15,2-5-32 0,-6 1-3 0,5-4-89 16,1-2 52-16,2-6-60 0,1-3 12 16,9-3 76-16,-2-4-16 0,5-4-68 15,3 0-4-15,6-10-80 0,-1 1-141 0,-4-4-107 16,-4 1-184-16,-5 2-328 0,-3 0-968 15,-8 4-872-15,-7 3-1280 0,-5 3-1541 16</inkml:trace>
  <inkml:trace contextRef="#ctx0" brushRef="#br0" timeOffset="112764.048">5924 10347 12089 0,'0'0'2116'16,"0"0"-1332"-16,0 0-16 0,0 0 712 15,0 0-416-15,0 0 56 0,0 0-264 0,100 38-244 16,-45-38-212-16,14 0-120 0,-2-6-108 16,8-4-172-16,-2 0-220 0,-6 1-96 15,1 0-148-15,-1 2-340 0,1-2-460 16,1 6-872-16,10-4-2840 0,-23 4-1393 16,39-3 1181-16</inkml:trace>
  <inkml:trace contextRef="#ctx0" brushRef="#br0" timeOffset="113166.53">7813 9464 19029 0,'0'0'2528'15,"0"0"-2492"-15,0 0-36 0,0 0 0 0,0 0 0 16,0 0 329-1,111 26 131-15,-47-17-192 0,16 4-172 0,4 0-92 0,-1-4 80 16,1 4-84-16,-4-3-60 16,-5 2 0-16,-15 1-72 0,-8-1-52 15,-16 1-44-15,-16 6-76 0,-16 4 71 0,-4 2-19 16,-24 10 140-16,-16 6 28 16,-12 10-148-16,-12 3 0 0,-7 6 148 15,-9 4 84-15,0 3 56 0,-3 2 16 0,-1-2 28 16,9 0 104-16,6-4 152 15,18-9-4-15,19-9 49 0,12-10-121 0,20-10-208 16,4-3 36-16,24-3 24 0,7-3 4 16,17-3-16-16,8-1 0 0,12-6-120 15,4-2 0-15,-1-1-60 0,5-3 52 0,-8 0-52 16,-1-7 0-16,-11-2-64 0,-4 0-116 0,-4-4-232 0,-13 0-125 16,1 1-59-16,-8-8-236 0,-4-1-768 0,-8 5-1512 15,4-17-3165-15</inkml:trace>
  <inkml:trace contextRef="#ctx0" brushRef="#br0" timeOffset="113366.812">8893 9824 468 0,'0'0'13561'15,"0"0"-12097"-15,0 0-1100 0,-101 85 80 0,70-50 504 16,-5 3 572-16,0 0-404 15,-3 6-416-15,-1 1-384 0,-1-1-172 0,-2 7-88 16,-9 3-56-16,0 0-332 0,-3 3-80 16,-1 0-28-16,0-7-88 0,4 2-372 0,8-11-708 15,5-6-1176-15,11-13-2721 0,4-9-3086 16</inkml:trace>
  <inkml:trace contextRef="#ctx0" brushRef="#br0" timeOffset="113920.073">9172 10226 6368 0,'0'0'6917'16,"0"0"-5505"-16,0 0-620 15,0 0-48-15,51 67 244 0,-35-35 4 16,-4 2-216-16,0 6-300 16,-4-3-20-16,-4 1-224 0,0 3-24 0,-4-6 12 15,0 3-16-15,-8-6-32 0,-4-3-52 16,4-4-20-16,-4-6-88 0,4-3 0 0,5-7 84 15,-2-2-48-15,1-1-48 0,4-6 4 16,0 0 0-16,0 0 60 0,0 0-4 0,0-6 12 0,4-4-72 16,4-9-96-16,4-6-4 15,1-10-56-15,2-2 8 0,1-5-156 16,-4 3-108-16,8 2-44 0,-4 5-92 0,0 3-44 16,7 1-88-16,-3 2-548 15,5 1-1352-15,-6 9-2753 0,9-9-2919 0</inkml:trace>
  <inkml:trace contextRef="#ctx0" brushRef="#br0" timeOffset="114142.095">10152 9890 4576 0,'0'0'6917'0,"0"0"-5493"0,0 0-216 0,64 69 784 15,-36-36 164-15,0 1-472 0,3-3-500 0,5 5-467 16,-4-4-305-16,0 0-216 0,0-7-196 16,3 0-56-16,-3-6-232 0,0-9-481 15,0-3-71-15,3-7 96 0,6-7-264 16,-9-3-1248-16,7-17-3308 0</inkml:trace>
  <inkml:trace contextRef="#ctx0" brushRef="#br0" timeOffset="114320.762">10682 9807 11981 0,'0'0'1408'0,"0"0"-784"0,-88 76 136 16,44-34 636-16,0 8 64 0,-8 4-336 16,1 7-228-16,-1 2-380 0,0-3-308 15,4 1-52-15,4-4-156 0,8-9-244 0,4-9-452 16,13-11-236-16,6-9-432 0,10-13-1004 15,3-3-2529-15,11-12-3251 0</inkml:trace>
  <inkml:trace contextRef="#ctx0" brushRef="#br0" timeOffset="114668.18">11550 9671 11597 0,'0'0'3816'16,"0"0"-2868"-16,84-9 84 15,-60 9 736-15,3 0-460 0,-3 0-164 16,-4 0-319-16,5 6-205 0,3 2-344 16,-1 3-196-16,1 1-80 0,0 1-76 15,-4 3-8-15,0 3-24 0,0 3 24 0,-9 3 72 16,2 7-36-16,-13-1 48 0,-4 5-220 16,-17 2 28-16,-11 0 60 15,-15 6-4-15,-5 0-32 0,-12 5-16 0,-4 2-97 0,-4-4 17 16,1 4 56-16,7-3 100 0,4-4 44 0,13-6 64 15,11-3 100-15,12-6-4 16,16-2 0-16,4 0 148 0,8-2 233 16,16-3-65-16,4 0-196 0,15-9-8 0,9-4-4 15,8-4-200-15,11-5-4 16,6-7-8-16,-2-7-64 0,9-5-160 0,-5 1 40 0,-7-11-392 16,0 4-181-16,-13-4-443 15,-3-3-1168 1,-16 10-2552-16,8-10-2121 0</inkml:trace>
  <inkml:trace contextRef="#ctx0" brushRef="#br0" timeOffset="114852.297">12263 9887 11189 0,'0'0'4780'0,"0"0"-4288"0,-68 101-344 0,37-57 388 16,-9 11 800-16,-4-2 224 15,0 8-548-15,-4-4-476 0,1 0-328 0,2 0-200 16,-2-5-8-16,7-5-84 0,8-9-564 0,16-10-412 0,9-8-80 16,10-14-768-16,9-6-1000 0,36-13-2881 15</inkml:trace>
  <inkml:trace contextRef="#ctx0" brushRef="#br0" timeOffset="115111.899">12753 10147 12317 0,'0'0'2000'0,"0"0"-800"0,0 0 16 0,0 0 360 16,-99 54-308-16,59-29-180 0,-8 7-408 15,8-3-252-15,5-4-199 0,7-3 27 16,15-3-24-16,5-6-124 0,8 3-36 16,0 1-64-16,12 2-4 0,4-1 0 0,-4 1-4 15,8 2-8-15,1 3-100 0,-6-2 0 0,1 3 20 16,-4-3-8-16,-4 3-12 0,0-1-124 15,-8 1-145-15,-8-3-159 0,-8 3-120 16,-8-3-4-16,-8 0-28 0,-7 3-236 0,-6-2-432 16,-2-4-556-16,7-2-1312 15,-36-3-3825-15</inkml:trace>
  <inkml:trace contextRef="#ctx0" brushRef="#br0" timeOffset="115822.002">6124 12509 7564 0,'0'0'404'0,"0"0"2857"0,0 0-1517 0,0 0-676 0,0 0-156 16,0 0 220-16,0 0 120 0,0 0-152 16,35 82-360-16,-31-50-252 0,4 3-120 15,-8 0-148-15,0-3-36 0,0-6-100 16,0-8-84-16,0-1-56 0,0-8-152 0,-4-7-440 15,0-2-520-15,0-2-756 0,0-4-2992 16,-3-17-5937-16</inkml:trace>
  <inkml:trace contextRef="#ctx0" brushRef="#br0" timeOffset="115993.089">6032 12100 11941 0,'0'0'2168'0,"0"0"-1232"0,0 0-4 0,0 0 804 0,0 0-356 16,0 0-532-16,75-13-520 0,-47 10-328 16,0 3-140-16,0 0-120 0,4 0-476 15,0 0-468-15,-4 0-1120 0,7 3-3189 0</inkml:trace>
  <inkml:trace contextRef="#ctx0" brushRef="#br0" timeOffset="116154.983">6657 12484 9400 0,'0'0'7073'16,"0"0"-5817"-16,0 0-688 0,0 0 60 15,0 0 588-15,0 0-472 0,92 3-452 16,-64-25-292-16,0-4-660 16,4-9-404-16,-1-3-960 0,-6 11-2640 15,-1-15-4073-15</inkml:trace>
  <inkml:trace contextRef="#ctx0" brushRef="#br0" timeOffset="116400.849">6749 12052 272 0,'0'0'12109'0,"0"0"-10313"16,0 0-1304-16,0 0 356 0,-28 76 792 0,28-44-116 16,0 5-236-16,0 9-532 0,4 4-316 0,4 7-124 0,-4 4-72 15,4 2-51-15,-4 7-121 0,0 0-60 0,-1 3 0 16,2 0-8-16,-5 0 4 0,4-6-8 15,0-1-64-15,-4-9-8 0,4 1-49 16,0-11-159-16,0-6-96 0,-4-6-64 16,7-6-84-16,-7-4-28 0,5-2 24 0,-5-4-24 15,0-7-216-15,-9-5-424 16,-2-1-672-16,-6-3-324 0,-6 1-453 0,-8-4-327 16,10 0-80-16</inkml:trace>
  <inkml:trace contextRef="#ctx0" brushRef="#br0" timeOffset="118472.071">8573 12115 6864 0,'0'0'52'0,"0"0"2544"16,0 0-583-16,0 0-337 16,0 0-316-16,0 0-112 0,0 0-256 15,0 0-272-15,0 0-160 0,0 0-56 0,0 0-124 16,0 0-72-16,-28-15-60 0,24 15 8 15,4 3 12-15,-3 0-12 0,-5 6-12 16,0-2 12-16,0 5-72 0,0-2 24 16,0 3-64-16,0-1-44 0,0 2-40 15,4-6 12-15,0-2-12 0,0 1 0 0,4-3 4 0,0-4-4 16,0 0 13-16,0 0-13 16,0 0-12-16,0 0-36 0,0 0 40 15,0 0-4-15,0 0 24 0,0 0-72 0,0 0 4 16,0 0-4-16,0 0 0 0,0 0-12 15,0 0-48-15,4 0 12 0,-4 0-16 16,0 0-8-16,0 0-13 0,0 0 13 0,0 0-16 16,0 0 4-16,0 0 24 0,0 0 12 31,0-4-60-31,0 4-16 0,4 0-8 0,-4 0 20 16,0 0 52-16,0 0-36 0,0 0-4 15,0 0 16-15,0 0 12 0,0 0-4 16,0 0 76-16,0 0 0 0,0 0 0 0,0 0-48 15,0 0 36-15,0 0-60 0,0 0 64 16,0 0 4-16,0-2-96 0,0 2-20 0,0 0-52 16,0 0 24-16,0 0 4 0,0 0 32 15,0 0 40-15,0 0-16 0,0 0 84 16,0 0 4-16,0 0 12 0,0 0 36 16,0 0 4-16,0 0 8 0,0 0 0 15,0 0-48-15,0 0 32 0,0 0-44 0,0 0-64 0,0 6-80 16,0 2 44-16,0 6 100 0,4 2 148 15,1 3-140-15,-2 3 32 16,5 0-40-16,0 1 0 0,-4-5-52 0,0-2 48 0,4 1 8 31,-4-9 40-31,0 3-32 0,0-5 68 0,0 0-80 16,-1-6-76-16,6 0 76 16,-1 0 0-16,3-6-268 0,6-7-288 15,2-3-72-15,-2-3-104 0,3-2-12 0,-5-3-12 16,-2 2 140-16,-2 0 152 0,1 0 220 15,-8 3 244-15,5 0 148 0,-9 3 44 16,0 0 8-16,0 3 64 0,0 4 12 16,0 5-12-16,0-2-64 0,0 6-44 0,0 0-80 0,0 0-16 15,0 10-60-15,0 2 176 0,0 8-52 16,0 5 100-16,0 7-72 0,0 6 184 0,3 6-52 16,5 11 124-1,-4 1 12-15,0 5-224 0,0 3-196 16,1-1 0-16,-5-3-40 0,3-3 40 0,5-6 4 0,-4-3 8 31,0-7-12-31,-4-3 0 0,4 0 4 0,-4-7 104 16,0 1-24-16,0-6-32 0,0 3-4 15,-8-7 60-15,0-3 92 0,1 1-56 16,-6-1-92-16,-2-5-4 0,2 0 0 0,-6-5 64 16,2 0 8-16,-3-5-20 0,1-1-40 15,-5-3 0-15,-1 0-48 0,1-9 40 16,1-4-52-16,-1-4-208 0,4-4-36 15,1-5-124-15,6-2-28 0,1-4-144 0,9 0-80 16,-1-3-148-16,4 1-260 0,0-5-788 0,7 14-2253 16,5-19-3047-16</inkml:trace>
  <inkml:trace contextRef="#ctx0" brushRef="#br0" timeOffset="118839.882">9228 12071 5184 0,'0'0'3188'0,"0"0"-1132"0,0 0-563 0,0 0-121 16,0 0-116-16,0 0-172 0,-81 10-252 16,70 2-196-16,-6 4-92 0,2 0-24 15,2 6-52-15,2 0 12 0,-2 4-60 0,6 2-128 16,3-2-108-16,4 3-24 16,0-4-64-16,0-3-44 0,0 3-52 0,7-6-8 15,2-2-124-15,-1-1-112 0,3-7-88 16,6 3-184-16,-2-5-60 0,6-4 20 0,3 0-252 15,-1-3-244-15,5-6-524 0,0-3-908 32,-8-1-1949-32,16-10-1523 0</inkml:trace>
  <inkml:trace contextRef="#ctx0" brushRef="#br0" timeOffset="119258.037">9542 12204 6960 0,'0'0'3252'0,"0"0"-1215"0,0 0-341 0,0 0 260 16,0 0-432-16,0 0-544 15,0 0-388-15,0 0-28 0,0 0 24 0,0 0-100 16,0 0-196-16,-24 61-184 0,24-55-96 16,-4-3-8-16,4 1-4 0,0-4-4 15,0 0-68-15,0 0-24 0,0 0-160 0,0 0-284 16,4 0-20-16,0 0 56 0,8-4 244 16,0-2 16-16,3-4-4 0,2-2-100 15,7-7-172-15,-5-4-176 0,9-5-32 0,0-7 100 16,0 0-448-16,0-6-464 0,-4-4-140 15,-4 1 567-15,0-4 673 0,-4 7 440 16,-8 0 144-16,0 3 36 0,-8 6 456 0,0 6 201 16,0 8 255-16,-4 5 144 15,0 6-68-15,0 4-436 0,4 0-308 0,-4 3-260 16,-1 6 16 0,2 7-172-16,-5 3 304 0,4 10-76 0,-4 2 52 15,0 10 160-15,0 3 232 0,0 4-188 16,-8 2-136-16,4 3-48 0,1 2-24 0,-6-1 8 15,6-6-36-15,2-7-24 0,1-3-144 16,8-7-88-16,0-3-4 0,0-3-48 0,0-6-8 16,4 0-124-16,5-7-488 15,-2-2-248-15,9-7-156 0,4 0-876 16,-8-7-2172-16,16-7-2717 0</inkml:trace>
  <inkml:trace contextRef="#ctx0" brushRef="#br0" timeOffset="119913.494">10263 11985 9080 0,'0'0'2593'16,"0"0"-685"-16,0 0-716 0,0 0-100 15,0 0 112-15,-36 67-284 16,28-32-264-16,1 6-152 0,2 3-52 16,1 0-84-16,0 2 12 0,0-5-4 0,4-3-132 15,-4-7-172-15,4-1-72 0,0-11-96 16,8-4-52-16,0-5-144 0,4-7-380 16,8-3-76-16,0-3-212 0,4-10-656 15,-4 1-1556-15,4-12-5305 0</inkml:trace>
  <inkml:trace contextRef="#ctx0" brushRef="#br0" timeOffset="120208.267">10463 12043 8804 0,'0'0'4057'0,"0"0"-2833"16,0 0 440-16,0 0-408 0,0 0-104 0,0 0-324 15,79 72-204 1,-63-48-136-16,0 1-72 0,-4-4-60 15,0 5-112-15,-5 0-136 0,2 2-96 0,-5 0-4 0,-4 1 0 0,0-1 0 16,-4-6 0-16,-1-5-8 0,1-4-8 0,4-7-88 16,-4-3-52-16,4 0 16 0,0-3 20 15,0 0 52-15,0 0 60 0,0-3-12 16,0-4-96 0,4-6 100-16,5-2-264 0,-1-11 92 0,-1-2 32 15,10-4 36-15,-2-2-84 0,2-1-96 16,-2 3-76-16,2 3 0 0,-2 8-64 15,5 4-4-15,-4 7-284 0,4 4-432 0,0 0-236 16,0 6-608-16,-4 0-917 0,8 0-2515 16</inkml:trace>
  <inkml:trace contextRef="#ctx0" brushRef="#br0" timeOffset="120892.201">11191 12372 8292 0,'0'0'2705'16,"0"0"-1165"-16,0 0-632 0,0 0 372 15,0 0 116-15,0 0-280 0,0 0-124 16,0 0-96-16,0 0-404 0,0 0-136 0,24 71-64 15,-24-56-60-15,0-2-96 16,0 0-96-16,-4 0-40 16,0-4-96-16,1-3-176 0,-1-3-156 0,4 1-60 15,-4-4-104-15,4 0-284 0,0-7-364 0,0 1-964 16,4 0-2449-16,0-10-3163 0</inkml:trace>
  <inkml:trace contextRef="#ctx0" brushRef="#br0" timeOffset="121229.797">11761 12016 10844 0,'0'0'4053'0,"0"0"-2665"0,0 0-1000 16,0 0 480-16,0 0 368 16,0 0-300-16,-84 21-412 0,60-2-192 0,1-1-128 15,3 5-32 1,3-1 12-16,2-2-100 0,3-2-76 15,4 1-4-15,8-4 8 0,0-2 0 16,0-1-12-16,4 2-84 0,8-1 12 0,0 2 8 16,4-2-32-16,3 6 84 0,-2-3-72 15,3 0 32-15,-1 3-20 0,-2-3 68 0,-2 3-56 16,2 0-12-16,-6-3 60 16,-3 0-64-16,-3 0 68 0,-5 3 8 0,0-3 48 0,0 3 4 15,-5-4 20-15,-7 5 0 0,1-5-60 16,-2 2-8-16,-2-9-4 15,2 3-60-15,-2-5-88 0,-2-4-120 0,6-2-148 16,-2 0-220-16,-2-2-288 0,7-8-452 16,-1-3-1216-16,9 0-2425 0,0-12-3747 15</inkml:trace>
  <inkml:trace contextRef="#ctx0" brushRef="#br0" timeOffset="121477.103">12147 12093 11265 0,'0'0'1976'0,"0"0"-1148"0,0 0-424 16,0 0 732-16,73 86 116 0,-58-61-592 16,1 4-236-16,0 0-192 0,-4-1-144 15,0 4-80-15,-4-4-4 0,-3 5-4 0,-5-2 0 0,-9 4 0 16,-3-3 0-16,-8 6-108 15,-4-7-64-15,-3 5-12 0,3-8-188 0,0-6-252 16,7-6-292-16,6-10-396 0,3-2-644 0,8-4-1021 16,4-10-3015-16</inkml:trace>
  <inkml:trace contextRef="#ctx0" brushRef="#br0" timeOffset="121685.322">12641 12211 13061 0,'0'0'2760'0,"0"0"-1432"0,0 0-64 0,0 0 552 16,0 0-632-16,101 19-515 0,-73-19-381 16,3 0-252-16,1 0-36 0,0-7-216 15,0 0-257-15,0-1-331 0,-8 2-112 0,-1 1-484 16,-7 3-1240-16,-12 2-2949 0,-4 0-2571 15</inkml:trace>
  <inkml:trace contextRef="#ctx0" brushRef="#br0" timeOffset="121846.212">12614 12446 6928 0,'0'0'2156'0,"0"0"-836"0,0 0 453 0,0 0 343 15,0 0-248-15,0 0-456 16,83 16-524-16,-55-16-296 0,0 0-296 0,4-4-148 15,0-2-148-15,0-3 0 0,-4 2-248 16,0-6-340-16,3 1-464 16,1 3-1024-16,-4-2-2821 0,28-1-1863 0</inkml:trace>
  <inkml:trace contextRef="#ctx0" brushRef="#br0" timeOffset="122103.02">13622 11814 5064 0,'0'0'3304'15,"0"0"-2400"-15,0 0 3269 0,20 76-2677 16,-12-38-48-16,-1 6-68 0,2 4-60 0,-1 3-132 16,-1 6-260-16,-3 0-199 0,1 1-109 31,-5 5-196-31,0 3-220 0,0 5-204 0,-9-2-8 15,-6-2-76-15,2 3-60 0,-2-7-340 16,-1-3-321-16,4-9-327 0,0-3-248 16,8-7-1640-16,0-14-3005 0,4-6-3019 15</inkml:trace>
  <inkml:trace contextRef="#ctx0" brushRef="#br0" timeOffset="143541.374">1944 8779 9608 0,'0'0'4745'16,"0"0"-3909"-1,0 0-836-15,0 0-64 0,0 0 64 0,0 0 440 16,0 0 0-16,0 0 240 0,0 0-308 15,0 0-220-15,0 0-56 0,0 0 116 16,0 0-12-16,-16 97-88 0,8-45 12 16,4 8 12-16,-4 14-12 0,4 14-124 15,-8 7-16-15,0 13-40 0,0 3 52 0,0 4-68 16,-4-1 72-16,4 0-4 0,0 1-92 16,1-1 44-16,6-3-96 15,-3 0-100-15,8-3 236 0,0-3-76 0,0-10 4 0,4-10-40 16,5-5 12-16,-2-10 36 0,5-6 28 15,4-4-28-15,-4-3 0 0,8-7 68 0,0-1-4 16,4-5 0-16,0-3-112 16,0-6 72-16,4-4-136 0,0-5 28 0,-1-3 160 0,6-8 0 15,6-5 4-15,1-1 0 0,8-5-4 32,3-4-104-32,9 0-208 0,0-7 312 15,7-2 0-15,-3-4-60 0,9 1-192 0,-10 5 216 0,5-2 36 16,-1 5 4-16,1 1 0 0,0-1 44 15,-4 1-40-15,7 3-8 16,-3-2 64-16,8-1 0 0,-1-3-64 0,2-1 112 16,2-3-100-16,1 4 0 0,4-7 76 15,-1 1-88-15,5 1-76 0,-4-1 28 16,3 3 48-16,1-1 12 0,-1 4-4 0,1-1-8 16,0 4-52-16,3 0 52 15,1 0 0-15,3 3 128 0,1 0-68 16,3 0 64-16,2 0-124 0,-2 0 0 0,0 0 88 0,1 0-80 15,4 0-8-15,-5 0-12 0,8-3 12 0,-2 3 0 16,2-3 0-16,1-1 96 0,3 1-96 16,1 0-44-16,4 0 44 0,-1 3 84 15,0 0-80-15,5 0-8 0,-1 0-48 0,1 0 52 32,4 0 84-32,-1 0-72 0,8 0 72 15,2 3-56-15,2 3 32 0,3 1-72 16,2-4 12-16,4 3 0 0,-1-3-60 0,5 4-4 15,3-4 52-15,1 0 4 16,3 0 8-16,4 0 44 0,-4 4-40 16,1-1-8-16,3 0-32 0,-8 0-24 0,5 5 56 15,4-5-4-15,-5 3 8 0,1 5 0 16,-5-2 88-16,0 1-88 0,0 2-24 0,-7-2-40 16,4 3 64-16,-6-3 4 15,6 2-4-15,-4 4 64 0,0-3-88 16,-2 3 24-16,-2-3-196 0,-5 3 184 0,5 0 4 0,-1-5 8 15,1 4 0-15,3-2 4 0,1-3 48 16,-1-1-48-16,0 1 112 16,1 0-112-16,-4-4 4 15,-1 4 36-15,-3-4 0 0,-1 2-40 16,0-3-4-16,-3 3 88 0,-4-2-88 0,-1-4-48 16,0 6 48-16,-3-8 0 0,3 4-68 15,-3-7 60-15,-1 0 4 0,1 0 4 16,-1 0 4-16,-3-7 4 0,-4-3 8 15,-5 1 36-15,-3-7-104 0,-5 0-24 16,-3-3 16-16,-8-3 8 0,-5-4 48 0,-3-5-40 0,0-1-8 16,-13-6 0-16,0-4-160 0,-6-2 112 15,-10 0 24-15,-11-7 76 0,-4 0-8 16,-12-6-44-16,-8-3 44 0,-12-5 8 0,-4-4-12 16,-4-8-24-16,-12 2-28 0,-8-6-136 15,-12-1 48-15,-4-3 100 16,-12 0-224-16,-8-2 228 0,-4 1-4 0,-11 1 104 0,0 6-40 15,-9 3 96-15,0 2-104 0,-7 8 68 16,-1 2-20-16,-4 1-52 0,1 2 72 16,-5 7-72-16,0-3 0 0,-3 3 0 0,3 0-4 15,-4 0-308-15,5-3-8 0,-1 3-96 16,1-2-104-16,-5 1-132 0,0 5 88 16,1 2 256-1,-1 1-72-15,-3 8 380 0,3 1 104 16,0 3 60-16,-3 7 196 0,-1-1-180 0,4 0-28 15,-3 4-24-15,4 2-12 0,-5-2-108 16,4 3 44-16,1 3 12 16,-2-4-64-16,2 5-76 0,0-1-52 0,-1 3-64 15,1 4-140-15,-5-5 24 0,0 8 36 16,-7-1 272-16,-5 7 128 0,1 0 16 0,-9 3-4 16,-8 3 220-16,-3 10-80 0,-5-1 180 0,-6 8-140 15,-6 2-80-15,-3 3-228 0,-4 0 28 31,-9 1-36-31,1-1-4 0,-1 0 116 0,-3-2-116 0,-1 0 88 16,-3-2-76-16,0-5 228 0,-4 3-100 16,3-6 88-16,5-4 52 15,-4 1-92-15,3 0-48 0,1-4-20 0,-1 0-116 16,-2-3 52-16,2 1-52 16,-4-4 0-16,6 0-4 0,-2 0-140 15,1 0 140-15,-5 0-64 0,1 0-48 0,-5-4 48 16,6-2-36-16,-6-3 100 0,5-1 0 15,0-3 100-15,-1-2-36 0,5 2-52 16,4-3 28-16,4 4 200 0,2-1 48 0,15 0-76 0,6 6 64 16,9 2-212-16,7 1-64 0,8 4-4 15,13 0-8-15,8 0-116 0,15 0-84 16,16 0 212-16,12 0-188 0,16-3-100 16,12-1-216-16,16 1-144 0,8 0-128 0,20-7-1116 15,0 4-729-15,36-6-447 0</inkml:trace>
  <inkml:trace contextRef="#ctx0" brushRef="#br0" timeOffset="144521.245">16295 10322 7220 0,'0'0'948'0,"0"0"-184"0,0 0-128 0,0 0 88 15,0 0-208-15,-15-71-91 0,22 52 115 16,1 5-28-16,5-3-116 0,2 4 52 0,5 1 24 16,0 2 124-16,0 3-88 15,4 5-16-15,0-2-52 16,3 4-140-16,1 0-8 0,0 6-92 0,8 1-88 15,4 6-36-15,4 0 12 0,8-1-88 16,12 4-16-16,7 0 16 0,13-1 0 16,12 5-4-16,12 2-156 15,6 3 160-15,14 7 52 0,0 3-48 0,7 4-4 16,0 2-8-16,1 3-80 0,-1 0 12 0,-3-3 72 16,4 1 8-16,-5-4 128 0,4-3-120 15,-3-7-12-15,-1-1 24 0,-7-2-88 16,-8-7-8-16,-9 1-80 0,-12-2-36 0,-7-2 188 15,-16-2 0-15,-13-1-8 16,-7-2-4-16,-16 0 12 0,-12-1-276 0,-7-3-164 16,-13-2-64-16,-4-1 36 0,-13 0 24 15,-10 0-92-15,-14-3-280 0,-6 0-456 16,-9 0-353-16,-3-6-87 0,10-1-548 16,-26-11-684-16</inkml:trace>
  <inkml:trace contextRef="#ctx0" brushRef="#br0" timeOffset="144994.148">16941 9883 6108 0,'0'0'744'16,"0"0"448"-16,-100-19-76 0,72 12-468 16,0 1 809-16,4 1-81 0,13 2-308 15,11-1-468-15,0 1-512 0,7-4-80 16,14 4-8-16,7-3 304 0,11 3 124 0,13-3-36 0,8 6 20 16,8 0-248-16,3 2-164 0,9 9 128 15,3 4-128-15,1 3-4 16,8 8-48-16,-1 3 52 0,13 3 0 0,0 3 152 0,12 3 36 31,7 2-64-31,8 2-120 0,4-1 84 16,9 4 100-16,4-1-88 0,-2 1-100 15,2 3 36-15,-4-1-48 0,-9-3 12 0,-8 1-100 16,-3-3-36-16,-8-8-40 0,-12 1 168 16,-13-3-92-16,-8-4-84 0,-10-2 28 15,-9-7 16-15,-17 0 68 0,-7-3 56 16,-8-7-68-16,-13 1-4 0,-2-4-12 0,-13-3-192 15,-4 1-8-15,0-4 184 0,-8 3 40 16,-8-3-212-16,-5 0-232 0,-6 0-360 16,-1 0-412-16,0-3-293 0,0-4 101 0,8-2 184 0,1-1-248 15,2-2-312-15,6-10-892 0</inkml:trace>
  <inkml:trace contextRef="#ctx0" brushRef="#br0" timeOffset="145320.457">19642 10379 11941 0,'0'0'0'0,"0"0"-900"0,0 0 900 16,0 0 36-16,0 0 648 15,100 89 32-15,-68-61-100 0,3 1 32 0,6 5 152 0,6 6 172 16,1-3 108-16,3 3-656 0,2-1-124 15,-5-1 96-15,-1 1 0 0,-4-1-28 16,-2-3-232-16,-9 0 12 0,-8-7-140 16,-5 1 176-16,-6-4-184 0,-13-3-44 0,0 4 44 15,-20-5 124-15,-12 9 232 0,-12-2-256 16,-20 4-100-16,-15 3-40 0,-17 0-56 0,-16 2-140 16,-15-2-132-1,-12 4-136-15,-9-1-40 0,-3 3-104 0,-9 1-176 16,9-1-1256-16,35-10-2489 15,-28 7-1923-15</inkml:trace>
  <inkml:trace contextRef="#ctx0" brushRef="#br0" timeOffset="146220.142">20494 11509 8988 0,'0'0'3045'0,"0"0"-2085"0,0 0-628 0,0 0 304 16,101-54 164-16,-58 42-44 0,9-1-244 16,-1 6 32-16,9 2 152 0,5 1 0 15,2 1-316-15,1 0-196 0,3-4-184 16,-3 1-148-16,0 0 0 0,-13-1-260 0,-6 1-224 15,-10-1-80-15,-15 4 8 0,-7 1-268 16,-17 2-536-16,0 0-1317 16,-21 0-2735-16</inkml:trace>
  <inkml:trace contextRef="#ctx0" brushRef="#br0" timeOffset="146423.838">20706 11557 9984 0,'0'0'1061'0,"0"0"-225"0,-12 80-120 0,8-39 584 0,0 9-212 16,4 5-356-1,0 1-76-15,0 8-172 0,4-1-256 0,4 1-228 16,0-4-52-16,0 0-148 0,4-6-36 16,-4-6-140-16,4-7-168 0,-4-2-20 15,0-11-168-15,-1-5-224 0,-2-4-524 16,3-10-957-16,-8-4-1611 0</inkml:trace>
  <inkml:trace contextRef="#ctx0" brushRef="#br0" timeOffset="146661.702">20989 11389 8868 0,'0'0'1072'16,"0"0"-956"-1,0 0 404-15,0 0 405 0,0 0 27 0,0 0 108 16,44 79-72-16,-40-44-80 0,-1 12-128 0,-3 7-64 16,0 7-132-16,0 11-188 0,-3 5-172 15,-1 2-224-15,0 6-4 0,0-1-344 16,0-5 52-16,4-4-476 0,0-1-272 16,0 0-332-16,0-8-548 0,0-18-1209 15,0 18-2131-15</inkml:trace>
  <inkml:trace contextRef="#ctx0" brushRef="#br0" timeOffset="157941.999">25041 7928 8264 0,'0'0'5997'16,"0"0"-4997"-16,-75-6-688 0,54 2 228 15,1 4 936-15,8 0-364 16,9 0 52-16,3-3-76 0,7 3-320 16,10 0 165-16,2 0-425 0,5 0-132 0,4 3 44 15,8 4-284-15,8-1-52 0,7 4-84 16,9-1 84-16,4 1-36 0,3 2 44 16,-3-2-92-16,1-1-12 0,2 1-72 15,1-4 12-15,-1 0 60 0,1-2-96 16,-4-2 12-16,-8 3 8 0,-4-5-20 15,-13 2-12-15,-7 1 12 0,-8 4-24 0,-16 0-64 16,-4 1-56-16,-4 2 132 0,-12 9 120 16,-12 0 40-16,-4 7-40 0,-12 2 8 0,-3 4-4 15,-9 2 8-15,-4 2-4 16,0 2-8-16,-8 0 8 0,-3 3 76 0,-1 0 36 16,-3 1-12-16,6 0-36 15,2-1 16-15,11-4-80 0,4 1-8 16,5-2-88-16,15-5 16 0,7 1 0 15,6-10 12-15,15 4-60 0,0-4 112 16,12 0 8-16,8 3 4 0,3-3 164 16,9 1 0-16,5-1-20 0,6-6-52 15,5 0 48-15,7-6-48 0,1-4 12 0,4 0-104 16,4-3-4-16,-5-3-48 0,1 0 0 16,-4-6-36-16,-4-3 0 0,-4-1-84 0,-4-3-208 15,-4 4-132-15,-9-4-353 0,1-4-943 16,0 3-1092-16,-12 1-2712 0,8-16-3481 15</inkml:trace>
  <inkml:trace contextRef="#ctx0" brushRef="#br0" timeOffset="158168.406">26240 8188 4456 0,'0'0'9021'31,"0"0"-7397"-31,0 0-1096 0,0 0 12 15,0 0 736-15,-84 55 204 0,52-34-108 0,-3 2-516 16,-9 5-456-16,0 0-304 0,-7 8 28 16,-5 2 21-16,0 2-145 0,-4 2-24 15,4-3-24-15,0 2-37 0,1 0-75 0,-1-4-120 16,4-1-12-16,5-1-108 0,2-7 56 16,6-2-60-16,11-4-356 0,4-2-532 15,12-12-960-15,3 3-2132 0,9-11-2689 16</inkml:trace>
  <inkml:trace contextRef="#ctx0" brushRef="#br0" timeOffset="160011.444">26284 8928 4308 0,'0'0'1132'0,"0"0"3284"0,0 0-3127 0,0 0 23 16,0 0 92-16,-4 64 112 0,-4-32-208 15,4 1-128-15,-4 6-292 0,-4 3-176 16,4-1-136-16,-7 4-100 0,2-1-196 15,-2 0-168-15,2 1-100 0,2-3 36 0,3-5-48 16,-1-9-124-16,9-2-12 0,0-7-268 31,4 0 28-31,5-7-40 0,2 1-200 0,6-6-88 16,2-4-584-16,5-3-1028 0,-4 0-2105 16,12-13-1823-16</inkml:trace>
  <inkml:trace contextRef="#ctx0" brushRef="#br0" timeOffset="160684.557">26846 9057 5348 0,'0'0'2396'16,"0"0"440"-16,0 0-1115 15,0 0-237-15,0 0-44 16,0 0 256-16,-28-65-444 0,24 61-264 0,-4 1-400 0,-4 3-332 16,0 0-120-16,-4 3-28 0,1 6-8 0,-6 4 20 15,-3 6 40-15,5 1-16 0,-1 5-44 16,-1 0 20-16,6 4-48 0,2-7 16 15,6 3-84-15,3-3 0 0,4 1 56 16,4 2-56-16,7-2 8 0,6-1-12 16,3 0 48-16,8 0-48 15,-1-3-4-15,-3 3-56 16,4-3 12-16,-4 0-64 0,0 4 52 0,-8-2-24 16,0 5 76-16,-4 0 8 0,-8-1-108 0,-4 4 104 0,-4 0 8 15,-12-1 4-15,-4 1-4 0,-4-2-8 16,5 3 8-16,-9-11 36 0,3 0-28 15,5-6 108-15,-4-7 28 0,9-3-40 16,-2-3 100-16,2-6-100 0,2-7-108 16,6-9-12-16,3-7 12 0,4-5-256 15,0-11-72-15,7 0-148 0,14-2-24 16,-1-2-76-16,8 2 48 0,4 10-64 16,3-2 236-16,-3 7-92 0,4 1 188 15,0 3-128-15,-1 2-148 0,1 0-864 16,-12 8-876-1,12-8-2573-15</inkml:trace>
  <inkml:trace contextRef="#ctx0" brushRef="#br0" timeOffset="161084.491">27467 8638 7700 0,'0'0'2928'16,"0"0"-1051"-16,0 0-349 0,80-31-528 15,-49 18-320-15,6 1-204 0,-5-1-84 0,4 0 56 16,-1 4-24-16,-3 0-52 15,-4 2-76-15,0 1-60 0,-4 6-64 0,-4 0-36 16,-4 0-136-16,-8 6-52 0,-1 6 52 16,-3 5 200-1,-4 5 156-15,0 3 132 0,0 0-20 0,5 0-176 16,-1-6-84-16,4 1-52 0,3-8 28 16,13 1 84-16,4-3 180 15,4-3 137-15,8-4-305 0,4-3-136 0,0-7-144 16,4 1-36-16,-9-7-60 0,6 4-160 15,-10-4-217-15,-7 7-379 16,-4-5-220-16,-12 9-628 0,-4-1-1460 0,-8 3-3453 0</inkml:trace>
  <inkml:trace contextRef="#ctx0" brushRef="#br0" timeOffset="161286.199">27467 9051 11177 0,'0'0'5528'0,"0"0"-4384"0,0 0-440 0,0 0 412 16,0 0-52-16,0 0 237 0,104-6-377 0,-48-7-440 16,7 5-280-16,1-3-24 15,4 2 40-15,0-1-220 0,-4 4-88 0,-1 0-32 16,-3 3-48-16,-5-4-112 0,-3 1-164 16,0 0-344-16,-4 2-185 0,-4-5-699 15,-8 3-3184-15,7-7-6049 0</inkml:trace>
  <inkml:trace contextRef="#ctx0" brushRef="#br0" timeOffset="161676.836">28957 8287 13657 0,'0'0'4452'15,"0"0"-3800"-15,0 0-344 0,0 0 416 16,0 0 620-16,0 0-419 0,124-26-393 16,-64 22-532-16,3 2 0 0,1 2-160 0,0 0 4 15,-8 9 60-15,-8 1-12 0,-5 3-16 16,-7 1 3-16,-12 3-183 0,-11 3-36 16,-10 2 72-16,-3 6 216 0,-20 8 52 15,-12 2 8-15,-11 6 100 0,-9 6-48 0,-16 7-56 16,0 1 4-16,-4-1 104 0,5 3 20 15,3-5 172-15,8-2 49 0,13-8-37 0,6-11-36 16,18-5 32-16,6-4-56 0,13-5-16 16,5-5 76-16,14 4 84 0,13-6-76 15,9-3 0-15,14 0-152 0,8-10-172 0,6 0-24 16,2-7-148-16,1-6-140 0,-5-7-148 16,2 1-96-16,-9-2-84 0,-9-5-208 15,1 1-553-15,-13-7-1191 0,-11 7-2492 16,0-20-3345-16</inkml:trace>
  <inkml:trace contextRef="#ctx0" brushRef="#br0" timeOffset="161871.067">29694 8493 3860 0,'0'0'10949'0,"0"0"-9553"0,0 0-816 0,-87 89 548 0,55-54 584 16,-4 3-208-16,0 0-483 0,1 0-573 15,-5 3-256-15,0 0-184 0,-4 1-8 0,5-1-84 16,-6 1-96-16,2-5-52 0,7-5-156 16,3-1-281-16,6 2-243 0,7-11-684 15,8-3-912-15,8-6-1712 0,4-10-2021 0</inkml:trace>
  <inkml:trace contextRef="#ctx0" brushRef="#br0" timeOffset="162153.329">29722 8979 8476 0,'0'0'6421'0,"0"0"-4921"15,0 0-1152-15,84 0 200 16,-60 0 828-16,0 0-456 16,0 0-320-16,-8 3-208 0,3 0-176 0,-6 0-216 15,-5 3-72-15,-4-3-72 0,-4 4 92 0,0 6 52 16,-12-1 256-16,-8 8 88 0,-8 2-76 0,0 3-112 15,-4 0-12-15,0 1-144 16,13-1-12-16,2 0 12 0,10-5 237 16,3-5 31-16,4-2 276 0,11-1-396 0,13 2-148 15,4-5-160-15,12 1 24 0,3-7 128 16,10-3-288-16,-1-3-433 0,-1-7 145 16,1-2 12-16,0-7-936 0,-5-6-1488 15,-2-7-2869-15,-17 3-4079 0</inkml:trace>
  <inkml:trace contextRef="#ctx0" brushRef="#br0" timeOffset="162346.4">30432 8455 7444 0,'0'0'4317'16,"0"0"-2273"-16,0 0-440 0,28 70 588 0,-8-42 0 0,8 7-716 15,4-3-635-15,-1-1-321 0,5 1-240 16,0-3-232-16,-4-7-48 0,0 0-124 0,-1-3-92 15,1-3-244-15,4-6-345 16,0-1-243-16,0-9-604 0,0 0-1276 16,-8-6-3485-16</inkml:trace>
  <inkml:trace contextRef="#ctx0" brushRef="#br0" timeOffset="162522.057">30898 8451 5612 0,'0'0'8537'0,"0"0"-7149"0,-104 83-708 0,65-48 964 0,-6 6 228 16,-2 4-264-16,3-4-659 0,0 1-645 16,9-5-304-16,-2-2-84 15,10-2-244-15,7-5-413 0,3-9-99 16,10-3-200-16,7-7-464 0,0-3-1104 16,16-9-2685-16</inkml:trace>
  <inkml:trace contextRef="#ctx0" brushRef="#br0" timeOffset="162849.231">31364 8462 872 0,'0'0'15505'16,"0"0"-13061"-16,115-17-2248 0,-62 8-112 0,2-7 4 16,5 3 156-16,4 0 248 0,-9 4-284 15,5 6-208-15,-8 0-196 0,-8 3 36 16,-8 6 88-16,-13 3 8 0,-6 7-56 15,-17 3-64-15,0 3 144 16,-25 7 40-16,-10 3 52 0,-14 3 8 0,-2 3-12 16,-8 3-48-16,-9 4 0 0,-1 2-36 15,-2 1 36-15,4-1 76 0,-1 2-72 16,8-8 192-16,16-3 84 16,12-7 24-16,13-2 124 15,19-1 144-15,0-2 157 0,19 2-13 0,9-5-124 0,4-1-300 0,12-9-208 0,3-1-84 16,13-5-84-16,4-1-44 0,0-6 124 0,-1 0-464 15,1-6-188-15,-4-4-97 16,0-6-331-16,-1-2-964 0,-14 1-2408 16,11-20-2357-16</inkml:trace>
  <inkml:trace contextRef="#ctx0" brushRef="#br0" timeOffset="163051.67">32224 8538 9592 0,'0'0'4745'0,"0"0"-4049"0,0 0-280 0,-103 86 1064 0,63-53 304 16,0 6-240-16,-3-1-508 16,-10 3-524-16,2 4-307 0,-5-3-9 15,-3 2-112-15,-5-3-84 0,-4 0-132 0,8-5 48 16,1-3-112-16,7-3-449 16,8-1-403-16,12-11-180 0,16-2-252 15,8-6-172-15,8-7-776 16,4-3-613-16,20-3-3707 0</inkml:trace>
  <inkml:trace contextRef="#ctx0" brushRef="#br0" timeOffset="163505.114">32671 9109 16293 0,'0'0'3132'0,"0"0"-2288"0,-76-26-720 0,40 19 340 16,-7 7 520-16,2 0-75 0,5 7-269 0,1 9-288 16,-1 6-160-16,4 4-20 0,0 2 32 15,1 4-48-15,3-1-152 0,7-5 8 16,6-3 84-16,7-4-96 0,3-10-36 16,5 1-60-16,5-4-108 0,3-3 48 0,11 1-88 15,5-4-164-15,8-4-100 0,9-9-196 0,-2-2-37 16,5-1-75-16,0-3 132 0,-4 3-4 15,-5-1 372-15,-3 5 316 16,-4 3 220-16,-8 2 196 16,-8 1 148-16,-4 6 68 0,-8 0-156 0,0 0-220 0,0 3-160 15,-4 10 16-15,-8 3 349 16,-4 5-37-16,0 9-60 16,-4 1-40-16,5 8-92 0,-6-2-16 0,6 5 76 15,2-2 176-15,2 6-56 0,2-2-160 0,1-3-108 16,1 3-12-16,-1-2-132 0,-1-1-4 15,5 0-68-15,1-3-36 0,-5 0-216 16,4 4-148-16,0-1-120 0,-5 0 220 16,2 1-160-16,-5-2-124 0,-4 2-329 15,-8 3-623-15,4-1-264 0,0-12-604 16,1 6-2937-16</inkml:trace>
  <inkml:trace contextRef="#ctx0" brushRef="#br0" timeOffset="191722.931">5948 333 8096 0,'0'0'1440'15,"0"0"521"-15,0 0-1317 0,0 0-80 16,-88-35 352 0,60 32-304-16,-8 0-4 0,1 3-132 0,-14 0 28 15,2 0-60-15,-1 3 28 0,-7 3 264 16,-5 1-340-16,-4 5-184 0,-8-2 96 15,1 9-24-15,-6-3 48 0,-5 7-248 16,-6 2-76-16,-8 4 40 0,-3 2-44 16,-9 4-8-16,-4 3-8 0,-3 4 12 15,-1 1 0-15,4 5-8 0,-3 6-76 0,4 3 84 0,-1 4-48 16,-3 2 40-16,-1 11-68 0,0 1-108 16,4 6-36-16,5 1-64 0,4-3 148 0,11-3 0 15,12-3 60-15,17-7-24 16,3 2 28-16,11-2 68 0,6-3-84 15,3 1 24-15,9-1 4 0,3 4-4 0,11-1-32 16,13 1-68-16,4 0 76 0,13 3-60 0,10 0 100 16,18 0 48-16,6 0 8 0,13-1 92 15,11-2-28-15,13 0 28 0,15-4-48 16,10 4 60-16,10-3-16 0,12-1-96 16,9 0-48-16,3 0 44 0,16-2-128 0,5-4 132 15,16-6 0-15,7-1 0 0,16-8 180 16,8-7-176-16,4-3-4 15,8-10-60-15,5-9 4 16,2-9 56-16,6-4 16 0,3-17 44 16,3-8-60-16,5-13-100 0,5-13 16 15,-5-13-56-15,0-6-120 0,-9-9-104 16,-10-10-64-16,-13-6 152 0,-16-4 108 0,-16-5 168 16,-23-5 152-16,-21 1 72 0,-19-2-72 0,-21-5 76 15,-18-2-64-15,-14-7 36 0,-20-6-100 16,-15-3-100-16,-12-1-4 0,-20-5-108 0,-15 6 0 15,-26-1-52-15,-22 7-168 0,-25 0 72 16,-19 9 84-16,-29 7 76 0,-27 3 100 16,-21 14 136-16,-18 7-136 0,-18 11-60 15,-15 13-44-15,-12 5-260 0,-12 14 76 16,-11 11 272 0,-9 15-44-16,-16 8-320 0,-12 13 164 15,-8 20 100-15,-12 12-88 0,-8 15 4 0,-3 14-208 16,-1 13 164-1,4 12-48-15,1 18-660 16,11 11-333-16,12 12-151 0,12 4-120 0,20 2 528 0,21 3 196 16,19-2-68-16,68-32-1160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1:53:23.85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22331 308 1604 0,'0'0'4712'16,"0"0"-1452"-16,0 0-2524 0,0 0-428 0,0 0-36 16,0 0 309-16,0 0 151 0,-3 0 72 0,6 0 52 15,1 3 144-15,5 3 44 0,-5-3-128 16,4 7-108-16,-1-1 8 0,1 4-236 0,-3 4-128 15,3-3-328-15,-5 9-76 16,1-1-36-16,-4 3 52 0,4 5-52 0,-4 1 36 16,4 1-48-16,0 5 0 0,1 1 52 15,2 1-44-15,-3 6-8 0,4-1 8 16,-4 3-8-16,0 1 0 16,1 3-4-16,-2-4 4 0,1 5-60 15,4 2 0-15,-4-4-16 0,5 7 68 0,-2-3-52 0,1 4-36 0,3-1 0 16,-2 3 96-16,-1 0 48 0,0 1-48 15,-1 5-4-15,-2 7 0 0,-1 0 4 16,-4 6 36-16,0 1-36 0,0 0-8 0,0-1 4 31,0 0-68-31,0 1 24 0,0-1-88 16,4 0-12-16,4-3 24 0,-1 0 112 16,6-3-84-16,2 1 20 0,2 2 64 0,-6-3-32 15,2 3 44-15,-2 0 0 0,1 4-100 16,-8 2 28-16,5 0 60 0,-2 1 4 0,-3 7-8 15,0-2 16-15,0 1-108 16,1 0-80-16,-1 3-56 0,-4-3-16 0,7 0 148 16,-3 0 112-16,0-4 0 0,4-2 148 15,-3 0-60-15,2 0-28 0,-3-1 0 0,-4-3-56 16,0 7 28-16,0-1-32 0,0 8-76 0,-4-1-24 16,-3 3-48-1,-2 3-88-15,1-2 0 0,4-1-12 16,-3 0 248-16,3-3-80 0,-1 3 80 15,1-3 0-15,4 1 52 0,0-1 36 0,4 0-28 16,1 0 104-16,-1 0-52 16,3 0-100-16,-3 4-4 0,-4-5 52 15,4 5-8-15,-4-1-52 0,4 3-4 0,-4 1-12 16,0 2-44-16,4 1 60 0,-4-1 48 16,5 7-48-16,-2-2-84 0,5-2 84 15,-4-3 48-15,0-2-36 0,-4 0-12 16,4-1-8-16,-4 1 4 0,0-1 0 15,0 4 4-15,0 5-4 0,0-2 4 0,-8 3 40 16,4 3-40-16,-4 0-60 0,5 4-4 16,-2-1-144-16,5 0 44 0,-4 3 164 0,4-5 16 15,-4 1-8-15,4-1 36 0,-4-1-32 16,4-3 76-16,-4 3-88 0,0-3-72 16,1 0 8-16,-1 4-84 0,-5-1-16 0,1 3-8 15,1 3 32 1,-2 1-12-16,5 0 52 0,-4 2 0 15,1 1-88-15,-1-1 188 0,3-5 52 16,1 3-40-16,0-8 188 0,0 5-20 0,1-5 8 16,3 5 0-16,-4 0-40 15,-4-5-148-15,3 1-24 0,-3 4-48 16,1-4-92-16,-6 3 92 0,5 0 72 0,1 4 112 16,-1-1-48-16,4 1-64 0,-1 3-48 15,1-7-168-15,4 0 104 0,0-6 112 0,0-4 140 16,0-1-52-16,0-2 12 0,4-3-88 0,-4 0 88 15,5 1-100-15,-5 0 0 16,0-1-100-16,0 0 88 0,0 1 12 16,0-4 44-16,0 4 80 0,0 0 12 0,0-2-24 15,0 2 28-15,4-4 8 0,-4 3-136 0,4-5-4 16,-4-1 56-16,4-3 84 0,-4-6-36 16,0-4-64-16,0 0-48 0,0-4-4 0,-4 3-8 15,-4-2-92-15,-1 3 104 0,2-6 100 16,-1 3-12-16,-5-3-16 0,6 0 4 15,-1-3 24-15,4 3-100 0,-3 0 0 16,2 0-88 0,1-3 0-16,0-3 88 0,0-4 0 15,0-2 40-15,0-4-16 0,4 0 64 0,-3-3-76 16,3 0-12-16,0 0 60 16,0-3 112-16,0-4-120 0,0 1 108 0,0-6-100 15,0-2-48-15,0-1-12 0,0-8-44 16,0 1 44-16,0-1 8 0,0 1-8 15,-5-4-4-15,1 2-8 0,4-2 8 0,-4-3-96 16,4 4 40-16,0-4-40 0,-4-2 52 16,4-4 48-16,-4-4-12 0,4-2-88 0,0-6-12 15,0-4-100-15,0-3-172 0,-4-10-324 16,1-9-576-16,-1-16-616 0,4 4-2017 16,-9-42-2991-16</inkml:trace>
  <inkml:trace contextRef="#ctx0" brushRef="#br0" timeOffset="2005.64">23364 996 4044 0,'0'0'716'16,"0"0"4828"-16,0 0-4423 0,0 0 99 0,0 0 28 16,0 0 44-16,0 0-476 15,0 0-236-15,0 0 32 0,0 0-156 0,0 0-132 16,0 0 32-16,0 0 288 0,0 0-80 15,0 0-136-15,92 58-72 0,-45-55-28 0,5-3-12 16,-5 0-48-16,-2 0-84 0,-2 0-112 0,1-6-72 0,-8-1-56 16,-4 4-68-16,-4-3-20 15,0-1-40-15,-9 4-156 0,-6-1-184 16,-2 2-152-16,-7-1-492 0,-4 3-732 0,0 0-780 16,-4 0-1501-16,-11-7-2011 0</inkml:trace>
  <inkml:trace contextRef="#ctx0" brushRef="#br0" timeOffset="2226.765">23547 1051 4620 0,'0'0'392'0,"0"0"804"0,0 0 1740 0,0 0-1552 0,-16 69-123 16,16-40-249-16,0 6-68 0,0 7-120 0,0 8-156 16,-4 7-228-16,-4 4 52 0,0 6 160 15,-4 2-192-15,0 1-160 0,0-3-200 16,4-7-28-16,-3-6-64 0,2-7 92 0,5-8-96 15,-4-8-4-15,8-8-52 16,0-7 0-16,0-4-108 0,0-5 12 16,0-5-536-16,4-2-260 0,4 0-188 0,-4-2-140 15,4-5-904-15,-4-9-1045 16,0 4-1899-16</inkml:trace>
  <inkml:trace contextRef="#ctx0" brushRef="#br0" timeOffset="2383.909">23451 1654 3556 0,'0'0'612'0,"0"0"5708"0,0 0-5043 0,0 0-241 0,0 0-284 0,0 0 428 16,84-41 40-16,-53 35-152 0,5-1-272 0,1 1-268 15,-1 0-132-15,-1-1-148 0,1 0-188 0,-4 2-60 16,-4 1-136-16,0-3-84 0,-4 4-88 0,-9 3-200 16,-2 0-136-16,-5 0-748 15,-8 10-640-15,-4-4-2041 0,-20 7-1495 0</inkml:trace>
  <inkml:trace contextRef="#ctx0" brushRef="#br0" timeOffset="2568.33">23359 1883 7128 0,'0'0'2660'0,"0"0"-431"0,0 0-1181 16,0 0-68-16,0 0 56 0,0 0-116 16,0 0 44-16,0 0-68 0,112 19-304 0,-64-19-272 15,3 0-172-15,1-7-148 16,1-3-4-1,-2 5-192 1,-3-2-200-16,4 1-148 0,-9-1-760 0,-3 1-816 0,-8 0-2545 0,0-4-3439 16</inkml:trace>
  <inkml:trace contextRef="#ctx0" brushRef="#br0" timeOffset="2889.614">24595 988 5076 0,'0'0'2188'15,"0"0"444"-15,0 0-1483 0,0 0 59 0,-100 63 168 16,72-31 56-16,1 5-376 0,-1 12-288 15,0 1-148-15,0 7 36 0,4 4-64 16,-4 9-148-16,7-1-88 0,2 1-76 16,-1 5-96-16,4-1-24 0,0-4-52 15,8-7-60-15,1-6-48 0,7-9-64 16,3-10 4-16,13-9-112 0,8-8-60 0,12-7-160 16,8-11-24-16,7-3 20 0,9-12-108 15,4-14-488-15,8-11-764 0,-21 4-1308 0,33-27-3277 16</inkml:trace>
  <inkml:trace contextRef="#ctx0" brushRef="#br0" timeOffset="3277.849">25112 1196 4940 0,'0'0'7733'0,"0"0"-6497"0,0 0-628 0,0 0 176 0,0 0 576 16,-79 67-204-16,55-32-328 0,0 13-300 15,-4 2-124-15,0 11-84 0,1 2-4 16,-1 5-84-16,4-5-124 0,3 0-92 15,6-12 56 1,11-9 12-16,4-11-12 0,0-6-20 0,12-8 32 16,3-8-24-16,9-3-52 15,4-6 4-15,4 0 28 0,13-15-40 0,-2-8-204 16,5-2-188-16,3-11-60 0,1-4-24 16,1-2-4-16,-2-5 88 0,-3-4 68 15,-5-3-68-15,-2-3 116 0,-5-4 56 16,-8 1 156-16,-9 0 60 0,-7 3-56 0,-8 6 60 0,-4 6 356 15,-7 7 228-15,-2 13 20 16,-3 9 24-16,1 7-68 0,2 5-120 0,-10 4-148 16,-2 7-120-16,-3 12-24 0,-8 6 20 15,-7 3 4-15,3 10 96 16,-4 4-176-16,0-1-92 0,-3 0-364 0,-2 4-232 0,2-1-100 31,-1-2 32-31,0-1-132 0,8-3-552 0,5-6-720 0,6-10-524 16,14-10 279-16,2-8 165 0,9-4-660 0,0-6-2599 15</inkml:trace>
  <inkml:trace contextRef="#ctx0" brushRef="#br0" timeOffset="3476.461">25052 1508 10981 0,'0'0'2356'0,"0"0"-1452"0,0 0-360 0,0 0 576 0,0 0-68 16,0 0 4-16,-11 83-352 15,3-61-348-15,0 6-220 0,4-2-136 0,-4-4-24 16,0 3-88-16,0-2-96 0,0-2-52 15,0-2-148-15,0-2-148 0,-3-4-64 16,6-4 84-16,-3-4-8 0,8 0-160 0,-4-5-104 16,4 0-80-16,0-5-68 0,0 0-160 15,0-4 43-15,8-4-479 0,-4 0-900 16,8-10-1640-16</inkml:trace>
  <inkml:trace contextRef="#ctx0" brushRef="#br0" timeOffset="3632.454">25117 1667 6588 0,'0'0'2632'0,"0"0"-719"0,0 0-93 0,87 50 100 16,-50-30-432-16,6 1-356 0,0-2-228 0,6 4-128 16,3-4-164-16,-1 0-220 0,-3 0-320 15,-1 0-24-15,-2-3-48 16,-10-3 0-16,-7-1-524 0,-3-5-176 0,-10-1-312 16,-7-3-700-16,-3 1-2464 0,-5-2-2881 15</inkml:trace>
  <inkml:trace contextRef="#ctx0" brushRef="#br0" timeOffset="4284.666">25937 1051 8400 0,'0'0'2188'16,"0"0"-567"-16,0 0-53 0,0 0 16 0,76 86-52 16,-56-49-368-16,0 5-324 0,-5 3-248 15,-2 2-140-15,-1 3-100 0,-5 1-164 0,-7 1-188 16,0-2-72-16,-4 1-40 16,-7 0-96-16,-9 3-256 0,-4-4 208 15,-7 2 192-15,-10-5-376 0,-6 0-336 16,-2-8-204-16,-6-2-324 0,3-2-300 15,0-7-88-15,13-9-521 0,-17 8-2135 0</inkml:trace>
  <inkml:trace contextRef="#ctx0" brushRef="#br0" timeOffset="5301.009">23762 2575 6464 0,'0'0'1692'15,"0"0"-616"-15,0 0-184 16,0 0 397-16,0 0 71 0,0 0-188 0,0 0-388 16,0 0-356-16,0 0-160 0,0 0-144 0,0 0 116 0,83-6-52 15,-51 6 12-15,9-4-84 0,-2 2-4 16,5 2 52-16,8 0-52 0,0-5-12 15,-1 3-44-15,9 2-56 0,4-4-12 16,4 4-48-16,3-6 60 0,13 4 8 0,3-3-8 16,10-1-60-16,10 0 0 0,12 0 20 15,5-1 28-15,3 1-88 0,-3 0-76 16,-1-4 48 0,-3 4-60-16,-8-4 36 0,-1 4-36 15,1-1-188-15,-5 1-64 0,-7 3-56 0,-4-3-12 0,-17 3-48 16,-7-1-124-16,-21 1-292 0,-15 3-409 0,-16 0-1263 15,-20 0-3144-15</inkml:trace>
  <inkml:trace contextRef="#ctx0" brushRef="#br0" timeOffset="6593.045">23989 3317 7160 0,'0'0'1052'0,"0"0"2941"0,0 0-2705 16,0 0-44-16,0 0-424 0,0 0-12 0,80 10 112 15,-44-7-300-15,3 1-284 16,5-4-212-16,-4 0-124 0,0 0-108 0,-4-4-116 16,-5 1-172-16,-6-1-348 0,-10 4-524 15,-6 0-1112-15,-5 0-2973 0</inkml:trace>
  <inkml:trace contextRef="#ctx0" brushRef="#br0" timeOffset="6741.475">24049 3556 8440 0,'0'0'2276'16,"0"0"-951"-16,0 0 31 0,0 0-136 15,0 0-504-15,107 12-376 0,-70-12-224 0,2-3-116 16,1-3-328-16,4-7-404 16,3 4-524-16,2-5-792 0,-14 5-2241 0,13-7-2247 15</inkml:trace>
  <inkml:trace contextRef="#ctx0" brushRef="#br0" timeOffset="7173.706">25368 2991 7036 0,'0'0'1428'16,"0"0"-80"-16,0 0 109 0,0 0 83 15,0 0-112-15,0 0-228 0,0 0-448 0,0 0-300 16,0 0-76-16,0 0-92 0,0-54-84 16,-13 66-200-1,-6 4 0-15,-5 10 172 0,-4 6 76 16,-4 5 100-16,-4 1 60 0,-4 4-88 16,4 2-172-16,-3-2-144 0,3 2-4 15,-4 0-52 1,4-6-84-16,4-2 76 0,9-8 52 0,6-6 0 0,6-9-176 15,7-4 48-15,4-5-160 0,0-1-200 0,8 0 88 16,3 0 320-16,6-3-36 0,2 3 52 0,1 0 64 16,4 4-40-16,0 5-164 0,-4 4 212 15,-4 7 24-15,-4 8 252 0,0 4 84 16,-8 10-112-16,0 2-124 0,-4 0-24 0,0 5 96 16,-4-1-24-16,0-4-120 0,-5 1-44 15,2 0-8-15,-1-7-4 0,-4-3-84 16,4-7-148-16,0 1-356 0,4-6-368 0,4-7-576 0,0-6-1340 15,0-5-3409-15</inkml:trace>
  <inkml:trace contextRef="#ctx0" brushRef="#br0" timeOffset="8746.633">27041 539 4796 0,'0'0'2056'0,"0"0"-864"0,0 0 300 0,0 0 277 16,0 0-561-16,12-69-152 0,-12 59 76 0,4 3-136 16,-4 2-104-16,0 1-120 15,0 4-188-15,0 0-56 0,-4 0 100 0,-8 0-172 16,0 0-432-16,-8 0-20 0,-8 7-4 16,0 5 48-16,-8 8 88 0,5 5 24 15,-5 6-68-15,8 4-92 0,4 4-4 16,5-1 0-1,2 0-40-15,9-7 36 0,0 1-4 16,8-3-36-16,0-8-40 0,5 2-48 0,2-4 28 16,5-6-152-16,4 0-108 0,0-4-12 0,8-2-76 0,-4-4 132 0,3-3-284 15,1 0 12-15,-3 0-284 16,-6-3-156-16,1-4-424 0,-8 1-756 0,-4 3-997 31,-4 0-975-31</inkml:trace>
  <inkml:trace contextRef="#ctx0" brushRef="#br0" timeOffset="8920.816">26687 1028 484 0,'0'0'7204'0,"0"0"-5288"0,0 0-728 0,0 0-119 0,0 0-17 16,0 0-160-16,0 0-56 0,0 0-28 16,79 4-268-16,-43-15-260 0,4-1-120 0,0-3-160 15,3-2-12-15,5-2-188 16,-4 0-368-16,-4 0-768 0,-8 4-1104 0,12-4-3497 15</inkml:trace>
  <inkml:trace contextRef="#ctx0" brushRef="#br0" timeOffset="11566.551">28021 349 6352 0,'0'0'2184'16,"0"0"-632"-16,0 0-315 0,0 0 139 16,0 0-396-16,0 0-448 0,0 0-316 0,0 0-128 15,0 0 52-15,0 0 24 0,0 0 88 16,-80 6 128-16,61 10-28 16,-1 1-76-16,-1 1 52 0,-7 7-52 0,5 0-40 0,-5 8-48 0,0 2-28 15,-7 6 16-15,3 3 44 0,-5 7-20 16,5 0-40-16,0 3-72 0,4-6-16 0,5-1-20 15,7-6 20-15,4-5 4 0,5-8-4 32,7-5 100-32,0-2-12 0,3-5 160 15,9-3 344-15,4-3-384 0,8-1-120 0,4-5-48 16,3-4-100-16,5 0-12 0,5-10-56 16,-2-3-112-16,5-4-40 0,0-4 12 0,-1 2-12 15,-2-7-40-15,2 1 52 16,-7 0-100-16,0-4-24 0,-4 1 24 0,-4-7-100 15,0 3-52-15,-4-7-24 0,0 5 88 16,-9-4 104-16,-2-1 204 0,-2 8-20 16,-3 0 96-16,1 1 60 0,-2 8 92 0,-7 3 92 15,0 0-60-15,0 3 16 0,0 4-76 0,0 5 4 16,-3-2 168-16,-1 2-72 0,-1 4-224 16,-3-3-24-16,-3 3-52 0,-6 3-208 15,2 0 120-15,-5 0-48 0,-8 9 0 16,0 4-72-16,-8 0 4 0,0 6 152 15,-3 0-248-15,-2 0-520 0,-2-3-564 0,3 2-500 32,4-2-613-32,8-3-699 0,-3-3-1312 0</inkml:trace>
  <inkml:trace contextRef="#ctx0" brushRef="#br0" timeOffset="11803.843">27830 514 3404 0,'0'0'3112'15,"0"0"-1732"-15,0 0-472 0,0 0 216 0,0 0 89 16,0 0-93-16,0 0-84 0,-8 80-364 16,0-58-140-16,0 4-64 0,-4 2 12 15,4 0-128-15,-8 7-176 0,4 1-104 16,-4-3-8-16,-4 7-24 0,1-6-40 16,-1-2-140-16,3-3-48 0,2-4-176 0,2-6 0 15,6-6-40-15,3-5-216 0,0 3-312 16,4-8-336-16,0-3-249 0,4 0-115 0,7 0-184 31,-2-7-540-31,14-8-684 0</inkml:trace>
  <inkml:trace contextRef="#ctx0" brushRef="#br0" timeOffset="11968.814">27941 813 4940 0,'0'0'2644'0,"0"0"-1168"0,0 0-180 0,0 0 29 15,0 0-29-15,0 0-12 0,0 0-136 0,76 79-300 16,-60-54-324-16,0-3-188 15,4 4-212-15,0-3-124 0,4-2-88 0,0-5 0 16,-1 0-284-16,5-3-408 0,0-4-452 16,0-2-664-16,-8-4-1981 0,8-3-2379 15</inkml:trace>
  <inkml:trace contextRef="#ctx0" brushRef="#br0" timeOffset="12505.518">28603 276 6988 0,'0'0'1808'0,"0"0"-272"0,0 0-247 0,0 0 83 16,0 0-392-16,75 7-296 15,-58-4-216-15,-6-1-164 0,6 5-156 0,-6-4-8 16,-3 0-140-16,5 4-72 16,-10-1-80-16,1 0-36 0,-4 1 140 0,0 2-280 15,0 4 200-15,-11 0-124 0,-6 2-40 0,-7 2-64 16,0 2 116-16,-3-1 148 0,7-1-8 15,0-2 100-15,4-5 52 0,7-4 12 16,6-2 48-16,3-1 232 0,0-3 76 16,3 3-92-16,14 3 36 0,-1-3 16 15,7 4-56-15,9-1-72 0,5-3-84 0,2 3-92 0,5-2-76 16,4-1-12-16,-1 0-220 16,6-3-32-16,-5 3-740 0,-13 0-928 15,13-3-2853-15</inkml:trace>
  <inkml:trace contextRef="#ctx0" brushRef="#br0" timeOffset="19585.283">25718 3191 4288 0,'0'0'1560'0,"0"0"-700"0,0 0-420 0,0 0 120 0,0 0 2212 31,0 0-1267-31,0 0-609 0,0 0-372 0,4-9-16 16,-4 9 88-16,0 0 0 0,0 0-308 0,0 0-200 15,0 0 64-15,0 0-84 0,0 0-68 16,0 0 0-16,0 0-4 0,0 0-48 0,0 0 48 0,0 0 4 16,-4 2 100-16,4-2 24 15,0 4 16-15,-4-1-92 0,4-3 16 16,-4 3-60-16,1 3 4 0,-1-3 4 0,-1 4 40 15,1 2-52-15,0 1-52 16,0-1 40-16,-3 4 12 0,3 3 0 0,-5 3 8 16,1 0 72-16,1 3-80 0,-1 3-92 15,-1 0 88-15,5 1 8 0,0 0 4 0,-3-4 124 16,7 3 180-16,-4-6 148 0,4 0-396 16,0-6-60-16,0 0-8 0,4-4-80 0,0 5 84 15,3-9 0-15,1 4-4 16,1 2-96-16,-2-3 12 0,5-1-148 0,-3 0-244 15,2-1-284-15,6 1-224 0,-2-4-320 16,-3-3-720-16,0 0-1049 0,9-3-2939 16</inkml:trace>
  <inkml:trace contextRef="#ctx0" brushRef="#br0" timeOffset="30534.964">26061 3248 300 0,'0'0'11161'0,"0"0"-10061"0,0 0-688 15,0 0 264-15,0 0 616 0,0 0-288 0,0 0-212 0,4-66-156 16,4 55-116-16,4 5-12 0,-1-1-40 15,2 5-88-15,-2-2 100 0,6 4 240 0,-2 0-292 16,2 4-196-16,-2 5-180 0,2 8-52 16,-6 1-112-16,2 8 112 0,-6 2 12 15,-3 7 52-15,0 6-64 0,-4 4 84 16,0-1-40-16,0 1-44 0,-4-4-72 16,0-4-112-16,4-4-84 0,0-12-316 0,0-4-408 0,12-7-628 31,1-10-256-31,10 0-388 0,1-16-677 15,-4 3-2875-15</inkml:trace>
  <inkml:trace contextRef="#ctx0" brushRef="#br0" timeOffset="30704.044">26547 3171 5064 0,'0'0'7657'16,"0"0"-6269"-16,0 0-640 15,0 0-20-15,0 0 392 0,-92 45-176 0,64-23-164 16,0 7-164-16,-3 6-236 0,-1 0-48 15,-4 3-76-15,0 0-64 0,4 0-192 16,1 0-220-16,-1-4-380 0,0 6-152 0,12-9-236 16,3-2-736-16,6-7-2084 0,11-10-2065 0,0-2-219 0</inkml:trace>
  <inkml:trace contextRef="#ctx0" brushRef="#br0" timeOffset="30859.33">26674 3594 300 0,'0'0'10785'0,"0"0"-9369"0,0 0-548 0,-35 83 336 0,14-58 68 0,6-4-504 0,2-4-716 15,6-5-52-15,7-8-720 0,0-1-424 16,7-3-444-16,6-3-320 0,15-23-2837 16</inkml:trace>
  <inkml:trace contextRef="#ctx0" brushRef="#br0" timeOffset="31259.086">27065 3314 8564 0,'0'0'6965'15,"0"0"-6133"-15,0 0-620 0,-60 86 536 0,40-54 844 16,5 0-340-16,2-4-424 0,5-3-576 16,4-5-252-16,4-5-208 0,0-2-48 0,8-3-48 15,0-8-60-15,8 3-16 0,5-5-52 31,-2-5-132-31,5-4-4 0,4-7-36 16,-4 1 132-16,4-1 196 0,-9 0 128 16,2 3 100-16,-6-3 48 15,1 7 100-15,-8 2 136 0,-4 4 212 16,0 3 0-16,1 0 32 0,-5 7 76 0,0 5 72 0,4 7-128 0,-4 3-132 16,3 3-88-16,1 8-36 0,-4-1 36 15,0 6-12-15,0-1-112 0,0 4-112 0,-4 4-44 16,-3-3-60-16,-2 2 48 0,1-3-36 15,-3-2-36-15,2-5-16 0,-3-1-8 16,-3-8 96-16,3 0 8 0,0-9-44 16,-1 1-36-16,-2-6 84 0,2-1 8 0,2-6 76 15,-1-1-84-15,0-3-8 0,-4 0-88 0,0-3-136 16,0-11 0-16,0-2-416 0,1-3-76 16,-2-9-296-1,2-3-608-15,2-11-880 0,5 11-2285 16,1-33-2479-16</inkml:trace>
  <inkml:trace contextRef="#ctx0" brushRef="#br0" timeOffset="31503.95">27595 3305 92 0,'0'0'7496'0,"0"0"-1571"16,0 0-4697-16,48 77-20 0,-36-49 144 0,-1 7-176 15,2-1-336-15,-2 1-412 0,-3-3-320 0,1 4-108 16,-5-8-12-16,-4 0-132 16,0 1-4-16,0-4-36 0,-13-3 24 15,1 1-72-15,-4-8-104 0,-3 1-216 0,-5-2-180 16,-4-8-28-16,4 0-84 0,0-4-200 16,0-2-584-1,4-5-745-15,5-4-2379 0,2-2-336 16,5-11 4225-16</inkml:trace>
  <inkml:trace contextRef="#ctx0" brushRef="#br0" timeOffset="31988.495">28077 2963 8280 0,'0'0'5021'0,"0"0"-3021"0,0 0-752 0,0 0 56 16,0 0 136-16,0 0-20 0,-8 88-287 0,8-50-309 16,0 3-292-16,0 11 96 0,4 7 240 15,0 5-336-15,4 8-184 16,-4 8-96-16,0 0-128 0,0-1-16 0,-4 3-108 15,0-3 0-15,0-2-60 0,0-1 48 16,0-5 0-16,-8-5-112 16,4-5-104-16,-4-14-96 0,-4-3-120 0,4-6-76 15,4-9-48-15,-4-4-48 0,8-5-160 16,0-9-461-16,0 0-707 0,4-8-1160 16,0-3-2965-1,12-3-3847-15</inkml:trace>
  <inkml:trace contextRef="#ctx0" brushRef="#br0" timeOffset="33290.709">28794 3041 260 0,'0'0'11641'0,"0"0"-9457"0,0 0-1048 0,0 0-192 16,0 0 208-16,-16 70-112 0,12-35-192 15,-4 7-136-15,4-1-188 0,0-3-184 16,1 0-72-16,3-6-96 0,-4-6-76 16,4-1-84-16,0-10-8 0,0 1-4 0,7-6-12 15,1-4-144-15,9-6 8 16,2 0-60-16,5 0-84 0,8-12-24 0,0-4-88 16,0-3 24-1,-1-4-60-15,-3 2-16 0,-4-2-100 16,1 0 72-16,-10 4 60 0,-2 4 364 15,-6 2 60-15,-3 3 200 0,-4 7 8 16,4 0 68-16,-4 3 56 0,0 0 0 16,0 0-60-16,0 3 24 0,0 4-100 0,0 5 148 15,0 7 148-15,4 7-64 0,-4 2-88 16,4 5-36-16,-4 4 12 0,4 4-12 0,-4 4 1 16,4 3-37-16,0 2 36 0,-4 1-40 15,0 0-116-15,0-3-52 0,0 0-84 16,0-1-4-16,0-3-8 0,0-3 0 0,-4 1 0 0,-4-7 8 15,0-3-4-15,0-4 4 0,1-6 40 16,-2-6-44-16,1-3 0 0,0-1 0 31,0-9-4-31,0 1-8 0,-4-4-272 16,0 0 16-16,-4 0 92 0,-4-7-80 0,1-2-101 16,-1-10-99-16,-1-3-132 15,2-7 12-15,3-5-164 0,-5-4 36 0,6-11-288 0,3 2-696 0,0-7-880 16,4-3-557-16,4-4-3027 15,0 14 1905-15</inkml:trace>
  <inkml:trace contextRef="#ctx0" brushRef="#br0" timeOffset="33651.416">29360 2803 8600 0,'0'0'1772'0,"0"0"-303"0,0 0-101 16,0 0 208-16,0 0-456 0,87-3-340 15,-66 3-256-15,3 0-204 0,-1 3-120 16,-3 4-152-16,0 2-48 0,-4 0-60 16,-4 1 60-16,-4 3 0 15,-8-1-76-15,0 1-184 0,0 6 36 16,-12 0 216-16,-4 0 0 0,-4 4 4 15,1-4 4-15,-2 2-12 0,-3-1-88 16,9-4 52-16,-2-3 48 0,10-4 68 16,3-6 8-16,4 0 48 0,0 1 124 0,0-4 160 15,4 3 172-15,3-3 12 0,6 6-200 16,-2-3-36-16,5 0-160 0,4 0-116 0,0 1-80 16,0-4-168-16,4 0-176 0,0 0-244 15,8 0-324-15,-4 0-232 0,-4 0-1208 16,12 0-3233-16</inkml:trace>
  <inkml:trace contextRef="#ctx0" brushRef="#br0" timeOffset="34218.508">29555 3492 3208 0,'0'0'1696'16,"0"0"3964"-16,0 0-3871 15,0 0-577-15,0 0 372 16,0 0-272-16,96 6-220 0,-64-6-52 0,0 0-312 0,-1-3-288 0,1 0-184 0,-4 0-136 15,0 0-120-15,-5-1-124 16,2 1-232-16,-9 0-316 0,-4-3-292 0,-5 3-440 16,-7 0-1320-1,0-4-2937-15,-4 4-2570 0</inkml:trace>
  <inkml:trace contextRef="#ctx0" brushRef="#br0" timeOffset="34353.957">29543 3660 3180 0,'0'0'584'0,"0"0"5420"0,0 0-4415 0,92-6-689 0,-52 0-32 0,4-4-220 16,-1 1-648-16,5-1-228 0,-4 1-1188 0,-13 2-957 16,18-2-3223-16</inkml:trace>
  <inkml:trace contextRef="#ctx0" brushRef="#br0" timeOffset="34924.804">30097 3327 3716 0,'0'0'1772'0,"0"0"2252"0,0 0-3056 0,0 0-724 16,0 0-116-16,0 0 337 0,67-70 39 16,-39 54-172-16,4 1-152 0,-4 2 100 15,0 7 180-15,0-1 268 0,-4 3-8 0,0 4-136 16,-1 0 32-16,-2 0 76 15,-1 4 8 1,-5 3-92-16,2-1-152 0,-2 7-12 0,2 2 60 0,-2 4-72 16,-2 3-88-16,2 10-28 0,-2 0 100 15,-2 6 144-15,-3 4-172 0,4-1-156 16,-4 4-75-16,0-1 15 0,0-4 8 16,-4-4-180-16,4-8-8 0,0-6 0 0,0-6-76 15,0-2-136-15,4-5-265 16,-4-7-147-16,-1-2-248 0,2 0-284 0,-1-9-260 0,8-7-792 15,-4-3-2117-15,-1 0-1559 0,6-12 1436 16</inkml:trace>
  <inkml:trace contextRef="#ctx0" brushRef="#br0" timeOffset="35132.743">30798 3130 456 0,'0'0'496'0,"0"0"8920"0,0 0-7795 0,0 0-801 16,0 0 176-16,-67 64 156 0,43-29 120 15,-1 6-124-15,-3 3-280 0,0 7-328 0,-7 3-96 16,-5 3-148-16,1-3-64 0,-2-2-164 16,2-8-68-16,-1-3-108 15,8-6-4-15,4-10-280 0,8-6-64 0,4-2-172 16,8-9-240-16,4-4-372 0,4-4-688 16,0-4-832-16,4-4-2201 0,1-3-783 0</inkml:trace>
  <inkml:trace contextRef="#ctx0" brushRef="#br0" timeOffset="35726.305">31077 2727 2812 0,'0'0'8233'0,"0"0"-6529"0,0 0-1028 0,0 0 112 32,0 0 88-32,0 0 64 0,0 0-260 15,0 0-320-15,88 38-196 0,-80-32-164 0,4 4-36 0,-4 0-92 16,-8-1 32-16,0 4 96 0,0 2 60 15,-13 5-52-15,-2-1 0 0,-2 0 0 0,-2-1 4 16,-1 1-12-16,4-2-60 16,8-5-16-16,0-1 16 0,4-3-4 0,4 3 16 15,0-2-80-15,8 0-184 16,0 4 96-16,4 0 64 0,0-1 92 0,0 1 8 0,0 0 52 16,-1-1-12-16,2 1 12 15,-9-4 120-15,0 4 276 0,-4-3 28 0,0-1-140 16,-4 1-72-16,0-4-76 0,0 4-72 0,-5-3-60 15,2-1-4-15,-1 0-136 0,-5 1-252 16,6-5-160-16,-5 5-68 0,-4-4-204 16,4 3-280-1,-4-3-484-15,0 4-1005 0,0-4-3811 16,8 0 4560-16,-7 0 393 0</inkml:trace>
  <inkml:trace contextRef="#ctx0" brushRef="#br0" timeOffset="35910.45">31153 3454 7808 0,'0'0'4657'0,"0"0"-2533"0,0 0-864 0,0 0 344 0,0 0-196 16,0 0-364-16,0 0-324 0,0 0-320 16,87 16-256-16,-59-16-144 0,4-3-184 15,0-4-292-15,0-2-160 0,-4-1-160 16,3-2-336-1,-3-1-792-15,-7-3-2568 0,-6 7-2181 16,-6-7 1961-16</inkml:trace>
  <inkml:trace contextRef="#ctx0" brushRef="#br0" timeOffset="36107.384">31392 3213 484 0,'0'0'1604'15,"0"0"4592"-15,0 0-3840 0,0 0-595 0,0 0-205 0,-32 82-52 16,24-50-272-16,0 4-188 0,1 1-216 15,-6 4-176-15,1 4-272 16,4-1-236-16,-8-3-144 0,5-2-100 0,-2-1-192 16,6-7-312-16,-1-5-260 0,4-4-280 15,-1-7-576-15,5-1-2348 0,0-5-4529 16,5-9 8585-16</inkml:trace>
  <inkml:trace contextRef="#ctx0" brushRef="#br0" timeOffset="36458.897">31854 3089 2764 0,'0'0'9641'0,"0"0"-7453"0,0 0-360 0,0 0-556 0,-4 93-52 16,-4-59-152-16,0 7-68 0,-4 7-196 16,0-1-187-16,-4 4-129 0,1 0-104 15,-6 0-188-15,6-7-124 0,-5 1-72 16,-1-7-4-16,2 0-92 15,3-6-160-15,4-7-168 0,4-6-108 16,8-6-5-16,0-7-131 0,0-3-160 16,8-3-224-16,4-5-456 0,0-9-80 15,4-1-604-15,4-10-536 0,-5-5-377 16,6-4-2199-16</inkml:trace>
  <inkml:trace contextRef="#ctx0" brushRef="#br0" timeOffset="36823.366">31917 3196 3288 0,'0'0'208'15,"0"0"6692"-15,0 0-4739 0,0 0-1013 0,0 0-336 16,0 0 388-16,0 0-184 0,0 0 16 16,0 0 32-16,13 80-328 0,-9-42-224 0,4 4-48 15,-5-2-60-15,10 5-52 16,-5-4-180-16,-1-2-76 0,6-1-52 0,-5-6-44 0,3-4-60 0,-3-2 0 16,-3-7-88-16,3-1-132 0,-8-2-120 15,3-5-112-15,-3-3-164 0,0-2-208 0,-3-2-128 16,-5-4-60-16,-1 0-324 0,-6 0-416 15,-2-6-577-15,-2-3-171 0,-1-8 1248 16,-1-1 716-16,-2-2 152 0,3-5 248 31,-4 0 196-31,5-5 808 0,2 5 648 0,2 0-240 0,6 7 232 16,5 1 213-16,4 7-145 0,0 4-412 0,0 3-252 0,8 0-120 16,4 0-160-16,4 0-260 15,8-1-40-15,8-2-112 0,0 0-160 0,3-4-24 16,6 1-272-16,-9-1-464 31,4-2-380-31,-9-4-948 0,-7 7-2341 0,4-14-3615 0</inkml:trace>
  <inkml:trace contextRef="#ctx0" brushRef="#br0" timeOffset="36996.615">32228 3241 7564 0,'0'0'3973'15,"0"0"-1913"-15,0 0-944 0,0 0 232 0,0 0 276 16,45 86-232-16,-30-67-388 0,1 6-488 16,5-2-312-16,-2-1-204 0,5-3-84 15,-4-3-172-15,3 3-196 0,-2-7-124 0,3-2-196 16,-5 0-268-16,-2-3-760 16,3-7-2052-16,-12 0-2097 0,7-4 909 0</inkml:trace>
  <inkml:trace contextRef="#ctx0" brushRef="#br0" timeOffset="37159.286">32619 3260 1092 0,'0'0'1720'15,"0"0"6204"-15,0 0-6083 0,0 0-797 0,-75 57-28 16,43-28 468-16,4 0-120 0,0 3-116 0,0-1-412 0,4-2-468 0,0-1-368 16,0-2 0-16,0-5-220 0,0 2-616 0,0-4-360 15,5 0-720-15,-5-6-2492 16,7-3-3605-16,-2-4 6893 0</inkml:trace>
  <inkml:trace contextRef="#ctx0" brushRef="#br0" timeOffset="37797.444">32647 3476 3816 0,'0'0'652'16,"0"0"6025"-16,0 0-4933 0,0 0-544 15,84 36-240-15,-60-34 72 0,-1-2-380 16,1 0-412-16,0-5-240 15,0-6-480-15,4-5-452 0,-4-2-760 0,-8 2-2141 16,8-13-3707-16</inkml:trace>
  <inkml:trace contextRef="#ctx0" brushRef="#br0" timeOffset="37997.342">32914 3114 1200 0,'0'0'4196'0,"0"0"1212"15,0 0-3827-15,-28 89-1 0,20-51 176 0,0 7-204 0,4 3-276 16,0 0-476-16,-4-1-348 0,4-3-196 16,-4 0-148-16,4-2-108 0,0-5-8 0,0-4-128 0,0-2-144 15,4-5 8-15,0 0-304 16,0-11-264-16,4 0-164 0,4-8-388 0,4 0-644 16,4-7-989-16,-4-4-2699 0,12-11 2092 15</inkml:trace>
  <inkml:trace contextRef="#ctx0" brushRef="#br0" timeOffset="38560.426">33336 3041 1148 0,'0'0'940'16,"0"0"5256"-16,0 0-3055 16,0 0-1513-16,0 0-748 0,0 0 256 0,0 0 24 15,0 0 212-15,0 0-308 0,12 89-352 16,-15-48-28-16,-6 4 12 15,-7-4-220-15,0 0-280 0,-3 1-148 0,-5-7-48 16,3 3-112-16,-2-3-8 0,-1-7-24 16,8-6-112-16,0-3-40 0,7-9-8 0,2-3-232 15,7-4-80-15,-4-3 40 0,4 0-32 16,0 0-96-16,0-3-132 0,4-8 92 16,3 0 12-16,6-9 240 0,2-5 212 15,2-4-292-15,7-2 24 0,-5-5 240 0,2 2 260 16,-1-5 48-16,-1 5 192 0,1-1 48 15,1 2 120-15,-2 6-44 0,1 2 204 16,-4 8-88-16,0 7 20 0,-1 7-112 0,2 3 64 16,-2 0 140-16,2 7 64 0,3 2 0 15,-5 5-64-15,-2-2 48 0,2 3-24 0,-7 2-200 16,1-2-136-16,-5 1-84 0,-4 0-16 16,0 0-32-16,-4 3-88 0,-9 0-12 15,-6 1-48-15,-5 1 36 0,-4 5-60 16,4-7 0-1,0 2-40-15,4-1 52 0,8-4 52 16,4 0-40-16,4 0 44 0,4-1-56 0,0 4 60 16,4 0 12-16,8 1 0 0,0 6 4 15,4-5 56-15,0 2-60 0,-1 2 124 16,2 0 44-16,-2-3-68 0,-2 4-4 16,-5-4-96-16,-1-3 64 0,-7 0-76 15,0-2 36-15,-4-5-36 0,-3 1 268 0,-10-4-144 0,-2 1-124 16,-5-4-244-16,-4-3-84 0,0 0 48 15,-4-3-196-15,0-3-176 0,0-6 0 16,-3-1-600-16,-1-3-1640 0,8 4-2913 16</inkml:trace>
  <inkml:trace contextRef="#ctx0" brushRef="#br0" timeOffset="43367.32">33695 2914 3804 0,'0'0'1668'15,"0"0"3752"-15,0 0-3927 0,0 0-461 0,0 0-140 16,0 0 432-16,0 0-8 0,0 0-148 16,0 0-332-16,0 0-220 15,11 0-140-15,-6 0-120 16,-5 0-88-16,0 0-72 0,4 0-28 0,0-3-68 15,0 3-96-15,3 0 44 0,2 0-48 16,-1 0-72-16,-4 0-4 0,0 0-8 16,-4 0-36-16,0 0 120 0,0 6 68 0,0 4-64 15,0 7 4-15,0 4 224 16,0 8 300-16,-4 3-359 0,-8-1-161 0,-4 4-12 16,-1 3-73-16,2 1-15 0,-5-1-20 0,4-4 24 0,0-2 12 15,4 0 8-15,1-3 16 0,-2-4 40 16,2-2-40-16,2 2 36 0,-3-6-96 15,1 0 24-15,2 0 80 0,1-4 0 0,1 1-56 16,3 1-108-16,4-2-40 16,0 0-84-16,0 2 84 0,7 1-52 15,1-1-92-15,5 2-80 0,2 3-24 0,-2 0 248 16,2 3 204-16,-2 5 4 0,-6-2 120 16,1 3 16-16,0 5 156 15,-8-5-80-15,4 1 204 0,-4 0-208 0,4-4-112 16,-4 1-96-16,4-4-8 0,0 1-40 15,4-4 48-15,0 0 0 0,0-3 4 16,4 3-4-16,-8-3 8 0,3-3 56 16,-3 0 32-16,1 0 236 15,-5-3-116-15,0 0-128 0,-5 0-88 0,-2-4-84 16,-5 0-416-16,-4-2-248 0,-8-1-568 16,8-3-2696-16,-12 0-2617 0</inkml:trace>
  <inkml:trace contextRef="#ctx0" brushRef="#br0" timeOffset="43545.704">33571 4184 3312 0,'0'0'10113'0,"0"0"-10113"0,0 0-2961 0,0 0-3179 0,0 0 3364 15,-88-22 2020-15</inkml:trace>
  <inkml:trace contextRef="#ctx0" brushRef="#br0" timeOffset="55399.874">24005 2821 1644 0,'0'0'1096'15,"0"0"-888"-15,0 0-208 0,0 0 0 0,0 0 3836 16,0 0-3212-16,0 0-76 16,16-72 100-16,-16 60 76 0,4-4 104 15,-4 3-64-15,0 0-31 0,0 0-81 0,-4 1 116 16,-4-1-244-16,0 4-192 0,0-4-208 0,0 4 56 16,0 2 8-16,5 1 80 0,-6 3 60 15,9 0-40-15,-4 3-100 0,4 0-188 0,-4 6-176 16,4 2 116-16,-4 16 60 15,-3 4 148-15,-6 10 268 0,-2 14 128 0,-10 6 4 16,-3 19-112-16,-7 9 108 0,-5 12 172 16,0 11-76-16,0 5-52 0,1 13-208 0,3 4 144 15,4 8 388-15,8 4-243 0,4 0-533 32,8 3 20-32,-4-1-48 0,4 2-108 0,4-1-156 15,4-1-16-15,0 5 160 0,0-4-96 0,4-6 36 0,4-14 64 16,8-14-76-16,4-14-40 0,0-12 40 0,3-10 76 15,2-12-77-15,3-11 73 0,-5-8-48 16,1-10 52-16,1-6-68 16,-6-10-20-16,-2-6-60 0,-2-5-160 15,1-8-480-15,0 0 136 0,0-8 96 16,4-12 24 0,0-12 80-16,0-9 16 0,-4-9-512 0,-1-13-452 0,-2-11-736 15,-1-8-1853-15,-8 14-2283 0,0-50 3788 16</inkml:trace>
  <inkml:trace contextRef="#ctx0" brushRef="#br0" timeOffset="55677.727">23682 2851 1488 0,'0'0'7004'0,"-108"53"-5528"0,53-20-431 0,-17 7-29 16,-7 11-288-16,2 0-380 0,6-3 20 0,15-10 116 16,13-9-104-16,22-10-188 15,14-13-188-15,11-6-8 0,16-3-144 16,16-10-248-16,11-6-736 0,9-7-792 0,0-2-2329 15,-9 6-1859-15,13-13 6060 0</inkml:trace>
  <inkml:trace contextRef="#ctx0" brushRef="#br0" timeOffset="55804.986">23682 2937 2508 0,'0'0'172'16,"0"0"1404"-16,0 0 2992 0,0 0-3040 16,0 0-691-16,0 0 127 0,0 0 1304 0,76 32-1144 15,-49-10-216-15,5 3-384 16,5 4-288-16,-1 2-224 0,7 4-12 0,5 0-112 15,4 3-176-15,3 4-136 0,5-1-396 16,0 3-732-16,-12-9-2577 0,12 10-5255 0</inkml:trace>
  <inkml:trace contextRef="#ctx0" brushRef="#br0" timeOffset="60675.41">24165 5870 11169 0,'0'0'1488'16,"0"0"-660"-16,0 0 860 0,0 0-544 0,0 66-184 15,0-43-180-15,0 6-12 0,4 3-228 16,-1 2-124-16,-3 1-172 16,0 4-208-16,0-4-36 0,0-7-48 0,0 0-48 15,0-12-76-15,0-3-48 0,0-7-224 16,0-6-344-1,4-2-764-15,0-5-1348 0,0-16-4397 16</inkml:trace>
  <inkml:trace contextRef="#ctx0" brushRef="#br0" timeOffset="60848.677">24204 5528 8308 0,'0'0'5693'0,"0"0"-3841"16,0 0-708-16,0 0 20 0,0 0-336 16,0 0-696-16,0 0-132 0,0 0-280 0,0 0-152 15,0 0-160-15,0 0-464 16,79 25-1312-16,-58-10-3509 0</inkml:trace>
  <inkml:trace contextRef="#ctx0" brushRef="#br0" timeOffset="61111.055">24655 5715 9140 0,'0'0'2117'16,"0"0"-885"-16,0 0 172 0,0 0 492 16,0 0-308-16,0 0-400 0,-41 66-572 0,22-43-324 15,-9 5-216-15,0 1-28 0,4-1 12 16,0-2-60-16,5-1-72 0,6-2 0 0,9-5-4 16,4-2-44-16,0 3 20 0,8-3-36 0,8 3 124 15,8 0-100 1,0 0 28-16,4 1 36 0,-1 2 40 0,1 0-68 15,0 3 76-15,0 1 24 0,-7-4 124 0,-6-3-48 16,-11 0 36-16,-4-3 220 0,-8-4-200 0,-8 1-156 16,-7-3-156-16,2-1-200 0,-3-5-176 15,5-1-268-15,-5-3-396 16,0-3-956-16,8-3-912 0,-4-5-3229 0</inkml:trace>
  <inkml:trace contextRef="#ctx0" brushRef="#br0" timeOffset="61713.099">25989 6013 5076 0,'0'0'7701'16,"0"0"-6517"-16,0 0-512 0,0 0 460 15,0 0 548-15,-52-66-236 0,48 62-436 16,-3 4-252-16,-1 4-392 0,-5 8-264 0,-2 7-4 0,-2 10-84 16,-3 9 84-16,5 3 124 15,-2 4 24-15,6-1 25 0,3-6-185 16,8-6-24-16,-4-10 24 0,4-5-84 0,4-12-84 15,4 2-12-15,8-7-16 0,4 0 16 32,7-12-85-32,9-5-163 0,0-8-20 0,8-4 12 15,-4-6-76-15,-1 0 72 0,2 3 64 16,-13 1 132-16,0 5 160 0,-13 4 60 16,-3 6 16-16,-3 4 120 0,-9 8 0 0,0 1 244 0,0 3-28 15,0 7-116-15,0 5-176 0,0 7 148 16,0 7-12-16,0-1-111 15,-4 4-13-15,-1-4-32 0,5-2-100 0,0-5-160 16,5-5-69-16,2 0-283 16,5-10-108-16,1-3-224 0,-2-3-632 0,1-4-2368 0,0-15-2409 15</inkml:trace>
  <inkml:trace contextRef="#ctx0" brushRef="#br0" timeOffset="62019.689">26324 5845 10528 0,'0'0'2221'16,"0"0"-589"-16,0 0 396 0,16 98-276 15,-13-63-384-15,-3 3-344 0,-3 0-472 0,-5-3-480 16,0 0-72-16,-1-6-148 16,6-10-56-16,3-3-80 0,0-7-56 0,3-9-148 0,10 0 132 15,7-3 132-15,7-10-32 16,5-5-100-16,5-9-188 0,-5 2 48 0,-1 0 160 15,-7 0 336-15,0 3 0 16,-8 3 136-16,0 6 88 0,-4 6 136 0,-4 4 172 16,0 3 60-16,-1 3-104 0,6 7-120 0,-2 2-48 15,-3 5-160-15,8 5-76 0,1 1 48 16,2 2-120-16,1 0 0 0,0 0-12 0,4 1-148 16,-4-4-280-16,4-3-392 15,-1 0-412-15,-2-7-1132 0,-1-2-3437 0</inkml:trace>
  <inkml:trace contextRef="#ctx0" brushRef="#br0" timeOffset="62515.334">28045 6010 12029 0,'0'0'1188'0,"0"0"-688"0,0 0 20 0,0 0 628 16,-20-67 108-16,9 64-196 0,-6 3-492 15,2 0-212-15,-6 7 28 0,1 12 108 32,-8 9 8-32,0 10-84 0,1 7 12 0,-1 2 20 15,8 4-84-15,4-10-204 0,4-5-160 16,8-11-64-16,4-10-108 0,4-4 100 16,8-5 68-16,4-6-44 0,8-4 36 15,12-5 4-15,3-14-272 0,6-5-88 0,2-4-56 16,1-3 44-16,-4 0 172 0,-9 1 72 0,-3 9 76 15,-4-2 12-15,-11 15 36 16,-6-1-76-16,2 10-20 0,-13 3 108 0,4 10 188 16,-4 5 348-16,0 8-144 0,0 3-160 15,-4-1-88-15,-1 0-80 0,-3 0-56 0,4-6-8 16,0-3-88-16,4-7-168 0,0-5-292 16,12-4-248-16,4-7-288 0,5-12-544 15,-6 4-2288-15,13-23-2773 0</inkml:trace>
  <inkml:trace contextRef="#ctx0" brushRef="#br0" timeOffset="62868.138">28594 5168 10092 0,'0'0'2073'0,"0"0"-401"0,0 0 212 0,13 96-44 15,-13-46-236-15,0 11-260 0,-13 6-480 16,-2 6-291-16,-5 6-305 0,-8 7-208 15,-4-3 28-15,0-1-88 0,4-5-156 0,9-11-100 16,2-15 87-16,14-10 157 0,3-16-76 16,0-6 4-16,3-7-120 0,10-8-4 15,2-4 84 1,6-4 28-16,7-4 36 0,0-5 0 0,0 1-64 0,3 1-8 16,-4 5-52-16,-2 6 0 0,-1 0 76 15,-4 10 108-15,-5 3 168 0,-7 2 40 0,5 1-96 0,-10 3 32 16,1 0 88-16,-4-3-36 15,0 3 60-15,-7-6-16 0,-1 3-19 0,-5-1-37 16,-2-5-100-16,-1 0-84 0,-4-3-124 31,-4-5-153-31,0 1-127 0,4-3-56 16,0 0-52-16,4-5-52 0,4-6-124 0,5-1-432 16,-2-10-1128-16,9 5-780 0,0-14-2697 0</inkml:trace>
  <inkml:trace contextRef="#ctx0" brushRef="#br0" timeOffset="63153.684">28838 6124 11461 0,'0'0'2364'0,"0"0"-908"0,0 0 164 0,0 0-320 15,0 0-596-15,0 0-212 0,91 45-64 0,-63-45-120 16,0-13-248-16,8-3-60 0,1-7-280 16,-2 2-272-16,-7-5-148 0,-5 7-4 15,-6 0 44-15,-9 3 112 0,-8 4 324 16,-8 2 224-16,-16 1 0 0,0 5 252 0,-8 4 108 15,-4 0 212-15,0 13-104 0,1 9-72 32,-1 4-16-32,4 5-36 0,0 5 64 0,-1 2-4 0,10 3-16 0,-1-3-96 15,13 0-120 1,2-10-76-16,9 2-44 0,12-12-52 16,12-5-88-16,7-3 40 0,6-10-112 0,3 0-96 0,3-10-24 0,1-9-244 15,4-4-372-15,-4-2-564 0,-8 3-1324 16,12-16-2965-16</inkml:trace>
  <inkml:trace contextRef="#ctx0" brushRef="#br0" timeOffset="63387.033">29524 5413 9956 0,'0'0'2689'15,"0"0"-757"-15,3 71 8 0,1-34-200 0,0 8-240 0,-4 5-412 16,0 4-396-16,0 7-231 0,-4 2-169 16,-7 10 72-16,-10 0-160 0,1 3-204 15,1-6-8-15,-1-3-88 0,-1-10-96 16,10-10-244-16,7-8-185 0,4-13-87 16,4-12-72-16,11-7-152 0,6-7-376 0,3-7-1128 0,-5-1-2017 15,14-17-1103-15</inkml:trace>
  <inkml:trace contextRef="#ctx0" brushRef="#br0" timeOffset="63518.289">29702 6150 5764 0,'0'0'6521'16,"0"0"-4305"-16,0 0-1144 0,5 76-152 15,-14-48 28-15,2 4-168 0,-1-3-56 0,0-4-220 0,-1 1-232 16,2-11-200-16,7-2-72 0,-4-3-208 0,4-7-432 16,0-3-260-16,0-3-192 0,4-10-688 15,-4 3-2797-15,7-12-4055 0</inkml:trace>
  <inkml:trace contextRef="#ctx0" brushRef="#br0" timeOffset="63670.562">29691 5785 12925 0,'0'0'2336'0,"0"0"-1532"16,0 0-288-16,0 0 452 15,0 0 36-15,0 0-304 0,87-4-308 0,-63 4-392 0,4 0-12 16,-4 0-132-16,-4 0-240 15,0 4-540-15,-1-1-292 0,-6-3-1044 0,-1 6-3657 16</inkml:trace>
  <inkml:trace contextRef="#ctx0" brushRef="#br0" timeOffset="65656.535">30149 6147 6308 0,'0'0'2352'16,"0"0"-720"-16,0 0-215 0,0 0 207 0,0 0-228 15,0 0-276-15,0 0-140 0,0-70-272 0,-4 66-88 16,0 1-52-1,0 3-40-15,-4 0-84 0,0 7-164 16,-4 2-120-16,-8 8 8 0,0 4-56 0,0 8-40 16,0-1 184-16,5 1-24 0,2-4-108 15,5 1-76-15,5-7-40 16,3-7 4 0,0-1 120-16,3-5-132 0,5-4-104 0,9-2-128 0,-2 0-144 15,9 0 32-15,0-8-84 0,4-6-48 16,0 2-4-16,-1-4 72 0,-3 0 88 0,-3 0 48 15,-6 0-24-15,-2 3 144 0,-6 4 152 0,-3 3 176 16,0-1 96-16,-4 7 160 16,0 0 36-16,0 0-60 0,0 3-152 0,0 4-84 15,0 5 172-15,0-2-28 0,0 2 64 0,-4-2-76 16,4 3-148-16,-4-6-156 0,4-2-136 16,0-5-192-16,0 4-196 0,4-4-224 15,4 0-188-15,4-4-476 0,4-5-888 0,-7 3-1909 16,10-10-1347-16</inkml:trace>
  <inkml:trace contextRef="#ctx0" brushRef="#br0" timeOffset="65923.861">30411 6045 6232 0,'0'0'2468'15,"0"0"-1112"-15,0 0-91 0,0 0 735 16,0 0-24-16,0 0-704 0,-7 79-264 16,-1-50-8-16,4-4-164 0,0 1-164 0,4-8-388 15,0-1-240-15,0-4-44 16,8-8-124-16,0 2-180 0,-1-4 96 15,10-3-208-15,-1 0 8 0,3-6 76 16,6-7 88-16,-5 0-28 0,3-3 60 0,1 4 128 16,-4-4 8-16,0 3 72 0,-4 4 4 15,-1 3 60-15,-2 2 152 16,-9 4 84-16,4 0 12 0,-5 7 88 0,1 2-40 16,1 1-112-16,-1 5-84 0,0-2-64 0,-4 3-84 15,4 0 0-15,3 3-12 0,2-6-128 0,3 2-856 16,8-2-884-16,-1-7-3084 15,22 0-3389-15</inkml:trace>
  <inkml:trace contextRef="#ctx0" brushRef="#br0" timeOffset="66353.103">31468 6096 13773 0,'0'0'2652'0,"0"0"-1988"0,-80 54-120 16,48-35 1120-16,-8 6-96 0,5-3-547 16,7-3-621-16,4-6-364 0,12-4-36 0,3-2-4 15,9-4-92-15,0-3-208 16,0 0-193-16,9 0-3 0,-1 0-24 16,7-6 48-16,5-1-28 0,1-2 36 0,-2-7 52 15,-3 3-80-15,5 1 64 0,-6-1 220 16,-3 0 124-16,0 7 4 0,0 0-4 15,-5 3 88-15,-2 3 136 0,3 0 88 0,0 9 12 16,-1 4 148-16,6 6-52 0,-5 6-36 0,3 3 60 16,-2 7 124-16,3 7-16 0,-5 2-36 15,6 7 24-15,-5 0-208 0,-5 3-208 16,-3-7-36-16,0 1-108 0,0-4-272 16,-7-6-84-16,-1-2 36 0,-1-5 220 31,2-5 124-31,-5-11 84 0,-4 1 76 0,0-6 36 15,-4-7 84-15,-8-3 96 0,0 0-60 0,-4-10 0 16,0-2-48-16,4-1-4 0,0-3-180 16,9 1-12-16,-5-4-668 0,7-10 200 15,10-2-292-15,3-8-536 0,4-8-892 16,8 8-2092-16,20-28-2581 0</inkml:trace>
  <inkml:trace contextRef="#ctx0" brushRef="#br0" timeOffset="66610.702">32001 6128 928 0,'0'0'9632'16,"0"69"-5731"-16,-3-27-1761 0,-1 8-292 0,-4 14-312 0,-1 0-232 16,2 5-223-16,-1 1-269 0,-5 3-388 15,9 3-304-15,1 1-120 16,3-5-44-16,0 2 32 15,7-8-48-15,6-8-196 0,-5-11-44 0,-1-12-16 0,2-13-424 16,-1-9-109-16,-1-4 265 0,1-9 8 16,1 0-268-16,-1-6 128 0,-1-7-484 0,1-5 124 0,-3-8-8 15,3-3 12-15,-8-8-2041 0,0-8-1655 16,0 10 4548-16,0-31-4584 0</inkml:trace>
  <inkml:trace contextRef="#ctx0" brushRef="#br0" timeOffset="66823.566">32085 6064 6280 0,'0'0'2584'16,"0"0"-311"-16,0 0-477 0,0 0-360 16,0 0-424-16,100-29-296 0,-65 33-324 0,1 5-392 15,9 4-12-15,-6 3-164 16,1 5-28-16,0 5-36 0,-8 3-200 16,-4-1-544-16,-9 7 504 0,-6 1 212 0,-9-4 204 15,-4-1 0-15,-21 1 64 16,-3-7 140-16,-11 0 268 15,-5-3 36-15,-8-2 12 0,-7 0-256 0,3-6-200 16,-4-1-196-16,0-3-224 0,8-3-160 16,4-1-324-16,16-6-1885 15,-8 0-4231-15</inkml:trace>
  <inkml:trace contextRef="#ctx0" brushRef="#br0" timeOffset="67827.279">21925 6829 7384 0,'0'0'3020'16,"0"0"-1311"-16,100 3-1105 0,-52-3-144 15,12 0-28-15,3 0-176 0,5 0-256 16,3 0-112-16,9 3 12 0,4 0 100 15,8 4 172-15,11 0 108 0,4 0-228 0,5 1 160 16,12 5 636-16,3-4-332 16,13 5-352-16,12-2-88 0,7 1-68 0,15 0 4 0,10 2-4 15,12 1-8-15,6 0-112 0,9 0 12 0,9 4 36 16,7-2 64-16,4 4-60 0,12 3 56 16,4 1-52-16,4 2 12 0,12 1 44 15,4-1 76-15,12 1-76 0,0 0-12 16,8 2 4-16,3-3-44 0,9 2-264 15,4-2 4-15,0 1-156 16,4-1 76-16,4 1 252 0,3-1 88 0,-3 5-100 16,0-5 152-16,-4 0 56 0,-1 4-56 15,-3-4-192-15,-4 2-76 0,-4-2-116 16,-4 1-48-16,-4-1-212 0,-5 1-88 0,-7-1-1 16,-3-2-19-16,-10-1 404 0,-23 3 208 15,-67-6 140-15,-65 3 104 0,-62-1 220 16,-45 1 116-16,0-3 76 0,0 3 13 15,0-3-25-15,0 0-120 0,0-5-192 16,0-2-192-16,0-1-588 0,0-8-549 16</inkml:trace>
  <inkml:trace contextRef="#ctx0" brushRef="#br0" timeOffset="82273.653">27017 12144 2848 0,'0'0'1396'15,"0"0"-408"-15,0 0-492 0,0 0-344 16,0 0-152-16,0 0-64 0,0 0 52 0,-19-12-64 16,10 12-16-16,5-4-272 15,0 4-328-15,0-3-232 0,0 3-104 0,1-3-32 16,-6 3-320-16</inkml:trace>
  <inkml:trace contextRef="#ctx0" brushRef="#br0" timeOffset="83982.738">26850 12071 5308 0,'0'0'1092'16,"0"0"-716"-16,0 0-140 16,0 0 1760-16,0 0-728 0,0 0-207 15,0 0-189-15,0 0-144 0,0 0 76 0,0 0 96 16,47-63 8-16,-42 50-40 0,-5 1-144 16,4 1-40-16,-4-1-68 15,0-1-12-15,0 3-100 0,-9-2-188 16,5-1-120-16,-3 1-112 0,-1-4-80 15,-5 0 4-15,2-1 0 0,-6-1-8 0,-2-1-64 16,-1 0 56 0,1 0 8-16,-9-4 0 15,0 4 16-15,0-3 44 0,-4 3-48 0,-4 0 60 16,-1 0-8-16,-2 1-56 0,-1-1 64 0,1 2-60 0,-6-1-12 16,6 2-8-16,-1-4 8 0,-4 1-8 15,4 0-80-15,1 0-32 0,-6 0 64 0,6-1 56 16,-2 6 60-16,2-5-48 15,-1 2 0-15,-3 1-8 0,2 3 0 16,-2 1 0-16,2 2 4 0,-2 1 0 0,3-1 0 16,5 1-4-16,-6 2-4 0,5 1 0 0,1 3-8 0,-5-3-100 15,-4 2 56-15,0 1-56 0,-4 0-64 0,-3 0-48 16,-1 3-24-16,-4 0 32 0,0 0 200 31,0 3 12-31,5 3 0 0,-5 1-44 16,0 2-4-16,0 4-40 0,1-1 40 15,-5 1 40-15,4 6 0 0,0-3-40 16,0 3-52-16,0 0 0 0,5 1 28 0,-5 2-28 16,4 0 96-16,1 0-68 0,3 0-28 15,-1 4 24-15,2 2 28 0,3 1 40 0,-4 3-40 16,4 3-16-16,-3 3 52 16,2 0-48-16,2 0-16 0,3 4-72 0,0-1 60 15,0 0 16-15,5 0-4 0,-1 0 76 16,4 4 0-16,0-1-12 0,4 0 12 0,0 5 136 15,8-2 24-15,1 7-84 0,2 1 36 16,2-3-28-16,6 6 40 0,1 2 0 0,8 3-120 16,0-2 96-16,0-1-40 15,8-2-48-15,1-1-4 16,6 0-4-16,-2-3 4 0,6 3 32 0,5-3-36 0,0 3-4 16,4-3 72-16,8-4-60 15,0 2-4-15,3-8 0 16,6 1-8-16,2-8-8 0,1-1 8 15,3-5 16-15,5-2 32 0,0-7 24 0,4-3 4 16,0 0-64-16,4-10 48 16,-1 1-8-1,1-7-4-15,4-3 12 0,4-3-12 0,3-9-44 0,5-8-4 16,8 1-8-16,-1-6-40 0,5-3 36 0,-5-4 0 0,5 0 12 16,-8-3 0-16,0 3 36 0,-9-2-24 0,1-5 24 15,-4 1 64-15,-1-2 48 0,5-6 60 16,4 2-72-16,-4-8-112 0,3 2-24 15,1 0 0-15,0 2 0 0,-9-4 8 16,-7 8 0-16,-4 0 40 0,-4 3 64 16,-5 3-16-16,-3 0 4 0,-8 6-16 0,-1 0-76 0,-2 0 40 15,-1 1-48-15,-4 3 0 0,-1-1 4 16,1-3-4-16,-4 3-48 0,0 2-12 16,-4-6-52-16,3 5-48 0,-2-1-60 15,-5 3 12-15,0-2-36 0,-1 2 36 0,-2 4 36 16,-2-3 60-16,-2 6-48 0,-6 0 48 15,1 0 28 1,-4 6 20-16,0 0-36 16,0 0 28-16,1 1 12 0,-5-1-4 0,3 1 52 15,1-1-112-15,0-3 36 16,4 3 80-16,1 3-76 0,-2-2-68 0,1 2-56 16,4 4-16-16,-4 0-76 0,4-1-36 15,-4 4 4-15,0 0 72 0,-4 0 56 16,0 3 104-16,-4-3 0 0,0 3 36 0,0 0-24 0,0 0 0 15,4 0 0-15,-4 0 28 0,0 0 48 16,0 0 12-16,0 0-12 0,0 0-124 0,0 0-104 16,0 0-304-16,0 0-388 0,0 0-168 15,-4 3-121-15,-4 0-651 16,3 0-948-16,-14 10-1984 0,55-35 3408 0</inkml:trace>
  <inkml:trace contextRef="#ctx0" brushRef="#br0" timeOffset="86240.211">31479 9071 2088 0,'0'0'780'16,"0"0"-192"-16,0 0 584 0,0 0-52 16,0 0 208-16,0 0-560 0,0 0-56 15,0 0-284-15,4-74 24 0,-8 71 52 0,1-3 16 16,-1 3-276-16,0 0-140 0,0 0-104 16,-5-1-168-16,2 4-80 0,-1-3 120 15,0 3 24-15,-1 0 92 16,2 0 12-16,-1 0 52 0,4 0 40 15,-5 0-16-15,6-3 28 0,-1 3 52 16,0 0 88-16,0 0 53 0,4 0 23 16,-4 0-48-16,4 0-44 0,0 0-60 15,0 0-40-15,0 0 40 0,0 0 60 16,0 0 28-16,0 0-40 0,0 0-60 0,0 0-16 0,0 0 36 16,0 0 28-16,0 0-12 0,0 0-40 15,0 0-24-15,0 0 36 0,0 0-24 0,0 0-4 16,0 0-20-16,0 0 20 0,0 0 44 15,0 0-4-15,0 0-40 0,0 0-72 16,0 0-52-16,0 0 52 0,0 0 0 16,0 0-4-1,0 0 4-15,0 0-16 0,0 0-32 16,0 0 132-16,0 0-8 0,0 0-36 16,0 0-92-16,-4 0-12 0,0 0-4 15,0 0-48-15,-4 0-76 0,0 0 128 0,0 0 48 0,-4 0-36 16,0 3-4-16,0 0 56 15,-4 4-12-15,0-1 12 0,-3 0-16 0,-2 1-36 16,1 2 40-16,1 1-40 0,-1-1-8 16,4-2 56-16,0 2-60 0,0 1-72 0,-4 3 60 15,0 2 12-15,0 1-76 0,-4 6 52 16,0 4 24-16,-4 6 8 0,0-1-8 16,0 8 48-16,1-5-60 0,-1 4 24 15,0 1-12-15,0 0 52 0,4-6 32 0,4 3 4 16,1-1 52-16,-2-1-4 0,6 1-76 15,2-3-52-15,-2 3 0 0,-1 2 0 16,0 2-4-16,0 3 64 0,-5 5-64 0,2 0 60 16,-5 5 0-16,4-2-4 0,-3 1 40 15,2 0 24-15,-3 0 24 0,5-7-36 16,3 5 24-16,0-9 88 0,0 4-116 16,-1-2-8-1,2-1-92-15,-2 4 68 0,2-1-64 0,-1 1 36 0,-4 2-40 16,0 0 56-16,0-2-64 0,0-3-8 15,0-1-44-15,-4 1-8 0,5-5 60 16,-5-2 40-16,0 0 48 0,-4 0 8 16,0 0 4-16,-4 0 0 0,0-4-40 15,0 1 0-15,0 3-60 0,0-3-4 16,-3-1 0-16,3 1 4 0,-4 0 4 0,0-3 0 16,1 3 0-16,-2-4 48 15,-2 1-40-15,3-1-4 16,-4-3-8-16,0 0 8 0,4 1 40 0,-4-3-40 15,5-4-8-15,-6 0-4 0,6 0-44 0,-5-3-52 0,0-4-20 16,4 1-16-16,0-4 12 0,4-2 0 0,4-3-84 31,0-1-76-31,5-3-40 0,7 0 12 16,0 0 52-16,4 0 60 0,0 0 120 16,8-3 80-16,0-1 0 15,1-3-16-15,3 4-120 16,0-3-140-16,0-1 112 0,0-2-140 0,0 0 56 0,3-1 84 15,1 1-40-15,0-1 156 0,4 1 44 0,-4 2 8 16,0-2 128-16,0 6-120 0,0-4 76 0,-4 0 12 16,0 5-52-1,4-1-36-15,-4-1 36 0,4 2-36 0,0-2 176 0,4 1-48 16,-5-1-16-16,6 1-36 0,-1 0-76 16,3 1-4-16,-2-2-8 0,3 1-8 0,-1 0 0 15,2 3 0-15,-2-4-56 0,-3 4-12 16,1 0 64-16,-2 0-36 15,1 0 40-15,0 0 0 0,-3 0 8 0,-1 0 8 16,-1-3 52-16,1 3 4 16,-4 0 24-16,4 0 68 0,0 0 4 15,-4 0-36-15,4 0-48 0,0 0-12 0,1 0-16 16,-2 0 4-16,1 0-52 0,-4-4 8 16,4 4 40-16,-4 0 16 15,0 0 24-15,0 0-4 0,0 0-8 0,0 0 0 0,0 0 8 16,0 0 4-16,0 0-28 15,0 0 28-15,0 0-12 0,0 0 48 0,0 0-24 0,0 0 20 16,0 0-20-16,0 0 0 16,0 0 0-16,0 0-16 0,0 0-40 0,0 0-44 15,0 0 0-15,0 0-4 16,0 0 0-16,0 0-80 0,0 0-28 0,0 0 12 16,-4 0 52-16,4 0 0 0,0 0 36 15,0 0-64-15,0 0 16 0,0 0-64 0,0 0-40 16,0 0-44-16,0 0 8 0,0 0 100 15,0 0 100-15,0 0 0 0,0-2 0 16,0 2-76-16,0 0-60 0,0 0-176 16,0 0-204-16,0 0-148 15,0 0-92-15,0 0-44 16,0-3-80-16,4 3-348 0,-4 0-385 0,0 0-303 16,0 0-292-16,0 0 308 0,0 0 492 15,0 0 336-15,0 3-583 0,-4-3 1654 0</inkml:trace>
  <inkml:trace contextRef="#ctx0" brushRef="#br0" timeOffset="87211.735">29340 11509 1332 0,'0'0'2152'15,"0"0"-1932"-15,0 0-88 0,0 0-96 16,0 0 944-16,0 0 412 0,0 0-104 16,0 0-356-16,0 0-256 15,0 0-80-15,0 0 8 0,-32 48 69 0,29-41-117 0,3-4-252 16,-5 2-172-16,1 1-56 0,-4 5-68 16,-3-3 80-16,-2 6 16 0,1-5-96 15,-4 4 4-15,4-3 104 0,-4 2 168 16,1-2 72-16,-2-1-36 0,2 1-116 15,-2 2-64-15,6-2-52 0,-9-1 0 16,0 1-12-16,0-1-76 0,-4 1-12 0,0-1-104 16,-3 5 28-16,-1-5-40 0,4 0 80 15,0 1-16-15,8-4 64 0,0 4-4 16,0-7 4-16,8 3 44 16,0-3 20-16,0-3 52 0,4 3 88 0,4-3 12 0,0 0-80 0,0 0-20 31,0 0-40-31,0 0-76 0,0 0-4 0,0 0 4 0,4 0 0 15,0-3-4-15,4 3-112 0,-4-3 16 16,8 3 100-16,0-4 76 0,4 4 632 0,7 0-204 16,1-2-216-16,4 2-100 15,0 0-48-15,4 0 0 16,-4 0 12-16,0 2-80 0,0 2 40 0,0 2 0 16,4 5-36-1,-4-2-64-15,4 0-12 0,-5 4 0 0,6 0-44 16,-2 2 44-16,1 4-64 0,4 0 64 0,-4 7 744 0,0-3-212 15,-4 2-396-15,0-3-88 0,0 6-44 16,-5-2 60-16,1 5 48 0,-4 1-16 16,4 0-44-16,-4 3-48 0,0 0 56 0,-1 0-12 15,1 3-44-15,1 4 8 16,-2-2-4-16,-7 2 100 0,4 2-20 16,-4 0 8-16,4 5-20 0,-8-5-28 15,4 3-44-15,-4-2 44 0,0 2-48 16,0 1 4-1,0 3 0-15,-4 0-4 16,-4 2-12-16,0 1 8 0,0 7 0 0,0-4 0 0,0 0 4 16,0 3 4-16,0 1 8 0,0 3-4 0,0-4 4 0,4 3 0 0,-4 1 72 15,4 2-76-15,4 1 52 0,-4 2-8 16,4 2 20-16,3 2 40 0,-2 0-108 16,3 3-4-16,3 0-4 0,2 1 4 15,-1 2 0-15,-1 1 56 0,6-2 4 16,-2 6 40-16,1-2-16 0,4 1-8 15,-4-1-16-15,4-3 12 0,0 3-60 16,0-2 40-16,-1-3 0 0,1 2-44 16,0-3-4-16,4 0 56 0,-4 3 64 0,4-2-52 15,-4-2-24-15,0 5 0 0,0-3 4 16,0-2 8-16,0 1 0 0,-5-6-12 0,6 1-36 16,-1-7 28-16,4-5-40 0,-5-1-8 15,5-8-40-15,0-5 40 0,4-7 8 0,-4-4-84 16,3-8-16-16,-3-4-156 15,0-6 88-15,0-3-4 0,-4-7-112 16,-4-3-168-16,4-3 60 0,-4 0 60 0,-1-3 48 31,6-6-152-31,3-7-208 0,-4-3-648 0,-4 3-1148 16,7-19-3093-16</inkml:trace>
  <inkml:trace contextRef="#ctx0" brushRef="#br0" timeOffset="87377.122">31551 15802 3768 0,'0'0'10849'0,"0"0"-9209"15,0 0-732-15,0 0 172 0,0 0 76 16,0 0-1156-16,0 0-72 0,0 0-928 16,-68-71-972-16,40 38-3100 0</inkml:trace>
  <inkml:trace contextRef="#ctx0" brushRef="#br1" timeOffset="97190.56">30631 9404 1032 0,'0'0'664'0,"0"0"5612"15,0 0-5288-15,0 0-344 16,0 0 328-16,0 0 365 0,0 0-221 0,0 0-328 15,0 0-192 1,0 0 88-16,79 16 8 0,-66-12-188 0,-1-2-216 0,-1 1-128 16,2 4-84-16,-6-4 48 0,5 1-60 0,-3 2-64 0,-2-4-40 15,-3 2-8-15,-4-2 48 0,0-2 0 16,0 0 64-16,0 5-4 0,-4-5 52 16,-3 2 36-16,-10 5 76 0,2-4-160 15,-5 4-16-15,-5-1 40 0,1-3-84 16,5 0 8-16,3-3 88 0,4 0 0 0,-1 0-16 15,6 0-84 1,3-3-44-16,0 0-44 16,4-3-108-16,0-4-40 0,0 1-12 0,8-2 108 15,-1-1-44-15,6-1 120 0,-1 4-96 16,4 2 96-16,-4 1 16 0,4 1 36 16,-1 5 12-16,2-5 88 0,6 5 124 0,-3 0 28 15,8 0-120-15,0 5-120 0,-4-5 0 16,-1 2 8-16,-6 1 104 0,-1 3-100 0,-8-6 124 15,-4 3-56-15,0 1-76 0,-4-1 80 16,-4 1 52-16,-4 4 52 0,-8 3 72 16,-5 3-164-16,-2 3-84 0,-1-4 52 0,4-1 20 15,1-2-84-15,2-4-4 0,10-3-44 16,3-3 36-16,0 0-112 16,-1 0 40-16,5-6 84 0,-4 0 0 0,0-4-148 0,4 1 144 15,0-2-4-15,0-1-212 0,8 3-80 16,1-1 4-16,2 1 60 0,-3 2 12 15,4 4-16-15,-4 1-60 0,4 2-204 16,-7 0-428-16,-2 0-592 0,-3 0-2377 0</inkml:trace>
  <inkml:trace contextRef="#ctx0" brushRef="#br1" timeOffset="98130.279">30201 10496 2492 0,'0'0'5908'0,"0"0"-4004"0,0 0-1440 0,0 0-179 15,0 0 255-15,0 0 408 0,0 0-132 0,0 0-128 16,83 16-116-16,-63-13-68 15,0 0-100-15,0 1-68 0,0 2-72 0,-5-3 4 16,2 0-32-16,-9 4 4 0,-1-4-80 16,2 0-48-16,-9 0 24 0,0 0-72 15,0 1-4-15,0-4 104 0,-9 6 68 0,-2 0 68 16,-5 1-244-16,-4 2-56 16,0 0-60-16,0-2 60 0,8-1 0 0,0-6 60 15,5 4-52-15,2-4 80 0,5 0-88 16,0 0-12-16,0 0 0 0,0-4-52 15,5-2-120 1,6-1-88-16,6-5 72 0,2 2 84 0,9-5 108 16,0 2-84-16,-4 0 44 0,4 0 48 15,-9 7 48-15,2 0 88 16,-6 6 88-16,-3 0 24 0,0 3-124 0,1 3 12 16,-6 7 100-16,1 0-76 0,-4-1-36 15,0 4 96-15,1 3-72 16,-5-6-24-16,0 4-40 15,-9-6 4-15,1-1 132 0,0 0-72 0,-4-1-16 16,-7-2 88-16,-2 2-168 16,-7-7 32-16,4 3-76 15,5-5 4-15,-1 0 60 0,-1-5-72 0,10-3-256 0,-5-2-100 0,4 1 52 0,4-1 56 0,0 0-32 16,5-1-92 0,3 4-132-16,0-3-140 0,0 8-80 0,0-3-460 15,0 5-1272-15,0-2-3389 0</inkml:trace>
  <inkml:trace contextRef="#ctx0" brushRef="#br2" timeOffset="130369.136">31245 6842 3592 0,'0'0'104'15,"0"0"364"-15,0 0 3420 0,0 0-2000 16,-33 69-891-16,25-52-405 0,1 2 48 16,-1 3-12-16,-1 0-104 0,2 0-128 15,-1 0-168-15,0 2-76 0,-1 1 24 0,6-3 28 16,-1 3 24-16,0-3-104 0,0 3-20 0,-4-3 96 0,3 2-60 0,2-3-4 15,-5-2-136-15,0 3-24 16,0 0 20-16,-4 1-84 0,0 2 84 16,0 1-84-16,0 2 12 0,1-2-36 0,-2-1-40 15,2 3 64-15,3-2-16 0,-5 0 44 16,6-4 48-16,-1 3 12 16,4-3-4-16,-5 0-68 15,2 0 64-15,-1 2-4 0,4-6-80 0,-5 1 92 16,5 0 0-16,-3 0 0 0,3 0-76 15,0 0-12-15,-4 3 88 16,3-3 172-16,2-2-96 0,3 2-76 0,-4-4-52 16,0 5 52-16,4-5 64 0,-4 1 116 0,4 0-180 15,0-3-152-15,0 2 48 0,-4-2 28 16,4 0 76-16,-4 0 52 0,4-1-52 16,-5 2-76-16,2 0 68 0,-1 3 8 15,-4 2 64-15,4-4 64 0,-4 5-128 0,4-5-100 16,-4 2 100-16,4 1 84 0,0 1-84 15,-4 1-4-15,5-5 4 0,3 2 116 16,-5-9-116-16,1 6-148 0,4-5 56 16,-4 4-132-1,0-5 224-15,4 6 0 0,-4-4 0 0,4-1-484 16,-4 0 392-16,1 1 92 0,-1 3 128 16,-1 0 292-16,-3-4-40 15,1 0-252-15,3-2-80 0,-5 2-32 0,1 4 32 16,1-1-40-16,-1-1 156 0,-1 2-164 15,5-4-88-15,0-4-176 0,4 6 48 16,-3-1 216-16,-1 1 0 0,0-1 128 0,-4 3 88 0,3-3 36 16,1-1-152-16,-3 1 12 0,-1 2-24 15,-1 4-12-15,-2 0 88 0,3 0 152 16,-5 0 252-16,10 3-20 0,-1-3-548 0,0 3-512 16,0-1 512-16,0 2 12 15,4 2-4-15,0 0-8 0,-4 0 88 0,4 4-24 16,-4-1-4-16,4 1 128 0,-4 2-124 15,0 1 36-15,0 3-92 0,0-4 4 0,0 4-8 16,4-3 0-16,-4 2 4 0,4 1-8 16,-4 0-4-16,1-1-8 0,3 1 12 15,-5-1 4-15,1 2 0 0,-4-1 0 0,4-1 4 16,0 1 56-16,1-4-56 16,-6 4-4-16,5-1 8 15,0-1 0-15,-4-2-4 0,5 1-8 16,-1-1 4-16,-1 1-4 0,1-1-12 15,0 0-40-15,0-2 48 0,-3 3-8 16,3-1 12-16,0-2 4 0,-1 0 0 0,1-1-4 16,-3 1 4-16,3-1 12 0,0 0 32 15,0 0-40-15,0 1 92 16,-1-4 0-16,1 0-96 0,1 1-4 0,-1-2 0 0,4 2-4 16,-4-2-8-16,0-1 12 0,4 2 0 0,-4-3 0 15,-1 3 0-15,-2 1 4 0,3-1-4 16,0-2 0-16,0 2 0 0,0-4 4 15,0 5 0-15,-1-4 0 0,-2 3 0 16,3-3-4-16,-4 3 0 0,0 1 0 16,4-2 8-1,-4 2-8-15,0-1 4 0,0 1-4 0,0 2-4 16,-4-3 0-16,4 3-4 16,-4 4 8-16,0 0-8 0,1-1 8 0,-2 1-4 15,2 3-4-15,-6-1-40 16,6 4 44-16,-6-2 0 0,6 0 0 0,-6 6 4 15,2-4 4-15,3-4 0 0,0 8 0 16,-4-8 0-16,4 8-4 0,0-4 112 0,1 3-12 0,2-4 0 16,-7 8-88-16,4-5 0 15,0 2 0-15,1 2 52 0,-2 0-60 0,2 1 56 16,-6 2-56-16,6 1 8 0,-2-4 76 16,-2 3 0-16,3-2-76 0,-4 2 36 15,4-3-36-15,-4 4 76 0,0-3-88 16,4-2 0-16,-4 2-4 0,4-1 0 0,-4 0 8 0,4 3 0 15,-4-2-4-15,0-1 4 0,0 0 8 32,0 1 0-32,1 3 0 0,-2-1 36 15,2 0-48-15,-5 0 4 0,4 5 0 16,0-2 0-16,-5 1 4 0,2 2 0 0,3 1 0 16,0 0 4-16,-4 0 0 0,1-4-4 15,-2 4 0-15,1 0 0 0,5-3 40 0,-5 2-48 16,-1-2-48-16,6 3 44 15,-5 0 4-15,0-1 0 0,4 1-4 0,0 0-4 16,0 3 8-16,-4 1 0 0,4-3 0 16,-4 3 4-16,5 2 4 0,-6 0 4 15,6-3 0-15,-5 3-4 0,3 0 44 16,2 1-52-16,-2-4 12 0,2 3-4 0,-1-3 64 0,-4 3-64 0,8-3 4 16,-4 3 0-16,0 1-4 15,0-2 44-15,-4 5-44 0,5-2-8 16,-2 6 4-16,-3-2-4 0,5 3 12 0,-6 1-4 15,-3 0 4-15,5-1-8 16,-1 5 8-16,-1-5-8 0,2 1-4 16,-1 3 4-16,1-4-4 15,-2 1-8-15,1 0-4 0,5 2-24 16,-6-1 36-16,1 1 4 0,5-3 4 16,-6 4 0-16,2-3 40 0,3 3-36 0,-5 3 4 15,2-3-4-15,-1-1-12 0,1-1 44 16,-2 1-44-16,1-2 0 0,5 0-12 15,-6-1-64-15,1-3 68 16,5 1-4-16,-2 3 0 0,6-6 8 0,-6 2 4 0,2 4-4 16,3-3 4-16,-4 1-4 0,4-1 4 0,-4 2-8 15,4 2 8-15,-4-5 0 16,0 0 4-16,4 1-4 0,-4-4 0 0,4-3-48 16,-4 1-16-16,9-4 4 0,-6-4 48 15,5-1-48-15,5-5 56 0,-1-3-76 16,0-6 16-1,0-4 52-15,4-5-48 0,-5-3 8 0,5-8-44 16,0-3-352-16,0-1 124 0,0-5 256 16,0 0 68-16,0-6 4 15,0 0 8-15,0 0-12 0,0-3-324 0,-4-6-124 16,-3-4-72-16,3-10-248 0,0-2-940 16,0 3-1465-16,-1-26-3271 0</inkml:trace>
  <inkml:trace contextRef="#ctx0" brushRef="#br2" timeOffset="131524.424">30579 9439 1148 0,'0'0'1016'15,"0"0"3028"-15,0 0-2028 0,0 0-424 16,0 0-263-16,0 0-93 0,0 0-140 0,0 0-156 0,0 0-156 16,0 0-16-16,0 0-64 0,28-10-72 15,-12 17-184-15,0 0-76 0,3-1-152 16,5 0-44-16,1-4-68 0,3 5-8 0,-4 0 56 16,0-4-156-16,-9-1-60 15,2 3-4-15,-10-3 4 0,-3 2 60 0,0-4-4 16,-4 3-84-1,0 0-8-15,-4 0 20 16,0 0 28-16,-8 7 48 0,-8 3 60 0,0-1 16 16,0 1-28-16,-7-7 88 0,3 4-24 0,-4-4-28 15,4-3-24-15,-4 0 88 0,4-3-84 16,4 0 20-16,0 0-20 16,5 0 68-16,2-6-108 0,1-3-24 0,9-1-220 15,-1 0 220-15,4-2 0 0,0-4-84 16,0-3 32-16,11 2-216 15,6 3 120-15,6-3 0 0,1 8 0 0,0 2 24 0,4 7 116 16,0 0 8-16,-9 7 28 0,2 2-28 16,-6 3-48-16,-2 5-16 15,-9-4 64-15,-4 3 16 0,0-4 44 0,-4 1-52 16,-4-1 16-16,-8-2-24 0,4 0-60 16,-4-4-152-16,4-3-244 0,-4 0-216 0,4-3-308 15,-8 0-872-15,4 0-2325 16,-12 0-4951-16</inkml:trace>
  <inkml:trace contextRef="#ctx0" brushRef="#br2" timeOffset="132253.364">30296 10750 3800 0,'0'0'1252'0,"0"0"-760"0,0 0-140 16,0 0 2508-16,92 14-1036 0,-69-14-1027 15,5 0-193-15,0 0 76 0,-4 0 136 16,-3-5-128-16,-2 3-108 0,-7-2-60 15,-4 1 8-15,0 3-12 0,-4-3-16 0,1 3-40 16,-5 0 76-16,0 0 104 0,0 0 12 0,0 0-148 0,0 0-136 16,0 0-52-16,0 0 28 0,-13 0 276 0,-2 0-448 15,-17 0-172-15,-5 3-196 16,-10 4 12-16,-1 2 172 0,-7 1 12 16,-1-1 136-16,0 0 32 0,4-4 40 15,4-5 97-15,4 0-73 0,8-10 20 16,16-1-156-16,1-3 64 15,11-3-156-15,8 1-4 0,4-3-120 16,11 0-100-16,9 0 40 0,8 0-28 16,8 3 63-16,4 3 93 0,0 5 52 15,0 3 92-15,-5 3-8 0,-3 2-11 0,-4 0 27 16,-8 0-100-16,-5 7 0 0,-2-1 36 16,-6-1-36-16,-2 2-4 15,-1 0-12-15,-8 1-92 0,0 3 11 0,0 1 97 0,-8-3 4 16,-4 4 81-16,-8 0-73 0,4-4 72 15,-8 1 28-15,1-4-16 0,-5-3-24 0,0 1 0 16,4-4-68-16,-4-4 8 0,0-2 0 16,3 0-12-16,6-1-44 0,7-2-28 15,0 3-280-15,8 3-1 0,0-1 109 16,4 1-168-16,0 3-296 16,8 0-160-16,0 0-416 15,-1 3-1024-15,6 10-2765 0</inkml:trace>
  <inkml:trace contextRef="#ctx0" brushRef="#br2" timeOffset="148858.996">29890 12474 184 0,'0'0'2660'0,"0"0"-2440"0,0 0-116 0,0 0 4048 16,0 0-2792-16,0 0-244 0,0 0 33 16,0 0 19-16,0 0-156 0,0 0-96 0,-44-60-80 15,44 57 108-15,0 3-88 16,0-3 0-16,0 3-160 0,0 0-192 16,0 0-184-16,0 0-48 0,0 0-40 15,0 0-12-15,0-4-96 0,0 4-28 16,0 0-96-16,0 0-40 0,4 0-48 15,3 0-132-15,6 4 76 0,2 2-68 16,-2 1 140-16,2 2 0 0,-6 0-40 16,3 1 104-16,-8-1-116 0,-4 1-60 0,0 3 184 15,-8-4 72-15,-9 4 52 0,-6-1 0 0,-5-2-64 16,0-1-60-16,-4-2-108 0,1-4 8 16,3-3 16-16,0 0 8 0,0 0 64 15,7-5 8-15,-2-6-44 0,3 2-52 16,0-1 52-16,4-2-48 0,4-1 92 15,0 0 8-15,4 0 0 0,5-2 8 16,3 2-12-16,0-3 0 0,11-3-100 0,5 0 92 16,4 3-40-16,4 0-76 0,4 0-36 0,0 7 24 15,-5 2 128-15,9 4-40 0,-8 3 0 16,0 0 44-16,0 0 0 0,-4 3 4 16,0 0 4-16,-9 4 60 0,6-1-64 0,-9 0-12 15,-5 1-128-15,-3-4 44 16,0 3 96-1,-3 1 36-15,-13 0 164 0,0-2 44 0,-8 2-96 16,0-4 28-16,0 1-28 0,0-4-44 16,0 0-104-16,9 0-172 0,-6 0-112 15,10-4-148-15,-2 1-200 0,6 3-228 16,3-7-580-16,-4 2-964 0,4 1-2225 0,-5-15-2847 16</inkml:trace>
  <inkml:trace contextRef="#ctx0" brushRef="#br2" timeOffset="165902.63">28559 4346 7008 0,'0'0'5565'16,"0"0"-4877"-16,0 0-548 0,0 0-128 0,0 0 140 15,0 0 180-15,0 0 288 0,0 0-164 0,0 0-104 16,20-10-24-16,4 10-12 0,4 0-24 16,4 0-144-16,0-2-8 0,0 2 20 15,-4-3 104-15,3 3-116 0,1-3-136 16,-4-1 76-16,4 1-88 0,4 3-88 16,-4-7 84-16,3 7-32 0,1-3-28 15,5 1 64-15,-2-2-12 0,5 1-40 0,4 3-108 0,-1-4 124 16,1 4 32-16,4 0 4 15,0 0-16 1,4 0 16-16,-4 0 0 0,4 0-72 0,2 0 8 16,2 0 4-16,9 0-16 0,2 0 76 0,4 4 36 15,6-1-36-15,2-3-88 0,5 4-12 16,-1 1 12-16,5 2 88 0,-4 0-128 16,-4-1-84-16,3 0 212 0,-8 3-88 15,2-2-140-15,-6 3 104 0,-3-5-168 16,3 6 164-16,-2-9 128 0,2 5 0 15,0-4 0-15,-2-1-72 0,2 3-80 16,5-5 52-16,-1 0-76 0,1 0 176 16,0 0-268-16,-4-5 116 0,-5 0-672 15,-3-2 592-15,0 5 232 0,-4-5 24 0,-1 0 56 0,1 5-80 16,-4-5 100-16,0 1-100 0,3-1 0 16,1 1 192-16,4 0-40 0,-1 0-152 15,2-1-164-15,-6-3 60 0,5 4 104 0,-4-4-12 16,3 4 12-16,-7 1 0 15,0-2 0-15,-4 0 116 0,-4 4-116 16,-9 0 0-16,-7-4-52 0,0 4 52 0,-8 0 152 0,0 0-140 16,0 0-4-16,-8 0 4 0,3 3-12 15,-3-4-40-15,1 4 40 0,-6 0-8 0,-3 0-184 16,0 0-152-16,-4 0-360 0,-1 0-825 16,6 0-215-16,-9 0-920 15,7 0-488-15</inkml:trace>
  <inkml:trace contextRef="#ctx0" brushRef="#br2" timeOffset="180182.42">31739 9481 5744 0,'0'0'1248'15,"0"0"3553"-15,0 0-3929 0,0 0-244 0,0 0 120 16,0 0 352-16,0 0-96 15,0 0-300-15,-9-10-280 0,9 10-124 0,0 0-4 0,0 0-12 16,0 0 12-16,0 0-24 0,0 0 72 0,0 0 0 16,0 0-12-16,0 0-64 0,0 0-60 15,0 0-12-15,0 0-52 16,0 0-44-16,0 0-28 0,0 0-60 0,0 0 0 0,0-3 36 16,0 3-40-16,0 0 44 0,0 0-40 15,0 0 36-15,0 0 24 0,0 0-24 16,0 0 4-16,0 0-44 0,0 0 40 15,0 0-36-15,0 0-4 0,0 0-8 16,0 0 0-16,0 0-12 0,0 0-36 0,0 0-4 16,0 0 52-1,0 0-12-15,0 0 8 0,0 0 4 16,0 0 0-16,0 0-4 16,0 0 4-16,0 0-4 0,0 0 4 0,0 0-4 0,0 0 0 15,0 0-8-15,0 0 4 16,0 0-4-16,0 0-48 0,0 0 52 0,0 0-52 15,0 0-28-15,0 0 4 0,0 0 0 16,0 0-4-16,0 0 4 0,0 0 12 0,0 0-4 16,0 0 28-16,0 0-12 0,0 0-12 15,0 0-16-15,0 0 28 0,0 0 52 16,0 0-40-16,0 0 44 0,0 0-8 16,0 0 12-16,0 0 0 0,0 0 12 0,0 0 0 15,0 0 48-15,0 0 0 0,0 0-12 16,0 0-36-16,0 0-4 0,0 0-8 0,0 0-84 15,0 0-24-15,-4 0-16 0,4 0 40 16,0 0 20-16,0 0 64 0,-3 0 0 16,3-4-64-16,-4 2-20 0,0-3 20 0,0 5 64 15,4-2 0-15,-4-2-4 16,-1 4-44-16,5 0 0 0,-4-2-52 16,1 2-96-16,-5-4 72 15,0 4 12-15,3 0 40 0,-2 0 16 16,3 0 56-16,0 0 4 0,0 0 4 15,0 0 0-15,0 0-8 0,-1 0-88 0,-2 0-8 16,3 6 44-16,-4 0 48 0,-4 8 4 16,4-4 48-16,-4 2-48 15,5 1 0-15,-6-1 52 0,1 4-40 0,4-3-12 0,-4 0-4 16,5-1-4-16,3 1-4 16,0 3 4-16,-1-4 8 0,1 1-64 15,4 4 52-15,-4-5 12 0,4 4 12 16,0 0 88-16,0-4-40 0,0 4-48 15,0-3-8-15,0-1 104 0,0-2-104 0,0 0 40 16,0-1-40-16,4 1-4 16,0-7 12-16,-4 3 0 0,5-2 0 15,-5-4-4-15,4 2 112 0,-4-2 40 0,4 0-12 0,-4 0-96 16,0 0-48-16,3 0 4 16,-3 0-4-16,0 0 0 0,0 0-4 15,0 0-52-15,0 0 44 0,0 0-4 0,0 0 8 16,0 0-44-16,0 0 48 0,0 0 0 0,0 0 4 15,0 0-4-15,0 0-4 16,0 0-68-16,0 0 60 0,0 0 4 16,0 0-40-16,0 0 48 0,0 0-4 0,0 0-8 15,0 0 0-15,0 0 8 0,0 0-4 16,0 0-4-16,0 0-52 0,0 0 16 16,0 0-12-16,0 0 52 0,0 0-4 15,0 0 8-15,0 0-4 0,0 0 8 16,0 0 8-16,0 0 4 15,0 0-4-15,0 5 4 0,0-5-4 16,0 0 40-16,0 0-40 16,0 0 0-16,0 0-8 0,0 0 8 0,0 0-4 15,0 0-4-15,0 0-4 0,0 0 0 0,0 0-4 16,0 0 8-16,0 0-4 0,0 0 4 16,0 0 8-16,0 0 56 15,0 0-64-15,0 0-12 0,0 0-200 0,0 0-56 0,0 0 44 16,0 0-12-16,0 0 40 0,0 0-4 15,0 0-8-15,0 0-4 0,0 0 36 16,0 0 52-16,0 0 64 0,0 0 52 16,0 0 8-16,0 0 100 0,0 0 12 0,0 0 16 15,0 0 20-15,0 0-12 0,0 0-12 16,0 0-24-16,0 0 0 0,0 0 36 0,0 0 0 16,0 0-16-16,0-5-44 0,0 5-68 0,0-6-8 15,0 3-4-15,0-3-144 0,4-4-136 16,-4 4 280-16,4-4-8 15,0 1 12-15,-4-1 48 0,4 1-48 0,1-4-8 16,-2 4-16-16,1-4-52 0,4-1 64 16,-4 2-88-1,0-1 100-15,4 1 64 0,-4-1-64 16,0 4-112-16,0 2 104 0,0-2 8 16,0 2-4-16,0 5 12 0,0-2-12 15,4-2 4-15,0-1 0 0,-4 4-8 16,8-3 8-16,-4 0 8 0,4-1 40 0,-5 1-40 15,6-1-4-15,-5 1 4 0,-1 0 4 16,6 3-8-16,-5-4 0 0,-1 4 0 0,2 3 8 0,-1-3 36 16,-1 3-36-16,1 0-4 15,1 0 56-15,-1 0-52 0,3 0 48 16,-2 0-8-16,-2 0 20 0,5 0-60 0,-4 0 76 16,-3 3-12-1,2 0 20-15,-3 4 64 0,4 2-84 0,0 1 8 0,-4 3 4 16,4 2-16-1,0 5 28-15,-4 1-52 0,0 5-48 16,-1-1 0-16,-3 7-36 0,0 0 36 16,0 0-72-16,0 0-52 0,0 0-8 15,0-1 128-15,0 1 8 0,5-4-4 0,-1 1 8 16,0-4 164-16,0 0 0 16,4-6-124-16,-5-3-44 0,6-2 0 0,-5-6-4 15,4-2-32-15,-4 1 24 0,3-7 8 0,2 4-72 16,-1-4-112-16,3 0-324 0,6-6-308 0,2-7-448 15,-3-4-1340-15,5-4-1581 16,-6 4-2067-16</inkml:trace>
  <inkml:trace contextRef="#ctx0" brushRef="#br2" timeOffset="180354.465">32265 9553 208 0,'0'0'11373'0,"0"0"-9913"0,0 0-708 16,0 0 108-16,0 0 424 0,0 0-404 0,0 0-356 0,0 0-328 15,-92 32-96-15,64-10-36 0,-8 3 100 16,-4 7-164-16,-7 7-100 16,-9 2-136-1,0 3-84-15,-8 0-268 0,0 5-440 16,5-2-732-16,-1 0-836 0,12-9-3413 0</inkml:trace>
  <inkml:trace contextRef="#ctx0" brushRef="#br2" timeOffset="180996.036">31077 10839 6292 0,'0'0'3088'0,"0"0"-943"0,0 0-1365 16,0 0 156-16,0 0 344 0,0 0 208 0,0 0-360 15,48 79-260-15,-44-50-300 0,-4 2-212 16,0 2-84-16,0-1-52 16,0-4 0-16,0-6-132 0,0-6-88 0,0-3-4 0,8-7 4 15,3 0-4-15,2-6-68 16,6 0-148-16,5-6-88 0,4-3-48 0,0-10 0 16,8 0-100-16,-4-4 56 0,-4-3 168 15,0 5-156-15,-4-1 16 0,-5 2 44 0,2 8 224 16,-9 2-44-16,0 7 32 0,-5 3 116 15,-3 3 264-15,0 7 216 0,1 5-20 16,-1 5-112-16,0 6-148 0,-4-1 72 16,0 6 76-1,0 1-52-15,0-1-64 0,0 8-36 0,-8-4 40 16,-1 2-100-16,-2 2 8 16,3 2-56-16,-8-3-80 0,4 0 0 0,-8-3 0 15,4 0-4-15,-4 0 0 16,0-7 4-16,0-1 64 0,-4-6-56 15,4-2 92-15,5-3 4 0,-6-6-52 16,1-1-48-16,5-2 60 0,-6-7-20 0,2 0 28 0,3-9-80 16,-5-5-136-16,2-8-168 0,-1-3-100 15,0-7-112 1,0 0-40-16,8-2-52 0,0 2-160 0,8 4-112 0,4-1-972 16,4 6-628-16,13 1-1381 0,-6 9-267 0,17-6 1084 15</inkml:trace>
  <inkml:trace contextRef="#ctx0" brushRef="#br2" timeOffset="182519.99">30404 12658 2672 0,'0'0'328'0,"0"0"4924"0,0 0-3888 0,0 0-500 16,0 0 117-16,0 0 391 15,0 0-356-15,0 0-76 0,0 0-160 0,87-44-152 16,-66 34-112-16,-2 1-68 16,-3 3-36-16,0 3-80 0,-4 0-132 0,0 3-40 15,0 0-12-15,0 0 88 0,0 8 156 16,4 9 112-16,-4 5-224 0,0 4-120 15,0 5-24-15,-5 7-64 0,6 3-12 16,-5 4 16-16,-1-4 68 0,1 0-144 0,1 0-48 16,-1-3-12-1,-1 1 12-15,6-7 48 0,-5-7-52 16,-1-9-32-16,1-3-28 0,4-10-460 16,0-3-424-16,4-7 40 0,0-5 76 0,4-7-1148 15,-1-7-1212-15,2-2-2385 0,-5-4-146 16</inkml:trace>
  <inkml:trace contextRef="#ctx0" brushRef="#br2" timeOffset="182688.485">30989 12589 992 0,'0'0'1524'0,"0"0"4416"0,0 0-4308 0,0 0-471 0,-83 67-145 16,50-36 144-16,6 4-144 16,-9 3-132-16,4 6-104 0,-4-2-76 15,4 2-144-15,-3-2-164 0,3-2-184 0,-4-4-212 16,8-4-84-16,8-4-264 0,1-6-272 15,2-6-160-15,9 0-324 0,5-6-836 0,3-3-2237 16,0-5-2707-16,0-2 6660 0</inkml:trace>
  <inkml:trace contextRef="#ctx0" brushRef="#br2" timeOffset="183102.67">31204 12836 13253 0,'0'0'2580'15,"0"0"-1536"-15,0 0-336 0,0 0 612 0,0 0-400 16,0 0-356-16,0 0-332 16,0 0-232-16,0 0-84 0,0 0-196 0,0 0-244 15,17 45-396-15,-6-45-480 0,6-3-716 16,-6-7-1976-16,1 4-4377 16,0-10 6733-16,-92 6 736 0</inkml:trace>
  <inkml:trace contextRef="#ctx0" brushRef="#br2" timeOffset="183519.845">31559 12665 7080 0,'0'0'7593'0,"0"0"-6013"0,-48 82-908 0,29-43 680 15,-5 2 600-15,4 3-319 0,-1-3-601 32,14-6-540-32,-1-3-308 0,8-7-184 0,4-6-152 0,7-9-140 15,10-3-72-15,3-7 36 0,8 0-20 0,-1-10-5 0,1 1-195 31,4-10-72-31,-4 3-176 16,-4-4 24-16,0-2 216 0,0 0 188 0,-4 0 68 16,-5 0 104-16,1 2 96 0,1 8 48 15,-10 2 52-15,1 7 300 0,-7 3 316 0,-2 10 148 0,1 3-124 16,-4 9-188-16,0 3-256 0,0 6-64 16,-7 11-20-16,2 5 96 0,-3 11 228 15,4 0 137-15,-4 1-185 0,-4-2 120 16,4-3-388-16,-7 1-116 0,-2-3 12 0,-3 0 272 15,-3-8-196-15,-1-5-92 16,-4-7-8-16,4-4-124 0,0-9 36 0,0-3-36 0,4-7-148 0,0-2 36 16,-8-7 16-16,1-10-28 0,-5-6-109 31,-5-6-147-31,-2-9 64 16,-5-5 116-16,-4-5 76 0,-8-7-332 0,-7-2-520 15,-5 0-1096-15,12 8-1600 0,-39-9-2129 16</inkml:trace>
  <inkml:trace contextRef="#ctx0" brushRef="#br2" timeOffset="184478.974">29400 12366 1916 0,'0'0'1568'15,"0"0"-1568"-15,0 0 3996 0,0 0-3152 16,0 0-532-16,0 0-28 0,0 0 196 0,83-9 88 0,-74 9-92 16,-2 0-152-16,-3 0-67 15,4 0 3-15,-4 0-16 0,1 3-204 0,-1 3-40 16,-1-3-504-16,-3 4-169 0,4 0-127 31,0-4-156-31,-4 0-396 0,4-3-64 16,-4 0 124-16,0 2 380 0,4-2 432 0,-4 0 480 15,0 0 36-15,0 0 540 0,0 0 516 0,0 0 236 16,0 0 92-16,0 0-252 0,0 0-328 16,0 0-260-16,0 0-88 15,0 0-67-15,0 0-65 0,0 0-52 0,0 0-36 16,0 0-40-16,0 0-16 0,0 0 0 16,4 0 16-16,1 0-16 15,-2 0 168-15,5 0 172 0,0 0-124 0,4 0-168 0,0 4-84 16,3 3-44-16,2-5 28 0,-1 5 24 0,0 3-60 15,-5-4-40-15,6 3 12 0,-10-2-12 0,1 2 0 16,1-3 36-16,-5 1 20 0,-4-1 44 16,0 1-4-1,0 2 16-15,0 1 12 0,-4-1 12 0,-5-3-12 0,1 1-16 32,-3-1-44-32,-2-3 8 0,2 1-12 0,-1-4 0 15,0 0-36-15,-4-4 0 0,4-2-16 0,4-1-92 16,-4-2-4-16,4 0-112 0,4-1 40 15,4 1-28-15,0-1-72 0,0 0-248 16,8-2-16-16,4 2-12 16,3 4 24-16,2-1 132 15,3 7 56-15,-1 0 8 0,2 0-24 0,3 7-72 0,-9 2 44 0,2 1 168 16,-6-1 112-16,2 4 52 0,-9-3-36 0,-1 2-4 16,-3 1 64-16,0 0-64 0,-7 0 0 15,-2-4-12-15,1 3-280 0,1-5 280 0,-2-1 104 16,1-3 72-16,1 0 0 15,3-3-164-15,4 0-12 0,-4 0-592 16,0-6-324 0,4 0 0-16,-5-4 260 0,5 1 40 0,0-4-209 15,5 0 49-15,-1 1 104 0,0-1 244 16,-4 1-624-16,0 5-1548 0</inkml:trace>
  <inkml:trace contextRef="#ctx0" brushRef="#br2" timeOffset="-205766.754">27814 1555 1812 0,'0'0'12413'0,"0"0"-11001"0,0 0-1072 16,0 0 12-16,0 0 436 0,0 0 524 0,-75-3-144 0,47 9-372 16,0-2-284-16,-4 3-76 0,-4-5-32 15,-8 8-139-15,-4-3-117 0,-4-1-64 0,-11 2-36 16,-9 3-48-16,-8 2-60 15,-8-4 48-15,1 0-72 0,-5-2-40 16,0-4-129-16,5 0-75 0,7-3-64 0,4-3-144 16,9-10-440-1,15 0-428-15,8-6-892 0,20 1-1512 16,12-4-705-16,5 5-2099 0,14-11 5721 16</inkml:trace>
  <inkml:trace contextRef="#ctx0" brushRef="#br2" timeOffset="-205548.811">26723 1324 6412 0,'0'0'1468'0,"0"0"2441"0,0 0-3305 0,0 0-172 0,0 0 220 0,-77 25 616 0,46-9-260 16,-1 0-240-16,-4 3-344 15,0 7-224-15,1-1-100 0,3 0-100 16,0 7-8-16,8 4-116 0,0-3 36 0,3 3-24 16,10-1-12-16,7 0 84 0,4-4 40 15,12 1 64-15,4-7-56 16,16 0-16-16,3-5-172 0,5-1 132 15,12-3-128-15,0-4 76 16,8 1-16-16,0-6-212 0,4-1-108 16,3-6-360-16,1 0-972 0,7-4-2897 0,-19-1-2455 0,39-12 6232 15</inkml:trace>
  <inkml:trace contextRef="#ctx0" brushRef="#br2" timeOffset="-205298.346">28053 1600 10876 0,'0'0'5097'16,"0"0"-4261"-16,0 0-836 0,0 0 0 0,0 0 324 16,0 0 420-16,0 0 232 15,0 0-228-15,100 35-332 0,-56-32-172 16,3-3-144-16,5-6-96 0,-4-5-4 0,0-1-232 0,-1-3-236 15,-3-5-256-15,0-2-284 0,-8-3-460 16,-5 0-1120-16,-3-1-2421 0,-11 7-2587 0,-6-12 6752 16</inkml:trace>
  <inkml:trace contextRef="#ctx0" brushRef="#br2" timeOffset="-205054.698">28563 1200 1692 0,'0'0'1316'0,"0"0"5128"0,0 0-4395 0,0 0-241 16,0 0-248-16,-92 54 28 0,73-25-408 0,-2 2-216 15,6 10-264-15,-1 0-160 0,4 7-100 16,-1 6-196-16,2 3-72 0,3 7-24 16,-1 2-76-16,2 1 12 0,-1-3-76 15,0 0-8-15,0-5 4 0,4-7-4 16,-4-5 4-16,4-3-4 0,0-9-40 0,0 0 40 16,1-6 60-16,-6-3 36 0,1-7-96 15,4-7-12-15,0-5 0 16,1-4-112-16,-1-3-96 15,-1 0 0-15,1-7-24 0,-4-2-304 16,4-10-40-16,1-3-336 0,3-11-116 16,7-4-744-16,10-8-2524 0,2-5-2141 15,-3 15 1790-15</inkml:trace>
  <inkml:trace contextRef="#ctx0" brushRef="#br2" timeOffset="-204875.177">28886 1660 4348 0,'0'0'9009'0,"0"0"-7385"0,0 0-540 0,0 0 180 16,8 67 220-16,-12-45-260 0,0 0-272 0,-4 1-476 16,-1-4-392-16,2 0-84 0,-1-3-96 15,-5-4-100-15,6 1-328 0,-5-3-540 16,0-1-808-16,4-6-2664 0,-4-3-3973 16</inkml:trace>
  <inkml:trace contextRef="#ctx0" brushRef="#br2" timeOffset="-204710.337">28886 1419 5348 0,'0'0'8705'16,"0"0"-7501"-16,0 0-704 0,0 0 408 16,0 0 456-16,0 0-584 0,0 0-452 15,0 0-328-15,91-10-232 0,-66 10-828 16,-2-2-800-16,-3-3-2996 0,-4 5-4633 15,4 0 8717-15</inkml:trace>
  <inkml:trace contextRef="#ctx0" brushRef="#br2" timeOffset="-204421.749">29193 1644 3392 0,'0'0'9061'16,"0"0"-7977"-16,0 0-196 0,-49 86 888 0,38-60 80 16,-1-8-624-16,4-4-336 15,4-2-544-15,0-3-340 0,4-2-8 0,0-2-4 16,0 0 64-1,0-3-64-15,8-2-148 0,0 0-60 0,4 0-96 16,3-7 60-16,2 2 8 0,3-9 28 16,3 0-24-16,-3-3-28 0,4-2 4 15,-4 0 68-15,0 6 84 0,-7 1 104 16,-2 6 60-16,-3 2-12 0,-4 4 140 0,0 0 120 16,-4 7-4-16,0 2 56 0,0 4 68 15,0-1 36-15,0 5-64 0,0 1-20 0,-8-1 20 16,4-6-47-16,0 3-145 0,0-4-196 15,4-4-12-15,0-6-112 0,0 0-241 16,0 0-447-16,8-4-92 0,4-3-496 0,0-1-1752 16,12-11-4157-16</inkml:trace>
  <inkml:trace contextRef="#ctx0" brushRef="#br2" timeOffset="-204284.717">29587 1717 5976 0,'0'0'8597'0,"0"0"-7425"16,0 0-652-16,-52 83 1172 0,37-57 104 15,-2-8-200-15,10 1-695 0,-6-9-681 16,9-3-220-16,4-4-160 0,0-3-120 0,0 0-425 16,0 0-171-1,4-10-372-15,5 4-1676 0,-2-20-4473 16</inkml:trace>
  <inkml:trace contextRef="#ctx0" brushRef="#br2" timeOffset="-204115.687">29750 1369 8372 0,'0'0'5641'16,"0"0"-4389"-16,0 0-336 0,0 0 856 16,0 0-456-16,0 0-532 0,0 0-332 15,0 0-428 1,0 0-24-16,0 0-364 0,80 40-692 0,-56-40-360 16,0-2-1100-16,4-9-2765 0,-8 3-3099 15,16-9 7664-15</inkml:trace>
  <inkml:trace contextRef="#ctx0" brushRef="#br2" timeOffset="-203937.281">30192 1169 1540 0,'0'0'196'0,"0"0"8120"0,0 0-6691 0,0 0-369 0,-19 66 168 0,3-31 304 15,-4 6 44-15,0 6-304 0,4 4-172 16,-8 7-372-16,4 2-339 0,-4 4-285 16,5 2-80-16,-2-3-124 0,10-2 100 15,2-10-16-15,9-7-84 0,0-12-96 16,13-7-180-16,2-6-100 0,5-2 124 0,0-12-340 15,0-5-89-15,4 0-11 0,4-11-160 16,-4-8-532-16,-4-4-1140 0,-4-6-2628 16,-12 7-2273-16</inkml:trace>
  <inkml:trace contextRef="#ctx0" brushRef="#br2" timeOffset="-203764.15">29902 1571 6472 0,'0'0'5109'15,"0"0"-3205"-15,0 0-1064 0,-76-2-296 16,68 4 536-16,4 1 236 0,4 0-276 0,8 1-176 15,12 3-336-15,12-1-40 0,7 0-24 16,10-4-184-16,3-2-280 0,-1 0-180 16,-3 0-540-16,-1-6-360 0,-2-2-636 15,-6-6-2048-15,-7 5-1665 0,-8 2-1867 16,-8 4 6553-16</inkml:trace>
  <inkml:trace contextRef="#ctx0" brushRef="#br2" timeOffset="-203537.375">30261 1651 5836 0,'0'0'6089'0,"0"0"-3121"0,0 0-1644 0,0 0-512 0,-41 69 316 15,41-56-116-15,0-7-316 0,9-1-24 16,3-3-292-16,12-2-188 0,-1 0-192 0,10-9-196 16,-6-4-196-16,4-3-244 0,-3 0 60 0,-3 0-60 15,-5 3 68-15,-9 1 84 0,-3 2 284 16,-8 1 144-16,0 3 56 0,-4 1 224 0,-7 5-100 16,-10 5-120-16,-3 4 56 15,-3 7 212-15,-5 6 40 0,1 7 104 16,-2-1 16-1,1 0-52-15,5 5-100 0,3-8 40 0,11 3-124 16,9-2-28-16,4-1 76 0,17 1-132 16,2-1-112-16,13-2-280 0,5-1-332 0,6-6-208 15,5-2-500-15,-8-3-1292 0,27 1-3393 16</inkml:trace>
  <inkml:trace contextRef="#ctx0" brushRef="#br2" timeOffset="-202752.12">30858 1219 10432 0,'0'0'2201'16,"0"0"-573"-16,0 0-480 0,15 101 396 15,-15-56-240-15,-3 3-244 16,-13 2-448-16,-4 4-172 0,-4 0-172 0,1-4-88 16,-1-1-56-16,-1-8-124 0,14-6-72 15,2-10-64-15,5-8-72 0,4-5-268 16,0-5-60-16,13-5 228 0,2 2-84 0,6-4-52 16,3-4-212-16,-1 2-116 0,1-5 124 15,0 1 156-15,0 6 164 0,-5 0 64 0,2 8 36 16,-1 9 228-16,-5 5 472 0,2 4 472 15,-9 5-432-15,-1 1-264 0,2 1 0 16,-1-2-196-16,-1-4 32 0,5 3-80 16,4-5 0-16,5-3 96 0,6 1 0 15,9 0-52-15,0-4 4 0,0 2-52 0,-1 2-44 0,-7-2 28 32,0 2-20-32,-12-1 36 0,-4 3 148 15,-8 1 64-15,-4-1 8 0,-8 0 116 16,-4 1-56-16,-7 0 4 0,-5-7 156 0,-4-4-108 15,0-2-148-15,-8-7-12 0,0-3-88 0,0-3 0 0,0-3 28 16,4-3 56-16,5-7 64 16,7-6 0-16,3-3-232 0,10-6-12 15,3-7-184-15,4-7-108 0,7-2-24 16,14 0-100-16,3-1-12 0,11 1-248 16,13 5-276-16,4-2-264 0,8 10-660 0,-12 5-1160 15,31-5-4229-15</inkml:trace>
  <inkml:trace contextRef="#ctx0" brushRef="#br2" timeOffset="-202335.084">32097 1689 6868 0,'0'0'8073'16,"0"0"-6325"-16,-84 13-952 0,48-1 108 15,-3 7 532-15,3 4-176 0,8-5-339 0,8 2-497 16,8-1-384-1,4 0-40-15,5-7-388 0,3 1-89 16,0 0 173-16,7-3 24 0,9-5-24 0,4-1 0 16,0-4 0-16,3 0-88 0,5-6 48 15,0-4 60-15,-3-3 52 0,3 4 8 16,-8-4-60-16,3 7 40 16,-7 0 108-16,0 1-40 0,-8 5 4 0,4 7 172 0,-4 3 100 15,-1 6 220-15,2 6-96 0,-1 7-112 0,0 5-40 16,-5 1 212-16,2 4 36 0,-5 2 36 15,0-3 48-15,0 0 0 0,-8-3-88 16,-4-4-72-16,-1-1-48 0,2-5 36 0,-1-3 48 16,0-3 281-16,0-7-213 15,4-2-164-15,-4-3-184 0,0-1-12 16,5-6-148-16,-6 0-188 16,2 0-69-16,3-6 41 0,-5-7 12 15,6-3-184-15,3-9-16 0,4-7 72 16,0-9-480-16,11-4-964 0,10-6-2056 15,-1 10-2349-15</inkml:trace>
  <inkml:trace contextRef="#ctx0" brushRef="#br2" timeOffset="-202034.642">32520 1784 3788 0,'0'0'8993'16,"0"0"-7757"-16,0 0-212 15,0 0 796-15,0 0-244 0,0 0-580 16,0 0-408-16,0 0-232 0,0 0-356 15,0 0-220-15,35 4-36 0,-11-18-212 0,4-2-120 16,-4 2-68-16,-4-3-12 0,-4 4 136 0,-4 1 232 0,-5-1 300 16,-3 3 48-16,-4 4 364 0,0 0-28 0,0 6 76 15,-4 0-40-15,1 0-112 16,-5 3-196-16,-9 10-104 0,2 2 128 0,-9 7 192 16,5 4 236-16,-9 2-48 0,7-2-16 31,1-5-64-31,5-1-216 0,7-7-124 0,-1-4-96 15,5-2-4-15,4-1-80 0,0-2-72 16,0-4-380-16,8 0-344 0,5 0 108 16,6 0-448-16,5-7-1204 0,4-6-2713 0,-8 4-2991 15,12-10 6680-15</inkml:trace>
  <inkml:trace contextRef="#ctx0" brushRef="#br2" timeOffset="-201698.139">32802 1685 3220 0,'0'0'1136'0,"0"0"6125"16,0 0-6185-16,0 0-144 0,0 0 892 15,-60 80 128-15,45-51-468 0,-1-7-480 16,4 0-392-16,3-3-356 0,2-3-256 16,3-6-24-16,4-1-72 0,0-3-160 0,0-2-444 15,4-4 148-15,3 0 12 0,6 0-64 16,-2-7-40-16,10 1 8 16,-1-7 44-16,-1 0-8 0,2-2 44 15,-2-1 204-15,1 0 352 0,-4 0 60 16,0 7 296-16,-4-1 160 0,-8 6-16 0,0 4-8 15,0 0-40-15,-4 4-192 0,0 3-60 0,0 5 184 0,0 4 208 16,-4 3 172-16,-4 0 8 0,0 0-124 16,4-3 68-16,0-3-155 0,0-4-281 15,0 1-184-15,4-7-96 0,0 0 0 16,0 0 48-16,0-3-8 16,0 0-40-16,0 0-180 0,0 0-76 0,0 0-25 15,4 0-167-15,0 0-136 0,0 0-64 16,4 0-272-16,0 0-972 0,0 0-2648 0,0 0-3073 15,12 0 2634-15</inkml:trace>
  <inkml:trace contextRef="#ctx0" brushRef="#br2" timeOffset="-200834.165">33101 2051 7884 0,'0'0'7045'16,"0"0"-4961"-16,0 0-1276 16,0 0 32-16,0 0 592 0,0 0-368 15,0 0-275-15,0 0-425 0,0 0-364 16,0 0-168-16,0 6-477 0,0-6-451 0,-4 0-756 15,-12 0-4940-15</inkml:trace>
  <inkml:trace contextRef="#ctx0" brushRef="#br2" timeOffset="-117864.204">32201 2914 5412 0,'0'0'248'0,"0"0"-92"0,0 0 64 0,0 0 2016 16,0 0-1176-16,0 0-88 0,0 0 97 15,0 0-181-15,0 0-148 0,-44-69-104 16,40 59-88 0,4 1-80-16,0-1 24 15,0 4 140-15,0-4-168 0,-4 1-36 0,4 2-80 0,-8 0-188 0,3 5-160 16,-2-4-12-16,-1 2-236 0,-8 2 36 15,-4 2 48 1,-4 0-20-16,-4 0 84 0,0 6-4 0,-7 0-60 16,-1 7 124-1,0-1 40-15,-4 4 100 0,-4 3 68 0,1 3 20 16,-2 0-64-16,2 3-12 0,-1 8 40 0,0 1 20 0,5 5-44 0,2 5 44 16,-3 0-72-16,5 7-100 0,3 3-40 15,0-3-124-15,0 6 108 0,4-3 56 16,-4 0 76-16,4 3-76 0,0-3 0 15,4-2 0-15,-4 1-40 0,9-2-20 16,-1 0-80-16,-1-4 92 0,6 1-116 16,3-7-120-16,4-2-24 0,8-9-68 0,0-4-212 15,0-6 408-15,12-7 180 0,8-7 192 16,4-6 60-16,11 0-64 0,6-6-140 16,10-7-48-16,9-10-148 0,4-5-168 0,8-7 140 15,3-7 0-15,1-2 168 0,7-9-272 0,-2-5-176 16,-2-2-308-16,1-8-180 0,-5 3-160 15,-7-6 343 1,-4 1 569-16,-13 8 192 0,-10 1 12 0,-9 4 0 0,-8 10 156 16,-13 5-92-16,-7 7 144 0,-4 9-39 15,-11 4-181 1,-6 3-281-16,-2 7-15 0,-1 1 220 0,-1 3-168 16,2 4-184-16,-5 4-260 0,4 0-684 15,-1 0-660-15,-2 10-532 0</inkml:trace>
  <inkml:trace contextRef="#ctx0" brushRef="#br2" timeOffset="-117163.814">33341 3200 5044 0,'0'0'68'16,"0"0"-4"-16,0 0-64 0,0 0 132 0,0 0 492 16,0 0-272-16,0 0 0 0,0 0 64 0,0 0 180 31,0 0 780-31,-64-23-820 0,40 34-312 0,-4 1-12 0,-4 4-24 0,0 3 24 15,-4 6-100-15,0 4 8 0,-8 5 53 16,1 6 27-16,-5-3-116 0,-4 8-4 16,4 2 44-16,0 3-132 0,5-1-12 0,7 1-44 15,-1 1-28-15,14-1 68 16,-1-1-4-16,8-5-276 16,8-2 196-16,0-5-16 0,8-5 63 0,8-3 41 15,4-8 53-15,12-1 75 0,4-4-84 16,7-6-44-16,6-4-76 0,2-6 24 15,9 0-157-15,-1-10-267 0,5-2-144 16,4-7 12-16,0-6 476 0,0-4 132 16,-4-7 40-16,4-2-40 0,0-3-260 0,-5-6 184 0,5-4-224 15,-5-3 28-15,1-6 248 0,0-3-68 16,0-2-68-16,-5 5 160 0,-6-3 0 16,-6 5 8-16,-15 1 632 0,-12 7-392 15,-12 3 504-15,-4 7-340 0,-15 3-248 0,-9 5-160 16,-4 4 108-16,-9 5-48 0,2 4-64 15,-8 4-272 1,-5 9-48-16,-1 1 148 16,-3 5-124-16,5 7-104 0,-1 5-836 0,9 2-1416 15,-22 8-2156-15</inkml:trace>
  <inkml:trace contextRef="#ctx0" brushRef="#br2" timeOffset="-87233.045">12964 16446 1788 0,'0'0'1108'0,"0"0"-380"0,0 0 28 0,0 0 236 15,0 0-252-15,0 0-244 0,0 0-40 0,8 0-80 16,-8 0 392-16,4 0 1080 0,-4 0-1048 31,0 0-411-31,0 0-81 16,0 0 272-16,0 0 236 0,0 0-128 0,0 0-140 15,0 0 60-15,-4 0-80 0,4 0-88 16,-4 0-76-16,0 0-84 0,-3 0-104 16,3-3-88-16,-5 3-80 0,1 0 0 0,1-3 0 15,-1 3 0-15,-4 0 80 0,0 0-28 16,-1 0-48-16,2 0 88 0,-1 0 0 16,0 3-24-16,-4-3 48 0,0 3-124 0,0-3 0 15,-4 3 0-15,0-3 12 0,1 0-8 0,-6 0-4 16,-3 0-68-16,4 0 68 15,-7 0-64-15,3 0 64 0,-4 0 0 0,0-3 0 16,0 0-4-16,-4 0 0 0,1 0-68 16,-1-1 72-16,-5 1 4 0,2 0 92 15,-5 0-96-15,0-3 0 0,-3 3 0 0,-5-4 96 0,0 1-96 16,0 2-124-16,-7-5 48 0,-1 0-36 16,0 2 40-16,-4-3 20 0,-3 1-24 15,-2 0-8-15,2-1 44 0,-5 1-20 16,-4-1 96-16,1-2-100 0,-5 1 76 15,1 2-12-15,-5-1 96 0,0 1-80 16,-3-4 32-16,-5 4 16 16,4-4-40-16,-3 1-24 15,-1-1 0-15,0-3-8 0,1 4-16 0,-1-4-188 16,0-3 136-16,-3 3-124 0,3-1 20 16,-3-1-72-16,-6 1 128 0,-2 2 36 15,0-4 76-15,-5 3-28 0,-3 0 40 16,-1 0 0-16,0 1 76 0,1-1 52 15,-1-1-68-15,-4 2 52 0,2-2-8 0,-2 3-104 16,-4-3-8-16,-3 4-76 0,-1-3-104 16,1 4-64-16,-1-4-28 0,1 0-44 0,-1-1 68 15,1 5 244-15,3-1-252 16,-4-2 200-16,5 2-36 0,-5 1 160 0,5-2-60 0,-5 2 0 16,1 3 104-16,-1-1-16 15,4 1-24 1,-3 2 72-16,3-2-136 0,2 2-52 0,-2 1 48 15,0 0-136-15,1-1-88 0,-1 4-40 16,0 0 80-16,1 0 136 0,-1 0-292 16,5 3 64-16,0 0 12 0,-1 0 264 15,0 3-8-15,5 3-40 0,-5 0 104 16,4 4-40-16,1-1 128 0,-1 4-12 0,5 1 128 16,-1-6 88-16,5 9-344 0,4-5 84 0,2 1-84 15,2 2-8-15,3-3 4 0,4 2 0 16,1-1-164-16,3 0 80 0,0-1 88 0,-3 1 48 15,7 3-40-15,0-4 84 16,5 4-92-16,-1-2 0 0,5 0-12 16,-6 2-152-16,6 4 152 0,0-1-24 0,-2 0 36 15,2 0 0-15,-1 3-20 0,1 0-32 0,-1 0 104 16,0 5 36-16,5-6-80 0,-2 2 0 16,2 2 52-16,7-3-56 0,0 4 56 15,5-4-24-15,3 3 16 0,4 0 88 16,4-2 140-16,5 2-196 0,2 1-80 0,1-5 68 15,8 5-64-15,-4 0-8 0,4-1-52 16,5 3-112-16,-1 2 100 16,-4-2 64-16,4 0 16 15,5 4-12-15,-5-3 44 0,3 2-20 16,6 2-28-16,-1-2 0 0,0 1 116 0,0-1-116 16,4 1 8-16,0 0-12 15,4 3 8-15,0-1 44 0,4 2 4 0,-1 2 84 16,2-3 44-16,3 2-168 0,0-2-12 15,3 4 8-15,2-4 68 0,7-1-68 0,-1 1 44 0,2 0 12 16,6-2-16-16,-2-2 80 0,7 1-128 16,4-4 0-16,0-2-240 15,4 2-168-15,-1-6 408 0,5 4 68 0,8-5-68 16,0 5-68-16,3 0 68 0,5-4 64 0,4 0-60 16,4 0 36-16,4 2-40 0,3-6-64 31,1-3 0-31,8 2 56 0,-1-2 8 15,5 2 0-15,0-5-64 0,4 1 64 0,-5-1 32 0,5-2-24 16,0 2-8-16,-1-2 4 0,0 3 0 16,5-1-4-16,-4-2 52 0,4 4-48 15,4-3 4-15,3 3-4 0,1-2-4 0,-1 1 4 16,5 0 8-16,-5-1 40 16,5-3 36-16,0 4 100 15,-5 0-176-15,5-4 92 0,-5 4-16 16,1 0-84-16,4-4 72 0,-4 1-64 15,7-1 112-15,0 1-112 0,1 2 64 0,3-5-68 16,2 3 108-16,-2-1-104 0,1 0 0 16,3-2 0-16,-3 3 52 0,4-5-64 15,2-1 0-15,2-2 8 0,4-2 36 0,0 0 28 0,3 0 28 0,-3 0-100 16,3 0 76-16,1 0-36 0,-5 0-36 16,0-2-4-16,4-2 44 0,2 2-40 15,-1-1 40-15,3 0-40 0,-4-1 52 16,5 1-4-16,-1-1-52 0,-3 1 24 0,-1-2-24 15,1 1 0-15,3-3-40 0,-7 1 40 16,7 0 48 0,0-1 56-16,1 1-16 15,0 0-88-15,-4-1-4 0,-1 1 0 0,1 3-4 0,-6-4 4 16,2 1-8-16,3 3 0 16,-3-3 12-16,3 2 0 0,-3 1 88 15,4-3-28-15,-1 3-60 0,1 0 8 0,3 0-8 16,-3-4-64-16,-1 1 52 15,1 0 12-15,3-1 60 0,5 1 28 0,-1-1-84 0,4-2 84 16,1 3-80-16,3-5 96 0,-3 3-104 16,-1 2-52-16,5-8 52 0,-5 5 52 15,9-1-48-15,-5-1-4 0,1-3 4 0,3 1 60 16,-3 0 8-16,4-2-72 0,-2-1-12 16,-2 0 8-16,-1 0 4 0,5-4 36 15,-4 1-32-15,-1 1-4 16,-4-1 100-16,-3 0-52 15,-1 0-48-15,-7-4-44 0,-1 4 32 16,-3-3 4-16,0 3-4 0,-5-4 4 0,-4-2-52 0,-3 3 60 0,-4 0 4 16,-9-3 56-16,1 3-52 15,-8-1-4 1,-8-2-4-16,-5 3-4 0,-4 0 0 16,-6-1 0-16,-6 4 4 0,-3 0 4 0,-4 0-4 0,-9 0 76 15,2 0-76-15,-6 0 64 0,-7 0-60 0,4 3-4 16,-8-4-176-16,0-1 64 0,-4 2 36 15,0-4 4-15,-5-2 56 0,2 3-84 16,-6-4-24-16,1 1-24 0,-8 0 136 0,0-1 12 16,0 0 100-16,-8 1-28 15,0 0 16-15,0 0 0 0,-3 0 12 16,-6-1 0-16,-3 1 12 0,1 0-100 0,-6-5 64 16,-3 5-68-16,1-3-8 0,-5-1-48 0,-4 4-164 15,0-4 0-15,-8 1 76 0,0-4-40 16,-3 6 24-16,-2-2 144 0,-6-1-92 15,3 4 12-15,-8-2 24 0,0 2-60 16,0 0 120 0,-4 3 8-16,-4-3 100 0,2 6-100 0,2-3 116 15,-8 2-20-15,4 2 24 0,0 1 20 16,-3-1-44-16,-5 2-100 0,0 3-76 16,0 1 76-16,-3-1-180 0,-2 1 4 15,-2 1-12-15,0-1 40 0,-1 2 48 0,0 1-4 16,-4-1-84-16,5 1 140 0,-5 2-92 15,0 1 80-15,1 3 60 0,2-3 88 0,-2 2 52 16,-1 4 60-16,-4-3-140 0,5 3-56 16,-5 0 100-16,0 3-100 0,1 1 44 15,-1-2-24-15,0 2-24 0,1 2-88 16,3 1-124-16,0-1 20 0,-3 0 180 16,3 0-124-16,1 1 128 0,-1 2 0 0,0-2 8 31,1 2 12-31,-1-2-4 0,1 2 68 0,2 1 72 0,-2-3-96 15,7 1 88-15,-3 2-136 16,7 0 0-16,3-5-8 0,2 2-96 0,8 3-36 0,-1-4 36 16,8 1 36-16,0-5-48 15,8 2-40-15,4-1 12 0,4-3-64 16,4 0-88-16,5 0-24 0,3 0-332 0,3 0-272 16,2-3-961-16,2-1-1411 0,-2-3-3520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11:56.8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15371 3098 940 0,'0'0'376'16,"0"0"-140"-16,0 0 496 0,80-3-564 0,-52 3 2296 0,0 0-1148 0,-5 0-408 15,5 0-336-15,-4 0 208 31,0 0-108-31,-1 0-100 0,5 0-68 0,0-3-16 0,-3 3 17 16,3-3 7-16,0 0-88 16,-1 3-128-16,1-4-80 0,0 1-48 0,-4 3-40 15,4 0-12-15,0 0-112 0,-4 0 8 16,0 0-8-16,0 0 4 0,-1 0-8 16,1 0-4-16,0 0-48 0,0 0 40 0,-4 0 0 15,4 3-40-15,0-3-12 16,0 4 52-16,-1-4-52 0,1 3-12 0,4-3 72 15,-4 3-60-15,1-3 48 0,-2 0-96 16,5 0 20-16,-8 3-8 16,4-3-80-16,-5 3-52 0,2-3-100 0,-1 0 176 0,-5 4 52 0,2-4-48 15,-6 3-80-15,-3-3-65 0,5 0-39 16,-6 0 52-16,1 3-104 16,1-3-116-16,-2 0-120 0,1 0-128 0,0 0-328 15,1 0-364-15,-6 0-172 0,5 0-624 16</inkml:trace>
  <inkml:trace contextRef="#ctx0" brushRef="#br0" timeOffset="440.491">17403 3045 1368 0,'0'0'1448'16,"0"0"-924"-16,0 0-28 0,0 0 2288 0,0 0-1716 16,84-13-536-16,-69 9-272 0,2 2-120 15,2-1-60-15,1-4-28 0,1 4-52 16,3 0-168-16,-1 0-108 0,5 3 176 15,4-4 84-15,-4-3-204 0,3 7-688 16,-3-5 336-16,0 5 468 0,0-3 88 0,-4 3-140 16,4-4-1328-16,-4 2-756 0,-4-3 400 15</inkml:trace>
  <inkml:trace contextRef="#ctx0" brushRef="#br0" timeOffset="34291.769">7721 7871 5836 0,'0'0'2276'0,"0"0"-1860"0,0 0 1044 0,0 0-387 0,0 0 159 15,0 0-92-15,0 0-88 0,0 0 108 16,0 0-280-16,32 3-380 0,-16 9-264 16,4 8 36-16,0 5 16 0,3 7-68 0,-2 2-20 15,-1 5-4-15,-1 1-72 16,-6 2 36-16,-2 0-160 0,1-1 0 0,-3-6-4 16,-6 3-96-16,5-11 88 0,-8 0-60 15,4-12 60-15,-4-2 0 0,0-6-40 16,0-4 40-16,0-3-60 0,0 0 68 15,0 0-60-15,0-3 4 0,0-10-4 16,-4-6-156-16,4-6 136 0,0-5 80 0,0-3 4 16,-4-6-4-16,4 1-84 0,0 0 80 0,0 3-24 15,0 3 32-15,0 0 136 0,0 4-136 16,0 2 112-16,4 4 272 0,0 3-140 16,9 3-32-16,-2 6-104 15,1 1 8-15,4 6-116 16,-1 3-160-16,10 0 24 0,-1 3 52 0,0 4-128 0,4 5-32 15,-5-2-240-15,-3 3-448 16,4-1-500-16,-3 4-684 16,-10-3-969-16,13-1-2275 0</inkml:trace>
  <inkml:trace contextRef="#ctx0" brushRef="#br0" timeOffset="34683.12">8594 8017 5500 0,'0'0'1784'16,"0"0"-1292"-16,0 0-348 0,0 0 416 15,0 0 916-15,0 0-71 0,0 0-341 0,0 0-192 16,0 0-252-16,0 0-252 0,-84-29-12 16,72 45 124-16,-4 6 160 0,0 9 44 15,5 2-64-15,-6-1-196 0,6 2-176 16,-2-5-24-16,5-4-100 0,1-6-16 0,3-5-44 15,4-8-4-15,0-6 40 0,0 0 0 16,0 0-52-16,4 0-40 16,3-4-8-16,1-3 0 0,9-5 96 0,-2-4-96 15,1-6-260 1,0 3-272-16,0-3 48 0,0 0-148 0,0 3 232 0,-4 3-68 0,0 2 52 16,0 9 152-16,-1 5 124 0,-2 0 92 0,-1 3 48 15,-1 9 580-15,6 1-44 0,-5 3-144 16,-4 0-164-16,-1 0-68 0,1 0 16 15,0-4-136-15,0-2-40 0,1-4-88 16,-1-3-36-16,3-3-200 0,1 0-468 16,5-3-228-16,2-6-160 15,-2-1-816-15,-2 1-833 0,5-13-1659 16</inkml:trace>
  <inkml:trace contextRef="#ctx0" brushRef="#br0" timeOffset="35012.794">8820 7943 6672 0,'0'0'2144'0,"0"0"-424"16,0 0-395-16,-4 74 59 0,1-42-100 0,-5 2-24 0,4-2-132 16,0 0-408-16,-1-4-396 0,5-6-324 15,0-6-24-15,0-5-128 0,9-6-32 16,-1-5-100-16,3 0-52 0,2-5-128 16,6-9-152-16,1-2-188 0,5-6-284 0,-5 0-100 15,-1-3-208-15,-2 1 159 0,-6-1 161 16,1 6 300-16,0-2 528 0,-4 4 248 0,0 8 272 15,0 0 428-15,0 5 208 0,-4 4 85 16,0 0 191-16,0 7-32 0,-4 2-24 16,4 7-268-16,0 0-208 0,-4 3 52 15,0 3-16-15,0 0-204 0,-4 1-64 0,-4-4-236 16,4 0-184-16,-4 0 0 0,1-3-48 16,2-3-28-1,1-4-108-15,0-3-188 0,0-2-300 16,4-4-256-16,0 0-328 0,0 0-392 15,0-4-805-15,0-2-2327 0</inkml:trace>
  <inkml:trace contextRef="#ctx0" brushRef="#br0" timeOffset="35240.537">9271 7610 10556 0,'0'0'1557'0,"0"0"-545"0,12 73-288 0,-8-38 492 15,4 13 184-15,-4 3-180 0,0 3-256 0,-4 0-216 16,0-1-380-16,0 1-232 0,0 0-136 31,0 1-84-31,-8-11-76 0,4 0-292 16,0-12-76-16,4-6-52 0,0-7-92 0,8-10-272 16,4-6-416-16,8-3-324 0,4-12-56 15,-1-7-117-15,9-4-243 0,-8 2-1820 16,12-18 101-16</inkml:trace>
  <inkml:trace contextRef="#ctx0" brushRef="#br0" timeOffset="35445.183">9602 7963 2704 0,'0'0'5104'0,"0"0"-3236"0,0 0-1212 0,0 0 29 15,0 0 203-15,-99 28 112 0,78-12 80 16,1 3-92-16,1 4-384 0,-2-1-288 0,10 0-52 16,-6-4 12-16,10 5 36 0,3-4-24 15,0 3 24-15,-1-3 24 0,5 4-40 16,0-4 0-16,9 0-36 0,2 0-4 15,6 0-44-15,-2 0-140 0,6-3-64 0,7-1-8 16,0 2-52-16,-1-5 44 0,9 1-104 16,-4-4-244-16,8-2-236 0,-5-1-328 15,5-3-408-15,-12-3-796 0,20 0-3253 16</inkml:trace>
  <inkml:trace contextRef="#ctx0" brushRef="#br0" timeOffset="35808.629">10519 7689 7840 0,'0'0'4805'15,"0"0"-3825"-15,0 0-776 0,0 0 76 16,0 0 216-16,-84 39 396 0,59-14 68 0,5 13-52 16,-3 7-228-16,3 8-112 15,-4 11 60-15,4 2-52 0,0 5-208 16,4-1-160-16,4-11 48 0,8-4 84 0,4-14 124 16,0-6-15-16,8-13-85 0,5-3-156 15,6-6-148-15,1-4-60 16,-1-2 0-16,5-7-148 0,4 0-44 0,-3-7-76 15,3-5-73-15,-4-4-95 0,-5 0-76 16,5-6-12-16,-7 0-64 0,-6-2-200 0,-7 3-372 16,0-4-468-16,-4-4-452 0,-4 7-1177 15,-20-19-2603-15</inkml:trace>
  <inkml:trace contextRef="#ctx0" brushRef="#br0" timeOffset="35991.092">10354 8134 8656 0,'0'0'6301'0,"0"0"-4701"0,0 0-744 0,0 0 88 0,0 0 380 31,100 54-52-31,-76-54-263 0,0 0-221 16,0-3-424-16,-4-10-352 0,8 1-12 0,-8-5-388 15,4 2-144-15,-5-7-89 0,1 2 25 16,-3-2-196-16,-2 1-448 0,-7-3-428 16,1 6-412-16,-9-1-268 0,0 3-377 0,0 3-1199 15,0 3 1188-15,0 8 76 0</inkml:trace>
  <inkml:trace contextRef="#ctx0" brushRef="#br0" timeOffset="36095.316">10693 7960 1028 0,'0'0'2632'0,"0"0"-132"0,-11 69-32 0,7-37-204 0,0 6-515 0,-1 4-273 16,-3-1-136-16,8 3-32 16,0-2-292-16,0-2-176 0,0-5-236 0,0-6-372 15,4-7-232 1,0-6 0-16,9-2-196 0,-2-2-380 0,2-5 20 0,2-1-276 16,5-6-756-16,-4 0-1316 0,4-11-4509 0</inkml:trace>
  <inkml:trace contextRef="#ctx0" brushRef="#br0" timeOffset="36274.752">11331 7960 3100 0,'0'0'12253'0,"0"0"-10873"0,0 0-968 15,0 0-112-15,80 18-128 0,-61-18 0 16,-2 0-48-16,2 0-124 0,5-6-124 15,-4 0-720-15,0 0-484 0,-4-1-1016 16,-8 4-4209-16</inkml:trace>
  <inkml:trace contextRef="#ctx0" brushRef="#br0" timeOffset="36411.532">11335 8213 8612 0,'0'0'6273'16,"0"0"-5529"-16,0 0-368 0,0 0 240 15,95 30 444-15,-67-30-344 0,4 0-284 16,4-5-372-16,0-1-60 0,4-2-580 16,-4-3-324-16,-1-1-584 0,-10 5-1500 15,14-2-4177-15</inkml:trace>
  <inkml:trace contextRef="#ctx0" brushRef="#br0" timeOffset="37012.578">12770 7518 7552 0,'0'0'2412'16,"0"0"-543"-16,0 0-473 0,0 0 76 0,0 0-76 0,0 0-132 0,0 0-224 15,-9 89-288-15,9-39-188 0,0 8-76 16,9 9-24-16,-2 8-48 0,-3 4-52 16,-4 4-112-16,0 6 17 0,0-3-37 15,-4-4-100-15,-3-2-36 0,-2-7-96 16,9-12-44-16,-4-8-52 0,4-8-48 0,0-7-64 31,0-7-217-31,4-5 1 0,8-10-52 16,-4-3-284-16,4-4-268 0,4-9-308 0,4 0-640 15,0-9-548-15,0 0-1773 0,4-18-2751 0</inkml:trace>
  <inkml:trace contextRef="#ctx0" brushRef="#br0" timeOffset="41447.852">13511 7718 7200 0,'0'0'2636'16,"0"0"-795"-16,0 0-893 0,0 0-180 0,0 0 108 0,0 0-80 16,0 0-152-16,0 0-156 0,0 0-8 0,0 0 16 15,51 51-48-15,-35-26 84 0,4 7-36 16,0 6-80-16,0 6 40 0,-5 4 192 16,2 3-76-16,3 3-292 0,-5 0-144 15,-3 0-76-15,4-6-60 0,-4-8-8 16,4 0-52-16,-4-9 0 15,4-6 44-15,-4-6-128 16,4-3-64-16,-8-3-156 0,0-4-128 0,0-2-44 16,-4 0-128-16,-4-7-216 0,4 0-436 0,0 0-700 15,-4 0-804-15,4-4-1605 16,0-9-715-16</inkml:trace>
  <inkml:trace contextRef="#ctx0" brushRef="#br0" timeOffset="41670.295">13941 7826 7944 0,'0'0'1452'0,"0"0"-536"0,0 0-412 0,0 0 485 15,0 0 203-15,0 0 16 0,-41 85-132 16,26-53-324 0,2 7-272-16,-6-2-92 0,-1 5-104 15,1 3-120-15,-6-4-108 0,-3 0-56 0,-3 0-84 16,-1-2-116-16,4-6-276 0,-4 0-252 15,8-4-100-15,0-7-148 16,8-6-184-16,0-7-452 0,12-2-573 0,0-7-711 16,4 0-1176-16</inkml:trace>
  <inkml:trace contextRef="#ctx0" brushRef="#br0" timeOffset="41964.324">14267 7588 10981 0,'0'0'1640'0,"0"0"-924"0,0 0-396 0,0 0 440 16,0 0 488-16,0 0-68 0,0 0-220 16,20 80-308-16,-12-45-320 0,-4 3-60 15,5 9-88-15,-2 3-60 0,-3 8-28 0,0 2-32 16,-4 8-4-1,0-2-60-15,0 4-64 0,-8-1 12 0,1-1 44 16,-2-5-100 0,-3-6-4-16,8-3-96 0,-3-7-64 0,2 1-36 15,1-7-100-15,4-5-60 0,0-5-116 16,0-6-104-16,9-9-268 0,-2-3-740 0,5-7-956 16,4-2-2325-16</inkml:trace>
  <inkml:trace contextRef="#ctx0" brushRef="#br0" timeOffset="42667.576">15666 7934 4712 0,'0'0'2928'15,"0"0"-1500"-15,0 0 817 0,0 0 211 16,88 73-696-16,-49-31-516 0,1 8-76 16,0 11 0-16,0 3-492 0,-4-1-360 15,-4 3-208-15,-8-6-108 0,-1-2-12 0,-3-11-100 16,-3-9-20-16,-2-9-40 0,1-10-24 15,-4-6-160-15,4-10-208 0,-4-3-252 16,3-3-192-16,2-17-160 0,-2-2-548 16,2 3-1176-16,7-25-2845 0</inkml:trace>
  <inkml:trace contextRef="#ctx0" brushRef="#br0" timeOffset="42852.003">16271 7903 8796 0,'0'0'1600'15,"0"0"13"-15,0 0-169 16,0 0-364-16,0 0-272 0,-83 19 56 15,55 15 112-15,0 11-192 0,0 8-168 0,-4 8-172 16,-3 6-52 0,-6 0-12-16,5-1 12 0,1-2-148 15,-1-7-244-15,4-10-240 0,4-2-188 16,4-7-64-16,9-10-72 0,-2-2-352 0,10-10-276 16,7-3-860-16,0-11-1036 15,0-2-2401-15,15-8-482 0</inkml:trace>
  <inkml:trace contextRef="#ctx0" brushRef="#br0" timeOffset="43035.979">16813 8156 11341 0,'0'0'1460'16,"-20"73"-388"-16,5-31-136 0,-2 5 184 15,-2 4-92-15,-1 0-292 0,-1-9-328 0,6-7-280 0,7-10-128 16,0-6-124-16,8-7-336 15,0-9-184-15,0-3-348 0,3-3-404 0,2-3-1012 16,7-23-2949-16</inkml:trace>
  <inkml:trace contextRef="#ctx0" brushRef="#br0" timeOffset="43173.177">16865 7747 11805 0,'0'0'1640'15,"0"0"-536"-15,0 0 68 16,0 0 220-16,0 0-376 0,80 47-412 16,-60-31-260-16,4-2-256 0,-5-6-88 0,9 3-468 0,-4-5-572 15,8-1-556-15,-12-2-1380 0,12 4-3773 0</inkml:trace>
  <inkml:trace contextRef="#ctx0" brushRef="#br0" timeOffset="43464.989">17487 8080 12577 0,'0'0'2148'16,"0"0"-520"0,0 0-484-16,-88 89 104 0,68-64-328 0,0-2-344 15,8-4-260-15,8-4-316 0,4-2 12 16,0-1-12-16,13 2 0 16,2-3-76-16,9 6 64 0,4-4-36 0,4 3 0 0,-4-3-52 15,0-4 40-15,-5 4-12 16,1-1-16-16,-3 1 40 0,-10 0 0 0,2-1 40 15,-10-1 8-15,-3 1 36 0,0 1 100 0,-3-1-52 16,-14 1-84-16,2 0-76 0,-2-4-60 0,-3-2 40 16,1-1-76-16,-1-6-88 15,-1 0-120-15,2 0-136 0,3-3-212 16,-4-10-392-16,4 0-828 0,0 1-2605 0,-4-13-3199 16</inkml:trace>
  <inkml:trace contextRef="#ctx0" brushRef="#br0" timeOffset="44012.451">18602 8061 9792 0,'0'0'1649'15,"0"0"-301"-15,0 0-36 0,-75 38 280 0,47-9-252 0,-4 3-100 16,4 5-168 0,-4 11-180-16,8 0-124 0,-4 0-208 15,12-1-183-15,0-9-145 0,16-7-112 0,0-5-120 16,8-12-116-16,9-5 20 0,7-9-40 16,3-7 3-16,4-5-39 0,6-11 4 15,3-3 44-15,-5-2-68 0,5-3-112 16,-8-1 48-16,0 3 24 0,-4 1 24 15,-4-1 60-15,-8 4-48 0,3-1 60 0,-6 4 76 0,-5 9 60 16,-1 4 60-16,-3 6 28 0,-4 3 32 16,0 6 188-16,0 7 168 0,0 9-60 0,0 6-88 15,0 4-76-15,0 5-7 16,4-4-13-16,1-1-156 0,7-7-76 0,-1-6-72 16,6-5-100-16,3-9-253 0,3-5-207 15,1 0-40 1,4-9-60-16,0-7-636 15,-8 0-1240-15,12-16-3509 0</inkml:trace>
  <inkml:trace contextRef="#ctx0" brushRef="#br0" timeOffset="44426.553">19308 7375 312 0,'0'0'11117'0,"0"0"-8649"0,-12 79-284 0,3-34-240 15,2 12 120-15,-5 4-428 16,-1 5-423-16,2 4-501 0,-6-6-388 0,2 2-224 16,-1-2-100-16,0-4-12 0,-4-3-88 15,8-10-20-15,0-5-96 0,4-7 36 0,8-6 8 16,0-10 4-16,4-6-76 0,4-1 4 16,0-9-52-16,8 1 112 0,-4-4-28 15,8 0 87-15,4-7-39 16,0-3 16-16,0 4-40 0,4-3 4 15,-5 5-28-15,1 1 0 0,0 3 64 0,0 0-4 16,0 7 40-16,-4 2-16 16,0-3-12-16,-4 4 64 0,0 0 24 15,-8 2 44-15,-1-2 4 0,-3-2 156 0,-4 3 64 16,0-1 96-16,-7 2 60 16,-5-3-8-16,-4 4-116 0,-4-3-68 15,-4-1-39-15,0-2-45 0,0-4-52 0,0 0-48 31,1-3-48-31,2-3-185 0,1-3-107 0,1-7-24 0,2 0-76 0,6-2-108 0,-2-5-224 0,6 3-460 16,7 3-444-16,0-2-508 0,0 6-548 16,16-2-2313-16</inkml:trace>
  <inkml:trace contextRef="#ctx0" brushRef="#br0" timeOffset="44776.192">20017 8061 6916 0,'0'0'7881'0,"0"0"-5421"0,0 0-1012 0,-80 32-112 16,40-10-140-16,-7 4-127 0,2 8-209 15,2 1-160-15,2 0-312 16,10-4-220-16,3-1-72 0,12-8-84 0,5-3 36 16,6-3 20-16,5-7-68 0,0-2-144 0,9-1-120 15,6 0 84-15,-3-3-16 0,8 0-56 0,0-3-112 16,4-3-60-1,-1-9 36-15,1-1 28 0,4-3 31 0,-3-3 25 16,3 0 0-16,-4 1 36 0,-1-3-36 0,1 2 84 16,0 5 84-16,-9 0 24 0,2 9 4 15,-2 5 108-15,-6 0 36 0,3 5 320 0,-9 11 156 0,5 3-100 16,-3 4-120-16,-5 2 25 0,0 1 35 16,0-1-132-16,0-3-180 0,0-6-40 31,0 0-148-31,0-7-176 0,4-3-93 0,7-2-143 15,2-4-24-15,6-4-208 0,2-8-1292 16,-2 2-2580-16,18-15-3397 0</inkml:trace>
  <inkml:trace contextRef="#ctx0" brushRef="#br0" timeOffset="45055.578">20443 8024 10092 0,'0'0'5157'0,"0"0"-3833"0,0 0-516 0,0 0 196 16,-95 75 396-16,67-56-312 0,7 4-336 15,1-8-375-15,9 4-277 0,3-6-96 16,4 0 4-16,4-4 136 0,0 5-144 0,0-6-48 16,12 3-60-16,-1-3-76 15,2 5-49-15,2-3 53 0,5-1 8 16,-3 1 4-16,-6-2 20 0,1 3 4 0,-3 2 8 16,-5-4 40-16,-4 0 36 0,0 4 60 15,0 3 144-15,-9 0 64 16,5 3-76-16,-8-2 148 15,5-3 0-15,-2-1-256 0,-3-7-24 16,5 1-316-16,3-3-340 0,0-4-88 0,4 0 132 16,0-11-276-16,0-1-948 0,8-7-800 15,-1 0-1541-15,14-13-2395 0</inkml:trace>
  <inkml:trace contextRef="#ctx0" brushRef="#br0" timeOffset="45224.2">20754 8093 10636 0,'0'0'1645'16,"0"0"-929"-16,0 0 468 0,-13 92 696 16,2-58-196-16,-5 2-168 0,4-4-500 0,-4-7-528 15,4 1-328 1,4-4-160-16,0-7 0 0,5-2-268 0,-1-7-404 16,4-3-188-16,0-3-296 0,0 0-1332 15,0-6-3105-15,7-10-3075 0</inkml:trace>
  <inkml:trace contextRef="#ctx0" brushRef="#br0" timeOffset="45374.989">20782 7868 13549 0,'0'0'2552'0,"0"0"-1288"0,0 0-608 16,0 0-336-16,0 0-172 0,0 0-72 15,0 0-76-15,84 28-436 0,-65-28-716 16,9 0-508-16,-8-3-1184 0,12-1-5165 0</inkml:trace>
  <inkml:trace contextRef="#ctx0" brushRef="#br0" timeOffset="45607.948">21184 8049 9772 0,'0'0'2501'16,"0"0"-1593"-16,0 0-16 0,0 0 584 16,-91 73 4-16,70-54-328 0,10-4-448 0,3 1-372 0,3 0-148 15,5 0 124-15,0 4-64 16,9-1-112-16,2-5-80 0,6 5-40 15,-6-5-12-15,1 2-48 0,1-4 40 0,-2 1-52 16,-3-3-24-16,-3-1 8 16,-1 1-32-16,-1-1-16 0,-3 1-108 15,0-1-64-15,-3 0-48 0,-10 1-24 0,1-4-52 16,-4 1 36-16,1-1 12 0,-6-3-52 16,-3 0-76-16,5-3-168 0,-9 0-656 0,11 0-1180 15,-11-6-3617-15</inkml:trace>
  <inkml:trace contextRef="#ctx0" brushRef="#br0" timeOffset="46246.952">22586 8201 756 0,'0'0'5008'0,"0"0"433"0,0 0-4269 0,0 0-268 16,0 0 52-16,0 0-136 0,-87 6 480 16,67 13 16-16,-4 6-152 0,4 4-232 15,0 6-188-15,0 0-108 0,9-3-164 0,3-4-143 32,3-2-181-32,5-11-76 0,0-4-36 0,5-5-36 0,6-3-156 15,1-3-113-15,8-7 1 0,4-2-36 0,4-10-72 16,4-7-152-16,-4 1-8 0,4-4-116 15,-9 1 40-15,1-1 252 0,-3 1 164 16,-6 2 108-16,-6-2 76 0,-5 5 12 16,-4 1 72-1,-4 6-20-15,-13 3 96 0,2 4 88 16,-9 3-64-16,0 6 12 0,-1 0-24 0,-3 8-12 0,5 6 36 16,3-1-36-16,0-1-148 15,8 4-368-15,0-3-324 0,4 0-720 0,4-4-2704 16,0 1-2673-16</inkml:trace>
  <inkml:trace contextRef="#ctx0" brushRef="#br0" timeOffset="46371.695">22766 8276 9940 0,'0'0'3177'16,"0"0"-1793"-16,0 0-752 0,104-2 72 16,-72-8 16-16,0-3-372 15,3-6-348-15,5-3-76 0,-1-3-916 0,-2 0-736 16,-10 1-1008-16,14-6-3253 0</inkml:trace>
  <inkml:trace contextRef="#ctx0" brushRef="#br0" timeOffset="46626.434">23177 7817 5488 0,'0'0'4212'0,"0"0"-3244"0,0 0 113 0,0 0 187 0,-77-10 348 16,62 22-68-16,-1 7-284 0,4 4-300 0,-1 9-200 16,6 3-56-16,-5 6-144 0,3 7-212 15,-2 3-108 1,3 9 12-16,-4 0 12 0,0 7 0 0,1-4-23 15,2 4-41-15,-3-3-120 0,1-5-84 16,2-1 0-16,5-7-108 16,0 0-12-16,0-4-76 0,4-6-61 0,0-3-119 15,4-3-60-15,0-7-76 16,4-5 72-16,-3-7 72 0,-1-3 184 0,-4-4 60 16,0-6 76-16,0 1-40 0,0-4 88 0,-9-4 124 15,1-5-12-15,0-7-112 0,-4-6-236 16,4-9-476-16,4-8-44 0,4-9-452 0,4-2-464 15,4 6-3289-15,20-30-2371 0</inkml:trace>
  <inkml:trace contextRef="#ctx0" brushRef="#br0" timeOffset="46895.762">24152 7817 14909 0,'0'0'2520'0,"0"0"-1752"0,0 0-580 15,0 0 280-15,-60 72 648 0,25-33 92 0,-5 8-67 16,1 4-425-16,-2 9-304 16,1 7-124-16,-3 6-72 15,2 0-116-15,6 3-16 0,3-6 24 0,12-9-104 16,12-7 4-16,8-10 32 0,8-3 80 0,12-10 0 16,4-4-68-16,0-9-52 15,3-5-132-15,-3-3-60 0,4-10-36 0,-4 0-88 16,-3-10-84-16,2-6-144 15,-3-6-60 1,0-3-53-16,-4-8-499 0,-4 2-1388 0,-4 3-2560 16,-4-17-1521-16</inkml:trace>
  <inkml:trace contextRef="#ctx0" brushRef="#br0" timeOffset="47063.545">23862 8382 8704 0,'0'0'7297'0,"0"0"-5289"0,0 0-752 15,0 0 4-15,0 0 189 0,0 0-93 16,0 0-220-16,0 0-232 0,91 42-384 15,-51-49-400-15,8-9-120 0,-4-3-316 16,-5-3-272-16,2 0-28 0,-9-4-156 0,-1 4-76 16,-7 0-473-16,-4-1-1147 0,-4 7-1764 15,-8 4-697-15,-4 8-607 0</inkml:trace>
  <inkml:trace contextRef="#ctx0" brushRef="#br0" timeOffset="47180.682">24260 8315 5672 0,'0'0'4948'0,"0"0"-2419"0,-20 70-713 0,12-38-392 16,-4 2-228-16,-4 5 28 0,5-1-60 0,-6 0-200 0,-3-3-332 15,5 0-339-15,-2-3-253 0,2-4-40 16,-6 1-281-16,6-4-559 0,-1 0-284 16,-5-3-512-16,10-6-2864 0,-9 0-5085 0</inkml:trace>
  <inkml:trace contextRef="#ctx0" brushRef="#br0" timeOffset="51116.037">7207 7972 4788 0,'0'0'1564'15,"0"0"4489"1,0 0-4929-16,0 0-348 0,0 0-32 0,0 0 248 16,-80 29 76-16,80-26-4 0,-4 0-140 15,4-3-248-15,0 3-200 0,0 0-36 0,0-3 84 16,0 0-76-16,0 0-43 0,0 4-69 0,4-4-56 0,-4 0-72 15,0 0-28-15,0 0-24 0,5 0-24 16,-1 0 28-16,3 0 176 0,9 2-164 0,0-2-40 16,8 0-36-16,4 0-96 15,0 0 0-15,-5 0-8 0,5 0-52 0,-3-6 56 16,-1 0-56-16,0 0-112 0,-5-1-212 16,1-2-124-1,-4 6-72-15,-4-4-261 0,-4 4-547 16,0-3-948-16,-8 6-1516 15,4-3-657-15,-8 3-2043 0</inkml:trace>
  <inkml:trace contextRef="#ctx0" brushRef="#br0" timeOffset="51303.617">7203 8136 2872 0,'0'0'2792'0,"0"0"2833"16,0 0-4469-16,0 0-544 0,0 0-192 15,0 0 152-15,0 0 100 0,0 0 136 0,0 0 72 16,0 0-380-16,60 14-88 0,-32-14-128 15,0 0-280-15,0 0-4 0,-5 3-172 16,-3-3-64-16,1 0-452 0,-6 3-584 31,-2-3-1200-31,-2 4-5337 0</inkml:trace>
  <inkml:trace contextRef="#ctx0" brushRef="#br0" timeOffset="51936.571">6187 7903 3192 0,'0'0'8509'0,"0"0"-6325"0,0 0-704 15,0 0-148-15,0 0-264 0,0 0-216 16,0 0-28-16,0 0-52 0,79 8-236 15,-58 12-72-15,-1 5-148 0,-5 4-48 16,2 3-39-16,-6 2-129 0,2 1-100 16,-9 1-80-16,0-5 76 0,-1 1-120 0,-3-7 64 15,0-6-61-15,0-3 9 0,0-6-8 16,0-4-40-16,0-3-120 0,0-3-24 0,0 0 72 16,0 0-60-16,0 0-76 0,4 0 4 0,-4 0 68 15,4-9 160-15,-4-3 128 16,9-7 8-16,-5-11-84 0,0-1 76 0,-1-1 0 15,5-3 0-15,-4 0-52 0,5 3 60 16,-2 0-40-16,5 7 40 0,1 3 4 16,-6 6 68-1,5 4-20-15,-5 1 144 0,2 6 12 16,3 2-36-16,-5 3-76 0,2 0 88 0,3 5-12 16,-1 5 60-16,2 0 36 0,-2 5-12 15,2 2-96-15,-5 5-64 0,3 0-84 0,-3 0 40 16,1 6-52-16,-5 1 0 0,-1-1-12 15,1 4-48-15,-4 0-132 0,0 3-200 0,0-2-84 16,0-2-136-16,0-4-4 16,0 0-396-16,0-5-752 0,0-3-1004 15,0-6-1769-15,4-1-2267 0</inkml:trace>
  <inkml:trace contextRef="#ctx0" brushRef="#br0" timeOffset="66263.004">12164 11662 8700 0,'0'0'348'0,"0"0"3661"16,0 0-3105-16,0 0 20 0,0 0 208 16,91-23 184-16,-59 17-304 0,8-1-224 15,4-1-172-15,3-2-212 16,2-1-52-16,2-1-108 0,-7 3-48 0,-4 0-196 16,-5-1-52-16,-3 6-108 0,-8-2-72 0,-7 6-24 0,-2 0-160 15,-7 0-392-15,1 0-168 0,-6 10-428 16,-3 0-608-16,0-1-1012 0,-16 10-2629 0</inkml:trace>
  <inkml:trace contextRef="#ctx0" brushRef="#br0" timeOffset="66439.242">12279 11797 260 0,'0'0'8840'0,"0"0"-6671"0,0 0-1101 0,0 0-468 0,0 0 460 16,0 0 128-16,0 0-92 0,0 0-224 15,100 54-240-15,-61-50-172 0,-3-4-164 16,5 0-172-16,-6-9-124 0,1 0-76 16,0-2-184-1,-4-1-368-15,-4 2-532 0,-4-2-536 0,-9 3-1468 0,1-10-4205 0</inkml:trace>
  <inkml:trace contextRef="#ctx0" brushRef="#br0" timeOffset="66703.126">12630 11195 5852 0,'0'0'1848'0,"0"0"832"0,76 0-1263 0,-40 2-493 16,3 5-364-16,1 3-152 0,4 6-268 15,-8 5-140-15,-1 11-36 0,-3 7-156 0,-4 8 52 16,-7 7-140-16,-10 10 88 15,-7 2 0-15,-4 7 40 0,-8-3 48 16,-3 1 104-16,-10-5 152 0,5-6-140 0,-3-6 64 16,2-6 20-16,6-6-96 0,3-11-100 15,3-6-156-15,5-6-348 0,0-9-1341 16,5-4-2051-16,10-9-872 0</inkml:trace>
  <inkml:trace contextRef="#ctx0" brushRef="#br0" timeOffset="67104.697">14873 11262 8340 0,'0'0'1840'15,"0"0"-771"-15,0 0-977 0,0 0 76 16,8-73 216-16,-16 62 280 16,-4 9-164-16,0 2-284 0,-7 0-216 0,-6 13 0 0,-3 5 248 15,-3 7 196-15,-5 11 340 0,-8 5 264 0,0 7 80 16,-4 6-244-16,-3 6-232 0,-1 10-184 16,0 0 0-16,4 6 60 0,12-3 44 15,0 0-84-15,17-6-160 0,2-7-72 0,13-4-36 16,4-10 85-1,17-5 7-15,6-10-92 0,9-5-172 0,8-7 0 0,4-7 72 32,4-8 172-32,-5-4-136 0,1-4-84 0,-4-4-64 15,-8-6-8-15,-4 2-84 0,-5-4-252 16,-2 0-112-16,-10 0-100 0,2-3-193 0,-9 0-407 16,-1 0-608-16,-3-3-948 0,-3-4-1112 15,-5 7-425-15,-12-9-2507 0</inkml:trace>
  <inkml:trace contextRef="#ctx0" brushRef="#br0" timeOffset="67392.837">14422 11874 7824 0,'0'0'4301'16,"0"0"-2845"-16,0 0-544 0,0 0 448 15,0 0 292-15,0 0-144 16,0 0-380-16,80 45-408 0,-52-39-308 16,4-6-168-16,-4 0-148 0,-4 0-48 0,3-3-48 15,-2-4-240-15,-5-2-236 16,4 3-108-16,-9-4-164 0,-2 4-88 0,-2-4-76 15,-3 4-232-15,-4 0 0 0,0 2 452 16,-4 1 288-16,0 3 264 16,0 0 140-16,0 3 216 0,0 10 404 0,0 3 96 15,0 3 24-15,0 9-40 0,0 2-132 16,5 1 124-16,-1 4-212 0,-1 0-160 16,1 0 24-16,-4-1-76 0,4 4-120 0,4-6 108 15,1-3-108-15,-6-6-148 0,5-11-48 0,0-2-96 16,1-4-592-16,2-6 12 0,5 0-116 0,0-3-460 15,4-10-1184-15,-4 3-2685 0,12-18-3259 16</inkml:trace>
  <inkml:trace contextRef="#ctx0" brushRef="#br0" timeOffset="67745.169">15219 11651 11189 0,'0'0'1656'0,"0"0"-992"0,0 0 248 0,0 0 364 0,0 0-160 15,0 0-260-15,100-40-360 16,-64 24-212-16,4-7-232 0,0 4 44 0,-1 0 28 16,-2 4-124-16,-2-1-8 0,-3 6 8 15,-4 1-88-15,-5 3 28 0,2 6 12 16,-5 0 48-16,0 6 0 0,-4 3 0 15,0 7 120-15,-1 0 128 0,2 6-76 0,-2-2-48 0,2 2 60 16,-2 0-60-16,1-3 132 0,4 0 208 0,0-6 244 16,4-4-332-16,-5-2-168 15,9-1-88-15,-3-6-48 0,-1 0-72 16,0 0-60-16,-1-6-340 0,-3-1-244 0,0 1-152 16,-4-1-124-16,-4 4-340 15,-4-1-640-15,-4 2-900 16,-4 2-1637-16,-8 0-1139 0</inkml:trace>
  <inkml:trace contextRef="#ctx0" brushRef="#br0" timeOffset="67961.755">15427 12068 13401 0,'0'0'2216'15,"0"0"-1300"-15,0 0-340 0,0 0 376 16,0 0 624-16,107-10-488 15,-67 1-468-15,8-1-180 0,-4 1-123 0,0-1-125 16,0 1-192-16,-5 2-92 0,-3-2-64 16,4-1-113-16,-5 1-303 0,2 2-344 15,7-2-172-15,-1 2 164 0,5-5 516 0,-12 5-3368 0,16-5-4717 16</inkml:trace>
  <inkml:trace contextRef="#ctx0" brushRef="#br0" timeOffset="68357.703">16694 11364 6064 0,'0'0'9145'0,"0"0"-7849"0,0 0-920 0,0 0-116 16,95 0 684-16,-50-4 288 16,-2 1-524-16,13 3-328 0,0-4-40 0,4 4-216 15,3 0-28-15,-3 0-48 0,0 7 100 16,-9 2-64-16,-3 0-84 15,-8 5-48-15,-8 5-148 0,-12 0-12 0,-4 9 160 16,-9 1 40-16,-7 6-4 0,-11 3-28 16,-13 3 40-16,-12 7 60 0,-11-1-52 15,-2 1-8-15,-7 0 12 0,0 3 36 16,5-7 28 0,3 1 156-16,5-1-16 0,7-6-8 0,8-3-52 15,8-6-7-15,8-4-53 16,8-3-24-16,4-3-8 0,12 1 152 0,3-5 464 15,13 1-124-15,9-3-280 0,6 0-92 16,9-4-28-16,3 0-24 0,5-5 72 16,4-1-132-16,1-3-72 0,-2-3 0 15,1-3-72-15,-4-1-96 0,-9-7-172 16,-3 2-188-16,-8-3-92 0,-5 2-8 16,-7-6-101-16,-3-4-211 0,-9 1-440 0,-4-3-712 15,-5-6-800-15,-7 8-1781 0,0-21-1027 16</inkml:trace>
  <inkml:trace contextRef="#ctx0" brushRef="#br0" timeOffset="68543.582">17766 11443 4576 0,'0'0'6076'16,"0"0"-2239"-16,0 0-3181 0,0 0-288 0,0 0 436 16,-100 82 740-16,76-50-116 15,-4 6-336-15,0 10-324 0,-4-1-248 0,-3 7-67 16,-5 3 19-16,0 4-156 0,-8-1-316 15,-4 3-12-15,4 1-136 0,-3-4-240 16,3-3-545-16,0 0-359 16,4-2-600-16,12-18-1984 0,-7 8-2013 0</inkml:trace>
  <inkml:trace contextRef="#ctx0" brushRef="#br0" timeOffset="70403.027">19199 12306 536 0,'0'0'9156'16,"0"0"-7647"-16,0 0-813 16,0 0-312-16,0 0 344 0,0 0-12 15,0 0-196-15,0 0-244 0,-19 80-276 16,3-50-24-16,0 0-104 0,0 2-60 15,-3-1-40-15,-2-1-536 0,1-3-684 0,5-7-1561 16,-13 8-3855-16</inkml:trace>
  <inkml:trace contextRef="#ctx0" brushRef="#br0" timeOffset="72686.207">21048 11214 7140 0,'0'0'1000'0,"0"0"1344"0,0 0-1107 0,0 0-225 16,0 0 352-16,37 67-276 0,-22-33-236 0,-2 11-184 15,2 3-196-15,-3 9-124 16,0 9-124-16,0 0-64 0,-4 5-152 15,0 2-8-15,-4-3-60 0,4-3-16 0,0-11 12 16,0-7 64-16,4-9 148 0,-4-14 76 16,8-4-16-1,-1-9 16-15,2-7 32 0,2-6-44 16,9-3-68-16,-4-10 4 0,8-9-24 16,0-7 24-16,4-5-144 0,-5-8-4 15,6-2-12-15,-5-1-36 0,0-2 40 16,-4 0 8-16,-5-5 0 0,-3 2-12 0,-3-4-132 15,-2 3-40-15,-3 0-28 0,-4 3 16 16,0 4-100-16,-4 6-24 0,0 9 36 0,-4 7-88 16,0 6-124-16,-4 7-228 0,-4 2-424 15,-8 7-528-15,8 0-1197 0,-20 3-2199 0</inkml:trace>
  <inkml:trace contextRef="#ctx0" brushRef="#br0" timeOffset="72870.725">21065 11712 5716 0,'0'0'4256'0,"0"0"-3003"0,0 0-277 15,0 0 148-15,0 0 400 0,0 0-232 16,103 16-412-16,-59-16-372 0,3 0-248 0,6-3-120 16,-1-3-140-16,-1-1-64 15,1 1-172-15,0 0-548 0,-1-1-296 16,-3 4-140-16,-12-3-1408 0,16 3-3737 0</inkml:trace>
  <inkml:trace contextRef="#ctx0" brushRef="#br0" timeOffset="73427.678">23041 11439 2936 0,'0'0'4160'16,"0"0"-19"-16,0 0-2897 0,0 0 172 15,0 0 152-15,0 0-336 0,0 0-348 16,0 0-376-16,0 0-252 0,-72 92-132 16,44-56 12-16,0-2 0 0,4-2-60 0,0-3-16 15,9-7 12-15,3-3 40 0,3-10 24 16,9 1 16-16,0-7-152 15,4 4-88-15,9-2 88 0,2-1 0 0,9 5-4 16,8 1 0-16,4-1-44 0,0 5-76 0,0-2 64 16,0 7-28-16,-8-3 84 15,0 3-44-15,-9 3 48 0,-2-3 12 16,-6 0 160-16,-3 0-24 0,-8-3 72 0,0 0-24 16,0 0-36-16,-4-1 0 15,-8 2-52-15,-4-9-20 0,1 6-16 16,-6-5-72-16,-3-2-120 0,5-4-124 0,-1-3-96 15,4 0 8-15,0 0 0 0,4-6-188 16,0-7-272 0,4-3-88-16,4-7-532 0,4-2-524 15,0 3-2225-15,8-16-2639 0</inkml:trace>
  <inkml:trace contextRef="#ctx0" brushRef="#br0" timeOffset="73755.428">23400 11700 2492 0,'0'0'9389'0,"0"0"-6965"16,0 0-848-16,-8 89 112 0,-5-58-36 0,2 0-292 16,2 2-268-16,-3-11-375 15,9-3-401-15,-1-10-316 0,4 1-24 0,0-7-60 0,7-3-88 16,5 0-140-16,4-6-89 16,5-7-111-16,7-6-232 0,-5-3-320 0,5-7-352 15,0 1-580-15,-4-1-88 0,-4 4 232 16,-1-4 283-16,-2-3 225 15,-9 1 384-15,-1-2 960 0,-3 0 76 0,1 4 948 0,-5 7 488 16,0 8 133-16,0 8-101 0,0 3-328 16,0 3-144-16,0 13 24 0,0 6-44 0,0 13-216 15,4 6 8-15,0 6 220 16,-4 0-127-16,4 0-273 0,-1-2-312 0,1-7-352 16,-4-6-48-16,8-10-84 0,-3-7-28 15,-1-2-180-15,3-10-216 0,5 0-65 16,1-6 73-1,2-13-196-15,5-3-508 0,4-13-856 16,-8 8-2196-16,12-20-2037 0</inkml:trace>
  <inkml:trace contextRef="#ctx0" brushRef="#br0" timeOffset="74103.594">23969 11144 9548 0,'0'0'3013'0,"0"0"-1129"0,0 0-296 0,0 76-112 0,-8-34-80 16,4 5-244-16,-3 8-64 0,3 4-275 15,-1-1-365-15,-3 2-240 16,4-6-136-16,0-3-72 0,4-7-56 0,0-12-4 16,0-4 52-16,4-9 8 0,4-3-4 15,5-6-56-15,2-1-100 0,1-2 40 0,4-2-24 16,4 2 8-16,0 0-21 0,0 2 9 0,-1 1-44 16,-3-1 44-16,1 4 16 0,-6 0 44 0,2 3 28 15,-6-4 60-15,2 4 0 16,-6 0 0-16,-3-3 88 0,0-4 56 15,0 1-36-15,-4-1 4 0,0-3-28 16,0-2-72-16,-8 2-8 0,-8-6-4 16,0 3-52-16,-8-3-156 15,0 0-8-15,1 0-28 0,-5-7-76 16,4-1-92-16,-4-5-92 0,0-3-268 0,4-3-376 16,1 0-692-16,2-3-448 15,9 6-661-15,0-10-2895 0</inkml:trace>
  <inkml:trace contextRef="#ctx0" brushRef="#br0" timeOffset="74720.371">24842 11769 3544 0,'0'0'1524'16,"0"0"-1056"-16,0 0 1236 0,0 0 2781 0,0 0-2861 15,0 0-264-15,0 0-240 16,0 0-16-16,0 0-136 0,-95 28-16 16,67 8-20-16,0 5-200 0,-4 4-208 0,4-4-120 15,4 0-112-15,3-9-159 0,10-7-133 16,7-5 0-16,0-11-109 0,4-3-15 0,8-6-80 0,3 0 204 0,10-9-64 16,3-4 64-16,4-6-84 0,0-7-108 15,-1 1-140-15,-3 0 100 0,4-1 0 0,-8 4 24 16,-1 3 64-16,2 3-4 15,-5 7 52-15,3 3-76 0,-2 6-24 16,-2 0 24-16,-2 9 84 0,2 10 88 0,2 3 116 16,-6 10 80-1,6 3-60-15,-6 7-40 16,6 2 160-16,-6 0-96 0,-3 7-24 16,0-4 12-16,-8 4 44 0,0-3-20 15,0-4 48-15,-12-2 48 0,0-4-36 0,-4-3-100 0,1-4 0 0,-6-2-68 16,1-4-60-16,1-8 44 0,-2-3 12 15,6-3 13-15,-5-8-25 0,3-3-36 16,-2 0-12-16,-1-14-84 16,4 0-149-16,-4-16-107 0,0-1-48 0,1-7-88 15,-2-7-148-15,5-3-296 16,4-2-400-16,1-1-656 0,7 13-2108 16,4-17-2257-16</inkml:trace>
  <inkml:trace contextRef="#ctx0" brushRef="#br0" timeOffset="74958.009">25304 11837 8460 0,'0'0'3281'0,"0"69"-841"0,4-28-396 0,-4 7-376 0,0 13-312 15,0-2-460-15,0 5-360 0,0 6-232 16,-4 0-184-16,-1 2-120 0,2 8-52 15,-9-1-32-15,4 1-88 0,-8-7-204 0,8-10 72 16,0-6 20-16,0-15 16 16,4-10 48-16,0-10-40 0,4-9-132 15,0-6-88-15,13-7-192 0,-6-7-124 0,9-9-672 16,-4 0-984-16,8-16-2501 0</inkml:trace>
  <inkml:trace contextRef="#ctx0" brushRef="#br0" timeOffset="75194.338">25272 11797 1488 0,'0'0'1864'15,"0"0"5861"-15,0 0-6249 0,0 0-568 16,0 0 96-16,0 0 356 0,0 0-416 0,104-12-288 16,-73 19-172-16,5 5-88 15,-4 4-88-15,-4 1-108 0,0 1-28 0,-12 5-28 16,-4-1-92-16,-8 0 8 0,-4 3 40 15,-4 4-52-15,-12-4 24 16,-4 4-20-16,-8-3-4 0,-4-1-48 0,-3-3-4 0,3-6-156 16,4-3-172-16,4-4-172 0,4-6-360 0,4-3-532 0,4-3-1144 15,4-6-2833-15</inkml:trace>
  <inkml:trace contextRef="#ctx0" brushRef="#br0" timeOffset="75643.028">26236 11903 6208 0,'0'0'144'0,"0"0"5573"0,0 0-3309 0,0 0-644 0,-80 29-256 16,65-14-224-16,2 7-256 0,-2 0-220 15,7 7-164 1,-1-3-123-16,9-4-193 0,0 0-96 0,4-6-208 0,9-3-24 16,2-7-108-16,5-6 100 15,8 0-56-15,0-6-56 0,4-7-184 0,-4-6-217 0,4-3 81 16,0 0-20 0,-4-7-56-16,0 4-56 0,-5-4-56 15,-3 6 24-15,-3-2 60 0,-6 0 48 0,-7 3 160 0,-4 0 296 16,0 2 40-16,-11 5 212 0,-6 4 164 15,-2 3-140-15,-1 4-236 0,-4 4-16 16,-4 7-68-16,0 9-40 0,0 2 76 16,4 2 44-16,4-1-104 0,9-3-452 15,-2-1-996-15,13-2-1064 0,0-7-5 16,4-2 697-16,16-4 1500 0,4 0 428 16,8-7 388-16,4-2 300 0,3-1 388 15,10 1 317-15,3-1-57 0,-1 1 4 16,5 2 176-16,0-2-492 0,0-3-252 0,-1 1-264 15,-3-1-312-15,-4-5-196 0,-5 3-176 16,2-9-944-16,-18 7-1096 0,13-13-4177 0</inkml:trace>
  <inkml:trace contextRef="#ctx0" brushRef="#br0" timeOffset="75925.687">26897 11426 380 0,'0'0'5352'31,"0"0"-3740"-31,0 0 3929 0,-35 74-3357 0,31-43-584 16,0 7-148-16,4 4-24 0,0 5-208 16,0 7-356-16,0 3-183 0,-4 4-209 15,0 5-312-15,0 4-156 0,-4-3-4 16,-4 3-12-16,4-4-112 0,-4-5 28 0,8-1-132 16,0-3-148-16,4-7-1 0,4 2 205 15,8-4-84-15,4-4-120 0,0-2 168 16,4-4-120-16,-4-7-64 0,-1-2 100 0,-2-10-116 15,-2-7-268-15,-3-2-188 16,1-7-44-16,-1 0 104 0,-5-3 304 0,5-6 20 16,0-13-796-16,4-10-1312 0,-4 7-2325 0,20-28-1351 15</inkml:trace>
  <inkml:trace contextRef="#ctx0" brushRef="#br0" timeOffset="76305.588">27881 11423 8808 0,'0'0'5985'16,"0"0"-4121"-16,80 39-524 0,-27-23-280 15,6-1-92-15,9-2-248 0,7 3-232 0,9-4-76 16,0-2-240-16,3-1-172 0,-7-2-96 15,-4 0 20-15,-12-2-32 0,-13 1-48 16,-10 1-152-16,-14 3-188 0,-15 3-56 0,-8 2 136 16,-12 8 48-16,-16 5 344 0,-15 4 24 15,-10 9 12-15,-10 4 76 0,-9 2 168 16,-3 7 124-16,-2 3-112 0,2 1-24 16,3 2 0-1,5 0-12-15,14-5 72 0,14-8 72 0,18-9 13 16,13-3-61-16,8-10-36 0,20 0 0 0,12-6-4 15,8-2-20-15,12-9-100 16,8-8-168-16,8 0-112 0,-5-8-120 16,5-9-92-16,-4-5-224 0,-4-3-165 0,-5-3-175 15,-7-4-592-15,-16 6-1516 16,8-16-3765-16</inkml:trace>
  <inkml:trace contextRef="#ctx0" brushRef="#br0" timeOffset="76492.972">28854 11715 1684 0,'0'0'11433'16,"0"0"-9405"-16,-71 80-1296 0,39-38-4 15,-5 5 800-15,-2 3-40 0,-5 5-424 16,-4 2-540-16,1-3-368 0,-6-1-156 16,-2 2-120-16,-5-1-392 0,-4-7-488 15,4 4-340-15,0-7-1004 0,17-12-3153 16,-25 16-4839-16</inkml:trace>
  <inkml:trace contextRef="#ctx0" brushRef="#br0" timeOffset="83092.858">19351 12958 10112 0,'0'0'2677'15,"0"0"-1277"-15,0 0-464 16,0 0 236-16,0 0-88 0,0 0-228 0,0 0-144 16,0 0 368-16,0 0-420 0,95 97-244 15,-70-46-64-15,-1 7-60 16,-4 8-147-16,-8 7-145 0,-5 3 0 0,2 0-121 15,-5 3 9-15,-4-2-8 0,0-4 108 16,0-6-72-16,0-10-4 0,0-10-20 16,0-8-12-16,0-11-4 0,0-6-32 15,0-8 44-15,0-12-72 0,0-2-44 0,0 0 128 16,0-13-72-16,8-9 104 0,3-6 64 16,2-11-76-16,2-5 76 0,5-6-108 0,-4-2-72 15,4 5 100-15,-4 9 80 0,0 6 4 16,0 9 0-16,0 17-108 0,-5 6-88 15,2 4 196-15,-2 15 376 0,6 6-20 0,-6 7-172 16,2 3-16-16,-1 3-116 16,-5 1-52-16,1-8 12 0,5-4-12 0,-2-3-208 15,2-6-64 1,6-5-304-16,1-7-356 0,4-6-1220 16,-4 0-860-16,11-6-3493 15</inkml:trace>
  <inkml:trace contextRef="#ctx0" brushRef="#br0" timeOffset="83409.86">20320 13591 6460 0,'0'0'6005'0,"0"0"-4221"0,0 0-936 0,0 0 80 15,0 0 460-15,-96 67-212 0,68-31-316 16,0 2-160-16,4 2-92 0,0 9-84 16,9-5-124-16,-2-3-119 0,6-6-257 0,3-10-24 15,4-5-193-15,4-11-99 16,0-2-96-16,12-7 228 0,-1 0 40 0,9-13 32 0,5-6 4 15,3-7-160-15,-2-2-76 16,2-7 52-16,-3 3-136 0,3-3 72 16,-8 7 24-16,4 2 176 0,-9 7 44 0,-3 6-12 15,-3 7 100-15,-2 3 0 0,-3 3 288 16,0 0 108-16,0 13 104 0,0 2-168 16,1 4-136-16,2 4 0 0,-3-1 0 15,4 3-52 1,5-3-32-16,-2 1-112 0,1-5-112 0,0-1 28 15,0-1-124 1,4-9-440-16,0-5-348 0,0-2-152 0,-4 0-1028 16,4-9-1804-16,3-11-2453 0</inkml:trace>
  <inkml:trace contextRef="#ctx0" brushRef="#br0" timeOffset="83693.581">20833 13560 8324 0,'0'0'6145'0,"0"0"-4293"0,0 0-1104 0,0 0 24 0,0 0 424 15,0 0-216-15,-55 86-356 0,39-64-248 16,8 4-156-16,-5-4-124 0,9-3-88 0,1-1 4 16,3-1-12-16,0-1-72 31,0 0 60-31,7-4 0 16,2 4 12-16,3 0 0 0,0-4 4 0,-4 4-4 0,3 0 12 0,2 0 0 0,2 0-12 0,-3 3-4 0,1-2 0 15,-2-3-68-15,-2 3 68 0,-1-1-4 16,-5 0-88-16,1-4 8 15,-4 1-32-15,-4-4-212 0,-7 4-92 0,-6-4-44 16,-3 4 28 0,-8-6-4-16,1 2-196 0,-6-9-316 0,1 0-660 15,5 0-1404-15,-13-12-3273 0</inkml:trace>
  <inkml:trace contextRef="#ctx0" brushRef="#br0" timeOffset="84061.424">21587 13719 2672 0,'0'0'9325'16,"0"0"-7433"-16,0 0-628 0,0 0-356 0,0 0 380 15,0 0-136-15,84 53-144 0,-41-42-68 16,13-8-244-16,0-3-284 0,4-3-107 15,0-10-189-15,-2-6-116 0,-2 0-96 16,-4-7-293-16,-3-3-255 0,-6-2-296 0,-7-1-288 16,-4-3-944-16,-12 9-3104 0,-5-8-4261 15</inkml:trace>
  <inkml:trace contextRef="#ctx0" brushRef="#br0" timeOffset="84239.915">22000 13306 2552 0,'0'0'9225'0,"0"0"-7741"0,-19 89-696 0,11-38 48 32,4 15 384-32,0 8-104 0,-4 5-112 0,8 0-268 15,-4-2-204-15,4-8-228 0,0-12-268 16,0-9-36-16,8-16-392 0,4-13 36 31,8-13-60-31,4-6 120 0,8-19-64 0,7-9-296 0,2-13-328 0,-2-11-844 0,-7 11-2581 0,4-28-2735 0</inkml:trace>
  <inkml:trace contextRef="#ctx0" brushRef="#br0" timeOffset="84601.531">22435 12953 9292 0,'0'0'4333'16,"0"0"-3469"-16,-8 83-68 0,0-35 872 0,4 12-216 15,-3 10-344-15,-2 3-300 0,5 0-92 16,-4 7-180-16,1-4-195 0,3-1-85 15,-5-4-216-15,5-8-40 0,-3-5-280 0,7-14-133 16,0-13 1-16,0-8 20 0,7-14 28 16,6-9-176-16,2-9 76 0,9-14-76 15,1-8-252-15,3-13-76 0,-2-4-108 16,2-6-208-16,-3 0-44 0,-1-1-20 0,-4 2 324 16,-8 5 640-16,-1 10 284 15,-2 13 128-15,-5 8 964 0,0 15 296 0,-1 4 92 16,1 21-84-16,-4 3-316 15,0 11-364-15,4 8-308 0,-4 5-116 0,4 5 4 16,-4-5 108-16,4-2 108 0,5-3-180 16,-2-7-164-16,-3-6-160 0,4-7-8 0,4-6-8 15,-4-6-160-15,4-7-64 16,0-6-208-16,0 0-76 0,4-6-48 16,0-7-336-16,0 0-652 15,-4-3-1604-15,0 4-2557 0,0-1-883 0</inkml:trace>
  <inkml:trace contextRef="#ctx0" brushRef="#br0" timeOffset="84887.126">22885 13833 2888 0,'0'0'520'16,"0"0"6332"-16,0 0-4179 0,0 0-1133 16,0 0-456-16,0 0-240 0,88-10-384 0,-64 1-248 0,-1-7-120 15,5 1-92-15,-4-2-224 0,-3-2-400 16,-2 4 32-16,1 2 40 0,-7 0 20 16,-5 4 280-16,-5 2 252 0,-3 7 88 0,0 0 228 15,-7 0 264-15,-6 4-192 16,-6 1-60-16,-1 5 12 0,-5 0 12 15,1 6 20-15,-4 2-60 0,-3 8-52 0,4 3-24 0,-1 6-76 32,0 6 60-32,3 0 188 0,9-2 220 15,1-1-88-15,11-4-224 0,0-8-120 0,4-4-60 16,8-3-64-16,7-3-72 0,9-7-68 16,4-5-56-16,8-4 112 0,8 0-60 15,0-13-444-15,8-3 76 0,0-3-420 0,-1 0-256 16,1 0-1580-16,-16 6-3641 0,16-2-2058 15</inkml:trace>
  <inkml:trace contextRef="#ctx0" brushRef="#br0" timeOffset="85197.797">23877 13821 3360 0,'0'0'9641'0,"0"0"-7649"0,0 0-820 15,0 0-468-15,0 0 252 0,-4 66 116 16,28-47-28-16,4-3-116 0,12 1-224 15,4-12-191-15,11-5-189 0,5-3-140 16,4-10-184-16,4-9-84 0,-4-7-124 0,0-2-168 16,-4-7 11-16,-9 0-327 0,-3-4-164 0,-9 4-432 15,-7 3-1044-15,-11 1-2380 16,-10 11-2201-16</inkml:trace>
  <inkml:trace contextRef="#ctx0" brushRef="#br0" timeOffset="85411.857">24399 13414 3284 0,'0'0'9093'0,"0"0"-7629"0,0 0-892 16,-56 98 124-16,45-46 260 16,3 5 44-16,0 9-68 0,3 7-168 0,1 7-172 0,4 5-140 15,0 8-48-15,0-2 12 0,-3 8-4 0,3-4-216 16,-4-3-100-16,4-6 28 0,0-3-64 16,0-11-48-16,4-4-12 0,8-12 0 15,-4-11-304-15,3-7-112 0,-3-16-68 16,5-8-168-16,-6-14-316 0,5-7-232 15,4-19-148-15,5-12-404 0,-2-12-132 16,1-11-537-16,1-12-2059 0,-6 15-1135 0,5-40 5615 16</inkml:trace>
  <inkml:trace contextRef="#ctx0" brushRef="#br0" timeOffset="85693.77">24846 13939 3968 0,'0'0'9765'0,"0"0"-7981"0,0 0-940 0,19 88 312 0,-19-56 132 15,5-7-296-15,-1-6-404 16,0-6-356-16,3-4-148 0,1-9 76 0,9 0-16 16,2-3-144-16,1-13-136 0,4-3-184 15,-3-3-20-15,-2-7-28 0,1 4-12 16,-12 3 124-16,0-1 256 0,-8 8 60 0,0-1 76 16,-16 3-124-16,0 3 296 15,-7 4-64-15,-2 6-88 0,-3 3-156 0,0 13-112 16,0 3 40-16,0 7-28 15,4 2 52-15,1 4 44 0,3-3-8 0,4-4-160 16,4-3-148-16,0-6-208 0,4-3-136 16,4-4-316-16,4-6-452 0,0-3-692 0,0-3-1713 0,4-6-2227 15,4-1 3000-15</inkml:trace>
  <inkml:trace contextRef="#ctx0" brushRef="#br0" timeOffset="85903.662">25037 13894 1368 0,'0'0'10325'0,"0"0"-7597"0,0 0-1176 0,80 9-28 0,-53 4-116 31,-3 3-536-31,0 5-432 0,0 5-208 16,-8 6 0-16,4 3 96 0,-4 0 364 15,0-4-531-15,-4 4-157 0,-4-5 40 16,-4-5-44-16,0-6-73 0,-4-4 25 0,0-5 40 16,0-7 4-16,0-3 4 0,0 0 0 15,0-9-136-15,0-10-116 0,8-7-80 16,-1-9-56-16,6-6-136 0,-2-7-236 0,2-5-520 0,-1-1-1304 15,-1-1-2993-15,-2 14-3563 0,6-6 9024 16</inkml:trace>
  <inkml:trace contextRef="#ctx0" brushRef="#br0" timeOffset="86378.186">25574 13795 3800 0,'0'0'10121'15,"0"0"-8401"-15,-3 79-1100 0,-1-47 688 16,0 6 356-16,0 1-452 0,0-4-516 0,4-1-344 15,0-2-108-15,4-4 33 0,4-5 259 0,-1-5-488 16,-7-1-48-16,5-4-280 16,-1-7-156-16,0-4-209 15,0-2-159-15,7-2 32 0,2-15 232 0,-2 3 136 16,6-12 72-16,-2 3 24 0,2-5-40 16,-2 6 48-16,-2-1 300 0,-2 10 76 15,-7 4 224-15,0 9 156 0,0 0 72 0,-4 0 40 16,0 9-92-16,0 4-144 0,0 0-160 0,0 3-76 15,0 0-36-15,-4-3-48 0,4-1-12 0,0-6-44 0,0-2 32 16,0-4 12-16,8 0 44 0,4-4 56 16,0-5-28-16,12-4-68 15,0-6-4-15,4 0 0 0,0 0 36 0,0 0-36 16,-1 3-160-16,-3 4 76 0,0 3-24 0,-3 2 108 16,-2 7 0-1,-7 0 108-15,-4 7 40 0,-4 2 144 16,0 7 36-1,-4 0-168-15,4 2-100 0,0-5 156 0,0 0 309 0,4-4-321 16,-4-3-196-16,4-2-8 0,-1-4 0 16,2 0-120-16,-1-4 108 0,7-2-48 15,2-10-72-15,-1 1-4 0,3-2-69 16,-2 2-3-16,-2 2-96 0,-7 4 24 16,1 6 36-16,-6 3 0 0,1 3 48 0,-4 6 12 15,0 7 64-15,0 3 32 0,-7 0-32 16,3 3-76-16,-1 1-260 0,5-5-652 0,0 2-1380 15,0-8-352-15,5 4-9413 0</inkml:trace>
  <inkml:trace contextRef="#ctx0" brushRef="#br0" timeOffset="87378.577">28543 13840 3544 0,'0'0'128'0,"0"0"5004"0,0 0-3712 16,0 0-27-16,0 0-125 16,0 0 96-16,0 0-28 0,0 0-280 0,-88-32-332 0,72 32-80 15,5 0-200-15,-5 0-60 0,-4 3-16 16,0 13-36-16,0 6-52 0,0 13-120 16,-4 9 60-16,0 7-36 0,4 3 24 15,0-3 144-15,9-7-48 0,2-6-168 0,5-13-88 16,4-5 0-16,9-10-48 0,6-4-36 15,5-6-76 1,12-6 40-16,4-10-60 0,4-12-136 16,0-5-64-16,3-8-80 0,-3-3 44 0,4-1 36 15,-8-3-24-15,0 4 112 0,-4-7 32 16,0 3-8-16,-5-9 8 0,-2-3 28 0,-6-3-152 0,-3-8-120 16,0 2 116-16,-8-4-156 0,0 3-12 15,-8 7-208-15,0 6 288 16,0 12 428-16,0 10 52 0,0 16 524 15,-4 10 244-15,0 5 20 0,4 4-308 16,-3 0-108-16,3 6-128 0,-5 4-64 0,-3 10-44 16,0 7-80-16,1 12 4 0,-2 9 60 15,-3 6 36-15,5 9-72 0,-6 7-124 16,1 4 64-16,-4 8-16 0,-3 0 20 0,-5 4-80 16,0-1-60-16,-1-6-136 0,2-5-148 15,3-7-296-15,5-14 20 0,10-9-424 0,5-5-400 16,5-14-648-16,10-6-1133 0,5-9-3023 15,8-10 3888-15</inkml:trace>
  <inkml:trace contextRef="#ctx0" brushRef="#br0" timeOffset="88201.663">29240 13465 4212 0,'0'0'5896'32,"0"0"-3643"-32,0 0-861 0,0 0-212 15,0 0 404-15,0 0-340 16,0 0-304-16,100-10-240 0,-56 4-284 0,8-3-160 0,4-4-96 16,4 2-64-16,-5 6-96 0,-3-1-12 0,0 3-136 0,-13 3-72 15,-3 0 144-15,-8 9-92 16,-8 1-16-16,-8 5-12 0,-8 1-4 15,-4 9 40-15,-12 4 160 0,-8 6-8 0,-4 3-76 16,-8 4 72-16,-8 2-36 0,1 0 44 16,-1 7-60-16,-4-3 64 15,0 2 4-15,-4 4 0 0,5-2 8 0,-2-2 88 16,10 1 168-16,-1-4 40 0,12-1 60 16,5-9-100-16,6-5-36 0,9-7-96 15,4-6-52-15,17-6 76 0,6-3 144 0,12-4 24 16,14-3-120-16,7-3-136 15,7-3-72-15,1-3-48 16,4-4-24-16,-5 0-88 0,-3-2-32 16,-4 2-152-16,-8 1-116 0,-8-4-32 0,-8 4 4 15,-4-7-116-15,-4 2-272 0,-5-5-616 0,1 0-1060 16,-4 5-2021-16,0-16-2987 0</inkml:trace>
  <inkml:trace contextRef="#ctx0" brushRef="#br0" timeOffset="88401.588">30097 13690 7900 0,'0'0'4205'16,"0"0"-2937"-16,0 0-836 0,-100 82 252 0,65-43 752 16,-5-1 40-1,3 3-508-15,-2 1-452 0,-1 3-220 16,1-4-284-16,-2 3-12 0,2-3-284 15,-5 0-380-15,4 1-252 0,-4-4-488 16,12-10-1392-16,-12 10-4001 0</inkml:trace>
  <inkml:trace contextRef="#ctx0" brushRef="#br0" timeOffset="89567.721">26710 15440 1604 0,'0'0'2372'0,"0"0"5737"0,0 0-6729 0,0 0-440 16,-79-22 448-16,63 18 52 0,0 4-536 16,0 0-312-16,0 0-172 0,0 7-64 0,4 5-88 15,-8 7-60-15,5 13 24 16,-6 7 0-16,1 8 36 0,1 7 96 0,2 1-20 15,-3-5-140-15,8-6-68 0,5-9-39 16,3-10 59-16,4-12-8 0,0-7-92 16,4-6-52-16,7 0 136 0,10-9 188 0,-1-10-316 15,7-9-12-15,1-7-228 0,0-10 32 16,4-3-72-16,-4-2 3 0,0-2 21 16,-4-2 24-1,0 4 100-15,-5-4-40 0,-2 0 28 0,-6-3-40 0,-3 0 24 0,1 3 64 16,-6-3 0-16,1 7 80 0,-4 1-144 15,0 5 148-15,0 9 72 0,0 6 124 16,0 14 84-16,0 5 136 0,0 6-76 16,0 4 1-16,0 0-61 0,0 7-136 0,0 2-84 15,4 7-60 1,-4 10 136-16,0 9 20 0,0 3-36 0,0 10-24 16,0-1 4-16,0 6 8 0,0 8-96 15,-4-1 36-15,0 5-48 0,1 1 0 16,-6-3-96-16,1 1-60 0,0 0-4 15,5-7-80-15,-1-6-296 0,4-8-169 16,0-4-171-16,0-11-164 0,11-12-552 16,6-9-1076-16,2-7-1849 0,-3 0-2391 0,9-26 5120 15</inkml:trace>
  <inkml:trace contextRef="#ctx0" brushRef="#br0" timeOffset="89912.299">27328 15440 5884 0,'0'0'1416'0,"0"0"3609"15,0 0-4117-15,0 0-348 0,0 0 792 0,0 0 72 16,0 0-540-16,-87 32-352 16,74-20-136-16,-2 4-16 0,-2 7 40 15,2 2-16-15,-2 6-100 0,2 5-32 0,3 1-40 16,0 2-36-16,8-1-16 0,-1-4-56 16,5-1-16-1,9-5-8-15,6-3-76 0,2-6-24 16,7-6-244-16,-1-3-148 0,5-10-24 0,4-4-60 15,0-9-188-15,0-5-212 16,-8-5-428-16,-4 1-1060 0,-5 0-2121 0,-6 6-4031 16,-9-6 7408-16</inkml:trace>
  <inkml:trace contextRef="#ctx0" brushRef="#br0" timeOffset="90084.986">27220 15624 7416 0,'0'0'5733'15,"0"0"-4057"-15,0 0-1184 0,0 0 76 0,0 0 772 16,0 0-252-16,0 0-336 0,80 41-348 0,-52-41-196 16,3 0-208-16,-3-6-48 15,4-4-404-15,0-2-360 0,-4-4-192 16,0 0-260-16,0 0-880 0,8-3-2669 0,-1 3-2783 16,-7 6 6564-16</inkml:trace>
  <inkml:trace contextRef="#ctx0" brushRef="#br0" timeOffset="90324.381">28097 15166 7612 0,'0'0'6105'0,"0"0"-3633"0,0 0-1608 0,0 0-352 16,0 0 292-16,0 0-44 0,-68 89-376 0,53-47-56 16,-6 5 40-1,-3 11 36-15,0 8-28 0,-8 3-24 16,-3 5-48-16,-1-1-108 0,-4 4-147 0,5-11-49 0,7-6-269 15,0-12-203-15,7-13 32 16,14-9 112-16,3-14-124 0,4-12-456 0,7 0-424 16,10-12-632-16,6-14-340 0,5-6-569 15,0-8-1999-15,-4 4-803 0,16-28 5675 16</inkml:trace>
  <inkml:trace contextRef="#ctx0" brushRef="#br0" timeOffset="90544.38">28153 15341 1580 0,'0'0'10045'0,"0"0"-7793"0,0 0-1212 0,0 0-100 16,0 80 16-16,-4-42-372 16,-8 10-172-16,3-1-228 0,-6 1-124 0,2 2-52 0,-2-2-8 15,-5-4-72-15,4-2-4 16,4-7-48-16,-4-4-112 0,9-9-272 16,-2-9-64-16,5-7 68 0,0-6 0 0,4 0-276 15,0-12-720-15,8-7-785 0,4-10-1691 0,4-6-1484 16,4-2 5332-16,-4 5-708 15</inkml:trace>
  <inkml:trace contextRef="#ctx0" brushRef="#br0" timeOffset="90737.335">28229 15402 3008 0,'0'0'744'0,"0"0"4564"0,0 0-1143 0,0 0-2389 0,0 0-356 0,0 0 272 16,0 0-240-16,0 0-708 0,0 0-376 0,79 12-124 16,-67 14-100-16,-4 2-80 0,0 1-64 0,0 7-8 15,0-8-68-15,-4 2-8 0,4 0 36 16,-4-2 48-16,-4-3 0 0,0 1 0 15,0-7 60-15,0-7 36 16,0-2-92-16,0-3-4 0,0-7 52 16,4 0 116-16,3-10 76 0,6-9 0 0,7-9 37 15,3-7-101-15,9-16-180 16,5-6-84-16,2-10-365 0,5-3-259 0,4-4-156 16,3 9 28-16,1 1 112 0,-12 19-2368 15,0-2-4281-15</inkml:trace>
  <inkml:trace contextRef="#ctx0" brushRef="#br0" timeOffset="102319.716">6893 12566 2916 0,'0'0'456'15,"0"0"1448"-15,0 0 2280 0,0 0-2635 16,0 0-289-16,0 0-176 0,0 0 188 0,0 0-52 16,0 0-216-16,0 0-144 15,3-16-44-15,-3 16-104 0,0 0-124 0,0 0-148 16,0 3-148-16,4-3-48 15,0 0-84-15,0 0-36 0,0 0 92 0,5-3 40 16,2 3-36-16,1-3-87 0,8-3 15 16,0 4-64-16,4-5-24 15,3 7-56-15,10-7 4 0,-1 7 0 0,3 0 0 16,6-3-8-16,-2 3-4 0,4 0-56 16,2 0 48-16,-1 0-48 0,-1 0-4 15,5 0-32-15,-5 0-37 0,9 0-39 0,4-3 52 16,0-1 120-16,4-5-8 0,3 0 8 0,2-1-120 15,-5 1 68-15,3-4 4 0,-3 6-12 16,3-2 0-16,1-1-52 0,-1 4 4 16,2 0 48-16,-2 0-4 0,5 1 4 15,-9 0 56-15,-3 2-68 0,0-1 64 0,-4-3-4 16,-4 5 0-16,-1-2-124 0,-2-1 52 0,-6-2 12 16,1 0-4-16,-4 1-44 15,-4 0 8-15,3-4 52 0,-6 4 12 0,-1-4 44 16,0 1-84-16,0 3 84 0,-1-4-8 15,1 4-36-15,0-4 40 0,0 4-4 0,0 0-60 16,0 3 20-16,3-4 44 16,1 1 4-16,0 3-64 15,-1-3 64-15,2 2-4 0,-1 1-52 16,3-3 8-16,1 2-8 0,0 2 60 16,8-5 0-16,4-2 48 0,4 2-36 15,0-3 52-15,3 1-56 0,0-1-8 16,-3 1 0-16,0-1-4 0,-4 4-8 15,-4-4 0-15,4 7 8 0,-9-3 0 16,5 4 0-16,-4-5-4 0,0 3-40 0,0 1 36 0,0 0 12 16,-4 0 0-1,-1-1 4-15,2 1 4 0,-6 0 0 16,1 0 40-16,-8 0 4 0,-4 0-48 0,-1-4 0 16,-2 4 56-16,-6 0 0 0,-2 0-8 15,2 0-40-15,-2 0 48 0,-6-1 0 16,5 4 28-16,-3-3-28 0,-2 3 12 15,1-3-60-15,5 3 0 0,-6-3 40 16,5 3-44-16,-4-3 0 16,0 3 4-16,0-4 36 0,-4 4 12 0,4 0 28 15,-5-2-4-15,2 2-24 0,3 0 0 0,-4-4 4 16,0 4-52-16,3-3-8 0,2 3-4 16,-1-3-4-16,-1 3 0 0,1-3-4 15,-3 3-4-15,-1 0-40 0,0 0 40 0,0 0 4 0,-1 0-40 16,-3 0 36-16,4 0 4 0,-4 0 0 15,4 0-4-15,-4 0 0 0,0 0-48 0,0 0 52 16,0 0 4-16,0 0-120 0,0 0-256 31,0-4-268-31,-8 4-252 0,5-2-1380 16,-14-2-3549-16,37 14-4375 0</inkml:trace>
  <inkml:trace contextRef="#ctx0" brushRef="#br0" timeOffset="150684.78">8446 13811 6216 0,'0'0'6773'0,"0"0"-5401"0,0 0-800 0,0 0-424 15,0 0 104-15,0 0 104 0,0 0 4 16,0 0 196-16,0 0 168 0,92 10-292 15,-44-8-60 1,8-2-136-16,8 0-100 0,3 0 12 0,1 0-28 16,8-7-68-16,3-1 20 0,1-2-64 15,-1 1-8-15,5-3-112 16,-4 1-120-16,-5 5 8 0,-3-1 40 0,-12 5-100 0,-12 2 36 16,-12 2-212-16,-8 9 64 0,-17 4-132 15,-7 11 236 1,-8 5-96-16,-19 10 100 0,-9 7-140 0,-12 4 148 0,-3 1 104 0,-9 4 124 15,-4 0 52-15,0 1 100 0,0-1-36 32,-4 0 140-32,1-1-92 0,3 2 4 0,0-4 120 15,4-3 80-15,4 0-152 0,9-7 36 16,7-6 100-16,8-2-4 0,4-11-12 16,16-3-48-16,4-3-60 0,4-6-172 0,20 2 132 15,7-2 164-15,14 0 180 0,6 0-132 16,9-1-88-16,4-2 96 15,8-1 0-15,-5-3-88 0,5-1-204 0,-4-5-60 16,-1 0-4-16,2 0-184 0,-10-7-100 0,1 0-292 16,-4-6-104-16,-5-2-476 0,-6-8-412 15,-9 5-1188-15,-1-18-2537 0</inkml:trace>
  <inkml:trace contextRef="#ctx0" brushRef="#br0" timeOffset="150924.184">9860 14018 8672 0,'0'0'4717'15,"0"0"-4413"-15,0 0-252 16,-83 82 264-16,47-43 584 0,-8 5 68 16,-4 9-412-16,-3 5-232 0,-5 8-24 0,-4 1-52 15,0-1-36-15,1 7-100 0,3-3-112 16,0-2-8-16,5-6-40 0,2-4-76 15,6-10 0-15,2-13-24 0,10-4-128 16,7-11-96-16,4-6-260 0,12-7-424 0,5-7-388 16,3 0-668-16,15-9-2317 0,9-10 1473 15</inkml:trace>
  <inkml:trace contextRef="#ctx0" brushRef="#br0" timeOffset="151543.203">10693 13868 1420 0,'0'0'7732'15,"0"0"-6812"-15,0 0-184 0,0 0 265 0,0 0 407 16,0 0-172-16,0 0-228 0,0 0-124 16,0 0-236-16,0 0-188 0,-4 13-176 15,-24 28-112-15,-4 14-36 16,-7 11-36-16,-13 10 84 0,1 10-108 16,-9 3 8-16,-5 8-32 0,-6 9 20 0,-4 11-60 15,-6 1-12-15,2 9-96 0,-8 3 44 16,-1-3-232-16,0 0-296 0,0-7-28 15,0 1 144-15,9-9 228 0,3-10-44 16,5-4 80-16,11-15-112 0,12-11 60 0,8-15-192 16,8-13-428-16,12-12-532 0,8-18-497 15,8-6-831-15,4-10-2420 0</inkml:trace>
  <inkml:trace contextRef="#ctx0" brushRef="#br0" timeOffset="152433.526">10124 15252 4376 0,'0'0'4568'15,"0"0"-3544"-15,0 0-380 0,0 0 157 0,88-50 455 16,-56 37-208-16,3 3-312 0,1 3-132 16,3 7-36-16,2-2-168 0,-5 2-108 15,-4 2-92-15,-4 5-124 0,0 3-76 0,-9 3-116 16,1 3-36-16,-12 3 152 0,-4 9 0 0,-4 0-228 16,-4 11 76-16,-12-1-96 15,-4 3 44-15,-8 3 204 0,-4-2 52 16,0-4 88-16,-3-3 60 0,3 0-24 15,0-7 40-15,0-2 60 0,4-4 20 16,4-3-56-16,8-7-68 16,0 2-96-16,9-9-28 0,3 2-48 0,-1-7-60 15,5 0-304-15,0 0-96 0,5 0 60 16,2 0 400-16,9 0 292 0,4 3 44 16,4-3-112-16,0 3-48 0,3-3-64 15,5 7-12-15,1-4-52 0,-6-1-12 16,10 3-36-16,-5-5-4 0,-1 2-92 0,5 1 44 15,-8-3 48-15,0 0-56 0,-5 0-28 16,-3 0 24-16,-3 0-48 0,-2-3-248 0,-3 1-396 0,-3-5-264 16,2 1-400-16,-3 2-1093 15,-3-9-3087-15</inkml:trace>
  <inkml:trace contextRef="#ctx0" brushRef="#br0" timeOffset="152850.229">10793 15116 4000 0,'0'0'8361'0,"0"0"-7809"0,0 0-248 0,80 0 336 16,-52 0 308-16,7 0-64 15,5 0-244-15,0 0-100 16,8 0-120-16,4 0-20 0,8-4-152 15,-4-1-88-15,0 5 12 0,-1-3-112 0,-7 3-60 16,-9 0-136-16,-7 3 40 16,-8 2 8-16,-3 8-72 0,-14-1 116 0,-3 12 44 15,-4 4 8-15,-16 4 40 0,-4 9 12 16,-4 4-8-16,-4 2 72 0,0 1-116 0,-3 2 0 0,3 5 52 16,-4-4-8-16,9-1 32 15,-2-6 16-15,9 2-96 16,8-9 0-16,1-2 128 0,7-3 140 0,3-7-16 15,9 0-48-15,4-3 172 0,4-3 272 16,8 0-204-16,4-2-216 0,8-8-36 16,-4 1 24-16,7-7-220 15,2 0 8-15,2-3-16 0,1-10-96 0,-1 1-4 16,2-7-404-16,-6-3-160 0,1 0-272 16,-8-6-264-16,-4-1 200 0,-12 7-2156 15,-1-13-3105-15</inkml:trace>
  <inkml:trace contextRef="#ctx0" brushRef="#br0" timeOffset="153023.768">11821 15205 3816 0,'0'0'8501'16,"0"0"-7645"-16,-56 76-628 0,36-38 344 15,-3 13 352-15,-5 3-40 0,4 6-280 0,-4 0-384 16,-4 4-220-16,4 0-276 0,-4 2-380 0,0 1-388 0,0 2-636 15,-3-5-1161-15,7-16-2175 0,-12 18-75 16</inkml:trace>
  <inkml:trace contextRef="#ctx0" brushRef="#br0" timeOffset="154281.487">8072 13284 1108 0,'0'0'8548'0,"0"0"-7540"16,0 0 73-16,-79-35-449 16,51 35 56-16,-4 0-116 0,-5 6-36 0,-3 10-132 15,1 6 280-15,-1 10-208 0,-4 9-164 16,1 9 44-16,-2 15-280 0,2 7 12 16,-2 15-88-16,2 12 148 0,-5 11-144 0,4 7 48 15,5 17-52-15,3 12-48 16,4 10 36-16,12 12 24 0,12 13 52 15,8 6-64-15,12 0 88 0,16 0-88 0,11-6-108 0,17-6 92 16,12-13 16-16,12-12-12 0,12-18-200 16,11-7 28-16,20-17 68 0,8-16-64 15,21-10 168-15,7-15 12 0,17-13 76 0,7-13 116 16,8-16-192-16,9-8-236 0,3-11-168 16,8-6-36-16,4-17 76 0,4-2-168 15,5-6-64-15,-1-6 404 0,-4-8-88 16,4-5-92-1,0-6-176-15,0-14-4 0,0-9 552 0,-4-10 384 16,-4-9 1316-16,1-7-828 16,-9-5-656-16,-8-6-216 0,-16 1-100 0,-11 4-128 15,-17-2 36-15,-16 4-148 0,-11-1 60 16,-20 2-228-16,-17 7 188 0,-15-4 320 16,-17 5 204-16,-18-5 192 0,-18-3-52 15,-14-3 60-15,-13-9-12 0,-20 0-36 0,-21-6-284 0,-18-1-72 16,-20 0 0-16,-21 0 180 15,-20 4 120-15,-15 2-100 0,-12 1-200 0,-17-3-112 16,-7 2 0-16,-17 4-52 0,-14 3-52 16,-13 4-60-16,-17 12-128 15,-11 9-180-15,-11 12 420 0,-10 15-140 0,-3 15 24 0,-12 15-144 16,1 14 284-16,-2 12 88 0,1 9-76 0,8 13-52 16,13 13 132-1,15 3-108-15,15 10-460 0,17 0-249 0,20 6-271 16,12 2 500-16,20 2 16 15,8 9 216-15,15 0-192 0,16 2-512 16,13 4-180-16,11 0-316 0,32-19-1264 0</inkml:trace>
  <inkml:trace contextRef="#ctx0" brushRef="#br0" timeOffset="157154.628">12307 16011 9036 0,'0'0'2429'0,"0"0"-1429"16,0 0-552-16,60 87 76 0,-24-43 604 0,0 10 184 0,3 6-436 15,1 7-364-15,4-1-188 0,-8-3-212 0,0 1-32 16,-5-7-80-16,1-3-12 16,-8-9 0-16,0-11-148 15,-8-9-52-15,0-5-212 0,-4-10 188 0,-3-4-76 0,-2-6-280 16,-3 0-100-16,0-9 60 15,-4-11-192-15,0-6-288 0,0-5-645 16,-8-7-807-16,-8-7-636 0,0-2-1440 0</inkml:trace>
  <inkml:trace contextRef="#ctx0" brushRef="#br0" timeOffset="157294.068">12491 16180 888 0,'0'0'2372'0,"0"0"-1236"0,0 0 3580 0,-88 69-3744 15,60-20-276-15,0 7-255 0,0 8 175 16,0 2 12-16,4 1-168 0,1-7-180 0,6-12-280 15,2-9-228-15,10-18-412 0,1-11-789 16,4-10-1015-16,4-17-520 16,5 3-2296-16</inkml:trace>
  <inkml:trace contextRef="#ctx0" brushRef="#br0" timeOffset="157440.185">12418 16037 6960 0,'0'0'3896'0,"0"0"-2543"0,0 0-265 0,0 0-592 0,0 0 604 16,0 0-80-16,0 0-540 0,0 0-192 15,100 3-152-15,-72 3-124 0,12 0-12 16,4 1-124-16,8-4-188 0,4-3-192 16,-1 3-720-16,5 0-492 0,-16-3-2265 0,3 13-3571 15</inkml:trace>
  <inkml:trace contextRef="#ctx0" brushRef="#br0" timeOffset="157808.921">13347 16662 6552 0,'0'0'7625'0,"0"0"-7081"0,12 73-468 15,-4-35 228-15,0 4 288 0,0-1-104 0,0-4-208 16,0-4-156-16,-1-8-124 0,6-6-76 15,-5-6-72-15,3-7-8 0,-2 0-20 16,2-6 116-16,-3-6 60 0,5-10 0 0,2-9 0 16,-2-4-152-16,-2-9-136 0,1 6 48 15,-3-2 164-15,-6 12 76 16,1 2 100 0,0 10-36-16,-4 5 0 0,0 5 48 0,0 0 376 15,0 0 204-15,0 5-144 0,0 12-124 16,0 2-252-16,0 6-48 0,-4 3-12 15,4 1-36-15,-4-4-76 0,4-2-124 16,0-4-172-16,0-3-64 0,0-7 12 16,0-6-288-16,4-3-372 0,4 0-264 0,0-9 380 15,4-13-720-15,0-6-1361 0,4-8-2219 0,-4 7 1880 16</inkml:trace>
  <inkml:trace contextRef="#ctx0" brushRef="#br0" timeOffset="158072.706">13781 16672 312 0,'0'0'4900'0,"0"0"2857"15,0 0-6093-15,5 70-780 0,-5-45 108 0,0 4 216 16,0-4-368-16,0-3-372 0,3-9-296 0,5-4-164 0,9-9-8 16,-2 0 48-16,5-9 40 0,3-10-28 15,2-7 0-15,-5-2-60 0,0-4-172 16,-1 0-12-16,-6 4 64 0,-2 2-4 0,-3 7 12 16,-8 3 104-16,0 4 8 0,0 2 24 15,-11 4 136-15,-6 0-136 0,-2 6-24 16,-5 2 0-1,-4 8 28-15,4 12-28 0,0 4-144 16,0 9-40-16,4 0 60 0,4 0-36 16,0 0-112-16,5-4-64 0,2-6-296 15,5-5-560-15,4-11-800 0,0-9-616 0,0-6-1561 16,13-20 1957-16,2-12-1880 0,-7 7 3572 16</inkml:trace>
  <inkml:trace contextRef="#ctx0" brushRef="#br0" timeOffset="158266.349">14168 16106 8292 0,'0'0'4245'16,"0"0"-3225"-16,0 0-144 0,0 0 824 16,0 0-396-16,48 80-588 0,-44-29-220 0,7 3 312 15,-3 6 464-15,5 4-760 0,-2 0-364 16,6-1 152-16,-2 0-127 16,1-3-109-16,4-2-64 0,0-5-205 0,0-2-247 15,-4-6-24-15,0-7 40 0,-8-6-372 0,0-13-28 0,-5-4 168 16,-3-8-36-16,0-7-848 0,-7-3-1300 15,-9-7-2629-15,0 1-1603 0</inkml:trace>
  <inkml:trace contextRef="#ctx0" brushRef="#br0" timeOffset="158430.329">14040 16589 1864 0,'0'0'10777'0,"0"0"-8781"0,0 0-1364 0,0 0-180 15,0 0 228-15,0 0 68 0,0 0-152 16,0 0-140-16,107 29-156 0,-66-32-204 15,10-7-96 1,1-2-432-16,8-5-732 0,8 2-368 0,4-1 4 0,-17 2-2333 16,37 2-5507-16</inkml:trace>
  <inkml:trace contextRef="#ctx0" brushRef="#br0" timeOffset="158741.61">15554 16815 11745 0,'0'0'1892'15,"0"0"-952"-15,0 0-308 0,0 0 160 0,-75 53 324 16,75-40-460-16,15-1-320 0,13-1 44 16,12-5-20-16,8-6-80 0,12-10-44 15,8-15-176-15,7-13-60 0,1-10-184 0,4-6-220 16,-5-2-200 0,-7-2-276-16,-8 4-244 15,-12-1-440-15,-12 8-1032 0,-17 12-2369 16,-7-6-1847-16</inkml:trace>
  <inkml:trace contextRef="#ctx0" brushRef="#br0" timeOffset="158942.358">15877 16189 900 0,'0'0'10041'0,"0"0"-7925"0,-40 85-744 0,36-36-400 16,0 17-100-16,4 7-300 0,8 10-112 16,4 6 76-16,4 3 132 0,0 3-216 15,4 3-192-15,-4 4-76 0,-1-4 0 0,-6-6-148 16,-1-5-36-16,-4-12-60 0,-4-11 12 15,0-10-28-15,0-14 68 0,-8-4-52 16,8-14-28-16,-4-6-232 0,-1-9-84 0,1-7-264 0,1-13-200 16,-5-19-1316-16,0-9-2053 15,4 2-15-15,-8-43-888 0</inkml:trace>
  <inkml:trace contextRef="#ctx0" brushRef="#br0" timeOffset="159188.038">16228 16449 5460 0,'0'0'5805'16,"0"0"-4777"-16,84 23-44 16,-61-4 376-16,5 0-124 0,-8 2-508 0,-5 9-340 0,-2-5-4 15,-5 0-148-15,-4 4-124 0,-1-4 48 16,2 1-160-16,-5 0-88 16,0-5-60-16,0-1 36 0,0-8-36 0,0-2 148 15,0-7 12-15,0-3 200 0,0 0-164 0,0-7 4 16,4-8 8-16,0-8 28 0,11-5-76 15,2-7 24-15,2-3-36 0,5-1-220 16,8-3-92-16,0 5-84 0,4-3-608 0,-5 1-612 16,-3 10-1000-1,4-9-2701-15</inkml:trace>
  <inkml:trace contextRef="#ctx0" brushRef="#br0" timeOffset="159460.247">16809 16479 4892 0,'0'0'56'0,"0"75"4340"0,0-43-3288 16,8-3-35-16,4-4 347 0,0-6 80 16,4-13-804-16,4-6-344 0,4-9-88 0,4-10-12 15,8-10-252-15,-4-6-240 0,3-3-376 0,-3-4-204 16,-8 1-144-16,0 4 96 0,-8 5 212 0,-8 3 52 16,-8 4 255-16,0 6 349 15,-12 0 181-15,-3 7 463 0,-10 5-56 16,1 7 220-16,-4 0 44 0,4 12-104 0,-4 14-280 15,9 6-68-15,-1 6-8 0,-1 6-168 16,10 4-120 0,-1-1 8-16,4-3-36 0,4-2-76 0,4-7-76 15,0-7-340-15,4-9-136 16,4-6-144-16,8-7-64 0,4-6 188 16,8-2-168-16,0-11-440 0,4-10 203 0,4-5 897 0,-12 6-5508 15</inkml:trace>
  <inkml:trace contextRef="#ctx0" brushRef="#br0" timeOffset="159761.326">17287 16468 3768 0,'0'0'1616'0,"0"0"5141"0,0 0-4617 0,0 0-876 16,-4 70-596-16,4-54-344 0,0-3-96 0,8-7-92 15,8 1 76-15,8-7-76 0,4-4-24 16,8-9 36-16,8-5-96 16,4-8-44-16,-5-2 140 0,6-1-148 0,-10 0-136 15,-7 1 44-15,-4 6 84 0,-8 0-108 16,-4 6 116-16,-13 0 96 0,-3 3 152 15,0 3-112-15,-11 2 160 0,-9 8-284 0,-8 0 88 16,0 8-28-16,-4 15 52 0,-4 4-124 16,4 13-136-16,4 1 64 0,0 6-40 0,9-2 24 15,3-1-72-15,8-6-36 16,8-9-128-16,0-7-424 16,11-9-180-16,10-9 364 15,7-4 564-15,7-11 176 0,5-5-112 0,12-2 24 0,0-1-176 16,4 2-164-16,-1 2-1460 15,-3 2-696-15,-12 4-805 0,16 2-2791 0</inkml:trace>
  <inkml:trace contextRef="#ctx0" brushRef="#br0" timeOffset="159974.214">18423 16516 3332 0,'0'0'10917'16,"0"0"-8485"0,0 0-944-16,0 0 24 0,0 0-348 15,0 0-484-15,0 0-656 16,0 0-24-16,0 0-412 0,0 0 8 0,0 0 148 0,4 3 112 16,-4-3-384-16,-8 0-516 0,4 0-1024 15,-20 0-3400-15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17:57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1119 870 14941 0,'0'0'2108'0,"0"0"-1612"0,0 0-308 16,-36 88 492-16,32-50 524 0,4 14-80 15,0 5-416-15,4 9-320 0,4 7-107 16,8 13 59-16,4 3 300 0,0 6-228 15,4 7-220-15,0-4-180 0,0-3-12 16,-1-6-204-16,-2-13 8 0,-1-15-20 0,-1-16-16 16,-6-11 76-16,2-15-136 0,-2-6-325 15,-6-7-259 1,5-6-420-16,-3 0-388 0,-2-13-48 16,-3-9-476-16,0-15-748 0,-4 5-2493 15,0-39-150-15</inkml:trace>
  <inkml:trace contextRef="#ctx0" brushRef="#br0" timeOffset="236.705">1055 796 9564 0,'0'0'4597'0,"0"0"-3989"0,0 0-444 0,0 0 88 31,44-69 664-31,-20 56 396 0,4 7-604 16,3 3-312-16,6 3-152 0,7 0 76 0,-5 6-12 15,5 10 60-15,0 3-136 0,-5 4 12 0,-7 8-172 0,-4 4-4 16,-7 6-68-16,-10 7-64 0,-6 5 4 15,-5 5-24-15,-13-1-40 0,-2-3-60 16,-9-4 0-16,4-8 4 0,-5-7 32 16,6-13-88-16,-1-9-228 15,-4-7-240-15,4-6-404 0,0-9-636 16,0-4-2232-16,-7-22-2733 0</inkml:trace>
  <inkml:trace contextRef="#ctx0" brushRef="#br0" timeOffset="480.421">1609 813 7280 0,'0'0'4845'16,"0"0"-4349"-16,0 0-484 0,0 0 700 16,92 0 672-16,-76 6-376 0,3 7-188 0,-2-1-136 15,-6 11-224-15,2 2-104 0,-5 10-120 16,-5 0-136 0,-3 5-88-16,0 2-12 0,-7-3-60 0,-1-8 60 0,3-8 52 15,1-8-4-15,0-9 40 16,4-2 132-16,0-4 212 0,0 0 524 15,0 0-516-15,4-10-440 0,9-3-28 0,2-9-44 16,5-3 12-16,8-10-100 0,4-1-144 0,0-2-112 16,4 4-136-16,0-4-376 15,-1 3-536 1,1 1-1108-16,-3-1-1577 0,-10 9-927 0</inkml:trace>
  <inkml:trace contextRef="#ctx0" brushRef="#br0" timeOffset="744.069">2211 879 7856 0,'0'0'5637'0,"-8"92"-4669"0,8-50-488 16,0 2 676-16,0-3 416 0,0-12-472 16,12-10-484-16,-1-10-284 0,10-9-236 0,3 0 4 15,12-16-52-15,3-9-48 16,5-10-364-16,0-9-396 0,-1-8-252 0,-2 2-244 16,-5 0-356-16,-8 5-764 0,-9 7 331 0,-11 9 545 15,-8 10 684-15,-12 6 816 16,-7 7 740-16,-9 6 1521 0,-4 9-609 0,0 7 256 15,0 7-360-15,-5 3-188 0,10 5-236 0,-4 4-180 16,3 0-200-16,4-4-156 0,3 1-312 16,6-7-276-16,6-5-208 0,5-8-352 0,4-2-212 15,0-7-232-15,9 0-744 0,3-3-1196 16,12-6-3681-16</inkml:trace>
  <inkml:trace contextRef="#ctx0" brushRef="#br0" timeOffset="1023.25">2856 911 9036 0,'0'0'7261'0,"0"0"-5965"0,0 0-1036 0,0 0 380 15,0 0 884-15,0 0-512 0,0 0-548 16,0 0-464-16,0 0-136 0,0 0 4 0,76-67 24 16,-52 36-260-16,-4 1-264 0,-4 5 80 15,-9 6 184-15,2 7 148 0,-9 2-4 0,-4 4 108 16,-5 3 116-16,-6 3 444 15,-5 0 36-15,-1 0-432 0,-2 6 172 0,3 4-36 0,0 2-48 16,0 4 20-16,4 3 28 16,1 0-184-16,6 0-36 0,5 0-160 15,4-3-352 1,0 3-252-16,4-3-76 0,16-3-52 16,0 0-164-16,8-4 148 0,0-6 364 0,8-3-756 15,-4 0-1101-15,8-9-735 0,-1-4 1756 16,2-3 648-16,-13 4-616 0,11-17-2591 15</inkml:trace>
  <inkml:trace contextRef="#ctx0" brushRef="#br0" timeOffset="1507.437">3274 783 12137 0,'0'0'3980'16,"0"0"-3764"-16,0 0-208 0,80-12 564 16,-48-1 0-16,0-3-200 0,0 1-164 15,4-1-208-15,-5-3-12 0,1 0-160 16,-4 3-40-16,-4-3-432 0,0-3-260 16,-8 2-264-16,-4-2-928 0,-4-3-2133 0,-4 6-2287 0,-4-10 4784 0</inkml:trace>
  <inkml:trace contextRef="#ctx0" brushRef="#br0" timeOffset="1661.185">3438 377 11233 0,'0'0'2012'0,"0"0"-1160"16,0 0-120-16,-36 67 376 0,28-28 132 0,4 8-136 15,4 6-216-15,0 8-128 0,0 6 104 16,0-4-252-16,4 5-408 0,8-5-200 0,-4-3-4 16,0 3-156-16,-4-5-380 0,0 2-112 15,-4-6-72-15,-4 0-312 0,-12-3-980 16,-8-4-2352-16,4-11-2769 0,-23 8 2721 0</inkml:trace>
  <inkml:trace contextRef="#ctx0" brushRef="#br0" timeOffset="2026.887">812 2298 14557 0,'0'0'3124'0,"-107"58"-2716"0,79-45-224 0,4-1 76 16,8-2 844-16,8-7-200 0,8-1-904 16,8-2 0-16,15 0-60 0,18 0 60 0,10 0 196 15,21-5-48-15,11-5 44 0,9-6-56 16,12-5 32-16,3-6-132 0,5 2-36 16,8-10-120-16,7-1 112 0,8-4 8 0,5-4-12 0,12-4 12 15,3 0 92-15,4-5 56 0,1-2-40 16,7-8-24-16,0-5-84 0,9-4-96 0,3-7 92 31,0-3-68-31,0-1 0 0,-11 4 72 0,-8 2-12 0,-13 8-208 31,-19 8 148-31,-14 5 64 0,-13 10-176 0,-18 9-172 16,-15 8-68-16,-21 6 80 0,-11 10 24 16,-19 7-24-16,-10 4-120 0,-7 2-104 0,-7 2 172 15,-14 4-440-15,-3 7-1376 0,-3-1-3473 16,3 2-3274-16,-12-1 8959 0</inkml:trace>
  <inkml:trace contextRef="#ctx0" brushRef="#br0" timeOffset="2462.75">5016 619 3604 0,'0'0'10289'0,"0"0"-8809"0,0 0-1076 15,0 0 264-15,0 0 252 0,-52 89 428 0,44-51-120 16,8 4-216-16,0-2-148 0,0-1-159 0,4-8-329 15,7-2-208-15,-2-14-168 16,7-2-60-16,0-6-76 0,3-7-8 0,5-4-72 16,4-12-100-16,4-6-157 0,-4-6-223 15,0-7-168-15,-4-3-56 0,-4 0-288 16,-4-1 416-16,-8 5 92 0,-4 2 36 16,-4 0-4-16,-8 4 364 0,-9 2 28 0,-6 7 276 15,-1 3 704-15,-4 3-60 0,4 7-16 0,5 6 96 16,-1 0-240-16,-1 10-348 0,2 2-88 15,3 7 64-15,0 4-112 0,4-2-112 16,8 2-520-16,0 0-632 0,4-7-2628 16,8 2-3745-16</inkml:trace>
  <inkml:trace contextRef="#ctx0" brushRef="#br0" timeOffset="2810.805">5745 631 15309 0,'0'0'2180'0,"0"0"-1732"0,83-10-204 15,-59-5-132-15,4-3-48 0,0-5-64 16,-3-9-76-16,-2 0-284 0,1-9-444 0,0 0-212 16,0-1-480-16,-5 1-796 0,-6 3-493 0,-9 0 413 15,-4 3 472-15,-13 0 140 0,-6 3 180 16,-13 4 1308-16,-12 6 272 0,0 2 848 16,1 11-840-16,2 9 2024 0,6 9 1976 15,7 11-2508-15,8 11-828 0,0 7-15 16,4 8 767-16,4 4 520 0,8 4-380 0,0 7-540 31,4 2-220-31,0 10 156 0,12 3 292 0,4 10-424 16,0-1-268-16,0-2-75 0,3 0-133 15,-2-7-100-15,-6-3-168 16,2-7-84-16,-1-5-4 0,-9-4-60 0,5-10-176 0,-3-2-196 16,-5-11-41-16,0-4 89 15,0-5-500-15,-16-6-116 0,-5-3-128 0,-7-7-172 16,-7 1-540-16,-9-4-340 0,0-3-477 0,-7-3-1543 15,10 0-848-15,-26-12 4116 0</inkml:trace>
  <inkml:trace contextRef="#ctx0" brushRef="#br0" timeOffset="2942.422">6318 1190 7052 0,'0'0'12149'16,"0"0"-12149"-16,0 0-4088 0,0 0-2585 0</inkml:trace>
  <inkml:trace contextRef="#ctx0" brushRef="#br0" timeOffset="5989.344">5486 683 1788 0,'0'0'4468'0,"0"0"-544"0,0 0-2971 16,0 0-285-16,0 0 436 0,0 0 256 0,0 0-84 0,0 0-332 15,0 0-184-15,0-13-116 16,0 13 96-16,0 0-12 0,0 0-176 16,0 0-176-16,0 0-44 0,0 0-40 15,0 0-48-15,0 0 0 0,0 0-76 0,0 3-108 16,0-3 0-16,0 0-12 16,0 0-48-1,0 0-52-15,0 0-56 0,0 0-12 0,4 0-40 16,-1 0 52-16,6 0 96 0,3 0 12 15,4 0 68-15,3-3 4 0,6 0-24 0,-1-4-48 16,4 1-40-16,0 0 36 0,4 0-92 16,-1-5-36-16,-3 5-176 15,4-3-128-15,-5-1-80 0,6 4-108 0,-10-4-212 16,1 3-328-16,0-2-744 0,-8 6-1040 0,-4-3-2785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20:06.3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12283 10566 8400 0,'0'0'456'16,"0"0"36"-16,0 0 2393 0,0 0-1453 15,0 0-104-15,0 0-396 16,0 0-164-16,0 0-120 0,0 0-228 0,0 0-72 16,4 6-100-16,0-6-64 0,-4 0-24 15,0 0-76-15,0 0-84 0,4 0-56 16,0 0-28-16,8 0 44 0,0 0 40 0,4 0 144 16,4 4-140-16,4-4-8 0,0 0-48 15,4 0 48-15,0 0-96 0,0 0 100 16,4 0 0-16,3 0-48 0,-3-4 36 0,0 1-64 15,-4 0-48-15,0 0 76 0,-5-1-76 16,1 2-12-16,-4 2-160 0,-4-4-76 16,0 4-100-16,-4-3-256 0,-3 3 0 15,-6 0-308 1,1 0-148-16,-4 0-236 0,0 0-165 0,0 0-279 16,0 0-540-16,-7-3-1488 0</inkml:trace>
  <inkml:trace contextRef="#ctx0" brushRef="#br0" timeOffset="250.822">12295 10629 3880 0,'0'0'1124'16,"0"0"-188"-16,0 0 116 0,0 0 92 0,0 0-108 15,0 0-256-15,0 0-280 0,0 0-100 16,0 0 169-16,0 0 35 0,44 7 100 0,-24-4-116 15,4 1-104-15,4-4-80 0,0 3-48 16,3-3-216-16,-3 0-16 0,4 0-124 16,4-3-96-16,-4-1-104 0,7-3-372 15,-2 4-280-15,3-2-224 0,3 1-561 16,-15 2-1043-16,20-5-2564 0</inkml:trace>
  <inkml:trace contextRef="#ctx0" brushRef="#br0" timeOffset="30247.812">2482 11969 2020 0,'0'0'8704'15,"0"0"-6815"-15,0 0-957 0,0 0-284 16,0 0-16-16,0 0 188 16,0 0 12-16,0 0-148 0,4-60-12 0,-8 51-32 0,-1-1-60 15,1 1-164-15,1-1-60 0,-5-3-88 16,4 4 4-16,0-1-104 0,0 1 4 16,-1 2 12-16,5 0 12 0,-3 5-16 15,-1-4-8-15,0 6-52 0,0-4 0 16,-4 4-8-16,0 0-15 0,-4 0 279 15,-4 0-108-15,0 0-172 16,-4 4-12-16,-3-1-36 0,3 2 0 0,-5 5-48 16,1 3-48-16,1-1 40 15,-5 8-40-15,0 5-12 0,4 4-36 16,-4 6 36-16,4 9-24 0,1 8 80 0,6 4-40 16,-3 4 40-16,9 5 0 0,-1-2 4 0,3 1-48 0,9-1 36 15,0-6 8 1,4-7-44-16,9-1 48 0,2-9 0 0,9-5-140 15,0-6 136-15,8-7-44 0,0-6-16 16,8-7 56-16,0-2 4 0,4-7-116 16,-1-9 11-16,1-4-99 0,-4-9-204 15,-1-4-308-15,2-6-616 0,-1-3-492 0,-5-5-708 16,-11 8-1973-16,8-26-2879 0</inkml:trace>
  <inkml:trace contextRef="#ctx0" brushRef="#br0" timeOffset="30530.395">2840 11455 3900 0,'0'0'1420'0,"0"0"3736"0,0 0-2907 0,0 0-441 0,-4 92 192 15,4-50-360-15,0 8-456 16,0 4-400-16,0 6-224 0,-4 7-24 0,4 6-268 15,-3 3-136-15,-1 7-48 0,0 4-84 16,-1-3-76-16,-3 2-56 0,1-6 12 16,3-7 112-16,0-10-128 0,4-12-72 0,0-11-120 15,4-10-36-15,7-11-64 0,6-6-40 16,-2-10-232-16,9-3-388 0,0-7-328 16,4-11-668-16,0-8-872 0,-1-9-1789 15,-6 6-883-15</inkml:trace>
  <inkml:trace contextRef="#ctx0" brushRef="#br0" timeOffset="30854.44">3076 12458 1292 0,'0'0'10441'0,"0"0"-9161"0,-21 74-820 0,17-46 656 16,4 1 472-16,0-4-464 0,0-6-504 16,12-3-272-16,1-3-76 0,2-4-100 0,5-6-12 31,4-3-160-31,4 0 0 0,0-3-100 0,4-10-48 0,0 1-136 15,4-7 64-15,-4-4-76 0,-1-2-76 16,-3-1-40-16,-4 1 140 0,-4 0 84 16,-4 0 184-16,-8 3 4 0,0-1 148 15,-8 6 28-15,0-2 84 0,-12 5-84 16,-4 0-4-16,-4 5-36 0,4 6 88 0,-3 3 48 16,-2 3 260-16,5 9 168 15,-3 11 20-15,-2 5-240 0,1 7-68 0,5 0-264 16,-2 4-4-16,2-2 256 0,3-2-400 15,4 0-48-15,0-6-120 0,8-4-76 16,0-3-672-16,0-5 208 0,11-5-224 16,10-9-8-16,3-3-104 0,4-6-656 15,8-10-560-15,-5 0-2001 0,17-19-2179 16</inkml:trace>
  <inkml:trace contextRef="#ctx0" brushRef="#br0" timeOffset="31181.924">3900 12379 4216 0,'0'0'404'0,"0"0"7253"16,0 0-5921-16,-63 73-460 0,35-38 392 16,0 3-240-16,4 1-568 0,-4-1-308 0,12-4-52 0,0-5-144 0,8-10-272 15,4-3-84-15,4-10 0 16,0-3-164-16,4 0-156 0,8-3 148 16,0-3 40-16,4-6 32 0,4-7-20 0,3-3-88 15,-3-7-64-15,5 1-72 0,-10 0-24 16,5-4 48-16,1 3-64 0,-6-2-40 15,-3 6 4 1,0 3 32-16,0 3 176 0,-4 6 100 0,-4 4 112 0,0 6 512 16,0 3 136-16,0 4-44 15,0 6-36-15,-4 2 12 0,3 7-188 0,-3 0-60 0,0 4-64 16,0-3-72-16,0-4-76 16,0 0-108-16,0-5-12 0,5 3-12 15,3-1-96-15,-4-3-40 0,4-1 140 0,-5-5-200 16,1-4-428-16,-4 0-140 15,5-3-412-15,-1 0-916 0,-4 0-1804 0,0 0-2201 0,0 0 1209 16</inkml:trace>
  <inkml:trace contextRef="#ctx0" brushRef="#br0" timeOffset="31464.842">4187 12306 2752 0,'0'0'8112'0,"0"0"-6763"0,0 0-749 0,0 0 448 15,40 85 556-15,-33-60-548 16,-2 2-296-16,-1 1-236 0,0 4-32 0,0 6-132 0,0-3 180 16,-1 3 488-16,-3-3-808 15,0-3-160-15,0-4-60 0,-3-5-108 16,-1-4 20-16,0-10 32 0,4-3 56 0,0-3 48 16,0-3-48-16,0-3-72 0,0-6 72 15,4-7 0-15,3-10-96 0,10-5-136 16,2-7 84-16,5-4-60 0,4 4-52 15,4 4-72-15,0 2 100 0,0 6-16 0,3 8-320 16,-7 5-336-16,0 0-500 0,-3 6-508 16,-5 5-544-16,-9-3-2185 0,-7 10-1795 0</inkml:trace>
  <inkml:trace contextRef="#ctx0" brushRef="#br0" timeOffset="31865.06">1852 13293 744 0,'0'0'4672'15,"0"0"-580"-15,0 0-2055 0,0 0-65 16,112-22 64-16,-72 16-604 0,8 3-368 16,3-1-176-16,5 4-136 0,11-3-20 15,6 3-160-15,10-3-144 0,12-3-64 0,13 0-171 16,8-4-189-16,12-4 8 16,7 6 100-16,8-5 140 0,5 1-80 15,3-5-64-15,-4 4 24 0,-3 1 52 16,-9-1-184-16,-3 4-48 0,-12-1-52 15,-9 1-8-15,-12 2-120 0,-7 1-172 0,-20 0-65 16,-8 3-43-16,-17-4 32 0,-6 4 24 16,-13 3-76-16,-5-3-84 15,-7 0-176-15,0-1-392 0,-4 4-928 16,-4-3-1140-16,-8 0-2909 0</inkml:trace>
  <inkml:trace contextRef="#ctx0" brushRef="#br0" timeOffset="32798.888">6586 12020 1356 0,'0'0'9853'0,"0"0"-7941"0,0 0-500 0,0 0-40 0,0 0 56 0,0 0-292 0,0 0-384 15,0 0-104-15,0 0 308 16,39 86-300 0,-35-42-207-16,0 10-169 0,1 4-136 0,-5 2-76 0,0 4-68 15,-9-4-8-15,1 0-64 0,1-6-36 0,-6 2 36 16,5-4-88-16,-7-1-21 0,2-10-183 0,2-4-172 31,-2-7-48-31,6-8-128 0,3-13-136 0,4-5-424 16,0-4-944-16,0-10-820 0,0-9-2517 0,0 0 197 0,0-19 4156 15</inkml:trace>
  <inkml:trace contextRef="#ctx0" brushRef="#br0" timeOffset="33066.953">6573 12183 5732 0,'0'0'2548'0,"0"0"553"0,0 0-1573 16,0 0-280-1,0 0 640-15,0 0-372 0,0 0-356 0,101-17-300 16,-70 20-272-16,5 7-160 0,4 0-112 0,-1 3-48 0,2 1-88 15,-2 7-92-15,5 0-84 0,-8 5-4 16,-4 2-84-16,-4 7 0 0,-9 1-96 0,-2 2-16 16,-9 3-36-16,-8 3 60 0,0 3-84 15,-8 4 124-15,-9-3-4 0,2 0 136 0,-9-1 4 16,0-5 92 0,-4-1 40-16,0-3 72 15,0 0-124-15,-8-5-36 0,4-3 4 16,-3-1 8-16,3-6-52 0,0-4-4 15,4-7-4-15,4-6-172 0,8-2-204 16,4-4-200-16,0 0-172 0,12-13-376 0,0-6-552 16,0 0-1516-16,24-20-3169 0</inkml:trace>
  <inkml:trace contextRef="#ctx0" brushRef="#br0" timeOffset="33268.135">7562 12503 12793 0,'0'0'2716'16,"0"0"-2128"-16,0 0-148 0,0 0 544 0,0 0-128 15,100 19-464-15,-72-19-220 16,0-3-172-16,7-4-348 0,5-5-564 0,-5 2-460 16,-7 1-1420-16,0-4-3921 0</inkml:trace>
  <inkml:trace contextRef="#ctx0" brushRef="#br0" timeOffset="33416.629">7557 12703 8536 0,'0'0'6905'0,"0"0"-6189"0,0 0-552 0,0 0 660 0,0 0 440 16,0 0-304-16,92 16-324 0,-60-16-220 15,5-4-416-15,2-2-96 0,1-3-420 16,-5-1-404-16,6-2-228 0,-2 2-740 0,-11 0-2248 15,16-2-3401-15</inkml:trace>
  <inkml:trace contextRef="#ctx0" brushRef="#br0" timeOffset="33733.212">8610 12500 8140 0,'0'0'5381'0,"0"0"-4061"0,0 0-640 0,0 0 212 0,107 6 712 15,-71-6-520-15,8 0-568 16,0 0-232-16,4 0-104 0,3-6-120 0,-3-4-60 16,4 4-368-16,-4-7-616 0,-4 4-360 15,-4-4-508-15,-9 3-2276 0,1-6-4049 32</inkml:trace>
  <inkml:trace contextRef="#ctx0" brushRef="#br0" timeOffset="33968.237">9422 12160 7672 0,'0'0'5881'16,"0"0"-4889"-16,0 0-224 0,16 73 404 0,-16-38 244 0,0 0-196 16,0 6-224-16,0 6-400 0,0 5-304 0,-4 2-180 31,0 2 80-31,-4 5-32 15,5-7-124-15,-1-3-36 0,4-6-96 0,0-7-76 16,0-7-108-16,4-6-328 0,3-5-68 16,5-8 4-16,0-2 316 0,4-7-288 15,0-3-672-15,5-10-1460 0,-2-5-2249 0,-7 2-2643 16,4-13 6872-16</inkml:trace>
  <inkml:trace contextRef="#ctx0" brushRef="#br0" timeOffset="34317.836">9370 12202 4120 0,'0'0'8513'16,"0"0"-7149"-16,0 0-796 0,80-26 904 16,-44 19 80-16,8 2-464 0,4 1-216 15,4 4-224-15,-1 0-196 0,5 4-100 0,-4 4-84 16,-5 9-72-16,-2-4-76 0,-10 8-24 0,-3-1-8 0,-4 5-20 15,-4 0-64-15,-4 4-4 16,-4 2 9 0,-4 2-9-16,-4 4 0 0,0 5 0 0,-8-1 208 0,0 3-88 15,0-3-120-15,-8 4-48 0,-4-3-28 0,0-1 68 16,-8-3 4-16,0 0-120 16,-3-6 3-16,-5-1 9 15,-4-2-68-15,0 0-76 0,-4-4-72 0,3-6-100 16,-2-7-60-16,-1-1 24 0,4-5-4 15,-7-6-136-15,3 0-124 0,-5-6-592 16,2-5-1088-16,-1-3-2237 0,8-3-3027 0,-12-12 7360 16</inkml:trace>
  <inkml:trace contextRef="#ctx0" brushRef="#br0" timeOffset="39663.278">10725 12376 7988 0,'0'0'6321'0,"0"0"-5413"0,0 0-404 16,0 0 76 0,0 0 940-16,0 0-116 0,0 0-312 15,0 0-264-15,0 0-560 0,80-7 36 0,-52 10-188 16,4 1-116-16,0-1-160 0,3-3 88 16,1 4-160-16,-8-4-156 15,0 0-516-15,-4 0 36 0,-4 0-412 0,-4 0-352 16,-8 3-820-16,-1-3-1709 0,-7 5-2471 15</inkml:trace>
  <inkml:trace contextRef="#ctx0" brushRef="#br0" timeOffset="39826.073">10817 12572 7612 0,'0'0'4193'16,"0"0"-3153"-16,0 0-568 15,0 0 596-15,0 0 4 0,0 0-228 0,0 0-344 0,0 0-188 0,80 71-224 16,-48-62-88-16,3-3-16 0,5-2-456 15,8-1-256-15,-4-3 0 0,8-9-832 16,-13 2-2289-16,21-15-3939 0</inkml:trace>
  <inkml:trace contextRef="#ctx0" brushRef="#br0" timeOffset="40209.879">12056 11972 8520 0,'0'0'2276'0,"0"0"-795"0,0 0-1149 0,0 0 244 15,0 0 568-15,0 0 4 0,0 0-484 16,0 0-496-16,0 0-168 16,0 0 0-1,0 0 56-15,-16-44-56 0,0 63-168 0,-4 3 80 0,-8 10 76 0,-7 10-64 0,-6 12 76 16,-6 2 68-16,-1 5 324 0,4 3 108 15,5-8-228-15,11-4-200 0,7-8-68 0,10-12 64 32,11-10 96-32,0-3-128 0,4-7-36 0,11-2-8 15,2-7 4-15,7 1-8 0,-1-4-164 16,5 0 164-16,-4 0 12 16,0 0-100-16,-5 2 92 0,2 14 8 0,-1 3 336 0,-9 7-12 15,-3 6-4-15,1 6-24 0,-5 3-148 0,0 0-12 16,-4 1-56-16,0-4-80 0,3 0-60 15,-3-3-52-15,0-7-12 0,0-5 28 16,0-2-80-16,0-4-268 0,0-4-336 16,0-7-512-16,0 0-1428 0,4-6-3017 15</inkml:trace>
  <inkml:trace contextRef="#ctx0" brushRef="#br0" timeOffset="40573.06">12463 12608 12077 0,'0'0'2156'16,"0"0"-1424"-16,0 0 124 0,0 0 312 16,0 0-536-16,0 0-12 0,0 0 328 15,79 6-236-15,-47-4-336 0,0-2-132 0,-1 0-140 16,-3 0-104-16,4 0-160 15,-4 0-24-15,-4 0-232 0,4 0-356 0,-4-2-200 16,-4-1-644-16,0 0-2420 16,8-3-3869-16</inkml:trace>
  <inkml:trace contextRef="#ctx0" brushRef="#br0" timeOffset="41196.098">13455 12522 4728 0,'0'0'4004'15,"0"0"-2476"-15,0 0 45 0,0 0 215 0,0 0-508 16,0 0-208-16,0 0-196 0,-84 64-152 16,63-34-144-16,6 3-124 0,3-1-124 0,0-7-136 15,8-3-60-15,0-3-24 0,4-9-100 16,8-1 48-16,4-6 28 0,4-3-40 15,4 0 52-15,4-3 44 0,-1-10-20 16,2 1-64 0,2-7-60-16,-6-3-92 0,2 0-156 0,1-4 16 15,0-3-36-15,0-3-28 0,0-2-60 0,0-4-28 0,4-3 100 0,-8-7-88 16,4-6 76-16,-5 0 44 0,-6 0-32 16,2 0 120-16,-7 4 160 0,1 5 0 15,-6 7 4-15,1 6 144 0,0 9 32 0,-4 11 72 16,4 6 88-16,-4-1 60 0,0 7-24 15,0 0 12-15,0 0-4 0,0 3-184 16,0 4-108 0,0 5 84-16,-4 8 12 0,4 5-48 15,-4 4 144-15,-3 6-60 16,-2 5 0-16,1 4 0 0,-3 5-64 0,-2 5-156 16,-2 3-40-16,-2 0-32 0,2 0-24 0,-2 0-64 15,6-2-36-15,7-8-108 0,4-9-284 16,4-3-200-16,16-10-64 0,-1-6-156 15,13-6-376-15,-4-6-516 0,-4-7-1337 0,8-3-3279 0</inkml:trace>
  <inkml:trace contextRef="#ctx0" brushRef="#br0" timeOffset="41612.204">14323 12191 9964 0,'0'0'2585'16,"0"0"-841"-16,0 0-456 0,0 0-92 15,0 0-56-15,-24 87-116 0,20-50-40 16,4 5-180-16,-4 9-144 0,0 6-91 0,-3 0-229 15,-6 0-244-15,5 0-88 16,-3 0-8-16,-6-6-12 0,6-4-72 16,-2-2-48-16,-2-3-148 0,2-4-205 0,-2-1-127 15,3-4-20-15,4-5-164 0,-4-6-496 16,12-3-1320-16,-4-6-2933 0,4-6-4339 16</inkml:trace>
  <inkml:trace contextRef="#ctx0" brushRef="#br0" timeOffset="42245.926">15116 12478 52 0,'0'0'5080'15,"0"0"-1776"-15,0 0-2008 0,0 0-148 0,0 0 137 16,0 0 7-16,0 0-240 0,-80-57-292 16,65 59-32-16,-2 11 52 0,-2 7-72 15,3 8-76-15,-5 3-116 0,-2 11-96 0,3-2-52 16,3 6-112-16,2-5-84 0,3-3-160 16,0-13-12-16,8-3 4 0,4-8 0 0,0-8-4 15,8-4-144-15,8-2 28 0,8-2 116 16,8-15 0-16,0-2-88 0,7-9-196 15,-3-7 76-15,9 1-12 0,-10-1 32 0,5-3 68 32,-4-4 32-32,-1-2 40 0,-3-4-152 0,0-4-20 15,-4-4-40-15,-8-1-100 0,-4 3 48 16,-4 0 136-16,-4 3 88 16,-4 10 88-16,-4 13 140 0,4 9 32 0,-4 8 152 15,0 8-100-15,0 3 136 0,-4 7 84 16,-4 9-196-16,0 6-40 15,0 13 112-15,-8 6-52 0,5 6 40 0,-6 8 60 0,-3 5-88 0,4 0-60 16,0 1-140-16,1-4-80 0,-2-2-84 16,10-5-172-16,3-9-320 0,4-9-160 15,4-7-188-15,20-6-280 0,7-13-200 16,13-6-240-16,8-3-800 0,-9-6-2481 0</inkml:trace>
  <inkml:trace contextRef="#ctx0" brushRef="#br0" timeOffset="42439.194">16005 12262 1512 0,'0'0'12361'0,"0"0"-10757"0,0 0-848 0,-41 77-68 15,22-40 712-15,-1 3-328 0,-4 12-228 16,4-1-284-16,8-4-156 0,0 1-64 16,12-6-48-16,0-5-195 15,4-5-97-15,8-6-181 0,4-5-39 0,-1-4 0 16,6-4-156-16,-1-7-4 0,4-6-216 0,-5 0-252 15,-2-4-484-15,-6-5-1196 0,-3 0-1925 0,-4-8-1983 16</inkml:trace>
  <inkml:trace contextRef="#ctx0" brushRef="#br0" timeOffset="42582.419">15793 12553 12417 0,'0'0'2344'15,"0"0"-1164"-15,0 0-76 0,0 0 344 0,0 0-500 0,0 0-164 16,0 0-136-16,0 0-200 0,96 30-120 0,-56-30-23 15,8 0-157-15,3-11-148 0,1 3-244 0,-4-3-205 16,3-1-343-16,-6-4-444 16,-6 3-948-16,-7 4-2776 15,0-4-3689-15</inkml:trace>
  <inkml:trace contextRef="#ctx0" brushRef="#br0" timeOffset="42833.676">16634 12325 9792 0,'0'0'2509'15,"0"0"-457"-15,0 0-300 0,4 83 292 0,-4-42-384 16,-4 7-100-16,-4 2-403 0,0 5-249 16,0 1-280-16,0-2-292 15,0-2-216 1,1-8-120-16,-2-3-84 0,5-6-412 0,4-7-156 15,0-6-156-15,13-9-177 0,-2-7-307 16,9-6-908-16,0 0-2004 16,4-12-1657-16</inkml:trace>
  <inkml:trace contextRef="#ctx0" brushRef="#br0" timeOffset="43107.708">16682 12436 964 0,'0'0'8732'0,"0"0"-6835"0,0 0-565 0,0 0-60 16,0 0-208-16,0 0 4 15,0 0-120 1,88-25-264-16,-56 35-192 0,3 2-120 0,5 4-4 16,0 0-112-16,0 9-96 0,-4-3-72 0,0 7-36 0,-12 2-52 15,-1-1-136-15,-11 1 0 0,-4 1 52 0,-8-4 36 0,-4 4 48 16,-16-4-4-16,-3 2-108 31,-9-5-96-31,-5 0-16 0,-2 0 40 16,-1-8 48-16,4-2-60 0,0-5-260 0,9-4-204 15,-1-6-304-15,4 0-596 0,3-6-964 16,10-4-2653-16,-2-5-1011 0</inkml:trace>
  <inkml:trace contextRef="#ctx0" brushRef="#br0" timeOffset="43799.094">17666 12160 7068 0,'0'0'5665'16,"0"0"-3745"-16,0 0-1000 16,0 0-276-16,0 0 68 0,0 0 144 0,83-48-420 15,-46 33-300-15,-1-1-136 0,3-3-64 16,1 6 60-16,-5 1-56 0,-7 5 52 15,-3 7-68-15,-9 0 32 0,-8 13 44 0,-8 6 260 16,0 9 280-16,-17 4-220 16,-11 10-112-16,1 2-108 0,-9 0-52 0,0 1-36 15,0 2 0-15,4-5 36 0,1 2-48 0,6-6 8 16,6-3 4-16,7-6 88 0,4-1 60 16,4-2-76-16,0-8-84 0,4 5-8 0,0-1-4 15,0 3 4-15,0 1-4 16,0 2 0-16,4 4 12 0,4 3 84 15,-1 3-20-15,2-3-64 0,7 3-40 0,4 0-56 0,4 1-52 16,-1-6-48-16,1 0-24 0,-4-1-52 0,0-4 64 16,-4 2 112-16,-8-5 88 15,-4 2 8-15,-4-2 132 0,-4 2 164 16,-8-2 108-16,-8 0-36 0,-4-2 0 0,1 2-148 16,-5-2-88-16,0-1-32 15,4-3-100 1,0-3-88-16,4-4-240 0,8-2-480 0,0-7-348 15,8-3-852-15,4-6-4237 0</inkml:trace>
  <inkml:trace contextRef="#ctx0" brushRef="#br0" timeOffset="43927.29">17973 13322 11669 0,'0'0'6468'0,"0"0"-5472"0,0 0-576 15,0 0-104-15,0 0-316 16,0 0-856-16,0 0-540 0,0 0-2356 15,0 0-4701-15</inkml:trace>
  <inkml:trace contextRef="#ctx0" brushRef="#br0" timeOffset="48907.894">23650 9811 6260 0,'0'0'1092'0,"0"0"3393"0,0 0-3357 0,0 0-264 16,0 0-28-16,0 0 160 0,0 0-128 16,0 0-180-16,0 0-132 0,0 0-136 15,-3-10-108-15,3 10-128 0,0 0-48 0,0 0-52 16,0-2-8-16,0 2-4 0,3 0-36 16,5 0-32-16,0 0-4 15,12-5 8-15,4 5 188 0,8-2-120 16,4-2-16-16,7-2-8 0,5-1-4 0,5 1 20 0,-2 0-68 15,1 0-48-15,0-1-64 0,-1 1 52 16,-7-1-16-16,0 1 16 0,-4 3 0 0,-4-3-28 16,-8 2-20-16,-5 1-40 0,-3 3-76 31,-8 0-84-31,-7-3-36 0,-1 3-152 0,-4 0-76 16,0 0-104-16,0 0-220 0,-4 3-380 15,-9 0-472-15,6 1-1473 0,-18-1-2487 16</inkml:trace>
  <inkml:trace contextRef="#ctx0" brushRef="#br0" timeOffset="49179.775">23607 9982 7524 0,'0'0'2408'15,"0"0"-1079"-15,0 0-709 0,0 0-44 16,0 0 240-16,0 0-40 0,0 0-280 16,0 0-180-16,0 0-128 0,0 0 12 0,0 0 256 15,-5 29 20-15,37-27 128 0,0 2-56 16,8-1-188-16,-4 1-124 16,4-2-116-16,-5 1-112 0,-3-3 8 0,0 0-16 15,0 0-100-15,1-3-112 0,2-6-584 0,-3-1-568 16,0-3-892-16,-8 4-2641 0,3-10-3019 0</inkml:trace>
  <inkml:trace contextRef="#ctx0" brushRef="#br0" timeOffset="49503.349">23813 9528 5988 0,'0'0'5489'32,"0"0"-4193"-32,0 0-304 0,0 0 12 0,-31 73 4 15,19-48-280-15,-8 4-340 0,-8-1-300 16,4 7-88-16,-8 0 0 0,0 0-88 0,0 1 0 16,-4 2 0-16,1-1 76 0,3-2 4 15,4 0-80-15,4-5 84 16,5-9 4-16,10-2 224 0,5-3 28 0,4-7-104 0,0 3-48 15,9-1-16-15,6 1 40 16,5 1 76-16,8 0 24 0,0-4-76 0,4 1 60 16,4-4-84-16,0 3-48 0,-1-5-64 15,1-4-4-15,5 0-8 0,-6 0-100 16,5-6-184-16,-1-4-508 0,-3-3-292 16,1-3-216-16,2-3-540 0,-15 3-2805 15,16-16-3846-15</inkml:trace>
  <inkml:trace contextRef="#ctx0" brushRef="#br0" timeOffset="49806.206">24324 9464 612 0,'0'0'10405'16,"0"0"-8441"-16,0 0-1316 15,0 0 1036-15,79 42-388 0,-47-23-336 16,5 3-268-16,-2 0-148 15,1 1-240-15,3 2-120 0,-3 1 40 0,1-1-224 16,-5 0-64-16,-9-3-20 0,1 3 20 16,-4 4-56-16,-8-4-152 0,-8 7-148 0,-4-3 76 15,-8 6 96-15,-12 0 100 0,-8 3 60 16,-4 0 76-16,-4 0-48 0,0-1 8 0,1 2 40 16,-1-4-112-16,4-3-24 0,4-1-40 15,4-5-60-15,4-3-300 0,4-4-296 16,9-4-460-16,-2-2-776 0,9-7-2097 15,5-3-2327-15</inkml:trace>
  <inkml:trace contextRef="#ctx0" brushRef="#br0" timeOffset="50729.715">25188 9801 6732 0,'0'0'52'0,"0"0"5353"0,0 0-3533 0,0 0-328 0,0 0-164 16,0 0-168-16,0 0-276 15,0 0-224-15,0 0-124 0,0 0-16 0,56 3-120 16,-40-3-51-16,4 3-181 0,-1-3-40 15,-2 4-180-15,-1-4-12 0,3 0-96 16,-2 0-52-16,-2 0 3 0,6 0-123 16,3-7-424-16,-1 2-276 0,5-6-332 0,0-2-936 15,-8 4-1984-15,12-4-2345 0</inkml:trace>
  <inkml:trace contextRef="#ctx0" brushRef="#br0" timeOffset="51246.524">25890 9676 6140 0,'0'0'6473'15,"0"0"-5517"-15,0 0-496 0,0 0 588 0,0 0 288 0,0 0-340 16,-80 17-276-16,60 2-276 0,-4 3-208 16,4 4 20-16,0-1 136 0,1 3 124 0,2-2-88 15,6-3-100-15,3-9-72 0,3 0-72 16,5-8-52-16,0-3-120 15,0 1 64-15,0-4-76 0,0 0-64 0,9 0-140 16,2-7 140-16,6-2 56 0,-2-4-184 0,5-4-140 16,0 3-32-16,0-5 8 0,4-4 12 15,-5 1 52-15,6-4 68 16,-5 1-20-16,4-4-16 0,-5-6 124 0,1-3-96 16,-4-3 32-16,0-4-136 0,1-2-60 15,-6-3 36-15,-3 1 148 0,5 5-128 16,-10 3 340-1,5 8 28-15,-4 8 132 0,-4 3 304 16,4 10-92-16,-4 2 160 0,0 4-112 0,0 2 172 16,0 1-172-16,0 3-124 0,0 0-28 15,0 0-36-15,0 0-144 0,0 0-88 16,0 3-72-16,0 7 16 0,0 0 56 0,0 9 136 16,-4 2 108-16,0 9-88 0,0 4 52 15,0 5-48-15,1 5-4 0,-6 3-80 0,5 1 8 16,-4 3-28-16,4 0-56 0,-3-1-4 15,-2-2-92-15,5-3 20 0,4-7-20 16,0-3-36-16,0-3 68 0,4-10-8 16,5-3-72-16,2-6-188 0,1-4-232 0,4-3-232 15,4-6-216-15,0 0-432 16,-4-3-1652-16,4-6-4321 0</inkml:trace>
  <inkml:trace contextRef="#ctx0" brushRef="#br0" timeOffset="51891.624">26654 9445 7052 0,'0'0'3032'15,"0"0"-1047"-15,0 0-325 16,0 0 136-16,0 0-356 0,0 0-320 0,0 0-148 15,0 0-40-15,88 83-164 0,-72-58-108 16,-4 4-43-16,0 2-165 0,-4-1-176 16,-4-2-128-16,0 0-148 0,0-2 0 15,0-4-64-15,-4-3-80 0,4-3-220 0,-4-6-217 16,4-1-115-16,0-6-60 16,4-3-172-16,-4 0-552 0,3-3-920 15,2-4-1716-15,3-5-2253 0</inkml:trace>
  <inkml:trace contextRef="#ctx0" brushRef="#br0" timeOffset="52086.74">26949 9506 288 0,'0'0'10845'0,"0"0"-9177"0,0 0-992 0,0 0 212 16,0 0 588-16,-95 66-260 0,75-37-420 0,-4-1-288 15,4 0-152-15,-4 5-148 0,4-5-48 0,0 1-160 31,0-1-124-31,1-2-256 0,-1-1-176 16,-1-2-188-16,6-4-240 0,2-4-200 16,6-2-160-16,3-6-676 0,4-4-1977 15,0-3-2935-15</inkml:trace>
  <inkml:trace contextRef="#ctx0" brushRef="#br0" timeOffset="52325.307">27073 9804 10696 0,'0'0'2257'0,"0"0"-1197"0,0 0-188 0,0 0 664 0,0 0-304 16,11 72-552-16,-6-52-332 15,-1-1-188-15,4 3-160 0,-4-6-4 16,0 3-84-16,-1-6-120 0,1 1-412 0,1-6-96 0,-1 2-272 16,0-3-652-16,0-5-1396 15,0 1-2633 1</inkml:trace>
  <inkml:trace contextRef="#ctx0" brushRef="#br0" timeOffset="58395.57">24994 9534 9956 0,'0'0'1417'15,"0"0"-685"-15,0 0-128 16,0 0 60-16,0 0-196 0,0 0-136 0,-77 32 1068 15,73-16-1324-15,4 9-68 0,0 4-8 16,4 6 52-16,8 3-40 0,4 3 88 31,1 1-64-31,-2-2 28 0,2-1-64 0,-2-1-8 0,1-3-116 0,0-4 8 0,0 1-160 0,3-7-112 0,-2 0-260 16,7-8-176-16,3-4-416 16,1-7-1077-16,-8 0-1619 15,20-6-1588-15</inkml:trace>
  <inkml:trace contextRef="#ctx0" brushRef="#br0" timeOffset="58766.584">26212 9506 9836 0,'0'0'1445'15,"0"0"-701"-15,0 0-116 0,0 0 392 16,0 0 84-16,0 0-360 0,0 0-268 0,4 86-132 15,9-65-160-15,-2 9 28 0,6-2 76 0,-10 4 0 16,5 2-152-16,-4 1 100 0,-8 4-152 16,0-4-20-16,0 2-64 15,-8-2-4-15,-4 4-48 0,-8-4-96 0,1-3-36 16,-5-1-252-16,-1-5-88 0,1-4 80 16,5-3 20-16,-1-7-32 0,3-6-400 15,2-6-828-15,7 0-1277 0,-8-3-3347 0</inkml:trace>
  <inkml:trace contextRef="#ctx0" brushRef="#br0" timeOffset="59361.837">27686 9643 10876 0,'0'0'1809'15,"0"0"-773"-15,0 0-316 0,0 0 204 16,0 0-4-16,0 0-8 0,0 0-220 0,76 25-320 15,-40-19-28-15,0 1-84 0,0-5-124 16,0 2-32-16,-1-4-104 0,-7 3-184 16,0-3-48-16,-4 0-164 0,0 0-556 15,-4-7-364-15,-4 5-652 16,-4-3-2209-16,-5-3-3223 0</inkml:trace>
  <inkml:trace contextRef="#ctx0" brushRef="#br0" timeOffset="59574.722">27909 9385 8520 0,'0'0'1544'0,"0"0"-551"16,0 0-233-16,0 0 608 0,0 0-72 0,0 70-376 16,4-42-328-16,5 7-52 0,-1 0-176 15,-1 0-104-15,1-3-248 0,5 3-12 16,-6-3-312-16,-3 3 228 0,4-4 76 0,-3-2-232 15,-1 0-264-15,-4-8-148 0,3-2-44 0,-3 1-316 16,0-8-920-16,4-2-2157 0,0-4-1123 0</inkml:trace>
  <inkml:trace contextRef="#ctx0" brushRef="#br0" timeOffset="60033.675">28702 9220 8868 0,'0'0'1112'16,"0"0"-916"-16,0 0 629 16,0 0 743-16,0 0-220 0,0 0-436 0,0 0-408 15,0 0-264-15,0 0 24 16,0 0 88-16,-75 37 152 0,63-18 256 16,-4 11-44-16,0-2-124 0,0 10-172 15,-4 0-4-15,4 1 48 0,-4-1 0 0,0 0-84 0,5-3-136 0,-2-1-100 16,10-2-56-16,-6-3-88 0,5-3-52 15,5-4 52-15,3 3-48 0,0 0 24 16,0 1-68-16,0 2 92 0,3-3 12 16,1 5-12-1,5-5-104-15,2 0-40 0,1-6 84 16,1 0-40-16,2-6-68 0,5-4-188 0,-4-2-192 16,4-4-20-16,-4-3-144 0,0 0-404 15,4-3-472-15,-4-7-804 0,-4 4-2221 16,7-13-1855-16</inkml:trace>
  <inkml:trace contextRef="#ctx0" brushRef="#br0" timeOffset="60312.152">28678 9636 5168 0,'0'0'7297'16,"0"0"-5765"-16,0 0-864 0,0 0 268 0,0 0 268 16,0 0-284-16,0 0 20 0,0 0-204 0,88 3-392 15,-60-6-308-15,-4-4-36 0,-1 4-220 16,2 1-88-16,-1-5-268 0,-4 3-376 15,-1 1-760-15,-2 0-2076 0,-2-3-2221 0</inkml:trace>
  <inkml:trace contextRef="#ctx0" brushRef="#br0" timeOffset="60740.099">29380 9506 13417 0,'0'0'2128'0,"0"0"-1448"0,0 0-28 16,0 0 636-16,0 0-472 0,0 0-252 15,0 0-64-15,-84-13-132 0,65 26-160 0,-2 6 48 16,-3 9 24-16,-4 4 96 16,0 7 341-16,0 1-113 0,5 5-216 0,3-4-156 15,4-6-136-15,8-7-96 0,8-5-12 16,0-8-96-16,12-9-112 15,4 1-8-15,4-7 68 16,4-2-68-16,-1-9-148 0,9-4-197 16,-4-4-107-16,0 1 96 0,-4-6 108 0,0 2 108 15,-4 3 108-15,0 0 52 0,0 0 72 16,-4-1 136-16,-9 6 92 0,6-2 128 16,-9 2-36-16,0 6 100 0,-4 1-16 15,3 3-36-15,-3 4 72 0,0 0 4 16,0 0-16-16,0 0-160 0,-3 11-8 0,3 1 140 15,-4 3-7-15,0 5-85 0,4-4-40 16,-4 3-132-16,4 0-72 0,-4 0-112 0,4 0-85 16,-5-3-239-16,1-1-320 0,4 2-188 0,-3-4-800 15,3-8-2236-15,0 2-3105 16</inkml:trace>
  <inkml:trace contextRef="#ctx0" brushRef="#br0" timeOffset="60979.969">29610 9775 10304 0,'0'0'2977'16,"0"0"-2125"-16,0 0-472 0,0 0 568 15,0 0 272-15,0 0-460 0,0 0-376 0,0 0-112 16,0 0-200-16,0 0-20 16,45 32-52-16,-41-26 0 0,-4 5-8 0,0-3 0 15,0 3 8-15,0 1 64 0,0 1-4 0,0 0 4 16,0-1-64-16,0-2-188 15,0-1-192-15,0 1 8 0,0-1-200 16,0-6-144-16,7 3-52 0,2-6-164 0,3 0-176 16,-1-3-68-16,6-3-329 0,-6-3-1159 0,9-4-1892 15</inkml:trace>
  <inkml:trace contextRef="#ctx0" brushRef="#br0" timeOffset="61504.703">29734 9293 9336 0,'0'0'2041'16,"0"0"-1269"-16,0 0-348 0,0 0 288 0,0 0 520 16,0 0-296-16,0 0-348 0,0 0-232 0,92 70-32 15,-68-45 0-15,0 0 472 0,0 5-44 16,-5-2-332-16,-2 0-76 0,-6 1-248 15,-2-7-8-15,-5 0 32 0,-4 0-120 16,0 1 12-16,-4-4 12 0,-9 2-24 16,2-2-88-16,-2 1-84 0,2-1-184 0,-1-3-236 0,3-3-112 15,6 0-64-15,-5-7-84 16,4 0-256-16,4-3-628 0,0-3-829 0,0 0-2063 16</inkml:trace>
  <inkml:trace contextRef="#ctx0" brushRef="#br0" timeOffset="61741.129">30153 9528 12029 0,'0'0'2056'0,"0"0"-1412"0,0 0-64 0,35 66 668 0,-18-36 192 16,-2-5-356-16,2 0-532 0,-2 0-296 15,1-2-156-15,0-1-100 0,-4-3-124 16,0-3-168-16,1-3 48 0,-2-4-212 16,5-3-344-16,-4-6-280 15,4 0-376-15,4-6-392 0,-9-1-868 0,10-12-2273 0</inkml:trace>
  <inkml:trace contextRef="#ctx0" brushRef="#br0" timeOffset="61927.894">30540 9445 11117 0,'0'0'2216'0,"0"0"-1528"0,0 0-80 16,0 0 764-16,0 0 104 0,-77 80-228 31,53-52-388-31,5 1-224 0,-5 2-76 0,0 2-60 16,0-3-72-16,0 3-199 0,0-5-229 0,4-2-56 16,1-1-201-16,2-2-191 0,6-5-320 15,-2-1-164-15,2-6-212 0,3 0-428 0,-1-5-1052 16,2-4-1789-16,3-2-1823 0</inkml:trace>
  <inkml:trace contextRef="#ctx0" brushRef="#br0" timeOffset="62421.392">27782 10503 4484 0,'0'0'7129'16,"0"0"-6037"-16,0 0-864 0,0 0 144 15,0 0 480-15,0 0 208 0,0 0-320 16,0 0-272-16,0 0-216 0,0 0 8 16,99 34 100-16,-71-37-48 0,-4-6-312 15,-3 2-140-15,-2-2-172 0,1 0-496 16,1-4-480-16,-6 0-932 15,-2 1-2173-15,-2-4-1771 0</inkml:trace>
  <inkml:trace contextRef="#ctx0" brushRef="#br0" timeOffset="62610.938">27997 10344 11249 0,'0'0'1784'0,"0"0"-1160"0,0 0-92 0,-8 74 620 16,8-43 92-16,0-4-260 0,0 3-380 15,0-2-332 1,0 1-272-16,8-7-72 0,0-3-224 16,4-3-16-16,0-7-244 0,4 1-292 15,0-6-124-15,8-4-416 0,-9 0-992 0,13-14-2649 16</inkml:trace>
  <inkml:trace contextRef="#ctx0" brushRef="#br0" timeOffset="62763.593">28647 10512 13953 0,'0'0'2032'0,"0"0"-1888"0,0 0-140 0,0 0 548 15,0 0 68-15,0 0-372 0,0 0-248 16,99-3-620 0,-71-3-660-16,-4-1-512 0,-4 1-884 0,3-3-3485 0</inkml:trace>
  <inkml:trace contextRef="#ctx0" brushRef="#br0" timeOffset="62910.688">29033 10512 3452 0,'0'0'9905'0,"0"0"-8393"0,0 0-1084 16,0 0 452-16,0 0 492 0,0 0-432 0,0 0-372 16,0 0-568-16,92-16-244 15,-73 7-460-15,2-2-252 0,3 3-284 0,-9 2-1288 16,9-7-3097-16</inkml:trace>
  <inkml:trace contextRef="#ctx0" brushRef="#br0" timeOffset="63427.292">30085 10325 10736 0,'0'0'5661'0,"0"0"-4489"0,0 0-1168 0,0 0 268 16,0 0 568-16,-88 47 496 0,60-18-420 15,4 9-344-15,1 4-328 0,3-1-27 0,8 0-33 16,4-3 32-16,4-7-104 0,4 2-16 0,4-8-96 16,-1-6-48-16,6-3-52 0,3-4-44 15,-1-2-12-15,2-4-28 16,2-2-97-16,2-2-215 0,-2-2-284 0,1-2-212 15,9-5-400-15,-6-2-1092 16,-3-1-2353-16,8-6-3095 0</inkml:trace>
  <inkml:trace contextRef="#ctx0" brushRef="#br0" timeOffset="63629.17">30216 10528 13597 0,'0'0'2424'15,"0"0"-1456"-15,0 0-260 0,0 0 844 0,0 0-256 16,0 0-356-16,0 0-367 16,96 6-333-16,-68-12-232 0,0-4-8 0,4 4-72 15,0-3-120-15,-4 2-177 0,-4 4-227 16,0-3-220-16,-5 2-200 0,1 4-636 16,-8-2-1144-16,-3 2-2181 0,-2 0-2975 15</inkml:trace>
  <inkml:trace contextRef="#ctx0" brushRef="#br0" timeOffset="64228.805">30961 10328 11489 0,'0'0'2100'16,"0"0"-1784"-16,0 0-264 0,0 0 428 0,0 0 884 15,0 0 412-15,0 0-408 0,0 0-384 16,-91 31-312-16,63 2 32 0,1 4 281 16,-5 5-137-16,4-1-88 0,4-3-108 15,3-6-324-15,10-3-136 0,3-8-156 0,3-4-36 16,5-8-120-16,5-2-72 0,11-7 44 31,4 0-8-31,3 0-192 0,10-14-136 16,-1-1-84-16,3-8-88 0,1-2 15 0,-4 3 21 15,0-3 60-15,-4 2 20 0,-4 1-72 16,-9 0-24-16,2 3 104 0,-6 3 260 0,1 3 260 16,-4 5 12-16,-8 3 160 15,4 5 136-15,-4 0 100 0,0 7 8 16,0 9 148-16,-4 3 24 0,1 0-76 0,-6 7-112 15,1-1 24-15,4-3-55 0,0 0-105 0,1-3-152 16,-1-3-100-16,4-2-192 0,-5-3-100 16,5-4-61-16,0 0-339 0,0-7-360 15,0 0-608-15,0 0-2364 0,9-4-1873 0</inkml:trace>
  <inkml:trace contextRef="#ctx0" brushRef="#br0" timeOffset="64497.666">31161 10569 12257 0,'0'0'2608'0,"0"0"-1764"0,0 0-140 0,0 0 912 16,0 0-164-16,-16 67-496 0,16-57-516 15,0-5-440-15,0 2-36 16,3-3 24-16,6-4 8 0,-1 0-84 0,0 0 76 16,4-7-96-16,0 1-248 0,8-7-120 0,-5 1-64 0,6-1 0 15,-6 3 132-15,1 1 64 0,-4 5 108 16,1-2 124-16,-10 6 112 15,1 0 88-15,4 0 232 16,-8 6 28-16,4 0-80 0,-4 4-44 0,0 4 84 16,0-6-76-16,0 5-12 0,0-3-132 0,0-1-44 0,0-2-44 15,0-1-220-15,0-1-100 0,0 0-208 0,0-3-92 16,0 2-244-16,0-4-920 0,0 0-1288 16,0 0-2649-16</inkml:trace>
  <inkml:trace contextRef="#ctx0" brushRef="#br0" timeOffset="64751.959">31487 10363 3860 0,'0'0'8437'16,"0"0"-7197"-16,0 0-920 0,0 0 336 0,0 0 908 0,48 80-152 15,-36-61-460-15,-3 0-496 0,-2 3-296 16,1 3-100-16,0-3 164 0,-8 4-224 15,0-3-40-15,0 2-44 0,-4-3-64 16,-8 0-48-16,0 0-136 0,-7-3 24 16,2 3-4-16,2-3 92 0,-2-3 96 0,6-6-448 15,7-4-268-15,0-6-568 0,0 0-1244 16,4-4-2949-16,0-8-743 0</inkml:trace>
  <inkml:trace contextRef="#ctx0" brushRef="#br0" timeOffset="64982.184">31902 10401 3372 0,'0'0'11213'16,"0"0"-9561"-16,0 0-1300 0,15 73 568 0,-6-41 1176 15,-1-1-448-15,3 1-567 0,2-2-533 16,2-3-416-1,2-2 48-15,2 0-96 0,-2-1-84 0,-2-2-4 0,1-7-8 16,0-2 8-16,-4-4-128 0,4-9-496 16,-4 0-369-16,0-9-99 0,4-4-364 0,-4-6-1284 0,-4 7-2961 15,-5-18-3275-15</inkml:trace>
  <inkml:trace contextRef="#ctx0" brushRef="#br0" timeOffset="65162.969">32157 10379 10676 0,'0'0'2377'0,"0"0"-1589"0,0 0-380 0,-68 79 1032 16,40-47 620-16,4 3-396 0,-4-3-500 15,-4-1-532-15,4 1-256 0,5-1-144 0,-1-6-208 16,4-1-24-16,0-6-244 16,4-2-48-16,4-3-280 0,4-3-232 0,0-1-252 15,4-6-364-15,0-3-788 0,0 0-2393 16,4 0-3891-16</inkml:trace>
  <inkml:trace contextRef="#ctx0" brushRef="#br0" timeOffset="65499.155">32607 10239 10828 0,'0'0'2193'16,"0"0"-1301"-16,0 0-4 0,0 0 876 0,0 0-52 15,0 0-372-15,0 0-568 0,-91 57-320 0,59-19 8 16,4 7 40-16,0 2 337 15,4 3-269-15,4 2-144 0,8-8-208 16,4-3-96-16,8-5-108 0,0-9-8 0,12 0-4 16,8-12-12-16,0 1-60 0,7-9-48 0,1-1-84 15,4-6-256-15,0 0-96 0,-4-10-197 0,0-2-283 0,-8-1-676 16,0-3-1308-16,-8 7-2084 31,-4-13-2885-31</inkml:trace>
  <inkml:trace contextRef="#ctx0" brushRef="#br0" timeOffset="65667.801">32428 10481 12017 0,'0'0'2560'15,"0"0"-1512"-15,0 0-416 0,0 0 784 16,0 0 56-16,0 0-296 0,95-5-680 0,-51 3-496 16,0-4 0-16,0 3-72 15,0-4-12-15,-8 0-160 0,-4-1-256 16,-1-3-324-16,-3 3-348 0,-4-3-724 0,-8 2-1076 0,0-7-2705 0</inkml:trace>
  <inkml:trace contextRef="#ctx0" brushRef="#br0" timeOffset="65899.348">33042 9966 11385 0,'0'0'2776'0,"0"0"-1576"0,0 0-712 0,0 0 568 16,-28 98 640-16,24-56-248 0,0 5-336 16,0 11-311-16,-1 2-253 0,1 3-76 0,-3 4-36 15,-1 0 32-15,0-7-128 16,-4-3-112-16,4-6-192 0,4-6-36 0,0-8-204 0,4-8-148 16,0-10-324-16,12-3-196 15,8-13-269-15,8-3-643 0,-5-3-1372 0,14-15-3605 16</inkml:trace>
  <inkml:trace contextRef="#ctx0" brushRef="#br0" timeOffset="66220.274">33524 10182 3404 0,'0'0'8593'0,"0"0"-7109"0,0 0-1024 16,0 0 348-16,0 0 656 0,4 76-144 0,-21-58-404 0,-7 6-400 15,-4-6-232 1,-7 5 0-16,-1-5-28 0,-7 5 0 16,2-4-60-16,-2 0-196 0,3 0-12 15,4 0-148-15,3-6-72 0,10-1-48 0,7-5 72 16,8-1 84-16,4-2 12 16,4-1 28-16,0-3-40 0,4 6 52 0,4 0 72 15,4 4 292-15,4 6 64 0,4 0 48 16,4-1 64-16,3 1-44 0,1-3-132 0,4 4-292 15,5-9 0-15,-5 2-292 0,3-3-144 16,-3-1-396-16,4-4-412 0,-4-2-596 0,0 4-656 16,-8-4-1669-1,11 7-2387-15</inkml:trace>
  <inkml:trace contextRef="#ctx0" brushRef="#br0" timeOffset="70993.014">2458 13887 6644 0,'0'0'1300'0,"0"0"-628"0,0 0-192 0,0 0 1228 0,0 0 409 15,0 0-781-15,0 0-476 0,0 0-20 32,19 77 52-32,-14-39 16 0,7 6-32 0,-5 4 72 15,6 5-396-15,-1 2-140 16,-9-2-68-16,5 4-16 0,-3-3-144 0,-5 4-88 15,0-5-96-15,0 2 132 0,0-4-132 16,0-4 0-16,0 0-96 0,-5-8-48 16,1-4-40-16,4-7-60 0,0-5-96 0,0-11-124 15,4-2-396-15,5-10-432 0,2-6-272 0,1-10-568 16,1 0-1725-16,14-23-791 0</inkml:trace>
  <inkml:trace contextRef="#ctx0" brushRef="#br0" timeOffset="71295.027">2908 14211 9488 0,'0'0'1537'0,"0"0"-1097"0,0 0-312 15,0 0 768-15,0 0 280 0,-96 44-516 16,68-25-368-16,5 4-180 0,-5-2-36 16,0 5 152-16,4 2-16 0,-4 2-160 0,4-2 24 15,4 1-24-15,0-4 60 0,5 0 52 31,2-6-28-31,6-3 40 0,3-2-12 0,0-2 4 16,4-3 4-16,4 1-20 0,7 3 60 16,2-1 112-16,2 4 132 0,5-3-132 15,0 3-140-15,4-1 64 0,4 1-148 0,4-2 36 16,0-2-88-16,-4-3-48 16,3 1-12-16,1-1-160 0,0-2 48 15,-4 0-148-15,4-5-188 0,-8 2-408 0,4 2-388 0,-4-6-336 16,-5 2-672-16,-6-2-1837 0,2 0-1995 0</inkml:trace>
  <inkml:trace contextRef="#ctx0" brushRef="#br0" timeOffset="71788.066">3968 14328 11221 0,'0'0'1996'16,"0"0"-940"-16,0 0-904 0,0 0 556 0,12 74 576 15,-5-43 196-15,-2 4-392 0,3 0-404 16,0-3-316-16,-1-1-84 0,2-2-144 0,-1-3-140 16,-1-11-120-16,1-2-152 15,1-7-252-15,-1-6-424 0,-1 0-760 0,1-9 12 0,1-1-1124 16,-5-15-3145-16</inkml:trace>
  <inkml:trace contextRef="#ctx0" brushRef="#br0" timeOffset="71960.436">3928 14103 10092 0,'0'0'4245'16,"0"0"-3157"-16,0 0-964 0,0 0 28 0,0 0 604 0,0 0-208 15,0 0-548-15,87 3-312 16,-59-12-1008-16,4-1-912 0,-4 0-953 16,13-2-3751-16</inkml:trace>
  <inkml:trace contextRef="#ctx0" brushRef="#br0" timeOffset="72222.954">4498 14166 13269 0,'0'0'1688'16,"0"0"-1412"-16,0 0 76 0,-52 70 816 0,36-47 360 15,4-5-520-15,4-1-600 0,4-4-408 16,4-4-76-16,0 0-48 0,12 1 124 0,0-1 60 16,7 0-12-16,6-2-48 0,-1-1-60 15,-4 5-52-15,3-5 16 0,-3 0-28 16,-3 0 12-16,-2 1 64 0,2-1-40 0,-10 0 16 16,1 1 0-16,-4 2 68 0,0 1-4 15,-4-1 8-15,-4 7 0 0,-8-4-4 16,1 4-48-1,-9 0-44-15,-1 0-140 0,-3 0-172 16,5 1-124-16,-5-5-240 0,-4-3-712 16,12-2-1400-16,-12-4-3745 0</inkml:trace>
  <inkml:trace contextRef="#ctx0" brushRef="#br0" timeOffset="72807.701">5155 14147 7612 0,'0'0'4301'0,"0"0"-3137"0,0 0-652 0,0 0 868 16,0 0 168 0,48 83-292-16,-40-54-404 15,-1-4-420-15,-2 3-100 0,-1-5-148 0,4 0-172 16,-4-4 80-16,3-5-92 0,2 0-72 16,-5-8 12-16,4 1 12 0,-8-4-164 15,4-3 28-15,-1 0 124 0,6-7 52 0,-5-5-32 16,8-4 32-16,-5-6-72 0,6-3-56 15,2-2 16-15,2-1-4 0,-2-1 12 0,5 4-48 16,1 3-28-16,-6 5 116 0,1 9-112 16,-4 4 144-16,3 4 40 0,-6 0 296 0,3 7-12 15,0 2-12-15,-4 7 24 0,0 0-12 16,-1 0-28-16,-3 3-8 0,1-4-52 16,-1 5-40-16,0-8-152 15,0 1-4-15,-4 0-60 0,4-7-52 0,-1 0-56 0,-3-6-336 16,0 0-592-16,4 0-344 0,-4 0-904 15,4 0-1677-15,5-8-1767 0</inkml:trace>
  <inkml:trace contextRef="#ctx0" brushRef="#br0" timeOffset="73077.534">5721 14274 456 0,'0'0'12057'0,"0"0"-10137"15,0 0-1488-15,0 0-56 0,16 77 808 0,-13-62 172 16,6-2-664-16,-5-3-532 0,4-4-160 0,3-6-40 15,2 0 40-15,6-6 88 16,1-11-88-16,5-2-104 0,-5-6-216 0,3-3-224 16,-3 2-16-16,-8 1 276 0,0 3 244 15,-8 6 40-15,0 3 76 0,-4 1-36 16,-4 5-32-16,-7 0 124 0,-2 5 200 0,-2 2 16 16,-2 2-112-16,-3 12-112 0,1-2-76 15,2 11-44-15,-2-4 72 0,3 3-16 0,4-3-60 16,3-3 0-16,2-4-172 15,7-3-100-15,0 1-484 0,0-6-812 0,3-4-684 0,6 0-1589 16,7-4-859 0</inkml:trace>
  <inkml:trace contextRef="#ctx0" brushRef="#br0" timeOffset="73335.654">6056 14186 10784 0,'0'0'2617'0,"0"0"-1817"0,0 0-496 0,0 0 720 0,0 0 556 16,0 0-392-1,23 73-412-15,-23-61-296 0,0-2-248 0,5-1-232 16,-1-5-4-16,0-1-80 0,0 0 20 16,-1-3-56-16,5 0 8 0,5-3-12 15,-6-7-60-15,5 0 0 0,1-2 36 0,-2-1-12 16,2 1-24-16,-2 2 0 16,5 1-28-16,-8 2 52 0,4 7 48 0,-1 0 100 15,2 0 12-15,-5 4 112 0,3 5 24 16,-2 4-12-16,3-1-64 0,-5 1-48 0,6 3 28 31,-5-3-36-31,-1 2-4 0,2-6-52 0,-1 5-316 0,-1-5-464 0,-3-3-336 16,4-2-752-16,-3-2-1205 0,-1-2-2871 15</inkml:trace>
  <inkml:trace contextRef="#ctx0" brushRef="#br0" timeOffset="73526.341">6418 14300 12269 0,'0'0'2596'0,"0"0"-1740"0,0 0-404 0,0 0 624 0,0 0 88 0,0 0-388 15,0 0-348-15,0 0-256 16,91 3-168-16,-63-12-4 0,0-1-332 0,-3-3-428 0,3 4-304 16,-8-4-216-16,3 0-716 15,-10 4-2157-15,2 0-2547 0</inkml:trace>
  <inkml:trace contextRef="#ctx0" brushRef="#br0" timeOffset="73825.126">7087 13665 380 0,'0'0'13293'0,"0"0"-11257"0,0 0-1900 0,0 0 204 16,-31 76 564-16,23-34 704 0,-5 5-392 31,6 4-352-31,3 3-268 0,0 2-168 0,0 5-159 16,0-1-125-16,4-2-104 16,0-4-40-16,0-1-72 0,4-8-60 0,4-7-40 15,-1-7-181-15,6-8-99 0,-1-4 136 0,4-9 60 0,-4-4-208 16,-1-6-172-16,2-3-140 0,-2-7-300 0,-3-5-308 15,1-4-724-15,-9 0-756 0,0 0-1485 16,-4-6-2087-16</inkml:trace>
  <inkml:trace contextRef="#ctx0" brushRef="#br0" timeOffset="73984.159">6784 14147 11489 0,'0'0'2252'0,"0"0"-1492"0,0 0-544 0,0 0 352 16,0 0 364-16,0 0-32 0,0 0-180 15,0 0-228-15,0 0-108 0,0 0-164 16,88 48-180-16,-56-52-40 0,0-1-396 16,4-9-208-16,-5 2-316 0,-3-1-520 0,0-2-1272 15,-7 2-2365-15,-1-6-2551 0</inkml:trace>
  <inkml:trace contextRef="#ctx0" brushRef="#br0" timeOffset="74325.968">7323 14059 11609 0,'0'0'1576'0,"0"0"-1460"0,0 0-116 0,0 0 444 0,0 0 368 16,0 0 72-16,56 76-256 0,-52-51-200 15,3 4-164-15,-7 3-28 16,0-1 0-16,0 1 72 0,-3 2-20 0,-5-5 80 16,3 1 4-16,-3-5-124 0,4-6-128 15,4-7-32-15,-3-2 72 0,3-4 24 0,0-6 96 16,0 0-72-16,3-3-24 16,5-7 24-16,5-5 196 0,-2-11-148 0,6-3-196 15,2-9-60-15,-3 0-172 0,0 0-192 0,4 0-224 16,-5 3-72-16,6 3-128 0,-1 1-276 15,-5 2-676-15,2 4-1028 0,-6 6-2349 16,2-3-2590-16</inkml:trace>
  <inkml:trace contextRef="#ctx0" brushRef="#br0" timeOffset="74514.578">7681 14100 6564 0,'0'0'6181'0,"0"0"-5133"0,0 0-756 15,9 64 416-15,-9-45 756 0,3-4-220 0,1 1-564 0,0-3-356 16,0 0-104-16,0-1-148 16,0 1-72-16,1-7-68 0,-2 0-80 15,-3 1-260-15,0-4-196 0,0-3-92 0,0 0-108 0,0 0-228 16,0 0-272-16,-3-6-472 16,-2-1-1373-16,-7-8-2591 0</inkml:trace>
  <inkml:trace contextRef="#ctx0" brushRef="#br0" timeOffset="74661.98">7641 13897 11085 0,'0'0'2244'0,"0"0"-1428"0,0 0-136 0,0 0 748 0,0 0-184 16,0 0-240-16,0 0-316 0,0 0-272 16,0 0-288-16,68 2-128 0,-56-2-88 15,0 0-376-15,1 0-572 0,-6 0-340 16,5 0-980-16,-8 0-2569 0,4 4-2723 0</inkml:trace>
  <inkml:trace contextRef="#ctx0" brushRef="#br0" timeOffset="74953.857">7785 14119 10576 0,'0'0'1721'0,"0"0"-1337"0,0 0-36 0,0 0 972 0,-4 72 432 16,4-61-524-16,4-8-560 15,-4 3-224-15,8-6-232 0,-4 0-68 0,3 0-68 0,2 0-68 31,-1-6 0-31,3-4-8 0,-2 1-44 16,3-5-192-16,-1 2-36 0,2-4 52 0,2 0 8 16,2 0 52-16,-2 1 152 0,1-8-252 15,0 4-388-15,-4-3-244 0,-4 0 328 16,0 2 136-16,1 6-28 0,-6 3-64 16,-3 5 284-16,0 4 236 0,0 2 228 0,0 0 216 15,0 2-28-15,-3 4-164 0,-2 0-148 16,-3 5-56-16,4-3 168 0,-4 3-28 0,5-2-188 15,3-6-36-15,-5 4-92 16,5-5-48-16,0 2-416 0,-4-4-564 0,4 0-1521 16,-4 3-2619-16,48-73-272 0</inkml:trace>
  <inkml:trace contextRef="#ctx0" brushRef="#br0" timeOffset="75429.656">8175 14021 12149 0,'0'0'3836'0,"0"0"-2820"0,0 0-868 0,0 0 276 15,-4 82 872-15,0-57-32 0,0 0-584 16,0 1-384-16,4-3-188 0,-3-4-48 16,3-4-60-16,0 1-8 0,0-6-100 0,0-4-172 15,0-3-232-15,0-3-284 0,0 0-300 16,0 0-416-16,0-3-696 0,0-6-532 0,-4-1-1861 15,4-9-1055-15</inkml:trace>
  <inkml:trace contextRef="#ctx0" brushRef="#br0" timeOffset="75550.856">8163 13947 7140 0,'0'0'2168'15,"0"0"-1496"-15,0 0-644 0,0 0-28 16,92-8-196-16,-68-3-476 0,4 2-260 15,-9-1-512-15,18-9-2720 0</inkml:trace>
  <inkml:trace contextRef="#ctx0" brushRef="#br0" timeOffset="75811.419">8502 13852 4832 0,'0'0'7961'0,"0"0"-5613"0,-40 67-1380 0,24-35-76 16,-3 3 656-16,-2-3-16 0,10-1-480 15,6-3-520-15,5-5-372 0,9-4-152 0,10-6 285 16,1-4-293-16,4-6-293 15,4-3-119-15,8-3 8 0,4-6-108 0,-1-7-136 0,6-3-148 16,-6-4 256-16,-7 1-376 0,-8 0 8 16,-4 3 484-16,-4-1 120 0,-8 8 164 0,0 5 140 15,-4 5 520-15,-4 2 200 0,0 0-108 16,0 9-192-16,-9 3-160 0,6 5-112 16,-5 5-40-16,8 0 28 0,-4-3-136 15,4 4 0-15,0-5-136 16,0-2-160-16,0 3-580 15,0-6-676-15,-4-1-2868 0,-8 5-2421 16</inkml:trace>
  <inkml:trace contextRef="#ctx0" brushRef="#br0" timeOffset="76514.612">1398 15449 6584 0,'0'0'4052'16,"0"0"-4016"-16,76-9-36 0,-40 6-152 0,7-4 152 16,-3 4 861-16,0 3-321 15,3 0-220-15,2 0-100 0,7 0-16 0,3 0-12 16,5 0-168-16,12 0 28 0,7 0 368 16,9-6-76-16,8-1-344 15,3-5 0-15,9-1-88 0,8 1 76 16,3-4-76-16,5-1-4 0,3 2-84 0,8-5-28 15,5 4 12-15,3-3 52 16,5 4 140-16,7-4 116 0,0 0 232 0,5 0-348 16,4-4-28-16,3 5-36 0,-1-6 0 15,6 3-24-15,4-5-116 16,-2 4 24-16,2-3-64 0,0 0-244 0,-1-2 80 16,-4 2 240-16,5 0 64 0,-2 0 104 0,-2 2 52 15,0 2 12-15,-1 1 28 0,-8 1 124 16,1 0 220-16,-1 1-100 0,-4-1-208 0,-4 0-128 0,1 0-220 15,-9-4-484-15,-3 4-277 16,-5-1-103-16,-12 2 308 0,2 2 320 0,-15-3 156 16,2 3 212-16,-4-1 88 0,-9 3 268 15,-3 1 160-15,-9-4-52 0,-7 5-52 32,-12-1-68-32,-4 0-188 0,-17 4-68 0,-2-4-128 15,-17 3-584-15,-13 4-728 0,-14 0-1852 16</inkml:trace>
  <inkml:trace contextRef="#ctx0" brushRef="#br0" timeOffset="79050.024">11235 14312 496 0,'0'0'704'15,"0"0"-288"-15,0 0-24 0,0 0 4200 16,0 0-3308-16,0 0-52 0,0 0-104 16,0 0 173-16,-16-66-21 0,16 63-132 15,0 3-148-15,0-3-168 0,0 3-164 0,0 0-20 16,0 0-28-16,0 0-16 0,0 0-60 16,0 0-76-16,0 0-40 0,-4 0 12 0,4 3 108 0,0 0-72 15,0 0-88-15,0 7 173 0,4 5-113 16,5 5-244-1,-2 4 100-15,5 11-148 0,-4 7-56 0,4 3-92 16,-4 8 76-16,0 7-24 0,0 5-52 0,-4 7-8 16,0 2-48-16,0-1 40 0,-4-1-40 15,0-2-16-15,0-6-20 0,4-7-84 16,0-10 72-16,0-5-112 16,0-13-104-16,4-10-248 0,-4-7 51 15,4-6-87-15,-4-6-236 0,4-3-688 0,-4-6-316 16,4-10-392-16,-4-3-724 15,0 3-1697-15,-4-23-1191 0</inkml:trace>
  <inkml:trace contextRef="#ctx0" brushRef="#br0" timeOffset="79350.204">11288 14443 132 0,'0'0'9744'16,"0"0"-7923"-16,0 0-285 15,0 0-216-15,0 0 280 0,0 0-276 0,0 0-312 16,0 0-296-16,86-64-164 0,-62 57-28 15,1 7-72 1,3 0-148-16,0 0-72 0,0 11-96 16,0 1-28-16,3 1-24 0,-4 9 28 15,-2 3 33-15,-1 4 63 0,0 3-100 0,-5 3-100 16,1 5 4-16,-8 2-12 0,-3 6 12 16,-2 3 0-16,-7 0 44 0,0 3-56 15,-4-4-8-15,-8 1-32 0,0 0 40 16,-3-3 0-16,-2-6-4 0,-3-5-4 0,5 1 8 15,-5-6 40-15,4-4 16 0,0-5-56 16,0-1-60-16,0-7 0 0,4-5-305 0,0-4-123 16,-4-3-60-16,0-3-60 0,0-3-236 15,0-6-128-15,-3 0-492 0,2-8-496 16,2 8-1160-16,-9-16-3429 0</inkml:trace>
  <inkml:trace contextRef="#ctx0" brushRef="#br0" timeOffset="80974.321">12637 14500 5336 0,'0'0'1668'16,"0"0"4205"-16,0 0-3965 0,0 0-1028 0,0 0-60 15,0 0 300-15,0 0-268 0,0 0-332 16,0 0-216-16,0 0 28 0,84-35-64 0,-52 32-60 16,0 3 0-16,4 0-12 0,-1 0 60 15,6 0 220-15,2 0-196 0,2 6-112 16,-2-3-104-16,1 3 32 0,4 1-92 16,-5-4 69-16,5 3-69 0,1 1-4 0,-2 0-4 0,-4-5-44 15,-2 5-13-15,-5-1 13 0,-5 4-136 16,-10-1 124-16,-2 3 0 15,-6 1 24-15,-6 4 36 0,-7-2 192 16,0 5-44-16,-7-2-51 0,-10 1-37 0,2 3-48 16,-6-2 48-16,1-3-48 15,-3 1 0-15,-5-3 0 0,-4-4-12 16,0 1 0-16,-8-5-156 0,-4 2-5 0,-8-4 5 16,-4 6-76-16,-7-2 40 15,-1 1 20-15,0-1-12 16,-3 1-48-16,3-4-24 0,4 0-96 0,4 1-76 15,4-7-152-15,13 3 0 0,11-3 160 16,8 0 24-16,8-3-164 0,4-1-668 16,8 1-668-16,0 3-724 0,4 0-1661 0,0 0-367 15,12 0 3900-15</inkml:trace>
  <inkml:trace contextRef="#ctx0" brushRef="#br0" timeOffset="81274.617">13598 14991 1592 0,'0'0'10929'15,"0"0"-9009"-15,0 0-1260 16,0 0-220-16,-91 20 804 0,59-10 208 0,-5-4-296 15,-2 4-348-15,-5-1-356 16,0 0-256-16,-7 1-112 0,-1-1-36 16,-4 4 48-16,0-3-96 0,-4 2-8 0,0-2-124 15,9 0-28-15,3-4-96 0,4 0-12 16,12-3-112-16,4 0-196 16,8-3-148-16,9-3-216 0,2-4-508 0,5 2-888 0,4-2-1645 15,0-6-959-15</inkml:trace>
  <inkml:trace contextRef="#ctx0" brushRef="#br0" timeOffset="81514.259">13080 14893 11381 0,'0'0'2112'0,"0"0"-932"0,0 0-44 16,36 73 352-16,-24-43-236 0,0 1-452 16,4 1-324-16,-4 2-232 0,4 2-244 15,0-4-36-15,-1-4-84 0,-2 4-212 0,-2-7-308 16,1 1-320-16,-3-5-468 0,-2-2-768 16,-3-2-380-16,0-9-1465 0,-4 6-1399 0</inkml:trace>
  <inkml:trace contextRef="#ctx0" brushRef="#br0" timeOffset="83528.677">8163 8147 328 0,'0'0'844'16,"0"0"-176"-16,0 0 3696 0,0 0-1844 0,0 0-696 15,0 0-587-15,-20-73-213 0,20 56 72 16,0-2-208-16,0 0-196 0,5 1 0 0,3-5-100 16,3 1-168-16,2 0-116 0,-2-1-12 15,6 5-144-15,-2-4-4 0,2 3-76 16,-2 3-72-16,1 4-48 0,0 1 0 16,-5 2-64-1,2 6-24-15,-5 3-64 16,-1 0 28-16,2 6 84 0,-1 4-100 15,-1 5 176-15,6 5 24 0,-9 6 28 0,0 4-16 0,-4 3-16 16,0 1-16-16,0 4-72 0,0-2-20 16,-4-9 100-16,0 3 0 0,-1-5 0 15,1-9-72-15,0-3-92 0,4-4-296 16,0-6-324-16,0-3-388 0,0 0-432 0,4-9-581 16,5-7-923-16,-1 3-2072 0,7-15 3956 0</inkml:trace>
  <inkml:trace contextRef="#ctx0" brushRef="#br0" timeOffset="83676.64">8530 7936 2664 0,'0'0'300'0,"0"0"4248"0,0 0-2472 0,0 0-848 31,0 0-19-31,0 0 31 0,0 0-60 16,0 0-244-16,0 0-384 0,-4 83-552 0,-8-57-188 16,0 0 64-16,-3 2-28 15,-6 1 152-15,5 3-592 16,-3-4-256-16,2-6 212 0,2 0-168 15,-2-9-608-15,10-3-9 0,-1-8-627 0,-5-2-2192 0</inkml:trace>
  <inkml:trace contextRef="#ctx0" brushRef="#br0" timeOffset="84073.112">8601 6797 1056 0,'0'0'2804'16,"0"0"3428"-16,0 0-4223 15,0 0-629-15,0 0-72 16,0 0-188-16,0 67-316 0,-4-39-332 0,4 4-172 15,0-3-140-15,0-4-160 0,4-6 0 0,0-3-148 16,5-3 100-16,2-4-52 16,-3-2 48-16,5-4 52 0,-2-3 0 0,2 0 0 15,2 0-72 1,-3-10 8-16,4-1-36 0,-4-6 16 0,0-2-16 0,4-3-12 16,-4-8-76-1,0 3 24-15,-4-5 104 0,-4 7 48 0,-1-1-116 16,-3 4-76-16,-3 0 124 0,-5 3 80 0,-8 3 8 15,0 3-8-15,1 3-12 0,-10 8-364 0,1 2-104 0,0 9-228 16,-4 13-280-16,5-3-1140 0,-14 22-4093 0</inkml:trace>
  <inkml:trace contextRef="#ctx0" brushRef="#br0" timeOffset="96610.672">14701 14391 156 0,'0'0'1160'0,"0"0"-1028"16,0 0 180-16,0 0 56 0,0 0-364 0,0 0 1272 0,0 0 1276 31,0 0-976-31,-4-38-396 0,4 38 36 0,0-2 49 0,0 2-161 0,0 0-232 0,0-4-32 15,0 4 8-15,0 0 32 0,0 0 64 16,0 0-76-16,0 0-184 0,0 0-144 31,0 4-156-31,0-2-104 0,-3-2 4 16,-1 7 180 0,-4-1-48-16,-1 0-184 0,2 11-64 0,-5 2-32 0,-1 6-76 15,6 7 60-15,-5 6 16 0,4 6-64 0,4 4-72 16,-4 0-12-16,8-1-36 0,0-5 48 15,0-8-48-15,12-4 36 0,-4-8-52 0,8-7 20 0,-4-2 40 16,0-7-64-16,4 1 8 0,-4-7-24 16,3 0-40-16,2-4 120 0,-1-8-44 15,-1-1-172-15,6-3 36 0,-6-2-60 0,1-6-48 16,0 3 96-16,0-5-48 16,-4 1 60-16,0-1 48 0,-4 1 48 0,0 0 88 15,-4-1 0-15,-4 0 124 0,0-2-116 16,-4 2 56-16,-8 5 44 0,-4-2 4 15,0 8-112-15,0 2 0 0,1 3-124 0,-6 7 12 16,1 3-108-16,1 7-148 0,-1 5-324 16,-1 4-724-16,-2 6-888 0,11 0-1853 31,-16 13-2087-31</inkml:trace>
  <inkml:trace contextRef="#ctx0" brushRef="#br0" timeOffset="108111.644">5929 12046 2948 0,'0'0'2008'16,"0"0"-1148"-16,0 0 840 0,0 0-428 0,0 0-196 15,-84-3 549-15,67 3 283 16,2 3-272 0,2-3-276-16,6 3-116 0,-1-3-120 0,4 0-92 15,4 0-260-15,0 0-200 0,0 0-172 16,0 0-168-16,4 0 145 0,4 0-13 16,3-3-52-16,6 0-32 0,-1 3-148 0,3-4-48 15,-2 2-84-15,-2 2 0 0,-2 0-4 16,-2 0-56-16,-3 0 0 15,1 0-84-15,-5 2-52 0,-4 5 40 0,3-1 36 0,-3 4 48 16,0 2 72-16,-3 1 64 0,-6 3-64 16,1 0-72-16,-3-1-28 0,2-2-8 15,-3 0 24-15,5-7 80 0,3-3-8 0,-5 0-48 16,1-3 52-16,1 0-80 0,-1-6-68 16,-1-3 11-16,1-4 69 0,1 1-44 15,3-8 24-15,4 1 36 0,0-3-28 0,0 3 4 16,0 0-12-16,8 2 32 0,8 2-32 15,-1 5 36-15,6 2 56 0,2 3 4 0,-3 5 12 16,0 7-12-16,-8 5-4 16,0 5 4-16,-8 6 24 0,-4 2-16 0,0 0 88 15,-8 7-92-15,-8 2 84 0,0-2-16 32,-3-3-68-32,2-6 8 0,2-4 60 0,-2-7 12 15,6-6 4-15,-2-2-80 0,5-4 40 16,1-4-24-16,-1-8-24 0,-1-4-160 15,5-9 28-15,1-5 36 0,-1-1 32 0,0-1-32 16,4-3-24-16,0 7 8 0,0 2-20 16,4 3 84-16,3 11 32 0,10 3-116 15,-2 3 120-15,6 6 0 0,-1 0 12 0,-1 6 0 0,1 3 48 16,1 3-44-16,-6 5-4 0,-3-1 8 0,-8 3 4 16,-4 0-12-16,0 0 0 15,-4 3 48-15,-8-3 28 0,-3 3-8 0,-6-2-68 16,1-1-4-16,1-6-44 15,-1-4-12-15,-1-2 60 0,6-7 0 16,-2 0 0 0,6-7-84-16,-2-2 76 0,6-10-4 15,-1 0-136-15,4-7 136 0,4-3-60 16,0 1 60-16,8-1-60 0,3 4-20 0,10 2 92 16,-1 4 60-16,8 6 112 0,-5 5 12 15,5 1-112-15,-4 7 40 0,0 0-64 16,-4 7-40-16,-8 5 128 0,0 4-40 15,-12 3-84-15,0 0 84 0,0 6-16 0,-12 1-80 16,-4-4-40-16,-4 3 40 0,0-6 112 0,0-2-40 16,1-5-24-16,2-3-36 15,2-5 100-15,2-4 20 0,5-4-120 0,1-9-12 16,-1-2-120-16,-1-4 108 0,5-4-36 16,-3 1-28-16,3-3 76 0,4 0-8 15,0 0 0-15,0 8-112 0,0 1 8 0,8 7 100 16,-1 3-28-16,10 2 40 0,-6 4 112 0,10 0-112 15,-10 0-56 1,6 6 8-16,-6 4 40 0,-3 3 8 16,1-1-96-16,-9 5-52 0,0 5-84 0,-4 0-388 0,-9 3-880 15,2 4-1016-15,3-4-2072 0,-16 13-2497 0</inkml:trace>
  <inkml:trace contextRef="#ctx0" brushRef="#br0" timeOffset="109153.353">9570 15151 7748 0,'0'0'7341'16,"0"0"-6109"-16,0 0-620 15,0 0 220-15,0 0 624 16,0 0-108-16,0 0-508 0,0 0-379 0,0 0 303 15,0 0-28-15,51-70-240 16,-23 68-192-16,0 2-220 0,-4 0-12 16,0 0-64-16,-4 8-4 0,-4 2 4 0,-4 0 52 0,-4 2-56 15,-4 1 8-15,-4-1 0 16,0 7 60-16,-12 1-12 16,-8 5-20-16,0-3-40 0,-4-3-8 0,0 0-100 0,-3-3 48 15,3-7 12-15,-4 2 40 16,0-8-88-16,0-1 92 0,0-2 0 0,0-2 0 15,5-8-44-15,2-6-12 0,5 0-24 16,8 0 12-16,4-6 20 0,4 3-68 0,8 2-96 16,5-2 84-16,6 10 32 0,5 0 4 15,4 6-12-15,-4 3 96 0,-1 3 8 0,-2 6-4 16,-1 5-100-16,-5-2 12 0,-6 1 20 0,-1-1 28 16,-8 4 44-16,0-3 4 0,-4-1 48 15,-9 1 16-15,2-2-4 0,-10-6-48 16,6 1 60-16,-5-3-64 0,0-3-8 0,4 0 4 15,0-3-4-15,4-6-40 16,1-4-32-16,-2 0-24 0,5-5-124 16,1-1 52-16,3 3 8 0,4 3 52 0,4 1-124 15,3 5 39-15,5 3-63 16,0 4-304-16,0 0-428 16,4 0 128-16,0 0-396 0,-4 4-640 0,4 3-696 15,-5-1-1397-15,2-3-2735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22:14.8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20088 635 11717 0,'0'0'3236'15,"0"0"-1624"-15,0 0-864 0,0 0-192 16,0 0 248-16,0 0-20 16,0 0-36-16,0 0 228 0,24 95-295 0,-12-48-209 15,-3 4-48-15,-2 4-36 0,-3 4-184 16,0-1-96-16,-4-4-104 0,0 0-4 0,-4-4 0 15,0-6-136-15,0-2 128 0,4-10-136 16,0-3-60-16,0-7-28 0,0-5 4 0,0-6-100 16,0-1-97-16,4-4-219 0,0-6-188 15,0 0-440-15,0 0-772 0,0-9-788 16,4-9-1341-16,-4-9-1667 0</inkml:trace>
  <inkml:trace contextRef="#ctx0" brushRef="#br0" timeOffset="270.723">20208 583 1528 0,'0'0'9809'15,"0"0"-8553"-15,0 0-476 16,0 0 236-16,0 0 356 0,0 0-316 0,91-21-348 0,-63 21-284 0,0 9-364 16,0 3 52-16,-3 11 220 0,-2 2-296 15,5 7-36-15,-4 3-72 0,-4 6-100 16,-5 1 96-16,2 2-156 0,-13 1-16 15,-4-1 36-15,0 4 148 0,-12-3-8 0,-8 2-16 16,-4 1 84-16,-8-1 4 0,4-2 4 31,-8-4 60-31,4-3-52 0,-3-3 48 0,-1-6-48 16,4-8 64-16,4-2-76 0,4-8-72 0,4-5-348 0,4-6-216 16,0 0-412-1,4-13-736-15,5-3-1337 0,-2 0-2559 0</inkml:trace>
  <inkml:trace contextRef="#ctx0" brushRef="#br0" timeOffset="739.179">21686 762 1160 0,'0'0'1776'0,"0"0"5520"0,0 0-5367 0,0 0-345 16,0 0-420-16,0 0-396 0,-79-38-172 15,51 38 4-15,-4 3-4 0,-5 9-212 16,2 4-124-16,-1 3-40 0,-4 7 16 0,1-1 12 16,2 7-40-16,-2 0-36 0,7-1-80 15,0 1-92-15,8-3 0 16,8-3 76-16,8-5-76 0,0-5 4 16,8 3 0-16,0-6 0 0,13 3 44 0,-2-3 76 15,9-1 24-15,3-2 8 0,5 0 64 16,4-1-60-16,5-3-48 0,-1-3-40 15,-1 0-72-15,5-3-52 0,-4 0-48 16,-5 0-292-16,1-3-132 0,-4-3-340 16,-4 3-324-1,-12 1-552-15,-3 2-1256 0,-9 0-3417 0,-4 0 629 0</inkml:trace>
  <inkml:trace contextRef="#ctx0" brushRef="#br0" timeOffset="925.883">21113 1344 1356 0,'0'0'8712'16,"0"0"-6219"-16,0 0-1141 0,0 0-276 16,0 0 56-16,0 0-204 0,0 0-84 15,0 0-140-15,90-7-136 0,-49 0-224 16,2 1-176-16,2-1-84 0,2 1-84 16,-6 0-112-16,2-1-32 0,0 1-188 0,-2 0-544 15,2 3-424-15,-3-4-760 16,-12 4-2161-16,20-7-2839 0</inkml:trace>
  <inkml:trace contextRef="#ctx0" brushRef="#br0" timeOffset="1734.824">22292 727 11437 0,'0'0'2048'16,"0"0"-1156"-1,0 0-36-15,0 0 192 0,0 0-28 0,0 0-76 16,111-16-316-16,-67 13-308 0,8 3-112 16,-1 0 0-16,2 0-24 0,3 0-72 15,-9 0-40-15,-3 3-60 0,-8 3-12 0,-4-3-100 16,-8 4 88-16,-9-1-108 16,-7 0-4-16,1 4-156 0,-9 3 8 15,0 2 88-15,-9 4-60 0,-10 6 68 0,-5 5 40 0,-8 2-132 16,-8 2-92-16,-4 1 24 0,-3 3 136 15,-2 4 88-15,-3-4 112 0,-3 3 116 16,-1 0 284-16,0 1-52 0,4-4-4 0,5-3-12 16,2-4-48-16,14-5-112 0,3-1-36 0,12-5-76 15,5-8-12-15,11 1-32 0,0-7 116 32,7 3 188-32,13-2 436 0,8 3-364 0,8-4-148 15,8 3-148-15,4 1 0 0,3-4 52 16,-3 0 20-16,3-2-56 0,-2-1-51 0,-1-3-1 15,-1 0-60-15,2 0 0 0,-6-3-85 0,-4-3-135 16,2-1-192-16,-5-3-196 0,-4-2-200 16,-1 1-248-16,1-3-576 15,-8-3-1516-15,0 1-2937 0,-8 0-895 16,4-9 6252-16</inkml:trace>
  <inkml:trace contextRef="#ctx0" brushRef="#br0" timeOffset="1917.551">23125 927 1304 0,'0'0'6128'16,"0"0"-1155"-16,0 0-4013 0,0 0-480 0,0 0 396 15,0 0 456-15,-96 25-116 16,72-8-188-16,-8 2-484 0,0 2-224 0,-3 8-100 16,-6 3-96-16,-6 3-124 0,-2 4-76 15,-2 1-292-15,-5-3-184 0,-3 5-168 0,3-3-296 16,0-4-416-16,5-1-1120 15,14-11-2401-15,-14 2-2711 0</inkml:trace>
  <inkml:trace contextRef="#ctx0" brushRef="#br0" timeOffset="3520.497">19678 660 4788 0,'0'0'328'0,"0"0"5304"0,0 0-4255 15,0 0-317-15,0 0-260 0,-80 0 528 16,68 0-180-16,9 0-304 0,-5 0-208 15,3 0-108-15,1 0-60 0,0 0-100 16,-3 0-144-16,-1 0-104 0,-9 0-32 0,2 7-4 16,-5-1-36-16,-4 4-40 0,-4 2 0 15,-8 7-4-15,4 3 12 0,-4 4 40 0,1 0-56 16,-1 2-12-16,-1 0-52 0,2 1 56 16,3-4 8-1,4 1 4-15,5-4-4 0,2-3-4 0,10-3-56 16,-2-7 60-16,13 1 92 15,0-3 4-15,0-1-60 0,8 0-24 16,5 0 172-16,6 4-12 0,1-4-76 0,8-3-32 16,4 1-64-16,-4-4-80 0,4 0-88 0,0 0-68 15,-4-7 4-15,-4 4-12 0,-1-3-88 0,-7 2-172 16,1 1-224-16,-2-1-236 0,-7 2-444 16,-4-1-908-16,0 3-2749 15,-4-3-2743-15</inkml:trace>
  <inkml:trace contextRef="#ctx0" brushRef="#br0" timeOffset="3697.574">19076 1181 1632 0,'0'0'9445'16,"0"0"-7457"-16,0 0-968 0,0 0 104 0,0 0-196 15,0 0-284-15,0 0-24 0,108 7-36 16,-72-7-200-16,3 2-264 0,2-2-120 0,-5 4-184 15,-1-2-100-15,1-2-336 0,-4 6-240 16,-4-1-272-16,0-3-840 0,-8 2-2157 16,-5-1-3067-16</inkml:trace>
  <inkml:trace contextRef="#ctx0" brushRef="#br0" timeOffset="4505.742">17953 711 3724 0,'0'0'224'16,"0"0"948"-16,0 0 3844 0,0 0-3199 16,0 0-641-16,0 0-388 0,0 0-88 0,0 0 68 15,0 0 64-15,0 0-220 0,0 0-288 16,-12-13-224-16,4 29-88 0,-8 9 64 15,0 7 84-15,0 6 152 0,0 1 56 16,0 2 336-16,0 0-288 0,1-6-228 0,2 0-140 0,5-7 112 16,1-5-88-16,3-8-72 0,4 2-88 15,0-8-8-15,0 1-160 0,0-4-116 16,4 0 4-16,0-3-16 0,-1 0-8 16,1 4 56-16,0-1 76 0,5 5 108 15,-1 0 152-15,3 3 4 0,2 5 136 0,-6-5-44 31,1 10 264-31,0-2-12 0,0 3-88 0,0-3 12 16,0 0-100-16,-4 0-36 0,0-3-124 16,-1-3-12-16,6 0-24 0,-5-10-112 15,4 0-124-15,-4-1-356 0,4-5-144 0,4 0-36 16,-4-5-276-16,4-7-384 0,4-4-460 16,-9 0-937-16,14-9-2123 15</inkml:trace>
  <inkml:trace contextRef="#ctx0" brushRef="#br0" timeOffset="4769.009">18156 1016 3160 0,'0'0'1016'16,"0"0"-440"-16,0 0 5508 0,0 0-4171 0,0 0-485 15,-8 76-176-15,4-60-84 16,4-4-336-16,0-2-396 16,0-3-224-16,0-5-164 0,0 3 124 0,8-5-60 15,0 0-112-15,4 0-260 0,-1-7-184 16,10-3-116-16,-5-3-152 15,3-6-92-15,-2 3-104 0,-2-2-4 0,-2 1 136 16,-5 1 364-16,-5 4 196 0,-3-2 208 16,0 6 8-16,-11-3 332 0,-2 5 256 15,2 3 124-15,-6 0-296 0,2 3-248 0,-5 3 44 16,0 4 28-16,4 0-48 0,0 1-132 0,0 3-60 16,4-2-452-16,4-4-384 0,-4 6-708 15,8-8-2609-15,0 0-2867 0</inkml:trace>
  <inkml:trace contextRef="#ctx0" brushRef="#br0" timeOffset="5099.952">18443 746 4820 0,'0'0'404'15,"0"0"2028"-15,0 0 1613 0,0 0-2613 0,0 0 16 0,0 0-312 16,0 0-320-1,0 0-364-15,0 0-256 0,0 0-44 0,0 0-104 16,19 56-48-16,-19-39-48 0,0-1-76 16,0 0 60-16,-4 3 16 0,4-3 36 15,0 3-4-15,0 0 4 0,0-1-112 16,4 5 16-16,1 0 104 0,3-2-204 16,-4 2 60-16,3-1-64 0,2-3 44 15,-1 3 92-15,-4 0 76 0,3-2 12 0,1-2 64 0,-3 1-28 16,3 3-36-16,-8-5-4 0,0 2 144 15,0-3 48-15,0 3-36 16,-4-3-164-16,-5-1-4 0,1-2-196 0,5 0 196 16,-5 0-120-16,4-1-548 0,0-3-776 15,4-2-1016-15,0-1-1657 0,8-3-2323 0</inkml:trace>
  <inkml:trace contextRef="#ctx0" brushRef="#br0" timeOffset="5700.632">19268 1089 4548 0,'0'0'532'16,"0"0"28"-16,0 0 3700 0,0 0-2583 15,0 0-537-15,0 0 20 0,0 0-20 16,0 0 4-16,0 0 68 0,0 0-208 16,0 0-180-16,4 73-140 0,0-51-120 0,-4 1-100 15,4-2-160-15,-4 5-72 0,3-1-64 16,5 4-56-16,1-4-56 0,2 4-56 15,1-1-8-15,4-2-80 0,0 2 16 16,0-5-24-16,4 2-208 0,0-6-368 16,0 3-72-16,0-6-176 0,0 0-464 15,-4-4-1552-15,-1 5-3693 0</inkml:trace>
  <inkml:trace contextRef="#ctx0" brushRef="#br0" timeOffset="30808.818">22773 3163 4972 0,'0'0'9217'0,"0"0"-7601"0,0 0-376 16,0 0-24-16,0 0-120 0,0 0-180 16,0 0-208-16,0 0-292 0,0 0-188 0,-63 69-116 15,40-50 33-15,-5 3-13 0,-4 7-68 0,-4-4-64 16,-8 7-44-16,0-3-76 16,-4 2-113-16,1-5 17 0,2-1-100 15,2-6-40-15,7-6-56 0,8-3-176 0,8-8-308 16,5-2-400-16,2-9-304 0,9-7-904 0,4-6-2329 15,0 6-1511-15,12-19 4832 0</inkml:trace>
  <inkml:trace contextRef="#ctx0" brushRef="#br0" timeOffset="31040.097">22387 3060 5124 0,'0'0'5180'0,"0"0"-3211"15,0 0-909-15,0 0-284 0,0 0 476 0,-91 45 28 16,67-17-148-16,-1 8-316 0,2 2-420 0,-1 3-188 15,0 6-124-15,0 2 128 16,5-2-116-16,6 0-84 0,2-6-12 16,11-6 60-16,0-9 100 0,11-3 48 0,6-9-184 15,2-3-24-15,5-5-132 16,8-4 120-16,0-2-332 0,8 0-208 0,0-5-64 0,7-9-140 16,-3 2-176-16,4-4-440 0,4-3-1024 15,4 1-2385-15,0-2-1879 0,-9 4 6544 16</inkml:trace>
  <inkml:trace contextRef="#ctx0" brushRef="#br0" timeOffset="31872.852">23675 2848 2732 0,'0'0'324'16,"0"0"4864"-16,0 0-3412 0,0 0-163 15,0 0-169-15,0 0 20 0,0 0-192 16,0 0-156-16,0 0-172 0,0 0-252 15,0 0-224 1,7-29-148-16,-3 48 216 16,4 10 200-16,-8 2-200 0,4 4-232 0,-4 3-48 0,0 4-39 15,-4-4-105-15,0-3-52 0,0 0-60 0,4-10-100 16,0 0 96-16,0-5-92 0,8-8 88 16,1-2-40-16,2-7-61 0,6-3-15 0,-2 0 124 15,5-6-108-15,3-8-124 0,5-5-84 16,0-6 84-16,4 0 88 0,0-4 92 15,-4 1-20-15,-4-4 60 0,0 4-60 16,-8 0-52-16,0-2 120 0,-8 8 4 0,-4 6 0 16,3 10 68-16,-7 2-68 0,0 4 0 15,5 10 84-15,-5 6 184 16,0 6-60-16,0 3-88 0,-5 1 28 0,2 3-52 0,3-4 76 16,0-6-88-16,0-3 84 0,0-3 53 15,8-4-173-15,4-2 48 16,-1-5-80-16,6-2 32 0,-2-6 24 15,5-3 48-15,5-7-120 0,-1-3-36 0,-1-3-108 16,1-6-88-16,4 1-121 0,-4-4-47 0,-5 3-136 16,2-5-76-16,-5 5-124 15,-4 3-408-15,-1 6-472 0,-2 3-932 0,-1 7-1765 16,-5-2-1227-16,9 11 4152 0</inkml:trace>
  <inkml:trace contextRef="#ctx0" brushRef="#br0" timeOffset="32175.636">24380 2996 6384 0,'0'0'4761'16,"0"0"-1781"-16,0 0-1312 0,0 0-192 0,0 0 20 16,0 0-548-16,0 0-276 15,0 0-148-15,79 42-184 0,-51-48-144 0,0-7-196 0,4-3-48 0,3 1-148 16,-3-2-156 0,0-2-124-16,-8 0-52 0,0 3 16 15,-8-3 180-15,-4 7 108 0,-8-4 116 0,-4 0-68 16,-4 3 44-16,-12 0-4 0,1 1 128 15,-6 9 8-15,-3 3 0 16,1 3 12-16,-1 9 308 0,0 11 36 16,-4 2 88-16,0 10-52 0,4 3-24 0,1 4 20 15,-2 2-8-15,5 3-52 16,1-2 72-16,10-3 13 0,5-4-109 0,4-10-144 16,8-3-160-16,12-9-60 0,1-3-108 15,7-4-160-15,7-9-25 16,1 0-71-16,3-12-272 0,6-4-172 0,-2-6-64 15,-3-3-740-15,0-2-1008 0,-4 0-1325 16,4-5-1175-16,-5-3 2092 0</inkml:trace>
  <inkml:trace contextRef="#ctx0" brushRef="#br0" timeOffset="32367.57">25045 2616 952 0,'0'0'7868'0,"0"0"-3811"0,-20 66-2477 16,8-31-120-16,0 11 176 0,-4-2-16 0,4 3-224 0,-4-3-268 15,4-2-447-15,1-7-485 0,2-7-196 32,5-5-108-32,4-8-40 0,0-5-80 0,4-7-177 15,12-3-139-15,-4 0-200 16,8-13-408-16,4-2-700 0,0-4-1048 0,-8 0-2717 16,20-20-2739-16</inkml:trace>
  <inkml:trace contextRef="#ctx0" brushRef="#br0" timeOffset="32561.963">25372 2363 11425 0,'0'0'2340'15,"0"0"-884"-15,0 0 28 0,7 85 56 0,-3-47-336 16,-4 0-4-16,0 7-140 0,0 5-223 0,-7 1-209 0,-5 0-228 16,-1 3-184-16,-6-1-216 0,-5-5 0 15,0-1-156-15,4-7-112 0,4-3-288 0,0-9-232 16,8 1-197-16,4-10-591 0,0-3-956 15,4-3-1836-15,0-4-2665 0,8-2 2441 16</inkml:trace>
  <inkml:trace contextRef="#ctx0" brushRef="#br0" timeOffset="33296.338">26160 2956 3352 0,'0'0'1316'15,"0"0"4961"-15,0 0-4621 16,0 0-268-16,0 0 168 0,0 0 0 0,0 0-428 16,-87 7-132-16,63 12-100 0,0 2-204 0,-4 8-80 0,0 6 9 15,0 0-173 1,5 0-100-16,3-7 4 0,8-2 12 15,7-7-160-15,5-10-144 0,0-2-60 16,13-4 8-16,2-3 40 0,9-6 64 16,4-10-112-16,4-7-148 15,4-3-140-15,3-5-148 0,2-4 36 0,-2 0 48 16,1-3 76-16,-3-4-41 0,-2-2-23 0,1-3 0 16,-4-7 56-1,0-1 68-15,-4-5 140 0,0 0 64 0,-9-1 12 16,1 4-48-16,-3 7 48 0,-6 9 72 0,-3 9 52 15,0 16 132-15,-8 7 84 16,5 6-24-16,-5 3-60 0,0 8 25 16,0 12-29-16,0 5 112 0,-9 13-72 0,-3 7 80 15,-8 8-140-15,1 8-16 16,-5 3-72-16,-4 3-20 0,0-1-124 0,4-3-84 0,4-5-184 16,0-11-96-16,12-9-8 15,0-9 80-15,8-7-60 0,0-12-217 0,4-1-319 16,8-9-616-16,3 0-1080 15,2-3-1724-15,-1-3-1685 0</inkml:trace>
  <inkml:trace contextRef="#ctx0" brushRef="#br0" timeOffset="33977.258">26435 3038 248 0,'0'0'10937'16,"0"0"-8325"-16,0 0-1248 0,0 0-92 16,-15 73 580-16,22-63-328 0,6-4-496 15,10 0-336-15,1-6-195 16,8-3-157-16,8-10-304 0,0-2-36 0,0-5-216 15,-1-5-185-15,-3 3-75 0,-4 0-180 0,-8 0 20 16,-4 0 36-16,-8-1 132 16,-4 4 236-16,-8-4-76 0,-8 1 124 0,-4 3 184 15,-8 1 52-15,-8 1 96 0,5 10 112 16,-1 7-28-16,-4 5 16 0,0 10 96 0,4 7 32 0,-1 7 4 16,2 6-112-16,-1 1-72 0,8-5-84 15,0 1-112-15,12-7-52 16,4-6-92-16,0-7 20 0,12-2 40 0,4-4 36 15,0-2-76-15,8-4-292 0,0 0-196 0,8-10-472 16,-4-3-832-16,8-2-1208 0,-8-1-1901 31,0 0-31-31,-5 0 2820 0,-3 7 1976 16,0-2 260-16,-8 6 0 0,-1 5 636 0,-6 0 160 16,-1 0-232-16,4 5 7216 0,-4 9-4599 15,0-5-929-15,3 4-312 0,6-4-288 16,-2 1-504-16,6-4-160 0,7-3-223 0,3-3-293 15,5 0-204-15,8-12-112 0,4-1-156 16,-5-6-128-16,6-3-128 0,-2-1-240 0,1-4-233 16,-4-3-171-16,-4-2-312 0,-4 1-652 15,-4-4-640-15,-12 3-588 16,-5-3-1981-16,-3 0-143 0,-8 0 4388 0,-4 1 552 0,-11-1 552 16,-1 6 608-16,-4 4 632 15,0 6 1492-15,0 6 96 0,4 6-1115 0,0 7-645 16,4 0-68-1,-4 10 52-15,4 2-108 0,-4 12-212 16,4 1-240-16,1 3-140 0,2 7 108 16,-3 6 184-16,1 4-204 0,2 2-340 15,-2 4-131-15,-6 3-113 0,2 3 28 16,-2 4-4-16,2 2-44 0,2 0-100 16,-2 4-12-16,7 0 0 0,0 3-60 0,4 3 56 15,0-1-4-15,4-2-416 0,0-6-61 16,0-10 425-16,0-7-76 0,0-15-68 0,-4-6 44 0,0-10-24 15,-4-4-156-15,5-2 120 0,-2-7 0 16,1-3-24-16,-4 0-176 0,8-13-68 16,-4-2-328-16,4-10-240 0,0-11-296 15,8-2-892-15,5 6-2773 0,2-31-2931 16</inkml:trace>
  <inkml:trace contextRef="#ctx0" brushRef="#br0" timeOffset="34172.145">27575 3003 1564 0,'0'0'10241'15,"0"0"-7889"-15,0 0-636 0,12 73 428 16,-8-47-4-16,-4-1-596 0,0-3-523 16,0-2-465-16,0-5-532 0,-4-3-24 0,4-1-192 15,-4-5-112-15,-1-3-288 0,-2 0-309 16,-1 1-303-16,0-4-1012 0,0-4-2112 15,-4-2-2929-15</inkml:trace>
  <inkml:trace contextRef="#ctx0" brushRef="#br0" timeOffset="34855.991">27599 2882 4728 0,'0'0'4700'31,"0"0"-619"-31,0 0-2525 0,0 0 92 0,0 0 200 16,0 0-352-16,91 41-484 0,-70-31-416 0,-6-3-472 15,5-1-124-15,-4 0-316 16,0-2-280-16,0 3-296 0,-4-1-336 0,0-4-764 16,-4 9-1064-16,-4-5-1669 0,0 2 1789 15,-4 6 2404-15,0 4 532 0,-4 2 404 16,-8 2 1260-16,-4 3 760 0,4 1 85 0,-4-1-269 16,4 4-304-16,-4-8-324 15,9 2-236-15,-2-4-300 0,1-6-320 0,8-4-283 0,0-2-301 16,0-4-136-16,13-3-36 0,-2 0-72 15,5-3-136 1,8-7-301-16,0-2-271 16,4-7-4-16,0 3-24 0,-4-3-116 0,-1 3-8 0,-3-1 72 15,-8 5 256-15,1 3 212 0,-6-1 392 0,-3 4 216 0,-4 2 124 16,0 4 64-16,0 0-144 0,0 0 4 16,0 6 196-16,-8 4 236 0,8 1-192 0,-3-3 88 15,-1 3 84-15,4-3-16 0,0-2-160 16,0-1-208-16,4 1-124 15,7-6-44-15,6 0 92 16,-2 0-216-16,5-4-120 0,4-5-340 0,0-1 8 0,4-3 84 16,0-2-244-1,0-1-148-15,-1 0 220 0,1-3-292 0,0-3-148 16,-3-1-520-16,-6-5-364 0,1-3-56 16,-4-7-185-16,0-2-387 0,-1-4 552 15,-6 0 1080-15,-1 3 860 0,0 3 1172 0,-8 3 700 16,0 6-236-16,0 7 240 15,0 6-331-15,0 7-237 0,0 2-180 0,0 4-344 0,0 0-156 16,0 0-84-16,0 3-132 0,0 0-40 16,0 0 52-16,0 0 168 0,0 0 0 15,0 0-208-15,0 0-152 0,0 3-36 0,0 0 48 16,0 9 88-16,0 5-28 0,0 1 12 16,0 11-8-16,0 3-68 0,-4 2 16 15,-4 8 37-15,0 3-25 16,-4 2-40-16,-4 1-92 31,4 0-128-31,-4-4 60 0,4-3-68 16,4-6-96-16,0 1-40 0,8-9-240 0,0 2 123 0,4-6-295 15,8-5-208-15,0 1 156 0,8-6-60 0,0 0 316 16,4-7-956-16,-9-3-1776 0,10-3-3965 0</inkml:trace>
  <inkml:trace contextRef="#ctx0" brushRef="#br0" timeOffset="58509.379">15869 4289 10436 0,'0'0'2685'16,"0"0"-1897"-16,0 0-712 0,0 0 92 16,0 0 148-16,0 0 340 0,0 0 224 0,0 0-224 15,0 0-48-15,0 0-224 16,76-16-124-16,-57 13-112 0,2 3 16 0,-1 0 144 15,-1 0-88 1,5 0 28-16,0 0 20 0,4 3-168 16,-4 1-64-16,0 3-28 0,4-2-8 0,3-2 184 15,5 3-184-15,5 1-128 16,2-1 124-16,5-3 4 16,3 4 120-16,9-4-120 0,4 1-60 15,4-4 52-15,0 3 8 0,7-3 0 0,1 3 4 16,4-3-4-16,0 0-12 0,4 2 8 0,-1-2-48 0,1 4-32 15,3-4 80-15,1 0 4 0,0 2 0 0,-1-2 0 16,4 0-4-16,1 0 4 16,0 0-148-16,-1 0 144 0,1-2-72 0,0-2 68 0,3-1-52 15,-3 2 56-15,0-1-68 16,-1-3 64-16,-3 4-44 0,0-2 40 16,0 1-24-1,-4 1 36-15,-5-1 24 0,1-2-24 0,-1 3-84 0,1 0 32 16,-1-4 44-16,1 1 8 0,0 0 0 15,-1-1 0-15,2-2 4 0,2 3-4 0,0-4 56 16,-2 4-56-16,2-4 0 0,-3 1-8 16,0 2 8-16,-1 0-8 0,1 5 0 15,-5-1-88-15,-2 3 48 0,-2 0 32 16,0 0-80-16,2 0 84 16,-6 0-40-16,1 0-12 0,3 3 64 0,-2-3 0 15,2 0 36-15,-3 0-40 0,-1 0 4 16,2-3 0-16,-6 0 44 0,5-3-44 15,-8 2-4-15,0 1-8 0,-4-4-124 16,-9 5 52-16,-4-2 32 0,-6 1-20 0,-9 0 24 16,-13 3-16-16,-3 0-20 0,-7 0-16 15,-5 0 100-15,0 0 60 0,-5 0-60 0,-3 0-184 0,-3 0-140 16,-10 0-172-16,-3 0-684 16,-4 0-664-16,-8 0-2289 0,8 3-1707 15</inkml:trace>
  <inkml:trace contextRef="#ctx0" brushRef="#br0" timeOffset="58970.856">19263 4561 1032 0,'0'0'9240'16,"0"0"-7783"-16,0 0-533 16,0 0 272-16,0 0-68 0,24 84 16 15,-15-52-228-15,-5 0-196 0,4 6-164 0,-5-4-296 0,5 5 12 0,-4-5-224 16,5-2 124-16,-2-4-172 0,-3-6 0 15,8-5-72-15,-3-9-200 0,-2-3-24 16,10-5 12-16,-6 0-336 0,5-10-224 0,4-10-352 16,-4-5-764-16,4 0-2241 0,-4 0-2007 0,-1-13 3564 15</inkml:trace>
  <inkml:trace contextRef="#ctx0" brushRef="#br0" timeOffset="59272.886">19388 4521 2904 0,'0'0'7488'0,"0"0"-5863"0,-77 32-449 16,42-13 44-16,-10 6 204 0,-2 1-592 0,-5 2-200 16,5 5-96-16,-2-8-216 0,14 0-160 15,7-6-160-15,7-6-272 0,10-4-148 16,3-9-352-16,8 0-32 0,0 0-136 0,12-9-276 16,0-8-300-16,4 2 35 15,4-8 385-15,-5 4 136 0,6 0 480 16,-10 0 444-16,6 7 36 0,-10 2 724 0,5 1 184 0,-3 2 213 15,2 4 163-15,1 0 56 0,0 0 80 16,4-1 40-16,4 4-328 0,0 0-232 0,3 0-248 16,5 0-208-16,0 0-152 0,8 4-232 15,1-4-60-15,2 0-72 16,9 0-220-16,-4 0-448 0,3 0-308 31,2 0-568-31,-6 3-1012 0,-11-3-2525 0,0 13-2839 0</inkml:trace>
  <inkml:trace contextRef="#ctx0" brushRef="#br0" timeOffset="59652.553">19658 4914 3980 0,'0'0'8425'16,"0"0"-6893"-16,0 0-220 15,0 0 360-15,0 0-272 0,0 0-388 0,35 77-228 16,-35-52-272-16,0-3-280 0,0 4-148 16,0-4 12-16,0-3-96 15,0-3-76-15,5-6-156 0,3-1-108 16,-4-6 32-16,7-3 88 0,2-3-108 0,2-6-64 16,2-5 32-16,2-5 92 0,-2 0-44 15,3-6 140-15,-1 3 88 0,-2 3 84 0,-2-3 60 16,1 6 4-16,-8 2-56 15,0 9 4-15,0 5 136 0,-4 0 112 0,-4 0 144 16,4 10 40-16,0 2-140 0,-4 4 28 16,0 3 36-16,0 3-100 0,0 0 60 15,-8 0-36-15,4-3-36 0,4 0-148 0,0-5-108 16,0-5-232-16,0-2-84 0,0-1-108 0,8-6-28 16,0 0-220-1,0-6-240-15,8-5-512 0,-4-1-620 0,4-1-1152 16,3-9-3165-16</inkml:trace>
  <inkml:trace contextRef="#ctx0" brushRef="#br0" timeOffset="59911.185">20136 4994 1828 0,'0'0'1236'0,"0"0"6945"0,0 0-6245 0,-16 70-236 16,8-45 312-16,4-3-388 0,4 1-444 16,0-10-400-16,0-4-364 0,12-4-196 15,8-5-112-15,1-5 100 0,5-8-76 16,7-2-132-16,-1-10-304 0,0-1-136 15,0 0-120-15,-4-2-148 0,-5 6 104 0,-7 2 164 16,-8 0 104-16,-8 8 164 16,0-1 168-16,-8 5 4 0,-8-6 8 15,1 5-4-15,-6 2 84 0,2 1 60 0,-5 6 196 16,4 4-120-16,-1 5-40 0,2 7-12 0,-1-3-40 16,-1 6 4-16,10-4-136 0,-4 2-24 0,10-8-420 15,-3 0-232-15,8-2-624 0,0-1-1408 16,4-2 40-16,5-4 567 15,2 0-3711-15</inkml:trace>
  <inkml:trace contextRef="#ctx0" brushRef="#br0" timeOffset="60198.192">20387 4921 1668 0,'0'0'692'0,"0"0"404"0,0 0 5048 16,0 0-3783-16,40 67-1465 0,-28-52-208 0,-4 5 468 15,0-5-72-15,-1-2 20 0,2 0-496 16,-1-7-608-16,-4 3-184 15,3-4-116-15,-3-5-100 0,5 0-256 16,3-7-44-16,0-6 68 0,0 0 36 0,3-3-180 16,-2-3-172-16,2 4 448 15,2-5 296-15,-6 5 88 0,2-2 108 0,-2 8-84 0,-7 3 92 16,0 3 132-16,-4 3 316 16,0 0 396-16,0 9 204 0,0 0-364 15,0 3-192-15,-4 5-128 0,0-1 76 0,0 0-200 16,1-3-56-16,3-1-184 0,0 1-244 0,0-4-208 15,7 4-1000-15,5-6 500 0,-3 0-752 16,2-5-7541-16,1 1 7041 0</inkml:trace>
  <inkml:trace contextRef="#ctx0" brushRef="#br0" timeOffset="60681.388">21172 5064 10044 0,'0'0'2293'15,"0"0"-801"-15,0 0 52 0,0 0-36 16,0 0-392-16,0 0-328 0,0 0-184 0,0 0-224 16,0 0-196-16,0 0 84 0,44 13-76 15,-20-23-192-15,4-3-292 0,-1 1-112 16,1-4-64-16,-4 3-84 0,0 3-116 0,-8 1-300 15,0 3-836-15,-4 3-2020 0,-3-1-2073 16</inkml:trace>
  <inkml:trace contextRef="#ctx0" brushRef="#br0" timeOffset="61081.862">21615 5045 4348 0,'0'0'10017'0,"0"0"-8765"0,0 0-940 0,0 0 456 0,0 0 276 16,0 0-316-16,0 0-64 0,0 0-228 15,87-3-436-15,-47-19-272 0,3-4-168 16,2 0-152-16,-2-2-200 0,-7 2-116 15,-4 4 88-15,-8 3-200 0,-4 3-108 16,-12 7-32-16,-4-1-112 0,-4-2 227 16,-8 6-123-16,-4-4 412 15,-4 7 756-15,-4 3 780 0,-3 0 48 16,2 6-16-16,1 10-151 16,-3 6 187-16,-1 6 200 0,3 7 8 0,-3 7-108 0,5 3-96 15,-1-1-72-15,-1 3 4 16,10-5-152-16,3-4-276 0,8-7-108 15,0-5-236-15,12-10-12 0,12-4-348 0,8-8-20 16,7-4-92-16,10-7-320 0,3-12-640 16,3-3-1064-16,-3-6-2741 0,-9 2-1675 0</inkml:trace>
  <inkml:trace contextRef="#ctx0" brushRef="#br0" timeOffset="61498.447">22359 4854 3964 0,'0'0'976'0,"0"0"5857"0,0 0-4841 0,0 0-308 0,-28 74 144 16,17-53-344-16,7-4-464 0,-1-2-556 16,5-5-464-16,0-4-84 0,0 0-212 15,5-6 152-15,3 0 8 0,7 0-184 16,5-6-96-16,5-6-64 0,-6-5-188 16,5 5 20-16,-4-4-88 0,-4 7 68 15,0-1 176-15,-4 3 104 0,-4 4 148 16,-4 3 104-16,0 0 136 0,-4 6 668 15,0 5 100-15,0 1-64 16,-4 4-56-16,-5 3-112 0,2-3-68 0,-1 0 16 16,4 0-116-16,0-7-148 0,1-3-136 15,3 1-84-15,0-7-8 0,0 0 0 16,3 0-140-16,5 0 12 0,7-7 128 0,2-2 0 0,3-4-104 16,-4 0-36-16,4 1 0 0,-1-1-60 0,1 3-4 15,-3 1 52-15,-6 3-36 16,-3 2 36-16,0 4 160 0,-3 0 148 0,-1 7 272 15,-4-2-76-15,0 9-36 0,0-1 0 16,0-4-52-16,0 1 4 0,0-1-176 31,-4-5-84-31,4-1-148 0,0-3-280 0,0 0-360 16,0 0-116-16,0 0-204 0,0-10-1084 0,7 0-2889 16,-3 1-2771-16,4-10 7200 0</inkml:trace>
  <inkml:trace contextRef="#ctx0" brushRef="#br0" timeOffset="61727.195">22810 4826 1084 0,'0'0'7308'0,"0"0"-4091"0,0 0-1261 0,0 0 8 0,23 95 24 15,-23-60 168-15,0 6-432 0,0 0-815 16,0 0-121-16,0 8 168 0,0-5-184 16,0 0-508-16,0 1-136 0,5-1-128 0,-5-6-120 15,4 0-72-15,-4-3-28 0,0-6-236 31,0 3-184-31,0-6 24 16,-4-1-88-16,4-6-169 0,-5-7-359 0,1-5-388 16,4-7-4-16,0-10-464 0,0-12-2465 15,0-7-1903-15,4 8 4252 16,5-25 589-16</inkml:trace>
  <inkml:trace contextRef="#ctx0" brushRef="#br0" timeOffset="61936.447">22925 4857 1668 0,'0'0'1372'16,"0"0"2212"-16,0 0-2724 0,0 0-44 0,0 0 880 16,0 0-95-16,0 0-577 15,80-19-332-15,-65 26-236 0,2 2-48 16,-6 4 160-16,-2 6 40 0,-1-2-196 0,-8 1-136 0,0 4-124 0,0 1-152 16,-8-1 0-16,-1 0-212 15,-6-3-52-15,-2 0-240 0,2-3-584 0,-1-3-464 0,0-4-625 16,0 1-2227-16,4-8-484 15,1-2 4484-15</inkml:trace>
  <inkml:trace contextRef="#ctx0" brushRef="#br0" timeOffset="62592.625">23291 4457 104 0,'0'0'8448'15,"0"0"-6584"-15,0 0-847 0,0 0-321 0,0 0 644 16,0 0 268-16,0 0-488 0,17 77-440 16,-17-43-172-16,-4 8-60 0,-5-1-16 15,-2 6 112-15,-1 2-80 0,-4 1-240 16,4-2-212-16,0-4-12 0,8-9-200 0,4-6-32 15,0-10 36-15,4-6-284 0,8-7-140 16,0-6-384-16,4 0-264 16,-4-13-748-16,-1-4-2865 0,-2 3-3347 0,-5-9 7845 0</inkml:trace>
  <inkml:trace contextRef="#ctx0" brushRef="#br0" timeOffset="62753.129">23076 4756 340 0,'0'0'10392'16,"0"0"-7991"-16,0 0-1117 0,0 0 92 0,0 0-496 0,0 0-384 16,0 0-84-16,96 19-412 0,-48-28-76 0,4-8-908 15,-1-1-588-15,5-4-1024 0,-4 2-2153 16,-4 1-995-16,-16 6 4896 0</inkml:trace>
  <inkml:trace contextRef="#ctx0" brushRef="#br0" timeOffset="63054.063">23547 4768 652 0,'0'0'1616'15,"0"0"-364"-15,-52 67 5316 0,36-45-4955 0,0 0-641 0,0 2 188 16,8-10-144-16,4 0-424 0,4-5-340 0,8 0-252 16,12-5-300-16,4-4 12 15,12 0 124-15,4 0-40 0,4-4-288 16,3 2-44-16,2 2 28 0,-6 0 12 0,-11 9 124 16,0 3 296-16,-12 11 76 0,-5-1 88 0,-2 7-88 15,-9-1 268-15,-4 7 284 0,4 0 184 16,-4 0-100-16,0 0-44 31,0-3-64-31,0-1 12 0,-4-1-60 0,0-5 44 0,-5 0 120 16,1-6-16-16,1-3-120 0,-6-3-204 15,2-1-156-15,-5-5-84 0,0-4-56 16,0-3-8-16,0 0-136 0,4-3 48 0,-4-4 88 16,1-5-84-16,2-4-76 0,5-8-196 0,4-1-112 15,4-8-252-15,0-6-488 16,8-2-1016-16,4-1-896 0,4-3-2569 15,1 18 438-15</inkml:trace>
  <inkml:trace contextRef="#ctx0" brushRef="#br0" timeOffset="63401.876">24539 4709 2844 0,'0'0'6584'16,"0"0"-1451"-16,0 0-4037 0,0 0-580 0,0 0 172 15,-84 38 220-15,73-29-152 0,7 1-144 16,-1-1-292-16,5 4-320 0,5 0-96 16,6-1 44-16,5 1-192 0,4-1-348 15,8 1 136-15,0-3 0 0,0 6-68 0,-4-1 100 16,-1 2 200-16,1 2 224 0,-7 2 336 15,-6-2-136-15,1 4-100 0,-7-4 100 0,-1-3 184 16,-4 0 88-16,-4-1 8 0,-5-2-48 16,-3-4-116-16,1 1-144 15,-6-3-60-15,-3-5-52 0,5 3-48 0,-2-5-12 16,6 0-44 0,-1 0-88-16,7-11-300 0,5 3-392 15,0-9-256-15,5-2-160 0,7-6-804 16,8-1-2121-16,-5 4-3499 0,13-10 7468 0</inkml:trace>
  <inkml:trace contextRef="#ctx0" brushRef="#br0" timeOffset="63719.301">25029 4924 4288 0,'0'0'1132'0,"0"0"5265"0,0 0-5261 0,0 0-128 0,0 0 444 0,0 0-292 0,0 0-624 0,83-21-464 15,-46 2-72-15,-1-4-684 0,3 0-512 0,-3-2-184 16,-4 3-252-16,-8-1-273 31,-8 2-127-31,-4 2-124 0,-8-4-292 0,-4 4-280 0,-12 3 2728 0,-8-3 52 16,0 6 888-16,-8 4-196 0,1 3 168 0,-1 6 888 15,0 3-32-15,3 13-704 0,-3 6-232 16,4 3 316-16,-4 7 373 0,5 6 231 16,-5 0-216-16,4 7-328 0,4-3-236 15,4-5-128-15,4-2-140 0,12-6-324 0,0-11-256 16,12 2-124-1,13-14 0-15,6 0 440 16,9-6-440-16,3-12-492 0,9-8-84 16,1-5-228-16,6-6-700 0,1-5-1468 0,-20 9-3285 15</inkml:trace>
  <inkml:trace contextRef="#ctx0" brushRef="#br0" timeOffset="64050.437">25826 4349 1736 0,'0'0'1132'0,"0"0"5516"0,-24 67-4303 0,12-32-629 16,-4 3-48-16,0 7-108 0,4-4-320 16,-4 3-328-16,8 1-308 0,-4-4-276 0,9 1 140 15,-1-1 360-15,4-9-648 0,-5-1-180 16,5-9-72 0,0 1-48-16,-4-10-88 0,4-1-244 15,0-5-208-15,-4-1-100 0,0-6-52 16,-3 0-404-16,-6-3-388 0,-6-7-1212 0,-2 0-1689 15,-7-3 41-15,-3 1 2184 16,-1-7 1928-16,-4 0 12 0,0-3 224 16,5-1 116-16,-1 1 676 0,0 2 500 0,8 1-732 15,4 5 584-15,8 3 3028 0,8 5-2916 0,4 4-196 16,8 2-156-16,8 0 321 0,11 0 375 0,10 0-280 16,6-4-384-16,9 4-344 0,4-7-144 15,8 1-76-15,0-2-256 16,-1-3-428-16,1-2-552 15,-8-2-324-15,-1-1-972 0,-14 3-4245 0</inkml:trace>
  <inkml:trace contextRef="#ctx0" brushRef="#br0" timeOffset="64592.875">26611 4619 5916 0,'0'0'4600'0,"0"0"-1891"0,0 0-1037 0,0 0-588 16,0 0 292-16,20 86-88 0,-20-60-332 0,0-1-308 31,0 0-304-31,0-5-344 15,-4-8-44-15,4 1-124 0,0-7-116 0,0-3-352 16,0-3-40-16,0 0-64 0,4-3-424 0,0-3-1216 0,-4-4-3429 16,0-5-2882-1</inkml:trace>
  <inkml:trace contextRef="#ctx0" brushRef="#br0" timeOffset="64720.088">26575 4556 2440 0,'0'0'496'15,"0"0"6216"-15,0 0-5460 0,0 0-735 0,92-28-41 16,-64 21 100-16,3 0-576 0,-3 2-116 16,0-2-1220-16,0 3-2641 0,-8 2-2175 15,0-2 5536-15</inkml:trace>
  <inkml:trace contextRef="#ctx0" brushRef="#br0" timeOffset="64956.633">26822 4698 2520 0,'0'0'3092'16,"0"0"2609"-16,0 0-4725 0,-40 83 212 15,32-57 512-15,4-4-268 0,4-3-624 16,0-3-348-16,4-3-260 0,8-4-52 0,4-3-76 16,0-2-8-16,12-4-64 0,0 0-212 15,4-12-84-15,0-5-176 0,3 1-24 16,1-3-28 0,-8 3 168-16,0 1 256 0,-4 2 12 15,-4 3 12-15,-8 4 76 16,0 2 136-16,-8 4 24 15,3 0 220-15,-2 4 220 0,-1 5-116 0,0 1-88 0,0 2-196 16,-1 5-76-16,5-2-64 0,-4 4 40 0,5-3-100 16,-2 0-80-16,5 1-512 0,4-6-652 15,0 3-684-15,0-8-2373 0,5 0-3939 0</inkml:trace>
  <inkml:trace contextRef="#ctx0" brushRef="#br0" timeOffset="65537.663">28141 4460 92 0,'0'0'10368'0,"0"0"-6071"0,0 0-2953 0,0 0-440 0,0 0 88 16,0 0-32-16,92-6-124 15,-49 0-152-15,13-4-280 0,4 1-260 16,0-4-44-16,7 4-52 0,-3-2-48 0,3 6-4 15,-7 2-56-15,-4 3-28 0,-4 0-20 16,-12 3 8-16,-12 2-8 0,-8 6-148 0,-12-2-12 16,-4 7-160-16,-8 3 220 15,-13 0 196-15,-11 7 8 0,-7 2 0 0,-5 4-56 16,-8 0 12 0,1 3 0-16,-5 6 36 0,-4 0 12 15,1 1 56-15,-1 5 212 16,4 1 164-16,-1-1-20 0,10 0-32 0,3-2 20 0,9 0 209 0,6-4-245 15,13-3-184-15,4-3-180 16,8-7 0-16,13-2 152 0,2-4 76 16,17-3-128-16,8-3 8 0,4-6-12 0,8-4 0 15,7-3-96-15,1-3-8 16,0 0-64-16,-1-9-12 0,-3-1-48 0,-7-3-160 16,-6-2-144-16,-3-1-125 0,-9-6-131 15,1-2-176-15,-8 3-432 0,-3-5-1016 0,-10 4-2092 16,6-9-2441-16</inkml:trace>
  <inkml:trace contextRef="#ctx0" brushRef="#br0" timeOffset="65763.446">28985 4584 6232 0,'0'0'3980'0,"0"0"-1267"0,0 0-1541 0,0 0-412 16,0 0 508-16,0 0 32 0,-63 76-172 15,38-44-380-15,-6 4-316 16,-1 2-116-16,-8 3-32 0,1 6-16 16,-10-3-52-16,2 1-160 0,-1 0-56 0,0-4-112 15,8-3 16-15,4-9-172 0,12-8-172 16,9-7-196-16,6-9-128 0,9-5-364 16,0 0-848-16,9-5-1212 0,2-9-2789 15,1 2 825-15</inkml:trace>
  <inkml:trace contextRef="#ctx0" brushRef="#br0" timeOffset="71985.211">29165 3838 5684 0,'0'0'7925'0,"0"0"-6709"0,0 0-624 0,0 0 316 15,0 0 276-15,0 0-132 16,0 0-216-16,0 0-140 0,71 10-120 0,-55 2-64 15,0 1-64-15,0 0-155 0,0 3-13 16,0-4-100-16,4 2-8 16,0-2-112-16,4 1-48 0,0-1 36 0,0-2-36 15,3 3-12-15,-7-5-8 0,1-1-88 16,-10 3-36-16,-3 0 44 0,-3 2-44 16,-5 4-12-16,-13 3 56 15,-7 3-69-15,-12 3-51 0,0 0 16 16,-7 4 92-16,-1-4 4 0,-4 2-36 15,8-2 44-15,0-3-8 16,5-3 0-16,6-3-76 0,6-7-48 0,10 1-220 16,2-6-136-16,7-4-112 0,0 0-388 0,11-4-924 0,6-3-952 15,-6-1-281-15,21-12-1635 16</inkml:trace>
  <inkml:trace contextRef="#ctx0" brushRef="#br0" timeOffset="72273.929">29802 4026 2584 0,'0'0'11053'0,"0"0"-9657"0,0 0-1004 0,-52 79 412 0,41-54 916 15,-2-6-256-15,9 0-668 16,4-9-540-16,8-4-120 0,5-2-40 0,6-4-84 16,9 0-12-16,4-4-48 0,3-5-184 0,2-7-72 15,7-3-124-15,0-4-152 0,-1 1-144 31,-7-3 204-31,0 0 184 16,-4-1 64-16,-12 1 72 0,-5-4 64 0,-6 1 136 0,-9 3 88 16,0-1 212-16,-16 7 8 0,-4 3-96 15,0 3 36-15,-4 4-4 0,0 6 40 16,1 0-284-16,-2 3-108 0,-3 6-104 16,4 3-60-16,-4 7-24 0,-3 0-400 15,3 6-1188-15,0-2-680 16,8-4-1761-16,-15 9-1947 0</inkml:trace>
  <inkml:trace contextRef="#ctx0" brushRef="#br0" timeOffset="79198.233">12940 3356 1800 0,'0'0'2124'0,"0"0"-924"0,0 0-756 0,0 0-380 16,0 0 208-16,0 0-48 0,0 0 112 15,0 0-8-15,0 0 852 0,8-4-1180 0,-8 4-156 16,5 0-676-16,-5 0-704 0,0 4-924 0</inkml:trace>
  <inkml:trace contextRef="#ctx0" brushRef="#br0" timeOffset="79780.565">13028 3692 5216 0,'0'0'6081'16,"0"0"-4989"-16,0 0-556 0,0 0-88 16,0 0 176-16,0 0 312 0,0 0-120 15,0 0-348-15,0 0-328 0,0 0-140 0,0 0-12 0,0 0-40 16,0 0 44 0,0 0-84-16,0 3-84 15,0-3-76-15,0 3-124 0,0 1-252 0,0-1-400 16,0 4-904-16,0-5-3261 0,0-24-1415 15</inkml:trace>
  <inkml:trace contextRef="#ctx0" brushRef="#br0" timeOffset="81556.852">12985 3369 4984 0,'0'0'1132'15,"0"0"-556"1,0 0 928-16,0 0 244 0,0 0-455 16,0 0-293-16,0 0-28 0,0 0-120 15,0 0-332-15,0 0-76 0,-5-6 48 0,5 6-16 16,5 0-60-16,-5 0 48 15,0 0 92-15,0 0-56 0,0 0-132 16,0 0-96-16,0 0-100 0,0 0-96 0,0 0-28 16,0 0 12-16,0 0-48 0,4 0 0 0,-1 0-12 15,-3-4-92-15,8 4-44 0,-4 0 0 0,5 0-36 16,-5 0 12-16,3 0 24 0,-3 4 64 16,0 2 72-16,-4 0 124 0,0 3 64 0,0-2-104 15,0 2-20-15,-4 1 56 0,0-4-68 16,-3 1 20-16,3-4-8 15,-1 0-16-15,-3 0 0 0,4-3-48 0,0 0-256 0,-3 0 144 16,2 0-24-16,-3 0 48 0,4-6 28 16,0-1-16-16,-3 1-84 0,3 0-48 15,-1-5 32-15,5 6-8 0,-4 2 172 16,4-3 8-16,0 1-72 0,0 3 76 0,0 2 44 16,0 0-44-16,0 0-84 0,0-4-68 15,0 4-132 1,0 0-152-16,9 0-248 0,-5 0-372 15,7 4-1108-15,-3-2-2065 16,1 9-2839-16</inkml:trace>
  <inkml:trace contextRef="#ctx0" brushRef="#br0" timeOffset="82146.046">13032 3670 288 0,'0'0'4368'16,"0"0"-3952"-16,0 0 80 0,0 0-144 15,0 0 168-15,0 0 2284 0,0 0-1332 0,0 0-659 0,0 0-145 0,0 0 124 16,0 0 12-16,40-63-236 0,-40 63-288 31,0 0-200-31,0 0-72 16,4 3 60-16,-4 3 236 0,0 1-40 0,0 2-12 0,0 4-140 16,-8-4 0-16,4 1-36 15,0-1 0-15,-4-3 12 0,1 1 12 16,-2-1-92-16,5 0 60 0,-4-2-8 0,4-1-48 0,-3 1 52 15,2-1-52-15,-3-3-4 0,4 2-8 16,0-2 0-16,1 0-4 0,3 0-4 16,-4 0 0-16,4 0-56 0,0 0-8 15,0 0-8-15,0 0-160 0,4 0 40 16,3-2-88-16,-3-5 24 0,9 0-164 0,-6 1-132 16,5 3-444-16,-4 0-660 0,0 3-1193 15,-4 0-2411-15,-71 28 1864 0</inkml:trace>
  <inkml:trace contextRef="#ctx0" brushRef="#br0" timeOffset="122658.481">9028 7756 1160 0,'0'0'444'0,"0"0"-276"0,0 0 96 15,0 0 1484-15,0 0 932 0,0 0-1080 0,0 0-368 16,0 0 8-16,0 0 137 0,0 0 119 0,0 0-188 16,0 0-212-16,-79 32-228 15,74-29-232-15,1 0-156 0,0 0-72 0,4 1-48 16,-4-1-16-16,4-3 0 0,0 3 12 0,0-3-60 16,0 0-28-16,0 0-72 15,0 3-64-15,0-3-132 0,12 0 48 0,4 3-48 16,8-3 136-16,8 0-88 0,4 0-40 15,3 0-8-15,6 0-4 0,2 0-8 16,1 0-60 0,8 0 64-16,8 0 4 0,-4 0-4 0,4 0-68 0,3-3 68 15,1 0-52-15,-5 0-48 16,1 0-40-16,-4-1-144 0,0 1-28 0,-8 0-72 16,-1 3-24-16,-11 0-152 0,0 0-276 15,-12 0-404-15,0 6-516 0,-4-2-620 16,-9 2-805-16,-3-3-2611 0,1 0 4184 15</inkml:trace>
  <inkml:trace contextRef="#ctx0" brushRef="#br0" timeOffset="123522.115">14287 7810 1396 0,'0'0'6400'0,"0"0"-3332"15,0 0-1195-15,0 0-433 16,0 0-264-16,0 0-588 0,0 0-132 0,0 0-20 16,0 0-112-16,0 0-112 0,12 0 60 31,16 0 40-31,11 0-40 0,2 0-64 16,6 3-24-16,-2 3 124 0,2 1 36 0,1 3-24 0,-1-1 12 15,2 3 32-15,3-1 40 0,-1 1-172 16,-3-3-88-16,4-2-32 0,-1 0-16 15,1-4-84-15,1 2-8 0,-6-5-4 16,-3 0-60-16,0 0-12 16,-9 0 0-16,-3 0-4 0,-4-3-68 0,-4 1-4 0,-8-1 4 15,-4-1-16-15,-4 4-72 0,0-3-100 0,-4 0-96 16,-4 3-112-16,0-4-152 16,0 1-284-16,0 3-768 0,0-3-1404 0,-4 3-4681 15,-4-3 4997-15</inkml:trace>
  <inkml:trace contextRef="#ctx0" brushRef="#br0" timeOffset="133032.416">2685 9849 7160 0,'0'0'2216'0,"0"0"29"0,0 0-937 0,0 0-376 16,0 0 104-16,0 0-16 0,0 0-104 15,0 0-156-15,0 0-80 0,91 6-136 16,-59-6-152-16,4-4-160 0,4-1 28 16,-8 2-52-16,0-4-76 0,0 0-72 0,-4 2-60 15,0-2-44-15,-5 1-52 16,-3-1-16-16,1 2-156 0,-6-2-432 0,1 3-100 16,-4-2-144-16,-4-1-348 0,-4 7-600 15,0-3-716-15,-4 3-1561 0,0 0-1455 16,-4 0 5388-16</inkml:trace>
  <inkml:trace contextRef="#ctx0" brushRef="#br0" timeOffset="133219.298">2924 9925 8168 0,'0'0'1864'0,"0"0"-691"0,0 0-17 0,-4 95-4 16,4-58-200-16,0 9-8 0,4 1-188 0,0 2-252 15,0-2-208-15,0 0-156 0,-4-6-132 16,0 4-8-16,0-6-4 0,0-2-48 15,0-5 4-15,0-1-76 16,-8 1-452-16,4-4-408 0,-4 1-572 16,0-4-1441-16,0-2-2987 0,0-7 1332 15</inkml:trace>
  <inkml:trace contextRef="#ctx0" brushRef="#br0" timeOffset="133427.647">2649 10693 132 0,'0'0'9656'16,"0"0"-8251"-16,0 0-981 0,0 0 28 16,0 0 532-16,0 0 60 0,0 0-120 0,0 0-256 0,0 0-140 15,0 0-116-15,75 19-100 16,-51-19-88-16,1 0-88 0,-1 0-56 16,-5-3-80-1,9 0-88-15,-4 0-8 0,0-4-428 16,4-2-420-16,0-2-356 0,4 3-480 15,0-5-1401-15,-8 1-3923 0,8-7 6400 0</inkml:trace>
  <inkml:trace contextRef="#ctx0" brushRef="#br0" timeOffset="133587.438">3358 10474 7140 0,'0'0'4141'15,"0"0"-2973"-15,0 0-876 0,0 0-136 16,0 0 516-16,103 7 320 0,-75-17-488 15,4-3-312-15,0-2-192 0,0-4-256 0,0-1-504 16,-4-2-552-16,0-3-1025 16,-4 2-3011-16,-4 4 176 0,-4-6 5101 0</inkml:trace>
  <inkml:trace contextRef="#ctx0" brushRef="#br0" timeOffset="133936.083">3549 10057 10384 0,'0'0'1353'15,"0"0"-1097"1,0 0 80-16,0 0 432 0,0 0 136 0,0 0-160 16,-71 74-224-16,67-48-80 0,4-1-40 0,0 6 44 15,0 7-60-15,8 4-96 16,-1 6-80-16,2 3 56 0,3 3-56 16,-5 3-72-16,6-1-84 0,2 3-44 15,-2-6 40-15,-1-6-48 0,-5 4-44 0,6-6-8 16,-5-4 44-16,-5-3-4 0,5-6 4 0,-4 0 4 15,-4-7 4-15,4-3 44 0,-4-2 68 16,0-1-12-16,0-4-12 16,0 1-16-16,-4-7-64 0,0 4 44 0,0-3-52 15,-7-4-184-15,-2 4-36 0,-2-4-40 16,-9-3 24-16,-4 0-88 0,-4-3-72 16,-4 0-44-1,0-6-40-15,1-3-148 0,-2-4-140 0,5 0-172 0,0-2-144 16,9-1-833-16,-1 0-359 15,8-4-740-15,4 1-1444 0,4 4 3980 16,0-11 97-16</inkml:trace>
  <inkml:trace contextRef="#ctx0" brushRef="#br0" timeOffset="141549.819">5717 10436 11893 0,'0'0'1752'0,"0"0"-688"0,-5-73 144 16,2 38 84-16,-1 0-288 0,0 0-268 0,-8 3-180 16,4 5-44-16,-8-3 136 0,5 5-52 15,-2 6-84-15,-2 0-51 16,-2 6-25-16,2 3-144 0,-2 3-4 0,2 5-20 15,-1 2-76-15,0 2-36 0,0 9 4 16,0 8 8-16,4 6-96 16,0 13 12-16,0 11-16 15,4 7-68-15,4 4-8 0,0 7-4 0,0-3-96 16,4-7 12-16,0-10 96 16,8-9 44-16,0-13-44 0,4-8-92 0,0-11-92 15,4-6 28-15,0 0 84 0,0-6 72 16,0-7-12-16,4-5-72 0,-5-6 24 15,6-7-36-15,-1-7-172 0,-1-6-168 0,1-5 36 0,0-1 12 16,0-1 71-16,-4-4 1 16,-4 3-48-16,-1-3 12 0,-6 1-28 0,-1 1 52 15,-4-2 44-15,0 1 64 0,0 4 96 16,-4-2 16-16,-1 2-28 16,2 2 128-16,-1 7-4 0,0 3 12 0,4 13 112 0,0 2 60 31,0 14 180-31,0-1 104 0,0 10-116 15,0 0-60-15,4 0-24 0,-4 3-36 0,4 4-12 16,-1 8-4-16,6 4 5 0,-1 4-1 16,0 12-16-16,-1 0 40 0,2 9-52 15,-5 11-24-15,4 1-20 0,-8 8-132 0,0 5-4 16,0 5-60-16,0 2-124 0,-8 0 100 16,-5 0-96-16,6-3 32 0,-1-9-120 15,0-7-85-15,-1-9-227 0,9-6-116 0,0-14-160 16,0-9-732-16,0-8-1128 0,5-6-3013 15,7-5-3307-15</inkml:trace>
  <inkml:trace contextRef="#ctx0" brushRef="#br0" timeOffset="141729.266">6036 10500 11265 0,'0'0'1848'0,"0"0"-604"0,0 0 432 0,32 66 0 16,-25-38-640-16,-3 2-396 0,5 1-308 15,-1 1-188-15,-5-4-144 0,1 4-168 0,-4-3-128 16,4-4-184 0,-4 0-196-16,4-5-168 0,1-1-468 0,-5-10-1216 15,4 0-3501-15</inkml:trace>
  <inkml:trace contextRef="#ctx0" brushRef="#br0" timeOffset="142459.507">6944 9769 6748 0,'0'0'1052'0,"0"0"464"0,0 0 1525 0,0 0-1193 0,0 0-544 16,0 0-148-16,0 0-52 15,8 77-104-15,-4-33-260 0,0 3-216 16,0 15-120-16,0 3-100 0,0 8 24 16,4 14-8-16,-8 4-104 0,4 7-68 15,-4 4-148-15,0-4-100 0,0-2 40 0,0-6-84 16,0-13-4-16,0-9 40 0,0-11 108 16,0-12-8-16,8-13-64 0,0-14-4 15,0-8-204 1,0-4-12-16,4-6-12 0,-5-3 48 15,6-6-136-15,-5-10-136 0,3 0-288 16,-2-6-724-16,-5-5-512 0,0 1-828 16,-4 4-2153-16,0-3-1199 0</inkml:trace>
  <inkml:trace contextRef="#ctx0" brushRef="#br0" timeOffset="143008.774">6805 10624 1788 0,'0'0'1344'16,"0"0"4044"-16,0 0-3344 0,0 0-663 15,0 0-321-15,0 0 148 16,0 0-20-16,0 0-140 16,0 0-68-16,0 0 172 0,-32 5-228 15,43-14 76-15,6-4-280 0,-2-2-196 16,6-5-307-16,3-2-217 0,0-3 0 15,8-4-133-15,3-5-219 0,5-4-88 0,-1-1-192 0,6 1-300 16,-2 0-496-16,2 3-804 16,-6 0-964-16,-7 9-2197 0,11-8-1834 15</inkml:trace>
  <inkml:trace contextRef="#ctx0" brushRef="#br0" timeOffset="154856.297">7729 10347 9292 0,'0'0'1949'16,"0"0"-1177"-16,0 0-400 0,-11-73 356 0,-6 50 516 15,2 4 700-15,-2 0-932 0,2 5-408 0,-5 3-72 16,3 2 172-16,2 6 176 16,2-1-148-16,2 4-24 0,-1 4-404 15,-4 5-195-15,4 7-37 0,-8 9-36 16,4 7-28-16,0 10-8 16,1-1 8-16,2 6-8 0,-2 1-4 0,2-1-44 15,5 1 0-15,4-7-49 16,1-6 49-16,3-6-76 0,3-7-92 0,9-4 32 15,1-7 40-15,-2-5-16 0,6-3-36 16,2-3 52-16,5-6-4 0,0-8-84 0,-5 0 12 16,5-5-12-16,-3-4-12 0,3-3 72 0,-9 1 108 15,6 0-20-15,-10 3 84 0,6 0 56 16,-6 3-8-16,-3 6 124 0,1 3-12 0,-6 3 24 16,1 7-60-16,4 0 120 0,-4 11 36 15,5 3-24-15,-6 6-84 16,5-1-52-16,0 7 64 0,-1-4 108 0,6 3 36 15,-1-6-123-15,-5 0-33 0,6-2-112 0,-2-5-60 32,-3-5-116-32,5-1-80 15,-6-6 3-15,1 3-27 0,1-3-204 16,-1 0-432-16,-5-6-588 0,-3-1-1656 0,0 0-3313 0</inkml:trace>
  <inkml:trace contextRef="#ctx0" brushRef="#br0" timeOffset="155126.608">8012 10515 10828 0,'0'0'1773'16,"0"0"-929"-16,0 0 752 15,0 0 240-15,0 0-324 0,0 0-248 0,80 38-432 0,-72-25-344 16,-5 3-184-16,1-4-60 0,0 5 169 16,-4-2-157-16,0 5-184 0,-4-1-72 0,-3-1-4 15,-5 5-80-15,-1-1 12 0,2 3 72 16,-6-2-8-16,6 0 4 0,3-4 0 0,-1-1 0 15,9-3-4-15,0-1 4 16,0-5-60-16,5 0-56 0,3-2-77 0,0-4 113 16,3 4 80-16,10-4-80 0,-5-3-136 31,3 0-24-31,5 0-84 0,1-3-208 0,-1-7-432 16,-5 1-808-16,-3 2-1048 0,9-9-2521 0</inkml:trace>
  <inkml:trace contextRef="#ctx0" brushRef="#br0" timeOffset="155679.694">9247 10226 9020 0,'0'0'4873'0,"0"0"-3317"0,0 0-724 0,0 0 240 15,0 0 252-15,0 0-280 0,108-2-264 0,-76 2-268 16,7 2-280-16,6 1-96 16,-2-3-56-16,1 3-80 0,0 1-60 15,3-4-112-15,-6 0 40 0,2 0-136 0,-7 0-452 16,0 3-288-16,-12-3-360 0,-4 4-820 15,-9-1-1748-15,-11 2-1321 0</inkml:trace>
  <inkml:trace contextRef="#ctx0" brushRef="#br0" timeOffset="155858.431">9366 10496 9836 0,'0'0'2509'31,"0"0"-1345"-31,0 0-152 0,88 35 500 0,-44-29 16 0,4 1-588 16,4-7-476-16,3 0-264 16,1-3-128-16,0-7-72 0,-4-3-68 0,-5 1-92 15,-2-7-296-15,-2-3-484 0,-3 0-444 16,-8-1-1080-16,-8 7-2625 0,-4-9-3283 16</inkml:trace>
  <inkml:trace contextRef="#ctx0" brushRef="#br0" timeOffset="156111.635">9825 10109 1228 0,'0'0'9072'15,"0"0"-7295"-15,0 0-589 0,0 0 160 16,0 0 380-16,0 0-188 0,88-28-404 0,-60 28-108 16,0 9-232-16,3 0-164 0,1 4-59 15,-4 3-321 1,0 0-172-16,-1 3-80 0,1 3-96 0,-8 4-108 15,5 2 8-15,-10 4 11 0,-2 3-167 16,-6 6-244-16,-7 0-24 0,-7 3 68 0,-6 5-24 16,-10-5 232-16,-1 3 144 0,-4-6 88 15,0 1-48-15,-4-7-84 16,4 0-1000-16,0-7 188 0,4 1-432 0,1-4-44 0,2-2-757 16,5-10-923-16,1 2-3236 0</inkml:trace>
  <inkml:trace contextRef="#ctx0" brushRef="#br0" timeOffset="158131.969">11438 10071 940 0,'0'0'1200'16,"0"0"704"-16,0 0 2360 0,0 0-3356 0,0 0 64 16,0-64 277-16,-4 56-233 0,0-3-124 0,0 5-104 15,1-1-192-15,-1 4-104 32,0-3-88-32,0-1 20 0,4 1 20 0,-5 3-156 15,1-3-52-15,4-1 12 0,-4 4 24 16,1-3-48-16,3 3 36 0,-4 0-100 15,4-1-48-15,-4 1-12 0,0-3 24 0,-1 3 12 16,1 0-28-16,1-1 40 16,-5 1-12-16,4 3 12 0,0-3 24 0,4 3 24 15,-4-3-100-15,-1 0-32 0,5 3 8 16,0-4 0-16,0 4 4 0,0-2-28 16,-3 2-36-16,3-5 36 0,0 5-44 0,-4-2 72 15,4 2-28-15,-4-3-36 0,4 3 0 0,0 0 0 16,-4 0-4-16,4 0-4 0,0-3 8 15,0 3 36-15,0 0-44 0,0-4-4 16,0 4 0-16,0 0 0 0,0 0 4 0,0 0 4 16,0 0 8-16,0 0-8 15,0 0 0-15,0 0 0 16,0 0 0-16,0 0 4 16,0 0 36-16,0 0-40 0,0 0 0 0,-4 0-4 15,4 0 4-15,0 0-4 0,0 0-4 16,-4 0-72-16,4 0-4 0,-4 0 28 0,0 0 48 15,0 0 120-15,-4 7-36 16,0-2-32-16,1 2-52 0,-2 6-280 16,1-3 72-16,-3 2 204 0,2 1-92 0,1 6 8 15,-7 3 40-15,2 5 48 0,2 6 64 0,-2 6 36 16,-2 2-100-16,2 6-36 0,1 1-28 0,1-4 16 16,2 5 36-16,9-12 0 15,-4-2 8-15,4-8 4 0,4-6 72 0,5-9 16 16,2-1-28-16,1-5 88 0,1-6 20 15,2 0 4-15,5-3-48 0,-3-7-124 0,6-6-4 16,1-5-96-16,0-6-132 0,0 2-120 16,-1-7 32-16,5 0-60 0,-7 0 48 0,-1 1 84 15,-1-1-96-15,-6 3 96 16,-2 1 28-16,1 3 88 0,-7 6 132 0,-1 6 48 16,-1 3 152-16,1 3-16 0,-4 7-24 15,0 0 12 1,0 0 148-16,0 7-176 0,0 5-140 15,0 8 116-15,0 2 52 0,-4 7 12 16,4 3 12-16,0 0-48 0,-3 3-64 0,3-5-84 16,0 6-4-16,0-4-68 0,0-4-40 15,3 1-32-15,1-6-28 0,-4-4 72 16,4 0 0-16,0-10-72 0,4 1-356 16,-3-1-324-16,2-6-1440 0,-3-3-300 0,0 0-2529 0</inkml:trace>
  <inkml:trace contextRef="#ctx0" brushRef="#br0" timeOffset="158391.334">11750 10341 272 0,'0'0'10472'0,"0"0"-8931"0,0 0-21 0,0 0 624 16,0 0-268-16,0 0-756 0,0 0-248 0,0 0-212 0,0 0-256 31,79 9-284-31,-75 0-120 0,0 4-56 15,-4 0-4-15,0 3-64 0,0 7 52 16,-8 2-36-16,-4 0-4 0,0 4 28 0,0-1 8 16,1-2-8-16,-2-5 80 0,9-5-56 0,4 1-40 15,0-8-120-15,4-3 88 0,9 0 132 0,6-2 96 16,5-4-96-16,8-4-208 0,0-4-516 0,7-9-352 16,-3-2-784-16,-8 3-2304 15,9-12-3157-15</inkml:trace>
  <inkml:trace contextRef="#ctx0" brushRef="#br0" timeOffset="158563.587">12304 10204 1720 0,'0'0'11525'15,"0"0"-9221"-15,0 0-68 0,0 0-180 0,90 3-384 16,-66-3-567-16,4 0-393 0,0-3-324 0,0 0-388 15,-4-4-12-15,4 5-376 0,-4-2-396 0,-4 1-273 16,-4 3-479-16,-8 0-2688 16,-8 0-3277-16</inkml:trace>
  <inkml:trace contextRef="#ctx0" brushRef="#br0" timeOffset="158716.814">12304 10468 3676 0,'0'0'4908'16,"0"0"-879"-16,0 0-3557 15,0 0 1116-15,0 0 576 0,0 0-488 16,0 0-424-16,86 19-544 0,-54-25-464 0,5-1-244 16,-1-2-104-16,3 2-372 0,-3-2-640 15,0 3-540-15,-12-1-1396 0,11-3-4813 16</inkml:trace>
  <inkml:trace contextRef="#ctx0" brushRef="#br0" timeOffset="159349.11">13614 10218 6128 0,'0'0'388'0,"0"0"4765"0,0 0-4001 0,0 0 100 16,0 0 248-16,0 0-168 0,0 0-216 15,-75-14-412-15,58 17-324 0,-3 8-144 16,-3 3-64-16,-1 12 48 0,-8 6 24 0,4 6-36 15,0 10 96-15,0 0 244 0,12 2 184 16,0 1-247-16,12-10-229 0,4-3-256 16,8-6-48-16,8-6-88 0,7-12-20 0,2-7-40 15,6-7-9-15,1-7 33 0,5-7-20 16,2-16-152-16,-3-1-68 0,4-7 8 0,-5-3-96 16,-3 0 20-16,1 3-208 0,-6-6-16 15,1 2 36-15,-4-3 92 16,-4-3-88-16,0-5-380 0,-4-1-276 0,-4-7 56 15,-4 1 300-15,-4 3 75 0,-4 0 593 16,0 3 296-16,0 10 348 0,0 2 593 16,-4 17 71-16,0 2 264 0,4 11 16 0,0 5-148 15,0 1-152 1,0 6-140-16,0 0-272 0,0 0-124 16,0 3-136-16,0 7-320 0,0 2 172 0,0 11 96 15,4 5 16-15,-4 11-88 0,4-1 84 16,0 9-88-16,-4 3-48 0,0 4-144 15,-4 4-8-15,0 2-40 0,-8 3-52 16,4-2-32-16,0-4-64 0,0-3-132 0,4-2-248 16,-4-12-248-16,8-2-188 0,-4-6-356 0,4-7-640 15,0-9-1060-15,8-7-2769 0</inkml:trace>
  <inkml:trace contextRef="#ctx0" brushRef="#br0" timeOffset="159513.493">14040 10465 1108 0,'0'0'6248'0,"0"0"-3836"0,0 0-1404 0,-7 69 137 16,3-46 467-16,4 2 20 0,0-3-260 15,-5 3-612-15,5 1-460 0,0-5-300 0,0 6-148 16,0-5-100-16,0-3-288 0,0-4-548 16,5-8-620-16,-1-1-2357 0,-1-6-3859 15</inkml:trace>
  <inkml:trace contextRef="#ctx0" brushRef="#br0" timeOffset="160456.627">14558 10300 5440 0,'0'0'784'15,"0"0"-264"-15,0 0 4149 0,0 0-3133 16,0 0-200-16,0 0-224 0,0 0-52 0,0 0-164 16,0 0-264-16,0 0-76 0,-35-42-28 0,26 42-84 0,1 0-288 15,1 0-156-15,-6 13-72 0,2 9 36 16,-1 7 36-16,-1 8 120 0,6 5 64 0,-1 0 12 15,-1-2-48-15,5-5-36 16,1-3-100-16,3-10 96 0,0-6-100 16,0-3-8-16,0-10-12 0,3 0-48 0,10-3 52 31,-1 0-104-31,4-3-20 0,3-9-104 0,5-8-8 16,0 1 12-16,-4-6-76 0,4 0-48 15,-8 3 112-15,4-1 144 0,-8 4-60 0,0 4 72 0,-5 2 76 16,2 6 12-16,-5 4 8 0,-4 3 40 15,0 0 40-15,0 0 136 0,0 3-4 16,4 11-12-16,-4-3 160 0,0 9-96 16,4 2-136-16,-4 7 8 0,0 2-32 15,0 1-40-15,0 6 52 0,-4 7-4 0,-4 5-68 16,-1 4 36-16,-2 7-88 0,3 4-48 16,-4 3-28-16,0 2-56 0,0-1 8 15,4-2 40-15,0 1-40 0,4-8-20 16,4-4-16-16,0-5-232 31,4-6-40-31,4-7-48 0,4-10-16 0,-4-9-248 0,4-6-388 0,0-10-708 16,-4-3-664-16,0 0-2057 0,0-6-2251 0</inkml:trace>
  <inkml:trace contextRef="#ctx0" brushRef="#br0" timeOffset="160841.661">15032 10769 2612 0,'0'0'9985'0,"0"0"-8113"0,0 0-460 0,0 0-48 0,0 0 36 0,0 0-344 15,-4 82-396-15,4-62-320 16,0 5-192-16,0 4-64 0,0-1-84 0,0 1-4 0,0 3-192 15,0-3 12-15,4-4-44 16,0 0-484-16,0-6 36 0,1-6 12 16,2-4-128-16,1 1-572 0,0-7-1352 0,8-3-2877 0</inkml:trace>
  <inkml:trace contextRef="#ctx0" brushRef="#br0" timeOffset="162337.117">15466 10379 3800 0,'0'0'3216'16,"0"0"1433"-16,0 0-2973 0,0 0-444 0,0 0-48 16,0 0 184-1,0 0-168-15,84 9-336 0,-52-5-252 0,8-4-84 0,-5 0-152 16,2 0-84-16,3-4-12 0,-5-2-156 0,-3 0-124 15,4-4-84-15,-8 1-24 0,0-1-124 16,-4 4-388-16,-5-4-372 0,-2 1-376 16,-6-1-940-16,-6 4-2829 0,-5-7-4479 0</inkml:trace>
  <inkml:trace contextRef="#ctx0" brushRef="#br0" timeOffset="162538.132">15749 10057 5744 0,'0'0'640'0,"0"0"4513"0,0 0-4293 0,0 0 60 0,0 0 272 0,-8 90 144 15,8-55-44-15,4 3-412 0,0 4-312 16,1 2-224-16,-5 3-84 0,0 1-100 16,0 2-160-16,0-1-64 0,0-2-68 0,0-2-40 15,0-8-272-15,0-4-608 16,0-5-312-16,15-9-448 0,6-10-728 15,-6-2-2157-15</inkml:trace>
  <inkml:trace contextRef="#ctx0" brushRef="#br0" timeOffset="162985.206">16419 9992 5652 0,'0'0'4200'0,"0"0"-1843"0,0 0-1269 0,0 0-312 16,0 0 372-16,71 65-232 16,-51-39-300-16,1 3-28 0,-2 3-168 0,1 3-220 15,0 4-4-15,-8-6 64 0,0 6 232 16,-4-4-184-16,-4-1-148 0,-4 1-76 15,0 0-76-15,-8-2 80 0,0-8-88 0,0 0 4 16,0-3-4-16,1-6 8 0,-2-3 4 16,5-7-12-16,0 1 4 0,4-7-4 0,0 2-56 15,-4-2-4-15,4 0 56 0,0-6-4 16,0-7-140-16,0-5 76 0,4-8 60 16,8-6-100-16,0-8 40 0,4-4 64 15,0-5 8-15,3 2 0 0,6 2 120 0,-5 5-120 16,0 4-40-16,3 7 40 15,-2 10 136 1,-1 3-128-16,-1 4-8 0,-3 5-36 0,4 7-76 16,-8 0-96-16,4 0-88 0,-4 4-36 0,4 5-496 15,-4 1-524-15,0 2-604 16,-4-2-1048-16,0 5-2897 0</inkml:trace>
  <inkml:trace contextRef="#ctx0" brushRef="#br0" timeOffset="164147.55">17025 10518 3148 0,'0'0'2892'16,"0"0"2429"-16,0 0-3897 0,0 0-544 15,0 0 260-15,0 0-44 0,0 0-292 16,0 0-220-16,0 0-160 0,0 0-4 0,75-3-48 15,-59 3-28-15,-4 0 36 16,4 0 72-16,-4 3-48 0,-1 1-120 0,-2-1-128 0,3-3-156 16,-8 3-12-16,-1 0-108 0,1 0-16 15,-4 4 4-15,0-1-28 0,0 4-24 16,-4 2 48-16,-3 1 16 0,-9-1 32 16,4 5 84-16,-8-4 4 0,4 6 8 0,-4-7 44 15,4 4-52-15,0-4-16 16,4 1-32-16,1-3 48 0,2-1-4 0,5 1 8 0,0-4-4 15,4 0 76-15,0 1 20 16,4-1 224-16,9 1-152 0,2-5 40 0,5 3 36 16,5-3 12-16,6-2-72 0,1 0-136 15,0 0-40-15,0 0-8 0,0-2-84 16,0-3-12 0,-4 3-172-16,-5 2-248 0,1-4-156 15,0 4-188-15,-4 0-564 0,-8 0-1368 0,-1 0-3161 16</inkml:trace>
  <inkml:trace contextRef="#ctx0" brushRef="#br0" timeOffset="167878.792">14785 10855 808 0,'0'0'5416'15,"0"0"-4260"-15,0 0-700 0,0 0-120 0,0 0 272 16,0 0 1989 0,0 0-1273-16,0 0-520 0,0 0-184 15,0 0-100-15,0-19 36 0,0 19 36 16,0 0-76-16,0 0-140 0,0 0-40 15,0 0-24-15,0-4-16 0,0 4 76 0,0-2 0 16,4-2-28-16,0 2 12 0,0-2-72 16,1 2-76-16,-2-5-48 0,5 3-40 15,-4 1-32-15,4-2 8 0,0 0-36 0,-4 0-8 0,4 1-48 16,0-3 44-16,0 5-40 0,4-5 40 16,-4 2-36-16,4 0 0 0,-4 3-8 15,-4-2-4-15,4 1-72 0,-5 3 0 16,1 0-16-16,1 0-32 0,-5 0 20 0,4 0 52 15,4 0 48-15,-4 3 48 16,-1 1-36-16,1 3-4 0,5-5 44 0,-1 4 20 0,-4 0-64 16,3 5 4-16,2-6-8 0,-1 5-4 15,3 4-4-15,-3-6-4 0,1 5 8 16,-2-1 40-16,1 2-40 0,-4 2 0 16,1-1 40-16,-1 1-36 0,-1 3 4 0,-3-6-4 15,0 2 8-15,0 2 32 0,0-4-44 31,0 2-52-31,0 1 40 0,0 1 12 0,0-3-60 16,0 3 60-16,-3-2-84 0,-6 5-52 16,1-1-24-16,4 0-72 0,-3 0 12 15,-6-3 72-15,5 3 92 0,1-7 48 0,-1 1 0 16,3-3-64-16,-3-1 64 0,5-2-64 16,-1-2 8-16,0-1 64 0,0-1-4 15,4 1-52-15,-4-4-92 0,-1 3 72 0,5 0 72 0,-4 0-56 16,1 0 60-16,-1 1-52 15,0-1 4-15,4-3 48 0,0 0 8 0,0 0 0 0,0 0 92 16,0 0 136-16,0 0 68 31,4 0-92-31,3 0-28 0,2 0 48 0,-1 0 0 16,3 0-12-16,2 0 0 0,-2 0-12 16,5-3 36-16,-4-1 108 15,0 1-20-15,1 0-140 0,2 0-44 0,1 0-52 0,0-4-92 16,4 3 57-16,-1-1-61 15,6 2-4-15,3-3-57 0,0-1-11 16,0 3-4-16,-1 1 16 0,1 0 48 0,0 1-48 16,-4 2 0-16,0-4-24 0,-4 4-28 15,-5 0-32-15,2 0-4 0,-6 0-48 0,-7 0-108 16,1 0-124-16,-1 0-220 0,-4 4-260 0,0-2-220 16,0 1-788-16,0 0-1080 15,-4 3-3249-15</inkml:trace>
  <inkml:trace contextRef="#ctx0" brushRef="#br0" timeOffset="172240.297">21121 9750 8160 0,'0'0'1216'0,"0"0"3001"0,0 0-3101 0,0 0-308 0,0 0 548 16,0 0-32-16,0 0-216 0,0 0-248 0,0 0-348 16,0 0-244-16,15-19 0 15,1 25 292-15,9 7-171 0,6 6-197 0,1 6 16 16,-4 7 44-16,-5 6-44 0,-2 7-116 15,-5 3-92-15,-8-1-12 0,-8 6-60 16,0-1 12 0,0-2-112-16,-4 2 40 0,-5-12 24 0,1-4 24 15,1-5 72-15,3-8-76 16,0-11-20-16,-1-2-36 0,5-7-40 16,0-3 51-16,0 0 9 0,0-7 4 0,0-5 116 15,9-10-152-15,-1-3 112 0,3-7 44 16,2-7 124-16,2 2-40 15,-2-5-72-15,2 1 36 0,-2 3-36 0,6-1-12 0,1 6-12 16,1 3-52-16,2 8 64 0,1 6 0 16,0 0 0-16,0 7-144 0,4 6-136 0,-9 3-172 15,5 0-328-15,-3 3-968 0,-6 3-2096 16,2 10-1477-16</inkml:trace>
  <inkml:trace contextRef="#ctx0" brushRef="#br0" timeOffset="172523.259">21766 10251 12585 0,'0'0'1808'0,"0"0"-712"0,0 0 224 0,0 0-164 16,0 0-428-16,0 0-300 0,0 0-168 16,0 0-260-16,0 0 0 15,0 0-124-15,56 61 124 0,-65-45 40 0,-6 3-32 16,-5 3-8-16,-12 3-8 0,4 5-68 0,-4-3 76 15,4-4 148-15,4-1 144 0,8-6 88 16,9-3-172-16,7-4-200 0,0-2-4 16,7 2 68-16,14-2 96 0,7-1 112 15,11 0 12-15,5-3 16 0,4-3-284 0,3 0-24 0,-3 0-160 16,-4-3-424-16,0-3-380 0,-8 0-268 31,-8-1-776-31,-8-2-3004 0,-8-4-4961 0</inkml:trace>
  <inkml:trace contextRef="#ctx0" brushRef="#br0" timeOffset="173011.144">20490 9792 10604 0,'0'0'2261'0,"0"0"-609"0,0 0-376 16,0 0 16-16,0 0-264 16,0 0-276-16,0 0-212 0,0 0-296 0,0 0-232 0,0 0-12 15,-82 70-48-15,54-49-24 0,0 2-4 0,0-1 16 16,0 0 60 0,0-3-8-16,7 0 8 0,2-3 56 15,3 0-4-15,8-4-40 0,0-1 60 0,4-3-24 0,4-2 4 16,0 1 32-16,4 0-12 15,8-2 52 1,0 2-4-16,8 3-8 0,0-4 24 0,-1 4-52 16,1-4-84-16,1 1-12 0,-2-1-36 0,-3 0-76 0,0-3-48 15,-4 4-192-15,0-1-424 0,1 1-532 0,-10-1-292 16,1 0-3396-16,-4 1-4237 0</inkml:trace>
  <inkml:trace contextRef="#ctx0" brushRef="#br0" timeOffset="174594.805">20056 10366 1668 0,'0'0'4064'0,"0"0"-2880"0,0 0-560 0,0 0-92 16,0 0 116-16,0 0-24 0,0 0-160 16,0 0-128-16,0 0-128 0,0 0 24 15,0 0 169-15,0 0 191 0,0 0 164 16,0 0 112-16,0 0 48 0,0 0 20 15,0 0-56-15,0 0-88 0,0 0-108 0,0 0-64 16,0 0-100-16,0 0-104 16,0 0-32-16,0 0-40 0,0 0-4 15,0 0 16-15,0 0-40 16,0 0-84-16,0 0-72 0,0 0-160 16,4 0 0-16,-4 3-76 0,5 0-20 15,-1 4 96-15,7-1 148 0,-3 3-48 16,9 1-28-16,-2-1-64 0,5 2 88 0,8-3-8 15,4 3-88-15,0 1-4 0,7 1-84 16,2 0-32-16,-1-1 12 0,-5-2-52 16,-3-1 0-16,-4-3-56 0,-8 1-104 15,-8-1-268-15,-1 0-256 0,-7-2-332 16,1 2-572-16,-5-3-1444 0,-5 4-2221 0</inkml:trace>
  <inkml:trace contextRef="#ctx0" brushRef="#br0" timeOffset="175394.097">19455 9868 9292 0,'0'0'2541'0,"0"0"-701"0,0 0-660 15,0 0 256-15,0 0 44 0,0 0-468 0,0 0-456 0,0 0-264 16,0 0-280-16,0 0 124 0,0 31 156 0,0-12-8 15,4 10-52 1,-4 3 24-16,0 2-40 0,0 8-32 0,-4 2-36 16,-5 7-136-16,2 3 88 0,-1 4-100 0,-4 2-120 15,0 0-16-15,0-3-108 16,0 0 24-16,4-6-12 0,0-10-204 0,8-3 44 16,0-9-124-16,0-10-88 15,4-3-60-15,8-6-244 0,0-7-420 0,8-3-684 16,-8 0-2021-16,16-7-2751 0</inkml:trace>
  <inkml:trace contextRef="#ctx0" brushRef="#br0" timeOffset="183126.191">23121 9668 4956 0,'0'0'7881'16,"0"0"-5621"-16,0 0-528 0,0 0-612 15,0 0 248-15,0 0-304 0,0 0-200 16,-77 31-207-16,58-18-245 0,-1 3-192 0,-4 3-76 16,0 0 0-16,1 3-44 0,-5 3-100 15,0 1-8-15,-8-1-44 0,4 4-8 0,0-4 12 0,0 1 44 16,4-1-4-16,0-6 0 0,4 4-4 16,4-8-48-16,1 2 12 0,6-3 0 15,2-3-12-15,3 2-16 0,4-4-20 16,4 0 12-16,0 1 12 0,4-1 60 0,7 4 12 15,1 3 0-15,8-4-4 16,1 8 0 0,3-5 4-16,3 2 0 0,1-2-44 0,0-2-44 15,3 3-68-15,1-3-29 0,0 0 17 16,-4-4-196-16,0 1-196 0,0-1-176 0,-4-3-368 16,0 1-704-16,-4-4-1240 0,8-3-3169 15</inkml:trace>
  <inkml:trace contextRef="#ctx0" brushRef="#br0" timeOffset="183723.533">24021 10166 8112 0,'0'0'5229'15,"0"0"-3805"1,0 0-656-16,0 0-76 0,-4-85 356 15,-4 59 16-15,0 0-264 0,0 1-404 0,0 3-236 0,-4 3-64 16,4 6 136-16,-4 3 48 16,5 4-36-16,-6 3-12 0,-2 3-120 0,-2 3 144 15,-11 7-76-15,0 5-80 0,-7 8-16 16,-1 6-24-16,0 9 0 16,1-4 0-16,3 8 4 0,4-8-52 0,11-1 73 15,6-7-13-15,7-12-64 0,4 0 0 16,4-9 72-16,11 2-80 15,5-3-72-15,8-4-37 16,0-4-99-16,8-11 40 0,7-4-64 0,-2-4-108 0,2-6-76 16,1 1 0-16,-4-4 76 0,4-4 32 0,-5-1-36 0,2-3-24 15,-2-6 72-15,1-8-100 0,1-2 60 16,-6-8 40-16,-3-6 24 0,0 0-52 0,-4 0-88 16,-9 4 4-16,1 6 408 0,-8 9 68 15,1 6 60-15,-6 16 236 0,-7 7 284 16,4 9 0-16,-4 6-44 0,0 5-48 0,0 2-116 15,0 0-120-15,0 0 44 16,0 0-68 0,0 0-88-16,0 6 84 0,0 1 472 15,0 5-275-15,0 7-125 0,-4 7-160 0,0 5-72 16,-3 7 40-16,-2 4 20 0,1 2-12 16,-3 10-32-16,-6 0-4 0,2 3-96 15,2 1-40-15,-2 2-8 0,-1 1 96 16,4-11 0-16,4 1 28 0,8-10-112 0,0-6-4 15,0-4-8-15,4-6-4 0,4-2-120 0,8-10-92 16,0 0-208-16,4-4-132 0,-1-3-172 16,9-6-13-16,-4 0-883 15,-3 0-2328-15,7-6-1889 0</inkml:trace>
  <inkml:trace contextRef="#ctx0" brushRef="#br0" timeOffset="183913.736">24678 10125 208 0,'0'0'12449'15,"0"0"-10149"-15,0 0-1368 0,0 0-52 0,16 63 596 0,-8-40 48 16,0-2-412-16,-4 5-456 16,4-3-315-16,0-1-133 0,-4 0-88 0,4 0-120 0,0-3-72 15,-4 0-429-15,4 0-351 0,0 1-232 16,0-1-628-16,-4-4-2268 0,-4 3-2389 15</inkml:trace>
  <inkml:trace contextRef="#ctx0" brushRef="#br0" timeOffset="187566.147">1485 12223 3020 0,'0'0'1892'16,"0"0"2820"-16,0 0-2931 0,0 0-549 0,0 0-276 16,0 0 96-16,0 0-44 0,0 0-128 15,0 0-20 1,0 0 8-16,100 14-204 0,-56-14-160 0,3 2-124 16,6-2-160-16,-5-2-60 15,3-5-148-15,-3 0-4 0,-1-2-8 16,2-3-60-16,-10 1-76 0,2 3-36 0,-6-6-316 15,-3 5-264-15,-8 2-200 0,-4 1-328 16,-8 3-904-16,-4 0-2505 0,-8 3-2991 0</inkml:trace>
  <inkml:trace contextRef="#ctx0" brushRef="#br0" timeOffset="187767.864">1880 12278 2788 0,'0'0'208'16,"0"0"4672"-16,0 0-2096 0,0 0-983 0,-28 75-501 31,28-45-72-31,0 1-84 0,8 7-76 16,0 7-376-16,4 2-124 0,-4 6-124 0,4 6-64 15,0-3-168-15,-1-2-164 0,-2-4-48 16,-1-4-44-16,3-5-180 0,2-10-340 16,2-1-312-16,2-11-444 0,7 0-608 15,-1-10-980-15,1-6-2105 0,12-3-1495 16</inkml:trace>
  <inkml:trace contextRef="#ctx0" brushRef="#br0" timeOffset="188100.558">2625 12668 7492 0,'0'0'3108'0,"0"0"-1283"0,0 0-1057 16,0 0-104-16,0 0 904 0,-83 29-52 0,67-11-384 0,-5 6-368 15,6 1-324-15,2 2-132 0,6-2-40 0,3-2-48 16,0-4-152-16,4-2-68 15,0-8-112-15,4-3-72 0,3-3 12 16,2-3-60-16,3 0-76 0,3-3-60 16,2-3 112-16,3-7-116 0,-1-2-72 0,1-5-92 15,1 0 24 1,-6 1 60-16,1 1 164 0,0 3 76 16,-4-2 72-16,-4 9 64 0,0-3 76 0,0 8 100 15,-5 3 252-15,2 0 192 16,-1 7 104-16,0 2-200 0,0 3 8 15,0 7 12-15,0 0-96 0,3 1 56 0,-2 2 4 16,-1-3-92-16,4-3-192 0,-1-3-148 16,-3-7-112-16,9-3-240 0,-2 0-200 0,2-3 48 15,6-9-324-15,2-4-328 0,-2-2-960 16,-3-2-2621-16,1-11-3963 0</inkml:trace>
  <inkml:trace contextRef="#ctx0" brushRef="#br0" timeOffset="188969.264">3027 12195 9384 0,'0'0'2117'16,"0"0"-605"-16,0 0-276 15,0 0 240-15,0 0-160 0,32 73-112 0,-19-32-428 16,-2 3-224-16,2 11-12 0,-6-1-64 15,-3 3-88 1,0 3-144-16,0-3-112 0,-4-3-132 0,4-5-4 16,-4-12-56-16,4-9 0 0,1-9 0 0,2-6-24 15,-3-6-28-15,4-4-376 16,0-3-84-16,8 0 32 0,-1-10-40 0,6-3-344 16,3-6-420-16,0-2-532 15,4-5-260-15,-5 3-89 0,1 1-43 16,0 0 124-16,-3 6 608 0,-10 4 1536 0,1 2 404 0,-4 4 1052 15,-4 3 260-15,0-1 164 0,-4 4-11 0,0 0-89 16,-4 4-160-16,0-1-372 16,-8 0-300-16,0 4-340 0,-4-1-176 0,-3 6-184 15,-2-2-64-15,1 6-12 0,1-1-24 16,2-2-64-16,2 3-84 0,2-3 0 16,2-1-12-16,3-2 0 0,4-3 12 0,-1-4 72 0,5-1-72 15,0 2-100-15,0-4-96 0,0 0-88 16,9 0 100-16,7 0-24 15,0 0-104-15,3 0-244 0,5 0-44 16,4-4-128-16,0-1-340 0,4-2-532 0,0-3-112 16,0-2-1157-16,0 2-2079 0,-4-3 1532 15</inkml:trace>
  <inkml:trace contextRef="#ctx0" brushRef="#br0" timeOffset="189242.507">3665 12678 1172 0,'0'0'6340'0,"0"0"-2355"0,0 0-2957 0,0 0-492 0,0 0 192 15,0 0 472-15,0 0-144 0,0 0-112 0,84 25-388 16,-69-35-364-16,2-2-192 0,-2-1-336 16,2-6-160-16,-2-3-140 15,-2 3-60-15,-2-3 56 0,-3 5 84 0,-8 1 48 16,0 7 508-16,0-1 12 0,-8 8 316 16,-3-2 232-16,-6 4-296 0,-2 0-76 15,-1 11-144-15,-4 0-44 0,3 8-104 0,2 7 8 16,-1 6 96-16,4-1 192 0,0 11 120 15,8-8 52 1,0 4 44-16,8-2 52 0,0-8 36 16,0-6-36-16,12-2-76 0,4-5-76 0,4-2-308 15,4-3 0-15,8-7-260 0,3 0-220 16,5-3-704-16,4-6-576 0,-12-1-2433 0,20-12-4483 0</inkml:trace>
  <inkml:trace contextRef="#ctx0" brushRef="#br0" timeOffset="193656.483">4880 12674 10316 0,'0'0'3961'16,"0"0"-3089"-1,0 0-592-15,0 0 460 0,76 10 372 0,-40-10-8 0,-1 3-232 0,6-3-308 0,2-3-308 16,6-7-24 0,-6-2-204-16,9-1-28 0,-5 0-284 0,-2-2-168 15,-2-2-124-15,1 2-880 0,-8-5-812 16,-8 8-1612-16,-5-11-1945 0</inkml:trace>
  <inkml:trace contextRef="#ctx0" brushRef="#br0" timeOffset="193860.778">5179 12287 5944 0,'0'0'872'16,"0"0"3889"-16,-15 104-3109 15,11-52-180-15,-1 8 128 0,-3 6-180 0,8 1-444 0,0-3-508 16,0-4-468-16,0-6-12 0,8-12-332 16,4-14-188-16,4-12 200 0,0-10 84 15,3-6 184-15,6-13-284 0,6-12-48 0,5-10-824 16,-8 4-1668-16,13-32-3565 0</inkml:trace>
  <inkml:trace contextRef="#ctx0" brushRef="#br0" timeOffset="194091.372">5654 11789 8536 0,'0'0'2673'0,"0"0"-941"0,0 0 288 0,4 89-24 0,-4-42-472 15,0 11-428-15,0 2-132 16,0 9-196 0,0 4-292-16,0 4-147 0,-9 2-137 15,5 3-192-15,0-2-12 0,0-11-192 16,4-5-16-16,0-16-49 0,4-13-35 0,9-13 60 15,-2-10-156-15,10-5-356 0,-2-7-364 16,9-7 24-16,0-5-732 0,7-10-560 16,-3-4-1589-16,-4 7-235 0,8-3-108 15</inkml:trace>
  <inkml:trace contextRef="#ctx0" brushRef="#br0" timeOffset="194361.376">6008 12681 1748 0,'0'0'4228'16,"0"0"-1852"-16,0 0-380 0,0 0-247 15,0 0-77-15,0 0-428 0,0 0-264 0,0 0 72 16,0 0-268-16,0 0-268 15,95 31-268-15,-71-50-248 0,4-6-24 16,-3 0-184-16,-2-2-64 0,-3 6 12 16,-9 5 112-16,-2 3 20 0,-1 7-20 15,-8 3 24-15,-4-1-148 16,-9 4-176-16,-2 0 136 0,-5 7 200 0,1 5 112 16,-6 2 0-16,1 4-44 0,4 8 44 15,5 0 88-15,-2 5 252 0,2 4 148 0,2 0-68 0,2-1-132 16,7-2-128-16,4 1-24 15,4-11-88-15,7-3-36 16,9-4 48-16,8-5-48 0,4-4-12 0,8-6-236 0,4 0-232 16,3-9-80-16,2-4-208 15,7-3-324-15,-17 1-1140 0,29-8-3281 0</inkml:trace>
  <inkml:trace contextRef="#ctx0" brushRef="#br0" timeOffset="194915.412">7426 11941 5996 0,'0'0'6073'0,"0"0"-4721"0,0 0 196 0,0 0 176 16,80 60-420-16,-61-24-416 15,-2 8-300-15,-2 9-144 16,-2 8-40-16,-2 2 448 0,-7 7-304 15,0-1-271-15,-4 5-165 0,0-1-112 0,-8-1 0 0,5-10-136 16,-1-8-33 0,4-14-87-16,-4-8 60 15,4-15 28-15,0-8-184 0,4-9-4 0,3 0 124 16,1-3 96-16,5-10 136 0,6 1 68 16,-3-1-68-16,5-4-48 0,-2 5-88 0,-3-1 40 15,0 7-16-15,4 6 112 16,-3 0 0-1,-2 0 148-15,1 0-52 0,-4 6-36 0,-1 4-48 0,-2-3 0 0,-1-2 120 0,-8 5 16 16,4-3 72-16,-4 2 36 16,0-2 12-16,-4 2 24 0,-4 1-52 0,-8 2-68 15,0-2-99-15,-4-1 3 0,-4 1-76 16,4-4-60-16,0-3-121 0,0 1-63 0,5-4-48 16,2 0-196-16,2 0-60 15,3-4-76-15,-5-5-260 0,13-1-92 0,0 1-1040 0,0-4-580 0,13 4-2685 16,6-4-1891-16</inkml:trace>
  <inkml:trace contextRef="#ctx0" brushRef="#br0" timeOffset="195243.768">8291 12566 12581 0,'0'0'1476'15,"0"0"-1184"-15,0 0 708 0,-60 67 356 16,37-35 12-16,2 3-224 0,-3-1-264 15,9-4-256-15,2-5-320 0,6-6-280 16,3-6-24-16,0-4-244 0,4-6 100 16,0 0-4-16,4-3 40 0,3 0 8 15,5 0 16-15,4-9 72 0,0-4-112 0,8 1-72 0,-4-7-24 0,1 2 52 16,2-2-32-16,-3 4 4 16,-5 5-12-16,2 0 36 0,-6 4 24 0,-2 3 48 15,-5 3 100-15,0 0 136 0,-4 0 124 16,0 0 96-16,0 3 12 0,0-3-100 0,0 6 16 15,0 1-4-15,0 2-36 0,0-3-172 16,0 4-72 0,0-1-144-16,0-2-152 0,0 2-412 15,0-2-288-15,4 0-352 0,3-4-760 16,2 0-508-16,-1-3-397 0,11-6-3239 16,-66-65 2988-16</inkml:trace>
  <inkml:trace contextRef="#ctx0" brushRef="#br0" timeOffset="195532.911">8761 12478 3908 0,'0'0'10577'16,"0"0"-9153"-16,0 0-920 0,0 0 396 15,0 0 620-15,0 0-404 0,-87 69-408 0,59-47-244 16,4 4-148-16,-1-5-148 0,10-4-96 16,2-1-72-16,6-7-264 15,7 1 20-15,0 0-60 0,4-4-4 0,3-3 188 0,10 3 120 0,3 1 64 31,-1-1-64-31,5 0-128 0,4 1 124 16,-3-1-16-16,-2 3 12 0,1 1 8 0,-4-1 0 16,-4 4 0-16,-4-3 40 0,-4 3 252 15,-4-5 24-15,-4 6 24 16,0-2-108-16,0 1-60 0,-8 3-27 0,0-3-37 16,-4 0-108-16,4-4-60 0,-4 1-97 0,8-10-295 15,-4 0-376-15,8 0-432 0,0-10-988 0,0 4-2416 16,0-19-2649-16</inkml:trace>
  <inkml:trace contextRef="#ctx0" brushRef="#br0" timeOffset="195682.918">9076 12572 10064 0,'0'0'5233'0,"0"0"-4605"16,0 0-336-16,0 0 732 0,23 86 656 16,-23-66-344-16,0-5-556 15,0-2-484-15,-4-4-296 0,0-2-168 0,4-1 8 0,-3-6-304 16,-1 0-612-16,-4 0-672 15,-1-3-3492-15,-2-10-5993 0</inkml:trace>
  <inkml:trace contextRef="#ctx0" brushRef="#br0" timeOffset="195801.011">8984 12315 9308 0,'0'0'2065'0,"0"0"-1869"0,0 0 32 0,100-37-72 15,-65 24-156-15,5 6-400 0,4 1-565 0,0 3-31 0,-8 3-832 0,12 0-3700 16</inkml:trace>
  <inkml:trace contextRef="#ctx0" brushRef="#br0" timeOffset="196048.735">9498 12303 5652 0,'0'0'2120'0,"0"0"420"0,0 0 169 0,-4 73-841 0,-8-45-456 16,-4 1-180-16,0 3-56 0,0-4-48 16,1-2-260-16,2-4-308 0,1-3-340 15,9-7-220 1,3 2-316-16,0-9 96 0,0 6 112 15,7-5 108-15,6 2 40 0,2 3 20 16,2-2-60-16,-2 4 0 0,2 0-88 16,2-1 76-16,1 1 12 0,0 3-64 15,0-4 4-15,4 1 0 0,-8 0-12 16,0-3-40-16,0-1-60 0,-8 0 28 16,-1 1-16-16,-3 2-60 0,0 1 220 0,-4-1 172 0,-8 2-172 15,-7-1-124-15,-9 0-24 0,0-1-156 16,-8 1-76-16,0-1-88 0,-4-2-372 0,5-1-812 15,3-5-1576-15,-12-1-5673 0</inkml:trace>
  <inkml:trace contextRef="#ctx0" brushRef="#br0" timeOffset="197789.486">11924 12258 2204 0,'0'0'276'16,"0"0"296"-16,0 0 4652 0,0 0-2403 16,0 0-977-16,0 0-192 0,0 0-104 15,0 0-196-15,0 0-388 0,0 0-288 16,0 0-244-16,-39 4-152 0,35 12-72 0,4 9 12 16,-4 4 0-16,4 5 48 0,-4-3-72 31,-1 5 24-31,2-1-160 0,-1-3-60 0,4-7-60 0,0-3-40 15,0-5-8-15,0-9 12 16,0-1 92-16,7-3-4 0,6-4 8 16,-2 0-4-16,10-11-132 0,-2-1-120 0,5-7-24 15,0-3 0-15,0-7 20 0,4 1 16 0,-4-1-12 16,-4 0-4-16,4 1 0 16,-9 2 40-16,2 1-4 0,-6 6 76 0,-7 3 148 15,5 7 148-15,-9 6-24 0,0-1-36 16,0 4 60-16,0 0 160 0,0 4-124 0,0 5-124 15,0 4 212-15,0 6-64 0,0 6-12 16,0 0 0-16,0 8 72 16,4 1-84-16,0 4-24 0,-1 3 44 0,1 1-68 15,0 3-52 1,0-1-36-16,-4 0 76 0,5 0-56 0,-5-6-64 16,0 4 0-16,0-4 0 15,0-3-4-15,0 0 0 0,0 1 4 16,0-5 4-16,0 1 128 0,-5-10-64 0,1-7 0 15,4-2-12-15,-4-6 24 0,0-1-8 16,1-3 45-16,-5-3 51 0,-1 3-4 16,-6-3-72-16,-5 0-96 0,0-3-72 0,-4-6-60 0,0-1-149 0,0-3-107 15,-4-6 72-15,5-3-88 16,-1-1-132-16,-1 1 20 0,10 0 4 0,-1 3-56 0,12 0-124 16,0 3-164-16,4 4-336 15,0 2-612-15,0 1-788 16,0-1-525-16,8 1-3067 0</inkml:trace>
  <inkml:trace contextRef="#ctx0" brushRef="#br0" timeOffset="198098.538">12414 12833 3184 0,'0'0'768'16,"0"0"3352"-16,0 0-1456 16,0 0-491-16,0 0-381 0,0 0-152 0,0 73-436 0,0-60-400 15,0 7-172-15,0-6 104 0,0 5-112 16,4 0-248-16,0 1-120 0,-4-1-84 15,0-3-168-15,0 3-4 0,0-3-8 0,0 0-40 16,0-1-64-16,-4-2-180 0,4 1-368 16,0-6-320-16,0-2-204 0,0-1-864 15,0-5-2012-15,8 0-2765 16</inkml:trace>
  <inkml:trace contextRef="#ctx0" brushRef="#br0" timeOffset="199439.051">13586 12303 196 0,'0'0'4776'0,"0"0"-4540"0,0 0 608 0,0 0 4209 15,0 0-3005-15,0 0-460 0,0 0-140 16,0 0 76-16,0 0-316 0,0 0-200 0,4-32-104 31,-4 45-564-31,4 9-108 0,0 6 84 0,4 10 13 0,-8 6-89 16,4 2-8-16,0-2-40 0,-4-3-140 15,0 1-52 1,0-8-84-16,4-8 24 0,0-4-72 16,-1-9-52-16,2-4-8 0,3-2-52 0,4-4 47 15,-5-3-155-15,6 0-84 16,2-10-40-16,2-2 72 0,3-4 12 0,-5-6 12 0,2 0-48 15,2-8 80-15,-3 5 52 0,0-2 88 0,-4 0 132 16,-4-1 76-16,0 2 112 16,0 4 84-16,-4 2 76 0,-4 6-24 0,4 3-40 0,-4 6 100 15,4 5-64-15,-4 0-60 0,4 0 24 16,0 9-208-16,4 7 392 0,0 6-60 16,4 3-88-16,-1 7 8 0,2 3-56 15,-1 4-36-15,0 1-28 0,0 2-60 0,-5 2-12 16,-3 5-56-16,-4-5-4 15,0 0 8-15,0-3 40 16,-7 0 12-16,-5-3 25 0,-1 1-1 16,-2-4-72-16,-1-4-4 0,0-5 44 15,4-4 8-15,-4-6-48 0,4-4 60 0,0-1 0 16,0-6-72-16,0-5-40 0,0 0-80 16,0 0-136-16,-4-3-73 0,0-6-95 15,0-4-64-15,0-3-112 0,1-3-124 16,3 0-12-16,3 0-404 0,9 0-776 0,0 0-760 15,4 2-2093-15,13-2-2099 0</inkml:trace>
  <inkml:trace contextRef="#ctx0" brushRef="#br0" timeOffset="199756.521">14403 12795 4928 0,'0'0'288'16,"0"0"1936"-16,0 0-264 0,0 0-552 15,0 0-83-15,0 0-137 16,0 0-224-16,0 0-268 0,79 28-292 16,-62-18 88-16,-6 3-192 0,2-1-108 0,-6-2 68 15,1 6-96-15,-4-3-16 0,0 2-84 16,-4 1 48-16,0-3 0 0,0 4-108 15,-4-3 56-15,0-3 40 0,0 1-24 16,4-5-16-16,-4-1 76 0,4-3-72 16,0 0-52-16,4-1 76 0,8-2 108 0,8 5 176 0,4-5-28 15,8 0-268-15,0-7-76 0,11 1-420 16,-2-7-360-16,6 4-388 0,1-5-748 16,-12 2-2809-16,20-4-3563 0</inkml:trace>
  <inkml:trace contextRef="#ctx0" brushRef="#br0" timeOffset="201258.766">16040 12169 3788 0,'0'0'492'0,"0"0"4440"15,0 0-3043-15,0 0-617 0,-44-66-368 0,44 56 128 16,0 7 380-16,0 3-580 0,0 0-324 15,-4 10-172-15,0 5 36 0,-3 14 148 16,-1 6 356-16,-1 9-204 0,-2 1-208 16,3-1-36-16,-1 1-160 0,5-7-84 15,4-3-116-15,0-9-68 0,0-8-4 16,4-2-104-16,9-6 8 0,-2-4-20 0,10 0-40 16,3-6-120-16,4-6 108 0,4-3-96 0,-4-10-36 15,3-1-76-15,1-2 12 16,-9-3 20-16,5 3-8 0,-7-1 24 15,-1 1-16-15,-5 3 24 0,-3 6 252 16,-7 7 60-16,-1 3-64 0,3 3-124 0,-3 3 200 16,4 10 720-16,4 7-360 0,0 1-136 15,8 14 20-15,-8 0 28 16,4 6 292-16,0 7-232 0,-4-1-24 0,-8 3-28 16,0 5-24-16,-4-1-36 15,-8 0-36-15,-8 0-28 0,-4-3-20 0,0-3-16 16,-4-8 64-16,0-1-16 0,0-7-56 0,1-7-108 15,3-6 68-15,-1-6 13 16,6-4 11-16,-2-2-96 0,2-7 0 16,-1 0-377-16,4 0-71 0,-4-10-124 15,0-3-4-15,0-2-72 0,0-8 72 16,4-2-276-16,-4-3-528 0,9-2-788 0,3 5-2033 16,4-10-1951-16</inkml:trace>
  <inkml:trace contextRef="#ctx0" brushRef="#br0" timeOffset="201532.489">16722 12712 11357 0,'0'0'1832'0,"0"0"-460"15,0 0 580-15,0 0-200 0,0 0-840 0,0 0-300 16,0 0-160-16,0 0-84 0,0 0-28 0,0 0-84 16,0 0-156-16,52 41-100 0,-56-28-192 15,-5 4 8-15,5-3-108 0,1 0 12 16,-1-2 20-16,4-2 4 0,0 3-24 15,0-3 8-15,0 2 100 0,11-2 164 0,2 2-40 16,2 4 48-16,5-3 216 0,-4 0-216 16,0-1 124-16,0 2-52 0,-8-6 176 0,-4-2-164 15,-4 5 0-15,0-5-40 0,0 3-44 16,-4-5 0-16,-4 2-88 0,4-3-304 16,-4-3-220-16,4 0-276 0,0-3-816 15,1-10-1296-15,3 7-1929 0,0-19-1623 16</inkml:trace>
  <inkml:trace contextRef="#ctx0" brushRef="#br0" timeOffset="201695.45">17594 12639 10784 0,'0'0'1725'0,"0"0"-477"0,0 0 360 0,0 0-512 0,100 13-984 15,-60-13-112-15,3 0-592 0,9 0-300 16,4 0-504-16,-12 0-752 0,19 0-3917 0</inkml:trace>
  <inkml:trace contextRef="#ctx0" brushRef="#br0" timeOffset="201847.842">18674 12678 6080 0,'0'0'7381'0,"0"0"-6557"0,0 0-532 0,0 0-100 0,91-26-192 16,-67 17-748-16,4-1-324 0,0 0 48 16,4 3-1217-16,-8 2-2731 0</inkml:trace>
  <inkml:trace contextRef="#ctx0" brushRef="#br0" timeOffset="201947.813">19459 12608 8308 0,'0'0'4305'15,"0"0"-4049"-15,0 0 40 0,0 0 172 16,0 0-352-16,0 0-116 0,0 0-1340 16,0 0-1185-16,84 0-4907 0</inkml:trace>
  <inkml:trace contextRef="#ctx0" brushRef="#br0" timeOffset="202611.798">20734 12252 5064 0,'0'0'1924'15,"0"0"2637"-15,0 0-3485 0,-12 80-244 16,8-40 348-16,0 2 256 0,-4 0-184 16,4-5-240-16,4-2-492 0,0-6-424 0,7-10-84 15,6-4 88-15,6-2-100 0,5-9-112 16,8-4-168-16,4 0 68 0,5-11-20 0,2-7-288 16,1-4 84-16,4-3 188 0,-9-7-212 15,2 3 56-15,-6 1 40 16,-7 1-52-16,-3 2-12 0,-6 0-116 0,-3 6 36 0,-8 4 444 15,-4 2 64-15,0 9 444 16,-4 1 52-16,0 3 172 0,0 10-204 16,3 7 192-16,2 8-196 15,-1 6 100-15,4 4-28 0,0 9-176 16,-1 1-36-16,2 5-72 0,-5 2-124 16,4-2-116-16,-8-2-8 15,0-1-4-15,0 1 0 0,0-4 4 0,-8-5 0 16,0-2 68-16,-4-2 68 0,0-6-52 15,-4-4 16-15,4-5-16 0,-4-1-20 0,-4-6-64 16,0-7-76-16,-4 0-44 0,1-6 20 16,-5 0-96-16,4-3 24 15,-4-6-136-15,4-4 60 0,4-3-196 16,4-7-272-16,-1 2-476 0,10-9-456 0,3 11-1376 0,4-6-3317 16</inkml:trace>
  <inkml:trace contextRef="#ctx0" brushRef="#br0" timeOffset="202933.7">21802 12833 13697 0,'0'0'1988'15,"0"0"-972"-15,0 0 424 0,-21 67 112 16,10-48-308-16,7-4-380 16,0-5-535-16,4-1-329 15,0-2-124-15,8-7-20 0,12 0 83 16,3-2-23-16,5-9-112 0,4-8 24 15,0 0 64-15,0 0-112 0,-4 4-12 0,0 2 88 16,-8 0 56-16,-1 7 76 0,-6 6 8 16,-5 0 4-16,3 0 172 0,-6 6 156 15,-1 3-36-15,-4 8-164 0,4-2-128 16,-4 7-112-16,0-2-104 0,0 6-52 0,4-5-76 0,-1 4-412 16,1 7-508-16,4-3-1240 0,-3 6 652 15,-5-10 616-15,0 10-7025 0</inkml:trace>
  <inkml:trace contextRef="#ctx0" brushRef="#br0" timeOffset="204236.875">16606 12671 6352 0,'0'0'1120'16,"0"0"-356"-16,0 0 3349 0,0 0-2365 0,0 0-320 0,0 0-184 0,0 0-76 16,12 0-380-16,4 0-224 0,4 0 52 0,8 0-8 15,0 0-352-15,-1 7-132 0,1-1-16 16,-8 3-108-16,1 1-32 0,-10 2 32 0,1 1 0 15,-4 0-36-15,0-1 28 0,-8 1-164 16,0 4 76-16,0-3-4 0,-4 3 92 16,-3-1-88-16,-6 0-52 15,-2 0-20-15,2 0-52 16,-2-4 24-16,2 4-12 0,-2-6 24 16,7-1 120-16,-5-2 16 0,10-5-24 0,-1 3-100 15,4-5-40-15,0 0 116 16,0 0 20-16,0 0 4 0,0 0 8 0,0 0 64 15,0 0 40-15,4 0-40 0,-1 0 0 16,10 2 236-16,2-2-76 0,2 0 0 0,2 0-48 16,5 0-4-16,0 0-108 0,-3 0-8 0,-2 0-52 15,-3 0-64-15,0 6 40 0,-9 0-88 16,2 1 144-16,-5 2 28 0,0 1 172 16,-4 2-72-16,0 1 36 0,0 4-40 15,-8-2-32-15,4-2 8 0,-1 0-24 16,-2-4-40-1,3 1 88-15,-4-1 0 0,0 1-20 0,0-1-64 16,-8-2 36-16,0 2-48 16,0 0-160-16,-4 1-72 0,0-3-12 0,1 0 8 0,2-1-120 15,2-4-124-15,2 4-204 0,-2-6-272 16,2 4-684-16,6-4-1084 0,-5 0-3617 16</inkml:trace>
  <inkml:trace contextRef="#ctx0" brushRef="#br0" timeOffset="204695.947">16439 13786 9912 0,'0'0'2777'0,"0"0"-1425"16,0 0-300-16,0 0 220 0,0 0-52 0,12 79-564 16,-12-54-200-16,0 4-148 0,0 3-136 0,0 0-112 15,0-1 40-15,0 1-100 16,0-7-120-16,0-6-28 0,0-3-72 0,0-10-188 15,3 1-360-15,6-7-52 0,3-7-484 0,3-5-492 16,-2-1-2809-16,11-19-3459 16</inkml:trace>
  <inkml:trace contextRef="#ctx0" brushRef="#br0" timeOffset="204852.361">16670 13741 5344 0,'0'0'992'0,"0"0"4729"15,0 0-3817-15,0 0-512 0,-12 75-396 16,8-48-248-16,4 1-164 0,0 4-276 0,-4-3-308 16,4 5-12-16,0-2-348 0,0 0-472 0,0 3-412 15,4-3-884-15,-4-10-2937 16,0 17-3139-16</inkml:trace>
  <inkml:trace contextRef="#ctx0" brushRef="#br0" timeOffset="205724.371">16164 14811 7292 0,'0'0'4257'0,"0"0"-2797"0,0 0-288 0,0 0-24 15,0 0-212-15,0 0-388 0,0 0-76 16,0 0 148-16,79-60-76 0,-51 38-272 0,0-3-148 16,0 2-12-16,0 4-112 15,-8 0-60-15,3 6-64 0,-2 7 20 16,-5 6 104-16,3 0 148 0,-2 12 120 0,-2 7-32 16,6 10-16-16,-10 5-88 15,6 6-20-15,-6-2 0 0,2 3-48 16,-2-4-64-16,-3 2-48 15,1-5-4-15,-2-4-8 16,1-5-24-16,-4-3-4 0,0-9-20 0,0-1-16 0,4-6-208 0,-4-2-384 16,4-4-272-16,0 0-364 0,0-10-832 0,0 1-2901 15,0-7-3271-15</inkml:trace>
  <inkml:trace contextRef="#ctx0" brushRef="#br0" timeOffset="205916.019">16722 14646 5804 0,'0'0'380'0,"0"0"5057"0,0 0-4217 0,0 0-532 16,0 0-204-16,0 0 188 0,0 0-56 15,0 0-152-15,-52 86-60 0,36-60-52 16,0 2-100-16,-4 4-40 0,-4-1 48 0,0 4-24 0,-4 0-52 16,-4 4-184-16,4-6-24 0,0 3-124 15,0-4-88-15,9-1-260 0,3-9-212 16,4 1-256-16,4-7-480 0,8-1-1056 0,0-9-2081 15,0 5-1867-15</inkml:trace>
  <inkml:trace contextRef="#ctx0" brushRef="#br0" timeOffset="206166.256">17008 14972 5308 0,'0'0'2988'15,"0"0"1661"-15,0 0-4037 0,0 0-420 0,0 0 204 0,0 0 376 16,0 0-92-16,24 71-332 16,-20-55-308-16,-4-1-40 0,4 1-152 15,0 1-48-15,-4-2-480 0,5-2-424 0,-5-1-488 16,4-5-1181-1,0-3-3343-15</inkml:trace>
  <inkml:trace contextRef="#ctx0" brushRef="#br0" timeOffset="206354.543">17646 14818 12881 0,'0'0'2272'0,"0"0"-2272"0,0 0-616 0,0 0 424 15,0 0-148-15,0 0-1012 0,88-46-2769 16,-64 34-4083-16</inkml:trace>
  <inkml:trace contextRef="#ctx0" brushRef="#br0" timeOffset="206509.866">18531 14764 11729 0,'0'0'2504'16,"0"0"-2504"-16,0 0-1656 16,0 0-633-16,0 0-1739 0,0 0-2204 0</inkml:trace>
  <inkml:trace contextRef="#ctx0" brushRef="#br0" timeOffset="207299.793">21562 13764 1108 0,'0'0'2232'0,"0"0"-1308"0,0 0-676 0,0 0-104 0,0 0 4480 16,0 0-2723-16,0 0-233 16,0 0-232-16,0 0-136 0,-7 79-116 0,7-60-56 15,0 3-240-15,0 0-148 0,0 0-152 16,0 1-188-16,-4-2-108 16,-5 2-180-16,5-4-112 0,0-3-160 0,1 0-20 15,-1-7-16-15,4 1-280 0,0-4-336 0,0 0-396 0,7-6-940 16,10 0-1824-16,-6 0-1285 15,14-15-1207-15</inkml:trace>
  <inkml:trace contextRef="#ctx0" brushRef="#br0" timeOffset="207439.479">21785 13823 5136 0,'0'0'6549'16,"0"0"-4705"-16,0 0-804 0,0 0 256 0,0 0 268 15,0 0-436-15,0 0-428 0,5 89-284 0,-14-54-300 16,2 1-116-16,-5-1-148 0,-4-1-84 15,4 4-604-15,0-3-612 16,0-9-952-16,-4 9-4269 0</inkml:trace>
  <inkml:trace contextRef="#ctx0" brushRef="#br0" timeOffset="208621.95">16917 14935 7704 0,'0'0'2628'0,"0"0"-991"0,0 0-193 15,0 0-60-15,0 0-340 0,0 0-152 0,0 0-84 0,0 0-136 16,0 0-96-16,0 0 28 0,-4-3 56 15,8 3-132-15,4 3-16 0,0 0 44 16,7 0 101-16,2 3-293 0,7-2-172 16,-1-1-80-16,5 4-52 0,0-7-56 0,-4 2 0 31,0-2-4-31,-4 3-12 0,-4-3-72 0,-8 4 24 16,-4 3 44-16,-4-1 16 0,0 7 4 15,-16 5-4-15,0 1-12 0,-7 3-60 16,-2 2-24-16,1-6 24 0,0 1-36 0,5 0-76 15,-1 0 40-15,3-7 72 0,6 5 64 16,7-9-68-16,-4 3-8 16,8-5 0-16,0 4 11 0,0-4 25 0,8 3 48 15,0-2 44-15,3 2-36 0,6 1 36 0,-1-1-44 16,3 4-4-16,2-1 4 0,-2 4 13 16,1-2 83-16,-4-2-48 0,-4 4 16 15,4-4 20-15,-4 4-36 16,-4-4-48-16,-1-1-4 0,2 1-8 0,-5-2 4 15,-4-1 8-15,0 1 8 0,-4-1 76 16,-8-2 36-16,0 2-32 16,-4-3-40-16,-4 4-44 0,-4-7-4 0,0 1-100 15,5-2-224-15,-5-2-117 0,-4 0-79 16,4-2-152-16,-1-5-344 16,2-5-808-16,11-1-2284 0,-12-13-3669 0</inkml:trace>
  <inkml:trace contextRef="#ctx0" brushRef="#br0" timeOffset="209353.488">21706 14874 10392 0,'0'0'2393'15,"0"0"-829"-15,0 0-516 0,0 0-140 0,0 0-160 0,0 0-388 16,0 0-196-16,100-72 8 16,-61 47-84-16,6-1-16 0,-6 4 104 0,1 7-16 15,0 8 112-15,-4 7 168 16,-4 2 40-16,-4 14-208 0,-9 10-76 0,1 2 36 16,-8 11 24-16,-3 2-36 0,-6 0-28 15,1 0 64-15,-4-3-48 0,4 1-48 0,-4-5 32 0,4-5-56 16,-4-1-76-16,4-5-7 15,0-4-53-15,1-4-97 0,2-9-63 0,-3 1-180 16,0-7-136-16,4 0-244 0,4-9-36 16,4-7-600-16,0-6-1044 15,-1 2-1876-15,10-18-1673 0</inkml:trace>
  <inkml:trace contextRef="#ctx0" brushRef="#br0" timeOffset="209540.636">22371 14659 8748 0,'0'0'5353'0,"0"0"-3977"0,0 0-468 0,0 0 336 0,0 0-256 16,-83 66-420-16,63-37-188 0,-1 6 12 16,2 3-40-16,-5 3-68 15,0 4-104-15,-4-4-8 0,5 3-88 0,-1-2-84 16,3-1-24-16,1-3-328 16,1 1-260-1,-1-6-60-15,8 3-204 0,-1-8-484 0,10 1-1128 0,3-6-2593 16,0-1-2815-16</inkml:trace>
  <inkml:trace contextRef="#ctx0" brushRef="#br0" timeOffset="209827.401">22558 15208 11881 0,'0'0'2104'15,"0"0"-1268"-15,0 0 424 0,0 0 188 16,0 0-360-16,20 76-424 0,-20-56-296 0,0-1-220 15,0-1-76-15,0-1-72 0,0-5-72 0,0-5 0 16,0-5-52-16,8-2-72 0,5 0 36 16,-2-9 156-16,10-7 4 0,3-3 12 15,4-4-8-15,-5 1-4 0,5 0-48 0,-8 6 0 16,-1 4 48-16,-2 2 56 0,-1 4-52 16,-8 6 96-16,0 0 84 0,-1 0 108 15,2 6-24-15,-5 7-108 0,0 3-48 0,3 6-112 16,1 1-12-16,-4 2-100 0,1 0-220 0,3 0-156 15,-5 4-224-15,1-4-228 0,0 1-392 16,-4-6-1636-16,0 5-4009 0</inkml:trace>
  <inkml:trace contextRef="#ctx0" brushRef="#br0" timeOffset="-202768.504">13685 14100 7976 0,'0'0'768'0,"0"0"2329"0,0 0-1765 16,0 0-352-16,0 0-360 0,0 0 108 0,0 0-72 0,0 0-216 15,0 0-164-15,0 0 20 16,17 0 28-16,-14 0-52 0,1 0 0 16,0 0 64-16,-4 0 156 0,0 0-12 0,4 3-112 15,-4-3-28-15,5 3 4 16,-1 0-4-16,7 7 88 0,-3 3 20 0,8 2-119 16,-4 8-109-16,4 2-76 0,0 7-96 0,4 0-48 15,0 3-12-15,-4-1-60 0,0-2 60 16,4-1-60-16,-4-4 60 0,-1-2-84 15,-2-9 32-15,-1-1-68 0,-5-2-113 0,2-7-155 16,-1 1-52-16,-5-4-84 16,-3 1 72-16,4-4-172 0,0 0-388 0,-4-4-768 0,4-2-696 15,0-4-1857-15,1-6-1527 0</inkml:trace>
  <inkml:trace contextRef="#ctx0" brushRef="#br0" timeOffset="-202503.367">14016 14090 5260 0,'0'0'3144'0,"0"0"-1200"0,0 0-735 0,0 0 111 16,0 0 68-16,0 0-404 0,0 0-280 16,0 0-136-16,0 0-104 0,0 0-56 15,-56 82-36-15,41-56-88 16,-2 9-148-16,-2 0-24 0,-1 4-64 15,0 1-48-15,-4 8-40 0,4-7-20 0,-4 7-52 16,4-7 36-16,0-2 4 0,0-5-128 16,9-2-48-16,-2-7-124 15,5-3-136-15,1-9-36 0,3 1-184 0,4-9-472 0,4-5-868 16,-1 0-1105-16,9-5-2003 0</inkml:trace>
  <inkml:trace contextRef="#ctx0" brushRef="#br0" timeOffset="-202136.094">14283 14389 8612 0,'0'0'1952'15,"0"0"-1111"-15,0 0-265 0,0 0 460 16,0 0-52-16,0 0-264 0,-20 76-264 16,20-54-92-16,0-2-64 0,0 1-60 15,0-2 0-15,4 4-176 0,5-4-60 0,-5-3 40 16,3-3-44-16,1 2-12 0,0-5-48 15,0-1-16-15,-4 1-140 16,4-4 40-16,-4 3 12 16,4-5-12-16,-8-1-216 0,4 0-8 0,0 0-148 15,-4-3-364-15,0 0-664 0,4 0-1173 16,0 0-2927-16</inkml:trace>
  <inkml:trace contextRef="#ctx0" brushRef="#br0" timeOffset="-199354.434">14502 14281 6672 0,'0'0'2456'0,"0"0"-676"0,0 0-135 0,0 0 127 15,0 0-248-15,0 0-344 0,0 0-300 16,0 0-112-16,0 0-116 0,0 0-16 15,0 0 120-15,36 0-72 0,-16 0-187 16,0-4-73-16,4 1-132 16,-4-3-52-16,4 0-116 15,-1-4-64-15,5 4-60 0,-7-4-84 0,-1 1-28 16,-1-4-176-16,-2 7-88 0,-6-4-97 0,-3 3-163 0,1 2-180 0,-9-2-260 16,0 5-640-16,0-3-2100 15,-9-1-2517-15</inkml:trace>
  <inkml:trace contextRef="#ctx0" brushRef="#br0" timeOffset="-199044.985">14594 14055 3696 0,'0'0'3268'0,"0"0"-1452"16,0 0-624-16,0 0 33 0,0 0-121 15,0 0-324-15,0 0-204 0,0 0-108 0,0 0-12 16,0 0 88-16,16 70 148 16,-12-44-188-16,0 0-204 0,0 2-48 0,4 3-80 0,-4 4-92 0,0-3-80 0,-1 4-76 15,-3-5 16-15,0 1-40 0,0-4-24 31,5 1-188-31,-5-4-308 0,0-2-196 16,4-2-160-16,-4-2-528 0,0-6-1457 16,0-1-4051-16</inkml:trace>
  <inkml:trace contextRef="#ctx0" brushRef="#br0" timeOffset="-195888.911">15188 14195 1892 0,'0'0'1968'0,"0"0"-468"0,0 0-448 0,0 0-128 16,0 0 452-16,0 0-132 0,0 0-368 0,0 0-191 16,0 0 31-16,0-70-36 0,0 64-108 15,0-1-200-15,0 1-132 0,0 3-12 0,0-3 36 16,0 3-96-16,0-1 32 0,0 1-60 15,0 3-80-15,0-3 80 0,-4 0 24 16,4-1-40-16,0 4 52 0,-4-3 0 0,4 0 64 16,-4 0-124-16,4 3 20 0,-4-3-24 31,4 3-12-31,0-3-100 0,-5 0 0 16,5 3 0-16,0-4-12 0,0 4 12 0,-4-3 8 0,4 3 8 15,0 0 108-15,-3 0 36 16,3 0 28-16,0-3-40 0,-4 3-60 0,4 0-76 15,-4-3 112-15,4 3-112 0,0 0 76 16,0 0-28-16,0 0-56 16,0 0-4-16,-4 0-60 0,4 0-128 0,0 0 40 15,-4 0 100-15,0 3-64 0,-4 0-152 0,-4 4 40 16,4 5 76-16,0 1 148 0,-4 6 0 0,4 3 0 16,-4 0 12-16,0 3-8 0,4 5-4 15,1-2 0-15,-2-3 0 0,5 1 0 16,4-7 100-16,0-1-40 0,0-4 128 0,4-2-136 15,0-3-40-15,5-2 88 0,-2-1-12 32,1-2 8-32,5-4 28 0,-2 0-36 15,-3 0 60-15,8-6-40 0,-4-5-108 0,4 2-172 16,0-3-40-16,0-2-36 16,0-1-16-16,-4 2 28 0,4 0 64 0,-5 1-8 15,-2 2 80-15,-1 1 100 0,-1 3 0 16,-3-1 112-16,-4 4-8 15,4 3 20-15,-4 0 52 0,0 0 136 0,0 0 60 0,0 0-12 0,0 0-148 16,0 6-88-16,0 1-12 0,0 5-52 16,0 7 40-16,0 1-40 15,0 4 40-15,0 5-28 0,0 1-68 0,0 4-4 16,0 1-44-16,0 3 44 0,0 3 208 0,9 0-96 31,-9-2-108-31,7-1 96 0,-7 0-40 0,4-3-52 0,0 0 0 0,0-3-8 16,1-4 0-16,-1 1-4 0,-1-7-44 0,5-3-12 15,-4-3-28-15,4 0-108 0,0-4-128 16,0-2-32-16,0-1 8 0,0-2 0 16,-4 3-24-16,0-8-104 15,0 1-168-15,-4 1-200 0,0-2-284 0,4-2-416 16,-4 0-865-16,0 0-2155 16</inkml:trace>
  <inkml:trace contextRef="#ctx0" brushRef="#br0" timeOffset="-195451.806">15479 14630 6260 0,'0'0'5005'16,"0"0"-3757"-16,0 0-520 0,0 0 692 0,0 0 172 15,0 0-460-15,0 0-316 0,0 0-100 0,0 0-112 16,0 0-224-16,0 0-112 0,83-12-96 16,-74 12-76-16,-2 6 12 0,1-3-8 15,-4 0-28-15,0 7 0 0,0-1 4 0,0 1-16 16,-4 3 24-16,0-1-76 15,0 4-8-15,0-2-4 0,0 1-4 0,-4-5 4 16,4-2-4-16,0-1-40 0,0-1 0 16,0-2 36-16,0-2-48 15,0 2 52-15,4-2 8 0,4 3 12 0,-4-3 48 16,8 2-56-16,0-1-4 0,4 0-4 0,0-3-120 16,-1 0-156-16,10-3-84 0,-5-6-152 15,4 2-172-15,-5-3-272 0,1 1-684 0,-4 2-1456 16,0-2-4089-16</inkml:trace>
  <inkml:trace contextRef="#ctx0" brushRef="#br0" timeOffset="-194214.774">15451 13932 7776 0,'0'0'3016'0,"0"0"-1087"0,0 0-693 0,0 0-36 15,0 0-64 1,0 0-128-16,0 0-88 0,0 0-220 0,40 86-148 16,-24-58-108-16,-5 3 104 15,5-2 124-15,0 0-320 0,-4-4-208 0,4-6-140 0,0 0-4 0,-4-6-96 16,0-3-48-16,-1-4-260 0,6-3-156 16,-6-3 8-16,2 0-96 15,-1-3-324-15,0-3-516 0,0-4-920 0,-8 1-1593 0,3-7-1471 16</inkml:trace>
  <inkml:trace contextRef="#ctx0" brushRef="#br0" timeOffset="-194022.207">15638 13966 6520 0,'0'0'2132'16,"0"0"-656"-16,0 0-163 0,0 0 187 15,-52 77-112-15,40-49-216 0,-4 4-276 0,1 4-196 16,-2-3-192-16,2 6-100 15,-2-4-172-15,-3 0-236 0,9 0-76 0,-1-4-220 16,-1-6-412-16,10-2-128 0,-1-7-156 0,4-3-364 16,4-7-840-16,-1-3-2513 0,14-3-2363 15</inkml:trace>
  <inkml:trace contextRef="#ctx0" brushRef="#br0" timeOffset="-193787.265">15904 14166 11009 0,'0'0'2360'0,"0"0"-1168"16,0 0-636-16,0 0 336 0,0 0 224 0,0 0-260 0,45 83-364 15,-34-61-332-15,-2 4-160 0,-1-1-4 16,0 0-92-16,-1 5-264 0,-3 1-320 0,-4-3-392 16,0-5-968-16,0 8-3293 0</inkml:trace>
  <inkml:trace contextRef="#ctx0" brushRef="#br0" timeOffset="-178885.077">11973 14059 6048 0,'0'0'1976'0,"0"0"160"0,0 0-459 16,0 0-181-16,0 0-276 0,0 0-236 0,28 73 48 15,-21-47-224-15,1-1-112 0,0 3-104 16,4 1-164-16,-4-1-132 0,-4 1-52 15,4-4 64-15,-4-3 8 0,4 0-268 16,-4-5-48-16,4-2-8 0,-4-2-40 16,4 0-12-16,-4-7-12 0,0 0-284 15,4 1-332-15,-4-7-88 0,4 0-324 16,0 0-596-16,0 0-836 0,-1-3-2069 16,2-10-2115-16</inkml:trace>
  <inkml:trace contextRef="#ctx0" brushRef="#br0" timeOffset="-178684.175">12244 14059 6976 0,'0'0'2244'0,"0"0"-756"0,0 0-279 16,0 0 403-16,0 0-180 0,-77 73-340 0,62-52-312 15,-1 5-220-15,-5 3-164 0,2 3-136 16,-5 2-140-16,-4 4-120 0,0 8-208 15,-4-6-116-15,4 2-308 0,4-5-196 0,5-2-328 16,2-6-544-16,10-10-1021 0,-1-2-2471 0</inkml:trace>
  <inkml:trace contextRef="#ctx0" brushRef="#br0" timeOffset="-178409.892">12390 14364 5732 0,'0'0'4572'16,"0"0"-2859"-16,0 0 75 0,0 0-396 15,0 0-220-15,0 0-400 0,0 0-388 16,77 19-220-16,-70-11-164 0,-3 6 60 0,0 2-12 16,-4 3-36-16,0 6-16 0,-4 0 4 15,-7 7 0-15,-2-1-16 0,1-1 12 16,5-8 4-16,3 0 60 0,4-6 100 15,0-4-84-15,8-5-64 0,7-1 36 0,13-6 148 16,4 0 16-16,8-6-212 0,8-10-296 0,4-6-536 16,4 0-456-16,-13-1-588 0,13-5-2885 15</inkml:trace>
  <inkml:trace contextRef="#ctx0" brushRef="#br0" timeOffset="-174032.011">15818 14240 1160 0,'0'0'2036'0,"0"0"-1800"0,0 0-236 0,0 0 5764 0,0 0-3519 15,0 0-833-15,0 0-404 16,0 0-48-16,0 0-176 0,7-7-184 0,-3 4-44 16,-4 3-84-16,0 0-40 0,0 0 40 15,0 0 48-15,0 0-44 0,0 0-132 16,0 0-48-16,4 0-28 0,-4 0-36 15,0 0-36-15,0 0-24 0,0-3-28 16,4 3-44-16,5-6-40 0,-2-1 12 0,1 1 4 16,4 0 8-16,0-1-80 0,0 1-4 15,4 0-4-15,-4 0-8 0,-1 1-60 16,6 3 56-16,-1 2 16 0,0 0 40 16,0 0 8-16,-4 2 12 0,3 3-60 0,-3 1-4 15,-4 2-44-15,-4 3 0 0,4-2-16 16,-8 7-44-16,0 0-12 0,0 6-40 0,-4 0 12 15,-8 3-20-15,-4 2-40 16,-3 0-52-16,2-2-68 16,-2 2 68-16,-1-2 128 15,3-3 128-15,6-6 4 16,-1 0 60-16,3-6-12 0,6-5-36 0,-1-1 40 0,4-2-44 16,0-2 52-16,0 0 28 0,0 0 108 15,0 0 24-15,0 0-100 16,7 0-32-16,6 0 228 0,2 0 24 15,6 0-120-15,3 0-136 0,0-2-84 0,-1-2-68 0,5 1-52 16,0 1-76-16,0-5-280 0,-4 4-272 16,4-4-236-16,-9 7-700 0,-2-3-1252 0,-2 0-4181 15</inkml:trace>
  <inkml:trace contextRef="#ctx0" brushRef="#br0" timeOffset="-173253.904">12239 13627 3860 0,'0'0'992'16,"0"0"1168"-16,0 0 356 16,0 0-619-16,0 0-473 0,0 0-100 0,0 0-212 15,0 0-284-15,0 0-12 0,0 0 52 16,0 0-188-16,0 0-136 15,12 79-40-15,-8-57-76 0,-4-3-232 0,0 4-100 16,0-2-96-16,0-1-12 0,0-4-172 16,-4-3-120-16,4-4-112 15,0-3-100-15,0-6-164 0,0 0-288 0,0 0-572 16,4 0-752-16,0-6-865 0,4-10-2239 0</inkml:trace>
  <inkml:trace contextRef="#ctx0" brushRef="#br0" timeOffset="-173092.864">12331 13633 236 0,'0'0'5172'0,"0"0"-1052"0,0 0-2828 0,0 0 57 0,0 0-69 15,0 0 64-15,0 0-248 16,36 73-280-16,-32-54-256 0,4 3-176 16,-4 3-160-16,0 1-224 15,-1-1-68-15,1 1-332 0,1-4-360 0,-1 1-444 16,0-8-1000-16,3-2-3773 0</inkml:trace>
  <inkml:trace contextRef="#ctx0" brushRef="#br0" timeOffset="-172539.679">14359 13332 1068 0,'0'0'10269'0,"0"0"-8553"0,0 0-684 16,0 0-184-16,0 0 648 0,0 0-64 0,0 0-320 15,0 0-376-15,12 82-224 0,-4-53-132 16,-8 3-16-16,4-1-12 15,-4 2-96-15,0-6-108 0,0 2-148 0,0-8-56 16,0-1-40-16,0-7-280 0,0-4-284 16,0-2-256-16,8-7-400 0,4 0-1240 0,-4-7-2681 15,3-8-3103-15</inkml:trace>
  <inkml:trace contextRef="#ctx0" brushRef="#br0" timeOffset="-172392.122">14530 13405 1408 0,'0'0'10589'0,"0"0"-8913"0,0 0-852 16,8 66-216-16,-4-34 600 0,0-1-136 0,-4 7-488 15,4 1-584-15,1 5-100 0,-5 0-708 16,0 4-444-16,-5-12-1356 0,-7 17-4993 16</inkml:trace>
  <inkml:trace contextRef="#ctx0" brushRef="#br0" timeOffset="-163683.229">4999 7122 1344 0,'0'0'12053'0,"0"0"-10353"0,0 0-1260 0,0 0 24 0,0 0 116 15,0 0 192-15,0 0 120 16,0 0-240-16,0 0-284 0,0 0-244 0,0 0 0 16,53 0-64-16,-33 0-60 0,8 0-56 15,-5 0 52-15,1 0-84 0,0 0 28 16,0 2-16-16,-4-2-108 0,-4 0-220 0,-1 0-436 15,-2 0-204-15,-1 0-852 16,-9 0-2521-16,-3 0-3099 0</inkml:trace>
  <inkml:trace contextRef="#ctx0" brushRef="#br0" timeOffset="-163513.251">4964 7308 8140 0,'0'0'4505'0,"0"0"-3217"0,0 0-1288 0,0 0 76 16,0 0-40-16,0 0 332 0,0 0-40 0,88 3-300 16,-64-3-28-1,4 0-1016-15,-9 0-812 16,9 0-2757-16</inkml:trace>
  <inkml:trace contextRef="#ctx0" brushRef="#br0" timeOffset="-162761.498">4271 7147 4620 0,'0'0'940'16,"0"0"4701"-16,0 0-4201 0,0 0-420 0,0 0-184 16,0 0 248-16,0 0-52 0,0 0-308 15,0 0-328-15,-88-73-160 0,68 70-64 0,1-1-24 16,-2 4 64-16,-3 0 56 0,4 13 140 31,1 3-152-31,-2 10-48 0,2 8 64 16,-1 4 32-16,3 3 52 0,6-2-52 0,3-2-124 15,4-7-128-15,-1-8-52 0,5-7-320 16,5-8-104-16,3-7-16 0,7 0 84 16,6-10 36-16,-1-2 76 0,3-10-176 15,5-2-160-15,-4-1-52 0,-3 0 248 0,-6 3 172 16,1 3 48-16,-8 3 104 15,4 6-68-15,-8 4-72 0,4 6-52 0,-4 3 252 16,8 13 304-16,-4 0 308 0,4 9-104 0,-1 7-160 0,6-1 84 31,-2 5 12-31,-2 2 0 0,2 3-40 0,-2 5 0 16,-2 0-48-16,-7 2-88 16,4-1-84-16,-8 2-64 0,0-6 52 0,0 2-48 15,-4-4-76-15,-4-2-36 0,-3-7-4 0,-2-4 52 16,-2-6-48-16,2-6 84 15,-6-3-20-15,3-7-64 0,-9-6-12 0,-6 0-220 16,-1-10-60-16,-8-5-280 0,-3-5-4 16,-5-2-220-16,-8-7-116 0,4 1-268 15,-3 0-688-15,2 5-660 0,6 8-1397 16,10 5-79-16,6 10-632 0</inkml:trace>
  <inkml:trace contextRef="#ctx0" brushRef="#br0" timeOffset="-161523.405">2697 16824 12197 0,'0'0'2204'15,"0"0"-1196"-15,0 0-340 0,-8-66 1068 16,0 46-456-16,0-1-580 0,0 2-432 16,-4 0-108-16,0 2 24 0,0 1 24 15,0 4 72-15,4 5-12 0,-4 1 216 16,4 6-19-16,1 0-165 0,-6 3-140 0,-2 7-156 16,3 8-4-16,-8 9-232 0,3 11-8 15,2 8 56-15,2 6 51 0,2 5 73 0,3-3 52 16,0-7-8-16,3-12 12 0,5-13 0 15,-3-9-40-15,3-9-172 0,0-4-124 0,3 0-4 16,6-7 64-16,3-3 272 16,4-5 4-16,-4-1 4 0,-1-3 4 0,2 0 36 15,-2 3-40-15,-3 2-96 0,5 6-124 16,-6 4-24-16,5 4 180 0,4 4 64 16,0 4 220-16,0 6-120 0,4 5 84 0,4 3-172 15,-4 3 84-15,0 4-36 0,-4-1-60 0,0 4 64 16,-4 3 32-16,-5 6-12 0,2 7-8 15,-9 3 44-15,0 5-60 0,0 2-8 16,-9 2 8-16,-2 3 0 0,-6-2 36 16,2-4 28-16,-2-6 44 0,-2-1 64 15,-1-8 13-15,4-7-53 0,-4-3-20 0,4-10 68 16,4-5-60 0,-3-9-92-16,2 3-4 15,2-11-40-15,-2 3-44 0,-6-3-220 0,-1-7-32 16,-5-3-64-16,2-2 0 0,-1-4 99 0,0 3 117 15,4-3 16-15,0 1-84 16,4-2-296-16,1-1-132 0,-2 2 56 16,10-7-172-16,-1-3-844 0,8 1-1288 0,0 3-2089 15,11-16-1679-15</inkml:trace>
  <inkml:trace contextRef="#ctx0" brushRef="#br0" timeOffset="-161339.001">3179 17052 10544 0,'0'0'7177'0,"0"0"-6201"0,0 0-864 0,0 0 316 0,76 32 808 16,-57-25-420-16,5-5-524 0,4 3-280 16,-3-5-12-16,-1 0-364 0,3 0-148 15,-7-7-280-15,0 7-376 0,-8-4-1504 16,-8 4-4909-16</inkml:trace>
  <inkml:trace contextRef="#ctx0" brushRef="#br0" timeOffset="-161176.197">3242 17221 15313 0,'0'0'2240'16,"0"0"-1976"-1,0 0 316-15,0 0 600 0,0 0-152 0,0 0-396 0,88 9-244 0,-56-9-352 16,4 0-36-16,-1 0-484 0,2 0-396 15,-1-3-196-15,0 3-492 0,-8-3-1428 0,11 3-4265 16</inkml:trace>
  <inkml:trace contextRef="#ctx0" brushRef="#br0" timeOffset="-153424.833">3928 16805 6492 0,'0'0'6449'16,"0"0"-4733"-16,0 0-392 0,0 0-12 0,0 0 568 0,0 0-644 16,0 0-628-16,0 0-72 0,0 0 61 15,0 0-281-15,40 70-100 16,-25-41-72-16,-2 9 100 0,-1 3 44 0,0 0-116 16,-4 7-64-16,0-3-100 0,-1 2-8 15,-3-3-4-15,1 0-92 16,-1-3-12-16,-4-3 56 0,4-8-32 0,-4-11 72 0,0-4-60 15,0-8 0-15,0-7-24 16,4 0 96-16,-4-3 4 0,0-10-4 0,0-9-12 16,3-11-36-16,-3-5 40 0,0-8 4 15,4-6-56-15,-4 2-4 0,8-2 16 0,1 8-12 16,-2 3 52-16,5 3-4 0,4 6-36 16,-4 0 48-1,4 5 0-15,0 4 8 0,0 4 48 0,-4 6-56 0,4 4-156 0,-4 9-112 16,4 0-8-16,0 0 55 0,0 6 37 15,-1 7-84-15,6 5-508 0,-6 2-840 16,2 6-764-16,-6-5-1536 0,2 14-1657 16</inkml:trace>
  <inkml:trace contextRef="#ctx0" brushRef="#br0" timeOffset="-153130.175">4410 17392 1292 0,'0'0'6412'16,"0"0"-2339"-16,0 0-2705 0,0 0 120 16,0 0-68-16,0 0-152 0,0 0-416 15,0 0-236-15,0 0-208 0,80 3-164 0,-65-6-244 0,-6 3-160 16,-1 0-60-16,-4 0-36 0,-4 3 120 16,0 10-160-16,0 0 72 0,-4 6-12 15,-4 3 128-15,3 0 44 0,-2 0 60 16,-1-2-84-16,4-1 88 15,0-6 8-15,4-4-8 0,0 1-24 0,0-4-172 16,0-3-80-16,12-3 240 0,-5 3 36 16,14-3 472-16,-6 0-28 0,9-3-172 15,4-6-272-15,-4-1 0 0,4 1-532 16,0-4-388-16,0-1-420 0,-5 2-2668 16,5-7-5205-16</inkml:trace>
  <inkml:trace contextRef="#ctx0" brushRef="#br0" timeOffset="-152668.081">4960 17002 5432 0,'0'0'220'0,"0"0"2692"0,0 0-403 15,0 0-649-15,0 0-572 0,71-83-40 0,-54 64-404 16,-2 0-268-16,5 0-264 0,-3 3-228 0,-2 0-84 15,2 1 0-15,-2 2-48 0,5 0-40 16,-4 7-36-16,0 3 24 0,0 3 100 16,4 0 64-16,0 6 184 0,-1 10 12 0,2 6 24 0,3 3 100 15,-5 7 208-15,1 4-100 0,1 1-220 16,-6 4-88-16,-2-2-28 31,2 6-20-31,-7-5-12 0,4 2-40 0,-8-4-36 0,4 0-48 0,0-10-52 16,-5-2-48-16,2-5-44 0,-1-4-16 15,-4-8-72-15,4-5-528 16,-4-4-440-16,0 0-600 0,0-11-844 16,0-8-1685-16,0 5-3435 0,0-19 7400 15</inkml:trace>
  <inkml:trace contextRef="#ctx0" brushRef="#br0" timeOffset="-151526.171">5609 16698 3384 0,'0'0'872'0,"0"0"-364"0,0 0 4372 0,0 0-3047 16,0 0-489-16,0 0-80 0,0 0 0 15,0 0-412-15,0 0-248 0,0 0-56 0,0 0-4 16,-35 78 12-16,23-52 0 0,-1-1-40 16,-2 4-100-16,-1 6-36 0,-9 3-100 15,6 3-256-15,-9 10-24 0,0 0-184 16,-4 3 24-16,4-4 88 0,0 4 0 15,4-5-160-15,1-9-76 0,7 2-24 16,4-11-120-16,7-6-180 16,5-5-208-16,0-3-676 0,5-9-888 15,3-5-2217-15,0-3-1239 0,8-3 3284 0</inkml:trace>
  <inkml:trace contextRef="#ctx0" brushRef="#br0" timeOffset="-151215.117">5693 17230 3024 0,'0'0'224'0,"0"0"6676"0,0 0-4815 0,0 0-321 15,92-22 16-15,-73 16-204 0,5 3-536 16,-3-1-400 0,-1 4-172-1,-9 0-128-15,5 0-132 0,-7 0-84 0,2 7 24 0,-7 2-4 0,0 1 28 0,-4 6-4 16,0 3-56-16,0 4-4 0,-4 2-20 15,-4 2-80-15,1 0 4 0,-6-2-4 16,5-6 40-16,4 0-40 0,1-6 52 16,-1-7-56-16,4-3-4 15,0 1 0-15,0-4-72 0,0 0-64 0,0 2-32 16,4 3-40-16,-1-5 200 16,9 2-40-16,1-2 40 0,-2 0-128 0,6 0-436 15,-2-2-424-15,1-5 24 0,4-3-260 0,-8 0-1440 0,11-9-4273 16</inkml:trace>
  <inkml:trace contextRef="#ctx0" brushRef="#br0" timeOffset="-150686.932">6541 17091 6960 0,'0'0'1052'0,"0"0"4329"0,0 0-3909 0,0 0-364 0,0 0 232 16,0 0 140-16,0 0-360 0,97 7-412 16,-61-7-320-16,-1 0-168 0,5-7-136 15,-5-3-84-15,-3 1-4 0,5-4-104 16,-5-3-76-16,0 3-436 0,-5-2-444 0,-3-1-380 15,-4 3-2436-15,-8 0-4221 0</inkml:trace>
  <inkml:trace contextRef="#ctx0" brushRef="#br0" timeOffset="-150481.613">6702 16776 10736 0,'0'0'1953'16,"0"0"-1133"-16,0 0 408 0,0 0 324 16,19 89-344-16,-12-54-552 0,6 3-420 0,-1 0-112 15,-4 7-124-15,4-1-44 0,-4 3-116 0,-1 2 36 16,2-2-96-16,-5 1-240 0,4-4-200 16,-8 1-168-1,7-4-304-15,-3-6-620 0,1-7-1305 16,7 7-3767-16</inkml:trace>
  <inkml:trace contextRef="#ctx0" brushRef="#br0" timeOffset="-148246.228">7924 16754 2864 0,'0'0'1148'16,"0"0"4684"-16,0 0-3719 0,0 0-845 0,0 0-280 0,0 0-152 16,0 0-92-16,0 0-204 0,0 0-76 31,-79-25-28-31,62 25 36 0,2 2-76 0,-5 5-88 0,-1 3 12 16,2 3-48-16,-1 6-64 0,0 6-36 15,0 4-36-15,4 5-28 0,1 8-20 16,2 6-16-16,5-1-24 15,4-3 16-15,4 5-64 0,0-16-100 16,0 0-48-16,8-11 16 0,5-3 52 16,-6-9 72-16,5-4 16 0,1-3 32 0,-2-3 60 15,6-3 36-15,-2-10 20 0,1-6-20 0,4-6-52 16,-4-4-84-16,3-6-48 0,-2-3-136 0,-2-3-48 16,2 0 36-16,-2-4-100 15,-2-3-48-15,-2 1-112 0,2-4-36 16,-6 4 96-16,1-2 108 0,-4 2 64 0,0 3-124 15,-4 3-232-15,0-1 64 0,0 2 100 16,-4 4 240-16,-4 1-12 16,4 7 184-16,1 2 4 0,-1 7 200 0,0 7 140 15,4-1-60-15,-5 7-56 0,5 2 104 16,0 2-12-16,0 2-4 0,0 0 0 0,0 0 0 16,-4 0-76-16,4 0-88 0,0 0-100 0,0 2-48 15,0 4 4-15,0 7 92 0,0 10 88 16,4 5-24-16,1 7-72 0,-5 6 24 15,4 11-44-15,0 1-68 0,-1 4-8 16,1 10-64-16,-4-4-64 0,0 4 48 16,0 0 28-1,0-4-52-15,0-3 0 0,0-8-60 0,4-12-128 16,0-4-32-16,0-14-660 16,5-3-1204-16,-6-10-2589 0,5-6-2975 0</inkml:trace>
  <inkml:trace contextRef="#ctx0" brushRef="#br0" timeOffset="-146937.451">8180 17112 4456 0,'0'0'0'0,"0"0"428"0,0 0 3696 0,0 0-3060 16,0 0-304-16,0 68 89 0,-5-53 163 15,5 5-180-15,0-1-224 0,-4-1-188 16,4 5-68-16,-4 2-36 0,0-2-24 0,0-1-168 16,1 3 52-16,-1-3-176 15,4-6-76-15,-4-3-136 0,4 0-68 0,0-7-284 0,0-3-248 16,0-3-488-16,4 0-761 15,3-3-2039-15,-3 0-660 0</inkml:trace>
  <inkml:trace contextRef="#ctx0" brushRef="#br0" timeOffset="-146644.051">8670 16668 5244 0,'0'0'1512'0,"0"0"4593"16,0 0-4185-16,0 0-524 16,0 0-296-16,0 0-344 0,0 0-300 0,0 0-280 0,0 0-104 15,-45 74-12-15,38-43 40 16,-1 4 12-16,-1 3-40 0,2 3 16 15,3 3-16-15,0 1 16 0,0 0-16 0,4-4-68 16,0 1-4-16,4-8-112 0,0-8-48 0,3-4-36 16,6-6-96-16,2-7-252 0,6-3-16 0,-2-2-196 0,5-4-488 15,-4-4-1200-15,8-8-3157 16</inkml:trace>
  <inkml:trace contextRef="#ctx0" brushRef="#br0" timeOffset="-146170.988">8976 16763 7584 0,'0'0'272'0,"0"0"2600"0,0 0-1251 15,0 0-177-15,0 0 72 0,0 0-196 16,0 0-276-16,80 89-200 0,-60-50-144 0,-1 1-220 16,2 2-40-16,-1 3-172 0,-5-7-148 15,2-3-120-15,2-7-168 0,-6-2-16 16,2-7 12-16,-2-7-256 0,2-2-212 15,-7-7-136-15,4-3-140 0,0-3-360 16,0-7-884-16,0-8-1945 0,-4 5-2479 0,-1-22 4396 0</inkml:trace>
  <inkml:trace contextRef="#ctx0" brushRef="#br0" timeOffset="-145973.651">9351 16754 6412 0,'0'0'1004'16,"0"0"-576"-16,0 0 2781 15,0 0-1057-15,-60 83-704 0,40-52-340 0,0 7-128 0,0 1-48 16,-4 5-200-16,0-3-192 0,0 4-120 16,5-3-52-16,-5-1-140 0,-1 0-228 15,10-6-244-15,-5-1-100 0,4-2-220 16,8-6-80-16,0-7-272 0,4-6-488 16,4-4-808-16,0-6-1789 15,4 0-1415-15</inkml:trace>
  <inkml:trace contextRef="#ctx0" brushRef="#br0" timeOffset="-145790.082">9630 17087 6352 0,'0'0'404'0,"0"0"4385"0,0 0-2653 0,0 0-364 15,0 0-240-15,36 71-184 0,-33-49-472 0,5 0-176 16,-4 3-236-16,0-3-196 0,-4 1-268 15,5 3-148-15,-1-7-168 0,-1-1-516 16,1-2-252-16,0 0-416 0,-4-7-1060 0,0-2-2473 16,0-4-3255-16</inkml:trace>
  <inkml:trace contextRef="#ctx0" brushRef="#br0" timeOffset="-145441.911">9817 16938 6308 0,'0'0'2028'0,"0"0"2721"0,0 0-3753 0,0 0 216 0,0 0 308 16,96 0-132-16,-57 0-340 0,1 4-424 16,0-4-232-16,4 3-172 0,-5-3-220 15,-2 0-56-15,-5 0-52 0,0-7-164 16,-1 0-388-16,-6 2-412 0,-2-4-404 0,-7-2-1356 15,0 3-2677-15</inkml:trace>
  <inkml:trace contextRef="#ctx0" brushRef="#br0" timeOffset="-145242.575">10124 16738 8928 0,'0'0'2453'0,"0"0"-1233"0,0 0-264 15,0 0 440-15,4 77 4 0,0-46-368 0,3 7-376 16,1 1-296-16,1 5-152 0,-5 0-48 16,3 1-36-16,1 3-60 15,1-1-64-15,-2-6-304 0,5 1-552 0,1-4-300 0,2-6-844 16,-2-7-2829-16,6 10-3383 0</inkml:trace>
  <inkml:trace contextRef="#ctx0" brushRef="#br0" timeOffset="-144772.948">10901 16738 7068 0,'0'0'2892'16,"0"0"997"-16,0 0-2621 0,0 0-132 16,-84-34-364-16,60 34 652 0,4 15-364 15,-4 11-460-15,4 15-272 0,1 7 24 0,-2 11 64 16,6 6 265-16,6-5-293 16,1-6-144-16,5-7-244 0,3-8-76 15,0-11-224-15,11-9-189 0,2-9-19 0,2-8 68 0,2-2 100 0,2-6-28 16,5-10-268-16,0-9-52 0,0-3 132 15,-4-2 208-15,0-1 200 0,-4 2 60 16,-4 7 88-16,-1 3-60 0,-2 10 60 16,-5 2 136-16,0 7 36 0,0 7 164 0,3 2 208 15,-3 10-68-15,5 7-144 0,-1 2-12 32,-1 7-52-32,1 4-84 0,5 5-48 15,-6 1-4-15,1 8 100 0,1 5-12 0,-5-1-60 16,-1 7-16-16,-3-1-60 15,0-3-84-15,0-3-144 0,0-6-52 0,0-3-280 16,0-7-36-16,0-6-184 0,4-7-280 16,0-9-848-16,0-6-1220 0,-4-13-3565 0</inkml:trace>
  <inkml:trace contextRef="#ctx0" brushRef="#br0" timeOffset="-144551.737">11228 17348 8764 0,'0'0'4685'15,"0"0"-3709"-15,0 0-480 0,0 0 284 16,0 0 448 0,0 0-384-16,0 0-360 0,0 0-200 15,0 0-76-15,83 25-84 0,-75-15-24 16,-4 2 32-16,0 8-20 0,0 5-64 16,-4 3-40-16,0 4 56 0,-4-1-64 0,0 2 0 15,4-5-52-15,0-6-20 0,0-2 12 16,0-11-140-16,8 2 16 0,7-9 64 15,6-2-44-15,-1-7-388 0,8-8-368 0,0-7-484 16,-5 2-1592-16,5-18-4737 0</inkml:trace>
  <inkml:trace contextRef="#ctx0" brushRef="#br0" timeOffset="-144224.637">11554 16875 8372 0,'0'0'1036'0,"0"0"2893"0,52 86-2545 16,-28-48 0-16,4 0-244 0,-1 0-200 15,-3-7-408-15,4-2-336 0,4-6-196 16,-4-5-296-16,0-2-320 0,4-6-340 16,0-7-324-16,-4-3-856 0,-4-10-1805 15,8-15-1655-15</inkml:trace>
  <inkml:trace contextRef="#ctx0" brushRef="#br0" timeOffset="-144086.702">12052 16793 6624 0,'0'0'1028'15,"0"0"3225"-15,0 0-3393 16,-76 69-288-16,48-27 92 0,0 5 512 16,0 7-120-16,-3 3-380 0,3-2-304 0,4-2 28 15,4-6-176-15,4-5-224 0,8-14-372 16,4-5-696-16,0-7-736 0,4-7-1164 0,0-6-3141 0</inkml:trace>
  <inkml:trace contextRef="#ctx0" brushRef="#br0" timeOffset="-143836.927">12212 17049 10348 0,'0'0'3141'0,"0"0"-2225"0,0 0 44 16,0 0 856-16,0 0-540 0,0 0-672 0,0 0-396 0,0 0-60 15,0 0-112-15,0 0-36 0,51 16-4 16,-43-6 0-16,0-1 4 16,-4 7 12-16,4 1 76 0,-4-3 44 0,0 6 92 15,1-1-80-15,-2-3 112 0,1-3 52 16,0-1-28-16,0 1-220 16,0-7-60-16,8 1-96 0,0-1 20 0,3-6-32 15,2 0-528-15,7-13-296 0,-1-2-524 0,-3-1-1260 16,4-13-3253-16</inkml:trace>
  <inkml:trace contextRef="#ctx0" brushRef="#br0" timeOffset="-143609.519">12646 16662 7140 0,'0'0'624'0,"0"0"3329"15,0 0-1465-15,0 0-896 0,87 57-140 0,-67-41-176 16,0 3-392-16,-4 0-296 0,4 4-320 16,-8 2-216-16,-4 0-52 0,0 4-76 15,-4 2-108-15,-4 5-340 0,0 2-188 16,-8 3-176-16,-8 0-132 0,-3-3-248 16,-2 0-692-16,-7 0-1181 0,0-3-1975 15,4-12 48-15,-11 5 5068 0</inkml:trace>
  <inkml:trace contextRef="#ctx0" brushRef="#br0" timeOffset="-143231.584">13542 17015 4668 0,'0'0'7513'0,"0"0"-6029"0,0 0-292 0,0 0-424 15,96 19 12-15,-53-19 20 0,6 0-316 0,-6-7-276 16,1 1-208-16,0-7-112 16,-1 0-124-16,-6 1-360 15,-5-4-380-15,-9 3-1068 0,1-10-3497 0</inkml:trace>
  <inkml:trace contextRef="#ctx0" brushRef="#br0" timeOffset="-143023.423">13817 16770 6340 0,'0'0'1908'15,"0"0"2477"-15,0 0-2909 0,0 0-88 0,0 86-92 0,8-51-276 16,-4 3-144-16,8 6-360 15,-8 1-248-15,4 5 4 0,-4-1-132 16,4 1-140-16,-4 0-316 0,-4-2-396 0,3-1-352 16,2-1-696-16,-5-15-1072 0,4 7-3025 15</inkml:trace>
  <inkml:trace contextRef="#ctx0" brushRef="#br0" timeOffset="-142286.301">15036 16986 5612 0,'0'0'896'0,"0"0"68"0,0 0 2260 15,0 0-1399-15,0 0-485 0,4-76-772 0,-4 64 240 16,-8-2-252-16,4 5 72 0,-3-1-140 0,-2 4 8 16,1 3 236-16,0 3 216 15,1 0-260-15,-6 9-136 0,-2 7-176 0,-2 9-144 16,-2 11-12-16,-5 8 24 0,8 7 44 16,-4 5 41-16,4 2-37 0,0-4-132 15,8-3-112-15,4-9-48 0,0-9-76 0,4-3-68 31,4-15-24-31,12-5-88 0,4-10-37 0,0 0 13 16,12-10 60-16,-4-8-192 0,4-11-28 16,-1-2 60-16,-3-5 160 0,-4 1 100 0,-4 3 56 15,0 4-20-15,-4-1 84 0,-4 8 0 16,-4 2 4-16,-4 5 4 0,-1 9 164 16,-3 1 48-16,5 4-60 0,-5 4-72 0,0 4-80 15,0 9 56-15,0 2 72 16,4 6-88-16,0 0-40 0,0 4-8 0,4-4 0 15,-5 4-144-15,6-6-64 0,3 2-380 16,-8-3 8-16,3-6-196 0,2 0-852 16,-5-4-760-16,0-2-1489 0,0-4-2507 0</inkml:trace>
  <inkml:trace contextRef="#ctx0" brushRef="#br0" timeOffset="-141983.945">15447 17272 10528 0,'0'0'1953'16,"0"0"-917"-16,0 0 1088 16,0 0-172-16,0 0-608 0,0 0-692 0,79 0-260 15,-71 0-48-15,-3 0-140 0,-1 3-68 16,-4 3-16-16,0 4 28 0,0 5 84 16,-9 2-28-16,1 5-128 0,0 0-76 15,1 0-76-15,-2-3 68 0,9 0-100 16,0 1-24-16,0-5 20 0,9 2 16 0,2-5 96 15,6 1 4-15,-6 0 4 0,5-4 52 0,-4 1-60 16,0-4 100-16,0 0-16 0,-8 0-24 16,0 1-60-16,-4-1-12 0,0 4-72 15,0 2 8-15,-8 4-140 0,-4 0-348 0,-7 0-108 16,-2 1 108-16,1-9-100 16,5 2-428-16,-2-7-1520 0,-7-3-3437 15</inkml:trace>
  <inkml:trace contextRef="#ctx0" brushRef="#br0" timeOffset="-141454.345">16132 16862 7628 0,'0'0'648'0,"0"0"3297"0,0 0-2693 0,0 0 144 0,0 0-48 16,0 0 48-16,84 57-308 16,-65-22-204-16,6 4-148 0,-5 2-200 15,-5 4-124-15,-2-5-168 0,-2-1-36 0,1-11-208 16,0 1-12-16,0-7-136 0,0-7-32 16,-4-2-248-16,4-3-108 15,-1-6-172 1,-2-4-228-16,3 0-436 0,0-11-1060 0,-8 2-2209 15,8-13-3291-15</inkml:trace>
  <inkml:trace contextRef="#ctx0" brushRef="#br0" timeOffset="-141312.323">16510 16834 8748 0,'0'0'996'0,"0"0"2929"0,0 0-3061 0,-84 95-248 0,49-54 88 15,-1 7 216-15,4 2-200 0,-4 1-284 0,9 3-228 16,-1-6-132-1,3-7-76-15,10-3-396 0,6-7-364 16,2-8-544-16,7-7-744 0,0-6-2313 0,7-4-3279 16</inkml:trace>
  <inkml:trace contextRef="#ctx0" brushRef="#br0" timeOffset="-141035.905">16662 17167 10904 0,'0'0'2413'16,"0"0"-1133"-16,0 0-208 0,0 0 432 15,0 0-424-15,0 0-540 0,0 0-316 16,0 0-224-16,0 0-52 16,0 0 52-16,60 25 40 0,-60-12 44 15,0 3-20-15,-4-3-60 0,0 0 56 16,0-1 88-16,4-3 24 0,-5 2-80 16,5-3-92-16,0 3-72 0,9 1-28 0,3-3 16 15,-1 3 76-15,6 2-4 16,-1-5-40-16,-4 4 4 0,-1-4-12 0,-7 4-64 15,1 3-268-15,-5 0 180 0,-13 3 88 0,2 3-232 16,-10-3-300-16,6 0-168 0,-5-2-408 16,-1-8-936-16,14 1-2297 0,-5-10-3283 0</inkml:trace>
  <inkml:trace contextRef="#ctx0" brushRef="#br0" timeOffset="-140752.794">17403 17202 3452 0,'0'0'8205'0,"0"0"-5713"16,0 0-1056-16,76 9-68 0,-44-9-128 0,4 0-412 0,-4 0-324 16,7-9-188-16,1-1-240 15,0-2-76-15,4-7-112 0,-5-4-500 0,-2-3-436 16,-2-2-468-16,-15 9-1336 0,0-9-3597 0</inkml:trace>
  <inkml:trace contextRef="#ctx0" brushRef="#br0" timeOffset="-140568.662">17634 16995 11145 0,'0'0'2296'0,"0"0"-1104"0,-8 70-308 0,8-37 620 16,0 0-44-16,0 3-280 16,0-4-444-16,0-1-296 0,4-5-308 0,0-1-132 0,4-2-452 15,4-4-256-15,0 0-312 16,4-3-352-16,4-7-580 0,-5-3-1936 15,17-3-3893-15</inkml:trace>
  <inkml:trace contextRef="#ctx0" brushRef="#br0" timeOffset="-140383.733">18750 17234 6200 0,'0'0'5937'15,"0"0"-3909"-15,0 0-792 0,0 0-216 0,0 0 224 0,0 0-500 16,0 0-744-16,0 0-100 16,0 0-308-16,0 0-124 0,75-17-204 15,-43 2-356-15,-8 5-920 0,16-9-2733 0</inkml:trace>
  <inkml:trace contextRef="#ctx0" brushRef="#br0" timeOffset="-140235.037">19255 17123 2944 0,'0'0'8661'0,"0"0"-6525"0,0 0-808 0,0 0 108 0,0 0 8 0,0 0-496 16,0 0-604-16,0 0-344 15,81-42-256-15,-62 33-224 0,5-4-288 0,0 6-376 0,0 2-656 32,0-2-988-32,3 4-1301 0,6 0-271 15,-1-1 1164-15</inkml:trace>
  <inkml:trace contextRef="#ctx0" brushRef="#br0" timeOffset="-140121.983">19714 17037 352 0,'0'0'4552'0,"0"0"-1796"0,0 0-512 16,0 0-763-16,0 0-569 0,0 0-116 0,0 0-264 15,103 31-72-15,-66-31-212 0,2 0-248 16,5-6-1196-16,-13 0-1653 0,22-3-4023 16</inkml:trace>
  <inkml:trace contextRef="#ctx0" brushRef="#br0" timeOffset="-139717.628">20981 17075 6036 0,'0'0'116'15,"0"0"3972"-15,0 0-2287 0,0 0-317 16,84 0-240-16,-56 0-88 0,0-3-64 0,0-1-312 16,-5 4-248-16,1 0-248 0,0 0-160 15,0 0-120 1,0 0-4-16,8 0-60 0,-4 0-28 0,-1 0-172 16,1-3-356-16,-4 0-268 0,0 0-132 15,-8-4-360-15,4-2-60 16,-9 3-1325-16,10-10-3667 0</inkml:trace>
  <inkml:trace contextRef="#ctx0" brushRef="#br0" timeOffset="-139519.678">21268 16818 9640 0,'0'0'2229'0,"0"0"-869"0,0 0-104 0,0 75 144 0,0-37-248 15,0 7-504-15,0 0-364 0,0 6-64 0,0-4 64 16,0 4-36-16,4-6-152 0,4-1-96 0,-1-3-136 16,6-3-444-16,-1-3-188 0,8-6-584 15,-9-14-1216-15,14-2-2737 0</inkml:trace>
  <inkml:trace contextRef="#ctx0" brushRef="#br0" timeOffset="-138933.956">22526 16824 3160 0,'0'0'1148'0,"0"0"-472"0,0 0-232 0,0 0-184 16,0 0 276-16,0 0 528 0,0 0 1904 0,-79-31-1215 31,67 31-745-31,0 0-88 0,1 9-48 16,-6 10-88-16,2 9-68 0,-6 10-28 0,-3 13-32 15,0 10-84-15,-3 8-104 0,-1 5-64 16,0-5 172-16,4-1 112 0,8-16-324 16,8-10-212-16,8-13-152 0,0-10-292 0,13-10-212 15,10-9-8-15,1-3 156 16,8-12 72-16,7-11 64 0,6-9-64 0,-2-4-100 15,1-5 52-15,0 0-40 0,0 0 108 0,-8 2 116 0,-4 4 12 16,-4 0 0 0,-9 6-40-16,-6 1 40 0,-6 5 136 15,-3 4 136-15,-4 9 276 0,0 4 260 16,0 6 156-16,0 3-336 16,0 3-148-16,-4 6-136 0,4 11-200 0,-4 5 164 15,4 7 72-15,-3 2 40 16,3 8-4-16,0-2-36 0,0 2-12 0,0 2-208 15,0-5-24-15,0-4-328 0,7-3-308 0,5-7-260 16,0-3-276-16,4-6-1024 0,0-3-2741 16,4-4-4163-16</inkml:trace>
  <inkml:trace contextRef="#ctx0" brushRef="#br0" timeOffset="-138076.951">23033 17364 964 0,'0'0'4276'16,"0"0"-3324"-16,0 0-172 0,0 0 1788 15,0 0-27-15,0 0-933 0,0 0-392 0,0 0-172 0,0 0-176 16,0 0-308-16,20-26-300 0,-20 26-72 15,0 0 72-15,0 0-16 0,0 4-68 16,0 2-28-16,0 7-52 0,-9 6-8 16,2 3-4-16,-1 0 52 0,-1 3 12 15,-2-2-24-15,3-1-52 16,-4-4-72-16,4-1-60 0,0-4-28 16,0-4-20-16,5-2 20 0,3-7 28 15,0 3-140-15,0-3-280 0,3-7 36 16,5-2 96-16,8-7 236 0,0-9 108 0,8 0-8 15,0-5 12-15,-5 5 8 0,2 3 68 16,-2 3-72-16,-3 9 84 0,-4 4-28 16,1 3-8-16,-6 3-44 0,1 0 76 0,1 6 80 0,-5 7-44 15,3-1-44-15,-3 5 24 0,-4-5-100 16,4 1 0-16,0-1-52 16,0 1-20-16,-4-3 8 0,5-1-180 0,-5 1-476 15,3-1-372-15,-3-3-648 0,0 0-864 16,0 1-1653-16,0-7-1687 15</inkml:trace>
  <inkml:trace contextRef="#ctx0" brushRef="#br0" timeOffset="-137880.963">23607 16767 8452 0,'0'0'1036'16,"0"0"1709"-16,0 0-829 0,0 0-304 0,12 67-256 15,-9-39-180-15,5 3-300 0,1 5-104 16,-1-1-112-16,7 3-124 0,1-3-244 16,0-7-292-16,8 0-56 0,0-4-260 0,4-6-412 15,0-5-92-15,0-7-128 16,8-6-540-16,-1-6-924 0,-7-4-2445 16,4-18-2715-16</inkml:trace>
  <inkml:trace contextRef="#ctx0" brushRef="#br0" timeOffset="-137722.215">24036 16758 9292 0,'0'0'2989'0,"0"0"-317"0,-90 50-1604 16,49-15-436-16,-10 13 52 0,-1 6 292 15,0 3-260-15,-4 6-224 16,5-2-88-16,6-1-28 0,2-6-68 16,7-7-308-16,8-5-64 0,8-7-496 0,12-7-288 0,4-8-260 0,4-8-656 15,0-2-944-15,20-10-2457 0</inkml:trace>
  <inkml:trace contextRef="#ctx0" brushRef="#br0" timeOffset="-137435.494">24144 17091 11341 0,'0'0'2456'16,"0"0"-1544"-16,0 0-4 0,0 0 656 0,0 73-100 15,-7-48-360-15,-2 3-284 0,-3 2-200 16,5-5-268-16,7-6-212 0,0 0-140 15,0-10-120-15,11 1-36 0,6-8 116 0,7-2 40 0,8-8 0 16,7-11-52-16,9-6-20 0,0-2-12 16,4-1-4-16,-1-1 16 0,-3 7 72 15,-4 3 40-15,-4 7-40 0,-8 8 0 16,-9 4 0-16,-6 0 4 0,-6 7 152 16,-7 9 0-16,-4-1 28 0,0 11-144 0,-12-1-40 15,1 4-8 1,-6-1-52-16,-3 5-196 0,-3-2-524 15,3 1-444-15,-4-4-628 0,4-6-2472 0,-16 10-4069 16</inkml:trace>
  <inkml:trace contextRef="#ctx0" brushRef="#br1" timeOffset="-132074.147">16179 16446 1836 0,'0'0'352'15,"0"0"-352"-15,0 0 2608 0,0 0 304 0,0 0-1032 16,0 0-471-16,0 0 119 15,0 0 28-15,0 0-80 0,0 0-172 0,-3-31-232 16,3 37-160-16,-8 0-40 0,4 7-80 16,-4 3-328-16,3 9-112 0,2 6 12 15,3 5 53-15,0 9 19 0,0-1-36 16,0 6-136-16,8 5-96 0,0-1-92 16,0-1-72-16,-1-2-4 0,2-6-64 0,-1-7 60 15,3-6 0-15,-2-10-52 0,3-3-40 0,-1-10 12 16,2-2-24-16,-2-4-88 0,6-3 28 15,2-13 84-15,1-2-196 0,1-11-12 16,2-6 51-16,-3-6-51 0,8-1 48 16,-8-5 12-16,3 3 76 0,-6 3-16 15,-6-3 112-15,2 5 56 0,-5 3-60 0,-4-3-20 16,-4 11 8-16,3 5 76 0,-3 8 108 16,0 6-8-1,0 6-28-15,0 0 48 0,0 13 40 16,0 2 156-16,4 11-48 0,-4 2-24 15,0 10-135-15,0 4-25 0,0 2-8 16,0 7 56-16,0 3-12 0,0 0 88 16,0 6-112-16,0-3-84 0,0 4 48 0,0 2-52 0,0-2 0 0,0-2-8 15,0 2 4 1,0-4-4-16,0-6-60 0,4-3 56 0,0-7 4 16,1-3-72-16,-1-3 68 0,-4-7 4 15,4-6 8-15,-4-3 36 0,0-2-44 16,-8-4-4-16,-1-7 4 0,1 0-4 0,-3-3 4 15,-6 0 72-15,2-3 72 0,-1 0-68 16,-4-6-76-16,0 0-108 0,-4-7-180 16,-4 1-64-16,-4-4 72 0,0-4-25 0,0 1 25 31,1 0-60-31,3-3 120 0,3 3-12 0,10 3-12 16,2-3 48-16,6 3-84 0,3 1-100 15,4 2-160-15,0-4-236 0,4 5-332 16,8-1-232-16,0-3-444 0,3 0-424 0,-2 4-2505 15,11-10-1703-15</inkml:trace>
  <inkml:trace contextRef="#ctx0" brushRef="#br1" timeOffset="-130930.528">23654 16687 92 0,'0'0'7780'0,"0"0"-4932"0,0 0-819 0,0 0-185 16,0 0 60-16,0 0 32 0,0 0-388 0,4 96-412 16,-4-49-383-16,-8 7-197 0,1 7-132 15,-2-4 96-15,1-3-132 0,8-6-232 16,0-10-156-16,8-7 0 0,8-12-120 0,5-6 36 16,6-10-36-1,6-3-24-15,2-6-52 0,1-13-44 0,3-6-64 16,1-4 0-16,1-7 40 0,-10-1 8 15,1-1-73-15,-4 0 73 0,0 0 88 0,-9 2 20 16,2 2-72-16,-10 5 148 16,2 4 4-16,-9 6 68 0,0 9 4 0,-4 7 204 0,0 3 120 31,0 10 108-31,0 5-143 0,0 11 47 0,0 5-220 16,0 5 16-16,0 8-28 0,-8 3 120 15,-1 5-68-15,1 1-16 0,-3 5-60 0,-2-1-84 16,-2 3 36-16,-5 3-44 15,4-2 8-15,-4-1 0 0,0-2 48 16,0-2 12-16,4-8 28 0,1-1-28 0,2-5-60 0,1-7-36 16,1-10 36-16,2-3 60 0,-2-12-56 15,-1-4 32-15,-1-6-36 0,-2 0-160 16,-5-9 52-16,-1-4-120 0,2-6 8 16,-5-3-20-16,0-4-4 0,-4-6 64 15,-4 1-88-15,0-4-13 0,-7 3 13 16,3-3 88-16,-4 7 32 0,4 0-108 0,4 2-120 15,4 1-592-15,5 2-608 0,3 1-560 0,3 6-600 0,2-3-1549 32,7 6-1747-32,-1-3 3532 0</inkml:trace>
  <inkml:trace contextRef="#ctx0" brushRef="#br1" timeOffset="-128955.403">8889 16519 2540 0,'0'0'52'16,"0"0"444"-1,0 0 1340-15,0 0 1404 0,0 0-1868 0,0 0-648 16,-84 70-196-16,68-51 129 0,0 3-461 16,-4 0-68-16,4 5 128 0,0-2 52 15,1 2-40-15,2 3 204 0,1-2-228 0,5 4 200 16,-2-1-152-16,5 4 12 0,0 4 12 15,0-4 0-15,1 3 0 16,-1 0-40-16,4 0 28 0,0-1-168 0,0 2-48 0,0-1 8 0,0-3-88 16,0 0 76-16,7-1 40 0,1-1-116 31,5-1 44-31,2-4-48 0,2 3 8 0,6-1 52 0,1-5-64 0,0 1-4 16,4-1-72-16,4 0-12 0,0-3 40 15,3 0-144-15,1 0 40 0,0-2-24 0,0 2-100 16,4-3 124-16,3-3-60 0,2-1 160 31,2-2 52-31,5-1-252 0,8-1 24 0,7-5 88 16,5 0 132-16,8-6-156 0,8 0 112 15,11 0-60-15,4-3-104 0,5-3 88 16,8-3 64-16,4-4 52 0,3 0-240 0,1 1-108 16,3-5 28-16,4 1 28 15,5 0-148-15,7-3 96 0,1 1 148 0,4-5-36 16,2 1-24-16,2-3 19 0,3-5 97 15,5 2 48-15,3 0 100 0,0-1-228 16,1-3 152-16,-4-2 16 0,-5 2 64 16,-4-4 4-16,-12 2 256 0,-3-1 48 0,-4 0-88 15,-9 0 13-15,-3-7-13 0,-9 5-92 16,-3-8-128-16,-9 4-244 16,-7-6-197-16,-8-2 93 0,-13 2-52 15,-15 0 272-15,-9-1 24 0,-19 3 64 0,-15 4 40 0,-13 0 196 16,-4 3 292-16,-16 3 353 0,-8-4-73 0,-12 6-100 15,1-6-108-15,-13 1-100 0,0-3-104 16,-8 3-292-16,-4 2-64 16,-7-2-76-16,-2 4-28 15,-6-1 104-15,-9 3 0 0,1 7 76 16,-9 0 116-16,-7 1 72 0,-1 6-84 16,-4 2-176-16,-7 3 184 0,-5 1-124 15,0 2-64-15,-3 1-4 0,-4-1 4 0,-1 1 0 16,1 2 0-16,-4 0 40 0,-2 5 64 15,-2 2 60-15,0 0 48 0,3 6-36 16,-3 7 24-16,0 5-100 0,-1 2-40 0,1 2-56 0,-1 3 0 16,-3 3 96-16,8 5-88 0,-2 2 156 15,6 0-104-15,7-1-16 16,9 1 52-16,7-2-100 0,5-2 0 0,15-6-4 0,9-3-56 16,11-2 60-16,20-5-52 15,12-5 4-15,12-1-132 0,12-6-272 16,8 1-568-16,16-4-1132 0,-4 0-2305 0,20 3-2107 0</inkml:trace>
  <inkml:trace contextRef="#ctx0" brushRef="#br1" timeOffset="-128190.671">9916 15366 5660 0,'0'0'832'0,"0"0"3524"0,0 0-2939 0,0 0-217 16,0 0 484-16,0 0-212 0,36 96-104 16,-23-51-492-16,-6 9-276 0,5 6-144 0,1 6-92 15,-2-2-192-15,1 0-172 0,4-11-48 16,4-12-76-16,0-8 76 16,0-14-12-16,-1-7-160 0,5-8 0 0,-3-4-12 0,3-10-124 15,-1-3-100-15,1-12-224 16,0-4-164-1,-4-9-220-15,0-3-116 0,0-1 736 16,-8 1 100-16,4 1 284 0,-5 1 60 16,-3 1 8-16,-8 8 116 0,0 2-60 0,0 6 268 0,-11 4 96 15,3 2-188-15,0 6 212 0,3 4 40 0,2 2-68 16,-1 4-148-16,4 6 160 0,-4 8-76 16,4 5 160-16,0 6-164 15,0 3-96-15,4 8-4 0,3 1 164 0,2 9 44 16,-1 0-148-16,-1 6-144 0,1 1-60 15,5-2-64-15,-6 3-48 16,1-6-208-16,1-1 124 0,-1-5-16 0,-5-4 16 16,5 0-16-16,-8-7 4 0,0 1 88 0,0-3-104 15,-4-7-84-15,-3 1-108 16,-1-8 56-16,-5-3 16 0,2-1-4 0,-6-5-8 0,2 0-40 16,-1-4-28-16,0-2-184 15,-4 0 12-15,1-5-272 0,2-8-260 0,-3 1-544 16,1-4-268-16,2-1-393 0,9 5-231 15,1-10-1956-15</inkml:trace>
  <inkml:trace contextRef="#ctx0" brushRef="#br1" timeOffset="-127892.133">10873 16008 1044 0,'0'0'9484'16,"0"0"-7135"-16,0 0-709 0,91-6-28 15,-67 6-224-15,-4 0-372 0,0 0-720 16,-4 0-212-16,-4 3-36 0,-4 7-32 16,-4 2-12-16,-4 4 56 0,0 3 64 15,0 6 20-15,-12 4-44 0,0 3-12 0,-4 3 44 16,1 3 76-1,-2-3 76-15,2-4 128 0,6-2 164 16,5-10-248-16,4-3-252 0,0-6-76 0,13-8-208 16,6-2-72-16,9-2-24 15,8-11-184-15,-1-6-308 0,6-6-892 16,-13 5-2612-16,8-15-3325 0</inkml:trace>
  <inkml:trace contextRef="#ctx0" brushRef="#br1" timeOffset="-126968.313">5136 16351 4836 0,'0'0'1200'0,"0"0"320"0,0 0 1216 16,0 0-1203-16,-64 82-841 0,47-53 240 0,6 7-196 16,-2 1-368-16,2 1-368 15,-6 4 0-15,6 2 1196 0,-5 3-676 16,4 8-296-16,0-1-112 0,0 10 88 15,8-1-12-15,0 10-40 0,4 3 0 0,0 0-72 16,4 4 60-16,4-4 160 16,4-4 200-16,3-5-224 0,10-3 0 0,-1-10-192 15,4-10-80-15,4-6-72 0,7-6 72 16,6-9 112-16,2-9 36 0,9-3-148 0,0-5 4 16,0-6 4-16,3-6-16 0,1-7-88 15,-1-6-188-15,6-10 24 0,-6-5 4 0,0-8 56 16,1-5-72-16,-4-7-148 0,-4-3-128 15,-4-4-196-15,-4-2-260 16,-8-1-48-16,-4-3 72 0,-1 1 328 16,-10-1 24-16,-6-3-92 0,-7 4-365 0,-3-1-211 15,-10 0-456-15,-11 4 152 0,-8 2 648 16,-11 7 952-16,-5 6-132 0,-8 4 604 0,-8 9-472 16,1 7 388-16,-5 5-388 15,-4 8-88-15,5 8 8 0,10 4-1248 16,-14 6-864-1</inkml:trace>
  <inkml:trace contextRef="#ctx0" brushRef="#br1" timeOffset="-126388.205">5059 15516 5380 0,'0'0'4200'0,"0"0"-2755"0,0 0-337 0,0 0 396 0,0 0 68 15,0 0-276-15,0 0-436 0,21 89-228 16,-18-48-112-16,5 6-128 0,1 4-96 16,2 1-136-16,1-8-160 0,1-5-80 15,-2-12-152-15,9-7 160 0,-4-8 68 0,4-8-244 16,4-4-172-16,-1-13-112 16,1-7 48-16,4-8-288 15,-3-7-8-15,-1-6-164 0,0-1 148 0,-5 2 160 16,-2-2 240-16,-6 4 228 0,1 0-76 0,-4 6 28 15,0 3 216-15,-8 4 12 0,0 10 448 16,0 2 268-16,0 6 84 0,0 4-76 0,0 3-208 0,0 0-104 16,0 3 8-16,0 4-20 0,0 6-288 0,0 2-24 15,4 10 260 1,0 4 24-16,8 6 220 0,-4 3-48 0,4 7-324 0,0-5-172 16,0 8-44-16,-1-6-16 0,2 2-4 15,-9-3 4-15,3-3 0 0,-7-2 12 16,0-1 36-1,0-7-44-15,-3 1-4 0,-5-8-208 16,0-2-100-16,-8-2-12 0,4-8-76 0,-4 1-88 16,0-4-36-16,4-4-64 15,-4-2-36-15,4 0-108 0,0-2-348 0,-4-4 200 16,0-7-340-16,5-3-909 0,2 3-1799 16,1-6-2071-16</inkml:trace>
  <inkml:trace contextRef="#ctx0" brushRef="#br1" timeOffset="-126203.544">5987 15843 5868 0,'0'0'1700'16,"0"0"4153"-16,0 0-4329 0,5 88-668 0,-10-52-288 15,2-1-544-15,-1 3-24 0,4 3-392 16,-4-3-916-16,4-6-1884 0,-4 15-7345 0</inkml:trace>
  <inkml:trace contextRef="#ctx0" brushRef="#br1" timeOffset="-119016.959">3753 16545 2784 0,'0'0'2344'15,"0"0"-2212"-15,0 0 1560 0,0 0 1316 0,0 0-1511 16,0 0-933-16,0 0-116 15,-76 66 140-15,60-47-16 0,0 0-76 0,0 4-180 16,-4 3-60-16,9-1-104 0,-6 0 36 16,6 3-48-16,3 4-132 15,4 3 0-15,-1 1-8 0,5 8-12 0,0 0 8 16,9 4-124-16,2 5 116 0,1-2-96 0,8 3 108 16,0 3 112-16,0 0-36 15,4 1-16-15,4-4-60 16,4 3-52-16,0-1-12 0,3 2 16 0,-3-1-4 0,9-3-12 15,-6 3 4-15,1-3 48 16,4 1-164-16,0-4-12 0,0 2 8 0,3-5 104 0,-2-4-124 16,2-3-156-16,0-6-80 0,-2-3 284 0,-1-10-40 15,-1-3-100-15,2-9-376 0,-2-4 296 16,1-6 0-16,-5-3 192 0,6-10 11 16,-1-6 169-16,-5-6 104 15,5-4 125-15,-8-3 3 0,-1-1 80 16,-3-9 8-1,0 0 104-15,-7-5-16 0,3-4-24 0,-9 0-244 0,-2-6-128 16,-2 3-12-16,-7-7-72 0,4 4-184 16,-8-4-280-16,0-2 112 15,-4 0 116-15,-4 0 76 0,-3-4-164 0,-9 0 59 16,-1-3 65-16,-3 0 80 0,1-3-4 16,-5 4 144-16,0-1 48 0,-4 3-4 0,0 9-500 15,-7 8-36-15,-2 3-104 0,-2 9 648 0,-5 5 92 16,0 5 152-16,0 5 340 0,1 2 12 15,-5 4 112-15,0 2-203 0,4 2-93 16,0 0-232-16,1 1-52 0,-1 6-128 0,-1-1-268 16,2 4-276-16,-5 3-125 0,1 3 9 15,-5 13-104-15,4 6-844 0,8 0-344 16,-16 22-2548 0</inkml:trace>
  <inkml:trace contextRef="#ctx0" brushRef="#br1" timeOffset="-116850.191">21332 10989 3788 0,'0'0'8005'15,"0"0"-6381"-15,0 0-416 0,0 0-76 16,0 0 124-16,0 0 132 0,0 0-292 16,0 0-252-16,0 0-200 0,0 0-84 0,0 0-99 15,0 0 15-15,0 0-28 32,0 0-76-32,0 0-116 0,4 0 8 15,-4 0-80-15,0 0-28 0,7 0-24 0,5 3-12 0,12 0-24 16,4 1-36-16,8-2-48 0,8 1 28 0,3-3-40 15,6 0 0-15,-1 0-12 0,8-5-60 16,-2-2-12-16,7-3 12 16,3 0-36-16,-5-3-12 0,1 1-24 0,-8-1-52 0,0 1 28 15,-5 2 72-15,-7-2 24 0,-4 5-64 16,-4-3-56-16,-8 8-48 0,-4-5-64 0,-9 4-120 16,-2 0-137-16,-6 3-47 0,-3-3-308 15,-4 3-544-15,0 0-672 0,0 0-936 16,-7 0-3041-16</inkml:trace>
  <inkml:trace contextRef="#ctx0" brushRef="#br1" timeOffset="-113376.242">24782 16643 7020 0,'0'0'352'0,"0"0"3901"0,0 0-3189 0,0 0-132 0,0 0-16 15,0 0 144-15,0 0-192 0,0 0-148 16,0 0 52-16,0 0-32 0,0 0-4 16,79-57-148-16,-58 44-52 0,-1 1 4 15,3-1-104-15,1-4-95 0,4 2-25 16,4-3-12-16,4-1-52 0,8-8-20 16,3-1-88-16,5 0-72 0,1-5-72 15,2 1-4-15,0 1-176 0,5-1 20 0,-4 4 40 16,-4-1 24-16,0 1-12 15,-8 6-148 1,-1-1-181-16,-11 4-87 0,-4 4 12 0,-4 2-12 0,-3 3-36 16,-10 1-80-16,-3 5-60 0,-4-2-80 15,0 6-16-15,-4-3-72 0,0 3-252 0,0 0-464 0,-8 3-572 0,0 0-1833 32,-12 11-2639-32</inkml:trace>
  <inkml:trace contextRef="#ctx0" brushRef="#br1" timeOffset="-112191.022">24889 16802 6808 0,'0'0'2052'15,"0"0"-812"-15,0 0-359 0,0 0 415 16,0 0 8-16,0 0-316 0,0 0-192 0,96-54 8 16,-80 41 24-16,4 4 16 15,-4 2-192 1,-4 0-168-16,0-1-156 0,3 2-56 16,2-5-28-16,2 3 0 0,5-9 28 15,8-5-40-15,4-3-88 0,8-4-72 0,7-9-72 16,9-4-104-16,5-2 104 0,-1-3-96 15,3-1-28-15,4 0 28 0,-3 1 96 16,1 2-76-16,-2 1 68 0,1 6 0 16,-5-1-100-16,-7 5 20 0,-5 2-80 0,-6 7-16 15,-10 2-36-15,-7 4 84 0,-3 2 72 0,-6 9 52 16,-7-2-160-16,-4 3-24 0,-4 2 36 16,-4 5 0-16,0-3-136 0,0 3-248 15,0 0-152-15,-4 0-280 0,-4 0-648 0,-8 0-516 16,8 0-2065-16,-16 0-2451 15</inkml:trace>
  <inkml:trace contextRef="#ctx0" brushRef="#br1" timeOffset="-111875.026">25591 15779 7960 0,'0'0'5221'0,"0"0"-4077"0,0 0-740 0,0 0 492 16,0 0 632-16,84 0-560 0,-56 4-388 15,4-4-200-15,3 0-120 0,5 3-40 0,3-3 0 16,5 5-112-16,1 2-32 0,2 3-76 16,1 6-60-16,-5 3-76 15,-2 3-108-15,-10 6-100 0,-7 2 84 0,-4 1 4 16,-8 4-68-16,-7 0 228 0,-9 0 8 15,0 4 40-15,-9-6-28 0,-3 6 64 16,-8-4-112-16,1 3 52 0,-2-2-16 16,-3-5 24-16,0 1-256 15,-4-4-216-15,9-2-156 16,-5-4-112-16,8-7-432 0,4-2-1104 16,0-7-2869-16</inkml:trace>
  <inkml:trace contextRef="#ctx0" brushRef="#br1" timeOffset="-111336.713">26539 14421 7688 0,'0'0'3056'16,"0"0"-1271"-16,0 0-1005 0,0 0 604 15,0 0 392-15,0 0-632 0,-84 60-428 16,73-32-172-16,-6 10-76 0,6 10 180 16,-2 3 36-16,2 12-256 0,-1 0-176 0,3 8-56 15,2-7-76 1,3-10-120-16,4-7-60 0,4-15-220 0,7-13-204 0,6-10-56 16,11-9-132-16,0-6 48 0,7-10-152 15,5-12-476-15,4-7-1036 0,0-7-1529 0,-16 8-891 16,7-11-64-16</inkml:trace>
  <inkml:trace contextRef="#ctx0" brushRef="#br1" timeOffset="-111073.642">26742 14700 5396 0,'0'0'3172'0,"0"0"-767"0,0 0-389 0,0 0-248 0,0 0-400 0,0 0-676 15,0 0-108-15,0 0-124 0,-8 86 84 16,12-61 144-16,0-6-72 0,5-6-276 16,2-4-156-16,-3-6-184 15,8-3-60-15,0-3-100 0,0-9-60 0,0-4-160 16,0-6-172-16,-1-3-64 15,-2-5 44-15,-2-1 64 0,2 2-100 0,-5-3 76 0,-4 4 196 0,-4 3 192 32,0 0 144-32,0 1 276 0,-12 3 280 15,-1 5 116-15,-2 7-52 16,-1 2 0-16,0 7-52 0,0 3-100 0,0 10-236 0,0 6-72 16,1 4-88-16,2 2-16 15,1 3-56-15,4-6-184 0,4-3-96 16,4-6-484-16,0-1-336 0,9-8-348 0,2-4-256 0,6-4-232 15,-6-5-1025-15,13-13-2163 0</inkml:trace>
  <inkml:trace contextRef="#ctx0" brushRef="#br1" timeOffset="-110804.687">27005 14471 4136 0,'0'0'5032'0,"0"0"-2807"0,0 0-457 16,0 0-184-16,0 0-136 0,21 87-272 0,-21-62-296 15,3 0-152-15,-3-3-44 0,0-6-400 0,0-3-284 31,0-4-76-31,0-5-92 0,4-2 8 16,0-2-136-16,4 0 112 0,0-6 100 16,4-3 20-16,0-4 52 0,4-3-72 0,0 0-4 0,-4 0-72 15,4 4 60-15,-9 5-60 16,6 5-100-16,-6 2 260 0,-3 12 112 0,0 4 272 16,-4 6-176-16,0 6 40 0,0 1-88 15,0 1-76-15,4-5 52 16,1-4-136-16,3-2-160 0,3-9-84 15,6-3-300-15,-2-7-372 16,9-13-192-16,4-10-464 0,-8 2-1208 0,12-28-3669 0</inkml:trace>
  <inkml:trace contextRef="#ctx0" brushRef="#br1" timeOffset="-110588.583">27483 13884 6776 0,'0'0'5269'0,"0"0"-3277"0,0 0-188 0,12 86-4 15,-8-38-292 1,-4 5-296-16,4 11-228 0,-4 3-83 16,4 2-197-16,-4-1-420 0,0-2-284 15,0-3-120-15,0-13-148 0,0-8-180 16,0-11 112-16,8-11 7 0,-3-4-63 16,2-10-192-16,-3-3 36 0,0-3-16 15,0-3-416-15,0-9-220 0,-4-7-840 16,0 3-1868-16,0-17-2049 0</inkml:trace>
  <inkml:trace contextRef="#ctx0" brushRef="#br1" timeOffset="-110438.534">27252 14297 8988 0,'0'0'2545'0,"0"0"-461"0,0 0-552 0,0 0-308 0,0 0-600 16,0 0-176-16,0 0 416 0,84-16-172 16,-40 12-336-16,-5 1-172 0,6 0-76 0,-10 0-108 15,1-6-72 1,0 2-64-16,-4-2-132 0,-4-1-484 0,0-2-376 15,-4 2-852-15,-13 1-3041 0,9-4-4587 16</inkml:trace>
  <inkml:trace contextRef="#ctx0" brushRef="#br1" timeOffset="-110202.865">27842 14322 11401 0,'0'0'2416'0,"0"0"-860"0,0 0 484 0,0 0-152 16,-4 80-772-16,4-58-604 0,0-3-244 0,0 3-136 15,-4-3-56-15,4 0-64 0,-4 0-12 16,0-2-44-16,0-3 32 16,0-3-72-16,4-5 84 0,-4-4 0 0,4-2 96 0,0 0 16 15,0 0 44-15,4-6-56 16,0-2-100-16,4-9-64 0,8-8-128 16,-4-4-4-16,8-6 16 0,0-3-52 0,-1-4-268 15,1 5-160-15,1 2-164 16,-2 0-212-16,-3 6-420 15,5 7-740-15,-6 3-792 0,1 10-1517 16,0 6-967-16</inkml:trace>
  <inkml:trace contextRef="#ctx0" brushRef="#br1" timeOffset="-109401.198">28467 14240 4712 0,'0'0'2536'0,"0"0"-704"0,0 0-88 0,0 0 117 0,0 0 11 15,0 0-800-15,-75 31-56 0,55 1 56 16,0 6-48-16,-4 10-140 0,8-1-236 16,0 4-136-16,9-10-156 0,-2-3-164 0,5-9-68 15,4-10-124-15,4-6-12 16,5-7-172-16,2-6-48 0,9 0 40 15,0-6 56-15,4-7-240 0,0-10-80 0,-5-2 80 16,2-2 188-16,-5 0-68 0,-1-1 84 16,-7 3-12-16,5 6 60 15,-6 0 124-15,-3 6 40 0,-4 7-28 0,4 2 188 16,-4 4 32-16,0 0 0 0,0 4-48 0,0 8-120 16,0 1 120-16,0 6 108 0,0 3-108 31,0 3-60-31,0-2-124 0,4-7-76 0,5-4-108 15,-2-3 0-15,1-4-232 0,8-5-76 16,-4 0 52-16,4-7-104 0,4-5-612 16,0-5-996-16,-5 4-1873 0,6-12-2171 15</inkml:trace>
  <inkml:trace contextRef="#ctx0" brushRef="#br1" timeOffset="-108652.283">29002 14303 9140 0,'0'0'2645'31,"0"0"-741"-31,0 0-8 0,0 0-252 15,0 0-544-15,-96-29-372 0,76 29-88 16,-4 0-4-16,3 10-124 0,-2 9-172 0,-1 3-184 16,4 6 16-16,1 8 24 0,2-1-3 15,6-4-21-15,-2-2-40 0,13-6 0 16,0-5 16-16,0-8-64 0,0-4-84 0,9 0-8 16,-2-6-116-16,5 0 28 0,8-8 12 15,1-9-72-15,2-8-100 0,5-7-97 0,4-6-35 16,-1-3-52-16,1-6-84 0,5-2-152 0,-1-1-36 15,-5-4-176-15,1-4-92 16,-4-2 12 0,-5 3 580-16,-6 4 284 0,-6-2 104 0,-2 7 148 0,-5 4 168 0,-4 10 52 0,0 4 192 15,0 11 112-15,0 10 132 0,0 6-28 16,0 3-408-16,0 6-172 0,0 13 76 16,-4 6 32-16,4 11 88 0,-5 11 44 15,1 3 64-15,1 9-51 0,-1-3-217 16,-8 4-184-16,3-2-48 15,-2-1-132-15,-5-3-136 16,8-10-245-16,-4-6-7 0,8-10-32 16,4-9-120-16,0-5-360 0,8-9-552 0,4-5-704 0,4-2-412 15,-1-8-517-15,13-9-1531 16</inkml:trace>
  <inkml:trace contextRef="#ctx0" brushRef="#br1" timeOffset="-108524.389">29296 14249 3940 0,'0'0'4872'0,"0"0"-2043"0,0 0-541 0,0 0-260 16,0 0-648-16,-19 86-440 0,10-63-140 15,1-2-200-15,0-2-232 0,5-3-192 16,3-6-176-16,0-4-232 16,0-3-612-16,0-3-168 0,3-3-168 0,1-6-692 15,0-4-2445-15,4-12-3475 0</inkml:trace>
  <inkml:trace contextRef="#ctx0" brushRef="#br1" timeOffset="-108400.4">29300 14040 9004 0,'0'0'3021'0,"0"0"-1589"0,0 0-140 16,0 0 460-16,0 0-544 0,0 0-516 16,84 57-284-16,-52-42-284 0,3-5-124 15,1 0-712-15,4-3-656 0,4-5-932 0,-12 1-2321 16,12-3-2039-16</inkml:trace>
  <inkml:trace contextRef="#ctx0" brushRef="#br1" timeOffset="-108236.982">29890 14090 5684 0,'0'0'7645'15,"0"0"-5733"-15,0 0-992 0,0 0 192 16,-84 70 224-16,52-41-280 0,4 6-124 16,-3 3-20-16,3 7-63 0,0-5-121 0,7 2-148 0,6-4-316 0,11-10-264 15,4-2 0-15,0-7-168 0,19-7-304 16,2-6-168-16,11-2-52 0,3-4-97 0,6-10-247 16,6-5-980-16,-11 2-2524 0,12-9-4633 15</inkml:trace>
  <inkml:trace contextRef="#ctx0" brushRef="#br1" timeOffset="-107758.158">30392 13658 8584 0,'0'0'2272'16,"0"0"-739"-16,-16 67-285 0,12-28 272 0,0 8-72 15,0 7-416-15,0 6-364 0,-4 4-52 0,4-1-48 16,-4 1-116-16,8-3-208 0,0-5-244 15,0-8-12-15,8-7 12 0,4-5-24 16,7-11 24-16,2-10-136 16,-1-2-48-16,-1-10-144 0,2-3-92 0,-1 0-84 0,-5-6-224 15,2-7-580-15,-10-5-1008 0,1 5-1633 0,-4-10-1107 32</inkml:trace>
  <inkml:trace contextRef="#ctx0" brushRef="#br1" timeOffset="-107568.002">30213 14043 796 0,'0'0'8792'16,"0"0"-6755"-16,0 0-817 0,0 0 596 15,0 0-316-15,0 0-648 0,0 0-428 0,0 0-52 16,0 0 120-16,0 0 40 0,0 0 104 16,48 12-96-16,-16-8-232 0,3-4-140 15,1-4-120-15,-4 1-48 0,4-6-72 16,3-1-36-16,2-2-212 0,-2-1-280 0,1-4-420 0,0-2-716 15,-8 7-2236-15,12-7-3365 0</inkml:trace>
  <inkml:trace contextRef="#ctx0" brushRef="#br1" timeOffset="-107208.588">31105 14002 5380 0,'0'0'8069'0,"0"0"-5605"0,0 0-1124 0,0 0 268 0,0 0-248 16,0 0-200-16,107 34-395 0,-62-30-269 16,2-4-156-16,1 0-280 0,8-13-60 0,0 0-400 0,-1-6-36 0,5-4-161 15,-4 2-363-15,-4-5-964 16,-20 7-2496-16,0-10-3417 0</inkml:trace>
  <inkml:trace contextRef="#ctx0" brushRef="#br1" timeOffset="-107019.145">31492 13690 9624 0,'0'0'2869'0,"-28"74"-857"0,15-27-56 0,-2 7 52 16,-1 9-376-16,0 4-568 0,0-3-664 0,0-4-400 15,8-9 0-15,4-7-376 0,4-9-16 16,8-10-168-16,16-5 120 0,7-14 0 16,14-6-300-16,2-3-508 0,5-13-1048 0,-12 0-2009 15,16-13-1527-15</inkml:trace>
  <inkml:trace contextRef="#ctx0" brushRef="#br1" timeOffset="-106836.937">31822 14128 652 0,'0'0'10993'0,"0"0"-7001"16,0 0-2624-16,0 0-228 0,0 0 188 15,0 0 16-15,-23 70-468 0,27-63-279 0,7-4-293 16,9-3-304-16,4 0-124 16,4-10-180-16,3-2-109 0,1-8-3 15,-4 1-32-15,0-3-16 0,-7 3 0 16,-10-3 60-16,-11 6 404 0,0 0-60 0,-15 4 144 0,-9-1-84 16,-8 7 0-16,-12 3-60 0,-4 3-112 0,-8 12-100 15,-8 7-196-15,1 3-856 16,14 1-1540-16,-18 11-3313 0</inkml:trace>
  <inkml:trace contextRef="#ctx0" brushRef="#br1" timeOffset="-105862.94">26989 16192 352 0,'0'0'7948'0,"0"0"-5940"0,0 0-539 0,0 0-369 0,0 0 72 16,0 0-384-16,0 0-300 0,0 0-120 15,0 0 132-15,0 0 352 0,95-25-68 16,-50 19 4-16,2-1-48 0,5 1-68 16,0 6-172-16,-1-3-340 0,-2 0-160 15,-6-1-96-15,1-3-76 0,-4 2-160 16,0-9-304-16,-9 0-236 0,-3-3-388 0,-7-2-1200 16,-5 6-2457-16,-8-12-3547 0</inkml:trace>
  <inkml:trace contextRef="#ctx0" brushRef="#br1" timeOffset="-105588.924">27260 15668 8988 0,'0'0'2481'0,"0"83"-561"15,0-26-336-15,4 9-108 0,5 11-296 16,-6 2-364-16,1-3-224 0,0-2-188 0,0-5-268 0,-4-2-136 16,0-13-60-16,8-6-236 0,-4-14 112 0,4-12 0 15,4-9 48-15,4-9-60 16,4-4-76-16,8-10-112 0,-4-12-88 16,4-10-424-16,0-6-512 0,-4-9-944 0,-5 9-1797 15,5-23-1151-15</inkml:trace>
  <inkml:trace contextRef="#ctx0" brushRef="#br1" timeOffset="-105040.372">27767 15440 9248 0,'0'0'2553'16,"0"0"-1017"-16,15 72-140 0,-7-26-24 0,-4 7-244 16,0 8-272-16,0 2-276 15,-4 4-164-15,0-1-24 0,0 4-60 0,-8-3-88 16,-4 0-144-16,0-4-28 0,-4-2-72 0,4-8-68 15,-4-9 56-15,8-11 4 0,4-11-4 16,4-9-64-16,0-11-192 0,4-2-184 16,8-2-32-16,4-11 476 0,0-4-36 15,8-4-152-15,-4-2-124 0,0-2-12 16,0 3 8-16,-4 0 16 0,0 6-28 0,-4 3 48 0,-4 7 176 16,-4 0 48-16,0 6 64 0,-4 0 64 15,3 3 24-15,1 3 208 0,0 4-72 16,1-4-128-16,6 3-96 0,1-2-60 15,4-1-52-15,5-6-164 0,6 0 164 16,1-3 104-16,-4-10-128 0,4 1 24 16,-8-1-192-1,-1 0 76-15,-6 4-108 0,-1-1 56 16,-5 4 268-16,-2-1 12 0,-5 4 152 0,4 3 100 16,-4-4 36-16,0 4-164 0,0 0-72 0,4-2-52 0,0-1-152 15,3 0 40-15,-3-4 112 0,9 0 0 16,-9-2 76-16,-1 2 36 0,-3 1-24 15,0 3-88-15,-3-2 116 16,-10 5-116-16,1 0 4 0,-3 0 72 0,-1 2 36 16,-1 4-104-16,-2 7 92 0,3-1 24 15,-4 7 12-15,4 1 4 0,0 6 20 16,4-1 40-16,4-3 48 0,0 0-88 16,8 0-120-16,0-6-40 0,12-2-264 0,8-6 140 15,4 2 124-15,0 0 188 0,7-1 392 16,1-2-256-1,0-4-240-15,9-3-84 0,-2 0-260 16,5 0-184-16,0-7-336 0,3 0-876 16,-10-1-2744-16,14-5-3477 0</inkml:trace>
  <inkml:trace contextRef="#ctx0" brushRef="#br1" timeOffset="-104362.217">28998 15904 8896 0,'0'0'4149'0,"0"0"-2269"0,0 0-572 0,15 73 0 15,-7-42-316-15,1 1-256 0,-9 2-232 16,3 1-160-16,-3-6-76 0,0-4-196 0,4-5-72 16,0-7-108-16,4-1-112 0,4-5-88 15,-4-4 52-15,8-3-4 16,0-3 88-16,4-7-84 0,0-6-28 0,4-3 76 0,0-6-40 16,0 3 88-16,-5-3 60 0,1 1 0 15,-4 6 56-15,-4-1 44 16,-4 3 112-1,0 3 12-15,-4 7 72 0,-4 6 4 0,0 0 316 16,0 0 124-16,0 3-200 0,0 7-124 16,-8 2-180-16,0 4-136 0,4 3-8 15,-4 0 8-15,4 0 40 0,0-7-40 16,4-1-148-16,0-5-108 0,0-4-48 16,8 2 108-16,4-4 60 0,0 0 136 15,4-9-4-15,0-1 4 0,0-2 0 0,3-1-12 0,-2-4-60 16,3 5-28-16,-4 6-48 0,0-1 0 15,-1 4 12-15,-2 3 136 0,-2 3 228 16,1 7 16-16,-3 3 16 0,-2 2-40 0,-3 4 0 16,0 1-12-16,0-1 132 0,-4-1-132 15,0 2-156-15,0-7-52 16,0-1-144-16,0-5-384 0,4-4-328 0,-4-3-288 0,0 0-608 16,5-7-2064-16,2-8-1477 0</inkml:trace>
  <inkml:trace contextRef="#ctx0" brushRef="#br1" timeOffset="-104230.89">29659 15989 6564 0,'0'0'6973'0,"0"0"-5529"0,0 0-876 0,0 0 476 16,0 67 248-16,-4-44-452 0,0-4-420 0,0 2-240 16,0-5-180-16,4 0-64 0,0-6-292 15,0-1-456-15,0-6-208 16,0-3-648-16,-5 0-1456 0,-2-10-4765 0</inkml:trace>
  <inkml:trace contextRef="#ctx0" brushRef="#br1" timeOffset="-104077.878">29663 15791 6168 0,'0'0'7469'0,"0"0"-6201"15,0 0-724-15,0 0 688 0,0 0-212 16,0 0-748-16,99 30-272 0,-71-27-732 15,4-3-584-15,-8 0-780 0,12 0-2781 0</inkml:trace>
  <inkml:trace contextRef="#ctx0" brushRef="#br1" timeOffset="-103809.462">29934 16084 14221 0,'0'0'1940'0,"0"0"-1500"0,0 0 48 0,-32 83 748 0,24-64-128 16,8-3-716-16,0-3-392 0,4-4-132 15,8-6-140-15,8 0 16 0,-5-3 8 0,9-6 124 16,0-3-72-16,4-4-124 0,-3-6 48 16,3-1-24-16,-9 2 84 0,5-1 52 15,-9 2 96-15,2 1 64 0,-2 4-12 16,-2 3-36-16,-2-1 40 0,-7 10 8 0,5 0 12 31,-9 0 272-31,4 3 28 0,0 6-252 0,0 4-60 16,-4 0-100-16,0 3-60 0,0-1-88 15,0 5-136-15,0-4-432 0,0 0-1316 16,0-3-2421-16,3-1-2975 0</inkml:trace>
  <inkml:trace contextRef="#ctx0" brushRef="#br1" timeOffset="-103101.702">30555 16033 10724 0,'0'0'2465'16,"0"0"-1221"-16,0 0-272 0,0 0 436 15,0 0-476-15,0 0-500 16,0 0-160-16,0 0 72 0,0 0 88 0,-67 71-52 16,55-44-136-16,-1 5-108 0,6-3-52 15,-1-3 40-15,4-7 0 0,-1-7-28 0,5-5-96 0,0-4-68 16,5-3-180-16,3 0-92 0,7-10 216 16,2-2 112-16,7-4 12 15,-5-7-268-15,5 2-112 0,-4-5-64 16,0 4 48-16,-4 2 124 0,0 4 84 15,-8 7 108-15,0-1 80 0,-8 10 100 16,0 0 568-16,0 7 32 0,-4 3-148 0,-5 5-380 0,2 2-12 0,-5 5 36 16,4 0 36-16,0-3-64 0,4 0-168 15,0 0-12-15,0-6 0 0,4-7-156 16,0-6-492-16,4 0-188 0,8 0 132 16,0-10-376-16,0-5-512 0,0 2-1088 0,8-15-2961 15</inkml:trace>
  <inkml:trace contextRef="#ctx0" brushRef="#br1" timeOffset="-102859.462">31034 15233 6200 0,'0'0'6505'0,"0"0"-5221"0,0 0-548 0,-4 67 724 16,-1-32-160-16,1 9-336 0,0 10-88 15,-3 10 140-15,-1 2-200 0,-5 8-208 0,2 1-123 32,-2 2-229-32,-2 2-152 0,-2-3-104 0,2-9-48 0,3-4-280 15,0-8-281-15,8-7-107 0,0-10 68 16,4-10 196 0,8-6-24-16,12-6-620 0,-5-13-856 0,10-3-984 15,-1-3-1797-15,8-16-335 0</inkml:trace>
  <inkml:trace contextRef="#ctx0" brushRef="#br1" timeOffset="-102739.778">31221 16106 10528 0,'0'0'4813'16,"0"0"-4013"-16,0 0-456 0,-41 90 340 15,30-62 544-15,-5 0-452 0,8-1-564 0,0-13-212 16,8-1-404-16,0-7-512 16,0-6-324-16,4 0-860 15,3-2-2093-15,6-21-1287 0</inkml:trace>
  <inkml:trace contextRef="#ctx0" brushRef="#br1" timeOffset="-102574.541">31249 15659 14233 0,'0'0'2880'0,"0"0"-2048"16,0 0 68-16,0 0 412 0,0 0-348 0,0 0-480 16,0 0-484-1,0 0-268-15,95 50-448 0,-55-59-80 16,3-7-444-16,-10 4-1512 0,7-17-3597 15</inkml:trace>
  <inkml:trace contextRef="#ctx0" brushRef="#br1" timeOffset="-102172.552">31822 15224 1748 0,'0'0'8692'15,"-32"63"-5651"-15,21-21-1001 0,-6 12-472 0,2 6-8 16,-2 9-176-16,2 2-420 0,2 2-320 16,2-3-215-16,-1 0-189 0,3-4-132 15,2-2-108-15,7-7-192 0,0-3-16 16,0-7 76-16,4-12-13 0,3-6-147 16,6-7 0-16,-2-6-148 0,2-6 0 0,-5-4 124 15,-1-3-212-15,-3-3-84 0,0 0 140 16,1 0-68-16,-5-3 104 0,0-1 324 15,-9-2 64-15,2-3-64 0,-5-4-188 0,-8-1 136 16,-1 0 92-16,2-2-192 0,-5-1-164 16,0-5-204-16,-4 3 484 15,9-3 148-15,-2 0 252 0,10 0 24 0,-2 3-40 0,9 3 16 16,1 5 116-16,3 9 132 0,0-1-4 0,3 3 60 16,9 0-60-16,1-3 144 15,6 3-164-15,1-6-256 0,8 2-116 16,0-5-104-16,8-4-48 0,-1-5-188 15,10-6-460-15,-2 2-392 0,-3-3-684 16,4 0-1084-16,-12 6-1893 16,11-1-1263-16</inkml:trace>
  <inkml:trace contextRef="#ctx0" brushRef="#br1" timeOffset="-101808.382">32125 15846 9580 0,'0'0'4389'15,"0"0"-2773"-15,0 0 100 0,-32 85 52 0,20-60-504 16,4-1-536-16,0-6-276 0,4-5-148 15,4 0-304-15,0-7 0 0,4 1-436 0,9-7-64 0,2 0 220 16,5 0 60-16,0-7-12 0,8-2 12 16,0-1-100-16,-4 4-84 0,4 3 60 15,-8 3 172-15,-1 3-52 0,2 7 4 0,-10 2-16 16,2 1 40-16,-10 3 196 0,1 7 196 16,0-2 124-16,0 8-12 15,0-2 320-15,-4 0 12 0,0 5-484 0,0-4-156 16,0 3-292-16,-4 1 292 0,-4 0 0 15,-4 3 280-15,-4-3 344 16,-4-4-160-16,-8 1-124 0,0-4-36 0,1-2-207 16,-1-4-37-16,4-10 12 0,4-2 40 0,4-7-112 15,4 0-36-15,0-14-257 16,4-1 209-16,8-10 76 16,0-4-136-16,12-6-100 0,4-6 64 15,8 0 44-15,7 2-84 16,1 1-60-16,0 7 60 0,5 2-48 0,2 1-136 0,-3 2-48 15,4 1-140-15,-9 2-720 0,-3 8-1884 16,0-4-5797-16</inkml:trace>
  <inkml:trace contextRef="#ctx0" brushRef="#br1" timeOffset="-101163.9">26842 17589 5652 0,'0'0'6617'15,"0"0"-4665"-15,0 0-880 16,-24 67-100-16,24-39-112 16,-4 5-400-16,4-2-152 0,0 1-36 15,8-7 76-15,0-6 216 0,-1-6-144 0,6-3-140 16,2-8-72-16,2-2 12 0,-2 0 0 15,9-6-24-15,4-7-124 0,0-5-72 16,4-2-108-16,-4-5-64 0,4 0-132 16,-8 0-28-16,-1-1 12 0,-2 0-36 15,-5 1-72-15,-5 6 80 0,-3 0 140 0,-4 3 208 16,-4 7 60-16,0 2 264 0,-8 4-80 0,-7 0-72 16,-1 3 24-16,-12 0-36 0,3 3-76 15,-6 7-84-15,-1 2-160 0,0 7 0 16,4 0-24-16,9 3-24 0,-2-3-164 0,14-6-472 15,3 0-1408-15,4-6-2205 16,11-2-1983 0</inkml:trace>
  <inkml:trace contextRef="#ctx0" brushRef="#br1" timeOffset="-101055.998">27252 17605 40 0,'0'0'8328'15,"0"0"-4383"-15,0 0-1857 0,100 16-208 0,-65-10-488 0,6 1-476 16,-2-7-448-16,5 0-308 15,0-13-160-15,0-3-232 0,0-6-164 0,-1-3-196 0,-3-7-324 16,1-3-616-16,-14 9-1104 0,5-15-2893 0</inkml:trace>
  <inkml:trace contextRef="#ctx0" brushRef="#br1" timeOffset="-100772.379">27675 17186 9096 0,'0'0'3133'16,"0"0"-1181"-16,0 0-716 0,0 0-228 0,0 0-220 15,-44 98-84-15,44-51 28 16,0 8 4-16,7 6-136 0,6 4-184 16,-2 9-124-16,2 5-144 0,-2 4-52 15,-3-1-24-15,1 5-60 0,-1-9-12 16,-5-1-4-16,1-7-92 0,0-10 92 16,-4-13-8-16,4-5 4 0,-4-10 4 0,0-7 4 0,0-6 4 15,-8-6 0-15,1-4-4 16,-6-3-316-16,-6-6 132 0,-1 0 36 15,-8-6 52-15,0-6-260 0,-4-4-36 0,4-7-76 16,-4-2-36-16,0-4-152 0,8-8-612 16,-3-5-724-16,10 7-1184 0,-3-25-2833 0</inkml:trace>
  <inkml:trace contextRef="#ctx0" brushRef="#br1" timeOffset="-100191.029">28834 17456 6096 0,'0'0'5669'0,"0"0"-3205"0,0 0-888 0,0 0-200 16,-88 3-272-16,61 13-280 0,-1 3-136 15,0 13-260-15,4 3-84 0,0 6-88 16,0 6-4-16,8 2-44 16,4-5-24-16,8-3-40 0,0-6-72 0,4-10-72 31,4-9 0-31,4-7 0 0,8-9 381 0,4-3-237 15,4-8-132-15,3-16-4 0,1-5-8 16,4-5-96-16,-4-11-76 0,4 0-9 16,0 0-51-16,0-2-84 0,-1-2 36 15,1-4-24-15,-4 2-64 0,0-3-96 16,0-1 60-16,-8 5 208 0,0-1 148 0,-4 5 36 16,-4 5 8-16,-4 6 4 0,0 7 156 15,-8 8 228-15,4 8 56 0,-4 8 96 0,0 4-36 16,0 3-16-16,0 3-91 0,-4 4-129 15,0 2-264-15,-8 7-120 0,4 6 116 16,-4 3 4-16,4 10 168 0,-4 1 100 0,8 5 12 16,0 3-88-16,1 4 12 15,-1 6-20-15,-5 3-28 0,5 3-48 0,0 0 36 0,0 4-60 16,-3-1-84-16,-2-2-56 0,5-5-184 16,-3-1-88-16,3-4-68 0,0-4-52 15,4-5-88-15,0-4-157 0,0-10-171 0,8-6-396 16,3-9-1104-16,5-6-2292 0,9-7-1553 15</inkml:trace>
  <inkml:trace contextRef="#ctx0" brushRef="#br1" timeOffset="-100037.776">29316 17931 13225 0,'0'0'2616'0,"0"0"-2036"0,0 0-452 0,0 77 592 16,4-48-12-16,0 2-500 0,0 2-200 15,0-3-8-15,0 0-148 0,0-2-396 0,-4-3-328 16,4 1-284-16,-4-4-628 0,0-5-1265 16,0 5-3619-16</inkml:trace>
  <inkml:trace contextRef="#ctx0" brushRef="#br1" timeOffset="-82687.681">884 8788 7112 0,'0'0'4425'15,"0"0"-1681"-15,0 0-1608 16,0 0-720-16,0 0 192 0,0 0-60 0,0 0 108 0,0 0 36 16,4 74-296-16,4-33-148 0,3 6-64 15,-2 10 172-15,3 12 168 16,0 5 4 0,-4 12-272-16,-4-1-184 0,-4 4-72 0,0-6-8 15,0-4-80-15,0-12-20 0,0-10 36 16,0-16-88-16,0-12-208 0,0-10-32 15,4-10-288-15,0-9-212 0,-1 0-728 16,1-2-1316-16,5-21-2665 0</inkml:trace>
  <inkml:trace contextRef="#ctx0" brushRef="#br1" timeOffset="-82455.909">713 8756 6968 0,'0'0'4097'0,"0"0"-2877"0,0 0-364 0,0 0 240 16,0 0 128-16,87 23-328 0,-55-8-300 0,0 1-272 16,-4 6 24-16,0 8-188 0,-8-2-160 15,-8 10-40-15,-1 3 40 0,-7 7-284 16,-4 3-52-16,-7 6-76 0,-5 0-116 0,-4-3-328 16,-4 0-252-16,0-10-268 0,0-3-332 15,8-15-605-15,-8-1-2163 0</inkml:trace>
  <inkml:trace contextRef="#ctx0" brushRef="#br1" timeOffset="-82200.91">1182 9076 5944 0,'0'0'4360'0,"0"0"-3315"0,0 0-225 0,0 0 1084 0,0 0-528 0,88 17-608 16,-79-11-368-16,-5 7-112 0,0 6-212 15,0 3-28-15,-4 7 40 0,-8 6-48 16,-1 3-40-16,-6 0-124 0,2-10 112 16,2-5 12-16,3-10 148 0,4-7 200 15,4-3 148-15,0-3 120 0,0 0-208 16,0-13-260 0,4 0-148-16,4-9-564 0,3-6-152 0,2-5-28 15,2 2 84-15,5-1-472 0,-3 4-372 16,2 3-592-16,-3-4-293 15,0 7-647-15,-4 6 156 0,4-3-288 0</inkml:trace>
  <inkml:trace contextRef="#ctx0" brushRef="#br1" timeOffset="-81951.003">1418 9131 3588 0,'0'0'3100'0,"0"0"-740"0,0 73-279 0,0-48-209 16,0 3-68-16,4-9-860 0,0-2-568 0,4-7-244 15,0-4 4-15,0-6 28 0,8 0 244 16,0-6-32-16,4-7-376 15,4-9-136-15,3-1-340 0,-3-5-376 0,0-1-68 16,-4 4-308-16,-4 0-368 0,-4 3-117 0,-8 9 289 0,-4 0 804 16,0 3 620-16,-12 4 660 0,-4 3 736 15,-4-4-543-15,-8 7-85 0,4 0 168 16,-3 4 148-16,-1 2-164 0,4 7-164 16,4-1-236-16,0 5-60 0,8-2-308 31,0 1-152-31,8 6-536 0,0-6-460 0,4 3-436 15,0-3-840-15,0-7-2349 0,16-2-1275 0</inkml:trace>
  <inkml:trace contextRef="#ctx0" brushRef="#br1" timeOffset="-81613.056">1809 9169 5124 0,'0'0'5600'16,"0"0"-3915"-16,0 0-117 15,0 0-12-15,39 74-412 0,-35-66-584 0,4-4-388 0,0-2-96 16,0-2 24-16,8-6-100 0,0-7-100 15,4-5-384-15,0-5-164 0,-4-5-20 0,3 3 36 16,-6-3-128-16,-2 2-24 16,-3 4 220-16,-3 3 436 0,-5-1 128 15,-5 4 256-15,-3 0 12 0,-7 1 128 0,-1-1-16 16,0 0-140 0,0 4 16-16,4 2-156 0,0 3-48 0,4 4-52 15,0 3-408-15,0 3-124 16,4 7 60-16,-4 6 92 0,8 0 112 15,-4 3-348-15,4 0-1369 0,0-3-2119 0,8-7 1148 16,8-6 2956-16,0-3 1784 0,0-5 404 16,8-6-1032-16,-5-1-676 0,6-4-168 15,-1-3-276-15,0 3-36 0,-1-3-116 0,5 3-248 0,-4 0-48 16,4 0-536-16,-4 4-616 0,0 3 420 16,-4 2-108-16,0-3-432 0</inkml:trace>
  <inkml:trace contextRef="#ctx0" brushRef="#br1" timeOffset="-81241.378">2139 8613 5564 0,'0'0'1208'0,"0"0"-440"0,0 0 232 0,0 0 1649 0,0 0-1325 0,0 0-648 16,-20 80 24-1,20-58 236-15,0 7-76 0,0 2-132 0,4 7-216 16,4 6-224-16,0 5-40 0,0 1 0 16,-4 7-100-16,4 1-36 15,-4 5-40-15,0-3 16 0,-1 3-76 0,-3-2 0 16,5-4 36-16,-5-3 40 0,0-7 12 16,0-1 24-16,0-8-4 0,0 1-32 15,0-9-20-15,-5 3-68 0,5-8 0 0,-3 0 0 0,-1-6-40 16,4 0 32-16,-4 0-40 0,0-6-12 15,0-7 60-15,0 0 112 16,0 1 24-16,-4-4-36 0,-4-3-100 0,1 3-64 16,-6-3-20-16,2 0-88 0,-5-3-200 15,-1-7-332-15,-3 4-4 0,5-7-160 16,-1 1-252-16,4-1-260 16,-4-3-1016-16,8 4-2261 0</inkml:trace>
  <inkml:trace contextRef="#ctx0" brushRef="#br1" timeOffset="-80402.171">2884 8579 4332 0,'0'0'9473'0,"0"0"-7729"0,0 0-988 0,0 0 292 16,-3 78 152-16,3-36-364 0,0 3-272 0,0 5-136 16,0 1-148-16,0 0-136 15,0 0-144-15,0-4-24 0,-5-9-156 16,1-2 44-16,4-11 40 0,0-9-28 0,0-4-108 15,0-5-12-15,0-4-224 0,0-3 52 16,4 0 60-16,1 0-52 0,2 0 84 16,1-3 252-16,4-4-16 0,0 2 16 0,4 1-68 15,-4 1-56-15,0 0 8 0,-5 3 0 32,2 0 76-32,-5 0 112 0,0 6 376 0,0-2 20 15,-4 1 64-15,0 2-28 16,0 3 0-16,-4-1-16 0,-4 4-48 15,-4-1-84-15,-4 1-128 0,0-1-32 0,-4 1-40 0,4-3-84 16,-4-1-84-16,4-2-52 0,0-5-180 16,4 3-116-16,5-5-108 0,-6 0-148 15,9-7-208-15,0-5-532 0,1-8-836 16,3 8-2721-16,7-20-2995 0</inkml:trace>
  <inkml:trace contextRef="#ctx0" brushRef="#br1" timeOffset="-80048.119">3211 9051 4592 0,'0'0'7813'16,"0"0"-6117"-16,0 0-356 0,-16 80 512 0,12-64-328 15,-1-3-876-15,2-7-648 0,3-3-132 16,0-3-28-16,0 0-112 16,8 0 0-16,0-3 88 0,4-3 136 15,0-4-52-15,0-2-148 0,-1-1-196 16,2-3-92-16,-2 6 240 0,-3 1 108 0,5 2-24 15,-6 7-32-15,5 0 68 0,4 4 176 16,-4 5 644-16,8 7-72 0,0 3-200 16,-4 0-60-16,4 6-116 0,-4 1 52 15,0 2 100-15,-1 0-16 0,-2 5 60 0,-5-2 24 0,-4 1-84 16,-4 0-16-16,0 0 24 16,-12 0 64-16,-4 0 116 15,0-7-127-15,-8 3-225 0,4-9-48 16,-3 0 40-16,-1-6-60 0,-1-4-100 15,5-4-244-15,1-3-68 0,2-2-5 16,2-7-135-16,2-2-156 0,2-7-260 0,-1-6-308 16,4-10-960-16,8 7-2360 0,-4-26-3813 15</inkml:trace>
  <inkml:trace contextRef="#ctx0" brushRef="#br1" timeOffset="-79706.838">4060 9144 6064 0,'0'0'6609'15,"0"0"-3853"-15,0 0-1200 16,0 0-504-16,0 0 328 0,0 0-156 0,0 0 29 0,-73 82-429 16,66-44-256-16,-1 1-216 0,4 2-88 15,4-3-92-15,0-7-172 0,4-5-136 16,7-3-392-16,6-11 8 0,3-3 96 16,3-5 36-16,1-4-149 0,4-11-255 15,0-3-748-15,-4-9-972 0,0-3-1652 0,-8 7-97 16,4-9-1103-16</inkml:trace>
  <inkml:trace contextRef="#ctx0" brushRef="#br1" timeOffset="-79468.069">4267 9264 1436 0,'0'0'1524'0,"0"0"-648"0,0 0 6409 0,0 0-4841 0,0 0-872 15,8 70-176-15,-4-51 48 0,0-6-272 0,-1 0-352 16,5-4-220-16,5-5-64 0,-2-2-272 16,6-2-116-16,2-2-52 15,1-8-96-15,4-6-60 0,-4-3-292 0,0 0-40 16,-4-3-56-16,0-1 56 0,-9 4 24 15,2 0-84-15,-5 3-4 16,-4 4 0 0,0 2 132-16,-4 0 140 0,-5 1 184 0,-2 3 236 15,-6-1 36-15,6 4-176 0,-5 3 40 16,0 0-132-16,1 10 72 0,-2 5 24 16,6-2-88-16,-2 6-12 0,5-5-200 0,1 0-392 15,-2 0-688-15,9-5-1460 0,-4 1-2737 16,4-7-2839-16</inkml:trace>
  <inkml:trace contextRef="#ctx0" brushRef="#br1" timeOffset="-79191.268">4574 9182 4476 0,'0'0'508'0,"0"0"4972"0,0 0-3399 0,12 63-437 0,-12-37 8 0,0-4-100 16,0 0-376-16,0-3-304 15,3-3-320-15,-3-3-284 0,4-4-192 0,4-6-76 0,1-3-148 16,2 0 36-16,6-9-192 0,-2-7-164 15,5-3-72-15,0-6-76 0,-4 2-28 32,4-3 172-32,0 1 184 0,-4 3 176 0,-1 4 12 15,-2 1-112-15,-1 5 48 0,-9 6 164 16,1 6 116-16,0 0 272 0,1 6 196 16,-1 6-40-16,-4 5-160 0,0 1-24 0,4 8-16 0,-4-5-24 15,0 5-52-15,0 3-212 0,0-7-56 16,4-3-248-16,-1 0-512 0,5-6-392 0,9-6-540 15,-10-7-840-15,14-7-2973 0</inkml:trace>
  <inkml:trace contextRef="#ctx0" brushRef="#br1" timeOffset="-78947.371">5008 8715 12117 0,'0'0'5124'0,"0"0"-4036"0,12 79 472 0,-12-37 272 0,4 5-403 15,-4 1-449-15,0 3-452 0,0-4-308 0,0 0-208 0,7-2-12 32,-2 0-96-32,3-4-304 0,3-5-12 0,6-5-32 15,-6-9-52-15,1-3-48 16,1-6-16-16,-6-10-85 0,-3 0-475 15,-4-3-712-15,0-6-772 0,0-1-2481 0,-19-11-1367 0</inkml:trace>
  <inkml:trace contextRef="#ctx0" brushRef="#br1" timeOffset="-78779.38">4784 9055 768 0,'0'0'2664'16,"0"0"6065"-16,0 0-6701 0,0 0-1104 0,0 0 196 15,0 0-108-15,0 0-8 0,105-4-104 16,-66-4-288-16,4-3-232 0,6-1-248 0,3-4-132 15,-5 0 0-15,1-3-132 0,-8 3-100 16,-4 1-248-16,-5-2-576 0,-3 8-384 16,-7 3-1340-16,-6-1-3181 0,2 1-1447 0</inkml:trace>
  <inkml:trace contextRef="#ctx0" brushRef="#br1" timeOffset="-78525.319">5315 9093 456 0,'0'0'7252'0,"0"0"-5836"0,0 0-240 16,36 73 421-16,-25-51-101 0,2 3-392 15,-2-2-144-15,-3 3-256 0,-4-5-228 0,0 2-100 0,1-1-28 16,-5-3 0-16,0-6 84 0,0-4 344 16,0-3-52-16,0-2-256 0,0-1-164 15,0-3-48-15,0 0 60 0,0 0 48 0,4-10-188 16,-4-2-176-16,3-4-268 0,5-10-60 15,4-2 120-15,0-11 88 0,4-2-224 16,0 0-256-16,4-3-84 16,0 6-32-16,4 2-176 0,-4 9-584 0,-1 4-1476 15,5-3-3709-15</inkml:trace>
  <inkml:trace contextRef="#ctx0" brushRef="#br1" timeOffset="-77886.943">5987 9036 10268 0,'0'0'2417'16,"0"0"-1041"-16,0 0-172 0,0 0 164 16,0 0-224-16,0 0-264 0,-82 70-316 15,73-38-160-15,-3 9-84 0,5 4 8 0,-1 5 64 16,3 1 216-16,1-4-232 0,4-9-143 15,0-5-37-15,9-14-16 0,2-7-180 16,10-5-4-16,2-7-92 0,1 0-52 16,8-13-33-16,0-6-123 0,-4-4-120 0,3-4-16 15,-6 0 60-15,-1-1 76 16,-5 5-28-16,-3 1-36 0,-8 3 48 0,0 7 176 16,-3 1 144-16,-5 3 184 0,0 4 120 15,0 2 140-15,0 2 20 0,-5 2-172 0,-3 10-180 16,4 7-4-16,-3 4 100 0,-2 6 84 15,5 0-48-15,0-4-244 0,4-3-48 16,0-6-232-16,13-7-380 0,-2-2 48 0,6-7 172 16,6-4 0-16,5-8-352 0,4-9-884 15,-1-6-1444-15,1-1-2593 0,-8 5-1859 16,12-8 7461-16</inkml:trace>
  <inkml:trace contextRef="#ctx0" brushRef="#br1" timeOffset="-77429.824">6502 9106 3056 0,'0'0'300'0,"0"0"4892"0,0 0-903 0,0 0-3041 0,0 0-224 15,0 0 372-15,-88 57 8 32,69-28-96-32,-2 3-180 0,5 6-44 0,4-4-247 0,1-2-269 15,2-7-228-15,5-3-172 16,4-9-168-16,0-2 0 0,0-9-84 16,9-2-60-16,3 0 48 0,3-9 12 0,9-8-88 0,0-5-192 15,0-3-120-15,4-4-125 0,-5 1 49 16,2-5 12-16,-1 2-40 0,0-4-64 15,-5-3-148-15,5-3-4 0,-3-1-32 16,-6-5 208-16,-2-1 360 16,-6 1 268-16,1 0 188 0,-8 2-24 0,4 3 128 0,-4 8 32 15,0 5 24-15,0 4 64 0,0 9 32 16,0 7-60-16,0 2 48 0,0 7-100 0,0 0-120 16,0 0-140-16,0 0-68 0,0 2 4 15,0 12 56-15,0 2 208 0,0 3-4 16,5 3-72-16,-5 6-72 0,0 4-4 0,0 0-116 15,4 3 48-15,-4 3-52 0,0 0 4 32,0 3-4-32,0 4 0 0,0 0 60 0,0 2 24 15,0 1-24-15,0 2-60 0,0 0 8 16,0-1 4-16,0-2-12 0,3-8-8 16,5-5-88-16,0-5 12 0,1-3 24 0,-2-8-40 15,1-5 40-15,-4-3-52 0,3-4-60 16,-2-3-256-16,-1-3-248 15,0 0-64-15,0-6-216 0,4-7-536 0,-5 0-1616 0,2 1-2793 16,3-11-527-16</inkml:trace>
  <inkml:trace contextRef="#ctx0" brushRef="#br1" timeOffset="-76923.654">6060 9076 1512 0,'0'0'796'16,"0"0"-208"-16,0 0-524 0,0 0 80 0,0 0 640 15,0 0 2068-15,0 0-1128 0,0 0-348 32,0 0 133-32,0 0-61 0,0 0-60 15,-4 11-124-15,4-5-232 0,0 4-272 0,0-1-128 16,0 4-16-16,4 3-96 0,0 6-116 16,0 0-24-16,3 3-112 0,-3 8-72 15,5-2-96-15,2 1-28 0,-3 0-24 16,1-1-48-16,2 1-96 0,-3-4 36 15,5-6-100-15,-2 3 36 0,6-5-244 0,-2-4-488 0,5-3-244 16,3-7-648-16,-2-3-2520 16,14-3-5945-16</inkml:trace>
  <inkml:trace contextRef="#ctx0" brushRef="#br1" timeOffset="-76592.317">6837 9220 9532 0,'0'0'5965'16,"0"0"-5057"-16,0 0-544 0,0 67 308 15,0-45 440-15,0 0-140 0,0-3-400 0,0-3-572 16,0-3-36-16,0-4-304 0,0 2-40 16,0-9-148-16,0-2-436 0,0 0-656 15,0 0-1392-15,0-9-4101 0</inkml:trace>
  <inkml:trace contextRef="#ctx0" brushRef="#br1" timeOffset="-76436.242">6769 9083 2784 0,'0'0'10277'0,"0"0"-8309"0,0 0-1012 0,0 0-16 15,0 0-220-15,0 0-336 0,84 29-308 16,-61-23-76-16,9-3-720 0,-8 1-1032 15,21-4-2944-15</inkml:trace>
  <inkml:trace contextRef="#ctx0" brushRef="#br1" timeOffset="-76259.703">7164 9172 5064 0,'0'0'5540'16,"0"0"-2755"-16,0 0-1213 0,0 0-260 0,-88 83 256 0,71-55-420 15,6 4-436-15,3-3-372 0,8-4-168 0,0-2-100 16,0-2-72-16,4-5-220 16,8 0-36-16,4-4 84 0,3-5 0 0,9-7-84 15,0-2-248-15,8-15-536 0,5-8-1008 16,-15-1-3149-16,23-18-4635 0</inkml:trace>
  <inkml:trace contextRef="#ctx0" brushRef="#br1" timeOffset="-76037.176">7553 8868 1916 0,'0'0'9717'16,"0"0"-7393"-16,-24 66-632 0,17-28 48 15,-1 0-12-15,-4 7-136 0,7 3-291 0,2-1-465 0,-1 0-264 16,4 1-164-16,0-6-188 0,0-4-208 16,0-10-12-16,0-9-184 0,4-6-140 15,-1-4-64-15,2-4-108 0,-1-3-136 16,-4-2-85-16,4-2-135 0,-4-9-468 0,0-2-760 15,-8-2-824-15,-4 2-1093 0,-7 0-75 32,-9 0 868-32,-4 4 436 0,-5-4 2649 0</inkml:trace>
  <inkml:trace contextRef="#ctx0" brushRef="#br1" timeOffset="-75900.972">7263 9262 1896 0,'0'0'1852'0,"0"0"3608"0,0 0-3507 0,-80-33-413 0,76 33-204 16,4-3-372-16,0 3-260 0,13 0-252 15,6 0-60-15,9-2 80 0,11 2 188 0,6-7 128 16,-2 3-344-16,6-2-208 0,-6 3 32 15,1-4-192-15,0 2-76 0,-5-2-148 16,2 4-100-16,-2-4-552 0,5-2-376 16,-16 6-1388-16,12-7-7085 15</inkml:trace>
  <inkml:trace contextRef="#ctx0" brushRef="#br1" timeOffset="-75779.506">8294 9325 8400 0,'0'0'9217'0,"0"0"-7357"0,0 0-552 16,0 0 237-16,0 0-481 16,0 0-928-16,0 0-136 0,0 0-496 0,0 0-400 15,0 0-589-15,0 0-1463 0,-82 19-3628 0</inkml:trace>
  <inkml:trace contextRef="#ctx0" brushRef="#br1" timeOffset="-74741.605">1051 9817 1788 0,'0'0'976'15,"0"0"-716"-15,0 0 420 0,0 0 4812 16,0 0-3776-16,0 0-1083 0,0 0-105 0,0 0 444 16,0 0 84-16,0 0-536 15,-47-67-180-15,47 61 52 0,0 2 284 0,0 1 316 16,0 3-196-16,0 0-180 0,0 0-48 16,0 0 132-16,4 0-76 15,0 0-272-15,7 0-180 0,2-3-4 0,6 3-32 0,5 0 20 16,0-3-108-16,8-3-44 15,0 3-4-15,4-4 0 16,3 1-8-16,6 0-52 0,2-1 0 0,5 4 0 0,0-7-52 16,8 8 4-16,4-5 60 15,-1 1-52-15,5 0-68 16,-1-1-76-16,1 3-76 0,4 2 16 0,0-1 36 0,-1 0 68 16,9-1 16-16,0 1 148 15,3-4-12-15,5 4-64 0,0 1-256 0,4-2 176 16,-1-3 188-16,1 1-44 0,3 0-112 15,1-1-48-15,3 1-4 0,-3 3 124 16,4-3-12-16,-4 2 40 0,-1 1 48 16,1 3-112-16,-1 0 60 0,-3 0 52 0,0 0-88 15,-1 0 92-15,5 0 0 16,-5 0 0-16,1 0-4 0,7 0 0 16,-7 0 4-16,7 0 8 0,-2-3-52 0,2 0 52 15,1-3-4-15,-1 3 8 16,1-4-8-16,0 4-40 0,-5 0-32 0,1-1 64 0,-1 4 0 15,-3 4 0-15,0 2 8 0,-1 1 4 0,1 2 4 16,4-3 56-16,3 1-56 0,1-1 4 16,0-3 40-16,3 1-40 0,-4-2 80 15,2-2-88-15,-2 0 136 0,4 0-12 16,-3 0-12-16,0-2-36 0,-1-2-16 0,5 4 40 16,-4 0-40-16,3 0-60 15,0 0 0-15,-3 0 8 16,0 4 8-16,0 3-12 0,-1-2 56 0,0 4 16 15,2 2-28-15,-2-6-44 0,-3 2 56 16,-5 0-44-16,1-1 56 0,0-4 16 16,-5 2-88-16,-4-4 48 0,1 2-44 0,-7-2-4 15,-6 5-48-15,-4-3-348 16,-11-2-512-16,-7 7-1040 0,-14-2-2509 16,-15 2-4159-16,-20 6 8488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29:45.9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4673 8038 900 0,'0'0'404'0,"0"0"312"0,0 0-324 16,0 0-168-16,0 0-160 0,0 0 1372 0,0 0-1124 15,79-28-312-15,-58 22 4 0,-6-4 88 16,9 4-4-16,-3 0 108 16,-1 2-132-16,-5 1 44 0,6 0 240 0,-2 3 160 15,1 0-208-15,0 0-116 0,0 0-176 16,-4 0 132 0,-1 0-140-16,2 0-4 0,-2 0 4 0,2 0 0 15,-6 0-88-15,6 0 76 0,-6 0 8 16,2 0-64-16,-2 0 24 0,1 0 36 15,1-3-48-15,-6 3-8 0,5 0 64 16,0 0 64-16,-4 0 0 0,0 0-12 16,-4 0-40-16,4 0 260 0,-4 0 12 0,0 3-164 15,-4-3-56-15,4 0-12 0,0 0 40 0,0 0 88 16,-1 0 184-16,6 0 24 16,-5 0-88-16,4-3 12 15,-1-3-80-15,6 3-64 0,-5-4-36 0,3 4-4 0,-2 0-64 16,-1-1-56-16,-1 2-4 15,1 2 8-15,5 0 116 0,-9-5-12 0,3 5-112 16,1 0-4-16,1 0 4 0,2 0 0 0,2 0 12 16,-2 0 32-1,5-2 160-15,0 2-140 0,4 0-68 0,0 0-52 0,-4 0 12 16,3 0 40-16,6 0 4 0,-5 0 616 16,-1 0 101-16,5 0-721 15,-7 0-40-15,2 0 28 0,1 7 24 0,1-7 52 16,2 2 272-16,1 2-208 15,8-4-128-15,-1 0 180 0,5 0 372 16,1 0-552-16,2 0 88 0,10-4-88 0,-2 2 652 16,1-5-448-16,7-2-192 0,-3 2 40 15,4 0 36-15,0-1-76 0,0 1-4 16,-1 0-4-16,5 1-4 0,-4 3-4 16,4-3-4-16,-4 0-44 0,4 2 4 15,-1 1 44-15,-3-1-12 0,3 1-32 0,1 1 36 0,0-1-40 16,0 3 52-16,3-4 12 0,-3 2-4 15,4-3 4 1,-4 3 40-16,-1-2 12 0,1 4 0 0,0-3-52 16,0 0 64-16,-4 3-72 0,0-2-4 0,0 2 4 15,-1 0 32-15,1 0-36 0,0 0-64 16,0 0 64-16,-5 0-4 16,5 0-44-16,-4 0 48 0,4 0 8 0,-5 0-4 15,1 0 0-15,0 0 8 0,-1 0 4 16,1 0 36-16,1 0-40 15,-1 0-12-15,-1 0 4 0,1 0 44 0,0 0-32 16,-5 0-16-16,2 0 48 0,-6 0-44 16,5 0-4-16,-4 0-76 0,-1 2 68 15,1 1-32-15,0 0 28 0,0-3 12 0,3 4 0 16,2-4 4-16,-2 2-4 0,-3-2 0 16,4 0 0-16,-4 0 8 0,3 0-8 15,-2 0 0-15,2 0 0 0,1 0 0 16,0 0 4-16,-4 0 72 0,3 0-76 0,-2 0 0 15,2 0 0-15,-3 5-16 0,0-5 8 16,4 2 4-16,-5 2-72 0,-2-1 72 0,2-3-8 16,1 2 0-16,0 1 8 0,-4-3-4 15,3 0 8-15,1 4 0 0,0-4 0 0,0 0 0 16,-4 0 8-16,3 0-8 0,2 0 0 16,-6 3-12-1,6-3-40-15,-6 0-24 0,1 4 24 0,4-4 48 16,-8 3 0-16,3 0-8 15,1-3-48-15,0 4 56 0,0-2 4 0,0-2 0 0,0 3 0 16,0 0 0-16,-1 0-4 0,1 1 4 16,0-4-48-16,-4 3 44 0,0 0-4 15,3-3 8-15,-2 0 0 0,-1 4 0 0,-1-1-4 16,1-3-72-16,-4 2 68 0,4-2-84 16,-5 0-20-16,1 3-44 15,0-3 16-15,4 0-64 0,-8 0-40 0,4 4 80 16,-4-1-172-16,-4-3-48 0,0 4 140 15,0-1-145-15,-5 0-215 0,-2 0-148 16,2 0 324-16,-3 4 328 0,1-5 100 16,-2 2 272-16,2 2-152 0,-2-3-120 15,1 1 0-15,0 2-80 0,0-3 68 16,0 0 12-16,0 0 0 16,-1 4-156-16,6-4-740 0,3 0 352 0,3 0 544 15,1 0 752-15,4-3 480 0,-4 3-1232 0,7 1-1596 16,-2-1 1260-16,3 0 336 0,3 3 1736 15,1-2-972-15,4-2-764 0,0 3-360 16,0 0 360-16,3 2 76 0,2 0 584 16,2-1-480-16,1-1-180 0,4-2 0 15,0 4 44-15,-1 0-44 0,10-2 4 16,-2 2 0-16,1-4 0 0,7 1 101 16,1-1 11-16,0 0 0 0,-1 0-40 15,5-1 52-15,0-2 0 0,-1 5-36 16,1-3-92-16,4-2 4 0,-4 3 8 0,-1 1 96 15,1-4-100-15,-4 3-4 0,-1 1 0 16,1-1 8-16,0-3 0 0,-1 0 52 16,2 3-12-16,-6-3 128 0,5 0 104 0,-5 3-132 15,2-3-60-15,-6 3-84 0,1-3 68 0,0 2 24 16,-5 3-52-16,1-5-44 0,0 0 4 16,0 2 44-16,-5 2-52 15,1-4 52-15,0 3-52 0,-4-3 60 16,4 3-60-16,-5-3-52 15,1 3 48-15,-5-3 0 0,2 0 4 16,-1 4-8-16,-5-1-32 0,-3-3 40 0,4 3 0 16,-4 0-28-16,-1-3 28 0,-3 3 0 15,5 0 56-15,-6-3-56 0,-3 0-16 16,4 0 8-16,-4 0-108 16,-4 0 108-16,0-3 8 0,0 0-48 0,-8 0 36 15,3 0 8-15,-3-4-80 0,-4 4 84 0,-4 0 0 0,4 0 60 16,-4 3-60-16,0-4 12 0,4 2-4 31,0 2 0-31,0-5-4 0,3 3-4 0,2 2 0 0,-1-3 52 0,-1 0 40 16,5 0 8-16,0 0 208 15,1-1-4-15,-2 1-12 0,-3-4 0 16,0 5-48-16,0-3 44 16,-8 3-72-16,0-1 24 0,-5 0 64 0,-2 0 60 15,-1-1 76-15,-4 4 12 0,0 0-80 16,0 0-60-16,0 0-40 0,0 0 28 15,0 0 132-15,-4 0 292 0,-1 0-440 16,-6 0-284-16,-1-3-208 0,-8 3-28 16,0-3-192-16,-8 3-576 0,5 0-1388 0,-33-4-5601 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44:48.6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11052 2908 8112 0,'0'0'6857'15,"0"0"-5725"-15,0 0-640 0,0 0 20 16,0 0 344-16,0 0 92 0,0 0 72 0,0 0 40 16,0 0 13-1,0 0-177-15,88 9-208 0,-77 11-264 16,-3 1-64-16,5-2 244 0,-2 0-388 15,2 4-132-15,-2 3-84 0,1 5 0 16,-3 4 0-16,-5 3-12 0,3 4 8 0,-3 8-44 16,0 4 44-16,-4 3-4 15,0 7-64-15,0 6 68 0,0 0-68 16,-4 6 0-16,0 4-60 0,-3-1-16 0,-2 3-32 0,1 1 12 16,0-1 48-16,1 1 0 0,-2-3-244 0,5-2-156 15,0-1 160-15,4-7 44 16,0-7 96-16,0-3 160 0,0-2 56 0,8-11-128 15,1-5 60-15,2-4 64 0,1-6-4 16,4-7 8-16,-4-3-44 0,4-6-28 16,0-3-105-16,0-4 69 0,-4-6-788 0,8 0 84 31,-5 1 692-31,2-4 112 0,-2 0 12 0,2 0-48 0,3-4-12 0,-5 1 56 16,2-3 0-16,-2 0 4 0,-2-1 4 15,2-2 0-15,2 6-4 0,-6-4 0 16,6 1 0-16,-2-1-4 0,9 1-56 0,0-3 56 15,3 2 8 1,6-2 140-16,3-2 148 0,7 6-292 16,2-4-156-16,6 2 104 0,1 1 52 0,8 0 136 15,-1-1-136-15,9 0-4 0,0 4 4 16,4 3 4-16,3 0 68 0,0 0 4 0,9 0-68 16,0 0 52-16,4 0-12 0,0 0 64 15,7 0-112-15,1 0 0 16,3 0-8-16,5-2 8 0,4-2 4 0,-1-3 0 0,9 1 0 15,-1-2 44-15,1-3-40 16,-1 2-4-16,5 2 64 0,-9-2-64 0,0 6 0 16,-3-4 0-16,-4 7 48 0,0-3-52 15,-5 3 0-15,5 0 0 0,-4 0 8 16,-1 0 64-16,5 0-24 0,-5-3 0 16,1 0 12-16,4 0-60 15,-5-7 0-15,5 1 4 0,-5-1 56 16,5-3 0-16,-5 4 0 15,1 0-12-15,-4 2-44 0,-1-3 60 0,1 3-56 16,0 5 4-16,-5-4 60 0,1 3-72 16,0 3-36-16,-1-3 36 0,1 3 4 15,0 0 0-15,-1-4 0 0,1-3 4 0,0 4-8 16,3-6 48-16,1 2-40 0,-1-2 64 0,1-1-20 16,-5 1-40-16,5-1 60 15,-5 1-60-15,1 3-12 0,0-4-12 0,-1 4-36 16,1 0 44-16,-4-1-4 0,4 7 0 15,-5-3 8-15,5 3 0 0,0 0 48 0,-5 0 12 16,5 0 0-16,-5 0-52 16,1 0 0-1,0 0 36-15,-4 0-44 0,3 0-8 0,-4 0 8 16,1 0 0-16,-4 3 0 0,3-3-4 16,1 3 0-16,-4 1 4 0,-1-1 8 15,5 0 80-15,-3 0-16 0,-2 3-12 0,1 1-51 0,-5-4 3 16,1 3 48-16,-1-3-56 0,-2 4 44 15,-6-4 40-15,5 0-88 0,-5 4 48 16,-3-7-40-16,4 2 4 0,0-2-4 16,-4 0 4-16,-1 0 0 0,1 0-4 15,0 0-8-15,-1 0 0 0,1-2 0 16,-8 2 12-16,4-4 36 0,-8 4-48 0,3-3 4 16,-7 3 4-16,-4 0-4 15,4 0-4-15,-9 3-12 0,-3-3 0 0,1 4 8 16,-5-4 0-16,0 2 4 0,-4-2 8 0,-5 0-4 0,1 0-4 15,-4 0 0-15,-5 0 4 16,-2 0-4-16,-9 0 4 0,0 0 0 16,0 0 0-16,-4 0 4 0,0 0 40 0,0 0-36 15,0 0 36-15,0 0 0 16,0 0 28-16,0-2 8 0,0 2-72 0,0 0 72 16,0 0 24-1,0-4 16-15,3 1-40 0,-3-3-76 16,4-1-8-16,5-2-8 0,-1-7-4 15,-1 0-48-15,1 3-4 0,5-2 52 16,-6-2-60-16,1 2 60 0,1 1 0 0,-1 3 4 16,-1-3-88-16,1-1 12 0,1-1 36 15,-2 0-28-15,1-3 68 0,-4 0-40 0,4 0-12 16,-3-3 0-16,2-3-12 0,1-7 24 16,0-4-36-16,4-5-4 0,0-6-57 15,4-7-27-15,0-7-68 0,4 1 20 0,-1 0 48 16,1-1 40-16,1 4 56 0,-6 10-8 15,-2 0 84-15,-2 7 8 0,-7 3 116 0,0 2-64 16,-4 0-48-16,0 3 56 16,0-3-68-16,-4-5-120 15,0 1-88-15,0-2 124 0,1 0-40 0,-1-3 40 16,0 5 72-16,4 1 8 0,-5-1-60 16,1 7-20-16,0 1 76 0,0 6 8 15,1 2 0-15,3 8 12 0,-4-1 72 0,0 3 64 16,-5 3-64-16,5-2-84 0,-3 2-64 15,3 1 64-15,0-2 0 16,0 3 60-16,-1-2-60 0,1-2 0 0,0-4 0 16,1-3-60-16,3 0 48 0,-4-4-72 15,4 4-160-15,-4 6 216 0,4 4 28 16,0 3 208-16,0 6-60 0,0 0-76 16,-4 0 28-16,4 0-92 0,0 0 64 15,0 0-16-15,0 0-56 0,0 0-72 16,0 0 12-16,0 0-4 0,0 3 64 0,0-3 0 0,0 0 112 15,0 0-28-15,0 0-24 0,-4 0-8 16,4 0 32-16,-9 0-12 0,2 3-72 0,-5 0-60 16,0 0 60-16,-4 0-12 15,0 4-36-15,0-1-24 0,0 1 68 32,1-1 4-32,-6 0 0 0,1 1 8 0,1 2 0 15,-2-2 52-15,1 0 36 0,-3-2-24 0,3-2-20 16,-8 1-44-16,4-4 32 0,-4 2-32 15,1-2-8-15,-6 0 12 0,1 0-12 16,-8 0-124-16,1-2-20 0,-6-2 144 16,-2 1 8-16,-5 0-8 0,-8 1-4 0,-3-3-120 15,-5 5 52 1,-7-2 60-16,-9-2-72 0,0 1-64 0,-8 3-8 0,-3 0 32 0,-8 0 0 0,-2 0 16 16,-2 0 36-16,-1 0 72 15,-7 7 80-15,0-5-32 0,-5 5-48 0,-4 3-76 16,-3-3 72-16,0-1 8 0,-6 2 8 15,6-4 0-15,-4 3 20 0,4-1-28 16,-1-4 40-16,1-2 8 0,-2 0-52 16,2 0-60-1,0 0 60-15,-4 0-36 0,3-2 36 16,5-4-48-16,-1-1-76 0,1 1 4 16,3 0 32-16,0-5 80 0,1 2 8 0,3-1-320 15,1 1 124-15,-1 0-108 0,4-4 192 16,5 3 104-16,3 1 8 15,5-1-12-15,-1 1 12 0,5-4 36 0,-1 4 12 0,5-1 28 16,3-2-76-16,-4 2 0 0,4-3-124 0,1 4 0 16,-1-4-60-16,0 3 0 15,1 2 48-15,3 1-28 0,-4 0-120 0,4 2-64 16,-3-2 64-16,4 3 72 0,-1-2 188 16,4 3 20-16,-3 0 8 0,-1 3-4 15,0-4 12-15,1 1 100 0,-1 3 124 16,0 0-232-16,0 0 80 0,5 0-84 0,-5 0-96 0,5 3 92 15,-5 1-4-15,4-1-44 0,1 0 44 16,-1 3-40-16,-1 0 36 0,2-1 12 16,-1 0 0-16,1 2 28 0,3 0-20 0,-3-1-8 31,3 0 80-31,0 0-80 0,0 4 0 0,1-5 100 16,-1 2-92-16,0 3 4 0,0-2 0 15,5 3-4-15,-1-2-4 0,0 1 96 16,4-1-100-16,1-2 12 0,7-1-12 15,-4 3 48-15,1-5-44 0,3 2-4 16,4-3 0-16,-4 4 4 0,9-5 72 16,-5 2 0-16,4-4 32 0,5 3-20 0,-2-3-12 15,1 3 48-15,5-3-12 16,-1 0-104-16,4 0 64 0,4 0-60 0,0 0-4 0,1 0 0 16,-1 0 0-16,-1 0-8 0,5 0-72 0,-3 0 64 15,3 0 4 1,-4 0 4-16,4 3 0 15,-3 1 60-15,-1-1-52 0,0 3 44 0,0 1-40 16,0 0 112-16,-4-2-112 0,1 4-12 16,-2 2-72-16,2-3 60 0,-1 3 8 15,0-3 4-15,0 3 8 0,8-2 4 16,-4-4 52-16,8 6-56 0,8-5 64 16,1 1-8-16,11-7 132 0,0 3 36 15,8-3-232-15,0 0 0 0,0 0-84 16,0 0-52-16,0 3 0 0,0-3 36 0,0 0-72 15,3 0-172-15,6 0 96 0,3-6 24 16,4 2-60-16,-4-2-80 0,3-1-208 0,-2-2-776 16,-6 6-1096-16,-3-3-2361 0</inkml:trace>
  <inkml:trace contextRef="#ctx0" brushRef="#br0" timeOffset="5537.718">1167 6347 13045 0,'0'0'892'16,"0"0"512"-16,0 0-1292 0,0 0 52 15,28-83 424-15,-13 51 352 0,-2-3-108 0,6-3-252 16,2-6-236-16,-1-4-208 0,3-6-36 16,1-3-100-16,4-3-132 0,4-1 56 15,-4-6-8-15,0 2-4 0,0-3-280 0,0-1-76 16,4 1 44-16,-4-1-232 0,0 6-16 16,0-5-288-16,3 5-160 0,1 3-420 0,-5 2 168 15,6 5 135-15,-6 5 25 16,1 10 472-16,-4 7 148 0,-4 8 60 0,0 10 416 15,-8 7 80-15,0 6-236 0,4 0 248 16,-4 16 40-16,8 10 1012 0,-1 8-144 0,6 14-132 16,-1 9 557-16,0 10-73 0,4 3-160 15,0 5-72-15,-1 5-144 0,-3-4-144 0,0-2-96 16,-4-4-220-16,0-11-112 0,0-5-200 16,-5-2-100-16,2-15-12 0,-6-2 48 15,2-6 0-15,-2-4 12 0,-3-9-60 31,-3 1-52-31,-5-8 48 0,0 0-80 0,0-2 72 0,0-1-348 16,-13 4-28-16,2-1 88 0,-9 0-28 16,-8-2 0-16,-8 2-200 0,-4 1-152 15,-8-1 120-15,-8-3 180 0,-8 1-28 16,-7-1 180-16,-4 1 140 0,-9-1 88 0,0-3 128 16,-4 0-36-16,0 0-44 0,1 1 80 15,0-1 12-15,10 0-64 0,2 0 192 0,15-3 176 16,12 3 52-16,9-3-56 15,11 0-76-15,12 0-24 0,11 0 140 0,1-6 8 16,4-4-264-16,13 1-88 0,6-10-136 16,13-6-160-16,12-11 24 0,12-1 72 15,12-5 64-15,7-2-64 0,9-4-48 0,8 1-48 32,7 0-92-32,5-5 172 0,4 4-132 0,3 1-12 0,4 2 96 15,-3 4-8-15,0 3 72 16,-9 7-24-16,-3 2-140 0,-12 4 16 15,-8 6-56-15,-13 5-48 0,-11 5 152 0,-16 2-28 16,-12 5 4-16,-8 2-16 16,-12 0 64-16,-4 2 140 0,-4 11 240 0,-4 0 80 15,-13 6 20-15,-2 4-8 0,-13 5 8 0,-5 7-176 16,-6 0-40-16,-5 6 4 0,-7 1-28 16,-1 2 12-16,0 0 152 0,-4 5 36 15,-4 1 108-15,-3 1 28 0,-6 6-40 0,-2-1 0 16,-5 9-148-16,-3 1-60 0,-1 3-128 15,0-1-60-15,5-2 0 0,-1-6 44 16,5-2 144 0,11-4-40-16,4-10-140 0,8-6 0 15,9-2-8-15,11-11-188 0,8-9-364 0,11-7-380 16,6-6-460-16,3-3-684 16,4 0-2125-16,4-12-4623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29:28.1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1745 974 10548 0,'0'0'1841'16,"0"0"-1037"-16,0 0-80 0,0 0 188 15,0 0-180-15,0 0-328 0,0 0-244 16,0 0 160-16,0 0 400 0,103 14-12 15,-51-8-104-15,8 0-84 0,8 1-176 0,-1-5-196 0,5-2-4 16,4 0-8-16,-5-2-124 0,5-5 0 31,-8-3-12-31,0-3-172 0,-5 1-12 16,-3-4-172-16,-8 0-272 0,-8 3-300 16,-9-2-104-16,-11 2-340 0,-3 4-952 0,-14-1-2885 15,-7 4-1951-15</inkml:trace>
  <inkml:trace contextRef="#ctx0" brushRef="#br0" timeOffset="230.389">2338 981 588 0,'0'0'1576'16,"0"0"1488"-16,0 0-204 0,0 0-516 0,-4 76-607 16,4-44-293-16,8 3-124 0,0 6-12 15,1 3-272-15,-2 10-108 0,1 0-284 16,0 10-276-16,-4-1-148 0,0 7-220 0,-4-3-12 15,0-4-48-15,0-5-52 0,0-4 4 16,0-16-140-16,8-4-160 16,0-11-408-16,3-7-352 15,6-10-748-15,-1-3-784 0,7-3-1341 16,-10-6-1903-16,15-16 4640 0</inkml:trace>
  <inkml:trace contextRef="#ctx0" brushRef="#br0" timeOffset="611.673">2944 1505 7840 0,'0'0'4637'0,"0"0"-3413"0,0 0-880 0,0 0 240 16,0 0 488-16,0 0 96 0,0 0-224 0,-100 44-216 15,77-22-432-15,-5 9-88 0,8 5-72 16,-1-1 184-16,2 9-124 0,6-3-112 15,6 1 20-15,7-7-104 0,0-10 0 16,4-5-108-16,3-8 36 16,10-9-176-16,3-3-44 0,3 0 92 0,5-12 68 15,4-8-4-15,0-8-224 0,0-5-96 16,4 0-64-16,-9-3 20 0,6 1 116 16,-10 7 172-16,-2-1 108 0,-10 7-60 0,2 3 164 15,-9 7 12-15,-1 1 392 16,-3 8 84-16,0 0-128 0,-3 3 148 15,-1 6-136-15,0 5 96 0,-1 3 0 0,-3 10 84 0,4 7-88 16,1 1-24-16,3-1 96 0,0 1-120 16,0-7-416-16,3-8-220 0,5-9-364 15,9-3 72-15,-2-5 72 0,9-13-236 0,8-10-336 16,4-11-996 0,-8 2-3096-16,20-29-3677 0</inkml:trace>
  <inkml:trace contextRef="#ctx0" brushRef="#br0" timeOffset="833.237">3402 838 3876 0,'0'0'8349'0,"0"0"-6701"0,-16 70-396 0,12-29 792 16,0 10-324-16,1 6-272 0,-2 10-452 16,1 5-423-16,4 8-245 0,-4 2-328 0,0 4-12 15,0 0-120-15,4 0-149 16,0-4-159-16,0-6 124 0,8-15-96 0,5-16-260 15,-2-14-40-15,5-18-148 0,4-10 4 16,4-6-868-16,0-16-896 0,4-6-333 16,-1-7-1423-16,1-9-508 0,0-1 4100 0</inkml:trace>
  <inkml:trace contextRef="#ctx0" brushRef="#br0" timeOffset="1324.435">3768 1473 4656 0,'0'0'300'0,"0"0"6717"0,0 0-5201 0,0 0-956 0,0 0 136 16,0 0 196-16,0 0 76 15,0 0-260-15,-99 92-444 16,67-61-196-16,0 8-184 0,4-4-24 0,0-3-160 16,9-4-128-16,3-2 8 0,4-11-4 15,8-5-72-15,4-3-220 16,0-4-284-16,12-3-4 0,-1 0 184 0,10 0 220 16,7 0-72-16,0 0 36 0,7-3-132 0,5-4 140 15,0 0 40-15,0 2-304 0,-4-2-80 0,-1 1 128 16,-3-1 96-16,-4 2 372 0,0-6-320 15,-8 5-604-15,3-4 872 16,-2 4 116-16,-5-3 12 0,0 5 36 0,0 1 672 16,-8 3-336-16,-1 3-324 0,-3 7 516 15,0 2 592-15,1 7-336 0,-1-2-392 0,4-2-188 16,-5-5-240-16,5 0-88 0,1-7 84 16,-1-3-236-16,3-3-24 0,2-7-100 0,2-6 96 15,1-5-300-15,-4-6-56 0,4-1-192 16,-4-4 496-16,0 1 320 0,-4 1 60 15,-4 5 28-15,-4 0 52 0,-9 6 116 0,-6 3 104 16,-1 10-56-16,-8 3 16 16,0 3 656-16,0 15-72 15,0 5-48-15,-4 5 52 0,5 7-264 16,3 2 72-16,-1-2-64 0,10 0-300 16,7-4-180-16,4-4-172 0,0-10-72 15,15-1-160-15,10-3 24 0,3-3 108 0,11-4-36 16,9 2 136-16,4-5-72 15,0 0 72-15,-8 0-700 0,-1 4 328 16,-7-4 188-16,-4 2-264 0,-8 3-148 0,-4 1-620 0,-8-3-1176 16,-4 0-2417-16,-16-1-3655 0</inkml:trace>
  <inkml:trace contextRef="#ctx0" brushRef="#br0" timeOffset="1778.224">1386 2492 4636 0,'0'0'9601'16,"0"0"-8413"-16,0 0-1028 0,0 0 380 0,0 0 188 15,0 0-104-15,0 0-216 16,0 0-88-16,0 0 88 0,80 3 96 0,-29-6 244 16,5 0-344-16,8 0-196 0,0 3-60 15,3 0-40-15,5 0 52 0,4 0-52 16,4 0 16-16,4 0-40 0,6 3-76 0,7-3 52 0,6 0 36 0,9 0 16 16,3 0-40-16,8-10-12 31,10-6-56-31,6-2 8 0,0-1-8 0,8-7-4 0,5 3 8 0,-5-2-8 15,-3 3 4-15,-5 3 68 0,-3-3-72 16,-5 6-52-16,-3-3-116 0,-9 3 108 16,-7-1-28-16,-5 5 88 15,-7-1-108-15,-13 1 84 0,-10 2-292 16,-18 5 316-16,-11-1 0 0,-16 1-316 16,-16 3 48-16,-8 2 192 0,-4 0 64 0,-4 0-196 15,-8 0-316-15,-5 0-204 0,-6 0-160 16,-9 0-780-16,4 0-1432 0,-16 0-3701 0</inkml:trace>
  <inkml:trace contextRef="#ctx0" brushRef="#br0" timeOffset="5348.883">7379 955 12 0,'0'0'432'0,"0"0"1056"0,0 0 5148 0,0 0-4796 15,0 0-731-15,0 0 7 0,0 0 92 16,0 0-204-16,0 0-324 0,0 0 212 15,0 0-132-15,-20 96-324 0,23-55 196 16,1 6 96-16,4 4-212 0,-3-3-76 16,-1 0-24-16,0-7-224 0,3-3-180 0,1-13 112 15,-4-6-68-15,8-7-56 0,-4-5-48 16,5-3-12-16,2-4-76 0,2 0 52 0,2-6-76 16,1-4-36-1,-1-10-48-15,5-2 0 16,1-3-52-16,-5-4 100 0,3-2 72 15,-3-1 4-15,1-4-68 0,-6 5 92 0,-2 3 8 16,-6 3 44-16,1 2 44 16,-4 7 60-16,0 4 28 0,-4 5 12 0,0 4-52 15,0 3 12-15,5 3 88 0,-5 4 24 16,3 5 88-16,5 7-28 0,0 3 172 16,1 8-36-16,-2 3-124 0,1 9-112 0,0 0 184 0,-5 9 220 15,6 2-159-15,-5 1-229 16,0 4-16-16,0 2-132 0,0-1 0 15,-1-1-108-15,-3 0-112 0,0-7 220 0,0-1 244 16,0-8-136-16,-7-1-108 0,-1-6 12 16,0-3 96-16,0-4 184 0,0-6-60 15,-4-3-52-15,4-6-12 0,0-3 4 0,-4-1-28 0,0-6-36 16,0 0-48-16,-4 0-60 0,-3-3-12 16,-2-3-120-16,-3-7 24 0,1-5-100 0,-1-4-128 15,4-4 20-15,-5-5 36 16,6-1-96-16,3 2 11 0,4 0 73 0,5 5 48 15,2 3-72-15,1 0 72 0,4 6 0 16,0 1-108 0,0-1-324-16,4 1-348 0,1-4-364 15,2 2-132-15,5 2-560 0,4-1-613 0,0 0-1863 16,0 4-228-16,8-1 4000 0</inkml:trace>
  <inkml:trace contextRef="#ctx0" brushRef="#br0" timeOffset="5652.57">8208 1667 612 0,'0'0'4520'16,"0"0"1248"-16,0 0-4019 16,0 0-525-16,19 77 28 0,-11-56-184 15,-3 2-164-15,-2-2-296 0,-3 2-224 0,4-4-212 0,-4 3-132 16,0-6-40-16,0 3-112 16,0-6-12-16,0 3-356 0,0-4-180 0,4-3-80 0,0 2 288 15,-4-6-1352-15,4-5-2089 0,0-3-1347 16,0 1 1204-16,0-15 3396 0</inkml:trace>
  <inkml:trace contextRef="#ctx0" brushRef="#br0" timeOffset="5885.056">8889 1333 2480 0,'0'0'5892'0,"0"0"-4340"0,0 0-572 15,0 0 513-15,0 0-41 0,0 0-652 0,0 0-384 0,0 0-36 16,0 0 20-16,87 25-84 16,-63-21-164-16,0-1-152 0,4 1-88 15,0-4-416-15,0 0-568 0,-4 0-888 0,12-11-3917 16</inkml:trace>
  <inkml:trace contextRef="#ctx0" brushRef="#br0" timeOffset="6067.023">9965 1283 7312 0,'0'0'5321'15,"0"0"-2481"1,0 0-1120-16,0 0-892 0,0 0-444 15,0 0-184-15,0 0-200 0,0 0-444 16,91-16-472-16,-64 6-736 0,-6 4-1408 16,14-7-3993-16</inkml:trace>
  <inkml:trace contextRef="#ctx0" brushRef="#br0" timeOffset="6219.734">10968 1209 756 0,'0'0'10913'0,"0"0"-9225"0,0 0-644 0,108 17-376 0,-64-15-376 15,-1-2 716-15,9 0-1008 32,0-2-232-32,4-5-912 0,-1 1-260 0,1 0-412 0,4-5-2669 15,-16 5-1143-15,20-7 4140 16</inkml:trace>
  <inkml:trace contextRef="#ctx0" brushRef="#br0" timeOffset="6868.163">13017 1038 3592 0,'0'0'848'0,"0"0"4328"0,0 0-3243 0,0 0-369 15,0 0-232-15,0 0 284 0,-9 82-240 16,-3-33-240-16,-4 1-32 0,0 7-172 16,0-3-116-16,4-3-51 0,1-6-221 15,11-10-348-15,0-10-196 0,15-3-12 0,9-10-184 16,4-5-56-16,12-7 8 16,8 0 12-16,8-19-9 0,-1-3-175 15,-3-7-144-15,0-2-96 0,-12-1 32 16,-4 3 80-16,-12 1 92 0,0 2 56 0,-9-2 72 15,-7 2 52-15,1-3-12 16,-5 3-28-16,-1 8 312 0,-3 5 0 16,0 7 460-16,0 6-64 0,0 4-72 0,0 8-52 0,0 9 72 31,0 9 0-31,4 8 48 0,0 6 12 16,-4 7-12-16,4 3-48 0,-4 6-76 0,0 7 36 15,0 3-88-15,-4-3-68 0,0-1-88 16,4 1 100-16,0-7 145 15,0-6 31-15,0-3-176 0,0-6-148 0,-4-8-12 16,-7-5-36-16,-2-6-112 0,2-8-80 16,-9-1-77-16,0-8 49 0,-4-5 124 0,0-2-52 15,0-2-12-15,-4-8 28 0,5-11-148 16,-1-4-248-16,7-9-332 0,2-9-780 16,6 6-2976-16,9-26-3093 0</inkml:trace>
  <inkml:trace contextRef="#ctx0" brushRef="#br0" timeOffset="7137.668">14061 1781 3180 0,'0'0'5524'0,"0"0"-823"0,0 0-3077 0,0 0 348 0,0 0-68 16,11 70-348-16,-19-58-592 0,0-2-443 16,4-3-265-1,0-7-112-15,4 3-32 0,0-3-112 16,0-3-116-16,8-4-200 0,4-3-37 0,4-2 37 15,4-4 100-15,8-3-4 0,0-1-132 16,0 1-164-16,0 11 76 16,-1 1 196-16,-3 7 244 0,0 9 84 0,-7 8 236 15,-2 4-52-15,-3 5 76 0,-4 6 8 0,0-1 4 16,-8 1 44-16,0 1-400 16,-4-5-212-16,-4-3-300 0,-4-3-440 0,0-3-844 15,5-3-2984-15,-14-4-4205 16</inkml:trace>
  <inkml:trace contextRef="#ctx0" brushRef="#br0" timeOffset="7805.47">6749 769 2692 0,'0'0'5576'0,"0"0"-2295"0,0 0-1385 0,0 0-592 16,0 0 248-16,0 0-96 0,0 63-184 0,0-32-328 16,0 7-236-16,-8 10-124 15,0 5 1 1,-4 11 119-16,4 3-184 0,-3 7-168 16,6 2-160-16,-3 3-108 0,4 0-84 0,4 0 0 15,0 3-240-15,12-1-76 0,0-8-132 16,16-1-120-16,4-8-213 0,8-4-351 15,12-5-736-15,11-5-384 0,9-9-236 0,12-6-2617 16,-21-12-2127-16,49-10 6244 0</inkml:trace>
  <inkml:trace contextRef="#ctx0" brushRef="#br0" timeOffset="8327.201">14630 676 9364 0,'0'0'1084'16,"0"0"-451"-16,75 48 551 0,-42-23 600 15,3 7 8 1,-5 6-64-16,-3 3-492 0,0 4-392 16,-1-1-132-16,-6 3-80 0,-10 5-168 0,-2 2-172 15,-9-1-147-15,-4 5-85 16,-8-1-60-16,-8 3-12 0,-8-2 0 0,-7 2-121 15,-6-3 21-15,-10 3-188 0,-5 1-236 0,-4-4-112 0,-7 4-100 16,-2-9-184-16,-6 3-756 16,15-17-2592-16,-36 17-3605 0</inkml:trace>
  <inkml:trace contextRef="#ctx0" brushRef="#br0" timeOffset="9371.894">8614 1867 4956 0,'0'0'1300'15,"0"0"3945"-15,0 0-3325 16,0 0-536-16,0 0-264 0,11 70-140 0,-11-49 160 16,0 5-448-16,0-1-372 0,0-2-272 0,-3 2-48 15,-1 3 0-15,-9-2-132 0,2 0-44 16,-1-5-92-16,-8 2-400 0,3-4-324 16,6 0-956-16,-5-6-1972 0,8-4-2093 0,-4-2 1665 15</inkml:trace>
  <inkml:trace contextRef="#ctx0" brushRef="#br0" timeOffset="10027.513">12431 1781 3100 0,'0'0'5768'15,"0"0"-1623"-15,0 0-2821 0,0 0-60 16,0 0-36-16,28 67-36 0,-24-45-156 16,-4 0-240-16,0 0-440 0,0 3-308 0,-9 1-48 15,-3 3-280-15,-4-2-248 16,-3 6-492-16,-1 2-444 0,4-10-1428 0,-16 13-4173 0</inkml:trace>
  <inkml:trace contextRef="#ctx0" brushRef="#br0" timeOffset="28741.975">9140 1025 6280 0,'0'0'1456'16,"0"0"3321"-16,0 0-2893 0,0 0-724 16,0 0 144-16,0 0-220 0,0 0-208 0,0 0-312 15,0 0-208-15,-45 23-136 0,38-8 12 0,-1 8 24 16,4 5 0-16,-5 4 48 0,5-1-48 16,4 1-48-16,0 0-88 0,0-3-24 15,0-7-32-15,0-3 20 0,9-6-84 0,-1-4 0 16,0-3-60-16,3 1-28 0,2-4-20 15,2-3 12-15,2 0 36 16,7-10-4-16,-1-2-8 0,1-4-84 0,-4-6-124 0,4 0-76 16,-4-7-8-16,0 4 68 0,4 0-72 15,-9-1 52-15,2 1 92 0,-6 2 16 16,2 1 96-16,-5 3 100 0,-4 0 12 16,-1 3 0-16,-3 3 136 0,0 4-124 15,0 2 184-15,0 0-36 0,0 5 24 16,0 2-60-16,0 0 48 15,0 0 148-15,-3 0-152 0,3 0-116 16,0 7 20-16,0 2-64 0,0 7-4 0,0 6 68 16,0 7 28-16,0 5-4 0,3 1 28 15,5 7-120-15,-4-1 4 16,5 0-8-16,-2 3 4 0,1 1 8 0,0-1-8 16,1 1 0-16,2-1 4 0,-3-3 4 15,1 4 36-15,-2-1 76 0,1-2-52 0,0-1-68 16,-3 0 56-16,-2-5-52 0,-3-3-8 0,0 0 12 15,0-4 72-15,0-4 76 0,0-3-88 16,0-3-64-16,0-3-4 0,-3-4 44 16,3 2 28-16,-5-5-68 0,1-7 4 15,0 5 60-15,4-3-12 0,-4-4 12 16,0 3-20 0,-3-3-52-16,-2 0 0 0,1 0-88 0,-3 0-20 15,-6 0-64-15,2 0 40 16,2 0-52-16,-2-3 40 0,-2-1-76 0,6-3 60 15,-6 1-8-15,6-2-104 0,3-6 28 16,-5 3-84-16,6-6-128 0,3-2-72 16,-4 0 8-16,8 0 100 0,0 3-4 15,0 3-236-15,0 1-160 0,0 2-212 0,4 0-380 0,4 1-484 16,3-3-2681-16,-2 1-1271 16,3-8 4953-16</inkml:trace>
  <inkml:trace contextRef="#ctx0" brushRef="#br0" timeOffset="29053.05">9821 1619 1096 0,'0'0'8924'16,"0"0"-6991"-16,0 0-961 0,0 0 212 15,0 0 68-15,0 0-448 0,0 0-352 0,0 0-128 16,67 70-184-16,-59-57-80 15,-4-1 28-15,-4 4 96 0,0 3-184 0,-4 1-24 16,-4 5-48-16,-7 0 20 0,-1 4 52 16,4-4 0-16,-4 4 8 0,4-7 116 15,0-2 224-15,4-6 208 0,4-3 232 0,0-6-332 16,4-2-236-16,0 1-72 0,4-4 32 16,4 0 92-16,8 0-64 15,3 0-4-15,9-7-48 0,4-2-156 0,5-4-196 0,-1-2-232 16,-5-1-364-16,5-3-352 0,-8 6-444 15,-4 4-1580-15,3-4-3997 0</inkml:trace>
  <inkml:trace contextRef="#ctx0" brushRef="#br0" timeOffset="29795.927">9606 2410 1160 0,'0'0'10205'15,"0"0"-8257"-15,0 0-1096 0,0 0-4 0,0 0 256 16,0 0 0-16,-8 79-248 0,8-44-216 0,4 4-172 16,0-6-124-16,-4 6-100 0,4-7-84 0,-1-7-160 15,-3-3 0-15,4-6-112 0,0-7-244 16,1-2-120-16,-1-7-152 0,0 0-216 15,3 0-468-15,1-9-716 0,1 2-2009 16,2-15-2879-16</inkml:trace>
  <inkml:trace contextRef="#ctx0" brushRef="#br0" timeOffset="29959.576">9745 2479 3180 0,'0'0'2368'0,"0"0"3397"0,0 0-3665 0,0 0-628 16,16 84-240-16,-8-56 56 15,-4 7-360-15,4-4-176 0,0 4-320 16,0 0-432-16,0 1 0 0,0 1-184 16,0 1-468-16,0 0-388 0,-1 3-380 15,2-9-1452-15,-9 15-4013 0</inkml:trace>
  <inkml:trace contextRef="#ctx0" brushRef="#br0" timeOffset="30412.819">9658 3679 4224 0,'0'0'628'0,"0"0"3616"0,0 0-2964 0,0 0-43 0,0 0-145 16,0-76-88-16,4 64-280 15,0 3-180-15,-4-2-12 16,7 3-44-16,-3 1 116 0,4 0-92 0,1 0-116 16,-2 2-84-16,5-2-52 0,-3 0-4 15,2 1-92-15,6 3-104 0,-6 1-12 16,9 2-40-16,0 0 104 0,4 5 84 0,0 12 88 15,4 5 304-15,0 4 156 16,0 5-364-16,-9 7-172 0,1 3-124 0,-4 1-84 0,-4 1-8 16,0-1-100-16,0-7 20 0,0-5-264 31,-4-9-100-31,4-9-48 0,-4-8-68 16,0-4-156-16,3-7 8 0,2-12 108 0,-5-3-308 15,8-9-812-15,-4-8-808 0,-1 1-1401 16,-2-6-587-16,-5 12 1077 15</inkml:trace>
  <inkml:trace contextRef="#ctx0" brushRef="#br0" timeOffset="30577.893">10111 3391 5488 0,'0'0'3236'15,"0"0"813"-15,0 0-2813 0,0 0-400 16,-63 82 256-16,43-50-64 0,0 5-120 16,0 9-364-16,1 1-164 0,-2 4-168 0,1 0-96 15,5-4-116-15,-2-2-196 0,6-4-172 0,3-6-76 16,4-10-88-16,-1-6-276 0,5-5-512 0,5-12-464 15,3-2-856-15,7-6-1773 16,-6-4-1163 0,19-15 4584-16</inkml:trace>
  <inkml:trace contextRef="#ctx0" brushRef="#br0" timeOffset="30770.992">10299 3689 3220 0,'0'0'6240'0,"0"0"-3803"0,0 0-813 15,0 0-228-15,83-19 424 0,-75 19-392 0,-3 0-492 16,-1 3-224-16,-4 6-88 15,0 4-248-15,0 4-216 0,0 1-160 16,-4 8-132-16,-1-5-112 0,-3 5 48 0,5 0 60 0,-1 2-8 16,0-1 144-16,0-6 48 0,4-5 72 15,0-3 16-15,0-5-124 0,4-1-4 0,7-3 88 16,6-1 4-16,6-3-88 0,9 0 60 0,5-10-72 16,2-8-244-16,8-1-416 15,5-6 304-15,8-5-736 0,-4 2-960 0,-12 5-2780 16,16-5-5797-1</inkml:trace>
  <inkml:trace contextRef="#ctx0" brushRef="#br0" timeOffset="31355.089">13773 2238 2964 0,'0'0'9309'0,"0"0"-7309"0,0 0-760 16,0 0-308-16,0 0-172 16,0 0-352-16,8 83-384 0,-3-65-24 15,-2 1-284-15,1-3-776 0,0 4-428 16,4-7-1148-16,-4 8-3997 0</inkml:trace>
  <inkml:trace contextRef="#ctx0" brushRef="#br0" timeOffset="31530.139">13821 2610 2460 0,'0'0'68'0,"0"0"7652"0,0 0-5531 0,0 0-557 0,0 0-572 15,0 0-92-15,0 0-216 16,8 82-316-16,-4-63-76 0,0 0-196 0,4 3-104 0,-4-3-60 16,4 1-4-16,0-4-344 15,-1-2-484-15,2 0-288 0,3-4-332 0,-5-4-844 16,2-3-1585-16,-5 0-871 0,0-3 1736 0</inkml:trace>
  <inkml:trace contextRef="#ctx0" brushRef="#br0" timeOffset="31963.924">13522 2463 4172 0,'0'0'404'0,"0"0"4640"0,0 0-3263 0,0 0-321 0,0 0-136 15,0 0 16-15,0 0-248 0,0 0-232 16,0 0-168-16,0 0-196 0,0 0-116 16,17 10-72-16,-14-1-4 0,5 4 52 15,0 3 24-15,1 3-64 0,2 3-96 16,-3 1-100-16,0 2-20 0,-4 3-28 0,4 1-60 15,-4 3-8-15,0 3-4 0,4-1-60 16,-8 4-64-16,0 4-32 0,3-7-284 16,-3 0-280-16,0-6-92 0,5-8-88 0,-1-4-204 15,4-8-792-15,0-2-1004 16,8-7-2293-16</inkml:trace>
  <inkml:trace contextRef="#ctx0" brushRef="#br0" timeOffset="32284.966">13786 2352 4000 0,'0'0'1392'0,"0"0"5453"0,0 0-4993 0,0 0-640 16,0 0-444-16,0 0 8 0,15 64 84 15,-7-35-156-15,-3-1-236 0,2 1-236 16,1 6-184-16,0-1-48 0,0 5-12 16,0-1-76-16,-4 0 28 0,4 0-112 0,-4-4-136 15,4-1-260-15,-4-3-152 0,0 0-280 16,4-5-384-16,-4-6-972 0,-1 9-2645 15</inkml:trace>
  <inkml:trace contextRef="#ctx0" brushRef="#br0" timeOffset="32700.22">13610 3623 7232 0,'0'0'5605'15,"0"0"-3625"-15,0 0-608 16,0 0-320-16,0 0-260 0,0 0-212 0,0 0-76 16,0 0 36-16,0 0-148 0,99-4-208 0,-67-5-84 15,4-1-100-15,-8 1-12 16,0 2-160-16,-4 7-12 16,0 0 48-16,-8 16 136 15,0 3 188-15,3 10 120 0,-6 5-16 16,2 7 0-16,-2 4-72 0,-2-3 144 0,1 2 13 15,0-3-297-15,0-2-80 0,-3-5-96 16,2-6-269-16,-3-5-147 0,5-10-60 0,-6-7-136 0,1-6-300 16,0-6-352-16,4-7-384 15,-4-10-800-15,4 5-1713 0,0-18-827 0</inkml:trace>
  <inkml:trace contextRef="#ctx0" brushRef="#br0" timeOffset="32869.597">14116 3549 3740 0,'0'0'5944'15,"0"0"-3023"-15,0 0-797 0,-72 92-536 0,44-47 32 16,-4 9-400 0,1 2-304-16,-1 5-232 0,0-4-100 15,4 0-144-15,4-5-267 0,8-8-173 16,0-6-449-16,8-9-231 0,8-14-212 0,0-5-384 16,0-10-1148-16,8 0-2128 0,16-17-661 15</inkml:trace>
  <inkml:trace contextRef="#ctx0" brushRef="#br0" timeOffset="33131.292">14216 3860 5700 0,'0'0'732'0,"0"0"4721"0,0 0-3829 16,0 0-68-16,0 0 80 0,0 0 40 15,55 68-400-15,-50-43-356 0,-1 0-264 16,-1 0-220-16,1-2-251 0,4-7-181 16,-4-7 0-1,8 0 40-15,0-5-32 0,4-4 60 16,0 0-72-16,8-4-72 0,0-8-25 0,-1-4-11 15,5-3-16-15,-4-6-44 0,4 2 32 16,-4 4 40-16,1 3-28 0,-6 7 52 16,-3 2 24-16,-4 5 48 0,-4 2 100 15,0 2 60-15,-4 12 48 0,0-2-64 16,0 7-144-16,0 4 0 0,-4-2-72 16,0 5-208-16,0-4-280 0,0 0-392 0,0 0-500 0,0-5-1408 15,0 5-3401-15</inkml:trace>
  <inkml:trace contextRef="#ctx0" brushRef="#br0" timeOffset="36964.488">19300 736 4956 0,'0'0'3108'0,"0"0"1945"16,0 0-3629-16,-48 77-656 0,32-48 112 0,0 2 84 0,0 4-168 15,4 6-240-15,0 10-164 16,-4 6-160-16,0 6 76 0,4 11 96 15,-7 5 304-15,2 3-292 0,-2 7-112 0,-5 6-48 16,0 7 12-16,-1 3-87 16,-3 3-33-16,0 3-16 0,0 6-72 0,1 1-60 15,0 3-64-15,2 3 64 16,1 2 4-16,4 5 8 0,5 5-4 16,3 1 88-16,12-1-36 0,0-2-60 15,4-2 4-15,7 3 156 0,10-6-88 0,-2 1-72 16,5-3-12-16,4 1 12 15,8-8-48-15,-1-6-136 16,10-3-264-16,-2-5-109 0,9-5-43 0,0 0-264 16,3-8-292-16,5-1-388 0,0-9-412 0,4-7-696 0,-16-22-1653 0,27 9-1951 15</inkml:trace>
  <inkml:trace contextRef="#ctx0" brushRef="#br0" timeOffset="37654.761">28699 879 9204 0,'0'0'1733'0,"0"0"-421"0,0 0 460 0,0 0-444 15,87 48-476-15,-75-29 28 0,0 6 24 16,-4 6 216-16,-4 11-164 0,-4 6-356 0,0 9-272 16,0 3-12-16,-8 7 429 0,0 6-225 15,0 4-220-15,-4 5-56 16,4 1-64-16,-4 5-20 0,1 2-40 0,-2-2-108 15,5 1-8-15,1 3 92 0,-6-3-96 16,5 0-84-16,1 3 0 16,-1-4-24-16,-1 5-4 0,-2-1 40 0,-1 3-60 15,-4 4-24-15,-5 2-40 0,-2 5-44 0,-9-2-4 16,-8 4-24-16,-4 0-37 16,-8 3-11-16,0-1-48 0,-3 5-88 0,-1-4-72 0,0 0-260 15,4-3-248-15,5-6-520 0,-1-4-680 16,4-12-728-16,5-4-1725 0,2-22-555 0,-6 11 4612 15</inkml:trace>
  <inkml:trace contextRef="#ctx0" brushRef="#br0" timeOffset="46770.236">2406 8096 5196 0,'0'0'7429'0,"0"0"-5685"0,0 0-1108 0,0 0-400 16,0 0 480-16,0 0 712 0,0 0-436 0,-84 0-404 15,84 40 124-15,0 18-244 0,0 12-140 16,0 9-24-16,5 2 344 0,2 1-15 0,-3-13-357 16,4-8-276-16,0-21-44 0,4-13 20 15,0-15 16-15,0-9 8 0,0-3-84 16,-4-6-64-16,-1-3-45 0,-2-7-3 31,3-7-32-31,4-12 32 0,-4-3-72 16,0-6-184-16,0 0-268 0,-1-2 240 0,-7-1-48 15,4 6 36-15,-4-3 148 0,0 6-4 0,5 6 72 0,-5 6-184 16,4 10 460 0,-4 10 212-16,4 6-212 0,4 0 0 0,-1 17 372 15,6 2 112-15,2 12-52 0,2 7-36 16,-2 10 48-16,9 5 72 16,-4 10 68-16,5 8-252 0,2 6-76 0,-3 5-172 15,0 6-24-15,0 5-48 0,-9 2-8 0,-2 6 8 31,-5 1 76-31,-4 3-80 0,-4-3 0 0,-12 2 40 16,-4-6 12-16,-5-5 76 0,-2-11-136 0,-1-8 60 0,-4-11-48 16,0-10 72-16,0-11 12 0,4-7 52 0,1-14 9 15,3-4 15-15,-5-8-16 0,6-9-156 16,-9 0-36-16,0-9-132 16,-8-14-4-16,0-4-241 15,-4-9-147-15,8-5 0 0,4-7-260 0,9 0-312 16,7-2-204-16,8 2-976 0,4 10-1653 0,4-13-1635 0</inkml:trace>
  <inkml:trace contextRef="#ctx0" brushRef="#br0" timeOffset="46957.062">3115 8864 13565 0,'0'0'2464'16,"0"0"-1760"-16,0 0 44 15,0 0 1224-15,0 0-516 0,80 16-544 0,-61-16-607 0,2 0-305 16,3-4-208-16,0-1-401 0,-1-4-131 0,-3 2-524 31,-8 1-1780-31,1 2-3073 0,-13 4-3963 0</inkml:trace>
  <inkml:trace contextRef="#ctx0" brushRef="#br0" timeOffset="47088.651">3063 9099 8432 0,'0'0'4469'0,"0"0"-3973"0,0 0 128 0,0 0 840 0,0 0-96 16,0 0-176-16,92 29-280 0,-56-29-172 16,4-10-352-16,7 1-388 0,9-7-72 15,0 3-308-15,4-3-24 0,0 1-1188 16,-17 4-4156-16,26-1-1453 0</inkml:trace>
  <inkml:trace contextRef="#ctx0" brushRef="#br0" timeOffset="47671.052">4391 8597 11085 0,'0'0'2308'16,"0"0"-536"-16,0 0 40 0,0 0 68 16,-92-18-396-16,76 18-572 0,-5 9-376 0,2 10-207 15,-1 6-89-15,-1 14 88 0,6 8 72 16,3 14 12-16,4 9 44 15,4 6-116-15,4-4-88 0,0-5-144 0,8-15-96 16,0-15-12 0,4-11-72-16,4-11-144 0,0-12-72 15,4-3 20-15,8-5-68 16,4-15 56-16,0-11-8 0,0-11-160 0,3-8-221 16,-7-7-231-16,0-1-188 0,-4-5-324 0,-4 2-300 31,0-5-264-31,-5-4-72 0,-2-3 251 0,-5-10-91 15,-8 1 108-15,0-7-64 0,0 3 760 0,-8 7 1084 0,-1 12 340 0,5 16 1924 16,4 16 8-16,0 16-487 0,0 10-13 0,0 9-196 16,0 3-124-16,0 10-396 15,0 8-300-15,4 12 48 0,1 7 0 16,3 18-44-16,3 5 104 0,-2 13 0 0,6 7-375 16,-3 9-177-16,4 4-44 0,-4 5-220 15,-3 1-48-15,2-4-68 0,-7-3-148 0,4-13-260 16,0-11-21-16,0-11-135 0,0-12-296 0,0-16-696 15,4-13-1344-15,0-10-2929 0,0-12-3554 16</inkml:trace>
  <inkml:trace contextRef="#ctx0" brushRef="#br0" timeOffset="47824.266">4956 8997 13449 0,'0'0'2412'16,"0"0"-1816"-16,0 0 12 0,0 0 744 0,15 79-36 31,-10-52-484-31,-1-5-564 0,4 0-268 0,0 0 0 0,-1-3-528 0,10 0-388 0,-6 0-576 0,2-2-1296 31,2-3-3673-31</inkml:trace>
  <inkml:trace contextRef="#ctx0" brushRef="#br0" timeOffset="52122.671">5355 8360 6960 0,'0'0'7241'16,"0"0"-5501"-16,0 0-524 15,0 0-100-15,0 64 300 0,3-43-52 0,5 2-475 0,5-1-417 16,2 6-216-16,5 1-36 0,4 6 68 15,3 7 172-15,1-2-48 0,4 4-232 16,0 1-72-16,0 3-32 0,1 0-76 0,-6-4-8 16,1 1-112-16,-8-4 48 0,0-3-84 15,0-6-88-15,-4-7-276 0,-4-6-156 32,0-9-161-32,0-10-551 0,-5-4-1280 0,1-8-2200 0,9-20-3485 0</inkml:trace>
  <inkml:trace contextRef="#ctx0" brushRef="#br0" timeOffset="52310.077">5813 8487 6108 0,'0'0'8405'0,"0"0"-7433"0,0 0-732 16,0 0 704-16,-56 88 420 0,32-43-280 0,3 6-312 0,-2 6-304 0,-1 0-224 15,0 3-88-15,0 1 16 0,1-4-124 16,-1 0-48-16,-4-3-400 0,4-3-188 15,4-4-184-15,0-6-424 0,4-5-596 0,4-14-1016 16,0-3-2785-16</inkml:trace>
  <inkml:trace contextRef="#ctx0" brushRef="#br0" timeOffset="53514.628">6127 8912 3764 0,'0'0'1068'0,"0"0"4820"0,0 0-3959 0,0 0-617 16,0 0 104-16,0 0 28 0,0 0-264 15,0 0-392-15,0 0-284 0,0 0 220 16,36 63-4-16,-23-31-232 0,-6 4-148 0,5 1-132 16,-4 1-111-16,0 1-85 0,-4-2 72 15,4-5-80-15,-4-3-4 0,0-8-161 0,-1-1-47 16,2-10-24-16,-1-1-156 16,4-6-368-16,0-3-348 0,4-3-784 0,0-9-2964 15,-1-4-4153-15,6-14 6281 0</inkml:trace>
  <inkml:trace contextRef="#ctx0" brushRef="#br0" timeOffset="53748.695">6638 8788 12465 0,'0'0'2692'0,"0"0"-1824"0,0 0 100 0,0 0 628 0,0 0-36 15,95 55-608-15,-63-55-468 0,8 0-179 16,8-11-145-16,-5-1-160 0,10-7 0 16,-6-3-196-16,-3-4-293 0,-4 1-227 15,-5 3-276-15,-3-4-644 0,-8 8-1516 16,-8-1-2561-16,-7 2-3083 16,-9 4 8692-16</inkml:trace>
  <inkml:trace contextRef="#ctx0" brushRef="#br0" timeOffset="53928.581">6837 8503 12389 0,'0'0'2668'15,"0"0"-1924"-15,0 0 184 16,0 0 648-16,0 0-224 0,-25 88-432 16,25-55-324-16,4 0-244 0,0 3 13 0,9 5-85 15,-6 0-100-15,6 4-180 16,-5-1-48-16,-1 1-168 0,1-1-101 0,1 0-379 15,-1 2-316-15,3-6-496 0,-3-7-1596 16,12 1-3909-16</inkml:trace>
  <inkml:trace contextRef="#ctx0" brushRef="#br0" timeOffset="54380.593">7860 8457 8732 0,'0'0'4269'0,"0"0"-2781"0,0 0-464 0,-79-21 480 16,59 21-44-16,0 9-60 0,4 8-420 0,0 8-372 15,0 10-135-15,4 9-25 0,0 7 12 16,5 3 48-16,3 3-156 15,0 0-112-15,4-4-140 0,0-4-100 16,0-11 0-16,0-10-100 0,8-12-92 0,-1-6-12 16,10-7 32-16,6-3-128 0,5-13-4 15,4-6-36-15,3-13-108 16,2-3-133-16,-5-5-43 0,0-6 136 0,-4 2 184 16,-5 3 60-16,-7 5 132 0,0 3-48 0,-8 7 160 15,0 0 124-15,-8 10 156 16,4 7 52-16,-4 6 204 0,0 0-84 0,0 3-76 15,0 6-292-15,4 3-72 16,0 10 293 0,-1 11-1-16,2 3-48 0,3 3 8 0,-4 5 28 0,0 0-112 15,0-3 4-15,-1 0-184 0,1-2-100 0,1-2-188 16,-1-8-440-16,4-1-193 16,3-9-151-16,2-7-892 0,-2-5-792 0,2-4-2713 15,2-9-4231-15</inkml:trace>
  <inkml:trace contextRef="#ctx0" brushRef="#br0" timeOffset="54536.724">8410 8769 7220 0,'0'0'6081'0,"0"0"-4609"0,0 0-704 0,0 0 724 16,0 76 264-16,0-47-320 0,-4 0-556 0,4 2-468 31,0-2-144-31,0 2-139 16,0 1-129-16,0 4-85 0,4-5-535 0,0 1-404 15,0-7-288-15,0-6-1192 0,8-6-4105 16</inkml:trace>
  <inkml:trace contextRef="#ctx0" brushRef="#br0" timeOffset="55353.14">8741 8283 12453 0,'0'0'2228'16,"0"0"-1160"-16,0 0 12 0,0 0 460 0,51 80-228 31,-23-39-248-31,0 0-200 16,4 7-243-16,-4-3-161 0,0-1-168 15,0-2-112-15,-4-2-88 0,-3 2-92 16,2-7-12-16,-3-1-96 0,-5-5-60 16,2-4-16-16,-6-3-80 0,2-9-296 15,-2-6-157-15,2-4-51 0,-1-6-308 0,-1-11-1096 0,2 0-3024 16,-6-5-4693-16,1-11 7750 0</inkml:trace>
  <inkml:trace contextRef="#ctx0" brushRef="#br0" timeOffset="55515.759">9140 8471 5824 0,'0'0'7285'16,"0"0"-6117"-16,-52 85-548 0,27-40 288 15,-2 9 332-15,3 3-224 0,-4 0-224 0,4-2-340 16,4-8-376-16,5-6-76 0,2-3-272 16,9-6-600-16,-4-4-320 0,8-2-980 15,0-11-1929-15,8-4-3007 0</inkml:trace>
  <inkml:trace contextRef="#ctx0" brushRef="#br0" timeOffset="55787.597">9514 8772 104 0,'0'0'11029'16,"0"0"-8813"-16,0 0-616 0,0 0 172 15,84-19-296-15,-72 19-552 0,-9 0-516 16,5 0-116-16,-3 7-96 0,-1-1-48 0,0 7 72 0,-4 2-24 15,0 4 8-15,-8 0-56 0,-1 6-28 16,-6 1-44-16,-2 0-76 0,6 3-4 16,-5-7 0-16,4 0 0 0,4-3 0 15,0-7-96-15,4 1 4 0,4-3-64 16,0-1-120-16,12 1 84 0,4-3 184 16,4-1 8-16,0-3 0 15,7-3-4-15,1 0-124 0,0 0-140 16,0-7-8-16,-4-2-224 0,-3-3-420 0,-2 1-864 15,-3 5-2552-15,-12-3-3281 0</inkml:trace>
  <inkml:trace contextRef="#ctx0" brushRef="#br0" timeOffset="56747.167">8371 8788 3116 0,'0'0'472'15,"0"0"3312"-15,0 0-704 0,0 0-1291 16,0 0-853-16,0 0-8 0,0 0-104 15,0 0-144-15,0 0-64 0,0 0-104 0,0 0-136 16,-45-22-152-16,45 22-64 16,0-3 100-16,-4 3 12 0,4 0 212 0,0 0 192 15,0 0-172-15,0-3-152 0,0 3-44 16,0 0-52-16,0 0-12 0,0 0-76 0,0 0 52 16,0 0-48-16,0 0-28 0,0 0-72 15,0 0 16-15,0 0-44 0,0 0-44 16,0 0-64-16,0 0 52 0,0 0-60 15,0 0-72-15,0 0-28 0,0 0 76 16,0 0-40-16,4 0 64 0,0 0 72 0,9 0 12 16,-6 3 88-16,10 0 116 0,-6 0-92 0,6 0-28 15,-6-3-36-15,1 3 36 0,1-3-44 16,-2 4-52-16,-3-4 0 0,1 3-88 16,-2 0 76-16,-3 3 4 0,4 0 0 0,-4 7 8 15,1 1 68-15,-5 5 32 16,0 2-27-16,0 2-73 0,-5 5 0 0,-3 1 0 31,0-1-73-31,1 4 13 0,-6 0-52 0,1-4 40 16,5 1 24-16,-6-4 40 15,2 1-52-15,3-7 48 0,-5-3 12 0,6-1 12 0,-5-2 48 0,3-3-52 16,2-1 40-16,-1 1-36 0,4-3-8 16,-1-5 44-16,1 2 12 0,4-4-48 15,0 0-4 1,0 0-8-16,0 0-48 0,0 0-120 15,0 0-64-15,9 0-12 0,-1-4 244 0,3 2 36 0,10-5 112 0,3 0-100 16,4-2-48-16,0-1-120 16,-1 1 44-16,5-4-20 0,-1 4-24 15,6-1-176-15,-1-2-424 0,7 2-16 0,-2-3-248 16,2 0-1136-16,-11 4-3309 0,16-10-4783 16</inkml:trace>
  <inkml:trace contextRef="#ctx0" brushRef="#br0" timeOffset="57113.108">10594 8629 8172 0,'0'0'6177'16,"0"0"-4665"-16,0 0-620 0,0 0 452 15,0 0 156-15,80 14-400 0,-48-8-308 16,3-4-219-16,5-2-309 16,0 0-168-16,0-2-96 0,3-11-60 0,2 1-132 15,-6-11-333-15,1 1-315 16,-4-4-576-16,-12 7-2868 0,0-12-5685 0</inkml:trace>
  <inkml:trace contextRef="#ctx0" brushRef="#br0" timeOffset="57268.982">10837 8443 4484 0,'0'0'8845'15,"0"0"-7233"-15,-4 65-520 0,4-35 384 16,0 4-104-16,8 1-536 0,0-4-508 0,4 2-328 16,0-5-256-1,8 1-432-15,-1-4-196 0,1-3-344 16,1-6-1148-16,7-6-3013 0</inkml:trace>
  <inkml:trace contextRef="#ctx0" brushRef="#br0" timeOffset="57452.918">11997 8655 2672 0,'0'0'12709'0,"0"0"-10269"0,0 0-1664 0,0 0-284 0,79 0-356 16,-51-4-136-16,-4-4-52 0,4-3-948 16,4 3-852-1,3-9-2648-15,-7 4-4541 0,16 1 7553 0</inkml:trace>
  <inkml:trace contextRef="#ctx0" brushRef="#br0" timeOffset="57601.492">13239 8588 3788 0,'0'0'8469'16,"100"0"-7117"-16,-48 0 168 0,8-3 712 0,7-3-480 16,1-4-684-16,3 1-568 0,-2-1-500 15,2 1-196-15,1-4-880 0,-9 0-624 16,-11 4-1436-16,12-4-4945 0</inkml:trace>
  <inkml:trace contextRef="#ctx0" brushRef="#br0" timeOffset="57734.954">14594 8480 352 0,'0'0'7584'15,"0"0"-7584"-15,0 0-752 0,0 0-2528 16,0 0 1048-16</inkml:trace>
  <inkml:trace contextRef="#ctx0" brushRef="#br0" timeOffset="57982.571">15873 8426 5244 0,'0'0'10757'15,"0"0"-9069"-15,0 0-1208 0,0 0-36 16,72 73-60-16,-32-60 656 0,3-7 328 15,9-6-579-15,4-3-597 0,4-9-192 16,4-4-4 0,-1-7-188-1,-3-3-233-15,-4 1-87 0,-9-3 60 0,-6-1-108 16,-9 1-332-16,-9 1-812 0,-7 6-1420 0,-8-8-3229 0</inkml:trace>
  <inkml:trace contextRef="#ctx0" brushRef="#br0" timeOffset="58176.129">16136 8101 1604 0,'0'0'8316'0,"0"0"-5947"0,-4 71-469 0,4-33-36 0,0 7-236 15,0 1-236-15,4 3-324 0,-4 5-192 16,0 4-196-16,4-2-351 0,-4 8-193 16,0 3-136-16,0-1 48 0,4 1-44 15,0-4-4 1,4-5-72-16,8-11-305 0,4-5-159 0,4-8-148 0,3-5-60 15,5-13-940-15,-12-4-2280 0,12-12-4373 16</inkml:trace>
  <inkml:trace contextRef="#ctx0" brushRef="#br0" timeOffset="58819.302">17152 8096 3024 0,'0'0'2424'0,"0"0"1580"0,0 0-2804 0,0 0-43 15,0 0 87-15,0 0-36 0,0 0-60 0,0 0 84 16,0 0-200-16,0 0-116 0,0 0-68 31,36 12-200-31,-25-19-196 0,2-1-120 0,-5-5-28 16,4 4-36-16,-8-1 36 0,0 3 49 16,-4 4-77-16,0 3-104 0,0 0-40 15,0 0 0-15,0 0 28 0,0 0 68 16,-4 0-36-16,-5 3-192 0,-6 4-24 15,-5 8-144-15,-8 8 16 0,-4 12 152 16,0 9 120-16,4 10 96 0,5 7-8 0,-1 9-16 16,7 3 88-16,6-1-64 15,7-1 72-15,4-7-168 0,4-14 4 0,11-5-124 0,2-17 0 16,7-9-196-16,4-10-20 0,0-9-84 16,7 0-88-16,1-15-72 15,0-11-24 1,-1-2-60-16,-3-4 71 0,0-4 9 0,-8 3 28 0,0-3-64 0,-4 1 32 0,-8 4-240 0,0-4-8 15,-8 3-88-15,-4 1-52 0,0-2 344 32,-4-2 280-32,-4 4 72 0,0-1 160 0,0 10 36 15,0 2 408-15,4 14 416 0,4 4-104 16,-4 4-360-16,0 10-76 0,0 11 108 16,-4 5 100-16,0 14 244 0,4 2 104 15,0 7-71-15,4 1-201 0,0-2-216 0,4 0-232 16,4-2-108-16,1-6-48 0,2-4-108 0,5-10-168 15,0-2-64-15,-1-4-96 16,6-10-53-16,3-1-107 0,-4-9-172 16,-1-2-712-16,-6 0-2320 0,6-16-2741 0</inkml:trace>
  <inkml:trace contextRef="#ctx0" brushRef="#br0" timeOffset="59119.352">17726 8579 7160 0,'0'0'3957'0,"0"0"-2045"0,0 0-364 0,0 0 268 0,27 92-136 31,-27-64-132-31,0 4-120 0,0-3-367 0,0 2-385 0,-4-5-312 16,4 0-196-16,0-5-44 15,0-5-124-15,0-6-108 16,9-7-276-16,3-3-164 0,-1-3 112 16,9-11 23-16,5-5 1 0,-1-2-188 0,-1-5 4 0,-3 4 68 0,0 0 136 15,-4 3 84-15,0 6 248 16,-8 0 60-16,0 10 220 0,-5 0 64 0,1 3-16 15,1 6 124-15,-1 7 136 0,0 0-128 16,-4 6-180-16,4 0-24 16,0 3 8-16,-1-3 4 0,5 4 217 0,5-8-1 15,-2-5-424-15,2-4-496 0,2-6-101 16,6 0 73-16,-2-9-584 16,-3 0-2936-16,8-21-3065 0</inkml:trace>
  <inkml:trace contextRef="#ctx0" brushRef="#br0" timeOffset="59340.659">18462 8074 7564 0,'0'0'4481'0,"0"0"-2389"16,0 0-852-16,24 79 516 15,-7-38-72-15,7 8-128 0,-5 1-96 0,5 4-211 16,4 0-233-16,0-4-560 0,0 2-312 15,4-5-144-15,8-3-60 0,-1-6 52 16,6-6-244-16,6-3-96 0,1-14-184 16,8-2-124-16,-4-6-204 0,0-7-53 0,-9-3-895 15,-7-10-2316-15,-13 0-1429 0,-2-12-3727 16</inkml:trace>
  <inkml:trace contextRef="#ctx0" brushRef="#br0" timeOffset="59529.493">19152 8293 2508 0,'0'0'9225'0,"0"0"-6901"0,0 0-796 0,0 0-596 0,0 0-344 16,-95 6 92-16,67 23 372 0,-4 12 0 16,0 3-48-16,-9 5-312 0,6 4-167 15,-5-2-125-15,1 3-196 0,-6-3-144 16,2-1-60-16,3-2-300 0,4-4-200 16,0-6-241-16,8-2-147 0,5-11-80 0,6-3-216 15,6-9-604-15,7-10-1068 0,4 0-1885 16,0-6-875-16</inkml:trace>
  <inkml:trace contextRef="#ctx0" brushRef="#br0" timeOffset="59900.838">19148 8610 4636 0,'0'0'6661'16,"0"0"-4853"-16,0 0-248 0,0 0 232 0,0 0-28 15,24 73-192-15,-24-50-264 0,0-1-387 0,-4 3-361 16,-4-3-320-16,0 0-140 16,0 1-88-16,4-5-4 0,-4 1-8 15,4-5-4-15,0-2-96 0,4-2 28 0,4-7-12 16,8 0-172-16,8-3 28 0,4-6 84 16,8-7-101-1,4-5-23-15,-1-1-84 0,1-4 0 0,1 4 156 16,-6 0 96-16,-3 6 40 0,-1 4 52 15,-6 2-40-15,-5 4 48 16,-4 3 312-16,-1 0 188 0,-2 3 0 0,-5 7-75 16,0-1-121-16,0 4-88 0,-4 3-84 15,3 3-32-15,-3 4-52 0,4-2-36 16,0-2 40-16,5 1-52 0,-5-5-60 16,3 1 0-16,5 0-64 0,-3 0 40 0,-5-3-108 15,-1 0-416-15,-3-1-205 0,0 8-423 0,-7-8-1412 16,-10 7-5033-16</inkml:trace>
  <inkml:trace contextRef="#ctx0" brushRef="#br0" timeOffset="60721.205">3410 11001 3848 0,'0'0'10565'15,"0"0"-8385"-15,0 0-1124 0,0 0-92 16,0 0 288-16,0 0-272 15,0 0-312-15,0 0-327 0,0 0-233 0,0 0 88 16,0 0 20-16,104 10-68 0,-65-3-148 16,-7-5-48-16,0-2-4 0,-4 4 4 0,-4-4-84 15,-4 0-377-15,-4 2-419 0,-4-2-328 16,-8 0-1452-16,-4 11-4141 0</inkml:trace>
  <inkml:trace contextRef="#ctx0" brushRef="#br0" timeOffset="60873.594">3474 11322 1384 0,'0'0'10093'31,"0"0"-7221"-31,0 0-1244 0,0 0-276 0,0 0-152 0,0 0-268 16,96 56-308-16,-65-49-404 0,9-7-220 0,0 0-48 16,12-7-588-16,0-7-396 0,4-6-752 0,-13 4-3080 0,21-9-6441 15</inkml:trace>
  <inkml:trace contextRef="#ctx0" brushRef="#br0" timeOffset="61542.742">4554 10959 12157 0,'0'0'3040'16,"0"0"-1820"-1,0 0-48-15,0 0 212 0,0 0-344 16,-80-63-404-16,64 50-392 0,4 6-48 0,-4 2-192 16,8 5 176-16,-4 0 64 0,0 0-64 15,-4 12-164-15,1 11-16 0,-2 5 60 16,6 7-48-16,-2 3 145 0,1 6 39 16,5 1 384-16,3-4-12 0,0-6-288 15,-1-10-148-15,5-4-24 0,0-13-104 0,0-2-4 0,9-6-144 16,2 0-12-16,1-2 32 15,8-14-56-15,4-6-60 0,-3-6-112 0,6-11-84 0,-3 1-41 16,-4-3-7-16,4-4-52 16,-5 3-88-16,6-5-148 0,-5 0-28 15,-1 0 124-15,-2-12 216 0,-2 3 284 16,-2-4 72-16,-6-5 104 0,-3 2 64 0,-4 3 60 0,0 4 0 16,0 10 136-16,0 11 160 0,0 10 12 15,0 13 88-15,0 7 92 0,0 3-148 16,0 2-96-1,0 0-64-15,0 0-108 0,0 2-196 16,0 5-4-16,4 6 4 0,0 3 40 0,1 6 144 0,2 3-16 0,-3 10-56 31,8 0 92-31,-4 12-56 0,0 5-15 16,-4 5 51-16,4 4-76 0,-4 5-108 0,-4 0-36 16,0 5-36-16,0-5-12 0,0 1-28 15,-8-3 3-15,0-7-63 0,4-7-180 16,0-6 0-16,0-4-40 0,4-15-132 15,0-4-160-15,0-11-464 0,0-3-1456 0,12-11-2941 16</inkml:trace>
  <inkml:trace contextRef="#ctx0" brushRef="#br0" timeOffset="61729.762">5016 11144 5064 0,'0'0'8253'16,"0"0"-5837"-1,0 0-1824-15,0 0-116 0,8 76 852 16,-5-53-96-16,-3 2-644 0,4-3-588 16,1 3-48-16,-1-3-148 0,8 1-372 15,-5-1-340-15,2-3-832 0,3-2-3016 0,-5-9-2929 16</inkml:trace>
  <inkml:trace contextRef="#ctx0" brushRef="#br0" timeOffset="62120.699">5658 10462 432 0,'0'0'11397'15,"0"0"-9241"-15,0 0-1168 0,0 0-220 16,0 0 388-16,0 0 120 0,-25 79-204 0,22-35-324 15,3 3-148-15,0 4-76 0,0 7-76 16,3 2-83-16,5-3 47 0,5 3 12 0,2 0-144 16,2-1-268-16,2-9-12 0,1-3-60 0,4-9-76 15,-1-6-92-15,1-10-112 0,1-5-36 16,3-12-121-16,0-2-247 0,0-6-440 16,0-6-668-16,-9-4-1308 0,5-16-5017 15</inkml:trace>
  <inkml:trace contextRef="#ctx0" brushRef="#br0" timeOffset="62320.789">6243 10658 3696 0,'0'0'5520'0,"0"0"-191"0,0 0-3513 0,51 73-176 15,-34-45-112-15,3 5-308 0,-1-1-136 0,2-1-271 16,-1-3-401-16,-1 1-276 0,1-7-136 15,-4 1-132-15,0-4-136 0,0 0-360 16,0-3-165-16,-1-7 77 0,2-3-164 16,-2-6-916-16,-2-12-1156 0,-2-1-3137 15</inkml:trace>
  <inkml:trace contextRef="#ctx0" brushRef="#br0" timeOffset="62506.677">6565 10515 7776 0,'0'0'7517'16,"0"0"-6497"-16,0 0-708 0,-52 86 288 0,37-44 724 0,-5 5-108 16,4 0-436-16,0 5-256 15,0-2-120-15,4-2-64 0,-4-1-23 0,5-3-137 16,-6-2-180-16,6-4-260 0,-2-3-145 16,2-6-191-16,3-4-244 0,3-8-200 0,1-9-764 15,4-4-1236-15,4-11-4169 0</inkml:trace>
  <inkml:trace contextRef="#ctx0" brushRef="#br0" timeOffset="62686.209">6857 11007 9048 0,'0'0'6481'0,"0"0"-5413"0,-13 74-444 0,13-43 404 15,0 7 152-15,0 1-236 0,0-5-444 16,0-2-440-1,4-4-60-15,5 1-584 0,-1-7-76 16,-1-3-264-16,1-6-1432 0,5-3-4025 0</inkml:trace>
  <inkml:trace contextRef="#ctx0" brushRef="#br0" timeOffset="63017.972">7255 10876 7492 0,'0'0'5601'16,"0"0"-3761"-16,0 0-556 0,0 0-112 0,0 0 396 15,79 49-292-15,-39-40-104 0,1-2-323 16,6-4-245-16,-3-3-240 0,3-3-156 16,-2-7-76-1,-2-6-132-15,2-3-24 16,-6-3-352-16,1-1-252 0,-5-2-137 0,-7 0-259 0,-3 2-776 15,-10 9-2480-15,-10-6-4209 0</inkml:trace>
  <inkml:trace contextRef="#ctx0" brushRef="#br0" timeOffset="63390.421">7542 10576 1668 0,'0'0'564'0,"0"0"-396"0,0 0 224 0,0 0 4940 15,0 0-3572-15,0 0-611 16,0 0 151-16,0 0 384 0,0 0-68 15,0 0-460-15,36 53-100 0,-29-24-216 16,2 9-116-16,-1 0-52 0,-1 6-24 0,1 2-184 16,5 4-160-16,-6 1-60 0,-3 2-111 15,4-1-85-15,-3-4-48 0,-5-1-60 32,4-3-49-32,-4 1-99 0,4-8-340 0,-4 2-72 0,3-7-176 15,1-4-336-15,-4-12-1284 16,4-4-3973-16</inkml:trace>
  <inkml:trace contextRef="#ctx0" brushRef="#br0" timeOffset="64105.45">8917 10258 3120 0,'0'0'1320'15,"0"0"4232"-15,0 0-3375 0,0 0-1217 16,0 0-436-16,0 0 704 16,0 0 484-16,-69-66-556 0,62 62-328 15,-1 4-324-15,-5 0-60 0,2 4-52 16,-6 11 12-16,6 7-64 0,-1 7-24 0,0 13 0 15,0 5 148-15,4 5 21 0,0-2-157 16,4 1-112-16,-4-7-68 0,8-6-64 16,0-13-24-16,0-6-60 0,0-9 0 15,8 0-132-15,1-7-112 0,2-3-84 0,5 0-96 16,4-13-49-16,0-5 21 0,4-6-132 16,-1-1-64-16,1-3-124 0,-3-1-116 0,-2 0 132 15,1 1 160-15,-3 5 56 0,-6 2 300 16,1 4 52-16,-3 5 188 0,-6 6 88 15,1 2 48-15,0 4 96 0,0 0 268 16,0 7-64-16,-4 6-152 0,4-1-136 0,-4 4-60 16,0 0-88-16,5-1-4 0,-5-1-456 0,0-3-628 15,0 0-1400-15,3-2-2601 0,-3-5-3163 16</inkml:trace>
  <inkml:trace contextRef="#ctx0" brushRef="#br0" timeOffset="64325.43">9119 10426 3180 0,'0'0'324'0,"0"0"1004"0,0 0 3856 0,0 0-3367 0,0 0-409 0,0 0 100 16,0 0-212-16,0 0-268 0,0 0-344 16,0 0-176-16,72 64-212 15,-72-48-48-15,0-4 108 0,-4 4-24 0,-4 3-100 16,1-3-112-16,-1 3-32 0,-1-6-76 16,1 4-4-16,5-6-8 0,3 3-4 0,0-6-84 15,0-1 36-15,7 0 52 0,6-1 48 16,2-3-40-16,6-3 4 15,2 0 4-15,1 0-16 0,4-3-264 0,-4-3-300 16,4-1-336-16,-4 0-416 0,-9 2-1188 16,-2 2-3117-16</inkml:trace>
  <inkml:trace contextRef="#ctx0" brushRef="#br0" timeOffset="64546.49">8502 11014 4440 0,'0'0'5804'0,"0"0"-4067"0,0 0-1337 15,0 0-16-15,0 0 1356 16,0 0-104-16,103-7-668 0,-55-5-372 0,8-1-76 16,0-3 44-16,4 3-144 0,-1 1-112 0,-3-1-200 15,0 0 28-15,0 4-136 0,-9-1-56 16,1 4-128-16,-8-3-396 15,1 2-492-15,-2 4-788 0,-15-3-3024 0,-1 3-5873 0</inkml:trace>
  <inkml:trace contextRef="#ctx0" brushRef="#br0" timeOffset="65063.49">9095 11232 560 0,'0'0'9220'15,"0"0"-7635"-15,0 0-1149 16,0 0 232-16,0 0 876 0,-86 36-80 0,73-17-232 0,-2 3-348 16,2 3-144-16,1 1-60 0,5 3-44 0,-2-7 64 15,5 0-44-15,0-7-180 0,0-5-136 16,4-3-147-16,0-4-81 0,0-3-16 0,0 0-12 15,0 0-84-15,8-3-232 0,0-7-109 16,1-6 253-16,6-3-116 0,-2-4-100 16,2 2-52-16,1 2 4 0,0-4 20 15,0 1-32-15,0-3-68 0,4 0-84 0,-5-5-112 16,2 2-276 0,3 0-272-16,-5-4-108 15,-3-3 52-15,4 4-120 0,-8-1-101 16,0 4 289-16,-3-5 296 0,-1 7 24 0,-4 4 844 0,0 7 288 0,0 5 656 15,0 4 520-15,-4 3 13 16,4 3-313-16,0 3-108 0,-5 3-196 0,5 7-256 16,-4 6 88-16,4 1-16 0,-4-2 80 15,0 4-28-15,4 4-248 16,-4-1-112-16,4 1-36 0,0-1-100 0,0 3-136 16,-3 2-96-16,3 1-4 15,-4-3-104-15,0 0-248 0,4 2-148 16,-5-2-24-16,5-3-124 0,0 1-132 15,0-4-520-15,0-3-1172 0,5-9-2605 16,-1-3-2547-16,7-7 7188 16</inkml:trace>
  <inkml:trace contextRef="#ctx0" brushRef="#br0" timeOffset="65238.965">9415 11248 404 0,'0'0'11385'0,"0"0"-9441"0,0 0-1020 15,0 0 112-15,4 71 468 0,-1-49-392 16,5-3-336-16,-4 3-384 16,0-3-224-16,1 3-168 0,-1-2-84 15,3-5-396-15,-7 1-272 16,4-3-152-16,0-4-384 0,-4-2-1352 0,4-4-3877 16</inkml:trace>
  <inkml:trace contextRef="#ctx0" brushRef="#br0" timeOffset="66092.735">9718 10376 10596 0,'0'0'2057'0,"0"0"-1113"0,0 0 32 15,32 67 584-15,-17-29-244 0,5 9-400 0,0 3-204 16,4 1-220-16,0 3-76 0,-4-3-136 15,-1-3-256-15,-2-4-24 0,-2-5-96 16,2-8-28 0,-2-9-180-16,1-3-348 0,0-9-24 15,0-4-436-15,-4-6-896 16,0 0-3209-16</inkml:trace>
  <inkml:trace contextRef="#ctx0" brushRef="#br0" timeOffset="66267.679">10092 10626 4396 0,'0'0'8085'0,"0"0"-6705"0,-60 86-1012 0,36-45 212 15,-4 10 816-15,0 0-184 16,0-3-404-16,9-4-648 0,2-9-160 16,10-6-272-16,3-3-436 15,4-8-628-15,0-5-1664 0,8-7-4117 0</inkml:trace>
  <inkml:trace contextRef="#ctx0" brushRef="#br0" timeOffset="66449.181">10319 10912 3860 0,'0'0'80'15,"0"0"7245"-15,103-25-5273 0,-71 21-580 0,1-3-264 16,-10 7-180-16,-3 0-356 0,-4 5-352 16,-8 4-136-16,-4 7 16 0,-4 3-116 0,0 0-20 0,-4 6 8 15,-4 5-8-15,-8-3 32 0,0 5 4 16,0-3-40-16,0-4-52 0,4-3-8 15,5-3-72-15,3-6-64 0,4-3-468 16,0-4-300-16,7-3 80 0,9-3 8 16,4 0-208-16,8-9-960 0,-8-1-2853 0,20-9-2910 15</inkml:trace>
  <inkml:trace contextRef="#ctx0" brushRef="#br0" timeOffset="66768.206">11247 10893 16777 0,'0'0'1884'15,"0"0"-1824"-15,0 0 112 16,104 13-124-16,-72-19 308 0,4-11-12 16,-1-1-196-16,1-4-148 0,0-7-624 0,4-3-204 15,-8-3-548-15,-9 10-2856 0,-2-14-5657 0</inkml:trace>
  <inkml:trace contextRef="#ctx0" brushRef="#br0" timeOffset="66950.019">11434 10481 3344 0,'0'0'1980'0,"0"0"5505"0,0 0-5677 0,-15 101-448 0,11-59 16 15,4 2-28-15,0 0-380 0,4 1-344 16,0-1-380-16,3-2-244 0,-3 2-144 15,5 0-396-15,-1-6-196 0,3 0-212 16,2-8-440 0,-2-9-1640-16,10-5-5381 0</inkml:trace>
  <inkml:trace contextRef="#ctx0" brushRef="#br0" timeOffset="67166.534">13040 10759 14957 0,'0'0'2856'0,"0"0"-2240"0,0 0-444 0,0 0 64 31,0 0 20-31,0 0 52 0,0 0-308 0,0 0-380 0,0 0-904 16,80 17-704-16,-52-17-1820 0,-8-4-3329 0,16-2 2829 15</inkml:trace>
  <inkml:trace contextRef="#ctx0" brushRef="#br0" timeOffset="67399.671">14220 10624 484 0,'0'0'300'15,"0"0"1940"-15,0 0-1324 0,0 0 1568 16,91-6-948-16,-71 1-472 0,-8 3 356 0,0 2 141 16,-4 0 327-16,0-4 8 15,0 1-844-15,0 0-664 0,4-4-276 0,0 1-104 16,3 0-4-16,2 0-4 0,-2-4 112 16,5 1-76-16,1-1-36 0,-2-3-560 0,1 4-604 15,-3-1-616-15,2-2-2745 0</inkml:trace>
  <inkml:trace contextRef="#ctx0" brushRef="#br0" timeOffset="67963.062">16280 10493 7036 0,'0'0'6873'0,"0"0"-5441"0,0 0-616 16,0 0-152-16,0 0 392 15,0 0-240-15,0 0-44 16,0 0 268-16,0 0-160 0,0 0-175 0,107 54-5 0,-68-54-192 15,-2 0-192-15,7-10-172 16,-5-5-132-16,2-4-12 0,-6-3-168 16,1-8-376-16,0 3-184 0,-4-3-145 0,-8-1-371 15,-13 12-1488-15,2-10-3897 0</inkml:trace>
  <inkml:trace contextRef="#ctx0" brushRef="#br0" timeOffset="68146.187">16582 10192 7080 0,'0'0'2984'16,"0"0"-491"-16,-16 66-837 0,16-28 184 16,-4 10 20-16,1 7-136 0,3 1-356 15,0 4-527-15,3-6-261 0,1-3-312 16,8-6-268-16,4-7-168 0,0-10-488 16,8-2-185-16,8-7 49 0,0-6-16 0,12-10-384 15,-1-3-772-15,-7-7-1228 0,24-14-3861 16</inkml:trace>
  <inkml:trace contextRef="#ctx0" brushRef="#br0" timeOffset="68515.993">17714 9876 7524 0,'0'0'6269'16,"0"0"-5053"-16,0 0-476 0,0 0 264 0,0 0 412 15,-88-47-308 1,65 64-140-16,-5 8-164 0,4 7-256 15,-1 5-35-15,1 8 127 0,5-1 148 0,3 3-232 16,0-5-232-16,4-3-108 0,4-8-96 16,4-6-120-16,0-9 0 0,4-9-48 15,0 0-72-15,8-7-192 0,3 0-64 16,10-11 52-16,-1-3-112 0,3-10-96 16,1-4 12-16,0-1-53 0,1-2-35 0,-1 1 8 0,-5 5 40 15,1 0-68-15,-4 0 76 16,0-1 284-16,-1 8 268 0,-6-2 160 0,-1 8 372 0,0 2-4 15,-5 10-248-15,1 0-168 16,5 7 32-16,-1 5 260 0,-4 11 120 16,-1 2-172-16,5 4-24 0,-8-1 53 0,5-3-45 15,-1 1-204-15,-4-7-132 0,0 0-148 16,0-3-80-16,0-3-285 0,0-4-143 0,4-6-136 31,-4 0-300-31,7-3-1560 0,1-9-2012 0,1 3-1461 0</inkml:trace>
  <inkml:trace contextRef="#ctx0" brushRef="#br0" timeOffset="68746.979">17901 10090 3100 0,'0'0'9037'0,"0"0"-6085"0,0 0-1492 0,0 0-404 15,7 69 144-15,-7-49 60 0,0-5-76 0,0 2-259 16,0-8-345-16,0-3-336 0,0-3-124 16,5 0-12-16,-1-3-108 0,0 0-72 0,4-3 64 15,8-2 0-15,0-6-76 0,0-3-84 16,3 0-16-16,-2 1-56 15,-2 0 68-15,2 7 28 0,-2 0 32 0,-2 3 52 16,-2 3 12-16,-3 0-24 0,0 6-1 16,-4 3-63-16,0 1-128 15,-4 3-56-15,0-1-164 0,0 5-264 0,0-4-504 16,0-1-1068-16,-4 3-1588 0,0-8-1933 16</inkml:trace>
  <inkml:trace contextRef="#ctx0" brushRef="#br0" timeOffset="69000.45">16980 10855 9368 0,'0'0'6341'15,"0"0"-5461"-15,0 0-732 0,0 0 28 16,0 0 372-16,0 0 504 0,0 0-8 0,124-19-200 15,-61 1-392-15,14 1-236 0,3-2 212 16,3 1 33-16,1-2-193 0,-4 4-148 16,-5 0-32-16,-4 0-88 0,-7 3-180 15,0 1 96-15,-8 6 12 0,-4-1-76 0,-13 4-33 0,-3 3-439 0,-12-4-224 32,-3 2-244-32,-10 2-936 0,2 0-1952 0,-10 0-2709 15</inkml:trace>
  <inkml:trace contextRef="#ctx0" brushRef="#br0" timeOffset="69584.659">17749 11237 2764 0,'0'0'836'15,"0"0"1988"-15,0 0 1548 0,0 0-2739 16,0 0-357-16,0 0 180 0,0 0-120 15,-83 31-216-15,71-9-180 16,0 3-116-16,0 4-248 0,0-1-184 0,0 1-148 16,0 0-124-16,4-4-116 0,1-6-4 15,3-3-8-15,4-6 8 0,0-7-48 16,4 0-160-16,3 0 172 0,5-3 36 0,4 0 184 16,0-6-64-16,4-4-60 0,-4 1-60 0,4-7-48 15,0-4-208-15,0 2-12 0,-1-4-36 16,6-4 8-16,-1-6 28 0,0 1-64 15,-1-7-88-15,1 0 76 0,0-1-40 16,-5-1 172-16,2 1-96 16,-1 1-16-16,-5 2 196 0,-6 3 128 0,-1 4 112 0,0-1 60 15,-8 2 164-15,0 6 48 0,0-4 12 0,0 11-52 16,0-2-36-16,0 9-12 0,-4 4 0 16,4 4-52-16,0 4-120 0,0 8-76 15,-4 7 36-15,0 10-24 0,0 2 64 31,-1 4 168-31,1 3 28 0,1 3 140 16,-1-2-204-16,-4-1-208 0,0 1-48 16,-4-2-72-16,4-1-172 0,-5-5-500 0,6-6-380 0,3-3-168 15,0-6-1028-15,4-6-2152 0,0-10-2385 16</inkml:trace>
  <inkml:trace contextRef="#ctx0" brushRef="#br0" timeOffset="69732.537">18156 11147 6916 0,'0'0'7689'0,"0"0"-6129"0,0 0-632 0,4 79 360 16,-4-40-168-16,0-1-264 0,-4 0-200 16,4 3-168-16,-4-3-220 0,4-7-220 0,0 2-48 15,4-11-524-15,0-3-560 16,4-3-192-16,0-7-540 0,-1-2-2488 0,2-4-5005 16,-1-6 6113-16</inkml:trace>
  <inkml:trace contextRef="#ctx0" brushRef="#br0" timeOffset="70137.253">18877 10239 1644 0,'0'0'3012'0,"0"0"2892"16,0 0-3591-16,52 67-165 0,-29-23-328 15,-2 7-320-15,-1 6-280 0,-5 3-376 0,2-2-28 0,-2-5-75 0,-2-6-293 0,-2-8-312 16,6-4-136-16,-9-9-112 16,3-3-176-16,2-11-273 0,-2-3-267 0,5-9-136 15,4 0-636-15,-8-6-2392 0,12-19-3433 16</inkml:trace>
  <inkml:trace contextRef="#ctx0" brushRef="#br0" timeOffset="70309.842">19328 10353 6492 0,'0'0'7637'16,"0"0"-6081"-16,-76 67-1056 0,40-29-148 15,-4 13 424-15,0 6 384 0,-4 1-52 0,9 1-216 16,3-1-332-16,0-7-400 0,8-7-160 15,7-6-84-15,2-3-504 0,2-7-340 0,6-1-32 0,3-6-388 16,0-7-1516-16,4-9-4057 0</inkml:trace>
  <inkml:trace contextRef="#ctx0" brushRef="#br0" timeOffset="70605.585">19527 10718 8292 0,'0'0'6381'0,"0"0"-4921"0,0 0-828 16,3 67 384-16,-10-41 564 0,3-5-188 0,0 2-404 0,-5-4-611 16,9-3-377-16,0-6-40 15,0-1-36-15,0-3-177 0,9-3-87 16,-1-3-4-16,3 0 164 0,6-9-4 0,-2-4-60 16,5-7 184-16,5 2 12 0,-1-1-28 15,-1 4-20-15,1-2 20 0,-4 9 4 0,-1-2-12 16,-2 10-4-16,-2 0 88 15,2 0 64-15,-6 10 132 0,-2 2-16 0,-1 3 28 16,-1 2-132-16,-3 5-68 0,0-4 0 16,0 2-8-16,1-5 0 0,-1-2-76 15,-4-3-264-15,4-4-272 0,-1-3-52 0,5-3-680 0,-4 0-1580 16,9-16-3701-16</inkml:trace>
  <inkml:trace contextRef="#ctx0" brushRef="#br0" timeOffset="70853.908">20395 10179 7988 0,'0'0'5105'0,"0"0"-2773"0,0 0-652 0,80 72-48 0,-52-40-24 15,0 0-184-15,0 6-359 16,4 3-349-16,0 4-392 15,7 3-56-15,-3 6-52 0,-4-1-212 0,0 2-4 0,-8 5-108 0,-9 0-208 16,-2 7-252-16,-13 0-192 16,-4-1-41-16,-16 2-171 0,-8-2-360 0,-12-3-756 15,-4 1-708-15,-7-1-1249 0,-5 1 1677 0,16-17-3668 16,-32 17 5712-16</inkml:trace>
  <inkml:trace contextRef="#ctx0" brushRef="#br0" timeOffset="77152.318">7471 2410 132 0,'0'0'6748'15,"0"0"-2559"-15,0 0-2417 0,0 0-68 0,0 0 24 16,-9 94-296-16,1-49-396 0,4 2-140 16,-3 5-76-1,-2 4-284-15,-3 3-72 0,1-6-51 0,-2 1-97 0,2-3-88 16,-2-3-164-16,1-7-64 0,5-13-48 16,3-6-24-16,0-6-268 0,4-10-241 15,0-6-271-15,0 0-276 0,8-12-820 16,-1-1-1928-16,14-21-3273 0</inkml:trace>
  <inkml:trace contextRef="#ctx0" brushRef="#br0" timeOffset="77302.433">7570 2695 5004 0,'0'0'7161'16,"0"0"-5489"-16,-20 68-808 0,8-35 456 0,-4 6 56 15,4-1-288-15,-4 3-300 0,4-3-356 16,-4 1-432-16,4-2-88 0,1 2-464 0,-2 2-532 15,1-3-584 1,5-2-1532-16,-14 11-3733 0</inkml:trace>
  <inkml:trace contextRef="#ctx0" brushRef="#br0" timeOffset="78104.304">5027 4382 1472 0,'0'0'536'16,"0"0"-312"-16,0 0 2616 0,0 0 1888 15,0 0-3127-15,0 0-281 0,0 0 524 0,0 0-520 16,-35-68-108-16,31 65-236 0,0 1-32 0,0 2-152 16,0 0-392-16,-4 0-124 0,4 0-132 15,-8 5-40-15,0 9-32 16,0 0 8-16,-3 5 0 0,-2 11-72 0,1 5 76 16,0 6-4-16,0 6 0 15,1 5-24-15,-2 1-48 0,2 7 0 16,-2 3-12-16,2 2 0 0,-2 1-8 15,6 4-40-15,-1 0-12 0,0-4 52 16,4-2-52-16,8-10-12 0,0-6-88 0,0-9-192 0,15-14-236 16,2-6-36-16,7-11-76 0,4-1-204 0,4-7-64 15,4 0-604-15,-1-12-940 0,1-5-2233 16,-8 6-1847-16,11-13 6004 0</inkml:trace>
  <inkml:trace contextRef="#ctx0" brushRef="#br0" timeOffset="78446.167">5347 4619 7068 0,'0'0'2320'0,"0"0"453"0,0 0-1509 0,0 0-664 16,0 0 576-16,0 0 156 0,0 0-396 15,67 79-232-15,-43-46-112 0,0 4-148 0,0 8 48 16,4-1 156-16,-4 2-136 0,-5 0-308 16,-2 2-192-16,-2-3-12 15,-2-8-56-15,-6-5-124 0,6-7-224 0,-9-8-108 16,3-9-116-16,-3-8-72 0,8 0-76 15,-3-11-520-15,-2-5-680 0,1-4-1128 16,5-10-3705-16</inkml:trace>
  <inkml:trace contextRef="#ctx0" brushRef="#br0" timeOffset="78604.253">5665 4679 5156 0,'0'0'5076'0,"0"0"-2083"0,0 0-1889 0,0 0-524 0,-84 96 416 15,60-61 156-15,5 3-184 0,-5 0-300 16,3 0-212-16,2-1-128 0,-1-1-32 0,4-4-148 16,4 3-148-16,-3-7-64 0,6 4-352 15,-3-6-260-15,5-1-212 16,3-6-440-16,4-6-1424 0,0 0-3381 0</inkml:trace>
  <inkml:trace contextRef="#ctx0" brushRef="#br0" timeOffset="78804.577">5877 5070 6460 0,'0'0'8013'0,"0"0"-6513"0,0 0-1032 0,0 0 140 16,-4 80 360-16,4-58-324 0,-4 0-388 15,4 0-256-15,0-3 0 0,0 3-60 0,0-2-188 16,0-5-332-16,0 4-236 15,0-6-184-15,0-1-372 0,0-1-944 16,0-5-2261-16,0-3-2207 0,0-3 5936 0</inkml:trace>
  <inkml:trace contextRef="#ctx0" brushRef="#br0" timeOffset="79221.642">6111 4903 6048 0,'0'0'6161'15,"0"0"-4097"-15,0 0-360 16,0 0-280-16,80 53 36 0,-52-37-272 0,0-3-148 0,4-7-408 15,-4 0-331-15,4-6-177 16,0-3-124 0,-1-10-60-16,5-2-257 0,-4-4-219 0,-4-4-148 15,-8 4-96-15,-1 0-300 0,-2 3-916 16,-9 3-2064-16,-5 1-2549 0</inkml:trace>
  <inkml:trace contextRef="#ctx0" brushRef="#br0" timeOffset="79443.91">6358 4711 4460 0,'0'0'7381'0,"0"0"-6049"0,0 0-672 0,0 0 304 0,0 0 332 0,-4 83-180 16,13-48-224-16,-1 3-228 16,-1 0-220-16,6 0-136 0,-2 4-100 15,-3-1-52-15,0 3-20 0,1 0-100 0,-6 3-36 16,-3-5-132-1,0 0-372-15,0-8-256 0,0 1-168 0,0-6-228 16,0 0-848-16,4-7-2749 0,0-6-4075 0,4-3 8124 16</inkml:trace>
  <inkml:trace contextRef="#ctx0" brushRef="#br0" timeOffset="80019.357">6960 4479 5620 0,'0'0'232'0,"0"0"5569"0,0 0-3805 0,0 0-780 0,0 0-48 16,0 0-140-16,0 0-296 0,-67 80-124 0,59-51-140 15,3 9 12-15,-3 0 20 16,8 3 100-16,-4 3-124 0,1 1-100 15,3-7-96-15,0-3-108 0,0-6-51 16,0-4-109-16,3-12 48 0,1 0-60 0,4-7 0 16,1-3-181-16,-2-3-15 15,5 0 28-15,4-9-112 0,0-4-136 0,4-7-36 16,-3-2-12-16,2 0-64 0,-3-6-36 16,3-1-104-16,-2 4 60 15,-6-4 124-15,6 4 184 0,-9 2 88 0,-1 4 140 16,-3 0 72-1,1 6 160-15,-5 4 252 0,4 3 84 16,-4 3-36-16,0 3-88 0,0 0-100 16,0 6-100-16,4 6-24 0,0 5 244 0,-1 4-12 15,-3 9-112-15,4-2 40 0,0 4 44 16,0-4-8-16,-4 1-212 0,5-4-132 16,-1 3-96-16,-4-5-332 0,4-1-196 15,-1-4-220-15,1-4-132 0,4-4-488 0,1-4-1568 0,-5 0-3253 16,-1-6-803-16</inkml:trace>
  <inkml:trace contextRef="#ctx0" brushRef="#br0" timeOffset="80346.496">7406 4788 4072 0,'0'0'1384'0,"0"0"5261"0,0 0-5149 0,0 0-672 0,0 0 700 16,0 0-256-16,0 0-388 0,80-22-264 0,-76 22-88 15,0 2-124-15,-1 5 0 16,-3 2 0-16,0 4-76 0,0 0-144 16,0 3-60-16,0 0-64 0,-3-1-52 0,3-2-8 15,-4 1-8-15,4-2-4 0,0-3-36 16,0-3 32-16,0 4 4 0,7-3-60 15,2-1 24-15,-1 0 44 0,3 3-4 16,6-5-4-16,-2 2-160 0,2-4-228 0,-2-2-288 0,2 0-292 16,-2 0-444-16,-6 0-2696 0,2 0-4929 15</inkml:trace>
  <inkml:trace contextRef="#ctx0" brushRef="#br0" timeOffset="80654.906">6820 5298 4852 0,'0'0'8405'16,"0"0"-6805"-16,0 0-1184 0,0 0 124 0,0 0 488 16,0 0-8-16,84 7-192 0,-44-7-228 15,-4 0-156-15,8 0-116 0,-1 0-8 0,2-2 8 16,-2-3-36-16,-2 5 0 0,-2-6 24 0,4 3-192 16,-6 0-124-16,-1-4-52 0,-8-2-176 15,-1 3-516-15,-7-1-356 0,0-2-264 16,-4-1-1296-16,-7 7-3289 0</inkml:trace>
  <inkml:trace contextRef="#ctx0" brushRef="#br0" timeOffset="81135.217">7227 5566 6020 0,'0'0'2728'16,"0"0"2329"-16,0 0-3641 0,0 0-512 15,0 0 360-15,0 0-248 0,0 0-204 16,-63 69-212-16,50-50-160 0,5 7-160 16,1 3-48-16,3-4-36 0,4 4 24 0,0-4 36 15,0 0 96-15,0-6-11 0,4-3-113 16,0-3-92-1,-1-4-4-15,5-6-120 0,-4 4-12 0,0-7-8 16,5 4-52-16,-6-4 12 0,9 0-40 16,-3-4-20-16,-2 1 0 15,5-4-72-15,-4-2-41 0,0 2-35 0,4-2 12 0,-4-4-12 16,0 1-72-16,0-1-24 16,0-6 44-16,-1 3 52 0,-3-3 12 15,5 0 0-15,-5 2-40 0,0-2-48 16,0 5-40-16,-1 0-8 0,-3 1-68 15,4 1-184-15,-4 6 120 0,0-1 92 16,0 4 60-16,0 3-8 0,0 0 16 0,0 0 164 16,0 0 124-16,0 3 64 0,0-3 8 15,-4 3-8-15,4-3-128 0,0 0-60 16,-3 4-92-16,3-4-176 0,-4 0-144 0,4 0-504 0,-4 0-929 0,0 0-1863 16,0 0-380-16,-1 0 3444 0,-2 0 24 31,42-7 780-31</inkml:trace>
  <inkml:trace contextRef="#ctx0" brushRef="#br0" timeOffset="81754.715">7263 5289 548 0,'0'0'5412'16,"0"0"-447"-16,0 0-3169 15,0 0-648-15,0 0-48 16,0 0-104 0,0 0-192-16,0 0-196 0,0 0-124 0,0 0-64 0,0 0 12 15,19 35 120-15,-14-19 184 0,3 5-124 16,-4 6-76-16,0 1-100 0,3 1-59 0,2 5-85 15,-1 2-36-15,-1 2-64 0,1 3-72 16,1-3-32-16,-1 3-88 0,-5-3-4 16,9 1-8-16,-3-8 4 0,-2 1-4 0,1-6-72 15,0-8 36-15,-3-5-180 0,-1 1-296 16,-1-12-181-16,5 1-135 0,0-3-128 16,1-5-260-16,-2-9-1280 0,5-5-2685 0,-3 3-3835 15,6-9 8872-15</inkml:trace>
  <inkml:trace contextRef="#ctx0" brushRef="#br0" timeOffset="81911.804">7654 5626 1656 0,'0'0'9461'0,"0"0"-5445"0,0 0-3024 16,0 0-560-16,4 72 92 0,-4-46 292 0,0 0-76 16,0-1-368-16,0-6-348 0,4 0-24 15,-4-3-332-15,3-3-384 0,-3-4-16 16,0-3-128-16,4-6-260 15,-4 0-1024-15,0 0-2849 0,0-12-2243 16</inkml:trace>
  <inkml:trace contextRef="#ctx0" brushRef="#br0" timeOffset="82218.731">7853 4870 6352 0,'0'0'7849'0,"0"0"-5945"0,39 102-616 0,-22-58 344 16,2 4-164-16,-3 2-248 0,0-5-323 15,0-3-389-15,1-8-292 0,-2-2-216 16,-4-7-48-16,2-6-168 0,-5-6-400 16,3-3-273-16,-2-8-123 0,3-2-208 15,-5-5-1016-15,2-5-2564 0,3-8-2833 16</inkml:trace>
  <inkml:trace contextRef="#ctx0" brushRef="#br0" timeOffset="82395.054">8079 4943 392 0,'0'0'12997'0,"0"0"-10933"0,-43 67-1156 0,19-32 0 16,0 9 156-1,-4 1-176-15,1 2-212 0,3-5-236 16,3-1-236-16,1-2-204 0,1-8-40 16,2 1-264-16,6-7-480 0,-1 4-212 0,0-4-156 15,-4-3-816-15,4 0-2605 0,4-6-3479 16,-4 0 6960-16</inkml:trace>
  <inkml:trace contextRef="#ctx0" brushRef="#br0" timeOffset="82735.06">8255 5292 3696 0,'0'0'10613'0,"0"0"-9125"0,0 0-1200 0,0 0-48 16,0 0 48-16,0 0 348 15,0 0 168-15,0 0-196 0,0 0-288 0,0 0-76 16,52 64 64-16,-44-42 32 15,-1 3-132-15,-3 4-48 0,0 0-60 0,1-1-100 16,-5 0-4-16,0-2-120 0,0-1-452 16,0-5-184-16,0-5-128 15,0-2-92-15,0-6-352 0,4-7-624 16,-4 0-917-16,4 0-2875 0</inkml:trace>
  <inkml:trace contextRef="#ctx0" brushRef="#br0" timeOffset="83521.136">8131 5407 1932 0,'0'0'652'16,"0"0"3908"-16,0 0-1640 15,0 0-1067-15,0 0-497 0,0 0 28 0,96-39-288 16,-72 37-352-16,0 2-156 0,-5 0-44 0,2 0-12 16,-1 6-64-16,-8 0-48 15,-1 7-28-15,2-1-96 0,-6 5-76 16,-3-2-36-16,0 1-88 0,-4 0-36 0,0 3-48 16,0 0 52-16,-4 0-64 0,-3 0 0 15,-1 4-124-15,-5-1-8 16,2 0 8-16,-6 0 52 0,6 0-4 0,3-3 16 0,-5 0 12 15,6-6-16-15,3-1 4 16,0-1 52-16,4-5-4 0,0-4-40 0,0 2 52 0,4-4 148 16,4 3 84-16,4-3-36 0,4 0-64 15,4-9-84-15,-1-1-48 0,5-3-136 16,0-2-196-16,1-4-180 16,-1-1-228-1,-5-2-112-15,1 3-416 0,0 1-888 0,-8 1-2229 0,3-3-3171 16</inkml:trace>
  <inkml:trace contextRef="#ctx0" brushRef="#br0" timeOffset="83697.97">8781 5378 392 0,'0'0'10841'16,"0"0"-8397"-16,0 0-888 0,0 0 40 0,0 0-108 15,0 0-636-15,0 0-412 0,91 32-244 16,-70-32-196-16,3-3-220 0,-5-7-676 16,1-2-292-16,0 2-1140 0,0-9-3545 0</inkml:trace>
  <inkml:trace contextRef="#ctx0" brushRef="#br0" timeOffset="84097.415">8928 5054 1264 0,'0'0'928'15,"0"0"8193"-15,0 0-7197 0,0 0-1024 0,0 0 24 16,0 0 56-16,-3 80-76 16,10-48-72-16,1 3-164 0,-4 6-100 0,5 1-40 15,-2 5-124-15,-3-3-64 0,0 1-108 16,-4-4-108-16,0 1-112 15,0-5-8-15,0-2-4 0,0 0-72 16,0-10-28-16,0-3-216 0,0-6-260 0,4-5-332 16,5-9-92-16,-2-2-448 0,1 0-952 15,5-9-1761-15,-2-1-3307 16,1-12 6360-16</inkml:trace>
  <inkml:trace contextRef="#ctx0" brushRef="#br0" timeOffset="84302.857">9538 5413 4788 0,'0'0'10581'0,"0"0"-8045"0,0 0-2324 0,0 0-212 0,0 0-260 16,0 0-112-16,0 0-12 0,0 0-180 15,0 0-704-15,0 0-2736 0,47 0-3613 16,-26-10 4357-16</inkml:trace>
  <inkml:trace contextRef="#ctx0" brushRef="#br0" timeOffset="84451.432">10072 5368 5092 0,'0'0'8137'0,"0"0"-5997"0,0 0-1412 0,0 0-300 0,0 0-92 0,0 0-84 16,0 0-4-16,0 0-248 0,0 0-372 0,63-9-1136 0,-55 6-1384 16,5-6-4841-16</inkml:trace>
  <inkml:trace contextRef="#ctx0" brushRef="#br0" timeOffset="84566.527">10487 5311 4620 0,'0'0'624'0,"0"0"6865"0,0 0-5897 0,0 0-584 15,0 0-188-15,0 0-416 0,0 0-380 16,0 0-24-16,0 0-868 0,0 0-572 0,0 0-1432 16,0 0-5205-16</inkml:trace>
  <inkml:trace contextRef="#ctx0" brushRef="#br0" timeOffset="87117.395">11207 4848 236 0,'0'0'992'0,"0"0"76"0,0 0 4128 0,0 0-2772 16,0 0-863-16,0 0-393 15,0 0 56-15,0 0-188 0,0 0-392 0,0 0-156 16,-80-45-156-16,73 43 168 0,-1 2 108 0,0 0-224 16,0 2-160-16,-4 8-88 15,-1 3 24-15,6 9 124 0,-5 3 144 0,0 7-96 16,4-1-12-16,0 8-40 16,0-4-36-16,0 0-12 0,4-3-36 15,0-4-60-15,0-5-64 0,4-8 24 0,0 1-88 16,0-7-8-16,4-2-8 0,4-4-112 0,-3 0-52 15,2 1 0-15,1-4-8 0,0 0-52 32,8-7 84-32,0-5-132 0,0-4-40 15,4-3-72-15,3-7-40 0,-2 0 12 0,-1-2 0 16,-1 3 36-16,-2-4 48 0,-6 7 124 16,2-4 152-16,-6 8 60 0,-3 4 76 0,-4 6 72 0,4 4 88 15,-4 2 76-15,0 2-88 0,0 2 36 16,0 7-124-16,0 11 124 15,0 2 24-15,0 7-64 0,4 2 52 0,-4 1 56 16,0-1-80-16,0-1-76 0,0-5-172 16,0-3-40-16,0-6-388 15,0-7-284-15,4-2-116 0,5-4-116 0,-2-3-1016 16,1 0-2289 0,0-6-2887-16</inkml:trace>
  <inkml:trace contextRef="#ctx0" brushRef="#br0" timeOffset="87594.249">11371 5023 3024 0,'0'0'380'16,"0"0"716"-16,0 0 4224 0,0 0-3115 0,0 0-645 16,0 0 72-16,0 0-236 0,0 0-264 0,0 0-108 15,0 0-64-15,12 56-324 16,-12-24-224-16,0 0 16 0,0-3-64 15,0 0-11-15,0-7-217 0,0-7-136 16,0-2-124-16,0-7 3 0,0 1-231 16,4-7-160-16,0 0-12 0,0 0 12 15,3-3 80-15,6-7 128 0,-5-3 32 0,3 1 64 16,2-4 84-16,-2 0 52 0,1 0-16 16,-3-1 84-16,2 6 0 15,-3 1-4-15,1 1 8 0,-2 2 4 0,-3 0 44 16,0 7-48-16,0 0 0 0,-4 0 52 15,4 4-52-15,1 6-12 0,-5-1 4 0,0 7-176 0,0-4-360 16,0 5-760-16,-5-5-412 0,-3 4-536 16,-4 0-437-16,-4 0-1843 0,1-4-212 31,-6 1 4328-31</inkml:trace>
  <inkml:trace contextRef="#ctx0" brushRef="#br0" timeOffset="87788.11">10996 5464 3488 0,'0'0'220'0,"0"0"2696"0,0 0 1136 0,0 0-2391 0,0 0-309 16,0 0-148-16,0 0-48 0,0 0 36 0,0 0-212 15,84 13-168-15,-52-13-124 0,7 0-116 0,1-4-20 16,4 4-44-16,0-3-152 16,4 3-175-16,-1-3-129 0,2 3-52 15,-2-3-109-15,-7 0-195 0,0-1-268 16,-8 1-268-16,-4 0-180 15,-4 0-436-15,-5 3-1324 0,-10 0-2873 0,-5 0-3491 16</inkml:trace>
  <inkml:trace contextRef="#ctx0" brushRef="#br0" timeOffset="88272.865">11323 5810 10696 0,'0'0'1901'15,"0"0"-993"-15,0 0 68 0,0 0 324 16,-76 51-48-16,61-35-236 16,2-1-152-16,1 4-164 0,5 1-136 0,-6 2-40 15,5 0-24-15,5 3-88 0,-5-3-83 16,3-2-61-16,5-5-124 0,-4-2-72 0,4-3-64 15,0-6-8-15,0-4-4 0,4 0-176 0,1 0-160 16,6-7 59-16,1-6 41 0,4-3-4 16,-4-6-100-16,8-4-140 0,-8 1 40 0,4-3-44 15,0 3-140-15,0-5-336 0,0-1-276 16,-4 2-108-16,0 1 84 0,0-4 256 16,-4 0 216-16,-4 1 292 15,0-5 320-15,-4 8 180 0,0-1 216 0,0 11 452 0,0 1 72 16,0 4 24-16,-4 11-228 0,4-3-32 0,0 5-48 31,0 0-4-31,0 0-104 16,0 7-128-16,0 3-144 0,0 3 208 15,4 6-8-15,-4 3 132 0,4 7 224 0,-1 2 0 16,-3 1-168-16,0 3-120 0,4 0-96 16,-4-3-236-16,0-1-12 0,0 1-220 0,0-4-668 15,0-2-148-15,5-3-308 0,-1-4-1096 0,0-7-3205 16,0 1-2522-16,7-10 8167 0</inkml:trace>
  <inkml:trace contextRef="#ctx0" brushRef="#br0" timeOffset="88477.128">11574 5870 1632 0,'0'0'10945'16,"0"0"-8621"-16,0 0-1416 0,0 0-364 0,0 0 204 15,12 86 156-15,-8-57-276 0,-1-4-308 16,2 0-244-16,-1-3-76 16,0-2-184-16,0-1-408 15,0-6-300-15,0 0-232 0,-1-4-476 0,1-6-1320 16,1-1-3537-16</inkml:trace>
  <inkml:trace contextRef="#ctx0" brushRef="#br0" timeOffset="89030.125">11785 5191 5044 0,'0'0'1928'0,"0"0"3845"0,0 0-4181 0,0 0-532 0,0 0 172 16,0 0-88-16,0 0 80 0,0 0-84 0,40 70-432 15,-20-35-248-15,-4 5-108 0,4 5-59 16,4 3 83-16,-5-4 144 15,-2-2-180-15,2-4-184 16,1-6-156-16,-8-7-96 0,4-3-132 16,0-9-340-16,0-4-113 0,-4-6-15 0,4-3-84 0,0 0-420 15,-4-9-864-15,4-7-2048 0,-4-3-1489 0,0 4-1615 32,-1-11 7117-32</inkml:trace>
  <inkml:trace contextRef="#ctx0" brushRef="#br0" timeOffset="89150.019">12192 5286 1004 0,'0'0'5248'0,"0"0"-439"16,0 0-3205-16,0 0-368 0,0 0 92 0,0 0-244 16,-77 67-248-16,58-29-104 0,-5 9-28 15,4 1-164-15,0 0-132 16,-4-7-164-16,8 0-244 0,0-6-48 0,0-2-112 16,8-8-416-16,-3-6-188 0,7-4-192 15,-1-5-344-15,5-7-556 0,5-3-712 16,6-9-1949-16,5-7-1163 0,0 0 4700 15,12-10 609-15</inkml:trace>
  <inkml:trace contextRef="#ctx0" brushRef="#br0" timeOffset="89402.402">12251 5572 5064 0,'0'0'2432'15,"0"0"3405"-15,0 0-4025 0,0 0-676 16,0 0 380-16,32 73-268 16,-32-61-156-16,0-2-372 0,0-4-368 0,0 1-352 15,0-7-68-15,8 0-140 0,0-3-96 0,4-7 12 16,4-6-4-16,4 0 16 0,0-6-112 15,3 3 156-15,-2 0 92 16,-6 3 44-16,5 7 52 0,-7 2 48 16,2 7 144-16,-7 0 260 0,1 4-60 15,-2 5-52-15,-3 3-72 0,0 1-120 16,0 6-96-16,0-6-4 0,0 3 0 16,-4-3-76-16,5-4-80 0,-5-3-408 0,0-2-136 15,0-1-116-15,0-3-364 16,0 0-1144-16,-5-10-3125 0</inkml:trace>
  <inkml:trace contextRef="#ctx0" brushRef="#br0" timeOffset="89603.901">12798 5147 8868 0,'0'0'3897'0,"0"0"-2129"0,0 0-484 0,0 0 452 0,0 0-116 0,75 79-212 31,-64-48-204-31,2 1-451 16,-1 7-465-16,0-1-200 0,-8 6-88 16,4 3-4-16,-5 1-96 0,-3 6 28 0,0 0-192 15,0-3-4-15,-11-4-377 0,-2-2-327 16,-2-4-144-16,-5-3-596 0,-8 4-1180 0,0-8-2385 0,8-9-2971 0,-20 11 7844 16</inkml:trace>
  <inkml:trace contextRef="#ctx0" brushRef="#br0" timeOffset="90806.264">16555 2946 2204 0,'0'0'276'16,"0"0"1324"-16,0 0 3304 0,0 0-3364 15,0 0-611-15,0 0-185 0,0 0-144 16,0 0-40-16,0 0-88 31,0 0-28-31,0 0 164 0,39-6 360 0,-11 10-36 0,8 4-112 0,4 3 8 16,8 3-112-16,-1 3-192 0,1-1-96 16,8 0-60-16,-5-1-136 0,5-5-136 0,0-4-96 15,-4-3-4-15,0-3-44 0,0-6-208 16,-9-7-452-16,2-2-260 0,-10-4-144 15,-7-4-1004-15,-4-3-2328 0,-12 12-2141 16</inkml:trace>
  <inkml:trace contextRef="#ctx0" brushRef="#br0" timeOffset="91014.91">17212 2791 1308 0,'0'0'1840'15,"0"0"2612"-15,0 0-2376 0,0 0-503 16,0 0-85-16,0 0-100 0,0 0-336 0,95 35-388 15,-67-23-144-15,4 4-136 0,-4 0-72 0,0-4-112 32,-5 4-136-32,-2 3-60 0,-9-3-4 15,0 0-8-15,-12-2-268 0,0 0-72 16,-4 5 124-16,-13 4-156 0,-7-1-300 16,-3 4-216-16,-5 2-156 0,-8 0 44 0,0 5 96 15,1-5-521-15,-6 4-1715 0,14-10-2820 0,-21 13 5380 0</inkml:trace>
  <inkml:trace contextRef="#ctx0" brushRef="#br0" timeOffset="91901.172">19968 596 2872 0,'0'0'1656'16,"0"0"3744"-16,0 0-2863 0,0 0-625 0,0 0-352 15,0 0-108-15,0 0-336 16,0 0-268-16,0 0-200 0,0 0-60 0,-3 90 8 16,3-56-148-16,0 8-143 0,0-2-221 15,0 2-72-15,0-3-12 0,3-2-40 16,6-2-92-16,-1-2-329 0,7 4-431 0,-2 1-332 15,-2-12-1184-15,6 22-3913 0</inkml:trace>
  <inkml:trace contextRef="#ctx0" brushRef="#br0" timeOffset="95454.487">19925 1813 3144 0,'0'0'1628'0,"0"0"3328"0,0 0-2947 0,0 0-817 0,0 0-324 16,0 0-8-16,0 0-128 0,0 0-280 15,0 0-112-15,0 0-136 0,-43-11-92 16,38 18 52-16,-7 10 20 0,1 5 180 16,-2 3 244-16,2 10-28 0,-6 1-52 15,6-3 124-15,-6 6-140 0,6-4-216 16,-1-6-52-16,3-4-48 0,5-9-28 0,1-4-20 16,3-6-100-16,0 1-48 0,0-7-244 15,3 0 48-15,10 0 148 0,-1-7-24 0,4-2-64 16,3-10-72-16,2 0-84 0,-1-6-28 15,-1-1-32-15,1 1 32 16,-4 0 12 0,0-1 48-16,-4 5 52 0,0 1 8 0,-4 4 164 15,-4 3 36-15,0 7 112 16,0 0-40-16,-4 3 88 0,0 3-60 0,3 0-24 16,2 3-52-16,-5 3 48 0,8 3 40 15,-4 4 208-15,0 3-88 0,0 3-60 16,-1-2 0-16,1-3-112 0,-4 3-60 15,0-4-60-15,0-4-36 0,0 3-420 0,0-5-140 0,0 2-332 16,5-5-1432-16,-5 2-2221 16,4-3-3171-16,-4 0 5788 0</inkml:trace>
  <inkml:trace contextRef="#ctx0" brushRef="#br0" timeOffset="95859.351">20116 1996 2548 0,'0'0'1252'0,"0"0"5941"0,0 0-5001 0,0 0-1048 0,0 0 80 16,0 0 44-16,0 0-424 0,0 0-324 16,0 0-332-16,0 0-188 0,64 52 0 15,-60-46-296-15,-4 3-264 16,0 1 100-16,0 2 124 0,-4 1 124 0,-4 0 120 15,0 0 92-15,0 0 252 0,0-1 72 16,4-5-64-16,0 0-212 16,4-5-48-16,0 2-236 0,0-4-24 0,8 0-252 15,8 0-80-15,0 0-480 16,4-6-1104-16,0-1-2405 0,-8 0-2927 16</inkml:trace>
  <inkml:trace contextRef="#ctx0" brushRef="#br0" timeOffset="96080.333">19626 2377 808 0,'0'0'4612'16,"0"0"-644"-16,0 0-2700 0,0 0-71 0,0 0 263 0,0 0-180 15,99 4 108 1,-58-4-224-16,-2 0-248 0,6 0-200 15,-2 0-188-15,-3 0-144 0,0 0-152 0,0 3-172 16,-4-3-60-16,3 4 0 0,-3-4-268 16,-4 0-384-16,4 0-284 0,-4-7-344 15,-4 0-1084-15,-5 2-2269 0,1-6-3519 0</inkml:trace>
  <inkml:trace contextRef="#ctx0" brushRef="#br0" timeOffset="96560.883">20129 2563 2128 0,'0'0'8929'0,"0"0"-7133"0,0 0-752 0,0 0-44 16,0 0-132 0,0 0-48-16,-80 31 0 0,59-22-148 15,6 7-192-15,-2 0-88 0,2 3 40 0,-1 0 8 16,4 3 64-16,-1 0 8 15,2 0-100-15,7-3-84 0,0 0-47 16,0-5-49-16,4-2-40 0,0-5-72 0,4-1-108 16,0-1-12-16,4-5-12 0,-1 5-36 15,10-5-24-15,-1-7 16 16,0-5 52-16,8-7-148 0,-5-6-253 0,5-5-203 16,-3 1-84-16,-1-2-128 0,3-1-324 15,-3 4-480-15,-4-4-416 0,0 3 8 0,-1 1 179 16,-6-1 485-16,-5 7 668 0,0 0 700 15,-4 6 712-15,0 0 400 0,0 7-27 16,0-1-113-16,-4 4-144 0,4 6-152 0,0-3-132 16,0 3-192-16,0 0-148 15,0 3-16-15,-4-1-48 0,4 9-68 0,0 3 156 16,0 10 176-16,0 1 232 0,-4 3 208 16,4 1-236-16,-5 0-276 0,2 3-172 15,-1-4-148-15,0 1-12 0,4-4-392 0,0-3-116 0,0 0-24 16,0-6-68-16,4 0-36 0,0-6-624 15,4-3-1284-15,-4-5-2945 0,4-2-463 16</inkml:trace>
  <inkml:trace contextRef="#ctx0" brushRef="#br0" timeOffset="96730.661">20376 2603 6232 0,'0'0'6217'0,"0"0"-3789"0,0 0-1536 0,0 0-260 16,0 0 316-16,0 0-32 0,0 0-176 16,23 79-224-16,-23-50-308 0,5-3-208 0,-5 2-52 15,4 1-240-15,-4-7-508 0,0 0-152 0,0-3-128 0,0 0-1128 16,0-6-2881-16,-9 2-3475 0</inkml:trace>
  <inkml:trace contextRef="#ctx0" brushRef="#br0" timeOffset="97181.059">19933 3489 536 0,'0'0'2700'15,"0"0"4352"-15,0 0-4495 0,0 0-577 0,0 0-340 0,0 0-212 16,24 70-268-16,-24-52-264 0,0 1-324 15,0 1-388-15,0-4-184 0,0 0-328 16,0 0-504-16,0-3-324 0,0-1-968 16,-4 4-3633-16</inkml:trace>
  <inkml:trace contextRef="#ctx0" brushRef="#br0" timeOffset="97355.929">19965 3949 3524 0,'0'0'8205'15,"0"0"-5777"-15,0 0-1168 0,0 0 24 0,0 0 32 16,0 0-500-16,8 77-376 0,-4-61-344 16,0-4-96-16,0 4-408 0,4 3-316 0,-5-3-244 0,6 3-436 0,-5-1-1264 15,0 2-1537-15,-4-4-2399 16,0 7 4217-16</inkml:trace>
  <inkml:trace contextRef="#ctx0" brushRef="#br0" timeOffset="97920.67">20236 4356 572 0,'0'0'7072'15,"0"0"-4144"-15,0 0-1063 0,0 0-325 16,0 0 92-16,0 0-440 15,0 0-112-15,0 0-104 0,0 0-336 0,-80 12-80 16,68 11-96-16,-3 5-144 0,2 7-40 0,2 0 36 16,-2 4 97-16,5-6 267 0,1 0-244 0,7-4-172 15,-4-7-96-15,4-7-44 0,0-2-124 16,7-2-12-16,10-6-136 0,-2-2-80 16,2-3-12-16,6-6-16 0,1-10-84 15,-4-3-96-15,4-3-53 0,-4-4 89 16,0 1 24-16,-1 0 56 0,1 0 112 0,-3-1 52 15,-6 8 56-15,1-2 100 0,-3 4 0 16,-5 6 112 0,-1 4 120-16,-3 3-24 0,0 3 12 15,4 0 132-15,-4 3-84 0,0 3-112 16,4 7 112-16,0 0-60 0,-4 7-27 16,0 1-81-16,0-2-28 0,0 4-72 15,4-2-68-15,-4-1-44 0,5 2-517 0,2-3-91 16,-3 0 12-16,4-3-360 0,-4-1-876 15,5-8-1976-15,-6-1-2453 0</inkml:trace>
  <inkml:trace contextRef="#ctx0" brushRef="#br0" timeOffset="98234.56">20539 4511 1540 0,'0'0'6216'16,"0"0"-1067"-16,0 0-3445 0,0 0-548 0,11 73 200 16,-11-47-180-16,0-4-128 15,0-3-240-15,0 0-368 0,0-5-308 0,0-6-132 16,0-2-48-16,0-2-48 16,4-4-284-16,1 0 24 0,3 0 184 15,3-6 88-15,2-4 72 0,2 1 0 16,2-4 12-16,-2 0 0 0,-2 7 8 0,2-1 188 15,-7 4-24-15,4 3 0 16,-4 0-28-16,4 0 16 0,-4 10 36 0,0-4-88 0,-4 7-108 16,0 2-244-16,0-2-172 15,-4 4-232-15,0-2-348 0,-4-3-180 0,0 5-744 16,-13-4-1192-16,10-4-2229 0</inkml:trace>
  <inkml:trace contextRef="#ctx0" brushRef="#br0" timeOffset="98464.979">20049 5067 4224 0,'0'0'4672'0,"0"0"-507"0,0 0-3145 16,0 0-160-16,0 0 172 0,0 0-104 0,99 25 360 15,-63-25-252-15,12 0-252 0,-1-6-100 16,9-3-184-16,0-4-148 0,0-3-208 0,0 0-132 15,-13 0-12-15,6 3-308 0,-10-2-292 16,-3 5 4-16,-4 4 180 16,-4 0 268-16,-4 1-968 0,-4 3-832 0,-8 2 44 15,-1-3-2665-15,-2 3-4919 0</inkml:trace>
  <inkml:trace contextRef="#ctx0" brushRef="#br0" timeOffset="99017.678">20490 5442 1084 0,'0'0'7552'16,"0"0"-5316"-16,0 0-1143 0,0 0-57 15,0 0 96-15,0 0-284 0,-82 47-4 0,73-27 24 16,5 2-160-16,-4 3-124 0,4 4-4 0,1-1 316 16,3 1-196-16,0-1-224 15,0-6-184-15,0-5-108 0,0-2-64 16,3-5-72-16,9-1-48 0,-3-2 0 0,-2-7-84 15,9 0 84-15,-4-10 196 0,4-6-196 16,4-5-72 0,-1-2 0-16,2-6-148 0,-5-2-144 0,3 2 24 15,-2-3 56-15,2 1-84 0,-3-5-132 16,0 5-104-16,0-7-52 16,-4 0 212-16,0 0 220 0,0-4-48 0,-8 1-116 0,0 6-144 0,0 3 372 31,0 13 160-31,-4 7 380 0,4 7 280 15,-4 5 48-15,4 0-76 0,-4 7-128 0,0 6-72 0,0 7-100 0,4 2-64 16,-4 6-168-16,0 5 8 16,0 0 100-16,0 0 0 0,0-2 12 0,0 1 0 15,0-3-100-15,-4-7-108 0,4-2-12 16,-4-8 0-16,4-3-60 0,0-9-256 16,0 0-344-16,0 0-332 15,8-9-168-15,3-3-1064 0,-2-2-2777 16,7-11-2959-16</inkml:trace>
  <inkml:trace contextRef="#ctx0" brushRef="#br0" timeOffset="99218.263">20977 5286 4288 0,'0'0'8069'0,"0"0"-3521"0,0 0-3532 0,0 0 96 0,12 86 272 16,-8-57-348-16,4 2-307 16,-4 1-101-16,3-4-192 0,2 4-240 15,-5-3-196-15,4-7-236 0,-4-3-464 16,-1-3-357-16,1-3-163 0,-4-1-644 15,0-5-2732-15,0-4-3889 0</inkml:trace>
  <inkml:trace contextRef="#ctx0" brushRef="#br0" timeOffset="99857.815">21862 1388 808 0,'0'0'10481'0,"0"0"-6617"0,0 0-2192 0,0 0-268 16,0 0-176-16,0 0-176 15,0 0-28-15,0 0-151 0,39 79-193 0,-31-48-52 16,-8 10-180-16,5 8-148 0,-5-2-132 15,-5 3-112-15,-3 2-56 16,-3-5-48-16,-2-3-84 16,1-2-108-16,5-7-256 0,3-3-132 0,-1-4-160 15,5-5-281-15,5-9-663 0,3 0-1200 16,3-9-2821-16,6 2-4123 16</inkml:trace>
  <inkml:trace contextRef="#ctx0" brushRef="#br0" timeOffset="100351.401">22471 2067 1644 0,'0'0'9248'16,"0"0"-7231"-16,0 0-1265 0,0 0-144 0,44 66 392 16,-24-50-208-16,-1 4-4 0,2-5-16 15,7 1-772-15,0-3-248 16,3 0-224-16,5 2 360 0,0 1 112 15,-1 3-644-15,6 0-408 0,-5 3 696 16,7 5 116-16,-2 0-228 0,-2 5 468 0,1 0 316 16,4 6 316-16,-4 0-468 0,3 0-164 15,5 4 0-15,0-1 0 0,4 3 164 16,4-3-76-16,4 5-88 0,3-6-188 16,1 5-88-16,3-1 20 0,5 1 16 15,0 0 88-15,0-1 144 0,4 3-68 0,-1-3 76 0,5 4 4 16,-5-3 4-16,2 2 112 15,-2 1 144-15,0-1-96 0,1-3-80 16,0 1 24-16,4 0-40 0,4-1-72 0,-1-3 0 16,4 1-4-16,-3 2-60 0,4-3-60 15,0 3-56-15,-5 2 172 16,1 1-40-16,0 2-28 16,-5-3 76-16,-3 6 0 0,0-5 0 0,-4 1 152 15,-1 3 12-15,-3-8-16 0,3 2 32 16,2-1-8-16,-6-2-168 0,8-2 48 15,-2 2-52-15,2-3-4 16,1-2 0-16,0-1-108 0,4-1 48 0,-5 0-164 16,-3 0-24-16,0-4 36 0,-5-3-36 0,-7 1-76 0,-4-4 48 15,-4 1 36-15,-9-5-72 16,-3-1-492-16,-4-4-785 0,-4-3-1423 0,-8-7-2900 16</inkml:trace>
  <inkml:trace contextRef="#ctx0" brushRef="#br0" timeOffset="100665.558">27587 4670 6280 0,'0'0'6573'0,"0"0"-3421"0,0 0-1604 0,0 0-728 16,0 0-156-16,0 0 84 0,0 0 72 15,12 77-56-15,-20-40-324 0,-5 11-283 16,-2 6-57-16,-1 7 116 0,-4-5-172 16,0 2-44-16,-4-5-96 0,1-6-501 0,-5-5-303 0,4-3-296 0,-4-4-220 15,4-9-1120-15,4-8-2161 16,4-3-4855-16,-4-4 8217 0</inkml:trace>
  <inkml:trace contextRef="#ctx0" brushRef="#br0" timeOffset="101338.154">23810 4664 1488 0,'0'0'6804'16,"0"0"-2527"-16,0 0-2129 0,71-76-472 15,-39 49-272-15,8 2-20 0,4 0-232 0,4 3-180 16,3 0-107-16,5 6-225 0,0 7-168 16,0 9-108-16,0 3-88 0,-9 16-92 0,-2 13-40 0,-10 8-88 15,-7 12-56-15,-16 5 0 0,-8 7 0 16,-4 5 0-16,-12 4 8 0,-8-3 32 15,-8 0-36-15,-4-7-4 0,-4-6 96 0,-3-9 48 16,-2-10-12-16,-2-6-20 16,-4-7-100-1,-2-2-12-15,-7-8-8 0,-3-2-272 16,-1-7-68-16,0-6 104 0,0 0 16 0,5-13 60 0,3-1 48 0,4-9 32 16,8-6 76-16,1-9 4 0,11-6-4 15,0-14-144-15,4-11 24 0,4-7-232 0,4-7-240 16,12 0 151-16,4 4 161 15,4 3-96-15,12 6-344 0,4 0-1148 16,4 13-512-16,4 3 1348 0,0 10 616 16,0 2-1932-16,0 7-2889 0,-9 10-751 15,17-10 5584-15</inkml:trace>
  <inkml:trace contextRef="#ctx0" brushRef="#br0" timeOffset="101852.97">26531 1555 6612 0,'0'0'6837'0,"0"0"-5949"0,0 0-888 32,0 0 0-32,0 0 368 0,0 0 1016 0,-12 80-60 0,4-26-420 0,-8 13-288 0,0 12-112 15,0 3 156-15,1 1 160 16,2-1-28-16,1-8-235 0,9-9-193 0,3-10-196 15,0-14-56-15,7-9-4 0,10-12-12 16,-2-8-96-16,13-9-128 16,0-3-140-16,8-10 40 0,3-12-28 0,2-9-48 15,6-8-61 1,-2-5 49-16,2 0 36 0,-3-4 120 16,-4-3 76-16,-5 0-12 0,1-2-52 0,-8-5 52 0,-8-5 92 0,0-7-72 15,-8-3 16-15,-8-3-48 0,-4-4-164 16,-4 4 28-16,-12 9 36 15,-3 10 44-15,-9 16 164 0,-8 16 88 0,-5 18 44 16,-2 7-20-16,-5 19-112 16,-3 10-12-16,-5 6-184 0,4 10 60 0,4-1-108 15,4 3-52-15,8 5-880 0,4-2-1140 16,8 1-2241-16,5-13-4651 0,2 23 8960 16</inkml:trace>
  <inkml:trace contextRef="#ctx0" brushRef="#br0" timeOffset="103855.131">18056 2832 2996 0,'0'0'12'0,"0"0"5864"0,0 0-3615 0,0 0-721 0,0 0-428 16,0 0-212-16,0 0-120 0,0 0-24 16,0 0-32-16,0 0-64 0,-43 3-116 15,35-3-88-15,-1-3-84 0,5 3-104 0,-3 0 52 16,3 0 72-16,-4 0 96 0,-1 6-96 15,2 7-148-15,-1 6-64 0,-5 6 4 16,6 3 8-16,-1 12-68 0,4-3-51 16,0 1-13-16,-1-6-48 0,5-4 0 0,0-9-12 15,0-6-44-15,0-3-89 16,0-10-51-16,5 0 52 0,-1 0 84 16,4-7 48-16,3-5 216 0,6-11-216 0,-6-2-12 0,2-13-96 0,2-3-196 15,-2-4-76-15,2-6 64 16,2-2 84-16,-6-4-72 0,6-4-16 15,-6-6-84-15,1 1-212 0,-8-1-248 0,1-3-20 32,-5 1-92-32,0-5 80 0,-5 8-76 0,-7-1-188 15,1 7 316-15,-6 9 200 0,6 9-1149 16,-2 10 1793-16,5 13 1509 0,5 11-597 16,3 2-28-16,-4 6 72 0,4 0-348 15,0 0-288-15,0 0-68 0,0 2 76 16,0 7-76-16,0 5 36 0,4 7 0 0,-4 11-8 15,3 7 56-15,1 8 136 16,5 10 160-16,-5 4-200 0,-4 2-148 0,0 6-84 16,4-1-28-16,-4-2-80 0,0-8-92 0,0-6-48 0,0-10-224 15,4-10-172-15,3-13-136 16,1-6-116-16,1-7-268 0,6-6-648 16,1-6-1620-16,4-7-3445 0</inkml:trace>
  <inkml:trace contextRef="#ctx0" brushRef="#br0" timeOffset="104170.736">18236 2619 4628 0,'0'0'964'15,"0"0"4401"-15,0 0-3057 0,0 0-508 0,-8 67-440 16,12-61-436-16,0-6-492 0,8 0-332 0,0-3-92 16,3-10-8-16,5-6-160 0,1-3-324 15,-2-6-228-15,1-4-40 0,0 3-4 16,-4 0-68-16,-8 7-40 15,0 0 228-15,-8 6 316 0,0 0 320 0,0 3 228 0,-4 4 220 16,-4 3 140-16,-4 0-32 16,1 6-12-16,2 0-24 0,-3 6-444 15,5 13 36-15,-2 3 188 0,1 10 88 0,4 6 156 16,4 1 164-16,0 5 48 16,-3-3-52-16,3-3-128 0,0-3-208 0,0-12-184 0,0-9-112 31,0-7-72-31,3-7-76 0,5 0-192 15,5-13-164-15,-2-9-32 0,6-10-128 16,-6-6-548-16,5-6-1300 0,-4 5-2793 0,7-14-2815 0</inkml:trace>
  <inkml:trace contextRef="#ctx0" brushRef="#br0" timeOffset="104367.682">18475 1994 1016 0,'0'0'5172'0,"0"0"-724"0,0 0-2583 0,0 0-425 16,-13 76-12-16,18-32-372 0,3 11-144 0,3 2 76 15,6 3-148-15,-2 3-288 16,2 1-212-16,-6-4-252 0,2-6-88 0,-5-6-76 16,-1-4-412-16,1-12-52 0,-3-7 148 15,-1-12 68-15,0-4-168 0,-4-9-192 16,3 0-644-16,-3-3-1164 0,0-3-2981 0,-3-10-2199 16</inkml:trace>
  <inkml:trace contextRef="#ctx0" brushRef="#br0" timeOffset="104525.661">18351 2356 1316 0,'0'0'10005'0,"0"0"-7369"15,0 0-756-15,0 0-652 0,0 0-496 16,0 0-40-16,0 0 48 0,79-7-300 0,-34 4-232 0,7-4-208 0,-1-2-80 16,5-4-396-16,4-6-460 15,4 3-268-15,-16 4-1408 0,23-10-4317 16</inkml:trace>
  <inkml:trace contextRef="#ctx0" brushRef="#br0" timeOffset="105210.467">29157 2394 5124 0,'0'0'9037'0,"0"0"-6581"0,0 0-1560 0,0 0-312 15,75 16 328-15,-27-16 8 0,8 0-56 0,3-3-292 16,6-8-544-16,-1-4-28 0,-1 3-548 16,-7-8-296-16,-5 4-396 15,-6 0-1456-15,-17 7-3045 0,-9-1-4171 0</inkml:trace>
  <inkml:trace contextRef="#ctx0" brushRef="#br0" timeOffset="105357.854">29376 2584 7584 0,'0'0'6505'0,"0"0"-4877"0,-68 70-660 0,56-51-24 0,4 0 292 0,8 3-352 16,8-6 192 0,20 3-80-16,11-5-315 0,14-2-149 0,14-10-196 0,9-4-336 0,3-15 0 15,5-8-312-15,0-13-280 0,-5-6-321 16,-2-4-563-16,-21 8-2420 0,15-31-4729 16</inkml:trace>
  <inkml:trace contextRef="#ctx0" brushRef="#br0" timeOffset="105526.952">30679 1802 8716 0,'0'0'5149'0,"-28"74"-2761"0,20-29-920 0,0 8-100 0,-1 14 356 16,2 3-67-16,-1 7-533 0,4-2-592 15,-4 1-532-15,0-2-12 0,0-5-556 16,-4-2-560-16,0-6-745 0,0-17-2095 15,-8 16-3809-15</inkml:trace>
  <inkml:trace contextRef="#ctx0" brushRef="#br0" timeOffset="115747.925">529 12560 6412 0,'0'0'9105'15,"0"0"-8001"-15,0 0-1104 0,0 0-100 16,0 0 100-16,100 48 576 0,-56-40-92 16,8 3-176-16,7-2-160 0,9-2 64 15,4-1 48-15,3-3-4 0,9 1 40 0,8-4 60 16,7 0-220-16,9 0-132 15,12-7 0-15,3-3-8 0,12-2-40 0,9 1 36 0,8-1 0 0,7 5 0 32,12-1 8-32,4 5 0 0,9 0-40 0,7-1-44 0,8 1 80 0,13-4-8 15,11 4 4-15,7-3 0 0,13-1-80 16,13-2-168-16,6-1-40 0,13 1 60 16,8-1 16-16,9 1 32 0,2 3-120 15,9 3 208-15,7 3 100 16,5 0 0-16,4 6 8 0,7 3-8 15,2-2 76-15,10 2-76 0,1 2 4 16,7-3-4-16,6-2 48 0,5 1-48 16,2-3-48-16,8-2 48 0,4-2 0 0,3 0-64 15,8 0 64-15,9-6 88 0,0-4-88 16,7-1-152-16,1-3 144 0,3 4-48 16,0-2-56-16,1-1 112 0,-5 4 0 0,-3-1 28 15,-2 1-28-15,-6-1 72 0,-1 1-68 0,-3 2-4 16,-4-2 120-16,-1 3-120 0,-3-4-48 15,0 1 48-15,-1 2 0 16,-4-2-64-16,5-1 64 0,-5 0 0 0,1 4 0 16,3-7-4-16,1 7 4 0,-4-3 0 31,0-1-24-31,-1 3 24 0,-8-2 132 0,1 0-120 16,-4 2 76-16,-5-2 124 0,1 6-16 15,-9-4-196-15,-3 7 148 0,-1-3-148 0,-3 0-36 16,-4 3 24-16,-8 0 12 0,-5 0 12 15,-6 6-12-15,-11 1-8 0,-9 2 8 16,-14 1-64-16,-11-1 40 0,-12 0 20 16,-20 1 4-16,-11-1 124 0,-21 1-124 0,-20-4-72 0,-19 1 56 15,-26 0-92-15,-17-7-152 16,-30 0-412-16,-27 0-820 0,-28 0-1692 16,-37 0-3809-16</inkml:trace>
  <inkml:trace contextRef="#ctx0" brushRef="#br0" timeOffset="116882.342">1422 13551 6672 0,'0'0'5061'16,"0"0"-3589"-16,0 0-468 0,0 0-232 0,0 0 212 16,0 0-68-16,0 0-320 0,0 0 36 15,28 63-64-15,-8-19-140 16,3 10-84-16,1 11-136 0,4 10 112 0,-4 8 268 16,0 3-236-16,1 2-132 0,-6-2-100 15,-3-7-56-15,0-12-64 16,-4-10-168-16,0-19 68 15,-4-12 92-15,-5-14-4 0,6-12-96 0,-1 0-28 0,3-9 84 16,6-7 44-16,-2-9 16 0,9-10 56 16,-3-10-64-16,-6-2-4 0,5-1-92 0,-8 1-76 0,0 5 64 15,-4 10-4-15,0 10-120 16,0 6-48-16,0 10-76 0,0 6 88 0,4 13 268 0,4 9 228 16,-1 6 16-16,10 11-96 15,-5 5-52-15,4 0 76 0,-1 0 12 0,-3-2 12 16,4-4-112-16,-4-3 16 0,-4-9-4 31,4-11 28-31,-4-5 156 0,4-7 36 0,-4-3-88 16,4-13-31-16,4-6 47 0,-1-9 20 15,1-10-44-15,0-4-100 0,0-8-108 16,-4-1-12-16,-4-4-44 0,0-1-172 16,-4-2-160-16,-4 2-329 0,-4-1-211 0,-4-1-392 15,4 17-1836-15,-4-10-3245 0</inkml:trace>
  <inkml:trace contextRef="#ctx0" brushRef="#br0" timeOffset="117245.534">2613 14522 10064 0,'0'0'6333'0,"0"0"-5645"0,12 80-688 0,-3-64 0 15,2-7 308-15,5-6 312 0,4-3 132 16,4-12-148-16,4-11-248 15,4-12-88-15,7-13-128 0,-3-5-140 0,0-4-320 16,0-4-36-16,-9 4-84 0,-2 9 56 0,-13 10 224 16,-4 10 100-16,-8 9-76 15,-4 7 132-15,-9 5-120 0,-10 3 124 16,-5 1 296-16,-4 3-24 0,-4 7-160 0,0 2-64 16,4 3 88-16,4 7-28 0,5 7-68 15,3 6-40-15,3 6-100 16,6 10 100-16,3 6 60 0,0 3 124 0,4 6-60 15,4 0-120-15,0 2 84 16,0-11 20-16,8-8-20 0,4-6 20 16,8-15-32-16,8-3-76 0,8-13-32 0,3-2 32 0,10-7 0 15,2-10-84-15,5-12-356 0,4-13 108 0,7-5-520 16,1-9-264-16,-16 14-1512 0,24-23-4141 16</inkml:trace>
  <inkml:trace contextRef="#ctx0" brushRef="#br0" timeOffset="117810.831">4606 14090 11757 0,'0'0'2296'16,"0"0"-904"-16,0 0 176 0,0 0-168 0,0 0-428 16,-92 16-432-16,76-6-148 0,0 6 8 0,-4 3 16 15,4 7-124-15,0 5-136 0,4 7-48 16,4 3 40-16,4 7 45 0,4 3-45 16,0-1-52-16,4 1-24 0,8-3-72 0,0-4 0 15,3-2-120-15,10-8-100 0,-1-8-205 16,8-3-267-16,7-13-52 0,6-8-164 31,10-9-140-31,0-12-1080 0,5-9-1088 0,0-10-2253 16,-15 9-1695-16,10-22 7072 0</inkml:trace>
  <inkml:trace contextRef="#ctx0" brushRef="#br0" timeOffset="118114.184">5164 14265 4288 0,'0'0'7129'16,"0"0"-4865"-16,0 0-1248 0,0 0 52 15,0 0 560-15,-81 53-328 16,61-20-184-16,1 5-152 0,-1 0-40 15,4 3-155-15,4-2-189 0,4-11-204 16,0-5-232-16,8-9-144 0,0-7-124 16,0-3-96-16,4-4 76 0,4 0-12 0,3-11 92 15,6-1-44-15,3-9-120 16,3-9-76-16,1-2-109 0,-3 1 73 0,-2-1 24 16,-3 1 84-16,1 1 36 0,-10 9-36 0,1 1-24 0,-4 8 36 15,0 2 124-15,-4 7 96 0,0 3 272 16,0 3 68-16,4 7-84 15,-4 2 0-15,4 4-12 0,0 7-24 0,0-2 60 16,4 5-23-16,-4-3-29 0,0-8-192 31,4 1-36-31,-4-3-192 0,4-10-149 0,-4 0-379 16,3-3-132-16,6-6 8 0,-1-10-848 0,0-6-1176 16,0 3-2273-16,-5-17-3347 0</inkml:trace>
  <inkml:trace contextRef="#ctx0" brushRef="#br0" timeOffset="118382.931">5402 14139 6004 0,'0'0'7353'16,"0"0"-4985"-16,0 0-1836 0,0 75 104 0,0-43 936 0,-4 3-208 15,0-4-436-15,4-2-280 0,0 0-224 0,0-8-363 16,4-1-61-16,5-4-49 16,2-10-23-16,5-3-16 0,0-3-56 0,-1-9-64 15,10-7-192-15,-5-4-136 0,0-5 20 16,-4 6 28-16,0-3 180 15,-1 4 148 1,-3 5 12-16,1 3 12 0,-6 7 136 0,1 3 236 16,1 0 72-16,-5 0 120 0,3 9 12 15,-3 1-168-15,4 2-228 0,4 4-44 16,0 3 0-16,1-2 36 0,-2 2 136 16,4 0-172-16,-2-3-356 0,2-1-364 15,2 1 32-15,-2 0-1172 0,6 0-2552 16,-14-4 15-16</inkml:trace>
  <inkml:trace contextRef="#ctx0" brushRef="#br0" timeOffset="119424.569">7227 13452 7716 0,'0'0'6633'15,"0"0"-5105"-15,0 0-1048 16,-28 73-108-16,21-22 572 0,-6 16 368 0,5 6-284 16,1 13-160-16,2 2-80 0,1-1-203 15,0 1-245-15,4-2-136 0,0-7-204 16,8-6-96-16,1-12-108 0,6-11-124 0,1-9-25 16,4-15-59-16,0-7 120 0,0-7-16 15,-1-8 52-15,2-4-60 0,-5 0-160 16,-4-9-212-16,-5-8-360 0,-7 1-744 0,-7-6-1180 15,-10-3-1613-15,-6 0 1325 0,-9-7-1944 16</inkml:trace>
  <inkml:trace contextRef="#ctx0" brushRef="#br0" timeOffset="119563.32">7063 14246 132 0,'0'0'1160'0,"-114"-55"104"0,54 34-456 16,4 2 6004-16,11 9-5191 0,6 1-429 0,18 5 740 16,10 4-324-16,7 0-524 0,4 0-356 0,15 4-172 0,6 5 280 0,14-3 8 15,10-2-468-15,6-4-268 0,13 0-100 16,0-10 0-1,4-6-8-15,3 0-96 16,1 1-392-16,-4-5-452 0,0 5-476 0,-21 5-1620 16,17 1-4625-16</inkml:trace>
  <inkml:trace contextRef="#ctx0" brushRef="#br0" timeOffset="119901.48">7888 14033 5944 0,'0'0'8717'0,"0"0"-7193"16,0 0-496-16,-103 73 580 0,71-32-40 16,0 7-340-16,8 3-415 0,4 0-289 15,5-4-104-15,11-5-116 0,0-10-304 0,4-7-144 16,8-9-268-16,7-7 108 16,5-6 244-16,4-3-60 0,12-9-232 0,-4-10-60 15,7-13-89-15,-3 0-107 0,1-6-320 0,-5 0-128 16,0-3 44-16,-4 3 68 15,-2 0 216-15,-5 3 140 0,-5 3 320 16,0 7 268-16,-9 8 436 0,-3 8 336 0,1 9 84 16,-5 3 136-16,0 10-168 0,0 9-136 0,0 7-260 15,0 6-256-15,0 3 132 0,0 3 196 16,0-3-16-16,4-7-484 0,0-2-12 0,3-10-520 16,1-6-284-16,5-9 8 0,-2-8 96 15,10-15-164-15,-2-9-592 0,1-1-2868 16,8-31-3665-16</inkml:trace>
  <inkml:trace contextRef="#ctx0" brushRef="#br0" timeOffset="120136.925">8614 13125 4912 0,'0'0'10121'0,"0"0"-9017"0,-17 105-584 0,10-51 636 0,-1 15 688 0,-5 8-256 16,6 9-567-16,3 6-305 0,0 6-52 15,0 4-352-15,-1 2-92 0,1-2-172 16,4 0-48-16,0-10-168 16,4-10-64-16,9-8-192 0,-2-14-240 0,6-13 12 0,-2-9-93 15,6-15-19-15,3-11-276 16,0-9-80-16,-1-6-528 0,5-13-1188 0,0-9-1569 16,-4 3-2563-16,16-23 5624 0</inkml:trace>
  <inkml:trace contextRef="#ctx0" brushRef="#br0" timeOffset="120608.068">9223 13814 496 0,'0'0'12369'16,"0"0"-10525"-16,0 0-1304 0,0 0 4 15,-76 85 720-15,48-40-12 16,-7 9-44-16,-1 0-244 16,0 3-256-16,0-6-320 0,9-6-168 0,3-7-220 15,7-7-24-15,6-8-88 0,11-11 16 16,0-3-136-16,3-2-132 0,9-4 36 15,8-3 168-15,8 4 160 0,4-1 60 0,0-3 208 16,4 0-268-16,-5 0-48 16,-3 0 48-16,4 0-12 0,0 0 12 0,-4 0 236 0,0-7-236 15,-4 1-12-15,0-4-184 0,-1 1-8 16,2-4-52-16,-5 0-112 0,-9 1-24 16,6-1-12-16,-6 4-4 15,-3 6 148-15,-4 3 112 0,1 0 148 16,-1 9 100-16,-4 1 184 0,4-1 12 15,-1-3 24-15,9 1-52 0,1-4 136 16,2-3 96-16,5 0-500 0,1-13-48 16,6-6-112-16,4-6-120 0,2-4 12 15,-1-5-52-15,0-5-48 0,-5 4 0 0,-3 4-128 16,-11 2 40-16,-10 4 96 16,-3 6 136-16,-12 5 224 0,-11 12 40 0,-9 4 344 15,-13 15-76-15,-2 5-208 0,-5 10 48 16,0 2 172-16,1 5 124 0,3 3 160 0,8-2-140 15,8 2-196-15,4-1-84 0,12-6 0 16,8-7-184-16,8-6-196 0,8-2-316 0,16-8 180 16,8-2 332-16,16-4 268 15,7-6 116-15,10 0-384 0,6-6-316 0,-3 0-496 16,-1-7 136-16,-3 1-412 0,-16 1-2016 16,12-4-4141-16</inkml:trace>
  <inkml:trace contextRef="#ctx0" brushRef="#br0" timeOffset="121308.412">12029 13925 1264 0,'0'0'10369'15,"0"0"-8565"-15,0 0-1004 0,-81 33 108 16,57-5 452-16,0 9-192 0,1 14-240 0,-1 10-252 16,4 2-172-16,0 7 36 0,8-3 152 15,4-7-156-15,0-9-123 0,8-10-61 0,0-12-108 0,12-13-136 16,4-9-108-16,0-7 4 15,12-11 116-15,0-8-120 16,7-9 0-16,1-10-216 0,5-7-136 16,-9-2-73-16,-5 3-3 0,-3 2 40 15,-8 7 204-15,-4 7 112 16,-8 5 12-16,-1 10-12 0,2 7-28 16,-5 6 100-16,0 0 136 0,0 17 276 0,4 1 4 15,0 8-212-15,4 2-100 0,3 4-104 0,6-1-76 16,7 1 72-16,0-4-80 0,8-2-24 15,7-10-148-15,-3-3-220 0,4-10-404 16,0-3-924-16,-13 0-1048 0,14-16-2881 0</inkml:trace>
  <inkml:trace contextRef="#ctx0" brushRef="#br0" timeOffset="121841.386">13558 13211 8128 0,'0'0'6209'16,"0"0"-4317"-16,20 95-620 0,-12-37-208 0,-8 14-192 16,0 11-196-16,-8 6-252 15,-8 2-44-15,0 5-64 0,0-7-24 16,0-7-96-16,0-2-196 0,1-10-64 0,2-7-212 16,9-12-4-16,4-10 72 0,0-15 108 0,4-14-32 15,9-9-124-15,2-3-36 0,5-9-52 16,8-7 88-16,0 0 60 0,4-3-76 15,0 0 12-15,-4 7 100 0,4 2 0 16,0 7 36-16,-4 3 64 0,-5 6-124 0,-3 4 8 16,-4 6 176-16,-4-1 88 0,-4 4 196 31,0 4 100-31,-8 2 20 0,0 0 88 0,0-2-28 16,0-4-48-16,-8 0 12 0,-4-6-16 0,1-1-48 15,-6-2-71-15,-3-4-97 0,4 0-124 16,-4-6-72-16,1 0-40 0,-1 0-80 15,-1-3-76-15,2-6-73 0,-1 2-131 0,3-5-160 16,2-1-212-16,7 0-172 0,0-2-772 16,4-2-2676-16,4 9-2137 0,0-11 1021 15</inkml:trace>
  <inkml:trace contextRef="#ctx0" brushRef="#br0" timeOffset="122209.958">14558 14049 9172 0,'0'0'4785'0,"0"0"-4277"0,0 0-292 0,-76-3 324 0,57 3 328 31,3 6-116-31,-5 7-228 0,2 6-64 16,-1 9 8-16,-4 7 12 0,0 9 12 0,-4 5 12 0,4 1-88 15,4 1-196-15,5-3-36 0,6-13-52 0,5-10-84 16,4-6-48-16,9-10-144 16,2-5 20-16,13-4-120 0,4-10-24 15,0-9 72-15,8-9-84 0,0-5-152 0,-4-5-60 16,0 1 0-16,-5 2 180 0,-2 0 200 16,-6 10 112-1,-3-1 52-15,-4 10-44 0,-4 7 4 0,-4 5 176 16,0 4 144-16,-4 11-36 0,0 3 136 15,4 9-116-15,-4-1-192 0,4 7-124 16,0 0-4-16,4-1 0 0,0 1-4 16,0-8-104-16,7 2-20 0,-2-10-496 15,6-3-472-15,-2-4-1372 0,3-6-1717 0,-5-3-2291 0,2-10 2177 16</inkml:trace>
  <inkml:trace contextRef="#ctx0" brushRef="#br0" timeOffset="122487.188">15135 13890 4760 0,'0'0'9181'16,"0"0"-8105"-16,0 0-964 0,0 0 356 0,-23 87 472 16,19-59 108-16,4 0-320 0,0 4-232 15,0 0-104-15,4 3-112 0,0 3-32 16,4 0-16-16,-4 6-100 0,0-2-68 15,-4 3 8-15,3-5-72 0,-3-1-4 0,0-2-80 16,0-5-224-16,-3-1-72 16,3-8-136-16,0-4-88 0,0-9-36 0,0-8-80 15,0-2-136-15,3-6-148 0,10-7-428 0,-5-8-664 16,3-4-2149-16,-2 2-1203 0,-5-12 4952 16</inkml:trace>
  <inkml:trace contextRef="#ctx0" brushRef="#br0" timeOffset="122843.542">15024 13649 340 0,'0'0'13385'16,"0"0"-11077"-16,0 0-1328 0,0 0-360 15,0 0 184-15,0 0-140 0,0 0-220 16,0 0-444-16,0 0 0 0,0 0-712 0,84 9-240 16,-68-9-204-16,4 0-856 0,-4 4-2257 0,0-4-3447 0,-1 3 5224 15</inkml:trace>
  <inkml:trace contextRef="#ctx0" brushRef="#br0" timeOffset="123527.713">14941 13947 8784 0,'0'0'1760'15,"0"0"-575"-15,0 0-133 0,0 0 588 16,0 0 12-16,0 0-264 0,0 0-460 16,0 0-412-16,0 0-480 0,0 0-36 0,0 0-132 0,0 0 132 15,-96 80 32-15,76-52-32 0,0 4-52 0,4 3-44 32,1-6 16-32,2-1 80 0,5-5 12 0,4-4 52 15,4-4 8-15,0-2-60 0,0 0 40 16,8-4-4-16,5 1 24 0,-2 3-60 15,5-4-12-15,0 0-120 0,1 7 112 16,-2-3-44-16,1 4 44 0,0-3-112 0,0 3-68 16,0 2 64-16,-5-3 64 0,2 3 52 0,-5 0 8 15,-1 0 0-15,-7 0 184 0,5-1-60 16,-5-1-124-16,0-5-124 16,0 1-244-16,-5-3-304 0,1-1-136 0,1-2-60 15,-5-4-316-15,0-1-676 0,-1-2-1213 16,2 0-2799-16,-1 0 3444 0,-5-5 1516 0</inkml:trace>
  <inkml:trace contextRef="#ctx0" brushRef="#br0" timeOffset="124391.453">15797 13966 2980 0,'0'0'9513'16,"0"0"-7741"-16,0 0-888 16,0 0-328-16,-76 36 200 0,57-24 76 0,-1 4-196 15,4-3-120-15,4-1-132 0,0 1-152 0,8-4-144 16,4 4-76-16,0 3 36 0,4-3 36 16,8 7-76-16,0-6-4 0,0 5 8 15,-1-2-8-15,2 2-4 0,-5-3 8 0,3 0 4 16,2-1-12-16,-6 4 4 0,1-3-4 15,5 1 0-15,-9-6-4 0,3 6-8 16,-3-5 8-16,-4 5 4 0,0-4-4 0,0 1-92 16,-11 3-148-1,-6-1-104-15,-2 0-32 16,-5-1-116-16,-4 1 124 0,0-3 48 0,-4-4-24 16,0 1-152-16,4-6-180 0,-4-4-392 15,8 0-800-15,5-7-1997 0,2 0-2647 16,6-18 6140-16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31:45.7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18849 13427 8308 0,'0'0'2913'32,"0"0"-1057"-32,0-67-876 0,-4 51-256 0,1 0-20 15,-1 7 564-15,0 9-196 16,-1 0 76-16,5 0-364 0,-4 6-52 0,0 3-84 15,-3 8-284-15,-1 4-108 0,-5 9-75 16,-2 8-21-16,-5 9 104 0,-1 7-44 16,-2 10-116-16,-5 2-104 0,-4 7-12 15,0 4-60-15,-3-1-124 0,2-3-56 0,1-7-161 0,5-2-39 16,7-13 88 0,3-11 144-16,6-10 72 0,3-11 76 0,4-13-24 15,4-3-52-15,4-3-72 0,8-9 24 0,4-1 196 16,3-6 4-16,9 4 8 0,0-1-12 15,0 3 0-15,0 3-12 0,-4 7-84 16,0 7-64-16,-4 5 76 0,-4 11 68 0,-4 3 12 16,-1 5 4-16,-2 5 52 0,-1 4 20 0,0 2 64 15,-5-1-40-15,-3 3-48 0,4-2-40 16,-4 0-8-16,0-5 0 0,5-8-48 16,-1-4-36-16,0-9-64 0,0-7-452 15,0-6-1280-15,3-3-420 0,-3 0-12 0,1-3 135 16,-1-3-995-1,4-10-3352-15</inkml:trace>
  <inkml:trace contextRef="#ctx0" brushRef="#br0" timeOffset="6074.954">19311 13919 2692 0,'0'0'300'15,"0"0"5604"-15,0 0-2959 0,0 0-1017 16,0 0-472-16,0 0-20 0,21-67 312 0,-14 64 180 16,1 0-724-16,5 3-571 0,-2 0 143 0,1 0 176 0,0 3-456 15,4 3-268-15,-8 7 112 0,0 6-76 16,0 6-96-16,-4 14-120 0,0 8 0 15,-1 7 0-15,2 0-40 0,-5 4-8 16,4-8-8-16,-4-5-148 0,8-10 24 16,-4-11 128-16,3-10 4 0,2-7-204 15,3-7-100 1,4-7 160-16,3-13 24 0,6-5-132 0,-1-10-136 0,4-6-312 0,-5-4-364 16,-3 4-9-16,-4 0 133 15,0 0 156-15,-5 6 24 0,2-3-180 0,-9 7 156 16,0 1 248-16,-4 8 380 0,0 6 156 15,0 3 244-15,0 10 292 0,0 3 36 16,0 0-176-16,0 13-284 0,0 3 148 16,4 9 24-16,3 7 24 0,-2 4 132 15,-1 8 16-15,0 0-16 0,-4 7-40 16,0 3-44-16,0 3-16 0,-8 3-60 0,-1 0-12 16,-6-2-51-16,2-4-33 15,-2-4-52 1,-5 1 4-16,4-9-16 0,0-1 0 0,4-7-12 0,-4-2-96 0,4-6 64 15,5-7-64 1,-10-3 96-16,6-3 12 0,-6-7-120 16,2-4-84-16,-5 3-208 0,4-5-84 15,-4-7-84-15,0-5-101 0,0-5-155 0,4-4-164 16,0-11-584-16,8-3-1304 0,4 6-2853 16,4-19-3395-16</inkml:trace>
  <inkml:trace contextRef="#ctx0" brushRef="#br0" timeOffset="6309.522">20097 14474 4364 0,'0'0'832'15,"0"0"5225"-15,0 0-4413 0,0 0-512 16,0 0 396-16,23 84-96 0,-19-59-244 15,5-3-448-15,-6 3-504 0,5 4-128 0,-4-1 28 16,0 1-96-16,0-1-40 16,-4-6-84-16,5 1-76 0,-5-4 96 0,3-6-352 15,-3-4-672-15,4-9-472 0,0 0-1148 16,0-6-2309-16</inkml:trace>
  <inkml:trace contextRef="#ctx0" brushRef="#br0" timeOffset="6569.055">20655 14122 8916 0,'0'0'6265'0,"0"0"-4969"0,0 0-460 0,0 0 424 15,0 0-508-15,82 25-448 0,-54-21-304 16,0-4-48-16,4 0-776 0,4-4-636 16,-8-2-1176-16,13-7-4381 0</inkml:trace>
  <inkml:trace contextRef="#ctx0" brushRef="#br0" timeOffset="6721.637">21455 14112 5776 0,'0'0'4872'16,"0"0"-327"-16,0 0-3173 0,0 0-576 16,0 0-472-16,0 0-324 0,79-18-548 0,-51 5-1120 0,-7 3-1240 0,18-6-3869 15</inkml:trace>
  <inkml:trace contextRef="#ctx0" brushRef="#br0" timeOffset="6851.156">21985 14059 3920 0,'0'0'392'0,"0"0"6769"0,0 0-5141 16,0 0-700-16,0 0 268 0,0 0-592 16,0 0-584-16,79 18-412 0,-51-18-288 0,4 0-656 15,12 0-452-15,-12 0-700 16,24-9-2713-16</inkml:trace>
  <inkml:trace contextRef="#ctx0" brushRef="#br0" timeOffset="7321.2">23598 13958 1472 0,'0'0'11081'0,"0"0"-8677"0,0 0-1236 0,0 0-176 16,0 0 220-16,0 0-348 15,0 0-288-15,0 0-284 0,56 69-72 0,-52-44-12 16,0 4-12-16,-4 2 0 0,0 4-184 0,0-3 28 16,-8-3-40-16,1 3-256 15,-6-7-112-15,1-3-328 0,1 0-188 0,-6-6-292 16,6-2-596-16,-2-6-1120 0,2-8-3133 16</inkml:trace>
  <inkml:trace contextRef="#ctx0" brushRef="#br0" timeOffset="8078.131">24184 13591 5156 0,'0'0'7489'0,"0"0"-5429"0,0 0-612 0,0 0 88 16,0 0-80-16,16 103-208 0,-16-50-288 16,-7 8-215-16,-6 2-141 0,5 1-192 15,-3-8-160-15,2-1-168 0,9-11-84 0,0-6 0 16,17-13 96-16,-2-6-96 0,13-12-108 16,0-7-172-16,12-7 40 0,4-12-100 15,-1-6 36-15,6-9-108 0,-6-5-149 0,-7-2-143 16,0 4 68-16,-4-1-16 15,-9-4 52-15,-2 3-4 0,-5 2-164 16,-1-1 232-16,-11-1 188 0,0 7 348 16,0 7 188-16,-4 12 336 0,0 7 160 15,0 6-216-15,0 9-308 0,-4 11 16 16,0 8-44-16,0 11 56 0,1 8 104 16,-1 4 200-16,0 6 56 0,0 1 52 0,-1 5-236 15,-3 3-108-15,-3 0-100 0,-2 5-56 0,2-7-40 16,-1 1 13-16,4-7 63 15,0-7-124-15,4-4 0 16,0-9-8-16,-4-2 8 0,4-14-4 0,-4-3-8 0,0-7 8 16,0-8 4-16,-8-4-12 15,1 0-208-15,-2-13-109 0,-3-6-231 16,4-10-256-16,0-3-312 0,4-9-908 0,5 6-3056 16,-2-19-3077-16</inkml:trace>
  <inkml:trace contextRef="#ctx0" brushRef="#br0" timeOffset="8362.233">24949 14271 6260 0,'0'0'6801'0,"0"0"-4569"0,8 70-688 16,-8-45 32-16,-4 4-188 0,4 0-448 15,-4-7-512-15,4-3-312 0,0-10-112 16,0-2-4-16,8-7 24 0,4 0-24 0,4-13-48 15,8-6-60-15,0-3-4 0,4-7-144 16,4 1-60-16,-4-1 48 0,0 4 132 16,-5 6 16-16,-3 6 20 0,1 6 88 15,-10 4 12-15,1 6 116 0,-4 7 164 16,0 6 76-16,-4 6-140 0,-4 4-216 0,0 6-12 0,0-1-120 16,0 1-64-16,0 3-12 0,-4-4-660 15,-7 4-464-15,-6 1-888 0,6-14-2172 16,-14 9-3193-16</inkml:trace>
  <inkml:trace contextRef="#ctx0" brushRef="#br0" timeOffset="9053.138">20614 14589 4028 0,'0'0'600'0,"0"0"3908"0,0 0-1863 16,0 0-993-16,-19 73-260 0,19-51-20 0,0 1-220 15,0 5-136-15,0 1-316 0,0 3-208 0,-4-1-212 16,-5 1-96-16,1-1-84 0,1 4-44 15,-6-6-56 1,-2 3-48-16,3-7-16 0,-4 1-180 0,4-4-344 16,0 0-248-16,0-10-364 15,4-1-1328-15,3-11-3549 0</inkml:trace>
  <inkml:trace contextRef="#ctx0" brushRef="#br0" timeOffset="9933.915">25730 13522 600 0,'0'0'11365'16,"0"0"-9413"-16,0 0-1416 0,0 0-68 0,91-57-68 16,-59 35 16-16,5 2-172 0,-1 5-244 15,-5 5-116-15,-6 7 32 0,-2 3-56 16,-7 13 140-16,-8 15 0 0,-8 11 328 0,0 14 64 16,-16 8-156-16,-8 5-160 15,-4 1-72-15,-4 2-4 0,-3-5-64 0,7-7-12 16,-4-3 28-16,8-6 48 0,4-10 304 15,4-3 356-15,8-10-288 0,8-9-260 16,0-3-112-16,0-7-236 0,8 0 100 0,4 1 84 16,4-3 44-16,0-2 0 0,4 4-4 15,0 8 0-15,-5-2-108 16,6 8 120-16,-6 5 308 0,5 0-96 0,-4 7-12 0,4-4 20 16,0 8 64-16,-4-5-12 0,0 1-76 15,-4 3-24-15,0-7 36 0,-8 4-72 0,0-3-96 16,-4-1-40-16,-8 4-160 0,-4-3 52 15,-4-1-92-15,-8 1-228 0,0-4-140 32,-4-3-124-32,0 0-120 0,0-5-356 0,5-9-592 15,7-1-2949-15,-5-9-2915 0</inkml:trace>
  <inkml:trace contextRef="#ctx0" brushRef="#br0" timeOffset="10404.334">27722 13865 1968 0,'0'0'8844'16,"0"0"-6279"-16,0 0-817 0,0 0-264 16,-67 86-428-16,43-54-412 0,-1 3-188 15,2 2-136-15,-1-2-136 0,0 0-84 16,4-2-52-16,4-8-48 0,9-6 0 15,3-7 4-15,4-2-12 0,11-4 8 16,10 0 0-16,2 1 0 0,12-4 56 0,2 3-56 16,-1 1-108-16,-4-1 56 15,-1 0-8-15,-6 4 0 0,-2 3 8 0,-7 0 52 16,-4 2 160-16,-4 2-12 0,-4-3 72 0,-4 3 76 0,0-1-4 16,-4 0-120-16,-4-7-52 15,-4 4-32-15,1-4-80 0,-6-2-8 16,6-1-172-16,-2-3-244 0,1 0-84 0,1-3-104 15,-2-3-184-15,9-10-364 16,1 1-644-16,3-10-908 0,0 3-2421 0,3-17-1855 16</inkml:trace>
  <inkml:trace contextRef="#ctx0" brushRef="#br0" timeOffset="10723.36">28069 14018 248 0,'0'0'4440'0,"0"0"3477"0,0 0-5717 0,16 85-576 0,-16-53-168 15,0 3-248-15,0-3-312 0,0-1-200 16,0-5-256-16,0-8-248 16,4-5-192-16,4-3-8 0,0-7-112 15,4-3-148-15,3 0-12 0,9-13-36 0,4-6-212 16,0-3-244-16,4-6-176 16,-4-2-172-16,0 3 28 0,-4-5 376 15,-4 3 376-15,0 0 176 0,-9 1 64 0,-2 5 100 16,-5 2 352-16,0 8 280 0,-4 7 260 0,0 2 8 15,0 4-244-15,0 10-312 0,0 9-48 0,0 6 0 16,0 10-76-16,0 3 140 0,-4 0 300 16,0 4-220-16,4-7-320 0,0-4-120 15,0-2-132-15,4-3-320 0,4-8-272 16,-1-2 344-16,10-6-52 0,-6-8-284 31,10-2-588-31,-10 0-1716 0,21-12-4421 0</inkml:trace>
  <inkml:trace contextRef="#ctx0" brushRef="#br0" timeOffset="10964.787">29045 13979 5928 0,'0'0'92'16,"0"0"6441"-16,-79 54-4557 0,55-25-692 0,-4 6 120 0,4 3-292 15,3-1-164-15,10 2-224 16,3-1-248-16,4-10-172 0,4 2-48 16,8-12-256-16,12-2-224 0,0-6-104 0,11-8 172 15,1-2 104-15,9-2-104 16,-2-14-128-16,5-10-228 0,-4-2-240 0,4-7-260 16,-5-6-752-16,-3-4-1264 0,-8 10-2489 15,9-25-1734-15</inkml:trace>
  <inkml:trace contextRef="#ctx0" brushRef="#br0" timeOffset="11266.092">29487 13265 6384 0,'0'0'1284'0,"0"0"3017"0,0 0-2893 0,0 0-420 15,-16 88 324-15,9-39-44 0,-2 7-88 16,1 11-144-16,-3 3-96 0,-2 3 24 0,-2 0-220 16,-5 2-211-16,0 3-253 0,-4-8-220 15,8-4-60-15,-4-6-168 0,8-11-220 16,12-11 11-16,0-10 121 0,9-12-84 15,10-10 120-15,9-6-48 0,4-6 48 16,3-10 60-16,-3-6 64 0,4-3 8 16,-8-1 80-16,-4 3-52 0,-8 8 56 0,-4 2 4 15,-4 9 184-15,-4 4 0 16,-4 0-12-16,0 17-100 0,0 1 256 0,0 9-48 16,-8 0-72-1,4 2-120-15,-4 3-88 0,4-4-72 0,1-2-12 16,-2-4-284-16,5-3-364 15,0-6-260-15,8-7-696 0,4-6-916 16,4 0-1797-16,20-9-2175 0</inkml:trace>
  <inkml:trace contextRef="#ctx0" brushRef="#br0" timeOffset="11530.029">30041 14008 9700 0,'0'0'5977'0,"0"0"-4433"0,0 0-604 0,80 57 452 15,-44-48-364-15,12-2-408 0,3-7-304 16,5-4-208-16,0-8-108 0,4-10-260 0,-4-3-128 15,0-7-196-15,-1-1-212 16,-7-1-164-16,-9 2-560 0,-11 7-2336 16,0-14-2665-16</inkml:trace>
  <inkml:trace contextRef="#ctx0" brushRef="#br0" timeOffset="11719.398">30531 13481 6624 0,'0'0'2508'15,"-16"70"741"-15,9-30-1617 0,-2 18-128 16,-2 5 200-16,-1 11-72 16,-4-2-396-16,-5 2-452 0,6-1-324 0,-9-7-312 15,8-2-140-15,0-10-8 0,8-10-96 16,4-12-28-16,8-10-300 0,12-9-40 16,8-10 12-16,11-6 36 0,14-13-248 15,7-13-412-15,3-5-1084 0,-11 2-2296 16,19-25-2437-16</inkml:trace>
  <inkml:trace contextRef="#ctx0" brushRef="#br0" timeOffset="12083.838">31077 13236 5108 0,'0'0'5284'0,"0"0"-2903"0,-12 70-1221 16,4-23 192-16,-4 16 144 0,-8 8-316 0,1 8-60 15,-5 4-88-15,-4 0-144 16,3-1-232-16,-3-6-339 0,5-6-317 0,7-7-96 15,0-9-1-15,12-9-39 0,4-14-104 16,0-5 80-16,16-10 64 0,8-9-220 16,8-7-212-1,8-7 76-15,8-9 48 0,-5-10 36 0,1 1 60 16,-4 3 64-16,-8 0 8 16,-13 6 236-16,-2 7 12 0,-10 5 64 15,-7 4 20-15,0 10-8 0,0 6 528 0,-11 9-64 16,-2 4-40-16,-2 2-72 15,-2-2-100-15,6 0-132 0,3-7-88 0,4-3-108 16,4-10-12-16,0-6-72 0,12-3-148 0,8-6-48 16,3-10 0-16,14-9-84 0,3-10-124 15,3-7-176-15,5-2-172 16,4-6-380-16,-1-4-504 0,5-4-560 0,4-5-481 0,-20 15-491 0,16-37-924 16</inkml:trace>
  <inkml:trace contextRef="#ctx0" brushRef="#br0" timeOffset="12391.259">31826 13369 1552 0,'0'0'4368'0,"0"0"-1692"0,0 0-996 0,0 0-439 16,0 0 167-16,0 67 196 0,-8-19-196 16,0 7-16-16,-8 8 16 15,1 3-204-15,-2 7-436 0,-2 0-280 0,6 0 36 16,9-2 589-16,4-8-253 0,13-7-668 16,10-11-120-16,9-7 160 0,12-3-16 0,4-6-144 15,4-4-72-15,8-3-40 0,-4-6-56 0,-5-3-132 16,-3-1-136-16,-9-2-48 0,-11 0 4 15,-7-3-28-15,-17-2-40 0,-4-2 3 0,-12 3 73 16,-20 1 276-16,-8-3 116 16,-12-2 8-16,-3-2-12 0,-5 0-144 15,-4-2-112-15,0-9-64 0,8 5 260 0,12-2 72 16,8 4 160-16,21-3 56 0,2 7 4 0,13-3-220 16,9-4-48-16,14 1-428 0,14-3 84 15,10-4-452-15,17-3 40 0,12-3 24 16,3 0 84-16,5-3 208 15,-4-1-280-15,-25 9-2228 0,14-12-6533 16</inkml:trace>
  <inkml:trace contextRef="#ctx0" brushRef="#br0" timeOffset="13501.225">17164 16202 7112 0,'0'0'6513'16,"0"0"-4929"-16,0 0-1032 15,0 0-264-15,0 0 168 0,-28-76 216 16,16 66-24-16,-3-2-280 0,-2 1-84 16,1 5-36-16,-3 0-16 0,-6 4 52 0,1 2 36 15,5 5 36-15,-5 11-112 0,-4 10-148 16,4 9-32-16,0 6-16 16,4 9 48-16,4 4 100 0,0 3-24 0,8 1-76 15,0-7-24-15,8-7 52 0,0-12 32 0,8-10-44 16,0-6 32-16,12-13 136 0,0-3-11 0,4-9-41 15,8-15-76-15,0-6-152 16,0-9-256-16,0-5-48 0,-4-6-49 0,-4 2-23 16,-1-6 48-16,-3 6-52 0,0-3-12 0,0 1-48 15,-4-5-160-15,-1 1-164 16,2-6 8 0,-9-1 24-16,-1-5 88 0,2-1 232 0,-9 7 36 0,0 0 336 15,0 12 40-15,0 7 504 16,-4 8 40-16,-1 15 4 0,5 8 24 0,-4 5-40 15,4 5-36-15,0 3-228 0,0 6-144 16,0 12 36-16,0 5 24 0,0 13-24 16,0 5 124-16,0 8 128 0,4 4 4 15,-4 8-84-15,5 5-4 0,-5 5 48 0,0 2 49 16,-5 3-73-16,1 1-316 16,-3-2-36-16,-1-4-120 0,-1-7-172 0,2-8-241 15,7-7-235-15,-4-5-248 0,4-9-248 16,4-9-1292-16,-1-10-2633 0,10-13-2499 0</inkml:trace>
  <inkml:trace contextRef="#ctx0" brushRef="#br0" timeOffset="13654.454">17470 16430 2552 0,'0'0'11045'0,"0"0"-8697"0,0 0-1316 0,0 0-252 15,17 74 456-15,-13-52-476 0,3 6-468 0,1-2-156 16,1 2-132-16,-1 1-4 0,-1-7-100 15,1 0-228-15,1-3-472 16,-2 0-172-16,1-7-308 0,5-5-1508 0,-6 3-4265 16</inkml:trace>
  <inkml:trace contextRef="#ctx0" brushRef="#br0" timeOffset="14324.362">17794 15931 3648 0,'0'0'3916'15,"0"0"657"-15,0 0-2433 0,0 0-588 16,0 87-224-16,0-40-288 15,7 11-300-15,-3 8-136 0,9 1-92 0,-9 3-84 16,3-7-72-16,5-9-140 0,-3-6-92 0,2-13-124 0,1-13 0 0,4-9-328 16,3-13-28-16,2 0 112 0,7-10 112 15,-4-10-52-15,4-5 12 0,-4-2-24 0,-1-6-88 16,1-2 124-16,-4 0 76 16,-4 1-40-16,0-2-160 0,-4 9-36 15,-4-6 48-15,0 8-24 0,-8 2 164 0,4 11 132 31,-4 3 112-31,4 5 112 0,-4 8 48 16,4 8-212-16,0 7 136 0,0 10 4 16,4 13-16-16,-4 2-112 0,4 9 28 0,-4 4 84 15,0 8 196-15,-4 0-148 0,0 6-24 16,0 1-84-16,-4 5-16 0,-8-4-8 16,0-3-16-16,0-3-24 0,0-4 76 15,0-7 20-15,0-4-32 0,5-5-52 0,-6-11 40 0,1-8-104 0,4-12 4 16,-4-7 84-16,1-5-60 15,-6-4-36 1,-2-6-220-16,-1-11-72 0,-4-2 48 0,3-3-120 16,-2-7-4-16,-1-2 48 15,4-4-244-15,4 0-16 0,4 0-448 0,8 3-1180 16,0 7-2429-16,8-4-1863 0</inkml:trace>
  <inkml:trace contextRef="#ctx0" brushRef="#br0" timeOffset="14504.821">18542 16751 8444 0,'0'0'3077'0,"0"0"-1873"0,0 0-424 0,40 76-184 0,-35-47-280 16,3 2-64-16,-5 5 4 0,-3-1-244 31,0 2-12-31,0 2-432 0,0-5-340 0,0 2-504 0,0-11-1081 0,0 0-2991 0</inkml:trace>
  <inkml:trace contextRef="#ctx0" brushRef="#br0" timeOffset="14956.968">19698 16221 588 0,'0'0'9984'15,"0"0"-7571"-15,0 0-1253 0,0 0-340 0,-91 16-64 16,63-1 48-16,0 12-240 16,0 0-144-16,0 15 16 15,0 3 120-15,4 8 108 0,4 7-28 0,4 4 12 16,4 0-76-16,8 0-96 0,1-8-63 15,3-2-49-15,7-10-36 0,9-5-100 16,4-13-120-16,4-8-108 0,8-5-220 0,-4-7 52 16,8-6 20-16,-4 0-44 0,-1-9-40 15,1-7-21-15,-8-1-139 0,-4-2-92 0,-4 1-116 16,-8-1-404-16,-4 0-784 0,-4 0-1036 16,0 3-1913-16,-8-6-1787 0</inkml:trace>
  <inkml:trace contextRef="#ctx0" brushRef="#br0" timeOffset="15111.32">19446 16563 236 0,'0'0'2868'16,"0"0"2932"-16,0 0-3027 0,0 0-893 15,0 0-472-15,0 0-148 0,0 0-160 0,0 0 12 16,84 58-128-16,-52-45-272 0,9-4-236 16,-5-6-208-16,3 0-172 0,1-3-96 15,4-6-464-15,-4-7-292 0,-1-2-152 16,6-4-364-16,-18 6-1272 0,13-14-3225 15</inkml:trace>
  <inkml:trace contextRef="#ctx0" brushRef="#br0" timeOffset="15367.088">20228 15942 2584 0,'0'0'8937'0,"0"0"-6457"16,12 91-928-16,-9-43-384 0,1 9 88 15,-4 13-308-15,0 6-184 0,-7 10-104 0,-1 9-136 16,-4 7-12-16,0 6-124 16,0 0-279-16,0-4-109 0,4-5-437 15,8-10 9-15,0-16 284 0,11-16-564 0,6-13-200 0,7-14-324 0,4-18-1276 16,-5-5-2645-16,18-21-3847 0</inkml:trace>
  <inkml:trace contextRef="#ctx0" brushRef="#br0" timeOffset="15686.904">20829 16319 2980 0,'0'0'9197'16,"0"0"-7917"-16,0 0-1084 0,0 0-188 15,0 0 136-15,-83 79 60 0,59-47-80 16,-4 0-124-16,0 4-8 16,-4 1 8-16,0 1 204 0,4 0 112 15,-3-3-88-15,6 3-152 0,1-5 36 16,5-5 40-16,3-3-76 0,4-2-76 16,8-8 0-16,0-5 116 0,4-1 0 15,4 1-28-15,4-4 0 0,3 0 148 0,10 1 532 0,-1-1 92 0,8-3-72 16,0 4-220-16,8 0-40 15,-1-2 160-15,9 4 104 0,4 2-184 0,4 2-243 16,-1-4-245-16,1 0-120 16,4 1 0-16,0 3-217 15,-1-4-211-15,1 4-68 0,-4 2-164 16,-8 1-368-16,-4-3-864 0,-17 0-2124 16,5-1-3673-16</inkml:trace>
  <inkml:trace contextRef="#ctx0" brushRef="#br0" timeOffset="25194.782">12188 13977 5652 0,'0'0'2108'0,"0"0"-1136"0,0 0-464 16,0 0 72-16,35-68 2521 0,-23 58-1449 15,-3 1-528-15,-5 6 364 0,-1 0-680 16,-3 0-168-16,0 3-24 0,4 0 156 0,-4 0-184 16,0 0-212-16,4 0-180 15,4 6-76-15,4 4 64 16,0 5-52-16,4 8-60 0,-4 2-8 16,-4 6 16-16,4 5-80 0,-8-1 0 0,0 0-48 15,-4 0-52-15,0-7-20 16,0-2 36-16,0-7-12 0,0-6 32 0,-4-4-8 15,4-6-36-15,0-3-16 0,0 0-120 16,0 0-108-16,4-9-28 0,4-7 196 16,4-6-12-16,0-3-72 0,-1-1-16 15,6-3-20-15,-6 3 68 0,6 8 88 0,-6 2 24 0,-3 3 12 16,1 6 28-16,-2 7 44 16,-3 0 40-16,0 7 100 0,0 9 296 0,0 3-188 15,1 6-24-15,-1 4-60 0,-1-1-12 16,-3 4-100-16,4-6 72 0,-4 2-84 15,0-2 172-15,0-1-60 0,0-6-112 16,4-4-12-16,-4-5-112 0,0-3-268 0,4-7-164 0,0-3-84 16,5-13 268-16,2-3-312 0,-3-7-776 15,8-5-1128-15,-8-1-1881 0,0 7 1241 16,4-11 204-16</inkml:trace>
  <inkml:trace contextRef="#ctx0" brushRef="#br0" timeOffset="25633.254">12646 13995 1668 0,'0'0'6428'15,"0"0"-4328"1,0 0-963-16,0 0-241 0,0 0 216 0,4 89-20 0,-4-64-232 16,0 5-20-16,0-5 52 0,4-3 28 0,-4-6-204 15,4-4-412-15,3-5-304 0,2-7-172 0,6 0 52 16,2-7-16-16,-2-9-124 0,6-5 124 16,-2-5-172-16,1-3 20 0,0 1 56 0,-8-1 104 15,4 7-20-15,-4 2 0 0,-4 2 36 16,-1 8-52-16,2 4 52 0,-5 6 112 15,0 0 36-15,0 6 416 0,3 4-20 0,2 8-196 16,-1 5-112-16,3 2-4 0,-2 10-120 16,3 0 0-16,-1 7 0 15,2 2 64-15,-2 6 8 0,1 5 152 0,0 4 96 16,-8 5-48 0,0 3 108-16,-4 2-108 0,-4 2 20 0,-12-1 12 15,0 0 88-15,-8-4 72 0,0 1-136 0,-4-4-204 16,1-2-124-16,-1-4-12 0,4-10-40 15,-4-5-68-15,0-10-28 0,8-14 28 16,-3-5-12-16,2-13-52 0,1-3-132 16,1-13-16-16,-5-3 88 0,4-6 132 15,0-3 52-15,0-2-100 0,0 2 24 16,8-4 128-16,4 4 8 0,8 2 8 0,0 1 44 16,8 0 8-16,12 0-60 15,0-1-136-15,8-2-172 0,4-4-356 0,3 0-288 16,6 0-340-16,6 1-308 0,1 1-436 15,-12 8-1909 1,11-3-2479-16</inkml:trace>
  <inkml:trace contextRef="#ctx0" brushRef="#br0" timeOffset="33497.714">6573 12100 404 0,'0'0'8264'15,"0"0"-6864"-15,0 0-1016 0,0 0-280 16,0 0 785-16,0 0 243 0,0 0-292 16,84-16-188-16,-60 13-312 0,0 3-276 0,4 0-64 0,0-3-60 15,4 3 56-15,4 0 8 0,0-4 64 16,7 1-16-16,5-3-4 0,4-1 168 0,3-2-216 16,5-3-24-16,0-2-344 0,4 2 116 15,-1 2 244-15,6 4-44 0,-2 0-12 16,1 0-164-16,-1 6-64 15,6-5 164-15,-2 5 24 0,1 0 96 16,-1 0-156-16,5 0-144 0,-1 5-192 16,2-5 128-16,2 2 116 15,1 2 104-15,0-4-44 0,-1 0-60 0,5 0-81 0,0 0-51 16,-1-6 80-16,1 1 180 16,0-1 36-16,0 0-76 0,3 4-40 15,-7-5 52-15,4 3 156 0,-1-2 100 0,-3 3-20 16,4 0-28-16,-1-1-52 0,1 1 0 15,0 1 0-15,-5-2 0 0,5-2-44 0,0 3 40 16,0-4 4-16,-5 1-8 0,5 0-72 16,0-4-348-16,-1 4-152 0,0-4-356 15,5 4 336-15,-9-4 132 0,5 3 248 16,-4 5-16-16,0 2 80 0,0-3 144 0,0 3-184 16,-1 0 40-1,-3 0-24-15,-1 0-40 16,2-3 220-16,-2 3 80 0,-4 0-76 0,2-4 244 15,-2 4-172-15,0-2-64 0,2-2 116 0,2 1 4 16,1-1-28-16,-4 1-28 16,7 3-76-16,1-3 0 0,4 3-4 15,-1 0-100-15,1-4 92 0,3 4 12 0,1 0 0 16,0 0 0-16,0 0 248 0,-1 0 168 0,4 0 364 16,1 0-208-16,0 0-104 0,3 0-172 15,2 0-216-15,6 0 192 16,0 0-52-16,1 0-104 0,4 0-56 0,3 0-60 15,0 0-48-15,1 0 48 0,4 0 0 16,4 0 0-16,-2 0 4 0,2 0-4 16,4 0 12-16,4-2 68 0,-5 2 76 0,9-3 64 0,-5 0-16 15,0-1-136-15,1 1-60 0,-1-1 16 0,5 2-24 16,-4-1-8-16,3 0-108 31,0 3-196-31,-4 0-180 0,6 0-52 0,-10 0 232 16,5 0-12-16,-5 0 92 0,-3 3 228 15,-1 0 4-15,-4 3 156 0,5 1 324 16,-8-1 128-16,0 3 80 0,-5-2-80 0,1 6 36 16,-1-5-51-16,1 3-285 0,-5-2-152 0,4 1-68 15,1-1-12-15,-4 1 16 0,4-4-92 16,-5 0 12-16,5 4 40 0,-5-4 36 16,0 0-88-16,2 4 76 0,-6-4 28 0,0-3-96 15,-3 4 56-15,-4-1 28 0,-1-3-4 0,1 0 12 16,-4 1 28-16,-4-2-116 15,-5 3-8-15,1-3-4 0,-5-2-12 0,1 4-52 16,-8-4 0-16,-4 0-36 0,-1 2 24 16,-7-2-64-16,-4 4 36 0,-8-4-140 15,-5 0 0-15,-7 0 52 0,-8 0 12 16,-7 0-76-16,-10 0-377 0,-3 0-687 16,-4 2-168-1,0-2 524-15,-7 4 588 0,-1-4 144 16,-9 7-432-16,6-4-132 0,-6 0-560 0,2-1-392 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32:48.9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15909 4219 7616 0,'0'0'224'0,"0"0"2776"0,0 0-1751 0,0 0-405 16,0 0-308-16,0 0 24 15,0 0-80-15,0 0-188 0,8 0 100 0,0 0 200 16,-1 0 48-16,6 4-28 0,2-4-64 16,6 6-264-16,-1-3-220 0,3 0-64 15,-3 0 12-15,-4 1 284 0,-4-4-156 0,-4 0-140 16,5 0-72-16,2 0 72 0,5-4 60 16,3 1-56-16,2 3 76 15,-1-3-80-15,4 3-48 0,0-3 40 0,3 3-104 16,5 0 64-16,8-3-40 0,0 3 16 15,3 0-92-15,2 0 40 16,3 0-60-16,-1-3-400 0,5 3 420 0,-4 0 16 16,4 0 100-1,-1 0 48-15,1 0 12 0,0 0-12 16,-4-4-152-16,4 4-188 0,-5-3 248 0,5 3 84 16,0 0-124-16,4-3-584 0,3 0 36 15,1 3 680-15,4-3 88 16,-5-1-88-16,-3 4-88 0,0-2 76 0,0 2-104 15,-4-5 52-15,0 5-88 0,3-2 28 16,1-1 72-16,-1-4 52 0,1 5-204 0,-4-5-24 0,4 0 24 16,-4 1-88-16,0 0-40 15,0-1 152-15,-1 4 52 0,1-3 116 0,-4 0-52 0,0 0 64 16,-1 2 24-16,-3 1-24 16,-4-1 12-16,0 1-8 0,-1 3 4 15,6-2 32-15,2 2-40 0,1-3 0 0,8-4 4 16,0 0 164-16,-1 1-4 0,1-4-152 0,0-2 92 15,-4 2-92-15,-5 1-4 0,-3-1-8 16,0 1 4-16,-4 3 56 0,-4-1-52 16,-9 1 88-16,-3 6-96 0,0-3 0 31,-7 3 0-31,2 0 4 0,-3 0 84 0,0 0-88 16,-4 0 0-16,-5 0 52 0,2 0-40 15,-5 0 52-15,-5 0 104 0,1 0-28 0,1 0-92 0,-1 0 68 16,0 0 48-16,0 0-36 0,-4 0-120 15,4-4-8-15,-1 2-276 0,1-3-348 16,0 0-128-16,-4 2-68 0,0-3-677 0,0 6-1187 16,-4-7-2632-16</inkml:trace>
  <inkml:trace contextRef="#ctx0" brushRef="#br0" timeOffset="2465.201">12291 911 2672 0,'0'0'1828'15,"0"0"-356"-15,0 0-108 0,0 0-676 0,0 0-52 16,8-73 1833-16,-8 60-1325 0,0 4-492 16,0 0-40-16,-4 2 0 0,0-3-56 15,-4 3-76-15,4 1-128 0,-4 0-128 0,4 4 64 16,0-5-184-16,0 0 60 0,0 1-24 16,0 3 44-16,1-4-44 0,-1 4 60 0,4 3 96 0,0-3 52 15,0 3-76-15,0 0-144 0,0 0-128 16,0 0-148-16,0 0-48 0,0 0-40 15,0 0 12-15,0 0 12 0,0 0 36 16,0 0 16-16,0 0-16 0,0 0 28 0,0 0-32 16,0 0 28-16,0 0 16 0,0 0 8 15,0 0 40-15,0 0 16 0,0 0-20 16,0 0 4-16,0 0 0 0,0 0-24 16,0 0-12-16,-5 0 116 0,5 6-92 15,-4-6-140-15,4 3-12 0,-4 1 0 0,4-4 60 31,0 3 64-31,0-3 28 0,0 0 92 0,0 0 8 16,0 0 52-16,0 0 8 0,0 0-60 16,0 0-4-16,0 0-148 0,0 0-24 0,0 0 48 15,0 0 24-15,0 0-8 16,0 0-56-16,0 0-36 0,0 0 52 16,0 0 152-16,0 0 52 0,0 0 76 0,0 0-28 0,0 0-100 15,0 0-120-15,0 0-160 16,0 0-324-16,0 0-577 0,-4 0-695 15,4 0-800-15,-7 0-2068 0,18 0 3224 0</inkml:trace>
  <inkml:trace contextRef="#ctx0" brushRef="#br0" timeOffset="3421.617">12335 755 380 0,'0'0'2660'15,"0"0"-1176"-15,0 0-24 0,0 0 384 16,0 0-260-16,0 0-268 0,0 0-283 16,0 0-149-16,0 0-156 0,0 0-156 15,0 0-192-15,32-13-140 0,-32 10-88 16,0 3-64-16,0 0 40 0,0 0 36 15,0 0 12-15,0 0 12 16,0 0 12-16,0-3-12 0,0 0-60 0,0 0 176 0,0 0-56 0,0 0-72 0,0 3 24 0,0-4 48 16,0 4-24-1,0 0-64-15,0 0-24 0,0 0 4 0,0 0 32 16,0 0 100-16,-5 0 184 0,2-3-136 16,-1 0-100-16,0 3-132 0,0-3-76 15,-4 0 60-15,0 0-24 0,0-1-48 16,-4 1-108-16,-8 3-188 0,-4 0 172 15,-8 3-84-15,-8 10 96 0,-3 0 4 0,-9 6 56 16,4 6-8-16,-3 4 48 0,-2 3 8 16,5 3 4-1,1 6 44-15,7 6 264 0,4 7-36 16,9 3-88-16,3 4 84 0,3 6 16 0,10-4 132 16,2 4 12-16,9-3-64 15,5-8-36-15,6-2-12 0,5-6 197 16,8-10-53-16,4-6-172 0,4-7-32 0,0-6-64 0,3-6 28 15,2-7-52-15,-5-2-36 16,4-4-24-16,-8-4-44 0,-5-2-4 0,-3-4-60 16,-4-2-140-16,0-1-136 0,-8-4-100 15,0-2-72-15,0-2-132 0,-8-5-89 16,0-2-135-16,0-7-308 0,-8 4-660 16,-4-9-840-16,-4 7-608 0,0 3-1361 0,-8-4-55 0</inkml:trace>
  <inkml:trace contextRef="#ctx0" brushRef="#br0" timeOffset="3577.502">11873 1270 5228 0,'0'0'2392'0,"0"0"-72"0,0 0-207 0,0 0-449 16,-8 67-136-16,16-52-92 0,4-2-208 16,-1-1-216-16,6-1-212 0,2-3-152 15,5-4-184-15,0-2-196 0,0-2-124 16,1 0-60-16,-2 0-84 0,-3-2-68 16,0-2-356-16,-4-2-372 15,-4 4-196-15,-4-2-228 0,-4 1-640 16,0-1-824-16,-4 1-1365 0,0-2-1279 15</inkml:trace>
  <inkml:trace contextRef="#ctx0" brushRef="#br0" timeOffset="3715.87">12124 1428 4940 0,'0'0'3992'0,"0"0"-2068"0,0 0 57 0,-9 92-137 0,9-60-460 15,0 7-48-15,-3-4-220 0,-1 6-440 16,4-6-236-16,-4 2-108 0,4-2-136 16,0-2-196-16,0-5-68 0,4-3-76 0,0 0-4 15,8-2-96-15,-4-4-444 16,7-2 48-16,2-5-116 0,-2-3-376 0,9-5-536 15,4-4-800-15,-8 0-1933 0,16-17-2531 0</inkml:trace>
  <inkml:trace contextRef="#ctx0" brushRef="#br0" timeOffset="4202.409">12992 1305 7596 0,'0'0'1556'15,"0"0"-716"-15,0 0-64 0,0 0 625 0,0 0-109 0,0 0-468 32,64-77-280-32,-36 58-140 0,4-2-24 0,0 2 96 15,4-1-8-15,-1 4-120 16,1 3-100-16,1 1 40 0,-6 9-16 0,1 3-88 15,-9 0-48-15,5 9 0 0,-7 4 88 0,3 6 84 16,-5 4 96-16,5-2 64 16,-4 2-200-16,-4-1-48 0,0-3-36 15,-4 0-72-15,0-6-52 0,0-1-60 0,4-2 72 16,0-1-24-16,0-6 28 0,4 4-72 0,0-7-4 16,4 3-332-16,-9-3-352 15,-2 0-200-15,-2 0-352 0,-11 0-692 16,0 3-1016-16,0 1-1377 0,-11 5-279 0</inkml:trace>
  <inkml:trace contextRef="#ctx0" brushRef="#br0" timeOffset="4376.755">13327 1451 9772 0,'0'0'1833'15,"0"0"-949"-15,0 0-192 0,-80 35 820 16,69-26 100-16,7-2-340 0,0-4-456 16,4-3-252-16,0 3-220 0,8 0-48 15,7-3 96-15,9 3 36 0,8 0 0 0,8-3-136 16,8 0-212-1,4-3-80-15,3-3-108 16,-3 3-112-16,0-4-208 0,-5 7-452 0,-2-3-276 0,-2 3-680 16,-11 0-2108-16,16 0-2561 0</inkml:trace>
  <inkml:trace contextRef="#ctx0" brushRef="#br0" timeOffset="5069.066">15064 927 6672 0,'0'0'3168'16,"0"0"-979"-16,0 0-641 0,0 0-56 16,0 0-292-16,0 0-264 0,0 0-108 0,0 0-224 15,0 0-308-15,0 0-160 0,0 0-124 16,-84 69 32-16,52-40-44 0,4 0 0 16,-4 6 4-16,1 0-4 0,-5 3 0 15,4-4 0-15,0 5 4 0,0-4 48 0,8-7-40 16,1-2 0-16,7-1-12 0,4-5-48 15,3-1 40-15,6-5 4 0,3 5-8 16,0 1 12-16,3 2 96 0,10 1-24 0,-1-1-8 16,4 0-56-16,3 0 4 0,5 0 48 15,-3 0-56-15,3 1-4 0,-5-1-44 16,1 0-116 0,1-2-48-16,-2-1-88 15,-3-4-408-15,0 1-112 0,0-3-464 0,-4-7-1564 16,-1-2-4669-16</inkml:trace>
  <inkml:trace contextRef="#ctx0" brushRef="#br0" timeOffset="6018.385">15546 1133 5852 0,'0'0'3236'16,"0"0"-1079"-16,0 0-757 0,0 0-304 15,0 0-208-15,0 0-184 0,-55 69 52 0,38-33-16 16,6 2-216-16,-1 3-152 0,3-3-40 16,5-5-108-16,4-8-124 0,0-3-40 15,0-6 76-15,13-6-124 0,-1-4 36 16,4-6 4-16,3 0-4 0,5-4-48 0,0-8-124 15,4-1-108-15,-4-9-4 0,0 0 28 16,4-3-68 0,-8 0-68-16,4-2-44 0,-5 2-60 15,-2 3 4-15,-2 3 156 0,-6 0-64 16,-1 6 176-16,-4 7 140 0,-4 0 36 0,0 1 240 16,0 5-104-16,0 0-24 0,0 5-100 15,0 4 200-15,0 3 256 0,0 11 56 16,-4 5-88-16,0 4-4 0,0 6-72 15,-1 3-140-15,5 1 40 0,0 5 0 0,0 1-64 16,0-1-112-16,0 0-8 0,-4 2 72 16,4-5-28-16,-4 4 4 0,1-8-24 15,-1 2-92-15,-4-1 52 0,-1-5-56 16,-2-5 92-16,3-2-44 0,-5-8 44 0,-2 3-8 16,2-6 20-16,-2-5 4 0,2-3-16 0,-2-4 0 15,-1 1 88-15,0-7 84 0,-4 0-108 16,1 0-152-16,-2-7-8 0,1-3-52 15,5 1-220-15,-6-7-44 0,10-1-160 0,-2 3-136 16,6-2-52-16,-1-4 36 0,8-2-116 16,0 0-480-16,0-7-896 15,4 4-628-15,3 3-1349 0,14-13-2211 0</inkml:trace>
  <inkml:trace contextRef="#ctx0" brushRef="#br0" timeOffset="6232.21">16072 1508 5792 0,'0'0'5473'16,"0"0"-4317"-16,0 0-160 0,-7 88 552 16,2-52-212-16,1 2-140 0,-4 0-316 15,8-7-436-15,0 1-300 0,0-3-144 0,0-1-44 16,0-8-64-16,8-1-512 0,-4-6-184 15,8-4-268-15,0-9-264 0,4 0-476 16,-4-4-781-16,12-21-1511 0</inkml:trace>
  <inkml:trace contextRef="#ctx0" brushRef="#br0" timeOffset="6540.885">16486 1095 12057 0,'0'0'2400'0,"0"0"-1164"0,0 0-108 0,0 0 248 0,0 0-376 15,0 0-240-15,0 0-176 0,0 0-228 16,73 79-212-16,-38-59-44 0,1 2-4 16,4-3-96-16,0 0-4 0,0 3-56 15,-8-3-64-15,-1 6-32 0,-7 1-4 16,-4-1-48-16,-12 6-108 0,-8 5 192 0,-3 2 48 15,-18 3 76-15,-7 0 48 0,-3 8 40 16,-9-5-76-16,-4 7 0 0,-4-4 0 16,4 4 48-16,-3-7 4 0,2-3-52 0,10-5 56 31,3-8-68-31,4-8-136 16,7-12-424-16,6-1-128 0,7-7-312 0,8-3-516 0,0-7-2672 15,8-24-3201-15</inkml:trace>
  <inkml:trace contextRef="#ctx0" brushRef="#br0" timeOffset="6927.544">17674 1200 9260 0,'0'0'2105'15,"0"0"-413"-15,32 79-128 16,-21-44 124-16,6 3-144 0,-2 0-472 0,2 0-236 16,3-3-188-16,-1-6-308 0,9-1-156 0,0-4-100 15,4-6-84-15,4-6-8 0,3-5-368 16,2-4-224-16,2-3-184 0,-3 0-236 16,-7-7-556-16,-10 1-1416 0,1-7-2777 0</inkml:trace>
  <inkml:trace contextRef="#ctx0" brushRef="#br0" timeOffset="7104.175">17837 1188 13717 0,'0'0'1592'16,"0"0"-1332"-16,0 0-256 0,-116 98 296 0,73-54 168 0,-9 3 340 15,1 2 48-15,-1 1-584 0,-1 1-272 16,-3-1-296-16,9-1-140 0,4-2-220 15,2-9-588-15,6-3-768 0,14-12-1153 0,6-11-2851 16</inkml:trace>
  <inkml:trace contextRef="#ctx0" brushRef="#br0" timeOffset="7662.303">19008 895 9896 0,'0'0'2277'15,"0"0"-757"1,0 0-656-16,0 0 56 0,0 0 412 0,0 0-212 15,0 0-196-15,-67 74-372 16,39-47-344-16,-8 5-96 0,4 3-4 0,-3 0 40 16,3 0 12-16,-4-3-92 0,4 3-68 15,-1-3-48-15,2-1-28 0,4-2-32 16,3-4 100-16,3 2-52 0,1-6-16 16,8-2 4-16,1-3-16 0,2 0 76 0,5 0-84 15,0-4-4-15,4 5 8 0,0-2 92 16,8 1 60-16,1-3 76 0,2 2-12 0,10-2-4 15,-2 3-72-15,1-3 28 0,0-1-76 0,0-2 0 16,0 0-52-16,0-4-20 16,0 3-220-16,-4-5-92 0,-1 2-204 0,2-4-80 15,-6 3-264-15,2-5-712 0,-5 2-496 16,-1-2-2597-16,-7 0-3163 0</inkml:trace>
  <inkml:trace contextRef="#ctx0" brushRef="#br0" timeOffset="8843.51">19538 930 3160 0,'0'0'6252'16,"0"0"-4263"-16,0 0-949 15,0 0-248-15,0 0 184 0,0 0 240 0,0 0-112 16,-32 91-232-16,21-55-104 0,-1 5-100 16,0 0-68-16,0-3-132 0,-1 1-68 0,6-7-116 15,3-7-104-15,0-6-80 16,4-3-16-16,0-7 52 0,0 1-136 16,4-4 0-16,4-2-100 0,0-2-108 0,4 3 40 15,3-5-52-15,2 0-100 0,-1-7 88 0,3-6 0 16,2-3 124-16,3-3 96 0,-1-7-52 15,-3 1 16-15,4-4 36 0,-4-3-248 16,-4 4 4-16,-1 3 84 0,2 3 80 0,-6 6 92 16,-2 3 0-16,-1 6-44 0,0 7 44 15,-5 0 136-15,6 0 36 0,-1 10 60 0,0 3 64 16,-5 6 72-16,5 10-52 0,-3 3-84 16,-5 8 52-16,0 5-68 0,0 3-56 0,0-1-52 15,-5 4-44-15,1 3-64 16,0-3-4-16,1 2-8 0,-1-4-40 0,-4 1 48 15,-1-5-4 1,2-1 4-16,-5-2 4 0,-4-9 4 16,4 3 8-16,-8-8 52 0,4-2 20 15,-4-7 0-15,0-5-12 0,1-2-72 0,2-5-12 16,-2-7-72-16,-1 0-60 16,3 0-112-16,2-5-88 0,-2-4 16 15,6-3-100-15,3-1 12 0,-1-3-112 0,5 0 20 16,1 0 16-16,3 0-292 0,0 0-28 15,3 0-484-15,6-3-892 0,-1 6-2569 0,7-14-3175 0</inkml:trace>
  <inkml:trace contextRef="#ctx0" brushRef="#br0" timeOffset="9126.605">20136 1508 4760 0,'0'0'7437'15,"0"0"-6569"-15,0 0-728 0,0 0 244 16,0 0 328-16,0 0 56 0,0 0 100 0,0 0-460 16,0 0-248-16,76 66-8 0,-73-52 84 15,2 0-48-15,-5 3-104 16,0 2-20-16,-5 0 24 0,2 3-16 0,-5-3-60 16,0 0 52-16,4 1-4 0,-4-8-8 0,4 1 32 0,4-4 24 15,0-3-108-15,0-2 0 0,0-1 0 16,4 1 212-16,4-1-140 0,4-3-72 15,-1 0-76-15,2-3-184 0,-1-4-276 16,4 0-224-16,-4-5-248 0,-1 2-344 16,2 4-1356-16,2-10-3693 0</inkml:trace>
  <inkml:trace contextRef="#ctx0" brushRef="#br0" timeOffset="9808.008">20829 1377 7748 0,'0'0'2112'0,"0"0"-551"0,0 0-445 0,0 0 32 16,0 0-8-16,0 0-108 0,0 0-152 15,0 0-220-15,0 0-188 0,0 0-212 16,9 0-148-16,-9 0-112 0,8 0-12 16,-1 0-112-16,10 0-396 0,2-6-328 15,5 0-584-15,-4 3-1336 0,16-10-3053 16</inkml:trace>
  <inkml:trace contextRef="#ctx0" brushRef="#br0" timeOffset="9960.876">21399 1352 6748 0,'0'0'4048'16,"0"0"-2863"-16,0 0-737 0,0 0 448 15,0 0 324-15,0 0-400 0,0 0-556 16,0 0-264-16,84-15-416 0,-64 11-568 15,8-2-508-15,3-1-757 0,-3 4-2259 16</inkml:trace>
  <inkml:trace contextRef="#ctx0" brushRef="#br0" timeOffset="10121.693">22077 1352 9020 0,'0'0'1188'15,"0"0"-944"-15,0 0-48 0,0 0 669 16,0 0 339-16,0 0 84 0,0 0-252 0,0 0-344 15,84-3-200-15,-65-2-416 0,1-2-76 16,4 0-516-16,-1-3-392 0,9 4-524 16,-11 0-1313-16,23-7-3239 0</inkml:trace>
  <inkml:trace contextRef="#ctx0" brushRef="#br0" timeOffset="10526.094">23332 1339 8776 0,'0'0'4465'15,"0"0"-3397"-15,0 0-968 0,0 0 104 0,0 0 248 16,0 0 268-16,0 0 60 15,0 0-420-15,0 0-284 0,-44 77-16 0,28-49 52 16,-4 1-24-16,-4 9 12 0,-4 0 12 16,0 1-40-16,-4-1-72 0,4-1-60 15,5-2-224-15,6-6-280 0,6-10-304 16,7-3-784-16,4-9-1532 0,12-7-3269 0</inkml:trace>
  <inkml:trace contextRef="#ctx0" brushRef="#br0" timeOffset="11062.794">23726 1076 13697 0,'0'0'2060'0,"0"0"-1552"0,-20 82-248 0,0-38 996 16,-4 5 52-16,5-2 16 0,-2-6-680 16,6-6-436-16,6-2-208 0,2-8 0 15,7-6-8-15,3-3-136 0,10-7 8 16,2-2-48-16,6-4-8 0,7-3-64 0,4-10-40 16,3-5 28-16,1-5 72 15,0-5-100-15,3-1 40 0,-2-2-28 16,-5-4-72-16,0 0 108 0,-9 1-136 0,-3-1-36 15,0-3 84-15,-4 4 124 0,-4 1 96 0,-4 8 116 16,-4 7 4-16,0 8 84 0,-1 4-4 0,-3 3-80 31,0 6 196-31,0 10 112 0,0 7 84 16,-3 11 52-16,-5 4 92 16,-5 10 112-16,-2 0-160 0,-1 2-152 0,0 4-180 0,0 0-76 15,0 0-12-15,5 3-28 16,-2 1-44-16,5-1-100 0,1 0 92 0,2 4-40 15,5-5 48-15,-4-2-8 0,0-8 0 16,4-7 8-16,0-3 8 0,-4-11-8 16,0 1-8-16,1-7 8 0,-1-3 120 0,0-3 224 15,-1-6-188-15,1-5-148 0,0-2-8 16,0 0-144-16,-3-9-28 0,-1-1-96 16,-1-9-172-16,2-7-368 0,7-5-460 0,3-7-252 0,5 9-2352 15,16-18-1857-15</inkml:trace>
  <inkml:trace contextRef="#ctx0" brushRef="#br0" timeOffset="11368.121">24332 1756 11633 0,'0'0'1804'0,"0"0"-928"0,0 0 220 16,-12 82 276-16,-1-57-256 15,-2 1-140-15,-1-1-472 0,0-6-236 0,4-3-216 16,4-2-48-16,4-6-4 0,4-5-88 15,0-3-72-15,4 0-144 0,12-3 116 16,4-10-20-16,8-1-52 0,0-9-96 0,3-3-76 16,5 4-116-16,-8-3 264 0,0 5 96 15,-4 8 0-15,0-2 44 0,-8 12 144 0,0 2 412 16,-8 0 72-16,0 9 24 0,-1 3 12 16,-7 5-148-16,0-1-80 0,0 3-44 15,0 0-28-15,-3 0-24 0,-1 0-88 16,0-3-108-16,4 1-64 0,0-6-32 0,0-1-164 15,0 0-724-15,4-8-156 0,3-2-500 0,2 0-1112 32,-1-2-2761-32,3-18-1603 0</inkml:trace>
  <inkml:trace contextRef="#ctx0" brushRef="#br0" timeOffset="11639.597">25017 1200 14113 0,'0'0'1492'16,"0"0"-1420"-16,0 0-72 0,0 0 744 0,0 0 140 0,0 0 232 15,40 76-464-15,-17-54-344 0,9 0-40 16,5 2 4-16,2-6-140 0,5 4-20 16,0-4-104-16,0 1-8 0,-5 1-4 15,-7 0-144-15,-4-2 64 0,-8 1 32 0,-8 3 4 16,-7 2 12-16,-5-3 36 0,-17 2 100 15,-7-2-88-15,-12 2 84 0,-16-1-96 16,-7 3-4-16,-13 1-276 0,-12 2-140 16,-11-3-204-16,-9 1-328 0,-11-1-504 15,27-13-1580-15,-43 5-4077 16</inkml:trace>
  <inkml:trace contextRef="#ctx0" brushRef="#br0" timeOffset="12249.145">20905 1870 4700 0,'0'0'2848'16,"0"0"-1228"-16,0 0-312 0,0 0-99 16,0 0-69-16,0 0-208 15,0 76-172-15,-3-59-216 0,-1 4-128 0,-9-3-164 16,-2 6 36-16,-2 1-100 0,2-3-132 15,-5-3-56-15,3 3-80 0,2-3-72 16,-6 0-236-16,10-2-432 0,3-2-484 0,3-3-1016 16,1-5-1925-16,8-3-2615 0</inkml:trace>
  <inkml:trace contextRef="#ctx0" brushRef="#br0" timeOffset="28212.746">5557 6394 8200 0,'0'0'2072'0,"0"0"-1788"0,0 0 273 0,0 0 1799 16,0 0-660-16,0 0-496 0,0 0-364 0,0 0-192 16,0 0-76-16,0 13-28 15,13-10-84-15,-2 0-100 0,10 3-100 16,7-3-72-16,3 1 60 0,5-1-120 15,12 0 8-15,7 0 40 16,1-3-28-16,8 0-80 0,0 0-64 0,8 0-52 16,-1 0 48-16,9-6 4 0,3 3 0 15,9-4-112-15,4-2-96 16,4-1-208-16,3-2 172 0,0-4-60 0,-2 3 20 16,-2-3-72-16,-3 1-96 0,-8 2 20 0,-6 1 184 15,-1-2 136-15,-10 5-296 16,-11-1 256-16,-8 4-244 0,-16 3-632 15,-5-1-1236-15,-10 4-1617 0,-6 0-847 0</inkml:trace>
  <inkml:trace contextRef="#ctx0" brushRef="#br0" timeOffset="34052.873">5386 4807 3740 0,'0'0'8097'16,"0"0"-6437"-16,0 0-628 0,12 79 720 15,-12-44-272-15,0 10-516 0,0 9-152 16,-8 12-336-16,1 7-256 0,3 6-148 15,-5 7 124-15,5 6-132 0,0 3-64 0,4 4-8 16,0 0 8-16,0-1 0 0,0-2 0 0,8-5-48 16,-3-5 0-16,3-10-84 0,-5-10 32 0,1-15-180 15,4-13-136-15,1-13-136 16,-2-8-240-16,1-14-172 16,4-3-628-16,-4-16-1068 0,0-2-1777 0,4-34-2567 15</inkml:trace>
  <inkml:trace contextRef="#ctx0" brushRef="#br0" timeOffset="34930.501">5490 4864 6248 0,'0'0'5397'0,"0"0"-1509"0,0 0-2584 0,0 0-544 16,0 0 216-16,0 0-384 0,84-10-176 0,-49 7-112 15,5 0-8-15,8-3-16 0,8 2-60 16,0-2-24-16,8 3-40 0,7-3-20 16,4-1 8-16,5 1-20 0,4-1-68 15,4 1-56-15,-1-3-60 0,5-4-28 16,4 4 76-16,0-4-96 0,3 2 104 0,0 0 4 16,5 1-72-16,0 0-4 15,-5 4 68-15,1-1-136 0,-5 5 84 16,-7 2-16-16,-4 0 16 0,-13 0 12 15,-2 0-112-15,-5 2 112 0,-10 2-84 16,-1-1 20-16,-5 1 112 0,-5-4-48 16,-3 2-28-16,0-2-168 0,-8 0-96 15,0 0 180-15,-4 0-64 0,0 0 4 16,-5 0 72-16,1 0 136 0,-3 0-84 16,-2 0 32-16,1 0 16 0,0 0 40 0,-4 3-4 15,4-3 0-15,-5 3 12 16,2-3 0-16,-6 0 0 0,6 4 8 15,-6-4 52-15,2 3-52 0,-1-3 56 0,-1 4-60 16,2-4-4-16,-6 6-4 0,1-4-108 0,0 2 112 16,-3 5 112-16,2 3 60 0,1 5-40 15,5 2 28-15,-6 7 136 0,5-1 144 16,-4 0-376-16,4 5-64 0,0-2 4 16,0 2 168-16,0 3-24 0,-1-4-88 0,2 2-60 15,-5 1 64-15,-1-4 204 0,-3 8-124 31,5-5 16-31,-5 8-76 0,-4-2 88 0,0 4-4 16,0 8-156-16,-8-2 4 0,-1 4-4 16,-2 7 60-16,-2 0 108 0,6 1 321 15,-5 1-285-15,4 0-104 0,4 0-64 16,0 1-48-16,0 0-8 0,0-8 8 0,0-6 36 16,4-5-24-16,-4-8 0 0,0-8 144 15,4-3-84-15,0-1-64 0,-3-6 40 0,3-1 4 16,0-2 20-16,-5-4-60 0,5 1 36 15,0 0 12-15,0-4 0 0,-4 3-12 16,4-2-40-16,0-4 40 0,-4 0-36 0,4-3 72 16,0 3 4-16,0-3-4 15,0 0-12-15,0 0-12 0,0 0 12 0,0 0 0 16,0 0 24-16,0 0 4 0,0 0 20 0,0 0-36 16,-4 0 24-16,0 0-104 0,-3 0-4 15,-2 0 0-15,1 0 0 0,-3 0-4 16,-2 0 0-16,-6 4-8 0,-2-4 12 0,-7 3 0 15,-7 1 4-15,-9-2-4 0,-4-2 0 16,-12 3-8-16,-3-3 8 0,-5 3-96 16,-12-3 48-1,-4 4-72-15,1-2-52 0,-9 3-176 16,5-3-4-16,-1 4 0 0,0 5-132 0,5-5-109 16,3 0-139-16,0-6-452 0,8 0-1056 0,24 0-2604 15,-16-17-4073-15</inkml:trace>
  <inkml:trace contextRef="#ctx0" brushRef="#br0" timeOffset="35700.346">6980 3552 796 0,'0'0'10661'0,"0"0"-8169"0,0 0-636 0,0 0-564 16,0 0-56-16,0 0-264 0,0 0-200 0,0 0-244 16,0 0-236-16,0 0-208 0,0 0-84 15,-28 23 0-15,20-2 44 0,0 9 92 0,4 4 56 16,-4 11-32-16,5 9-28 0,-1 6-32 16,4 5-88-16,-5 4 36 0,5 1-36 15,0-4 37-15,0-6-41 0,9-13 4 16,-2-5 72-1,5-10 40-15,0-13 68 0,4-3 4 0,0-7-64 16,0-6-36-16,4-3 60 0,0-3-44 16,3-13-4-16,1-5 72 0,4-11-32 0,0-6-148 15,0-7-28-15,-3 0-116 0,-2 1-24 16,1-3 0-16,0 5-88 0,-4-2-120 16,-1 2-85-16,-2 8-3 0,-6-1-144 15,2 2-184-15,-5 8-348 0,-1 6-868 0,-7 4-1020 16,4 8-2345-16,-4 0-1387 0,0 11 5121 15</inkml:trace>
  <inkml:trace contextRef="#ctx0" brushRef="#br0" timeOffset="35920.452">7219 4419 1828 0,'0'0'4092'15,"0"0"1137"-15,0 0-3241 0,0 0-324 0,0 0 224 16,0 0-376-16,0 0-232 15,0 0-228-15,0 0-196 0,0 0-311 0,0 0-205 16,44-51 0-16,-20 17-48 0,-1-5-140 0,9-5-152 16,0 0-120-1,0-1-136-15,-4-5-264 0,4-2-345 16,-1 2-207-16,-3-7-496 0,0 2-972 0,-7 11-2264 16,3-28-3421-16</inkml:trace>
  <inkml:trace contextRef="#ctx0" brushRef="#br0" timeOffset="36420.691">7522 2502 3024 0,'0'0'472'15,"0"0"2248"-15,0 0 500 0,0 0-1411 0,0 0-549 16,0 0-164-16,0 0-92 0,0 0-84 0,0 0-188 16,0 0-136-16,31 22-24 0,-27-7-48 0,5 4 80 15,-1 7-28-15,-1 11-132 0,1 9-28 16,1 8-60-16,-5 9-64 15,0 10 12-15,-1 7-60 0,-3 2-136 0,0 1-108 16,0-3-108-16,-3-8-148 0,3-5 12 16,0-17-36-1,0-11 36-15,7-14-368 0,6-12-28 0,2-10-112 0,6-9-464 16,3-10-792-16,-9-3-2529 0,13-22-3987 16</inkml:trace>
  <inkml:trace contextRef="#ctx0" brushRef="#br0" timeOffset="36808.537">8064 2769 2772 0,'0'0'144'16,"0"0"40"-16,0 0 4088 0,0 0-2860 15,0 0-648-15,0 0 0 0,0 0-79 0,0 0-185 16,0 0-76-16,0 0-232 15,0 0 92-15,0-17 24 0,-4 17 8 16,4 4-20-16,-9-2-120 0,5 3 28 16,-3 1 256-16,-1 2 148 0,-8 3-168 15,4 1-124-15,-12 4-116 0,0 6-76 16,-4 0 40-16,1 4-164 0,-6 2-36 0,1 4-80 16,0 4 116-16,5-5 0 0,3-6 264 15,8 1 316-15,0-8 192 0,8-5-204 0,4 0-260 16,4-4-132-1,0 4-164-15,4-3 60 0,8 2 4 0,4 1 72 16,4-1 120-16,8 2 468 16,0-2-220-16,4 1-128 0,3-3-96 0,-3-1-36 15,8 1-60-15,-3-4 20 0,2 0-104 0,1-3-112 16,-1 1-76 0,6-4 12-16,-6 0-188 0,-3 0-236 0,0 0-48 0,-5 0-248 15,-3-4-184-15,-7 4-620 0,-5 0-1496 16,-12 4-3285-16</inkml:trace>
  <inkml:trace contextRef="#ctx0" brushRef="#br0" timeOffset="62255.712">7868 6899 520 0,'5'0'8024'16,"-1"0"-6524"-16,0 7-427 0,-1 4 519 0,5 6 328 15,1 5-412-15,-9 4-292 0,4 2-164 0,-4 4-288 16,-4 0-164-16,-5 0-112 16,-2 5-60-16,-10 2-112 0,2-2-48 0,-5 5-196 15,-8 3 12-15,-4-1-80 0,0-3 124 16,0-3-80-16,-7 0 12 16,3-2-60-16,-1-8 100 0,2-3-15 0,3-3-37 0,1-9 12 15,3-3-60-15,4-7-133 0,4-3-51 16,3-7-56-16,10-8-128 0,3-7-120 15,4-7-12-15,4-6 36 0,8 0-52 16,3-2-124-16,6 1 148 0,-2 7-128 16,2 4 308-16,-2 2 236 0,-2 8 76 0,-6 2 112 15,-3 7 36-15,4 0 40 0,1 2 24 0,-2 1 24 16,1 3-76-16,4 0 0 16,4 3 76-1,4 10 268-15,0 6-284 0,4 6-36 0,-4 4-56 0,3 6-124 16,1 1-8-16,4 1-88 0,0 1-168 15,4-1-72-15,4 2-112 16,-1-4 112-16,6-2-352 0,-1-5-200 16,-5-6-832-16,5-4-828 0,-12-1-2193 0,9-4-2487 15</inkml:trace>
  <inkml:trace contextRef="#ctx0" brushRef="#br0" timeOffset="62426.005">8633 7636 8988 0,'0'0'4489'16,"0"0"-3649"-16,0 0-740 0,-36 67 140 15,21-42 656-15,-1 0 12 0,4 0-496 16,-1-6-412-16,10 1-288 0,3-8-316 0,0 4-392 16,3-9-740-1,6 2-2893-15</inkml:trace>
  <inkml:trace contextRef="#ctx0" brushRef="#br0" timeOffset="62944.28">9701 8243 7188 0,'0'0'9617'16,"0"0"-8561"-16,-80 75-980 16,57-52-76-16,-1-1 196 0,8-6 136 0,0-7-24 0,8-9-48 0,4 0 24 0,4-9-88 15,0-14 0-15,0-8-52 0,0-14-144 16,0-9-44-16,0-9-104 0,0-4-256 16,-4-10-112-16,0-6-212 0,0-1-52 15,4-8-92-15,0 3-212 0,4-4 72 0,12 4 172 16,4 4 240-16,11 9 540 0,6 6 60 31,3 6 280-31,3 13 0 0,1 14 256 0,0 11 84 0,-9 13-12 16,-7 10 32-16,-7 3-252 15,-10 16-72-15,-7 10 136 0,-4 4 168 16,-11 12-36-16,-10 9-68 0,-7 3-184 0,-3 4-84 16,-1-5-140-16,4-5-108 15,8-12-232-15,8-15 60 0,12-5-12 16,0-3-52-16,9-5-84 0,6-1 36 0,9 3-40 0,0 3 64 15,4 3 24-15,4-1 164 0,0 5 72 16,-4-1 12-16,-5-3-8 0,1 3 108 0,-7-4-100 16,-6 5 76-16,-3-8-16 0,-8 4 152 15,0 3 60-15,-16-6 64 0,0 3-212 16,-7-1-36-16,-5-2-100 0,-9 3-4 16,-6-4-184-1,-5-1-220-15,-7-3-460 0,-9 3-376 16,-12-8-844-16,20-3-1169 0,-48 0-3127 0</inkml:trace>
  <inkml:trace contextRef="#ctx0" brushRef="#br0" timeOffset="63375.783">6769 6859 5924 0,'0'0'1184'0,"0"0"2080"0,0 0-1603 0,-99 25-625 16,67-17-400-16,-1 6-240 16,1 2-40-16,0-4-80 0,9 1-48 0,3 3-12 15,0 3-68-15,8 3-60 0,4 6 104 16,8 7-32-16,4 7 232 0,12 5 48 16,0 7-28-16,8 3-40 0,-1 10-88 0,1-1 4 15,4 8-116-15,0-1-172 16,8-3-36-16,0-4-164 0,12-2 16 0,4-10-352 15,12-6-112-15,7-11-168 0,4-5 84 0,9-14-216 16,8-1-60-16,0-14-812 0,-25-3-2093 16,38-9-1727-16</inkml:trace>
  <inkml:trace contextRef="#ctx0" brushRef="#br0" timeOffset="63706.95">10912 7117 3100 0,'0'0'11061'0,"0"0"-10557"0,80 11-504 0,-56 2 0 0,4-1 972 15,-4 7-180-15,-4 6-292 0,4 10 232 16,-5 4 788-16,1 5-664 16,-3 4-328-1,-9 6-176-15,-1 0-120 0,1 6 0 0,-8 3 228 16,0 4-59-16,0 0-401 16,-8-4-100-16,-3-2-60 0,-6-7-9 15,6-4-51-15,-2-9 16 0,-2-9-64 0,7-10-268 16,-1-12-200-16,2-3-464 0,3-7-1516 15,-16-14-5293-15</inkml:trace>
  <inkml:trace contextRef="#ctx0" brushRef="#br0" timeOffset="64234.591">12387 6922 1148 0,'0'0'6248'16,"0"0"-451"-16,0 0-4221 0,27 82-368 16,-23-37 204-1,-4 12-236-15,-4 6-352 16,-11 3-116-16,-5 5-120 0,-4-5-296 0,0-2-132 0,0-8-160 16,0-5-196-16,8-9 88 0,0-8-28 15,4-8 16-15,8-10-16 0,0-6-84 16,0-3-256-16,4-5-40 0,0-2-124 0,0 0-276 15,4-2-464-15,4-12-576 0,1 2-788 16,2-11-305-16,-3 4-1035 0</inkml:trace>
  <inkml:trace contextRef="#ctx0" brushRef="#br0" timeOffset="64381.376">12299 7457 5276 0,'0'0'4108'0,"0"0"-2299"0,0 0 127 0,0 0-132 0,80-3-256 16,-37 6-440-16,9-3-280 0,8 4-140 0,8-4-48 15,8 0-80 1,3 0-108-16,5-7-148 0,8-2-212 0,-1 0-92 15,1-1-196-15,-4 1-60 0,-5-4-84 0,-7 0-408 16,-8 4-260-16,-13-7-588 16,-15 6-1400-16,-4-12-3209 0</inkml:trace>
  <inkml:trace contextRef="#ctx0" brushRef="#br0" timeOffset="64593.53">13323 7111 8760 0,'0'0'76'15,"0"0"2121"-15,0 0-1281 0,0 0 96 16,0 0 348-16,80 61-72 16,-49-45-120-16,-3 0-248 15,4-1-252-15,0 4-212 0,-4 7-124 0,-4 2-160 0,-8 4-160 16,-4 7-12-16,-12 2-112 0,0 4 0 0,-16 5-60 0,-7-2-12 16,-5 6-60-16,-9-3-16 15,1-4 72-15,-3-10 16 0,3-1-64 16,4-14-124-16,0-6-260 0,8-9-640 0,4-7-968 15,8 0-2281-15,1-23-3755 0</inkml:trace>
  <inkml:trace contextRef="#ctx0" brushRef="#br0" timeOffset="65115.846">14574 6966 5956 0,'0'0'1444'16,"0"0"-808"-16,92-30-88 0,-53 30 2321 16,5 5-1169-16,-4 7-236 0,1 10-192 0,-6 3-256 15,-7 10-356-15,-8 10-140 0,-13 6-28 16,-7 6-12-16,-11 7-100 16,-17-1-96-16,-8 4-140 0,-12 0-32 15,-3-8-40-15,-9-4-64 0,4-8 44 16,4-8-40-16,4-8 72 0,4-8-36 15,8-8-36-15,1-5 76 0,11-7 32 0,-1-3-20 16,10-6-100-16,-1-13-100 0,8-4-328 16,4-8-48-16,4-4-16 0,0 0 112 15,0-4-52-15,12 7 60 0,4 7 200 16,4 10-140-16,0 1 312 0,8 9 0 0,-4 2 176 16,8 3 32-16,-1 5-44 0,5 5-28 0,4 4 172 15,0 0 0-15,7 2 12 16,6 0-76-16,-1 1-144 0,-1-8-100 15,1 1-84-15,0-7-60 0,-5 3-104 0,-2-6-144 16,-2 0-364-16,-3 0-412 16,-12-3-1696-16,3-7-3077 15</inkml:trace>
  <inkml:trace contextRef="#ctx0" brushRef="#br0" timeOffset="65263.382">15315 7464 16453 0,'0'0'1764'15,"0"0"-1148"-15,0 0 216 0,84 16-132 16,-52-16-224-16,3 0-124 0,10-9-148 16,-2-5-204-16,5-5-256 0,-4 0-160 0,4-3-412 15,-8 0-452-15,-5-3-864 16,-11 6-3164-16,-8-9-5661 0</inkml:trace>
  <inkml:trace contextRef="#ctx0" brushRef="#br0" timeOffset="65447.283">15474 7122 7596 0,'0'0'6769'16,"0"0"-6033"-16,0 0-396 0,0 0 704 15,-23 88 136-15,23-56 144 0,0 0-308 16,-4 2-332-16,4 5-280 0,0 2-224 16,0 0 40-16,0 1-220 0,-5 2-160 15,1 4-96-15,1 2-144 0,3-6-588 0,3 5-612 0,18-12-2144 16,-6-8 680-16,26 0-4193 0</inkml:trace>
  <inkml:trace contextRef="#ctx0" brushRef="#br0" timeOffset="65947.842">16093 8264 13257 0,'0'0'2016'16,"0"0"-1224"-16,-77 67-200 0,46-42 152 15,6-2 408-15,6-8-144 0,7-5-140 16,4-7-160-16,8 0-200 0,0-3-167 0,0 0-85 16,0-13-88-16,8-2-168 15,4-14-128-15,4-9 32 0,8-13-24 0,0-6-161 16,4-9 49-16,4-11-84 0,-4-9-124 16,3-9 4-16,5-3-68 0,-4-7 16 15,4 7 108-15,3 2 132 0,2 7 152 0,2 14 32 0,1 7 16 0,4 11-16 16,-5 10 64-16,-2 8 64 15,-6 8 8-15,-7 10 28 16,-4 0-52-16,-8 12 8 0,-8 6-56 0,-4 3-64 16,-4 0-8-16,0 9 144 0,-8 10 212 15,-8 7-28-15,0 5-72 0,-8 5-24 16,5-1-96-16,-2-4-64 0,10-2-56 0,2-7-64 16,5-3-40-16,4 1 68 15,0-6 92-15,13 3 4 16,2 2 4-16,2 3-8 0,6-3-60 0,1 6 52 31,0 1-116-31,0 0-24 0,4-5 16 0,-5 2 32 0,1-4 24 16,-3-3 64-16,-6 0-48 0,2-7 56 0,-10 1 4 15,1-7 72-15,-3 3 76 0,-5-6 76 16,0 3 168-16,-17 1 72 0,-3-1-60 16,-12 0-136-16,-7 0-156 0,-10 0-100 0,-2-3 48 15,-1 0-60-15,0 0-232 0,1 0-232 16,-5-3-528-16,0-3-268 0,13 6-1328 0,-25 0-3769 15</inkml:trace>
  <inkml:trace contextRef="#ctx0" brushRef="#br0" timeOffset="78301.513">4976 9728 5368 0,'0'0'4092'16,"0"0"-3124"-16,0 0 1269 15,0 0-821-15,0 0-192 0,0 0-240 16,0 0-48-16,0 0 56 0,0 0-132 15,79-38 0-15,-30 29-44 0,2-1-244 16,5-4-220-16,7 3-83 0,-7-3-157 16,0 2-88-16,-8 2-24 0,-4-1-100 15,-4 0-93-15,-5 2-111 0,-3-4-160 0,-4 7-120 16,-4-4-200-16,-7 4-100 16,-6 2-436-16,-7 4-760 0,0 0-1872 15,-8 0-1813-15</inkml:trace>
  <inkml:trace contextRef="#ctx0" brushRef="#br0" timeOffset="78927.094">5418 9662 7948 0,'0'0'2989'15,"0"0"-733"-15,0 0-632 16,0 0-352-16,12 91-120 0,-4-50-24 0,-4 8-208 0,4 1-344 0,0 1-324 16,-4-1-252-16,-1-1-112 0,2-9-96 15,-1-5-72-15,-4-6-128 16,4-7 28-16,0-6-236 0,-4-7-736 0,0 1-724 16,0-7-832-16,-4 1-2653 0</inkml:trace>
  <inkml:trace contextRef="#ctx0" brushRef="#br0" timeOffset="79103.798">5115 10281 10636 0,'0'0'3013'0,"0"0"-1229"0,0 0-468 0,0 0-48 16,0 0-184-16,103 31-52 15,-66-31-276-15,3 0-272 0,-1-3-252 16,-3-6-188-16,5-1-44 0,-6-4-156 15,1 2-320-15,0-1-388 0,-5 1-300 0,1-3-880 16,-11 4-2200-16,7-1-2261 0</inkml:trace>
  <inkml:trace contextRef="#ctx0" brushRef="#br0" timeOffset="79241.612">6019 10093 964 0,'0'0'9440'0,"0"0"-7307"15,92 10-881-15,-60-10 568 0,5 0-1216 0,-6-4-604 16,-3-8-40-16,-5-4-376 16,5-4-312-16,-3-5-604 0,-9 3-1793 0,7-19-4959 15</inkml:trace>
  <inkml:trace contextRef="#ctx0" brushRef="#br0" timeOffset="79537.11">6155 9518 1032 0,'0'0'7488'16,"0"0"-5544"-16,0 0 253 0,-12 81-733 0,12-44-36 16,5 8-172-16,2 11-384 0,1 11-340 15,0 5-264-15,1 15-104 0,-6-1-44 16,1 2 4-16,4-1-116 0,-4-5-8 16,0-3 0-16,0-9 92 0,0-10 52 15,-4-3-8-15,0-9-48 0,0-6-40 0,0-8-44 31,-4-8-4-31,-4-4-56 0,4-7 44 0,-4-5-212 16,1-3-20-16,-2-5-16 0,-7-2 28 16,0-9-128-16,-3-10-48 0,-5-3 148 15,-4-6-212-15,0-7-192 0,0-6-80 0,3-5-124 16,2-1-340-16,11-1-556 0,0 11-613 16,12-15-2431-16</inkml:trace>
  <inkml:trace contextRef="#ctx0" brushRef="#br0" timeOffset="80714.956">8163 9443 4288 0,'0'0'5292'0,"0"0"-4028"0,0 0-323 15,0 0 223-15,0 0 452 0,32 72-304 16,-28-40-448-16,-4 9-252 15,0 3-276-15,-8 5-140 0,-8 4 200 0,0 1 136 16,-12 4-276-16,0-5-132 0,0-2-52 16,-3-7-20-16,-1-9 68 0,0-7 64 0,4-4-24 15,-4-9-100-15,4-2-60 16,0-7-204-16,0-3 32 0,5-3-72 16,-1-3-52-16,4-9-36 0,4-8-112 0,4-1-124 15,0-12 132-15,4 3-64 0,5-10-4 0,-2-1 92 16,5 6 36-16,0 7-116 0,0 9 492 15,5 7 124-15,2 1-8 0,5 11 20 16,8 0 144-16,-5 4 208 0,10 8 28 16,3 2-80-16,-4 0-24 0,4 5-4 15,0 4-148-15,-5-4-24 0,5 0-88 16,0 1-12-16,0-5 0 0,0 5-64 0,0-8-72 0,0 4-32 16,0-4 24-16,-4-1-44 0,3-3-108 15,-7 3-248-15,0-2-260 0,0-4-304 31,0 2-920-31,-12-3-2377 0,8-1-3999 0</inkml:trace>
  <inkml:trace contextRef="#ctx0" brushRef="#br0" timeOffset="81393.149">8482 9928 8928 0,'0'0'2929'15,"0"0"-1673"-15,0 0-860 16,0 0 212-1,0 0 100-15,0 0 24 0,0 0 88 0,0 0-24 0,91 16-176 16,-63-16-320-16,0-10-140 0,0 1-160 0,-4-1-12 0,-3-2-360 0,2-4-284 16,-7 0-332-16,0 0-396 0,0 0-704 15,-8 6-2093-15,-4-6-2519 0</inkml:trace>
  <inkml:trace contextRef="#ctx0" brushRef="#br0" timeOffset="81562.156">8637 9676 260 0,'0'0'8072'16,"0"0"-6248"-16,0 0-495 0,0 0-9 16,0 0 80-16,0 0 116 15,0 0-112-15,-36 74-300 0,36-42-440 16,13 6-296-16,-5-1-184 0,7 5-184 0,-2 3 0 0,-2-4-148 16,2 0-356-16,-2 4-396 0,1-7-640 15,-3 0-784-15,2-9-2077 0,6 8-2535 0</inkml:trace>
  <inkml:trace contextRef="#ctx0" brushRef="#br0" timeOffset="82019.354">9127 10807 7960 0,'0'0'6261'15,"0"0"-5429"-15,0 0-480 0,0 0-24 16,0 0-152-16,0 0 100 0,0 0-264 0,-83 0-12 15,75-31-36-15,0-4-340 16,4-13 164-16,0-2 208 0,4-8 8 16,-4-2-4-16,0-10 0 0,1 0-4 0,-2-3-44 15,1 0 48-15,0-3 0 0,4 6 4 0,0 3-4 0,13 7-148 16,2 6 84-16,5 10-12 16,3 5 28-16,5 4 48 0,-4 10 184 0,4 3 144 15,-7 6 96-15,-2 7-20 0,-3 2 160 16,-4 4-156-16,1 3-112 0,-6 0-96 15,-3 6 8-15,-4 4 16 0,0 6-148 16,0 0-64-16,-8 6-12 0,-4-3-64 0,0 4-32 0,1-4 20 16,-2-7 76-16,5-3 0 0,5-5-4 31,3-1-96-31,0 0-296 0,7 4-236 0,5 2 408 16,4 0 160-16,0 4-84 0,4 6 48 15,-4 0 12-15,0 0 80 16,-4 4 4-16,0 2 4 0,-4-3 312 0,-5 1 224 15,-3-4-312-15,0-1 72 0,0 1-184 0,-11-3-112 16,3 0-60-16,-4 0-388 0,-4-6-148 16,4-1-208-16,-8-2-340 0,4-7-316 15,1 0-704-15,2-4-549 0,5 1-1491 0,1-13-180 0</inkml:trace>
  <inkml:trace contextRef="#ctx0" brushRef="#br0" timeOffset="82196.026">9705 9925 12705 0,'0'0'2400'0,"0"0"-1444"0,0 0-540 16,0 0 852-16,0 0-304 0,0 0-364 0,0 0-340 16,80 22-260-16,-72-22-208 0,0 0-332 0,-1 0-176 0,6 0-500 15,-9 0-1580-15,0 0-2953 0</inkml:trace>
  <inkml:trace contextRef="#ctx0" brushRef="#br0" timeOffset="82327.806">9737 10140 6216 0,'0'0'8109'0,"0"0"-7113"16,0 0-704-16,0 0 424 0,0 0 704 0,0 0 280 16,92 23-816-16,-64-36-484 0,3 0-400 15,5-6-292-15,-4-3-172 0,4-3-528 16,0 3-816-16,-12 2-2152 0,20-8-1393 15</inkml:trace>
  <inkml:trace contextRef="#ctx0" brushRef="#br0" timeOffset="82606.689">10474 9947 13225 0,'0'0'1936'0,"0"0"-1304"0,0 0-16 0,-20 70 1064 0,20-51-56 0,0-6-636 16,0-5-636-16,5-1-84 15,6-7-268-15,10 0-8 0,2 0-124 0,1-7-220 16,8-7-236-16,-4 0-24 0,3-4 24 0,1-1-64 16,-8-1-28-16,1 1 72 0,-6 3 296 15,-3-3 180-15,-8 7 132 0,-4-4 384 0,-4 2-60 16,-4 0 184-16,-11-2-76 16,-2-4-60-16,-7 5-92 0,1-2-8 0,3 5-148 15,-5 5-124-15,1 7-48 16,5 0-72-16,-5 7-64 15,0-1-100 1,5 7-372-16,-6 3-448 0,1-4-1144 0,8 2-2337 0,-16 7-3687 16</inkml:trace>
  <inkml:trace contextRef="#ctx0" brushRef="#br0" timeOffset="83101.279">11948 9881 3740 0,'0'0'6636'15,"0"0"-4615"-15,0 0-289 0,0 0-264 16,0 0-76-16,0 0-16 0,96 44-284 16,-60-38-416-16,4 0-348 0,4-6-144 15,-1 0-172-15,5-6-12 0,-4-7-80 0,0 4-44 0,-4-4-60 0,-5 0-388 16,1 1-340-16,-12 3-296 0,0 2-820 31,-12 1-2400-31,-8 6-3025 0</inkml:trace>
  <inkml:trace contextRef="#ctx0" brushRef="#br0" timeOffset="83249.633">12056 10147 14145 0,'0'0'1676'0,"0"0"-1172"0,0 0-216 0,0 0 300 0,76-3 20 15,-37-7 120-15,6-6-284 0,2-3-444 0,9-6-64 16,-4 0-316-16,-5-4-376 0,2 1-736 16,-18 5-2580-16,5-9-2817 0</inkml:trace>
  <inkml:trace contextRef="#ctx0" brushRef="#br0" timeOffset="83498.465">12319 9604 9260 0,'0'0'1681'16,"0"0"-729"-16,0 0 440 0,0 0 524 0,95 39-260 15,-63-25-424-15,8 5-492 0,4 4-200 16,0 3-320-16,4-1-220 0,-5 4-96 0,-2 3-16 16,-5 0 52-16,-8-1-164 0,-5 4-180 15,-11 3-252-15,-4-3-48 0,-8 7 56 16,-12-4 68-16,-8 3 68 0,-8 0 168 15,-8-3 216-15,-3 0 128 0,-2 0 88 0,-2-3 0 16,3-6-88-16,-4-4-4 0,1-6-272 16,2-3-672-16,2-4-828 0,11-5-929 0,-4-7-2055 15</inkml:trace>
  <inkml:trace contextRef="#ctx0" brushRef="#br0" timeOffset="85083.954">14407 9429 3968 0,'0'0'4116'15,"0"0"-2896"-15,0 0-380 0,0 0 1 0,0 77 223 16,0-46 140-16,0 4-48 0,-4 3-248 16,-5 3-252-16,-6 4-140 0,-1 3-68 15,-8 2-100-15,0 2-184 0,-8-5-92 0,4 0 40 16,0-5 112-16,1-4 184 15,2-7 332-15,2-6-276 0,3-5-192 16,4-7-164-16,0-4-100 16,0-2-8-16,0-4-4 0,4-3-92 0,-4 0-52 15,5-10-12-15,-2 1 40 16,2-7-92-16,2-1-56 0,1-2-52 0,4-6-28 0,0 4 4 16,4-8 8-16,0 0 64 15,0 1-16-15,4-1 40 0,0 4-100 16,4 3 40-16,4 2 72 0,-4 8 72 0,5 2 152 15,-2 4 12-15,5 6 236 0,0 0 56 16,4 6 72-16,0 11-28 0,0-2 4 16,8 3-44-16,-4 6-24 0,-1 1-12 0,1-3-100 15,0 0-160-15,-3 3-4 16,-2-6-4-16,1 4-88 0,-8-4 32 0,4 2-8 16,-4-2-16-16,-1-2-48 0,2 2 124 15,-1-6-124 1,-4-1-128-16,4-2-356 0,-1 0-224 0,-2-8-960 15,3-2-944-15,3 0-2817 0</inkml:trace>
  <inkml:trace contextRef="#ctx0" brushRef="#br0" timeOffset="91171.129">14805 9750 4196 0,'0'0'5184'16,"0"0"-3259"-16,0 0-41 0,0 0-424 15,0 0 116-15,0 0-216 0,0 0-88 16,0 0-228-16,4 0-240 0,0-3-268 0,0 3-304 15,9 0-228-15,-2 3 240 0,13 0-111 0,4 4-133 16,4 2 0-16,4-3-85 0,-1 1-15 0,1-4-68 16,-4 0-16-16,0 3-132 0,-8-1-232 0,0-3-224 15,-8 1-332-15,-4 0-580 16,-4 3-568-16,-4-2-436 0,-4 3-1353 16,-17-2-1611-16</inkml:trace>
  <inkml:trace contextRef="#ctx0" brushRef="#br0" timeOffset="91343.162">14781 10024 9432 0,'0'0'2837'15,"0"0"-949"1,0 0-804-16,0 0-128 0,0 0-176 0,0 0-160 0,0 0 12 16,0 0-176-16,0 0-284 0,96 0-172 0,-60 0 0 15,-1 0-124-15,10 0 0 0,-2 0-84 16,5 0-152-16,-4 5-592 0,4-2-452 15,-16 1-1168-15,11-4-2561 0</inkml:trace>
  <inkml:trace contextRef="#ctx0" brushRef="#br0" timeOffset="91571.942">15766 9982 12733 0,'0'0'3808'16,"0"0"-2784"-16,0 0-692 15,0 0 128-15,0 0-44 0,0 0-268 16,0 0 136-16,0 0-284 0,83 22-160 0,-47-19 0 16,0 1-24-16,7-4-348 15,2 0-136-15,-6 0-176 0,6 0-316 0,-10 0-736 16,-12 0-1209-16,5 0-3699 0</inkml:trace>
  <inkml:trace contextRef="#ctx0" brushRef="#br0" timeOffset="92096.044">16622 10690 10348 0,'0'0'1505'16,"0"0"-877"-16,0 0-204 0,0 0 2136 16,-87 22-1416-16,70-25-372 0,2-6-40 0,-2-8-68 15,6-4-344-15,-1-5-84 16,3-6-236-16,9-9-100 0,0-4-96 0,0-5 36 0,9-7 24 16,3-7 128-16,-1 0-68 0,6-1 68 0,-2-6-132 15,5 5-184-15,1-2 80 16,7 5-16-16,-5 3-52 0,5 9 164 15,0 6 84-15,4 11-8 0,-4 2-56 0,0 10 28 16,-4 3 16-16,0 6 32 0,-5 7-8 16,-3 2-116-1,-4 4 52-15,1 0 60 0,-10 7 24 16,-3 3 40-16,0 2 248 0,-8 7-48 16,-12 3-188-16,0 1-12 0,-8 2-12 0,4-3 12 15,1 0 12-15,3-2 64 0,3-4-72 16,6-2-4-16,7-3-100 15,0-2-100-15,4 4-92 0,4 0 228 0,7-1 64 16,6 1 0-16,2-1 64 0,5 1 80 0,0 0-140 0,-3-4 44 16,-2 1 64-16,-7 3 100 15,0-6-60-15,-8 1-28 0,0 3-36 16,-4-5 8-16,-4 2 116 0,-4 6-212 0,-3-4-84 16,-6-1-128-16,2 0-52 0,-5-2 92 15,-1-4 8-15,6 0 16 0,-5-3 8 16,4 0-52-16,0-3-296 0,0-3-56 0,4-7-100 0,0-1-728 15,3 2-913-15,2-13-2679 0</inkml:trace>
  <inkml:trace contextRef="#ctx0" brushRef="#br0" timeOffset="92527.289">17981 9681 5016 0,'0'0'3928'16,"0"0"41"-16,0 0-2153 0,0 0-508 0,0 0-240 16,0 0-236-16,0 0-388 15,0 0-236-15,-80 37-12 0,48-11 64 16,4 5 12-16,-8 5-16 0,8 2 36 16,0 6-20-16,5 0-116 0,3 4-156 15,0-1 0-15,4-3-96 0,4-2 48 16,8-3 48-16,4-8 24 0,0-6 60 15,7-6 40-15,10-2 20 0,3-8 16 0,3 1-40 16,1-7-20-16,8-3-96 0,0-3-4 16,4-7-216-16,-4-5-224 0,4-2-172 0,-4-2-148 15,-4 0-228-15,-5 0-228 0,-6 0-760 16,-6 6-1917-16,-11-9-1239 16</inkml:trace>
  <inkml:trace contextRef="#ctx0" brushRef="#br0" timeOffset="92679.139">17726 10007 11821 0,'0'0'2156'0,"0"0"-1180"0,0 0-536 16,0 0-112-16,0 0 228 0,0 0 640 15,0 0-244-15,111-15-448 0,-67 2-308 0,4 3-184 16,4-2-12-16,-5 2-268 0,1 0-188 16,-4 1-460-16,0 3-268 15,-16 2-960-15,12 1-3301 0</inkml:trace>
  <inkml:trace contextRef="#ctx0" brushRef="#br0" timeOffset="93552.405">19244 9607 4396 0,'0'0'912'16,"0"0"-404"-16,-100 76 36 0,56-44-24 15,1 6 416-15,-6-3 932 0,10 1-1004 16,3-5-207-16,4-3-229 0,8 1-172 0,8-4-128 15,8-3-116-15,4-2 0 16,4-5 80-16,8 4 124 0,8-3-12 0,0 4 40 0,8-1 88 0,0 0 356 16,0 0 488-1,-1 3-584-15,1-3-300 16,-3 0-120-16,-1-3 20 16,-5 3-192-16,2-2-40 0,-2-3-124 0,2 3-212 15,2-4-100-15,1-4-460 0,4 1-568 0,-4-8-1133 16,15-2-2787-16</inkml:trace>
  <inkml:trace contextRef="#ctx0" brushRef="#br0" timeOffset="94100.294">19770 10029 8432 0,'0'0'5401'16,"0"0"-4869"-16,0 0-328 15,0 0-88-15,-28-82 20 0,11 63 168 0,2-3 136 0,-5 6 200 16,-4 2-48-16,0 6 104 0,-4 4-88 16,4 4-52-16,-8 4-40 15,4 9-100-15,-3 2-60 0,-1 7-124 0,-4 4-24 16,4 2-12-16,4 1-4 0,4-6-68 0,9-4-40 0,6-5-76 16,1-7 0-16,8-3-8 15,0-1-92-15,8-3 92 0,8 0 320 0,5-9-88 16,2-2-56-16,9-11-176 0,-1 0-192 15,1-3-76-15,1-4 24 0,-1-2 0 0,0-1-24 16,0-1-12-16,0 0 8 0,-5-9-20 16,0 0-52-1,1-2 0-15,-3-6 84 16,-1-4 16-16,-4 2 68 0,-8 2 104 16,-1 3 72-16,-2 8 44 0,-5 10 104 0,-4 11 212 15,0 8-188-15,0 3 256 16,0 7 28-16,0 0-116 0,0 0-80 0,0 0-116 15,0 0-144-15,0 10-144 0,-4 3 144 16,-5 9 12-16,1 6 156 0,-3 10-20 0,2 4-52 16,1 5-32-16,-3 1-64 0,3 0-56 0,-4 6 44 0,4-4-108 15,-5 4 32-15,2-5-68 0,3 1 68 16,0-6-80-16,0-2-116 0,4-8-168 16,4-4-224-16,0-5-140 0,0-10-112 15,4-2-216-15,4-6-52 0,4-7-288 31,-1 0-132-31,2-4-681 0,6-12-2451 0</inkml:trace>
  <inkml:trace contextRef="#ctx0" brushRef="#br0" timeOffset="94431.735">20052 9950 5288 0,'0'0'7981'16,"0"0"-6645"-16,0 0-996 0,0 0 288 0,0 0 380 31,-20 79-136-31,9-51-192 16,3 5-324-16,-5-5-212 15,9 1-144-15,1 0-120 0,3-6-152 0,0-4-236 16,0-5-64-16,3-3-176 0,1-5-360 0,9-4-612 0,-5-2-920 16,-1 0-1625-16,10-15-2414 0</inkml:trace>
  <inkml:trace contextRef="#ctx0" brushRef="#br0" timeOffset="95170.031">20543 9617 10136 0,'0'0'4849'0,"0"0"-4069"0,0 0-764 0,0 0 464 0,-16 89 788 16,4-45 276-16,0 5-516 15,-4 3-112 1,4 6-344-16,-1-8-219 0,10-2-205 0,3-6-148 16,0-8-24-16,8-5-124 0,4-10 39 0,-1-6-27 0,10-7-8 15,-1-3-88-15,3-3 0 0,5-6-60 16,0-7-12-16,4-3 48 0,-4-6 24 15,0 0 96-15,-4-1 40 0,-5 1 24 16,-2-3 72-16,3 3 0 0,-12 3 0 0,3 0 64 0,-2 6-4 16,-5 7-60-16,-4-1 0 0,4 7-44 31,-4 4 40-31,0 8 8 0,0 7 168 0,0 10-4 16,0 2-32-16,0 11 96 0,0 2-72 15,0 4 32-15,-4 4-68 0,0 0 8 16,-9 3-116-16,-2-2 32 15,-1 1-48-15,0 1-52 0,-4-1 0 16,0 0 52-16,0-6-8 0,4-10 4 0,-3-7 0 16,-2-9-4-16,5-3 4 0,-3-6-4 0,2-7-100 15,-2-2-52-15,3-4-228 0,0-4 80 16,0-5-60-16,8-10-208 16,4-10-76-16,4-5-376 0,8-10-912 0,0 4-2068 15,20-26-1677-15</inkml:trace>
  <inkml:trace contextRef="#ctx0" brushRef="#br0" timeOffset="95342.586">21200 10194 13225 0,'0'0'1936'16,"0"0"-1080"0,0 0 496-16,0 0 292 0,3 87-444 0,-3-62-528 15,0 0-576-15,0-3-96 0,0 4-256 16,9-6-232-16,-1-1-344 0,0-5-472 0,0-3-1220 15,-4-5-1888-15,4-6-2237 0</inkml:trace>
  <inkml:trace contextRef="#ctx0" brushRef="#br0" timeOffset="95649.492">21602 9668 16457 0,'0'0'2380'16,"0"0"-1952"-16,0 0-144 0,0 0 644 0,0 0 84 15,24 66-127-15,-7-43-277 0,11-1-344 16,0 0-108-16,11 3-80 0,-3-2-40 16,3-1-36-16,2 0-72 0,-2 0-28 0,-3 0-68 15,-4 0-60-15,-4-2-76 16,-8 0 24-16,-8 1 40 0,-5-2 80 15,-7-1-45-15,-3 6 57 0,-13-2 16 0,-8 0-4 16,-4 0-68-16,-8 3 68 0,-8-3-96 0,1 4-132 16,-10-3-88-16,2-4-148 0,-1 0-236 15,0-4-476-15,5-5-308 0,2-1-340 16,17-6-2085-16,9-3-3195 0</inkml:trace>
  <inkml:trace contextRef="#ctx0" brushRef="#br0" timeOffset="96356.057">22906 10449 3952 0,'0'0'9449'16,"0"0"-7913"-16,0 0-344 0,0 0 232 0,0 0-616 15,-4-86-280-15,11 57-196 0,9-5-148 16,0-8-184-16,5 2 0 0,2-9 60 16,1-2-52-16,0 4 56 0,0-7-64 0,-1 0-48 15,1 0 32-15,-3 0-104 0,-1-2-16 0,-1 1 24 16,1 4 52-16,0 7 48 15,0-1 12-15,0 10 76 0,0 6-32 0,4 4-44 16,-4 9 0-16,4 0 116 0,-5 9 108 16,5 5 8-16,-3 2-36 0,7 9-52 0,-5 7-44 15,1 3-40-15,0 10-52 16,-4 3 52 0,3 9 4-16,-2 7-16 0,-6 2-48 15,-2 7-8-15,-2 0-140 0,-2 4 0 0,-5-4-44 0,0 4-56 16,-4-1-264-16,0 0-92 0,-13 1 108 15,5-7-296-15,-3-7-372 0,-2-6-168 0,6-9-92 16,3-10-188-16,4-9-1293 16,0-10-3031-16</inkml:trace>
  <inkml:trace contextRef="#ctx0" brushRef="#br0" timeOffset="97135.747">24440 9594 9004 0,'0'0'1888'0,"0"0"-563"0,0 0-329 0,0 0 112 16,0 0 180-16,0 0-84 0,0 0-348 16,0 0-348-16,0 0 244 0,0 0 244 0,32 80-388 15,-29-45-180-15,1 9-124 16,-4 2-12-16,-7 4-24 0,-10 4-23 16,2 0-101-16,-2 0-144 0,-7-3-108 0,5-4-40 15,2-6 64-15,2-3-73 0,6-8-3 16,2-9-144-16,3-9-24 0,4-1-160 15,0-5-124-15,0-6-100 0,0 0-160 16,4 0-20 0,-1 0-116-16,5-6 36 0,-3-5-128 15,3-4-888-15,-1-1 43 0,1-5-463 16,-4-2 252-16,1 0 1128 0,-1 1-732 0,3 3 1760 16,-3 3 636-16,4 3 1372 0,5 6 632 15,-2 2-104-15,9 5-379 0,0-3-177 0,8 3-308 16,4-4-392-16,8 4-304 15,7-7-192-15,5 1-292 0,4 1-260 0,0-9-232 0,3 6-88 16,-3-9-108-16,0-2-168 16,0 0-572-16,-9-3-596 0,-14 6-1396 0,7-9-4037 15</inkml:trace>
  <inkml:trace contextRef="#ctx0" brushRef="#br0" timeOffset="97304.86">25021 9582 11789 0,'0'0'1460'16,"0"0"-1180"-16,0 0 152 0,0 0 516 0,-20 89 336 0,16-54-108 0,1 9-320 16,-2 0-252-16,5 5-272 15,-4 1-76-15,0 1-256 0,-4-1-24 0,1 2-184 32,-2-2-320-32,5 1-612 0,-4-4-760 0,8-12-1312 0,-4 17-2369 15</inkml:trace>
  <inkml:trace contextRef="#ctx0" brushRef="#br0" timeOffset="98005.639">25479 10258 1304 0,'0'0'8908'15,"0"0"-7579"-15,0 0-997 0,0 0 68 0,0 0 164 16,0 0 176 0,-36-76-336-16,49 44-112 15,6 0-196-15,1-10-88 0,4-2 0 16,-4 0 104-16,0 0-100 0,0-1 132 0,-4 1-136 15,0 6 68-15,3 3-72 16,-2 3 96-16,2 4 64 0,-3 5 112 0,5 0 400 16,-2 2-44-16,1 2-320 0,4 3-88 15,-4 0-124-15,4 4 136 0,0 5-88 0,0 4-36 16,-5 3 36-16,5 6 24 0,-7 13 4 0,2 3-28 16,-6 6-76-16,-2 8 4 0,-7 5-68 15,0 4 88-15,-4 5-20 0,-4 2-76 16,-7 1-8-16,-6 1-140 0,2-3 12 15,-2-3-212 1,2-1-308-16,-2-5-140 0,6-5-96 16,-2-4-204-16,10-5-188 0,-1-9-636 0,4-6-653 15,0-10-2267-15</inkml:trace>
  <inkml:trace contextRef="#ctx0" brushRef="#br0" timeOffset="98221.754">26427 9537 6564 0,'0'0'4925'0,"0"0"-4053"0,0 0-52 0,32 76 904 0,-24-40-100 16,1 11-380-16,-6 4-268 16,-3 3-236-16,0 7-168 0,0-1-228 0,0 0-344 0,-3 1-24 15,-6-5-136-15,5-2-96 0,-4-3-260 0,8-6-456 16,0-7-652-16,0-10-968 15,8-9-1773-15,16-12-471 0</inkml:trace>
  <inkml:trace contextRef="#ctx0" brushRef="#br0" timeOffset="98459.01">27140 9747 13513 0,'0'0'2048'0,"0"0"-1444"0,-79 13-128 0,39-1 224 15,-8 4 116-15,-4 3-308 0,0 3-188 0,1 6-248 16,3 2-68-16,1-2-4 16,2 4-12-16,6 0-184 0,3 0-112 0,8-4-64 15,8 1 28-15,8-7 44 0,8 0 300 0,4 0 12 16,8-3 236-16,7 4 64 0,10 0-28 0,3 2 108 16,3-3-120-16,5-4-88 15,5 5-84-15,2-7-100 0,1-1-52 0,-4 1-204 16,-1-3-632-16,1-1-764 0,-3 1-1000 15,-10-3-2961-15,9 7-1955 16</inkml:trace>
  <inkml:trace contextRef="#ctx0" brushRef="#br0" timeOffset="99622.748">28344 9931 11969 0,'0'0'2436'0,"0"0"-1264"16,0 0-440-16,0 0 180 0,0 0 104 15,0 0-240-15,0 0-324 0,84-16-180 0,-36 13-76 0,7-3-196 16,5 3-116-16,-1-1-92 0,1 1-160 15,-4 0-368-15,-8 3-232 0,-4 0-288 16,-8 0-588-16,-16 0-1076 0,-12 6-3037 16</inkml:trace>
  <inkml:trace contextRef="#ctx0" brushRef="#br0" timeOffset="99771.881">28268 10140 9712 0,'0'0'2065'15,"0"0"-849"-15,0 0-260 0,0 0 472 16,0 0-60-16,0 0-172 0,104 36-468 16,-45-36-236-16,14 0-260 0,6-10-232 0,9-3-60 15,-1-3-408-15,-4 4-656 0,1-4-564 16,-28 3-1424-16,21-7-4705 0</inkml:trace>
  <inkml:trace contextRef="#ctx0" brushRef="#br0" timeOffset="100076.289">29583 9950 13997 0,'0'0'2232'15,"0"0"-1868"-15,0 0-188 0,-44 63 396 0,29-33 480 16,-2-2 80-16,6-3-460 16,2 1-440-16,5-8-232 0,4 1-136 0,9-6 76 0,6-3 56 15,5-4-4-15,12-6-100 0,4 0-40 16,7-9-12-16,6-4-72 15,-2-9 108-15,5 0 56 0,0-1 64 16,-5-5 8-16,-2 3 60 16,-9-4-60-16,-5 4 44 0,-7-4 132 15,-12 3-80-15,-8-2 84 0,-4 2-100 0,-8 0 4 16,-16 5-76-16,-8 5-12 0,-7 3-24 16,-17 10-332-16,-4 3-84 0,-8 13 96 15,-3 6-64-15,-1 2-260 0,-4 12-512 16,5 2-808-16,11-10-2233 0,-24 17-3663 0</inkml:trace>
  <inkml:trace contextRef="#ctx0" brushRef="#br0" timeOffset="103058.574">12147 11232 8796 0,'0'0'5453'16,"0"0"-3953"-16,0 0-456 0,0 0-260 16,0 0-240-16,0 0 12 0,0 0 388 0,108-18-344 0,-68 5-284 0,8 1-240 15,-1 1-76-15,-2-1-136 0,2-1 16 16,-3 4-40-16,-4-1-132 0,-4 4-248 16,-8 0-408-16,-4 3-216 0,-9 3-680 15,-2 0-1216-15,-13 9-2885 0</inkml:trace>
  <inkml:trace contextRef="#ctx0" brushRef="#br0" timeOffset="103217.904">12283 11534 6200 0,'0'0'5097'16,"0"0"-3597"-16,0 0-672 0,0 0 340 16,0 0 228-16,0 0 64 0,0 0-348 15,111 10-324-15,-63-26-448 0,5-9-212 16,6-4-128-16,-4-2-184 0,-6-1-624 0,-1-1-428 15,-5 2-600-15,-15 9-2388 0,0-7-3129 0</inkml:trace>
  <inkml:trace contextRef="#ctx0" brushRef="#br0" timeOffset="103432.027">12622 10851 8852 0,'0'0'2040'15,"0"0"-431"-15,0 0-221 0,0 0-260 0,107 61-324 16,-75-39-260-16,5 8-296 16,-2-2-72-16,-7 4-176 0,-1 6-236 0,-10 3-272 15,-10 3 20-15,-7 6 36 0,-3 4 136 16,-13 7-64-16,-4-1 24 0,-8 1 12 16,0-4 92-16,0 0 112 0,5-9-116 0,2-10-204 15,5-6-476-15,4-10-857 0,9-9-1331 0,3-7-2532 16</inkml:trace>
  <inkml:trace contextRef="#ctx0" brushRef="#br0" timeOffset="103895.411">14124 11004 11237 0,'0'0'1436'16,"0"0"-988"-16,0 0-4 0,51 89 764 16,-38-57 148-1,-9 7-116-15,-4-2-336 0,0 10-372 0,-8 1-252 16,-8 9 164-16,-8 1 92 0,-8 5-228 16,-12 4-260-16,-8 0-48 0,0 3-124 15,1-4 16-15,-1-6 108 0,5-6 72 0,2-12 16 16,9-10-16-16,5-14 36 15,10-4 40-15,2-12 12 0,10-2-160 0,2-6-88 16,-1-10-352-16,8-9-72 0,0-10-52 0,4-10 120 16,11-2-172-16,2-4 148 0,3 0 20 15,3 4-88-15,1 5 236 0,0 10 188 16,0 7 112-16,1 6 0 0,-6 9 252 0,1 7 172 16,-4 3 20-16,0 3 28 0,3 7 24 15,2 6-76-15,-5 3-64 0,-1-1-172 16,2 8-48-1,-2 0-76-15,-7-1 36 0,1 1-92 16,-2 2-4-16,-3 0 0 0,0-1-156 0,0-2-80 16,5 0-180-16,-2-2-52 15,1-2 268-15,8-5 196 0,-4 0-752 16,4-6-1412-16,4-7-304 0,-8 0-709 0,16-3-2963 16</inkml:trace>
  <inkml:trace contextRef="#ctx0" brushRef="#br0" timeOffset="104148.646">14523 11595 12837 0,'0'0'2156'16,"0"0"-1600"-16,0 0-128 0,0 0 412 0,79 0 376 15,-40-3-424-15,2 0-328 16,6-3-180-16,5-1-124 0,4 0-28 0,-5-2-132 16,5 2-244-16,-7-2-60 15,-10 2-264-15,-7 4-480 0,-4 3-528 0,-16 0-848 16,-4 0-2241-16,-12 3-2379 0</inkml:trace>
  <inkml:trace contextRef="#ctx0" brushRef="#br0" timeOffset="104306.727">14594 11816 11129 0,'0'0'1936'0,"0"0"-1644"0,0 0-164 0,0 0 344 0,0 0 440 15,0 0 132-15,75 27-252 16,-34-27-292-16,6-10-352 0,5 0-112 0,0-2-36 16,3-4-636-16,-2-1-756 0,-18 6-596 15,13-6-2609-15</inkml:trace>
  <inkml:trace contextRef="#ctx0" brushRef="#br0" timeOffset="104933.36">15502 12532 5764 0,'0'0'9093'0,"0"0"-8417"16,0 0-672-16,0 0 0 0,0 0 612 0,0 0 248 15,0 0-44-15,0 0-140 16,0 0-380-16,0 0-292 0,0 0 68 16,-43-105 36-16,43 57-52 15,0-6 64-15,-4-3 48 0,0-9-172 16,4-4-36-16,0-6-164 0,0-8-304 16,4 2-76-16,7 3-176 0,2 5 72 15,6 8 144-15,1 6-128 0,5 6 368 16,3 12 300-16,3 5 60 0,-4 7 220 15,6 8 20-15,-10 7 64 0,2 1-60 0,-5 12-80 16,-5 2-24-16,-2 2-12 0,-5 9-176 0,-5 7 64 16,-3 4 36-16,0 1 24 0,-7 6-88 0,-1-1 4 15,-5-3 8-15,2-2-52 16,-2-7 0-16,9 0 0 0,-3-1 64 16,7-1-68-16,-4 0-8 0,4 6 0 0,0-4-44 15,0 3-128-15,8-3 168 0,-1-1-4 0,6 1-64 31,-5-2 16-31,3-3 24 0,-2 0 36 16,-1-5 8-16,-8 3 128 0,0 1 100 0,0-1 124 0,-12 5-76 16,-4-2-164-16,-5 4-120 0,-2 0-160 15,-5-4-112-15,4 1-12 0,0-4-100 16,4-2-104-16,4-1-216 0,5-6-312 16,6 0-596-16,5 0-1041 0,0-6-2371 15,8-7-664-15</inkml:trace>
  <inkml:trace contextRef="#ctx0" brushRef="#br0" timeOffset="105087.962">16216 11737 11897 0,'0'0'3912'16,"0"0"-3444"-16,0 0-120 0,0 0 476 0,0 0-32 0,0 0-460 15,96 41-184-15,-77-41-148 0,1 5-112 16,4-5-552-16,-4 0-292 15,-4 0-868-15,-4 0-2641 0,-9 0-3023 0</inkml:trace>
  <inkml:trace contextRef="#ctx0" brushRef="#br0" timeOffset="105233.491">16108 11960 14025 0,'0'0'2104'0,"0"0"-1848"0,0 0 168 0,0 0 160 0,0 0 220 31,0 0 96-31,99 23-296 0,-58-23-360 0,-2-7-244 0,1-3-132 0,-4 4-320 15,-1-4-472-15,2 1-288 0,-1 0-404 16,-12 2-1340-16,19-3-3729 0</inkml:trace>
  <inkml:trace contextRef="#ctx0" brushRef="#br0" timeOffset="105618.128">17395 11725 12821 0,'0'0'1644'0,"0"0"-1264"0,0 0-92 15,0 0 180-15,0 0 376 0,0 0 324 0,0 0-92 0,-36 83-264 16,33-52-264-16,-6 1 112 15,9-3 144-15,0-4-439 0,0-9-61 16,12 0-148-16,4-7-156 0,4-6-104 0,12-3 20 16,4-3 36-16,3-10-40 15,2-8-56-15,2-5-41 16,-3 1 77-16,-5-1 0 0,-7-3 108 0,-3 4 8 16,-5 0 0-16,-12-1 64 0,-5 1-72 0,-3 3-4 15,-11-3-80-15,-13-2-40 0,-4 6 28 0,-8 2-60 16,0 3 92-16,-3 10 60 0,2 2 0 0,1 4-124 15,1 12-152-15,3 2-28 0,0 5-276 16,4 6-620-16,8-9-1612 0,-3 9-4233 16</inkml:trace>
  <inkml:trace contextRef="#ctx0" brushRef="#br0" timeOffset="111528.258">3510 12887 2632 0,'0'0'3152'16,"0"0"-2228"-16,0 0-328 0,0 0 2372 16,0 0-1023-16,32-64-453 0,-29 55-260 15,1 3 92-15,0 2-128 0,1 2-172 16,-5 2-100-16,0 0-200 0,0 0-236 16,0 0-24-16,0 0 20 0,-5 2-95 0,-3 2-181 15,-7 2-208-15,-5 7-160 0,-8 6-117 16,0 3 45-16,-4 3 72 15,4 4 112-15,0 0 48 0,5-4-60 0,6 3-12 0,1-2 12 16,4-1 48-16,9-2-112 16,3-4 28-16,0 0-16 0,3-1-32 0,5 1 44 15,9 0 52-15,-2-2 44 0,5 2 0 16,4-4-4-16,4 5-40 0,0-1 48 0,0-3 0 16,-5 3 0-16,5 3 8 0,-3-2-8 15,-9 1 0 1,-4 5 0-16,-5 2 12 0,-3-2 96 0,-4 2 16 0,0 1 8 15,-8-4-20-15,-3-3-4 0,-2-2-8 0,2-1-88 16,-6-7 24-16,6 1-36 0,-1-7-100 16,3-4-228-16,2 3-232 0,3-5-176 15,0-5-384-15,0-6-680 0,4-5-544 16,0-1-1997-16,8-16-1223 16</inkml:trace>
  <inkml:trace contextRef="#ctx0" brushRef="#br0" timeOffset="111778.5">3936 13353 9700 0,'0'0'2577'0,"0"0"-1593"0,0 0-600 0,0 0 896 16,0 0 168-16,0 0-428 0,0 0-472 15,0 0-156-15,79 61 80 0,-62-70-68 0,-6-5-160 32,10-5-244-32,-1-6-60 15,-1 0-320-15,1-4-100 0,-4 4-52 16,-4 3 72-16,0 3 212 0,-8 6-12 0,-4 3 260 15,0 4 24-15,-12 3 116 0,1-1 180 16,-13 2-80-16,-1-1-240 0,1 3-88 16,-8 0-8-16,4 3-40 0,-3 3-40 0,-1 1-124 15,4-1-48-15,0 0-40 0,5 3-596 16,-1-2-812-16,3-4-845 0,-3-3-2655 0</inkml:trace>
  <inkml:trace contextRef="#ctx0" brushRef="#br0" timeOffset="115495.805">4673 3940 6308 0,'0'0'676'0,"0"0"-168"0,0 0 804 0,0 0 1297 15,0 0-625-15,0 0-792 0,0 0-460 0,0 0-116 16,0 0 76-16,0 0-104 15,0 0-216-15,4 13-212 0,-4 2-12 0,-4 8-48 16,4 9 12-16,0 2 120 0,0 4-44 16,0 7-92-16,0-1-48 0,0 7-44 15,0-2 4 1,4 1 60-16,0-6-68 0,0-3 0 16,4-6 64-16,0-5 8 0,0-9 64 0,7-5 0 15,-2-6 60-15,2-1-60 16,6-7 32-16,-1-2-20 0,3 0 36 0,1-6-12 15,8-6-88-15,-4-7-8 0,4 0-36 16,0-7-40-16,0 1-148 16,-4-3 12-16,0-1-20 0,3-3-52 15,-6 0 0-15,-1 2-64 0,-9-6 28 0,5 1-28 16,-8 0-48-16,-4-3-28 16,-4 3 140-16,0 0-16 0,-4 3 112 0,0 7 112 15,-8 3 100-15,4 9 12 0,-4 3 220 16,4 5 28-16,0 1-64 0,-3 1 48 15,2 3-88-15,-7 0-256 0,5 0-12 16,-6 3-48-16,1 6-76 0,1 1 16 16,-2 6 8-16,-2 6 36 0,2 7-8 0,-2 3 72 15,-2 5 12-15,2 5 0 0,-1 3 4 16,0 2 44-16,0 7-44 16,0 0 96-16,4 6-40 0,0 1 88 0,4-2-60 0,0 8 56 15,-4-3-144-15,8 0 0 16,-3-4-120-16,2 0 56 0,1-6-84 0,4 0 16 15,0-6-264-15,4-4-72 0,5-6-16 16,2 4-312-16,5-12-84 0,0 3-596 0,0-7-860 16,-4-8-2461-16,4-5-1831 0</inkml:trace>
  <inkml:trace contextRef="#ctx0" brushRef="#br0" timeOffset="116734.955">5151 12909 1736 0,'0'0'7696'0,"0"0"-5399"0,0 0-1017 0,0 0 20 0,0 0 76 16,0 0-212-16,0 0-232 0,0 0-312 15,0 0-372-15,0 0-52 0,-12 93 148 16,12-40 184-16,4 8 340 0,0 6-248 16,9-4-220-16,-6-3-216 0,5-8-123 0,4-12 47 15,7-8 64 1,2-10-172-16,6-9-48 0,5-10-88 0,1-3-45 15,6-16-15-15,-3-6-24 0,4-6-60 16,-8-8 24-16,0-5 0 0,-5 0-24 16,-3 0-12-16,-3 2 36 0,-6 1-4 15,-7 4 128-15,-4-1-4 16,-8 6 100-16,0 1 36 16,-4 2 8-16,-12 7 76 0,0 0 64 0,0 7-100 0,1-1 200 0,-2 9 116 0,6 1 40 15,-1 3-232-15,-1 9-136 31,-2 4-36-31,2 10 0 0,-2 9 36 0,-1 5 88 16,4 8-124-16,-1 10-12 0,2 1-52 0,-1 8-20 16,0 2 20-16,0 4 64 0,1 0 8 15,-2 4 52-15,5-5-52 0,-3-2 0 16,2-3-8-16,1-8 0 0,1-2 0 0,3-3 0 16,4-10-108-16,0 1 44 0,0-11-8 15,0-2-124-15,4-7-48 0,3-6-12 16,1-4-112-16,1-5-136 0,2-7-296 0,1 0-132 15,1-3-284-15,-2-10-448 16,5-3-296-16,-8 0-1097 0,4-9-3151 0</inkml:trace>
  <inkml:trace contextRef="#ctx0" brushRef="#br0" timeOffset="117118.511">6900 13211 13729 0,'0'0'1580'0,"0"0"-1428"0,12 76-88 0,-7-44 12 16,-5 2 500-16,0 2-96 0,0-4-232 15,0-7-248-15,0-3-112 0,4-3-24 0,-4-6-40 16,3-7-504-16,1 0-240 0,-4-6-272 16,4-3-248-16,-4-3-1125 15,0-16-4187-15</inkml:trace>
  <inkml:trace contextRef="#ctx0" brushRef="#br0" timeOffset="117288.065">6749 12868 13877 0,'0'0'2032'0,"0"0"-1780"0,0 0-244 16,0 0 132-16,0 0-8 0,0 0-132 0,88-3-100 0,-60 3-824 15,7 0-504-15,5 0-188 0,-8 0-1505 16,16 0-4563-16</inkml:trace>
  <inkml:trace contextRef="#ctx0" brushRef="#br0" timeOffset="117543.885">7426 13016 12569 0,'0'0'2464'0,"0"0"-1824"0,0 0-388 0,-47 74 428 16,30-52 328-16,2 0-340 15,-1-3-568-15,8 0-100 0,4-5-212 0,4-2 28 16,8 1 84-16,3-1 96 0,10 1 4 16,3 0 88-16,-1 3 60 0,1-3-48 15,4-1-52-15,-8 1 76 0,4-4 36 16,-4 4-36-16,0 1-124 0,-5-6-60 15,2 5 48-15,-10 3 12 0,6-1 184 16,-9 2-36-16,-4-2 0 0,0-2-12 0,-4 3 12 16,-9 0-76-16,-2 0-72 0,-9-3-148 15,0-4-120-15,0 4-52 0,-4-7-248 16,1-3-372-16,-10 1-828 0,9-4-1232 16,-19 0-3505-1</inkml:trace>
  <inkml:trace contextRef="#ctx0" brushRef="#br0" timeOffset="118032.935">8761 13071 11609 0,'0'0'2176'16,"0"0"-948"-16,0 0-588 0,0 0 764 0,0 0-4 0,28 68-220 15,-25-35-420-15,6 3-432 0,-9 5-144 16,4-6-116-16,0 0-68 0,-4-3-60 16,4-11-88-16,-1-2-20 0,1-8-296 0,-4-5-40 15,5-3-108-15,-1-3-164 0,-4 0-404 16,0-3-1128-16,-9-7-3501 0</inkml:trace>
  <inkml:trace contextRef="#ctx0" brushRef="#br0" timeOffset="118178.5">8734 12865 12449 0,'0'0'2100'16,"0"0"-1204"-16,0 0 136 0,0 0 24 0,99-9-536 0,-71 5-520 16,4 1-220-16,0 3-636 15,3-3-752-15,-7 3-1212 0,12 0-3169 16</inkml:trace>
  <inkml:trace contextRef="#ctx0" brushRef="#br0" timeOffset="118484.929">9140 13265 14881 0,'0'0'1688'16,"0"0"-1304"-16,-24 76 64 0,24-57 668 16,0 0 172-16,0-7-736 0,0-5-528 0,11-3-24 15,6-4-100-15,3 0 100 0,3-11-4 16,1-4-144-16,0-1-48 15,4-5 96-15,0-6-96 0,-5 5 0 0,-2 3 76 16,-1 0 32-16,-5 7 28 0,-2-1 8 0,-9 9-20 16,3 2-88-16,-7 2 160 15,4 0 232-15,0 2 88 0,0 5 72 16,1 6-108-16,-1-1-76 0,0 4-28 0,-1 0 28 16,1 0 12-16,0 0 0 0,0-1 60 15,0 2-88-15,-4-4-132 0,5-1-60 16,-5-2-108-16,4-1-100 0,-4-2-192 0,0-4-208 0,3-3-348 15,5 0-424-15,5-7-864 16,-6 0-1968-16,18-12-1625 0</inkml:trace>
  <inkml:trace contextRef="#ctx0" brushRef="#br0" timeOffset="118710.2">9888 13116 4760 0,'0'0'7125'0,"0"0"-6241"0,0 0-732 0,0 0 128 16,53 79 724-16,-46-47 476 0,-3 3 444 0,4 3-552 15,-3 3-896-15,-1 1-192 0,-1 2 240 16,1-3 440-16,0 0-684 0,-4-3-280 16,0-2-84-16,0 2-40 0,-8-7 112 15,1 1-268-15,-2-7-172 16,-3 1-12-16,1-8 24 0,-6 1-36 0,1-2-216 16,-3-8-332-16,2-2 4 15,-2-7 112-15,-1-3-64 0,0-10-452 16,4-10-176-16,-8-4-89 15,4-9 225-15,4 4-668 0,-12-31-2184 0</inkml:trace>
  <inkml:trace contextRef="#ctx0" brushRef="#br0" timeOffset="118853.272">9941 12732 13033 0,'0'0'1788'0,"0"0"-892"0,0 0 940 0,95-7-500 15,-71 1-1004-15,4-1-332 0,-5 4-232 16,5 0-596-16,-4-3-960 0,1 6-3104 0</inkml:trace>
  <inkml:trace contextRef="#ctx0" brushRef="#br0" timeOffset="119033.133">10741 13558 15761 0,'0'0'1368'16,"0"0"-1368"-16,0 0-3172 0,0 0-1821 16,0 0 257-16</inkml:trace>
  <inkml:trace contextRef="#ctx0" brushRef="#br0" timeOffset="123602.615">1788 14859 12029 0,'0'0'2688'16,"0"0"-1136"-16,0 0-816 0,0 0-92 15,0 0 420-15,0 0-240 0,0 0-224 16,0 0 156-16,116 0-160 0,-56 0-207 16,4-4-157-16,-1-2-76 0,1-3-36 15,-4-4-32-15,-4 0-84 0,0-3-4 0,-1 4-160 0,-7-2 40 16,-1 2-124-16,-6 3-265 0,-5-1-295 0,-8 4-308 15,-9 3-724-15,-7 0-2528 16,-4 3-3081-16</inkml:trace>
  <inkml:trace contextRef="#ctx0" brushRef="#br0" timeOffset="123804.129">2282 14916 3088 0,'0'0'8917'15,"0"0"-6673"-15,-11 70-1196 0,11-38-156 16,-4 9 456-16,4 7-272 0,0 3-400 16,0 2-232-16,-5 1-248 0,5-3-196 15,0-1-24-15,0-2-136 0,0-7 24 0,5-3-356 0,3-2-36 16,3-7-224-16,-2-10-480 0,6 0-720 16,2-10-520-16,-6-6-1685 0,10-3-1511 15</inkml:trace>
  <inkml:trace contextRef="#ctx0" brushRef="#br0" timeOffset="124325.789">2757 15224 5764 0,'0'0'2248'15,"0"0"-784"-15,0 0 61 0,0 0 219 16,-5 63-404-16,5-38-228 16,0 4-80-16,0-7-268 0,0 1-208 15,5-7-84-15,-1-4-52 16,-4-5-64-16,4-1-156 0,4-6-28 0,-1 0 0 15,2 0 84-15,6-9 0 0,2-4-48 16,2-6-48-16,-3-4-160 0,-4 1-52 16,1 4-8-16,-6 2-4 0,-3-1 64 15,-4 8 8-15,0 2 0 0,0 5 4 0,-4-5-12 0,-3 4-84 16,-10 0 12-16,6-1-112 0,-6 1-124 0,6 0-84 16,-2 3-4-16,5 0-84 15,-3 0-212-15,7 0-356 0,-1 0-780 16,1 3-2229-16,4 7-3631 0</inkml:trace>
  <inkml:trace contextRef="#ctx0" brushRef="#br0" timeOffset="124691.455">3860 15046 6552 0,'0'0'5301'16,"0"0"-3385"-16,0 0-724 15,37 98 256-15,-26-46-152 0,-3 7-384 0,0 9-260 0,-4 5-160 16,0-1-124-16,-4 1-52 0,4 1-72 16,-4-8-244-16,0-3-48 0,4-2-232 15,-4-4-16-15,4-7-156 0,0-11-28 16,-4-7-48-16,4-13 172 16,-4-3-40-16,3-10-288 0,-3-3-444 15,0-3-572-15,0 0-516 0,-3-6-857 16,-5-17-2359-16</inkml:trace>
  <inkml:trace contextRef="#ctx0" brushRef="#br0" timeOffset="124919.956">3884 15179 12941 0,'0'0'1756'0,"0"0"-1556"0,0 0 16 0,0 0 24 0,0 0 476 15,0 0-52-15,0 0-116 16,0 0-212-16,0 0-164 0,0 0-108 0,80 29-4 15,-68-16 52-15,-8-1-72 0,-4 7-40 16,0 3-148 0,-4 8-124-16,-8 1-60 0,-8 0-80 15,0 5 0-15,0-1-16 0,-4-4-24 16,4-6-192-16,5-2-252 0,-2-10-404 16,9-5-797-16,5-8-855 0,3-2-2108 15</inkml:trace>
  <inkml:trace contextRef="#ctx0" brushRef="#br0" timeOffset="125195.393">4195 15214 5672 0,'0'0'5373'0,"0"0"-4229"0,0 0-584 0,0 0 640 0,7 76 516 16,-2-54-336-16,-5 3-400 0,0 1-324 15,4-6-312-15,-4-7-344 0,8-7 4 0,-4 0-8 0,3-6-40 0,2 0 36 16,7-6-104-16,-4-5 12 0,4-3 4 15,0-2-16-15,-1-8 12 0,-3 6-12 0,1-4-24 16,-6 6-12-16,-3 0 12 0,-4 6 76 16,0-2 12-16,0 2-4 15,-11 4 52-15,-2-3 12 0,-2 2 52 0,-6 1-4 16,6 3 4 0,-2 3-16-16,2 0-48 0,2 0-160 15,2 3-52-15,-1 6-124 0,7 1-60 0,-2 3-508 16,3 2-772-16,4-5-1196 15,-4 7-2269-15</inkml:trace>
  <inkml:trace contextRef="#ctx0" brushRef="#br0" timeOffset="125449.393">4414 15144 8928 0,'0'0'1256'0,"0"0"-600"0,0 0 401 0,0 0 643 15,0 0-572-15,88 61-308 0,-76-36-256 16,0 4-36-16,-5 2-116 0,1 2-52 15,1-8-136-15,-5 0-100 0,0-7-124 16,-4-7 52-16,3-2-4 16,-3-9 112-16,4 0 76 0,0 0 12 0,1-3-224 15,3-9 24-15,-1-5 28 0,5-1-8 16,1-8-68-16,2 0-260 0,-2 1-120 16,-2-4-32-16,1 4-156 0,0 0-308 15,0 3-408-15,0 2-392 0,0 4-412 16,-1 4-601-16,-2 6-1699 0</inkml:trace>
  <inkml:trace contextRef="#ctx0" brushRef="#br0" timeOffset="125696.273">4793 15240 1084 0,'0'0'6504'0,"0"0"-4288"0,0 0-731 0,19 69-61 0,-10-55 64 0,3-8-400 15,-1-6-260-15,9 0-212 0,1-10-168 0,2-2-212 16,5-11-148-16,0-6-88 16,0 1-200-16,-4-1-72 0,0 1 24 15,-9 5 48-15,-2 5 124 0,-5 1 76 0,-8 9 4 16,0 1 20-16,-4 3 40 0,-13 4 48 15,-2 0 124-15,-1 14-236 0,-4 1 4 16,0 10 184-16,4 7 24 0,-4 7-64 16,0 5 88-16,9 3 160 0,-6 5 232 0,5-2-284 15,1-6-208-15,7-2-60 0,-1-10-16 16,5-7 52 0,4-6-40-16,4-3-72 0,13-9-392 15,3-5 8-15,3-2-32 0,9-2-56 0,8-15-332 16,4-4-600-16,-9 0-1180 0,25-9-2985 15</inkml:trace>
  <inkml:trace contextRef="#ctx0" brushRef="#br0" timeOffset="126281.906">6107 14751 10408 0,'0'0'2633'0,"0"0"-1513"0,0 0-868 0,0 0 304 16,0 0 452-16,-32 79-44 0,28-28-204 16,4 6-180-16,0 7 12 0,8-1-148 0,5-3-188 15,2-8-60-15,5-11-196 16,1-10-60-16,2-8-148 0,5-14 48 16,4-6 84-16,3-3 4 0,2-12-28 0,-1-11 16 15,-1-5-128-15,5-10-192 0,-8-1-164 16,-4-1-104-16,0-5-24 0,-8 7-48 0,-5-4 12 15,-2 4-64-15,-5 1 108 0,-8 1 372 16,0 5 316-16,-8 2 0 0,-8 0 316 31,0 10 208-31,4 6 172 0,-4 5 48 16,4 8 76-16,0 0-248 0,1 8-184 16,-2 9-164-16,1 8 12 0,0 10 48 0,4 6-112 0,-3 7 0 15,7 9 28-15,-9 6 20 0,9 4-60 16,-3 5-84-16,3 5-28 15,0 6 124-15,4 3-60 0,-5-4-100 0,5-3-12 16,-4 1-8-16,4-8-164 0,0-1 36 16,-4-5-248-16,0-5-96 15,4-4-140-15,-3-6 12 0,-1-9-80 0,0-5-256 0,-5-5-244 0,5-3-200 16,0-10-164-16,4-7-425 0,-7-2-2331 0</inkml:trace>
  <inkml:trace contextRef="#ctx0" brushRef="#br0" timeOffset="127152.258">7585 15040 3860 0,'0'0'9837'0,"0"0"-8353"0,0 0-932 0,0 0-72 0,0 0 508 15,21 82-48-15,-18-43-384 16,-3 2-236-16,4 3-172 0,-4-6-28 0,4-3-20 16,0-6-100-16,1-7-84 0,-1-9-196 15,0-5-300-15,-1-3-100 16,1-5-240-16,0-5-524 0,0-7-492 16,-4-1-2161-16,0-16-3827 0</inkml:trace>
  <inkml:trace contextRef="#ctx0" brushRef="#br0" timeOffset="127322.502">7546 14739 6080 0,'0'0'6653'0,"0"0"-5581"0,0 0-716 0,0 0 640 0,0 0 116 16,0 0-684-16,0 0-428 0,95 47-1104 15,-78-44-1328-15,15-3-3349 0</inkml:trace>
  <inkml:trace contextRef="#ctx0" brushRef="#br0" timeOffset="127577.753">8171 14944 15073 0,'0'0'2544'16,"0"0"-1864"-16,0 0-308 0,-55 80 292 15,39-61 228-15,4 3-488 0,3-6-404 16,2 0-48-16,7-4-112 0,0 1-160 0,7-3 28 15,6-1 156-15,6 1-8 0,1 0 44 0,5-5 4 16,3 1-52-16,-4 1 84 0,-1-3-8 0,-3 2 24 0,-4 1 44 16,0 2 0-16,-5-3 4 15,-2 4 120-15,-1 2 176 0,-8-2-124 16,0 6-12-16,-4-1-148 0,-9 1-12 0,-2 3-88 16,-9-2-132-16,4-2-148 0,-3 2-148 15,-5-5-236 1,0-5-680-16,7-1-2400 0,-14-6-4417 15</inkml:trace>
  <inkml:trace contextRef="#ctx0" brushRef="#br0" timeOffset="128183.305">9235 14935 5488 0,'0'0'7813'0,"0"0"-6177"0,0 0-1044 0,0 0-104 16,8 83 352-16,-4-52 168 0,0 7-216 15,-4 0-364-15,8 3-220 0,-4-5-96 16,4-1 0-16,0-7-16 0,0-6-96 15,4-5 0-15,-1-5-148 0,6-5 88 0,-6-7 60 0,6 0 72 16,-2-4-68-16,6-8-4 16,-6-8 8-16,5-2-8 0,1-3-224 0,-6-7-84 15,5 1-108-15,-4-2-52 0,0 1-116 16,0-1-88-16,-4 0-132 0,0 1-52 0,-8 1 100 16,4 6 212-16,-8-1 244 15,0 10 300-15,0 4 168 16,0 1 84-16,0 8 140 0,0 3 128 15,0 0-4-15,0 7-164 0,0 3-124 0,0 5 0 16,0 7 136-16,0 6-52 0,0 5 12 16,4-1-16-16,0 3 52 0,0-3-160 15,0-1-200-15,-1-3-52 16,1-2-120-16,1-1-324 0,-1-2-288 0,0-5-160 16,4 1-380-16,-5-6-1140 15,1-3-1777-15,5-3-2171 0</inkml:trace>
  <inkml:trace contextRef="#ctx0" brushRef="#br0" timeOffset="128857.448">9009 14766 9260 0,'0'0'2605'16,"0"0"-1069"-16,0 0-496 0,0 0-92 15,0 0 436-15,0 0-316 0,0 0-376 0,0 0-248 16,0 0-260-16,0 0-88 0,-33 77 16 16,17-48-4-16,5 3-32 0,-2-1-4 0,-2 0-72 15,2 1-4-15,-2-3-56 0,2-1-12 16,2 1 8-16,3-6 4 0,-1-1 12 0,9-4-28 15,0 1-20-15,5-2-4 0,7-4-72 0,8 2 60 16,-1-2 108-16,9-4 4 0,0 1 0 16,0-1 0-16,0-2-36 15,-4 2 36-15,-1-3-48 16,1 4 44-16,-7-1 4 0,-2 2 12 16,-2 1 84-16,-5 1-20 0,-1-1 20 15,-7 1-88-15,4 3-8 0,-4-3-108 16,0 0-88-16,0-1-100 0,-4-6-88 15,0 1-88-15,4-4-100 0,0-3-308 0,0 0-604 16,0-3-1256-16,0-10-2805 0</inkml:trace>
  <inkml:trace contextRef="#ctx0" brushRef="#br0" timeOffset="129531.121">9821 14862 8384 0,'0'0'2921'0,"0"0"-1037"0,0 0-676 0,0 0 64 15,0 0-240-15,0 0-236 16,0 0-264-16,0 0-272 0,0 0-88 0,0 0 284 0,0 0 256 15,64 51-248-15,-49-32-216 16,-6 7-116-16,2 2-32 16,-3 0-52-16,-3 4-40 0,-1 3-8 0,0-4-76 15,-4 4-32-15,-4-3 12 0,0-3 20 16,-5-7 76-16,5-3 60 16,0-9-12-16,1-4 12 0,3-3-12 0,0-3-44 0,0 0 132 15,0-3-28-15,7-13 16 0,6-6-124 16,6-14-8-1,1-4-92-15,5-11 28 0,2 0-64 0,1-2-20 0,0 4-64 0,-4 2-160 16,4 6-72-16,-4 6-128 0,-5 7-232 31,1 4-120-31,-3 10-284 0,2 0-540 0,-6 9-620 0,-6 5-1909 16,5 0-2299-16</inkml:trace>
  <inkml:trace contextRef="#ctx0" brushRef="#br0" timeOffset="129843.192">10478 14963 11341 0,'0'0'2112'0,"0"0"-1644"0,0 0-224 16,24 74 564-16,-16-37 516 0,1 8-400 0,2 6-404 15,-3 3 36-15,0 1-24 0,0 1-228 16,-4-2-180-16,-4 0-120 0,0 0-4 16,0 0 0-16,-4-3-8 15,-8-4-52-15,4-5-64 16,-4-2 0-16,4-5 80 0,-4-5 44 16,1-8 48-1,-2-7 4-15,5-5 32 0,-8-4-84 0,4-6-72 0,-8-6-224 16,1-10-136-16,-2-9-172 0,6-11-280 15,-5-7-664-15,0-12-760 0,8 11-2201 0,-12-32-3135 0</inkml:trace>
  <inkml:trace contextRef="#ctx0" brushRef="#br0" timeOffset="129970.028">10418 14786 9956 0,'0'0'2725'15,"0"0"-1641"-15,0 0-308 16,0 0 344-16,101-22-512 0,-74 16-608 0,4 2-156 0,1 1-560 15,1 3-888 1,-10 0-2681-16,5 0-4643 0</inkml:trace>
  <inkml:trace contextRef="#ctx0" brushRef="#br0" timeOffset="130120.985">11092 15246 12105 0,'0'0'5800'0,"0"0"-4420"15,0 0-692-15,0 0-248 16,0 0-344-16,0 0-96 0,0 0-608 0,0 0-340 0,0 0-284 16,0 0-1160-16,0 0-2809 15,7 3-4879-15</inkml:trace>
  <inkml:trace contextRef="#ctx0" brushRef="#br0" timeOffset="136371.67">1721 16192 5244 0,'0'0'1316'0,"0"0"4237"16,0 0-3917-16,0 0-532 0,0 0 356 0,0 0-52 15,0 0-336-15,0 0-384 0,-52 0-184 16,52 0-160-16,7 0-128 0,2 0-20 15,7 4 72-15,8-4 12 0,0 6 12 16,8-3 25-16,-1 3-317 0,5-2 0 16,4-1-12-16,8 0-49 0,-1 0 1 15,9-3-20-15,4 0 80 0,4 0 12 0,3-3-12 16,6-3-108-16,2-4 108 16,5 1 0-16,4 2-8 0,-1-2 8 0,1-1 36 15,4 3-32-15,-1 5-4 0,5-3-8 16,0 3-100-16,3 2 96 0,1-3-220 15,-1 3 112-15,1-3-28 0,-1 0-8 16,-3 0 8-16,0-1 88 0,-1-3 0 16,1 5-40-16,-4-1 100 0,0-4 60 15,-5 4-60-15,1-1 52 0,-4 1-52 0,-1 0 0 16,-3 1-12-16,-1 2 12 0,2-4-88 16,-6 4-168-16,-4 0 148 15,1 0-76-15,0 4 120 0,-4-2 16 0,0 1 36 16,0 0 8-16,-1 1 4 0,1-4-52 0,-4 0 52 15,3 0 12-15,-3 0 48 16,0 0-12-16,4-4-48 0,-1 1-12 16,1-2 12-16,0-1 0 0,-1 1 8 0,1-1-4 15,0 6 64-15,-1-3-68 16,-3 3-12-16,0 0-52 0,-4-3 64 0,0 3 8 16,0-2-4-16,-5 2-8 0,1-5-4 0,4 3-40 15,-4-5-72-15,-1 1-28 16,2-4 88-16,3 4-12 0,0-4 68 15,-5-2-52-15,5 2 4 0,0 1 48 0,-4-1 4 16,-1 1 40-16,1 6 8 0,0 0-44 16,-5-1 120-16,2 4-28 0,-2 0-84 15,1 4 36-15,-1 2-32 0,2-3-16 16,3 0-128-16,-1 0 68 0,1 1-4 16,0-4 16-16,8 0-64 0,0 0-48 15,0-7 76-15,3 1 80 0,1 0-44 16,3-4 48-16,1 4 88 0,-1-1-80 0,6 1-8 15,-2 0 56-15,1-1-56 0,0 3 0 16,-1 2 84-16,5-1-84 0,-4 0 0 16,7-1 0-16,-3 1-12 0,3-4 12 15,2 4-160-15,3-3 48 0,-2-3 16 16,2-1 84-16,0 1-64 0,4-1-48 16,-1 0 116-16,-3 1-4 0,4-1 0 15,0 4-48-15,-4 3 60 0,-2 0 96 0,-1 3-20 16,-2 0-76-16,1 0 0 0,-5 3-76 15,1 3 64-15,-4-3 0 0,0 1-36 16,3 2-16-16,-7-3 52 0,4 0-36 16,-4 0 48-16,3-3 72 0,-7 0-68 15,3 0 152-15,-3 0-60 0,1 0 76 16,-6 0-108-16,0 0 56 0,1 0-44 16,-4 0-4-16,-4 0-8 0,0 0-64 15,-4 0-4-15,-9 0 4 0,-2-3 12 0,-10 0 24 16,-11 3-36-16,-4-3-100 0,-3 3 12 15,-9 0 88-15,0 0 0 16,0 0-80-16,0 0-176 0,-5-3-104 0,-3 3-96 0,0-3-248 16,-3-1-1316-16,-2 1-708 0,2-3-2637 0</inkml:trace>
  <inkml:trace contextRef="#ctx0" brushRef="#br0" timeOffset="136738.61">11885 15135 2492 0,'0'0'11045'0,"0"0"-8353"15,0 0-984-15,0 0-700 0,0 0-232 16,0 0 284-16,0 0-84 0,0 0-247 0,0 0-269 15,0 0-460-15,0 0-244 16,4-3-324-16,-4 3-429 0,0 0-739 0,0 3-2916 16,7-1-4961-16</inkml:trace>
  <inkml:trace contextRef="#ctx0" brushRef="#br0" timeOffset="138832.595">13486 14547 1592 0,'0'0'940'0,"0"0"128"16,16-73 4576-16,-11 54-3667 0,-1-3-361 0,-1 3-204 16,1 7 128-16,-4 1-52 15,0 9-260-15,0-1-160 0,0 3-212 0,4 0-320 16,-4 3-172-16,4 6-120 0,4 14 24 15,4 8 85-15,0 14-25 0,4 16-124 0,-8 11-144 16,4 14-12-16,-8 6 52 0,4 7-100 16,-4-1-8-16,-4 1-104 0,4-5-56 15,-4-8 36-15,8-7 44 0,-5-9 28 16,6-12-12-16,3-14 72 0,4-9-60 16,0-9 132-16,0-11-144 0,3-5 60 15,1-10 8-15,1-3 4 0,2-13 96 0,1-7 40 0,4-8-136 0,0-8 0 16,0-5-52-1,0-10 52-15,0-3-72 0,0-4-24 16,-9-5 24-16,5 0 24 0,-7-5 0 16,-2-1 40-16,2-5 4 0,-6 1-56 15,5 2-24-15,-4 8-1 16,0 3 81-16,0 12-120 0,0 12 52 0,-4 11 68 16,0 12 0-16,-4 6-80 0,-4 8-36 15,0 2 20-15,0 0-32 0,0 0-160 16,0 2-268-16,0 8-260 0,-4 1-472 0,-4 8-740 15,-4-7-1812-15,-12 16-2605 0</inkml:trace>
  <inkml:trace contextRef="#ctx0" brushRef="#br0" timeOffset="139022.651">13507 15147 1408 0,'0'0'9100'16,"0"0"-7335"-16,0 0-729 0,0 0-72 15,0 0 564-15,0 0-200 0,0 0-312 16,107-18-80-16,-64 14-320 0,2 1-264 16,2 3-216-16,1 0-136 0,0 3-36 0,4 4-224 15,-8-4-448-15,7-1-340 0,-3-2-404 0,-12 0-1156 0,12 0-2973 16</inkml:trace>
  <inkml:trace contextRef="#ctx0" brushRef="#br0" timeOffset="140351.434">15407 14268 888 0,'0'0'1328'16,"0"0"3020"-16,0 0-1932 0,0 0-760 0,0 0-627 16,0 0-257-16,0 0-32 0,0 0-4 15,0 0-64-15,0 0-92 16,-4 0-88-16,4 0-64 0,0 0-12 0,0 0 32 0,0 0-36 16,0 0 8-16,0 0 64 15,0 0-16 1,0 0-24-16,0 0-100 0,0 3-148 0,-4-3-112 0,4 0-72 15,0 3 36-15,0 0 16 0,0 1 8 0,0-4-24 16,0 3 0-16,0-3 4 0,0 0 8 16,0 0-52-1,0 0-4-15,0 0 0 0,0 0 0 0,0 0 8 0,0 0 0 16,0 0 48-16,0 0 4 0,0 0 32 16,0 0 4-16,0 0-4 0,0 0-36 15,0 0 24-15,-4 0 16 0,4 0-40 0,0 0 0 16,0 0-56-16,0 0 8 0,0 0 40 15,0 0-4-15,0 0-48 0,0 0 8 16,0 0 0-16,0 0 4 0,0 0 36 16,0 0-36-16,0 0 48 0,0 0-48 15,0 0-4-15,0 0-8 0,0 0 0 16,0 0-48-16,0 0-12 0,0 0-24 16,0 0 8-16,0 3-8 0,0-3-12 0,0 0-4 15,0 0-8-15,0 0-28 0,0 0-20 16,0 0-16-16,0 0 0 0,0 0-36 15,0 0 12-15,0-3 60 0,0 3 136 16,0 0 0-16,0 0 16 0,0 0 44 16,0 0-48-16,0 0 36 0,0 0-40 15,0 0 0-15,0 0-8 0,0 0-12 16,0 0-84-16,0 0-16 0,0 0 0 16,0 0 16-16,0 0-40 0,0 0-12 0,0-3-12 15,0 3 88-15,0 0 60 0,0 0 0 16,0 0-40-16,0 0 44 0,0 0-36 15,0 0 40-15,0 0 8 0,0 0-8 16,0 0-80-16,0 0 0 0,4 0-76 0,-4 0 48 16,0 0 12-16,0 0 60 15,0-4 40-15,4 4 60 0,-4 0-48 0,0 0 52 16,0-3-4-16,0 3-8 0,0 0-52 0,0 0 0 16,4 0 0-16,-4 0-88 15,0-3-120-15,0 3-140 0,0 0 12 0,3-3-136 0,-3 3-172 0,0-3-172 16,5 0-68-16,-5 3-4 0,0 0 48 31,0-3 44-31,0 3-349 0,0 0-1055 0,0 0-2384 16,-8 15 608-16</inkml:trace>
  <inkml:trace contextRef="#ctx0" brushRef="#br0" timeOffset="142304.16">15463 14135 4304 0,'0'0'1068'15,"0"0"-340"-15,0 0-76 0,0 0 2164 32,0 0-999-17,0 0-545-15,0 0-340 0,0 0-184 0,0 0-104 0,0 0-88 0,0 0-44 16,-12 37 8-16,8-11-8 0,4 6-44 0,-5 0-80 16,5 3-156-16,-4 3-32 0,1 6-16 15,-1 4-12-15,0 6 88 0,0 4-116 16,-4 1-144-16,0 5-36 0,-4-1 36 15,-1 3-96-15,2-2-28 0,-1-3 12 0,0-5 104 0,0-1-164 16,4-3-100 0,0-6 112-16,0-8 12 0,0 1 36 15,8-14 52-15,-4 0 60 0,4-5 0 16,-3-8 0-16,3 1-52 0,0-3 48 16,0-5-4-16,0 2 0 0,0-3-40 15,0-4-100-15,0 0-212 0,0 0-104 0,0 0 80 16,0 0 104-16,0-4-24 0,0-3-48 0,0-1 12 15,0-6 104-15,0-2 172 0,3-6 64 0,1 0-104 16,0-6 56-16,0-4 48 16,0-1 76-16,5-4-76 0,-2 2-76 0,1-6 72 15,0 3-48-15,4-4 48 0,4 2 4 16,-4 1 8-16,4 4 184 16,0 1 32-16,0 4 16 0,0 3-64 0,-1 4-12 0,2 4 24 15,-2 3 76-15,2 7-48 16,-2 2-12-16,1 4-32 0,0 3 16 0,0 3 100 0,4 6-152 15,-4 7 88 1,-4 1-64-16,0-2-36 0,0 7-48 16,-8-2 8-16,-4 2-20 0,0 0-64 15,-12 7-12-15,-1-4-140 16,-6 3-108-16,-1 1-100 0,-4-4-76 0,1-3 12 16,2 1 156-16,-3-10-20 0,5-4 88 15,3-2 88-15,0-4 104 0,0-3-96 16,4 0-44-16,0 0 136 0,0-7 12 0,4-2 136 0,-4 0-128 15,4-4 92-15,0 0-100 0,0-3-4 16,4 3 4-16,4 1 192 16,-4-1-192-16,4 6 0 0,0 2 0 0,0 1 224 15,0 4-36-15,4 0-36 16,0 0 0-16,4 0 36 0,0 7-36 0,4-1 208 16,0 6-60-16,4 1 20 0,-4 3-20 0,4 0-56 15,0 3-68-15,3-3-152 16,2 6-24-16,-1-3 0 0,-1 7 56 0,5 2 92 15,-4-3 24-15,4 4-172 0,-4-4 52 0,-4-6-52 16,4 1 0 0,0-5-60-16,0-2-12 0,-1-4 20 15,-2 1-204-15,-2-3 68 0,2-5-192 0,-2-2-356 16,1 0-192-16,0 0-364 0,4-9-512 0,0-4-1281 16,-4 4-3103-1,8-13 2884-15</inkml:trace>
  <inkml:trace contextRef="#ctx0" brushRef="#br0" timeOffset="142585.807">16471 14598 6292 0,'0'0'4264'0,"0"0"-1695"0,0 0-1221 16,0 0-564-16,0 0 248 0,0 0 288 15,-60 70-380-15,44-41-388 16,-4-1-244-16,0 7-148 0,0 3-12 0,0 4 20 15,4 2-20-15,1-3-48 0,-2 6-16 0,6-8-84 16,-2-1-108-16,9-8-12 0,4-9 120 16,0-2 12-16,13-9-8 0,2-4-4 15,2 0-72-15,2-6 20 0,5-4-8 0,0-1-48 32,0-11-272-32,-4 0-188 0,4-3-136 0,-8 0-200 0,-4 0-248 15,-1 0-512 1,-6 3-668-16,-5-1-753 0,0 5-935 0,-12-1 720 15,0 5 2192-15,-12-6 1108 0</inkml:trace>
  <inkml:trace contextRef="#ctx0" brushRef="#br0" timeOffset="142719.079">16287 14913 1788 0,'0'0'456'0,"0"0"-12"0,0 0 6400 0,0 0-4459 15,-87 19-761-15,79-13-508 0,4 0-132 16,4-3-128-16,4 1-296 0,8-4-188 0,8 0 276 16,8 0-256-16,7 0-132 0,5-10-260 0,4-2-84 15,0-4-348-15,4-4-76 0,-1 1-176 16,-2-3-268-16,-6 0-572 0,1 3-1320 15,-8 4-3749-15,0-9 1641 0</inkml:trace>
  <inkml:trace contextRef="#ctx0" brushRef="#br0" timeOffset="142962.422">16901 14318 196 0,'0'0'3208'15,"0"0"2800"-15,0 0-3867 16,0 0-233-16,0 0 28 0,0 0-168 0,47 100-492 16,-38-56-280-16,7 10 156 0,-5 2 28 0,-2 8-199 0,-1 0-509 15,-5 2-264 1,-3 1-64-16,0 4-48 0,0-9-96 0,-7-1-96 16,3-7-196-16,-5-10-156 15,9-6-180-15,0-10-65 0,5-11-39 0,7-7 100 16,8-10-56-16,-1-4-196 15,5-14-528-15,0-8-380 0,4-7-976 0,0 0-1733 16,-5 1-967-16,5-13 2833 0</inkml:trace>
  <inkml:trace contextRef="#ctx0" brushRef="#br0" timeOffset="143243.943">17367 14633 1240 0,'0'0'5168'15,"0"0"1793"-15,0 0-5705 0,0 0-728 0,0 0-100 16,-84 51 680-16,52-26-64 0,-3 5-352 0,-5 1-360 15,0-3-160-15,4 4-160 0,0-3 0 16,1-4-12-16,3 4-72 0,0-7-28 16,4 4-32-16,4-8-140 0,8-1-124 0,4-5 124 0,0-2 208 15,12-4 56-15,0 0-80 16,0 1-36-16,12-1 124 0,0 0 200 16,8 4 248-16,4-4-68 0,0 8 76 0,4-6-136 0,0 2 208 15,4-3-112-15,-4-2-24 0,3 2-164 16,-3-4-228-16,4-3-56 0,-5 0-88 15,6 0-360-15,-1 0-436 0,4-3-752 16,-1-4-604-16,-7 5 116 0,8-8-881 16</inkml:trace>
  <inkml:trace contextRef="#ctx0" brushRef="#br0" timeOffset="143373.081">17603 15122 5368 0,'0'0'2536'0,"0"0"4257"16,0 0-5285-16,0 0-616 0,-17 67 160 0,10-48-40 0,3 3-572 15,-9-3-292-15,2 4-148 0,3-5-56 0,-9 4-216 32,6-2-476-32,-6-1-476 0,6-7-1084 15,-13 11-3717-15</inkml:trace>
  <inkml:trace contextRef="#ctx0" brushRef="#br0" timeOffset="147469.214">18730 14821 1460 0,'0'0'4624'16,"0"0"-372"-16,0 0-3075 0,0 0-37 15,0 0-196-15,76-3-132 0,-44-1 96 0,0 1-180 16,3 3-260 0,1 0-232-16,-4 0-148 0,0 0-88 0,-1 0-60 0,-3 0 8 15,-3 3-20-15,3 1-168 16,-9-4-440-16,-3 3-124 0,0 0-248 0,-4 0-712 15,-4 0-477-15,-8 0-1967 16,0 1-1455-16</inkml:trace>
  <inkml:trace contextRef="#ctx0" brushRef="#br0" timeOffset="147675.662">18714 15097 3692 0,'0'0'900'0,"0"0"4504"0,0 0-3663 0,0 0-497 15,0 0-60-15,103 3-188 16,-59-3-304-16,0-7-236 0,0 1-168 0,0 3-176 0,-4-2-112 16,-5-2-112-16,-3 0-24 15,0 1-396-15,-4-1-236 16,-8 1-76-16,-1 0-300 0,2-4-780 16,-5-2-2061-16,-8-1-1731 0,0-3 4169 0</inkml:trace>
  <inkml:trace contextRef="#ctx0" brushRef="#br0" timeOffset="147955.416">18924 14636 8604 0,'0'0'2132'16,"0"0"-1047"-1,0 0-613-15,0 0 1124 0,88 36-432 0,-47-21-360 0,-5 5-360 16,7 2-56-16,1 3-100 0,-4 0-116 15,-4 4-24 1,-5 0-84-16,-6 6 4 16,-5-3-68-16,-9 2-96 0,-7 5-80 0,-4-2-8 0,0 1-56 15,-15 3-44-15,-9 1-24 0,-4 2 136 0,-4-2 32 0,-4-1 76 16,0-6 52-16,4 0-88 0,0-6 40 0,5-11-132 16,-1-1-448-16,8-8-288 0,-5-3-768 15,10-6-1505 1,-1-3-3799-16,-9-16 5065 0</inkml:trace>
  <inkml:trace contextRef="#ctx0" brushRef="#br0" timeOffset="152234.17">20073 14411 2904 0,'0'0'8709'0,"0"0"-6841"0,0 0-1028 0,0 0-472 0,0 0 60 16,0 0 264-16,0 0 200 0,0 0-504 0,91-13-228 15,-63 4-112-15,0-1 16 0,-1-3 48 0,1 5-64 16,4-3-48-16,-4 3-56 0,0-3 56 0,0 1 4 16,0 4-4-16,-8 3-148 15,3 1 36-15,-6 2 0 0,-2 0-28 16,2 5 40-16,-1 8 16 16,-4 3 28-16,-1 7 56 0,2 4 12 0,-2 3 0 0,1 4 52 15,-3 4 12-15,-5 4-68 0,-1 2 92 0,1 4 0 16,-4 2-28-1,0 5 28-15,-4 2 88 0,-3-3-40 16,3 3-24-16,-5 1 24 0,1-5 12 16,5-2-36-16,-5-6 12 0,4-1-24 15,-1-6-28-15,5-6-68 0,-4-10 68 16,4-3-8-16,0-9-28 0,0-3-48 16,0-2 0-16,0-5-100 0,0 3-24 0,0-3-36 0,0 0-60 15,0 0-176-15,0-3-188 0,0 0-52 0,-4-4 68 16,-3 1-224-16,-1-3-396 15,-8-4-908-15,0 0-1961 0,0 1-1899 16,-12-4 4856-16</inkml:trace>
  <inkml:trace contextRef="#ctx0" brushRef="#br0" timeOffset="152418.981">20092 15014 3208 0,'0'0'456'16,"0"0"1604"-16,0 0 956 0,0 0-860 0,0 0-639 0,0 0-165 15,0 0-108 1,0 0-116-16,84-6-348 0,-48 3-368 16,-1-4-276-16,6-2-12 0,-2-1-124 0,-3-3 0 0,-4 5-76 15,-4-3-196-15,-4 2-364 16,-4 6-268-16,-8 0-320 0,-8 3-788 0,-4 3-2657 16,-8 13-3126-16</inkml:trace>
  <inkml:trace contextRef="#ctx0" brushRef="#br0" timeOffset="152582.85">20045 15335 6260 0,'0'0'1264'15,"0"0"2737"-15,0 0-2657 0,0 0-412 0,0 0 372 32,0 0 56-32,84 2-376 0,-45-13-328 0,8-6-372 15,2-2-284-15,-1 1-24 0,-1-2-140 16,-2 1-464-16,-2 4-644 15,-3-1-684-15,-16 10-1044 0,11-4-2797 0</inkml:trace>
  <inkml:trace contextRef="#ctx0" brushRef="#br0" timeOffset="164494.52">21607 14655 612 0,'0'0'692'16,"0"0"-104"-16,0 0-92 0,0 0-340 15,0 0-156-15,0 0-64 0,0 0 64 16,0 0 64-16,0 0 28 0,-28 0-28 16,28 0 576-16,-4 0 768 15,-1 0-356-15,1 0-112 0,0 0-96 16,4 0 128-16,0 0-180 0,0 0-132 0,0 0-56 15,0-3-127-15,0 3 3 0,0 0 56 0,0 0-8 16,0-3-132 0,0 3-92-16,0-3-164 0,0 0 40 0,4 0 24 15,0-4 164-15,1 1 88 0,-1 0 8 0,0-1-136 16,3-2-52-16,-3 2-60 0,4-2-104 0,1 3-100 16,2-7 60-16,-3 3-72 0,5-3 0 15,-2 5-60-15,2-3 60 0,-2 1 0 16,1 4-52-16,-3 1 48 0,-2 1 4 0,1 1 0 15,-4 3-4-15,3 0-40 0,2 3 44 16,-1 6 200-16,0 4 204 0,4 3-104 16,-4 7-40-1,3 4-36-15,-2 6-12 16,3-2-88-16,-5 4-24 0,1 4-88 0,5-4-4 0,-6-3 0 16,5-4 4-16,1-3 48 15,-2-2 28-15,-2-2 36 0,-1-7-116 16,3-2 0-16,-3 1-8 0,-3-7-48 0,2-3-28 15,-3 0-8-15,0-3-204 16,0 0-308-16,4 0-88 0,-3-9-84 0,6-1-168 0,-3-6-256 16,0 0-740-16,0 2-677 0,-4-13-1879 15</inkml:trace>
  <inkml:trace contextRef="#ctx0" brushRef="#br0" timeOffset="166730.561">21806 14649 652 0,'0'0'612'0,"0"0"40"0,0 0-196 16,0 0-284-16,0 0-168 0,0 0 100 0,0 0-104 0,0 0 0 16,0 0 84-16,-4-22-84 15,4 19 0-15,0 3 0 0,0-3 144 0,-4 0-132 16,4 3 40-16,-4-4-52 0,4 1-28 0,0 0-180 15,0 3-168-15,0-3 232 0,0 0 64 16,0 3 80-16,0 0 184 0,0 0 260 16,0-4-16-16,0 4 56 0,0 0-4 15,0 0 16-15,0 0-12 0,0-3-4 16,0 3 16-16,-4-4-196 0,4 4 88 0,0-2-12 0,0-1-116 16,0 3-168-16,-5-3 12 15,5 3 80-15,0 0 100 0,0-4-36 0,-4 4 100 16,4-2 40-16,0-3-192 0,0 5 128 15,-3-2 100-15,3 2 28 0,0-4-180 16,-4 2 25-16,4-2 15 0,-4 2-236 0,4-3 64 16,-4-1-76-1,4 3 0-15,0 0-64 0,-4-3 92 16,-1 3 8-16,5-4 44 0,-4 4 36 0,1-1 0 16,-1 2 60-16,4-2 56 0,-4 1 8 15,0 3 4-15,0 0-68 16,0-2 40-16,-1 2-12 0,5-4-232 0,-3 4-36 15,-1 0-12-15,0-3 4 0,0 3 8 16,0 0 0-16,-3 0-8 0,2 0-68 16,1 0-12-16,0 0-40 0,-4 3 40 0,4 1 12 15,-3-2 60-15,2 1-32 0,1 1 36 0,0-2-40 16,0 5-24-16,4-4 76 16,-4 1 0-16,1 3-4 0,3-5 0 15,-4 1 4-15,4-3-4 0,-5 3 4 0,5-3 8 0,0 0 0 16,0 0 40-16,0 4-36 0,0-4-8 15,0 0 0-15,0 0 4 0,-4 0 0 0,4 0 0 16,0 0-8-16,0 2-8 0,0 3-44 16,-4-5 48-16,4 2-8 0,0 2 8 15,0-4 4-15,0 2 0 0,0-2 52 16,-4 4 12-16,4-2-4 0,0-2-44 31,0 5-4-31,0-3-4 0,-4 2-4 0,4-1 72 0,0 0-24 0,-3-1-44 16,3 2 44-16,-4 3-44 0,4-1 4 0,-4 0 64 15,-1 1-24-15,5 2 72 16,-4-3-72-16,0 7 0 0,0 0-44 0,-3-1 0 31,7-2 68-31,-4 3-28 0,0-1-36 16,-1 1-12-16,1 0 100 0,0-1 24 0,4 1-48 0,-3-1 64 0,3 5-28 16,0 2 4-16,-4-3 8 0,4 3-8 31,0 0-68-31,0 0-40 0,0 0 68 0,0-3-76 15,0 0 8-15,0-1 44 0,4-1 48 16,-1-3 48-16,5 3-8 0,1-4 76 16,-1-1 24-16,3 0-16 0,-2 1 12 15,2-4-48-15,1-3-52 0,1-3 12 0,2 0 0 0,-2 0-84 16,2 0-64-16,1-6-60 0,0-3 48 0,-4-4-36 16,4-3-64-16,-5-1-24 0,2-4-52 15,-2 2 40-15,6-4-40 0,-9-2 100 16,3 0 40-16,-2-1-64 0,-1-2-64 0,-1 0 100 15,-3-2-12-15,0 1-128 16,-4 1-24-16,0 3 16 16,0 3 220-16,0 6-84 0,0 0 88 0,0 7 0 15,0 2 164-15,0 3-4 0,0 2-20 16,0 2-16-16,0 0 40 0,0 0-8 16,0 0-44-16,-4 0-64 0,0 2-48 0,0 9-60 15,-3 1-20-15,3 4 80 16,-5 0 48-1,1 6 164-15,1 0-88 0,3 4 28 0,0 2-28 16,-5-2-24-16,5 2 60 0,4-2-36 16,0-1 12-16,0-2-12 0,0 2-36 0,4-3 24 0,5-3 12 0,3 4 172 15,-1-5 320-15,2-1-248 0,-2-8-244 16,2 0-112-16,-2 1 64 0,6-4-64 16,-6-3-8-16,1 1-4 15,1-1-272-15,-2-3-60 0,-3 0 12 16,4 0 100-16,0-3-288 0,-4-4-200 15,4 1-204-15,0-4-272 0,-5 1-692 0,6 0-937 16,-5-4-1759-16</inkml:trace>
  <inkml:trace contextRef="#ctx0" brushRef="#br0" timeOffset="166943.319">22204 14843 3040 0,'0'0'300'16,"0"0"12"-16,0 0 4728 0,0 0-2936 15,0 0-419-15,0 0-445 0,0 0-176 16,4 79 80-16,-4-57-128 0,0 0-256 16,0-2-316-16,-4 2-232 0,4-3-104 15,0 0-40-15,0-3-68 16,0 1-136-16,0-6-100 0,0 3-356 16,0-6-204-16,0-1-284 0,8-7-728 0,1 0-1096 15,-2-7-2485-15,12-8-115 16</inkml:trace>
  <inkml:trace contextRef="#ctx0" brushRef="#br0" timeOffset="167099.933">22595 14798 2508 0,'0'0'900'15,"0"0"6797"-15,0 0-6093 0,0 0-712 16,0 0 36-16,0 0-160 15,0 0-504-15,0 0-264 0,0 0-640 16,0 0-376-16,0 0-772 0,71 4-2429 0,-50-8-3463 0</inkml:trace>
  <inkml:trace contextRef="#ctx0" brushRef="#br0" timeOffset="167267.154">23076 14843 432 0,'0'0'8172'0,"0"0"-5059"0,0 0-761 15,0 0-412-15,0 0-328 0,0 0-352 0,0 0-708 0,84-19-552 16,-60 6-256-16,4-2-620 16,4-4-376-16,4 2-732 0,7 1-2261 15,-11 7-2755-15</inkml:trace>
  <inkml:trace contextRef="#ctx0" brushRef="#br0" timeOffset="167399.086">23746 14735 3960 0,'0'0'52'16,"0"0"6008"-16,0 0-3591 0,0 0-329 0,0 0-216 0,0 0-544 0,0 0-688 16,0 0-692-16,32 12-200 15,-21-15-552-15,10-2-404 16,-5-2-1176-16,12-9-3261 0</inkml:trace>
  <inkml:trace contextRef="#ctx0" brushRef="#br0" timeOffset="167829.944">25153 14611 1280 0,'0'0'1328'16,"0"0"-948"-16,0 0 4116 0,-77-9-1364 0,50 5-1011 0,-5-3-745 0,4 5-176 15,5 2-64-15,-2 0-228 0,1 0-128 16,0 2-128-1,-4 9-36-15,0 5 80 0,1 6 88 16,-9 6-92-16,0 11-47 0,-8 5-221 16,0 7-120-16,4 6 44 0,9-3 344 0,10-1-692 15,14-8-16-15,7-10-272 16,7-9 120-16,14-14-112 0,10-6-132 16,5-6-24-16,5-6 36 0,6-13-97 0,5-3-551 15,-5-7-176-15,-2 1 128 0,-6 0 600 0,-3-5 236 16,-4 5-136-1,0-4-356-15,-8 0 108 0,-4 4 344 0,-8 6 300 16,0 3 204-16,-8 6 272 0,0 6 144 0,-4 7-24 16,4 0 52-16,-4 3-132 15,4 4-20-15,-1 5 240 0,1 8-16 0,-4 2-24 16,0 3-76-16,0 1-179 0,4-1-273 0,-4 0-168 0,0-2 0 16,5-4-389-16,3-4-339 0,-1-2-188 15,5-6-236-15,4-4-676 0,-4-3-1332 0,8-3-3569 16</inkml:trace>
  <inkml:trace contextRef="#ctx0" brushRef="#br0" timeOffset="168069.026">25351 14916 6216 0,'0'0'8917'16,"0"0"-7297"-16,0 0-896 0,-19 70 488 16,11-48 600-16,4 3-423 0,0-6-589 15,4 1-520-15,0-8-280 0,4-3-252 16,3-2-124-16,6-7 100 0,2 0 56 0,2 0 87 15,-2-10-63-15,5-1-120 0,1-6-124 16,-6-2 28-16,2 3 80 0,-2 3 172 0,-2 1 88 16,-2 1 0-16,-3 6-52 0,4-2 36 0,-8 7 88 15,4 0 196-15,-4 0 120 0,0 10-60 16,0-1-256-16,0 1-60 0,-4 6-272 0,4-3-96 16,-4 2-112-16,0-2-448 0,0 3-920 15,0-4-1928-15,0-1-2445 0</inkml:trace>
  <inkml:trace contextRef="#ctx0" brushRef="#br0" timeOffset="169063.106">26854 14325 5892 0,'0'0'600'16,"0"0"4873"-16,0 0-3989 0,0 0-496 0,0 0 236 16,-75 52 8-16,38-27-352 0,1 6-284 15,-3 4-192-15,-1 0-144 0,3 3-4 16,2-2-8-16,7-5-28 0,8-9-112 0,4-6-108 16,12-3-120-16,4-4-152 0,4 0 40 15,9 4 48-15,2 1 72 0,5 0 52 16,8 0-124-16,4 1-76 15,0-2 112-15,4-1 60 0,-5 2 16 0,1 2 12 16,-4 0 52-16,-4-4 8 0,-8 7 200 16,0-3 120-16,-12 0 0 0,-4 3-48 15,0 0-88-15,-8 3-64 0,-4 3-44 16,-7-2-76-16,-2-4 0 0,1 3-112 0,5-9-232 16,2-1-296-16,5-5-260 0,4-7-384 15,4 0-1040-15,0-13-1613 0,8 4-1247 0,12-26 692 16</inkml:trace>
  <inkml:trace contextRef="#ctx0" brushRef="#br0" timeOffset="169399.311">27149 14662 3980 0,'0'0'744'0,"0"0"7201"0,0 0-5961 0,-5 70-500 0,-2-44 164 16,3-5 68-16,-4 2-372 0,4-1-432 15,-1-6-439-15,5-1-269 16,0-2-204-16,9-7-228 0,6-1-40 0,2-5 75 15,7 0-27-15,-1-11-144 0,5-2-208 16,0-5-152-16,0-5 40 0,-4 0-32 16,0 2 12-16,-8-2 84 0,-4-6 96 15,0 1 84-15,-1 0-100 0,-7-7 0 16,5-3-56-16,-5 2 52 0,-4 1 468 0,0 10 76 16,4 6 444-16,-4 7 88 15,0 9 48-15,0 3-92 0,0 3 56 16,3 9 16-16,-3 4 36 0,0 12 36 0,0 1 20 15,0 10 136-15,0-4 4 0,0-1-280 0,0 1-260 16,0-3-252-16,0 0-156 0,4-7-296 16,0 1-184-16,9-4-136 0,2 0-300 15,9 1-492-15,-3-11 484 0,14-3-4045 16</inkml:trace>
  <inkml:trace contextRef="#ctx0" brushRef="#br0" timeOffset="169609.621">27977 14558 8596 0,'0'0'4685'0,"0"0"-3209"0,0 0-948 0,-99 66 428 0,74-35 1036 16,2 1-360-16,3 3-616 0,4 1-492 0,4-3-296 15,8-3-204-15,4-2-24 0,0-5-180 16,4-5-208-16,12-1-176 0,0-11 40 15,8 0 156-15,4-6 52 0,8-6-152 0,-5-7-284 16,1-8-452-16,0-6-680 0,-4-4-904 16,-4 6-2309-16,8-20-2026 0</inkml:trace>
  <inkml:trace contextRef="#ctx0" brushRef="#br0" timeOffset="169976.373">28428 13906 6520 0,'0'0'172'16,"0"0"6037"-16,-25 66-4029 16,18-27-368-16,-1 9-68 0,-5 2-320 0,6 7-372 0,-5 4-396 15,0-4-267-15,0 3-221 16,4 1-120-16,-4-4-48 0,-4-1-96 16,9-8-120-16,-6-3-65 0,9-10-171 0,4-9-60 0,0-8-48 0,4-11 60 15,9-4 84-15,-2-3 72 16,5-7 108-16,4-5 76 0,0-7 100 0,-1 0 12 15,2-3 48-15,-5-1 0 0,0 8 0 16,-5 2-4-16,2 7-80 16,-10 2-52-16,1 4 136 0,-4 6 72 15,4 11 448-15,-4 2-40 0,0 3-100 0,-4 0-16 0,4 0-104 16,-4 0-116-16,4-3-84 0,0-6 88 16,12-3-28-16,1-3-120 0,6-7-56 15,5 0-40-15,4-7-160 16,4-7-64-16,4 3-180 0,-5-3 32 15,1 2 456-15,-8 3-836 16,-7-1-992-16,-6 0-352 0,-3 7-876 0,-8-6-3837 16</inkml:trace>
  <inkml:trace contextRef="#ctx0" brushRef="#br0" timeOffset="170644.957">29408 14516 4136 0,'0'0'5488'16,"0"0"-1415"-16,0 0-3337 15,0 0 36-15,88 25 260 0,-57-25 152 0,5 0-388 16,8-6-440-16,8-7-356 0,4-6-320 16,3-7-388-16,1-2-572 0,0 0-752 15,-16 2-2473 1,4-9-4027-16</inkml:trace>
  <inkml:trace contextRef="#ctx0" brushRef="#br0" timeOffset="170833.941">29691 14065 7584 0,'0'0'272'0,"-16"76"5841"0,7-28-4369 0,-2 12-68 0,-6 9-8 0,2 8-40 16,-1-7-580-16,0-3-491 0,4-4-421 16,4-12-136-16,4-7-252 0,4-16-393 15,12-5-195-15,12-10-76 0,11-13 44 16,6-3-200-16,6-13-964 0,-11-1-1032 15,20-24-2933-15</inkml:trace>
  <inkml:trace contextRef="#ctx0" brushRef="#br0" timeOffset="171208.047">30261 13779 7280 0,'0'0'612'16,"0"0"4649"-16,-5 98-3685 0,-7-43 40 0,1 8 196 0,-13 10-92 15,0 3-584-15,-4 4-528 0,3-4-327 0,2-4-281 16,11-4-89-16,4-11-191 16,8-7 96-16,12-11 40 0,8-11 60 0,8-9 80 15,4-9-168-15,7-10-232 0,2 0-96 16,-2-13-88-16,1-6-208 0,-4-3-168 16,-12-1-68-16,-4 4 36 0,-5 7 304 0,-6 2 388 15,-5 7 304-15,-4 3 92 0,0 0 260 0,-4 3 164 16,-5 7-16-16,-2-1 32 0,3 0-96 15,-1 2-16 1,9-9-368-16,0 2-52 0,4-4-484 0,13 0-52 0,7-6 92 31,4-5 92-31,4-1 0 0,-4 3-212 16,0 2 44-16,-5 7 520 0,-7 7 152 0,0 12 540 16,-8 7 188-16,-4 5 52 0,-4 4 24 0,0 3-328 15,0-1-320-15,0-1-308 0,0-4-376 16,8-7-1108-16,0-12-2420 0,8-4-6273 15</inkml:trace>
  <inkml:trace contextRef="#ctx0" brushRef="#br0" timeOffset="172251.459">15790 16221 2936 0,'0'0'9617'0,"0"0"-7605"15,87 38-640-15,-35-23-204 0,7 4 120 16,5-2-244-16,4-4-356 0,4-5-360 0,3-4-192 15,1-4-136-15,-4-4 0 0,-1-4-112 16,-2-5-96-16,-10-6-512 0,-11 2-276 16,-9-1-228-16,-11 2-756 0,-11 3-1960 0,-17 1-1565 0</inkml:trace>
  <inkml:trace contextRef="#ctx0" brushRef="#br0" timeOffset="172567.454">15769 16472 4940 0,'0'0'6865'16,"0"0"-4377"-16,0 0-908 0,0 0-816 16,0 0 60-16,0 0 216 0,116 44-204 0,-56-44-200 15,4 0-320-15,-1 0-120 0,-3-4-116 16,-4-2-80-16,-12 6-64 0,-5 0-8 16,-15 6-76-16,-11 8-244 0,-9 5-280 15,-4 9 228-15,-17 10 160 0,-7 3 28 16,-8 7 56-16,-3 0 152 0,-5 3 48 0,4-1 100 0,1-6 108 15,-6 1 4-15,9-3-40 16,4-4-36-16,0-9-4 16,13-4 52-16,2-6 188 0,13-6-68 0,0-7-84 0,9 3-84 15,10-2-136-15,9-2 8 16,8 2 52-16,8 0 12 0,4-1 16 16,8-6-88-16,3 0 0 15,1 0-112-15,0-3-596 0,4-7-288 16,-4 3-404-16,-1-5-756 0,-15 3-2377 0,24-8-5451 15</inkml:trace>
  <inkml:trace contextRef="#ctx0" brushRef="#br0" timeOffset="173117.96">17634 16415 4528 0,'0'0'860'16,"0"0"4136"-16,0 0-3527 15,0 0-125-15,0 0-60 0,0 0 52 16,-87-22-108-16,66 25-284 0,1 9-352 16,1 7-148-16,-5 10-64 0,-4 6 60 0,7 9-48 15,-2 7 196-15,7 6-16 16,4 0-232-16,0 1-135 0,4-11-89 16,8-6-116-16,0-8-52 0,0-14-80 0,13-5-65 15,-2-7 5-15,9-7 108 0,4-2-28 16,4-17-156-16,3-7-156 0,5-9-140 0,-4-6-132 0,1-1-8 15,-1-2 124-15,-9-1 212 0,1 7 180 16,-4 4 76-16,-8 2 24 16,0 6 20-16,0 7 68 15,-8 7 88-15,0 6 268 0,-4 6 68 0,3 0 32 16,1 6-88-16,5 2 136 0,-1 11-112 16,-1 4-60-16,1 3-100 0,1 5 12 15,-1 1 36-15,-5 0-96 16,5-1-184-16,1 1-40 0,-1-7-216 0,3-2-488 15,2-7-296-15,-2-3-72 16,1-7-492-16,0 0-692 0,0-6-793 0,-4 0-1415 16,4-9-468-16</inkml:trace>
  <inkml:trace contextRef="#ctx0" brushRef="#br0" timeOffset="173272.535">17957 16731 416 0,'0'0'2664'0,"0"0"-1752"0,0 0-300 0,0 0 4660 16,0 0-3107-16,0 0-681 0,80-12-432 15,-69 19-104-15,6-2-28 0,-6 2-124 16,1 3-100-16,0 3-44 15,-4 2 0-15,0 5 96 0,1 2 56 0,-6 0-292 0,-3-3-316 16,0-3-196-16,0 0-52 0,0-3-472 16,-3-7-344-16,3-4-236 0,-9-2-304 0,5-2-808 15,-4-4-3209-15,-4-19-4139 0</inkml:trace>
  <inkml:trace contextRef="#ctx0" brushRef="#br0" timeOffset="173406.203">18005 16396 4620 0,'0'0'2904'16,"0"0"1709"-16,0 0-3477 0,0 0-80 0,0 0 244 15,0 0-244-15,0 0-608 0,87-10-448 0,-63 7-524 16,0-4-732-16,-4 4-796 0,8-3-3425 16</inkml:trace>
  <inkml:trace contextRef="#ctx0" brushRef="#br0" timeOffset="174239.278">18622 16593 3392 0,'0'0'480'16,"0"0"-140"-16,0 0-172 0,0 0-76 15,0 0-52-15,0 0-40 0,0 0-196 16,0 0-116-16,0 0-808 0,0 0-748 0</inkml:trace>
  <inkml:trace contextRef="#ctx0" brushRef="#br0" timeOffset="179104.83">18722 16348 9060 0</inkml:trace>
  <inkml:trace contextRef="#ctx0" brushRef="#br0" timeOffset="179509.623">18722 16348 9060 0,'-48'-76'1913'0,"48"76"-613"0,0 0-48 0,0 0 256 0,0 0-136 0,0 2-200 0,0 3-356 16,3 3-224-16,2 9-4 0,-1 8-124 0,4 7-108 0,0 5-52 0,-5 8-96 15,6 5-64-15,-1 5 52 0,0 2-188 16,-1 0 4-16,6-7-12 0,-2-1-72 0,2-8-52 15,-1-13-44-15,-1-6 32 0,2-6-44 16,2-9 56-16,2-7 16 0,-2 0 56 16,5-13-128-16,0-9 56 0,0-3 52 15,0-7-124-15,0-6-100 0,0-3-72 16,-4-1-12-16,-1-2-16 0,-2-1 12 0,-1 1 76 0,-5-1 132 16,-3-2-108-16,-4 6 24 0,0 6 132 15,0 5 128-15,0 11 188 16,0 11 100-16,0 8 72 0,0 0-52 0,0 0 260 15,0 12-380-15,0 10-28 0,0 7-40 16,0 9 4-16,0 6 48 0,0 7 148 0,9 3-88 0,-1 7-48 16,-5 3-36-16,9 2-72 0,-3 4-76 15,-2-1-72-15,5 5-4 16,-3-5-32-16,-5-3 100 16,3-1-104-16,-3-6 100 0,0-4-124 0,0-4 28 0,0-7 8 15,-4-6 96-15,0-9 4 0,0-9 100 16,0-9-52-16,0-1 0 15,0-4 52-15,0-3 44 0,-8 0-44 16,-4 1-100-16,0-4-368 0,-4 0-36 16,-4 0-76-16,1-4-124 0,2-8-288 0,-3-7-912 15,5-3-604-15,3-7-873 16,3 7-1495-16</inkml:trace>
  <inkml:trace contextRef="#ctx0" brushRef="#br0" timeOffset="179714.269">19471 16999 5684 0,'0'0'7081'16,"0"0"-5149"-16,0 0-848 0,0 0 8 0,0 0-64 15,0 0-272-15,0 0-304 0,0 0-132 16,0 0-36-16,63 80-188 16,-63-66-92-16,0 3-4 15,0-4-120-15,-4-1-76 0,1 1-136 16,-5-3-372-16,-5-4-260 0,2 0-268 15,-6-6-828-15,6 0-1148 0,-10-9-2785 0</inkml:trace>
  <inkml:trace contextRef="#ctx0" brushRef="#br0" timeOffset="179846.028">19446 16719 1316 0,'0'0'11741'0,"0"0"-9509"0,0 0-1592 0,0 0 164 16,0 0 452-16,0 0-456 0,0 0-612 0,97 10-188 15,-65-10-372-15,7 0-380 0,9-3-580 16,0-6-784-16,-9 2-2129 0,17 1-4431 0</inkml:trace>
  <inkml:trace contextRef="#ctx0" brushRef="#br0" timeOffset="180578.058">20682 16456 1528 0,'0'0'9849'16,"0"0"-8193"-16,0 0-588 15,0 0 208-15,0 0 156 16,0 0-152-16,0 0-272 0,0 0-564 0,-87-19-116 15,66 38-20-15,-3 9 32 0,1 7 40 16,-5 7-52-16,0 5 12 0,4 4-72 16,0 7-111-16,5-2-121 0,6 1-36 0,2-3-96 15,7-3-73-15,4-6-51 16,7-7-12-16,9-9 40 0,8-8 20 0,4-8 12 16,8-7 28-16,8-6 32 0,-4-6-104 15,-1-10-80-15,2-6-156 0,-10-3-172 0,1-4-264 16,-9 4-740-16,-6 3-1312 0,-9-3-2721 0</inkml:trace>
  <inkml:trace contextRef="#ctx0" brushRef="#br0" timeOffset="180742.857">20439 16846 3544 0,'0'0'7981'16,"0"0"-5541"-16,0 0-884 0,0 0-576 15,0 0-556-15,0 0 172 16,0 0 568-16,0 0-280 0,104-22-492 0,-65 9-392 15,2 1-100-15,2-1-264 0,-3 0-228 16,4-2-260-16,-4 2-200 0,-1-3-1048 0,-11 6-2481 16,0 1-4247-16</inkml:trace>
  <inkml:trace contextRef="#ctx0" brushRef="#br0" timeOffset="181317.038">21371 16208 3988 0,'0'0'572'0,"0"0"4060"0,0 0-2875 0,0 0-61 15,0 0-144-15,0 0 12 16,0 0-272-16,0 0-236 0,0 0-208 0,0 0-160 0,0 0-404 15,8 44-116-15,0 2 68 16,4 17 32-16,4 6-88 0,-4 13-180 31,4 2 0-31,-4 4-96 0,-4-2-24 0,4 0-16 0,-9-7-84 0,6-6-136 16,-1-6 40-16,0-16-116 0,-1-7-156 16,2-15-92-1,-1-13-104-15,7-10-820 0,-2-10-1088 0,-2-2-1745 16,13-25-927-16</inkml:trace>
  <inkml:trace contextRef="#ctx0" brushRef="#br0" timeOffset="181579.329">21914 16481 4892 0,'0'0'8317'0,"0"0"-7237"0,0 0-624 0,0 0 228 16,-101 54 56-16,66-28-536 0,3 2-196 15,0 1 16-15,0-1-24 16,0 1-112-1,4 2 68-15,-4 1 44 0,4 3 72 0,4 0 68 0,1 0-16 16,7 1-36 0,4-9 24-16,3-2 36 0,9 2-96 0,5-5-44 15,11 0-8-15,4 0 0 0,8-3 184 0,8 0 264 0,3-2 432 16,10-5-304-16,2-3-184 0,5-5-144 16,0-4-248-16,0 0-12 0,0 0-344 0,2 0-124 15,-2 0-172-15,-4 0-404 0,1 0-936 0,-18 0-2373 16,5 0-2803-16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46:02.0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20881 3375 12525 0,'0'0'2616'0,"0"0"-1532"0,0 0-260 0,0 0 368 15,0 0 24-15,0 0-200 0,103-16-116 16,-62 16-520-16,2 0-380 0,6 4 0 0,-2-4 821 15,9 0-593-15,8 0-228 0,12 0 0 16,3-4-4-16,1 1 4 0,3-1-216 16,-3-2-88-16,-5-3-181 0,-6-1-491 15,-5 0-244-15,-13 2-516 0,-3-6-892 16,-16 8-1809-16,0-10-2531 0</inkml:trace>
  <inkml:trace contextRef="#ctx0" brushRef="#br0" timeOffset="248.544">21893 3060 6824 0,'0'0'2260'16,"0"0"193"-16,0 0-649 0,0 0-608 15,0 0-64-15,0 0-24 0,76 4-340 16,-45 2-320-16,-3 0-264 0,0 4-120 16,-3 2-64-16,-5 4 0 0,-1 0-4 0,-10 6 4 15,-5 1-100-15,-4 5-136 16,-9 4-96-16,-10 3 156 0,-9 0 4 0,-8 4 20 0,-1-6 16 31,-2 3 0-31,3-4-88 0,4-1 60 16,4-5-116-16,8-5-256 0,12-4-704 15,4-1-604-15,4-9-821 0,25-2-2915 16</inkml:trace>
  <inkml:trace contextRef="#ctx0" brushRef="#br0" timeOffset="700.708">22941 3146 92 0,'0'0'624'0,"0"0"8484"15,0 0-7391-15,0 0-333 0,0 0 52 0,0 0-136 0,84-19-404 16,-68 32-176-16,0-1-148 0,-4 11 84 16,-1 5-80-16,-6 4-220 0,-1 6-124 15,-4 0-168-15,-9 0-64 0,1 1-52 16,-3 2-92-16,-6-6 68 0,2 3 16 15,-1-10-12-15,4-2-52 16,0-7 36-16,8-10 24 0,0-2 64 0,0-2 60 0,4-5 212 0,0 0 96 16,0 0-136-16,4-5-84 0,4-11 36 15,8-3-184-15,4-10-88 0,3-6 76 16,5-3-36-16,4-3 48 0,-4 3-76 16,4 0-192-16,-4 6-148 0,4 6-64 0,-4 7-60 15,4 7-140-15,3 5-80 0,-3 7-316 16,0 0-868-16,0 4-1016 0,-4 5-2957 15</inkml:trace>
  <inkml:trace contextRef="#ctx0" brushRef="#br0" timeOffset="1041.002">23619 3441 8492 0,'0'0'5817'0,"0"0"-4997"15,0 0-264-15,0 0 484 0,-100-3 228 0,72 3-452 16,0 10-192-16,0 2-208 0,4 1-268 15,5 3-88-15,-1 0-56 0,7 0-4 16,5-3-112-16,4-1-24 0,4-6-144 0,0-2 108 16,0-1 136-16,8 1 36 15,1-4 196-15,6 0-52 0,2-4-104 16,2-6-40-16,5-2-172 0,0-2-52 0,0 3 40 0,-4-6 100 16,0 8-52-16,0-1 24 0,-8 7 36 15,-1 3 76-15,-2 0 208 0,-1 6 148 16,-1 7-24-16,1 4 12 0,-3 1-64 15,-5 1 0 1,0 0-12-16,4-2-96 0,-4-3-72 0,4 3-100 16,0-7-60-16,3-1-72 15,1-3-52-15,1 1-268 0,2-4-36 16,1-3-4-16,4 0-172 0,-4-10-376 16,4 1-584-16,-4-4-728 0,4-3-401 0,-4 0-1603 0,0-5-220 0</inkml:trace>
  <inkml:trace contextRef="#ctx0" brushRef="#br0" timeOffset="1348.231">23834 3344 80 0,'0'0'1588'15,"0"0"-724"-15,0 0-280 0,0 0 6180 16,0 0-4919-16,0 0-233 0,0 0-240 16,0 0 216-16,0 0-428 15,0 0-108-15,0 0-292 0,-17 85-268 0,13-63-200 16,-3 0-292-16,3-3-12 0,0 1-108 0,4-9 8 16,0 3-24-16,0-9 4 0,0-1-288 15,8-1-20-15,3-3 68 16,6 0 112-16,-2-3-96 15,2-3-192-15,-2 0 200 0,1-1 60 16,-8 3 100-16,0 2 164 0,-8 2 24 0,5 6 400 16,-5 4 208-16,0 2-24 15,0 4 96-15,0 3-116 0,-5 0-156 0,1-3-52 16,4 3-112-16,0-6-160 0,0 0-84 16,0 0-148-16,4-8 4 0,8-1-224 0,0-4-24 15,4 0-124-15,4-9-116 0,0-4-372 0,4-6-400 16,0-7-532-16,4 1-212 0,-1-6 239 15,-7 5-543-15,12-22-580 0</inkml:trace>
  <inkml:trace contextRef="#ctx0" brushRef="#br0" timeOffset="1508.886">24384 3026 1472 0,'0'0'5112'0,"0"0"-371"0,0 0-2997 0,0 0-80 0,0 0-88 16,-17 72-120-16,6-37-232 0,-6 3 0 15,-2 7-492-15,-1 3-320 0,-4-1-372 16,4 5-40-16,0-5-220 0,4 0-132 15,8-6-308-15,4-2-320 0,8-11-20 16,16-9-176-16,12-7 148 0,8-8-536 0,4-4-896 16,3-6-1641-1,2-11-15-15,-14 5 1220 0</inkml:trace>
  <inkml:trace contextRef="#ctx0" brushRef="#br0" timeOffset="1686.615">24663 3394 940 0,'0'0'3036'16,"0"0"248"-16,0 0-460 0,0 0-339 15,0 0-753-15,0 0-636 0,-105-54-340 16,70 66 44-16,-9 7 120 0,5 4-192 15,2 2-284-15,1 1-236 0,8-1-12 16,13 0-60-16,2-3-76 0,9-2-60 16,4-1 160-16,9-4-24 0,7-2 156 15,0-1-96-15,3 2-116 0,9-1-80 0,-4-4-120 16,8-3-112-16,-4 4-344 0,4-4-320 16,-4-3-504-16,4 0-832 0,-8 1-2417 15,8-4-2963-15</inkml:trace>
  <inkml:trace contextRef="#ctx0" brushRef="#br0" timeOffset="2065.822">25164 2982 1120 0,'0'0'6052'0,"0"0"-1419"0,0 0-3529 0,0 0 232 0,0 0 376 16,4 82-36-16,-15-41-380 0,-10 6-252 0,-3 11-472 16,-3-1-216-16,3 3-136 15,-4 4-184-15,0-7-36 0,8-3-136 0,8-10-96 16,1-8 28-16,11-8-4 16,0-9-160-16,7-3-120 0,1-10-68 15,4 0-280-15,0-6-704 0,4 0-1008 0,-4-9-1341 16,0-1-1155-16</inkml:trace>
  <inkml:trace contextRef="#ctx0" brushRef="#br0" timeOffset="2187.788">25104 3514 3088 0,'0'0'480'0,"0"0"5588"0,0 0-3683 0,0 0-421 15,0 0-272-15,0 0-148 0,81-19-504 16,-57 16-352-16,11-3-208 0,1-4-320 0,8-2-160 16,0-4-268-16,-1 0-348 0,9-3-424 15,-8 0-496-15,-8 2-2264 16,4-14-2937-16</inkml:trace>
  <inkml:trace contextRef="#ctx0" brushRef="#br0" timeOffset="2349.765">25643 3108 9048 0,'0'0'4045'0,"0"0"-3373"0,0 0 380 16,-9 74 724-16,5-43-12 0,0 1-536 15,4-1-372-15,0 2-332 0,0 2-184 0,-3 3-156 0,3-4-184 16,-4 4-148-16,-4 0-120 0,-1 0-328 15,-2 0-344-15,3-3-280 0,-4-3-604 16,4-10-1284-16,4 0-2609 0</inkml:trace>
  <inkml:trace contextRef="#ctx0" brushRef="#br0" timeOffset="3289.637">26089 3327 5396 0,'0'0'4032'0,"0"0"-2415"0,0 0-537 16,0 0-84-16,0 0 112 0,0 0-88 0,87 0-504 15,-51 0-340 1,4-4-176-16,-4 2-100 0,4 2-100 0,-8 0-368 16,0-4-468-16,-4 1-340 0,-4 3-769 0,-9-3-2335 15,-2 1-1224-15,-6-2 5373 0</inkml:trace>
  <inkml:trace contextRef="#ctx0" brushRef="#br0" timeOffset="3454.638">26176 3473 3220 0,'0'0'120'0,"0"0"6720"0,0 0-5603 0,0 0-429 15,0 0-64-15,0 0 236 0,84 16-472 16,-52-16-508-16,8 0-484 0,3-3-804 15,2-1-561-15,-17-2-2535 0,11-3 392 0</inkml:trace>
  <inkml:trace contextRef="#ctx0" brushRef="#br0" timeOffset="3972.695">27069 3226 4576 0,'0'0'7605'0,"0"0"-6593"0,0 0-108 0,0 0 408 16,4 95 48-16,-8-64-380 0,-4 5-224 15,0-1-252-15,-4 2-212 16,4-2-44-16,1 0-64 0,-6-6-184 0,1 0-136 0,4-7 12 16,0-6-48-16,4-4-280 15,0-2-56-15,0-7 104 0,4 0 16 0,0-3 16 0,4 0-176 16,8-6 188-16,4-4 116 0,5-5-4 15,2-5-104-15,1-1 136 16,0-2-24-16,4 1-76 0,-9-1 76 0,5 1 164 16,-7 3 76-16,-2 6 128 0,-2 1 288 15,-6 5 76-15,-3 4 112 16,-4 3-88 0,0 0-28-16,0 3-56 15,0 7-32-15,0 3 68 0,0 2 24 0,0 1-48 0,0 6-136 16,-4-5-272-16,4 1-36 0,0-2-112 0,0 0-244 15,0-4-468-15,0-1-144 0,8-5-208 16,0-3-548-16,1 0-1176 0,2-3-3317 0</inkml:trace>
  <inkml:trace contextRef="#ctx0" brushRef="#br0" timeOffset="4140.648">27479 3537 4744 0,'0'0'5964'16,"0"0"-3703"-16,0 0-293 15,0 0 68-15,80 31-192 0,-52-28-632 16,8 1-504-16,3-4-404 0,10-4-304 0,2-4-132 0,5-3-564 16,0-1-652-16,-4-5-784 0,-13 6-3004 0,13-12-3769 15</inkml:trace>
  <inkml:trace contextRef="#ctx0" brushRef="#br0" timeOffset="4312.502">28347 3194 4788 0,'0'0'16'0,"0"0"6585"0,0 0-4313 0,0 0-276 16,-11 85-12-16,7-50-384 15,4 3-540-15,-4 4-284 0,0 2-320 0,0 4-239 0,0 0-233 16,0 0-133-16,-4 2-75 0,4-3-12 16,0-3-120-16,0 1-280 0,4 0-336 0,0-4-820 15,0-9-2496-15,8 16-3557 0</inkml:trace>
  <inkml:trace contextRef="#ctx0" brushRef="#br0" timeOffset="4512.778">29081 4572 19717 0,'0'0'732'0,"0"0"-732"0,0 0-1468 0,0 0 1260 16,0 0 204-16,0 0-188 15,0 0-1644-15,0 0-4365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35:54.0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4617 1317 5652 0,'0'0'6213'0,"0"0"-5109"0,0 0-492 0,0 0-104 16,0 0 1120-16,0 0-212 15,-39-73-472 1,30 67-364-16,1-4-88 0,1 3-88 0,-6 5 60 16,5-1 208-16,1 0-100 0,-1-1-136 15,-5 4-43-15,6 0-17 16,-9 0-160-16,-4 10-84 0,4 3-44 0,-4 6-40 15,0 6 60-15,0 10 96 0,1 6-144 16,-2 9-12-16,6 9-48 0,2 0-64 0,6 5 56 16,3-7 12-16,0-6-4 0,4-10 0 0,8-9-44 15,7-9-124-15,1-11-136 0,9-5-8 16,3-7-28-16,-1-5-49 0,9-9-319 16,-4-12-476-16,4-3-252 0,-8-2-40 0,0-4-16 15,-4 3 316-15,-5-1-44 0,-2 5 156 16,-2 0-41-16,-3 2 201 15,-8 4 712-15,0 0 192 0,-4 9 708 0,0 1 401 0,0 9-301 16,0 3 24-16,0 0 148 0,0 3-60 16,-4 7-376-16,0 5 8 0,0 7 248 0,0 7-56 15,-4 6-112-15,4-1 80 16,4 8 160-16,-4-4-444 0,4 0-208 16,0 0-220-16,0-6-112 0,4-3-68 0,4-4-360 15,4-3-172 1,-4-6-248-16,8-3-856 0,-4-4-1280 15,4-9-3825-15</inkml:trace>
  <inkml:trace contextRef="#ctx0" brushRef="#br0" timeOffset="175.879">5031 1673 6020 0,'0'0'7025'0,"0"0"-5537"0,0 0-156 0,0 0 620 16,-7 79-352-16,7-57-488 0,-4 6-464 15,4-2-404-15,-4 0-244 0,4 3-68 16,0-4-368-16,4 0-504 0,3-2-532 16,6-5-1272-16,-5-8-2309 0,7 0-2787 0</inkml:trace>
  <inkml:trace contextRef="#ctx0" brushRef="#br0" timeOffset="616.005">5347 1032 8672 0,'0'0'1632'16,"0"0"1053"-16,39 79-1097 0,-18-41-316 0,2 13 180 16,5 0-384-16,0 6-232 15,0 4-176-15,0-4 24 0,4 3-244 0,-4-2-232 16,0-8-168-16,-4-3-40 16,-1-9-72-16,1-9 12 0,0-7-100 0,-4-6-376 0,3-13-296 15,-2-3-176-15,-1-5-304 0,-5-6-1388 16,6-17-3745-16</inkml:trace>
  <inkml:trace contextRef="#ctx0" brushRef="#br0" timeOffset="795.42">5849 1257 7052 0,'0'0'5385'0,"0"0"-4365"0,0 0-408 0,-81 80 1004 15,53-46 160-15,0 8-404 16,-3-1-440-16,-1 3-296 0,5-3-260 15,-1 4-156-15,4-8-196 0,3 2-24 0,2-4-436 16,3-3-188-16,4-7-172 0,3-3-216 16,6-2-588-16,3-5-836 0,0-8-1933 0,8-4-1655 15</inkml:trace>
  <inkml:trace contextRef="#ctx0" brushRef="#br0" timeOffset="970.03">6167 1533 10104 0,'0'0'2049'16,"0"0"-733"-16,0 0 256 0,0 0 476 15,4 83-344-15,-12-51-488 0,4-1-412 16,0-2-340-16,1 2-256 0,-1-1-208 0,4-5-92 16,0-3-372-16,0-3-368 0,0 0-232 15,0-3-568-15,4-6-2412 0,-1-5-3205 16</inkml:trace>
  <inkml:trace contextRef="#ctx0" brushRef="#br0" timeOffset="1401.885">6788 1588 11265 0,'0'0'2280'0,"0"0"-1252"0,0 0-536 16,0 0 212-16,101 21 28 0,-69-21-244 15,-1-2-180-15,5-11-308 0,4-4-208 0,-5-5-428 0,6-3-576 0,-9 3-1184 16,0-10-3421-16</inkml:trace>
  <inkml:trace contextRef="#ctx0" brushRef="#br0" timeOffset="1603.703">6960 1302 12017 0,'0'0'2448'16,"0"0"-1428"-16,0 0 88 0,0 0 220 0,12 72-144 16,-4-39-348-16,4-2-312 0,-4 7-316 15,4 0-208-15,0 0-24 0,-1 4-76 16,2-1-460-16,-5-3-432 0,8 0-192 16,3-10-752-16,-2-5-2936 0,15-11-3877 15</inkml:trace>
  <inkml:trace contextRef="#ctx0" brushRef="#br0" timeOffset="2604.194">8040 1396 6716 0,'0'0'872'15,"0"0"760"-15,0 0 1477 0,0 0-1477 16,0 0-620-16,0 0-4 0,0 0-132 0,-84-50-128 0,76 48-140 16,0-3-80-16,5 5-108 15,-6 0-4-15,-3 0 0 0,5 13-112 0,-14 4-132 16,6 10 0-16,-5 9-28 15,-1 11 16-15,6 1 24 16,-2 6-28-16,6 0-44 0,-1-4-112 16,7-8-52-16,2-7-32 0,3-13-72 15,3-6 32-15,10-7-156 0,2-2-72 0,2-7-88 16,7-3-176-16,-1-10-108 0,1-10-80 16,4-2-40-16,-4-3-24 0,1-1-112 0,-6-3 84 15,-3 4 208-15,-4 2 332 16,-5 5 356-16,2 2 28 15,-9 5 200-15,4 5-36 16,-4 7 580-16,0 2-24 0,0 0-144 0,0 5-152 0,0 8-88 0,0 2 24 16,0 8 24-16,4 5 8 0,0 1 24 15,0 3 296-15,3-1-200 0,2 1-512 0,3-7-28 16,-1 0-396-16,6-6-528 0,-1-2-52 16,3-4-492-16,-2-7-1140 0,2-3-3141 0</inkml:trace>
  <inkml:trace contextRef="#ctx0" brushRef="#br0" timeOffset="3357.741">8339 1774 10332 0,'0'0'2621'15,"0"0"-1421"-15,0 0-116 0,0 0 288 16,83 7-264-16,-63 0-244 0,0 1-188 0,-4 5-296 16,-7-1-120-16,2 5-92 0,-7 2-132 15,-4 4-36-15,0-1-156 16,0 3-76-16,-8-3 36 0,1 0 24 0,-6 1 24 0,1-8 48 15,5 4 28-15,-6-6 64 0,5-3 8 16,1-4 84-16,7-3-8 16,-5 0-76-16,5-3 0 0,0 4-124 0,5-1 124 0,2 0 192 15,1 0 28-15,5 1-84 0,6-4-100 0,1 0-36 16,0 0-84-16,7-4-52 16,1-9-256-16,4 1-324 0,0-4-324 15,5-3-564-15,-10 3-2488 0,10-10-3781 0</inkml:trace>
  <inkml:trace contextRef="#ctx0" brushRef="#br0" timeOffset="5656.327">8972 1216 52 0,'0'0'5340'15,"0"0"-4312"-15,0 0-404 0,0 0 2308 16,0 0-743-16,0 0-593 0,0 0-544 16,0 0-56-16,0 0-4 0,0 0-184 0,0 0-16 15,52 73-116-15,-40-42-60 16,8 4-92-16,0 6-108 0,-1 4-52 16,2 0-180-16,3 6 36 15,-5 0-120-15,1-1-100 0,1-5-12 16,-6-1-148-16,1-9-68 0,0-6 20 15,0-7-84-15,-4-9-172 0,4-4-384 0,-4-6-356 16,-1-3-552-16,2-6-768 16,-5 0-2353-16,-1-18-3859 0</inkml:trace>
  <inkml:trace contextRef="#ctx0" brushRef="#br0" timeOffset="5836.401">9363 1371 5916 0,'0'0'1896'16,"0"0"-1336"-16,0 0 2541 0,-56 73-1193 16,32-38-652-16,0 3-184 15,-4 3-180-15,0 3-308 0,-3 2-384 16,6-5-200-16,1 0-312 0,0-2-676 16,9-6-296-16,3-3-788 0,3-11-2201 0,9 0-3047 0</inkml:trace>
  <inkml:trace contextRef="#ctx0" brushRef="#br0" timeOffset="6061.313">9741 1638 5044 0,'0'0'5108'0,"0"0"-2511"16,0 0-877-16,0 0-324 0,0 0 8 0,0 0-312 15,0 0-256-15,0 0-284 16,0 0-296-16,0 0-132 0,16 76-52 0,-23-57-64 0,-2 6-8 0,1-2-76 0,4-4 68 0,0 0-56 31,4-3 16-31,0-3-24 0,0-4-40 0,12 1-20 16,1-4 44-16,10 1-84 0,1-4-148 15,8-3-184-15,-1 0-236 0,5-7-328 16,5-6-728-16,-13 4-2136 0,11-7-3065 16</inkml:trace>
  <inkml:trace contextRef="#ctx0" brushRef="#br0" timeOffset="6263.314">10251 1720 11645 0,'0'0'3856'0,"0"0"-3176"0,0 0 24 0,111-3 684 0,-70-6-416 15,-2-4-456-15,6-3-516 16,-6-3 0-16,1-6-428 0,-1-1-236 0,-2-2-548 15,-14 5-1196-15,9-11-3677 0</inkml:trace>
  <inkml:trace contextRef="#ctx0" brushRef="#br0" timeOffset="6442.695">10414 1374 7316 0,'0'0'2048'0,"0"0"533"0,0 0-525 0,-15 89-88 0,11-57-368 15,4 3-500-15,0 0-204 16,0 2-344-16,0-1-408 0,0 2-144 0,0-3-92 16,0-2-240-16,4-3-464 0,0-2-300 15,0-4-704-15,-1-6-2640 16,9-5-5029-16</inkml:trace>
  <inkml:trace contextRef="#ctx0" brushRef="#br0" timeOffset="6643.55">11542 1733 18517 0,'0'0'2400'0,"0"0"-2400"0,0 0-648 16,0 0 516-16,0 0 44 0,92-48-8 15,-64 36-408-15,8-4-912 0,7 0-1624 16,-11 3-2169-16,12-2-3111 0</inkml:trace>
  <inkml:trace contextRef="#ctx0" brushRef="#br0" timeOffset="6797.115">12120 1667 12137 0,'0'0'1544'16,"0"0"-1544"-16,0 0 0 0,96-16 52 0,-64 9 656 15,3 1 292-15,1 3 492 0,-4 0-856 16,4-1-636-16,-5 2-824 0,5-5-304 16,-12 4-796-16,8-4-4165 15</inkml:trace>
  <inkml:trace contextRef="#ctx0" brushRef="#br0" timeOffset="7530.693">14777 1305 836 0,'0'0'4928'16,"0"0"-3708"-16,0 0 3117 0,-80-10-2657 16,52 10-408-16,0 0-84 0,1 10 120 15,-1 2-364-15,0 8-116 0,-3 5 120 0,-5 13-288 16,-1 10-148-16,2 9-208 0,3 3-24 16,4 7 12-16,12-10-36 0,4-2-99 15,8-11-145-15,4-13-12 0,0-9-205 0,12-9-135 16,4-4 36-16,8-9-52 15,0 0-32-15,8-15-128 0,0-5-36 0,0-6 24 16,3-2 12-16,-3-7 120 0,0 1 36 0,0 2 160 16,-4-3 76-16,-4 4 40 0,-1 1 84 15,-6 5 4-15,-6 6 156 16,-6 10 40-16,-1 2 172 0,0 7-88 16,-1 0 96-16,-3 10-84 0,8 7 184 15,0 4 60-15,1 8-172 0,-2 5 36 0,5 1 92 16,0 4 40-16,-4-8-316 15,4 1-220-15,4-3-96 0,0-10-452 16,0-4-368-16,8-5-24 0,-1-7-232 0,1-3-948 16,-7 0-2432-16,2-15-4737 0</inkml:trace>
  <inkml:trace contextRef="#ctx0" brushRef="#br0" timeOffset="7799.408">15148 1695 2600 0,'0'0'8216'15,"0"0"-5867"-15,0 0-385 16,-4 82 192-16,0-57-288 0,-1-6-608 16,5 1-700-16,-3-7-560 0,3-4-48 15,0-5-368-15,8-1-48 0,4-3 112 0,3-7-32 16,2-5 4-16,3-4-76 0,3-6-48 0,-3 0-44 16,1 0 152-16,-6-1 96 0,5 4 64 0,-4 3 48 31,0 3 140-31,0 4 48 0,-4 5 236 15,0 4 76-15,-5 0 36 0,2 7 24 16,-1 9-60-16,3-4-80 0,-6 7-68 0,3 0 20 16,4 0 24-16,-5 0-196 15,6 1-12-15,-2-1-356 0,6-3-1156 0,-6-4-3056 0,6-2-5413 16</inkml:trace>
  <inkml:trace contextRef="#ctx0" brushRef="#br0" timeOffset="8263.305">15833 1232 7824 0,'0'0'4269'16,"0"0"-2025"0,0 0-616-16,64 82-276 0,-36-41-204 0,0 11-88 15,0 4-84-15,-8 1-172 16,3-3-255-16,-7 0-293 0,4-3-220 15,-4-10-36-15,4-5-208 0,-4-11-425 0,8-10-219 16,4-9-140-16,0-6-436 0,-4-6-1496 16,16-19-3297-16</inkml:trace>
  <inkml:trace contextRef="#ctx0" brushRef="#br0" timeOffset="8458.92">16315 1337 12257 0,'0'0'2596'15,"0"0"-1516"-15,-83 89-264 0,47-42 624 16,-4 4-84-16,4 6-160 0,0-6-392 0,8 0-427 16,0-7-377-16,9-2-233 0,2-4-203 15,6-7-260-15,7-6-256 0,4-5-452 32,0-5-1000-32,8-5-1868 0,8-10-1249 0</inkml:trace>
  <inkml:trace contextRef="#ctx0" brushRef="#br0" timeOffset="8691.453">16486 1683 6624 0,'0'0'4433'0,"0"0"-3161"0,0 0-188 0,0 0 516 16,0 0-116-16,0 0-192 0,0 0-276 31,0 0-452-31,0 0-344 0,0 0-164 0,60 61-56 16,-60-61-96-16,4 0-200 15,5 0-96-15,-2-5 256 0,5-4 36 0,4-1 40 0,0-2 0 0,0 2-16 16,3 1-76-16,-2-1 152 0,-1 7 88 15,0 3 120-15,0 0 88 0,-4 3 24 16,3 7-64-16,2 3-8 0,-6-1-92 16,2 7-28-16,-2-3-128 0,2 4-8 0,-2-5-384 15,-3 3-480-15,0-1-700 0,0-4-1308 16,-4 6-4149 0</inkml:trace>
  <inkml:trace contextRef="#ctx0" brushRef="#br0" timeOffset="10374.865">18527 1221 1056 0,'0'0'8020'16,"0"0"-6159"-16,0 0-821 0,0 0 152 16,0 0 192-16,0 0-440 0,0 0-252 15,0 0-112-15,-97-31-132 0,78 31 8 16,-5 4 16-16,-4 4 60 0,-8 11-80 15,5 4-92-15,-9 6-32 0,-1 6 52 0,6 9 96 16,-1 4-12-16,4 3-236 0,4 3-92 16,8-4-76-16,5-3-56 0,3-5 0 15,7-7 44-15,5-6-36 0,0-10-12 0,9 0-24 0,2-9-156 16,6-1-52-16,2-5-24 0,5-4-24 16,0 0 24-16,4 0-112 15,-8-7-84-15,4-3-188 0,-8-3-356 0,0 1-724 16,0-4-796-16,-8 7-533 0,-4-8-1975 0</inkml:trace>
  <inkml:trace contextRef="#ctx0" brushRef="#br0" timeOffset="10517.305">18076 1581 6384 0,'0'0'3256'16,"0"0"-1243"-16,0 0-681 0,0 0-36 16,0 0-284-16,0 0-232 0,0 0-152 0,0 0 232 15,0 0-464-15,112-4-164 16,-64-4-96-16,4-6-136 0,4-2-180 15,-1-3-192-15,1-3-396 0,0-3-448 0,-17 9-1200 16,21-15-3421-16</inkml:trace>
  <inkml:trace contextRef="#ctx0" brushRef="#br0" timeOffset="10767.233">19100 1007 11297 0,'0'0'2404'16,"0"0"-972"-16,0 0 128 0,17 95 236 15,-14-48-52-15,5 0-500 0,-4 11-259 0,0-1-237 0,-4 3-240 16,0 4-144-16,0-7-148 16,0 3-156-16,-4-5-60 15,4-5-96-15,0-5-24 0,0-8-184 0,8-5-192 16,4-7-252-16,8-5-53 0,0-4-199 15,4-7-808-15,4-6-760 0,-4-3-324 16,-5-6-1749-16,9-16-2055 0</inkml:trace>
  <inkml:trace contextRef="#ctx0" brushRef="#br0" timeOffset="11020.661">19690 1251 12417 0,'0'0'2012'15,"0"0"-1128"-15,0 0-416 16,0 0 212-16,0 0 264 0,-96-16 84 0,60 25-140 15,-3 8-352-15,-2 5-216 0,-2 0-4 16,-1 6-96-16,0-3-84 16,5 5-92-16,3-5-44 0,8 0-124 15,0 0-96-15,8-2-84 0,4 2 24 16,8-6 36-16,4 0 48 0,4 1-12 0,4-1 56 16,12-5 152-16,0 5 172 0,11 1 24 15,10-4-24-15,6 3-28 0,1-3-68 16,12 0-72-16,0-4-4 0,7 1-76 15,1-2-56-15,4-3-668 0,4 2-608 0,-16-3-444 0,27 1-3417 16</inkml:trace>
  <inkml:trace contextRef="#ctx0" brushRef="#br0" timeOffset="11168.292">20945 2007 17485 0,'0'0'3752'15,"0"0"-2355"-15,0 0-237 0,0 0-400 16,0 0-640-16,0 0-120 0,-88 6-420 16,64-6-364-16,-8 0-296 0,5 0-961 0,-1 0-3511 15,-16 0-8257-15</inkml:trace>
  <inkml:trace contextRef="#ctx0" brushRef="#br0" timeOffset="13271.111">3446 1470 6644 0,'0'0'208'0,"0"0"4129"0,0 0-3041 16,0 0-120-16,0 0 80 0,0 0-140 0,0 0-148 15,0 0-324-15,84 32-272 0,-61-26-200 16,1-3-92-16,-3 3-80 15,3-3-8-15,-1-3-140 0,-3 0-436 0,0 0-360 16,-4 0-124-16,0-3-336 0,-8 0-636 16,-4 3-1837-16,-4 0-2351 0</inkml:trace>
  <inkml:trace contextRef="#ctx0" brushRef="#br0" timeOffset="13424.027">3326 1762 7524 0,'0'0'1880'0,"0"0"-808"0,0 0 25 0,0 0 95 0,0 0-160 0,0 0-348 0,0 0-384 32,0 0-300-32,0 0-128 0,92 12-316 15,-68-17-456-15,0-2-880 0,-4 1-2497 0,0-1-2974 0</inkml:trace>
  <inkml:trace contextRef="#ctx0" brushRef="#br0" timeOffset="14187.844">2338 860 7928 0,'0'0'1908'0,"0"0"-1124"0,0 0 1785 0,0 0-653 16,0 0-544-16,0 0-464 0,0 0 20 0,0 0-64 15,0 0-216-15,68 95-84 0,-48-56 20 16,-4 5-156-16,0 7-88 0,-4 6-87 16,0 6-33-16,-4 1-76 0,0 9-60 31,-8 0-20-31,0 3-64 0,-8 3-88 0,0 1-8 16,-8-4-12-16,0-4-48 0,0-4-4 15,-1-11-9-15,6-10 69 16,-1-5 28-16,4-14-36 0,4-12 8 0,0-6-128 0,4-4-52 15,0-6-40-15,0 0-20 0,0-3-4 16,0-10 148-16,0-3-60 16,0-12-40-16,4-11 52 15,0-5 132-15,4-9-24 0,0-8-84 0,0 0-16 16,4 1 0-16,4 3 100 0,0 10-36 0,3 5 96 0,6 7 4 16,-5 10 72-16,4 6 148 0,-1 7 24 15,1 5-8-15,0 4 44 0,0 3 52 16,-4 0-64-16,-4 10-12 0,0-1 16 0,-8 0-92 15,0 7-20-15,-4 3-4 0,-4 0-40 0,-4 6-44 16,-4 5-144-16,-8-5-92 0,4 3-168 16,-4-6 44-16,0-6 88 0,4 0 76 15,-4-6 8-15,4-1 76 0,4-6 24 0,1 0 16 16,-1 1 36-16,3-4 36 16,1 0 84-16,4 0 28 0,0 0-108 15,0 0 172-15,4 0-40 16,1 3-24-16,3 0-40 0,-1 6 76 15,1 4 12-15,8 4-24 0,0 5-36 16,4 3 272-16,4 3-140 0,0 1-140 16,-1-4-92-16,5 4-48 0,4 0-100 15,0-8-332-15,0 4-424 0,5-6-868 16,-10-2-1436-16,9 2-3341 0</inkml:trace>
  <inkml:trace contextRef="#ctx0" brushRef="#br0" timeOffset="18133.182">1860 4098 1212 0,'0'0'1892'0,"0"0"-472"0,0 0 1612 0,-27-72-1436 16,14 53-188-16,-7 0-43 0,5 2-149 16,-6 5-96-16,2-1-32 0,3 7-180 0,-5 0-372 15,6 6-176-15,-5 0 88 31,4 0-188-31,-8 6-252 0,4 10-8 16,0 6-72-16,0 10 68 0,5 6 8 0,2 12 92 16,-2 8 28-16,6 9 24 0,5-1 24 0,0 6 52 15,4-4-4-15,4-8-8 16,9-7 32-16,2-11-36 0,5-7-72 0,-4-9 36 16,8-7-76-16,-4-6-44 0,4-6-52 15,0-5-96-15,4-2 48 0,0 0-64 0,0-13-20 16,3-9-212-16,5-3-236 0,0-10-284 15,4-7-368-15,0-2-1292 0,-12 6-2541 0,11-22-3535 0</inkml:trace>
  <inkml:trace contextRef="#ctx0" brushRef="#br0" timeOffset="18379.88">2215 3540 8452 0,'0'0'236'0,"0"0"1932"0,0 0-1227 16,0 0-121-16,0 0 788 0,0 0-56 0,0 0-236 16,11 98-336-16,-7-47-168 0,1 9 0 15,3 10-216-15,-4 9-216 16,0 7-160-16,-1 3-76 0,1 0-144 0,-4-3-124 0,4-6 0 16,1-7-56-16,-1-14-4 0,4-5 36 0,-1-9-120 15,6-13-208-15,2-4-236 16,2-9-116-16,2-6-416 0,5-7-844 15,-4-3-1909-15,12-9-2047 0</inkml:trace>
  <inkml:trace contextRef="#ctx0" brushRef="#br0" timeOffset="18751.781">2836 4324 5032 0,'0'0'6493'0,"0"0"-4829"15,0 0-1168-15,0 0-64 0,0 0 516 16,0 0 512-16,0 0-328 0,0 0-340 0,-79-54-236 0,74 54-52 16,1 3-112-16,1 10-200 15,-5 6-128-15,0 10 44 0,-1-2 124 0,-2 8 0 16,7 1 160-16,-4-4 164 0,0-7-311 16,4-3-149-16,4-5-92 0,0-9 0 15,0-2-8-15,0-6-76 0,0 0-113 16,4 0-123-16,-1 0-76 0,6-6 40 0,3-2 216 0,-1-6 16 15,6-2-40-15,-1 2-192 0,0-3-4 16,0 4 60-16,-4 7 100 0,-1 3 72 16,2 3 124-16,-6 3 248 0,1 6 168 15,-4 4-12-15,5 1-84 0,-6 0 20 0,-3 2 0 16,4-2-84-16,0-6-60 0,-4 3-196 31,4-2-80-31,0-6-212 0,0-3-356 0,4 0-60 16,0-3-152-16,8-6-352 0,-4-7-1392 15,0 2-2817-15,8-14-3979 0</inkml:trace>
  <inkml:trace contextRef="#ctx0" brushRef="#br0" timeOffset="18902.583">3267 4309 756 0,'0'0'9760'0,"0"0"-5643"0,0 0-3637 15,7 73-240-15,-11-52 916 0,-3-1 680 0,3-5-764 16,-4 1-900-16,3-6-172 0,1-4-440 15,1-6-200-15,-1 0-164 0,-4 0-540 16,4 0-2500-16,-5-13-4425 0</inkml:trace>
  <inkml:trace contextRef="#ctx0" brushRef="#br0" timeOffset="19042.118">3278 4140 4304 0,'0'0'10137'0,"0"0"-8849"0,0 0-796 0,0 0 320 0,0 0-140 15,84-16-520-15,-68 13-152 16,4-4-124-16,0 5-260 0,4-1-904 16,0 3-860-16,-4 0-2333 0,0 5-1647 0</inkml:trace>
  <inkml:trace contextRef="#ctx0" brushRef="#br0" timeOffset="19349.194">3570 4346 272 0,'0'0'9220'0,"0"0"-3811"0,-28 77-4641 0,11-49-540 0,6-2 652 0,-1-7 720 16,8-4-396-16,-1-5-532 0,5-7-292 0,0-3-124 15,0 0-256-15,9-3-24 16,6-7-232-16,2-3 72 0,7 1-72 16,-1-4-124-16,1 3-124 0,-7 4 64 0,-2 6 68 15,1 3 100-15,-8 0 64 0,0 3 208 16,-4 3 148-16,4 4 212 0,-4-1 44 16,-4 2-84-16,4-3-136 15,0-2-96-15,4-2 8 16,-1-4-96-16,6 0-96 0,-1 0-176 0,4-6 0 15,3-4-32-15,5-3-104 0,4 4 144 16,0-1 256-16,0 4-132 0,-4 6 140 16,0 0 284-16,-8 3 60 0,4 6 64 0,0 8-64 15,-4-2-36-15,-1 7 252 16,2-2-204-16,-6-1-356 0,-3-4-500 0,-3 5-4 16,-1-1-444-16,0 3-436 15,-4 3 672-15,0-2-1700 0,-4-4-5217 0</inkml:trace>
  <inkml:trace contextRef="#ctx0" brushRef="#br0" timeOffset="19703.112">1283 5242 1408 0,'0'0'11277'0,"0"0"-9077"0,0 0-916 0,0 0 276 16,0 0-572-16,0 0-544 0,0 0-336 16,0 0 116-16,0 0 312 0,115 9 64 15,-52-9 116-15,10 3-240 0,2 0-255 0,9 1-65 16,8-1 0-16,7 0-56 16,9-3-52-16,3 0-36 0,12 0 96 0,10 0-60 15,-2 0-40-15,13 3 52 0,-5-3 72 16,4 3-68-16,0-3-52 0,-3 4-12 0,-1-4 48 15,-3 0-44-15,-12-4-4 0,-9-2-12 16,-11-4-304-16,-9-2-204 0,-15-1-53 16,-8 1-11-16,-13-1-60 0,-11 3-68 15,-12 1-96-15,-9 6-280 0,-10-1-472 0,-13 4-636 16,-1 0-680-16,-10 0-2041 0</inkml:trace>
  <inkml:trace contextRef="#ctx0" brushRef="#br0" timeOffset="29234.762">6423 4368 784 0,'0'0'1096'16,"0"0"6176"-16,0 0-5540 0,0 0-279 16,7-66 471-16,-7 53-196 0,0 3-240 0,-3 1-140 15,-6-1-184-15,-3 1-224 0,1 3-188 16,-6-1-95-16,6 1-85 0,-6 6-248 16,2 0-140-16,-2 3 8 0,2 7-192 0,-1 9-72 15,0 6-24-15,-4 14 32 0,3 4 0 16,6 9 56-16,-5 9 8 0,4 2-96 15,-3-3 24 1,11-7 60-16,-1-8-32 0,5-10 44 16,0-14 60-1,12-7-60-15,0-8 4 0,8-6-4 0,-1 0 72 0,9-15-72 0,0-11-120 16,4-5-136-16,0-8-92 0,0-2-64 16,0-6-5-16,-4-4 77 0,4-1-132 15,-4-4-80-15,0 1-204 0,-4-8-32 16,0 0-176-16,-9-11-204 0,6-2-404 15,-10-6-840-15,-2 0 1140 0,-1-1 459 16,-5 9-311-16,-3 8 1124 16,0 12 208-16,0 13 440 0,-3 6-32 0,-1 6 93 15,4 6 35-15,0 5 24 0,0 2 48 0,0 6-8 0,0 1 64 16,4 6-104-16,-1 0-156 0,-3 3-152 16,4 0-88-16,-4 3-28 0,4 6 336 15,0 1-28-15,5 2-116 0,-5 7 64 0,3 4-40 0,1 5-136 16,0 7-95-16,-3 3-61 0,-2 10-24 15,-3 5-64-15,0 15-60 0,-8 6 52 16,-4 5-88-16,-3 9-72 0,-2 1-12 16,-3 0 0-16,1-4 0 0,2-3-132 0,2-8 8 15,2-8 4-15,6-5-24 0,-1-13-172 16,4-7 36-16,0-10-73 0,4-8-59 16,4-10-124-16,4-5-224 0,3-3-320 15,2-5-724 1,-2 0-1968-16,6-10-2509 0</inkml:trace>
  <inkml:trace contextRef="#ctx0" brushRef="#br0" timeOffset="29419.696">7044 4416 6156 0,'0'0'2948'15,"0"0"-211"-15,0 0-1201 0,0 0 36 16,0 0 176-16,4 73-196 0,-8-48-704 15,0 8-356-15,-5-2-368 0,6 4-124 0,-1-3-76 16,0 2-108-16,4-2-308 0,0-3-592 16,8-8-776-16,12-4-1268 0,-9-11-2289 31,21-9-1483-31</inkml:trace>
  <inkml:trace contextRef="#ctx0" brushRef="#br0" timeOffset="29784.253">7988 3438 808 0,'0'0'8580'0,"0"0"-3315"0,0 0-3917 16,0 0-156-16,0 0 412 0,0 0-460 0,0 0-120 15,0 0-172-15,-4 96-111 0,0-48-269 16,4 8-12-16,0 11 156 0,-4 5-196 16,4 15-180-16,-8 5-116 0,5 3-64 15,-2 7-60-15,1-1 0 0,-4 4-4 16,4 0-68-16,0-1-172 0,1-2 28 0,-1 0-48 16,-1-7 156-16,1-3-28 15,-4-9-32-15,8-11-12 0,-4-11 72 16,1-13-136-16,3-17 100 15,0-8-292-15,0-11-244 0,3-9-669 0,5-3-651 16,0-3-256-16,1-13-388 0,-6 4-1217 16,9-20-2711-16</inkml:trace>
  <inkml:trace contextRef="#ctx0" brushRef="#br0" timeOffset="30346.123">9123 4149 272 0,'0'0'10817'15,"0"0"-8865"1,0 0-708-16,0 0 172 0,-79-51-164 0,63 42-320 16,-3 9 156-16,6 0-120 0,-7 13-176 0,0 13-144 0,0 8-272 0,1 14-35 15,-1 2 107-15,-1 11 48 0,6 0-268 0,-2 2 40 16,10-6 32-16,3-3 4 15,4-13-304-15,0-6 0 0,11-13-108 0,10-9-4 16,3-7 52-16,4-6-144 0,4-6-88 16,0-7-44-16,-1-9-76 0,1 0-36 15,0-6 47-15,-4-5-75 0,0 5 76 32,-5-4 56-32,-3 0 64 0,5-2 48 0,-6 2 84 15,-3-3 40-15,0 7 36 0,-8-2 72 16,4 16 84-16,-8 0 100 0,0 11 24 0,-4 3 108 15,0 6-24-15,4 10 52 0,0 6-152 16,-4 9 52-16,4 5-24 16,-4 2 169-16,4 3 11 0,-4 0 12 15,4 1-112-15,-4-4-192 16,4 0-108-16,0-6-60 0,-1-3-192 0,6-4-184 16,-1-3-120-16,3-6-29 0,2-3-243 0,-5-5-1108 0,-1-1-2320 15,10-7-3361-15</inkml:trace>
  <inkml:trace contextRef="#ctx0" brushRef="#br0" timeOffset="30553.49">9753 4509 12273 0,'0'0'3224'0,"0"0"-1880"15,0 0-28-15,0 73 272 16,0-45-196-16,0 7-203 0,0 4-473 0,0 1-416 15,-3-3-264-15,3 3-36 0,0-3-72 16,0-2-120-16,0-3-292 0,-5-3-96 16,1-2-165-16,4-7-399 0,0-4-812 0,-4-6-1004 15,4-10-2849-15,0 0-3411 0,-8-4 9005 0</inkml:trace>
  <inkml:trace contextRef="#ctx0" brushRef="#br0" timeOffset="34664.011">11745 4873 380 0,'0'0'11725'0,"0"0"-9621"0,0 0-1648 0,0 0 52 15,0 0 520-15,0 0-236 0,5 88-372 16,-5-58-196-16,0 2-220 15,0-4-4-15,0 5 0 0,-5-6-72 0,5-4-192 0,0-7-468 16,0-7-604-16,5-9-1076 0,2 0-2297 0,1-9-1063 16,9-17 3429-16</inkml:trace>
  <inkml:trace contextRef="#ctx0" brushRef="#br0" timeOffset="35080.552">12662 4460 5260 0,'0'0'7873'0,"0"0"-6245"0,0 0-772 0,0 0 0 16,0 0 116-16,0 0-256 0,0 0-332 15,0 0-124-15,0 0-88 0,0 0-124 0,0 0-48 16,83 19-40-16,-67-6-220 0,-4 6 148 15,-4 6 112-15,0 5 216 16,-8 5 52-16,0 2-120 0,-8 4-140 0,-3-3 80 16,-6 6-88-16,-3-4-12 0,4-6-76 15,5-8-48-15,-2-8-24 0,9-8-296 16,1-10-260-16,3-5-516 0,0-15-1568 0,3 1-2605 16,18-29-2930-16</inkml:trace>
  <inkml:trace contextRef="#ctx0" brushRef="#br0" timeOffset="35249.842">12829 4114 5032 0,'0'0'4684'0,"0"0"-1479"0,0 0-985 0,0 0-524 0,0 0-168 16,0 0-728-16,0 0-448 0,100-5-352 0,-72 1-356 31,4 4-284-31,-1 0-612 0,1 9-728 0,-8-2-2232 0,3 6-3513 15</inkml:trace>
  <inkml:trace contextRef="#ctx0" brushRef="#br0" timeOffset="35422.201">13228 4597 11417 0,'0'0'2100'0,"0"0"-276"0,0 0 280 16,0 0-708-16,87 6-440 0,-52-6-404 0,6-6-320 15,2-3-232-15,-2-1-172 0,-2 0-256 16,1 1-260-16,-4-1-260 16,-1 3-76-16,-3-1-368 0,-11 2-1812 0,-1-5-4193 0</inkml:trace>
  <inkml:trace contextRef="#ctx0" brushRef="#br0" timeOffset="35737.688">13458 4079 3812 0,'0'0'1264'0,"0"0"3496"0,0 0-2867 0,-52 89-153 0,37-47-408 0,2 5-224 16,6 10 56-16,3 7-256 0,0 3-68 0,0 5-228 16,0 8-220-16,4 7-36 15,-8-3-196-15,0 9-52 0,-4-1-108 0,0-3-12 16,0 0-84-16,-4-7 20 0,8 1 76 15,0-4 4-15,1-3 8 16,-2-10 28-16,5-5-40 0,-4-13-16 0,4-10-68 16,4-10 24-16,-3-5 56 0,-1-4-168 15,0-6-96-15,-1-4 20 0,-3-6-20 16,1-3 20-16,-10-6 40 0,-2-7 12 16,-5-12-40-1,-4-4-96-15,0-9-228 0,-4-10-928 0,4-5-1052 16,-4-8-2921-16,12 13-1603 0,-12-22 6804 15</inkml:trace>
  <inkml:trace contextRef="#ctx0" brushRef="#br0" timeOffset="36277.513">14690 4549 7928 0,'0'0'4997'15,"0"0"-3369"-15,0 0-204 0,0 0-36 16,0 0 220-16,0 0-92 0,87 83-372 16,-75-51-171-16,-8 2-501 0,0 2-280 0,-4 2-144 15,0-3-48-15,-4-4-60 0,0-2-60 16,0-7-36-16,0-6 20 0,4-7-212 15,0-2 68-15,0-7 112 0,0 0 44 0,4-10 116 0,4-9-161 0,8-3 69 16,-4-6-68-16,8-4-16 16,0-3 40-16,-4 7-32 0,0 2 168 0,0 7 16 15,-5 6 44-15,6 8 120 0,-6 5 72 16,-2 2 132-16,-1 8-59 0,-4 5-53 16,-4 5-56-16,0 2-88 0,0 0 12 31,0 0 64-31,0 1 20 0,0-8-192 0,0 1-24 0,0-6-204 15,3-4-88-15,1-6-312 16,5 0-333-16,6 0-783 0,-3-6-2004 0,4-4-1889 16,5-12-3995-16</inkml:trace>
  <inkml:trace contextRef="#ctx0" brushRef="#br0" timeOffset="36566.707">15232 4689 9772 0,'0'0'6957'0,"0"0"-5689"0,0 0-440 0,-5 77 312 0,5-59-92 0,0-1 145 15,9-8-513-15,2-3-432 0,10-2-248 16,10-4-84-16,1-7 72 0,8-5-208 16,4-8-216-16,-4-5-169 0,-4-3-51 0,-5 2-112 15,-3 1-16 1,-7 2 256-16,-10 1 120 0,-3 6 100 16,-8 1 308-16,-8 5 336 0,-3 1 168 15,-14 2-148-15,-3 7-100 0,-3 0-96 16,-1 3-52-16,-4 10 64 0,4 9 60 0,0 0 12 15,1 7 12-15,6-1-48 16,5-6-52-16,5 0-156 0,6-9-264 0,9-3-344 16,0-10-248-16,16-3 56 0,12-13 196 0,8-10-200 15,11-9-860-15,6-6-2460 0,-14 6-2609 16</inkml:trace>
  <inkml:trace contextRef="#ctx0" brushRef="#br0" timeOffset="36808.232">16144 3984 980 0,'0'0'11925'16,"0"0"-10273"-16,0 0-1060 0,-12 86 276 0,0-44 484 16,4 5 120-16,0 4-296 15,0 3-396-15,0 3-400 0,4 6-136 16,4-2-112-16,0 5-128 0,12-5 192 0,0-7 41 16,8-7-237-16,0-9-120 0,8-7 71 15,0-5-23-15,-4-6-160 0,4-7 36 16,-13-4 100-16,-2-6-416 0,-6 0-196 15,-7-3-4-15,0 0 64 0,-16-6-84 16,-7-3-520-16,-9-1-284 0,-5-6-392 0,-6 0-84 16,-1-7-445-16,-4-2-2019 0,-4-7 225 15,13 7 4251-15,-29-19 0 0</inkml:trace>
  <inkml:trace contextRef="#ctx0" brushRef="#br0" timeOffset="36935.575">15562 4464 3904 0,'0'0'884'15,"0"0"4776"-15,0 0-3883 0,0 0-333 16,0 0-64-16,100 3-68 0,-45-3-80 0,14-7-208 15,6-2-212-15,9-7-308 16,-1-3-272-16,1-1-232 0,-4 6-64 16,-9-2-348-16,-7 3-472 0,-4 2-368 0,-8 3-1052 15,-16 2-2989-15,7 2-4135 16</inkml:trace>
  <inkml:trace contextRef="#ctx0" brushRef="#br0" timeOffset="37772.262">19089 4457 3748 0,'0'0'872'16,"0"0"4760"-16,0 0-4123 0,-45-69-37 15,30 47-380-15,-2 2 196 0,2 5 40 16,-2-2-332-16,6 5-268 0,-1 2-188 0,0 4-76 16,4 4-72-16,-5 2-172 0,2 2-220 0,-5 14 8 15,-4 10-8-15,-4 7 136 0,0 16 60 16,-4 1-64-16,5 7 28 16,-1-2-40-16,7-4-32 0,6-10-88 0,7-7-268 0,4-4-40 15,4-16 116-15,7-3 68 16,13-8-12-16,4-3-44 0,4-9 20 15,4-4 24 1,-4-10-96-16,3 1 36 0,-2-7-160 0,-1 1 156 16,-5-1 104-16,1-2 84 0,-4 6-64 15,-3-1 72-15,-6 7-80 0,-6 6 84 16,-2 3-4-16,-3 8 52 16,0 2-12-16,0 7 348 0,0 7 144 0,0 5-76 15,4 6-172-15,-4 5 4 0,0 1-4 0,0 1 48 16,0-3-144-16,0-1-184 0,0-3-52 0,4-2-48 15,0-4-108-15,0-3-352 0,0 0-248 0,4-4-176 16,-4 1-812-16,-1-6-2132 0,2-4-2941 16</inkml:trace>
  <inkml:trace contextRef="#ctx0" brushRef="#br0" timeOffset="37978.018">19439 4756 1564 0,'0'0'9961'16,"0"0"-8769"-16,4 86-376 15,-4-55 312 1,0 10 220-16,0-6-508 0,3 1-456 0,-3-5-384 16,0-2-224-16,0-4-564 0,5-3-344 15,-1-3-644-15,0-2-2277 0,-4-9-3143 16,4-8 6912-16</inkml:trace>
  <inkml:trace contextRef="#ctx0" brushRef="#br0" timeOffset="38494.292">19813 4378 2632 0,'0'0'9313'0,"0"0"-7285"0,0 0-500 0,0 0-284 15,0 0 208-15,84-3-156 16,-48-1-260-16,-1 1-292 0,6-4-208 0,2 5-231 16,6-4-173-16,-2-1-132 15,1 3-232-15,-1-2-385 0,2 4-151 16,-2-1-200-16,-6 3-632 0,-13 0-2584 0,-1 0-2661 15</inkml:trace>
  <inkml:trace contextRef="#ctx0" brushRef="#br0" timeOffset="38653.303">20077 4524 2964 0,'0'0'8801'16,"0"0"-7141"-16,0 0-844 0,0 0 32 0,0 0 168 15,0 0-348-15,0 0 40 0,0 0-348 16,0 0-212-16,0 0-148 0,110 44-108 0,-57-44-312 15,3 0-464 1,0 0-260-16,-13-7-1164 0,13 2-3837 16</inkml:trace>
  <inkml:trace contextRef="#ctx0" brushRef="#br0" timeOffset="39422.93">21304 4331 2868 0,'0'0'992'16,"0"0"4952"-16,0 0-4047 0,0 0-349 16,0 0 24-16,24-67-8 0,-24 54-396 0,0 7-164 0,0-1-144 15,-5 4-176-15,-3 0-204 0,1 3-92 0,-1 0 0 16,-5 0-312-16,-2 6-76 0,-5 10-44 15,-4 9 44 1,-1 10 120-16,-1 7 60 0,1 5 77 16,-3 1 143-16,8-1-120 15,1-3-184-15,6-8-96 0,6-7-4 0,3-10-4 0,4-7-52 16,0-5 52-16,0-4-4 16,11-3-132-16,2-3 56 0,6-7-8 15,5-6-36-15,4-6-136 0,4-3-25 0,-4-7-47 16,4-3 0-16,0-3 72 0,0 0-72 15,-1-3 20-15,1-5-12 0,0-1-84 0,-4 0-224 16,0-5-100-16,-8-4-140 0,0 0-124 16,-4-2 48-16,-4-3 20 0,-5 5-56 15,2 1 120-15,-9 11 424 0,4 9 448 16,-4 9 140-16,0 14 976 0,0 5 116 0,0 7-332 16,0 0-212-16,0 0-92 0,-4 10-160 0,-1 6 12 15,-3 10-4-15,1 8 28 0,-1 7 68 16,-5 7 4-16,2 3-228 0,-1 3-264 15,0 3-52-15,4-3-4 0,-3 3-72 0,2-3-96 16,1 0-48-16,0-4-100 31,1-2-260-31,2-6-172 0,1-4-156 0,0-4-576 16,4-4-1044-16,0-11-2625 0</inkml:trace>
  <inkml:trace contextRef="#ctx0" brushRef="#br0" timeOffset="39604.585">21725 4517 10216 0,'0'0'2981'0,"0"0"-2257"0,0 0-252 0,0 74 384 15,0-46 316-15,0 1-412 0,5-4-436 16,-1 4-324-16,0-3-132 0,4-1-352 16,-4-6-548-16,3 3-872 0,2-3-2549 0,-5-6-3359 15,0-4 6820-15</inkml:trace>
  <inkml:trace contextRef="#ctx0" brushRef="#br0" timeOffset="40523.432">22296 4277 2720 0,'0'0'564'0,"0"0"1716"0,0 0 940 0,0 0-1500 15,0 0-443-15,15-74 55 0,-15 65-188 16,-4-1-272-16,0 4-16 0,-3 3-28 0,-1-1-316 16,-1 4 132-16,-2 0-288 0,-1 7-196 15,-8 6-72 1,0 12 36-16,0 7 108 0,-4 9 336 0,0 6 200 15,-4 8-340-15,4-1-184 0,1-3-244 16,3-5-40-16,-1 0-108 0,6-8 4 16,2-10 20-16,6-9 40 0,7-8 24 0,0-9-76 15,7-2-84-15,10-2 196 16,3-9-36-16,3-2 60 0,1-9-172 16,4-3-76-16,4-4-156 0,-4-2 108 0,4-5 52 0,-4 5-92 15,4-1 92-15,-8 4 8 0,0 3 60 16,-9 6 176-16,-2 3 76 0,-5 9 36 0,-8 4 36 31,0 3 224-31,0 3-64 0,0 9-88 16,0 5 152-16,0 8-116 15,-4 4-132-15,4 8-40 0,0 5 76 0,0 3-36 16,0 8 32-16,0 1-44 0,0 9-68 0,0 4-44 16,0 3-48-16,-4 0-28 0,-5 3-80 0,2-3 32 0,-1-6-12 15,-5-1-72-15,6-9-172 0,-1-4-48 16,0-6-32-16,3-2 28 0,1-10 48 15,4-3 12-15,0-9-240 0,0-6-536 0,0-7-356 16,0-7-632-16,9 0-1773 16,-9-2-999-16</inkml:trace>
  <inkml:trace contextRef="#ctx0" brushRef="#br0" timeOffset="40823.287">22769 4801 5532 0,'0'0'8893'0,"0"0"-7757"0,0 0-972 0,0 0-160 32,-11 88 308-32,7-60 32 0,0 4-44 0,0 0-300 0,4-3-104 0,-4-1-260 31,4-2-416-31,0-4-524 0,-4-3-1084 0,4-3-2593 16,0-6-775-16,4-5 5628 0</inkml:trace>
  <inkml:trace contextRef="#ctx0" brushRef="#br0" timeOffset="41178.692">23128 4311 6432 0,'0'0'5093'0,"0"0"-3325"0,0 0-980 15,0 0-168-15,0 0 932 0,0 0 76 0,0 0-200 16,104 45-436-16,-64-40-356 15,4-5-200-15,-1 0-108 0,9-2-83 16,-4-4-221-16,4-5-24 0,-4 0-72 0,0-3-365 0,-5-1-491 0,-3-1-256 31,-8 0-444-31,-8 3-2392 0,-4-2-2825 0</inkml:trace>
  <inkml:trace contextRef="#ctx0" brushRef="#br0" timeOffset="41370.901">23419 4112 4124 0,'0'0'7313'16,"0"0"-6181"-16,0 0-444 0,0 0 596 0,0 0-124 15,5 95-156-15,-1-57-244 0,-1 9-104 16,-3 3-188-16,0 4-148 0,0 1-136 0,-3 3-184 16,-1-1-60-16,-5-7-188 0,1 1-492 15,4-7-400-15,4-2-656 0,0-7-1308 31,0-7-3201-31,4-9 606 0</inkml:trace>
  <inkml:trace contextRef="#ctx0" brushRef="#br0" timeOffset="41740.11">24081 4079 8352 0,'0'0'6577'0,"0"0"-5997"0,0 0-356 0,7 70 384 16,-7-35 436-16,4 4 232 16,0 2-492-16,5 4-452 0,-1 2-284 0,-5-2 12 15,1-1-60-15,-4 3-48 16,0-3-24-16,-7-2-16 0,-5-4-8 0,-4-3-4 16,0-7 4-16,4-9 20 0,4-3-56 15,0-9-4-15,8-4-48 0,0-3 180 16,0-7-8-16,4-8-52 0,8-8 64 0,0-5 4 15,7-10 48 1,2-3 8-16,3-3 28 0,-5 0 96 16,1-2-24-16,1 2 84 15,2 3 48-15,-3 5-96 0,4 3-84 0,4 3-108 0,-5 5-4 0,5-1-48 16,-4 7 40-16,8 3-8 0,-8 4-80 16,4 2 12-16,0 1-88 0,0 6-100 0,-4 3-96 15,0 0-396-15,0 0-348 16,-9 6-1148-16,5 3-3357 0</inkml:trace>
  <inkml:trace contextRef="#ctx0" brushRef="#br0" timeOffset="41925.977">24805 4575 10000 0,'0'0'7317'0,"0"0"-6265"0,0 0-932 0,-23 89-40 15,15-55-72-15,4 2 132 0,0 2-52 16,0 0-88-16,4 0-852 0,-4 0-92 0,-4 4 184 16,-4-2-1832-16,-4 8-4089 0,4-13-7 15,-16 17 6428-15</inkml:trace>
  <inkml:trace contextRef="#ctx0" brushRef="#br0" timeOffset="43947.576">28543 4311 8412 0,'0'0'4501'16,"0"0"-3661"-16,0 0-776 0,0 0 152 15,0 0 508-15,0 0 520 0,0 0-588 16,0 0-136-16,0 0-60 0,84 50-136 15,-64-15 32-15,-4 4-96 0,-4 5 36 16,-9 1 0-16,-3 3 96 0,0 3-48 16,-3-4-152-16,-5 0-104 0,-5-5-88 0,2 0-40 0,3-8 28 0,0-8-112 15,3-8 76-15,2-5 40 0,-1-7-40 16,4-6 48-16,0 0 132 0,0 0 52 16,7-6 48-16,2-9 184 0,7-8-260 0,0-5-92 15,3-10-64 1,5-1-16-16,-3-1 8 0,3-2-4 15,-1-2-216-15,1 3-16 0,0-5-136 16,0 8 36-16,-1 4-96 16,5 5 60-16,-3 4-28 0,-1 9 52 0,0 6-152 15,-5 8 76-15,1 2-280 0,-4 2-760 16,0 10-912-16,-4-1-461 0,-4 8-1931 16</inkml:trace>
  <inkml:trace contextRef="#ctx0" brushRef="#br0" timeOffset="44110.056">29081 4826 1172 0,'0'0'12309'0,"0"0"-10801"16,-20 70-800-16,12-38-140 0,0-1 92 0,0 1 72 16,4 0-308-16,4-7-424 0,4 0-236 15,4-6-672-15,8 0-8 0,0-6-404 16,0-3-1496-16,0-4-3913 0,-9-6 1574 0</inkml:trace>
  <inkml:trace contextRef="#ctx0" brushRef="#br0" timeOffset="44548.066">28205 4423 1004 0,'0'0'7944'15,"0"0"-5307"-15,0 0-1077 0,0 0-540 16,0 0-200-16,0 0-140 16,0 0-36-16,0 0-308 0,-88 66-220 0,52-41-116 0,0 3-12 15,0 2 12-15,0-1 12 0,0-4-8 16,5 0 80-16,3 1 116 16,8-7 64-16,4-1 80 0,4-1 28 0,8-6 72 0,4 3-96 15,0-2-4-15,8 1-148 0,11 0 36 0,6 0-120 16,3 3-16-16,7-1-92 0,1-2-4 15,1 0-220-15,-2 0-368 0,1-4-352 16,-4 1-300-16,-4-1-820 0,-4-3-2589 0,-9 0-4351 16,-7-6 8088-16</inkml:trace>
  <inkml:trace contextRef="#ctx0" brushRef="#br0" timeOffset="45180.884">27423 4457 4744 0,'0'0'1328'16,"0"0"4429"-16,0 0-4097 0,0 0-12 15,0 0 24-15,5 92-172 0,-5-53-428 16,0 2-352-16,0 7-304 0,0-1-184 15,4 1-232-15,0 0-12 0,-1-1-208 16,5 0-72-16,-4 0-368 0,9-1-384 16,-6-5-268-16,1 0-1252 0,5-9-2265 0,-2-6-3855 0,6-5 8212 15</inkml:trace>
  <inkml:trace contextRef="#ctx0" brushRef="#br0" timeOffset="45678.182">27770 4966 10516 0,'0'0'1773'15,"0"0"-953"-15,0 0 500 0,0 0 292 0,0 0-136 16,0 0-324-16,0 0-452 0,72 69-172 15,-52-53-100-15,-1 6-136 0,9-3-160 16,0 3-132-16,4 0-144 0,8 1-396 16,0-4-232-16,8-3-176 0,0 0-540 0,-13-10-1700 15,18 1-4313-15</inkml:trace>
  <inkml:trace contextRef="#ctx0" brushRef="#br0" timeOffset="46179.971">30173 4292 6520 0,'0'0'6529'0,"0"0"-5269"0,0 0-1200 0,0 0-44 16,0 0 892-16,0 0 724 16,0 0-244-16,-72 83-624 0,36-55-520 0,-4 1-244 15,-3 3-124-15,-1 2 0 0,-4-1 28 16,8 2-40-16,0-4 48 16,4 1-72-16,5-1 12 0,10-5-12 0,1-7 60 15,16-3 100-15,0-6 52 0,4-1 8 0,8-2 164 16,9-1 20-16,3 0 52 15,-1 3 48-15,5 1-184 0,4 0-52 16,0-1 28-16,0 1 12 0,0-1-148 0,4 4-48 16,0-4-284-16,0 4-616 0,-4 0-424 0,0 0-1200 15,-9-4-3389-15</inkml:trace>
  <inkml:trace contextRef="#ctx0" brushRef="#br0" timeOffset="47805.07">30575 4584 1396 0,'0'0'640'0,"0"0"4088"0,0 0-1564 0,0 0-1499 0,0 0-373 16,0 0 136-16,0 0-92 0,0 0-204 15,-16-67-364-15,12 61-408 0,0 0-160 16,0-1-104-16,-3 7-32 0,-2 0-64 0,-3 0-124 16,-4 7-100-1,-3 12 188-15,-5 10 36 0,-4 9 224 16,0 9 144-16,0 7 112 0,-4 1 112 0,9 1-140 15,-2-5-208-15,9-9-36 0,8-10 12 16,8-11 48-16,0-4 60 0,8-8-72 16,8-3-72-16,9-6-27 0,6-3-61 0,5-9-96 15,8-7-133-15,4-11-243 0,3-1-136 16,-3-7-84-16,-1 3 80 0,-2-3-24 0,-6-1 48 0,-3 5 12 16,-4-4-272-16,-4 0 116 31,0 0 12-31,-4-8-44 0,-9 6-264 15,2-8 132-15,-1 1-40 0,-4-1-4 0,-1-2-132 16,2 1 87-16,-5 5 217 0,3 10 672 16,-2 8 244-16,-5 10 1021 0,0 6 467 15,-4 8-92-15,0 2-456 0,0 0-264 0,0 0-200 16,0 0-260-16,0 6-128 0,0 2-96 0,-4 12 96 0,0 6 284 16,-5 5 276-16,5 10-304 0,-7 1-68 15,3 5-7-15,-4 0-173 0,0 5-124 16,-1-2-92-16,2-1-40 0,-6 1-84 0,10-2-60 15,-5-4-112-15,0-2 52 16,4-1-36-16,-4-6-112 0,8 0-413 16,-4-7-183-16,8 0-300 0,-4-2-800 0,4-3-2088 15,0-11-1685-15,4-3-819 0</inkml:trace>
  <inkml:trace contextRef="#ctx0" brushRef="#br0" timeOffset="47967.212">31069 4928 7504 0,'0'0'6521'0,"0"0"-5309"0,0 0-380 0,0 0 904 0,0 0-284 0,20 85-448 16,-16-56-480-16,-4-1-292 15,0 5-232-15,0 0-36 0,0 3-148 16,-4-5-388-16,0 4-408 0,-4-3-324 0,-4 1-1096 16,4-12-2841-16,-12 11-4551 15</inkml:trace>
  <inkml:trace contextRef="#ctx0" brushRef="#br0" timeOffset="49057.107">1521 7052 6444 0,'0'0'6021'0,"0"0"-4769"0,0 0-1052 0,0 0-188 15,0 0 884-15,0 0 412 0,0 0-128 16,0 0-144-16,0 0-248 0,116 82-272 15,-72-60-148-15,7-3-200 0,-2-6-168 16,-2-1-100-16,1-2 40 0,-4-7-268 0,-4 1-212 16,-4-4-336-16,-4 0-600 0,-17-7-2464 15,-2 1-3621-15</inkml:trace>
  <inkml:trace contextRef="#ctx0" brushRef="#br0" timeOffset="49207.372">1521 7486 4500 0,'0'0'9377'0,"0"0"-8189"0,0 0-884 0,0 0 668 0,0 0 408 16,92 29-12-16,-48-29-336 15,3-16-508-15,2-3-524 16,3-4-180-16,-1-2-212 0,-7-3-220 0,0-1-520 16,-12 1-1160-16,-4 3-3101 0,-12-11-4531 15</inkml:trace>
  <inkml:trace contextRef="#ctx0" brushRef="#br0" timeOffset="49473.842">1848 6823 3404 0,'0'0'3164'0,"0"0"2213"0,0 0-3653 0,80 29-256 0,-48-11 180 15,4 4-432-15,0 10-268 0,-1 0-404 16,-3 6-216-16,4 3-252 15,-8 4-76-15,-4 3-184 0,-4 6-332 0,-8-1-112 16,-5 1 72-16,-7 4 124 16,0-1 48-16,-11-4-140 0,-1 1 56 0,-12 1-60 15,0-4 252-15,-4-7 276 0,0-2 108 16,0-9 52-16,-4-3-108 0,4-5-52 16,0-9-52-16,0-4-1068 0,5-12-2897 0,3 0-4067 15,4-12 6676-15</inkml:trace>
  <inkml:trace contextRef="#ctx0" brushRef="#br0" timeOffset="50292.626">3351 6604 4468 0,'0'0'6420'15,"0"0"-4315"-15,0 0-885 0,0 0-220 0,51 69 320 0,-39-31-188 16,0 7-192-16,0 12-104 15,0 10-200-15,-4 6-144 0,-5 6-104 0,2 4-156 0,-5 2-76 16,0-2-44-16,0 0-112 16,0-4 0-16,-5-6-8 0,-2-3-128 15,3-6-32-15,0-10 56 0,0-10-20 0,4-9 84 16,-4-10 36-16,4-9-76 0,0-6-132 16,0-3 16-16,0-7 8 0,-5 0-64 15,5 0 80-15,0-11 8 0,0-8 0 16,0-6-88-16,-3-7-96 0,3-9 24 0,0-6-16 15,0-4 76-15,0-3 88 0,3 6-76 16,2 0 60-16,3 7 0 0,4 6 188 16,0 7 12-16,7 6 36 0,-2 5 188 15,2 4-48-15,1 5-52 0,5 4 88 0,-10 1-52 16,5 3 76 0,0 7 48-16,-4-2 60 15,0 9-112-15,-4 0-88 0,-4 3-140 0,-4 2 44 16,-4 3-36-16,0 1-12 0,-4 2-64 15,-12 4-168-15,0-4-100 0,-4 3-112 16,-4-5 84-16,4-4 60 0,-3-3 68 0,7-7-68 16,-5 4 164-16,10-7 136 15,-6-3 52-15,10 3 60 0,-1-1-32 0,4-5-72 0,0 2 32 16,4 4 224-16,0 0 32 0,4 5 0 16,4 1 40-16,3 5-16 0,6 1 24 15,3 4-12-15,3-4 0 0,1 6-76 16,0-6-72-16,4 1-36 0,0 1-100 0,0-1-48 15,0-3-136-15,-1 0-424 16,1-1-192-16,0 1-60 0,-4 0-368 0,-3-3-1100 0,-6 0-1901 16,-2-4-3159-16</inkml:trace>
  <inkml:trace contextRef="#ctx0" brushRef="#br0" timeOffset="51242.261">4099 7511 3508 0,'0'0'704'15,"0"0"6513"-15,0 0-5053 0,0 0-848 16,0 0 84-16,0 0-128 0,0 0-432 16,0 0-176-16,0 0-112 0,0 0-12 15,0 0-112-15,80-8-124 0,-60 8-84 0,0 0-52 0,0 0-8 16,3 0-156-16,1 0 0 0,-3 3 32 16,3-1-36-16,-5-2-292 0,5 3-84 15,-3-3-248-15,6 0-320 0,0 0-448 16,-6-3-1348-16,7-2-4477 0</inkml:trace>
  <inkml:trace contextRef="#ctx0" brushRef="#br0" timeOffset="52281.503">5048 7064 2720 0,'0'0'212'16,"0"0"6764"-16,0 0-4787 0,0 0-845 15,0 0-252-15,0 0-8 16,0 0-152-16,0 0-324 0,0 0-72 0,0 0-240 15,0 0-284-15,-72 3-4 0,56 19 152 16,0 11 100-16,-4 8 160 16,9 6 220-16,-6 1 8 0,10 5-272 0,-2-5-144 0,1-3-108 15,4-11-124-15,4-5-76 16,0-10-116-16,8-6-4 0,5-4-48 0,-2-6-40 16,5-3 16-16,4 0-112 0,-4-8-124 15,8-6-28-15,-4-1-60 0,-4-5-216 0,3-2-72 16,-2 3-128-16,-2-3-92 0,-2 3 476 15,-2 3 200-15,-3 1 84 0,1 2 340 16,-5 7 64-16,-1-1 232 0,-3 3-4 16,0 1-24-16,0 3-76 0,0 0-52 15,0 3 100-15,0 8 64 0,0 3 320 0,0 13-84 16,0 1-136-16,0 10-4 0,0 11 116 0,0 1 180 0,-3 7-88 16,-1 3-116-16,4 3-220 15,-4-2-136 1,4-1-88-16,0-3-48 0,0-2 0 0,0-8-84 0,0-6-52 15,0-6-208-15,4-6-276 16,3-7-76-16,1-6-24 0,0-6-404 16,1-4-876-16,-6-6-2117 0,5-6-2471 15</inkml:trace>
  <inkml:trace contextRef="#ctx0" brushRef="#br0" timeOffset="52466.002">5366 7674 11445 0,'0'0'1604'16,"0"0"-1096"-16,0 67 156 0,-4-36 268 15,0 4 24-15,4 1-452 0,-3-5-440 0,3 1-64 0,0 3-124 0,0-7-28 16,0-3-540-16,3 0-544 0,5-6-420 16,1-6-825-16,-1-3-2603 0</inkml:trace>
  <inkml:trace contextRef="#ctx0" brushRef="#br0" timeOffset="53469.835">5933 7175 3860 0,'0'0'1004'0,"0"0"4088"0,0 0-2735 0,0 0-485 0,0 0-456 16,0 0-124-1,0 0-300-15,0 0-276 0,0 0-88 0,0 0-76 16,0 0-248-16,-60-19-264 0,47 29-40 15,-2 9-64-15,-6 6 64 0,1 10 64 16,1 3 204-16,-1 10-24 0,4-1 36 0,0 1-48 16,4-3 0-16,3-5-76 0,6-8-12 15,-1-12-32-15,4-5-15 0,4-8-97 0,4-1 0 0,4-6-85 16,-1 0 73-16,10-6-60 0,3-7-76 16,-5-9-144-16,5 0-72 0,4-10-136 15,-7 3-52-15,3-2 40 0,-1-5-56 0,-3 5 76 16,-4-2-76-16,0-4-128 0,0-1 12 15,0-6-76-15,0-4-220 32,-4-4 92-32,-1-1 288 0,2-1-384 0,-5-3-108 0,-5 7 303 0,1-1-259 15,-4 9 1048-15,0 4 608 0,0 9 244 16,0 8 153-16,-4 4 123 0,4 8 96 16,-3 5 0-16,3 4-344 0,0 0-276 15,-4 4-240-15,4 5-240 0,-4 8-24 16,4 4 208-16,-4 11-60 0,-1 3 48 0,5 7 76 15,-4 5 72-15,4 4-100 0,-4 3-52 16,1 3-48-16,-1-1-84 0,0 2-160 0,-4-1-4 16,-1-6-56-1,6-3-40-15,-5-4 28 0,4-6-88 0,0-6-172 16,4-3-392-16,0-4-192 0,0-9-188 16,4 0-648-16,4-11-1244 0,-1 0-3369 15,6-5 3645-15</inkml:trace>
  <inkml:trace contextRef="#ctx0" brushRef="#br0" timeOffset="53598.865">6199 7486 196 0,'0'0'12449'0,"0"0"-10401"15,0 0-1280-15,0 0 0 0,0 0 468 0,0 83-248 16,0-61-408-16,0-3-580 16,4 3-48-16,0-2-212 0,0-4-296 0,4 2-224 15,-4-1-520-15,0-9-1228 0,0 9-3121 16</inkml:trace>
  <inkml:trace contextRef="#ctx0" brushRef="#br0" timeOffset="55326.589">6558 7080 1800 0,'0'0'8'0,"0"0"5844"0,0 0-2964 0,0 0-867 16,0 0-569-16,0 0-340 0,0 0-232 15,0 0-64-15,0 0-120 0,24 95-76 0,-13-60-152 16,-3 4-124-16,5 1-24 0,-2 2-72 15,2-1-128-15,-2-3-20 0,5-3-96 16,-4-6-4-16,4-7-48 16,-4 0-52-16,4-9 4 0,-4-1 8 15,4-5-208-15,-4-1-244 0,0-6-288 16,3 0-180-16,2-3-700 0,-10-3-2312 16,10-13-2569-16</inkml:trace>
  <inkml:trace contextRef="#ctx0" brushRef="#br0" timeOffset="55517.349">6912 7136 1748 0,'0'0'2228'0,"0"0"3232"0,0 0-3739 0,0 0-413 0,0 0 144 15,-79 74-212-15,55-35-332 16,-1-2-232-16,-3 11-88 0,5-4-104 0,-1 2 20 16,0-6-132-16,0 2-324 0,9-5-48 15,-6-2-196 1,6-3-460-16,2-4-236 0,6-5-516 15,3-6-692-15,0-9-2037 0,4-1-3391 16,0-11 6916-16</inkml:trace>
  <inkml:trace contextRef="#ctx0" brushRef="#br0" timeOffset="55669.956">7171 7417 8836 0,'0'0'4861'16,"0"0"-2977"-16,0 0-1064 0,0 0 128 15,-16 79 300-15,4-51-240 0,1 1-432 0,-2 0-576 16,6-1-184-16,-1 0-612 0,-5 2-448 16,6-9-956-16,-10 15-3805 0</inkml:trace>
  <inkml:trace contextRef="#ctx0" brushRef="#br0" timeOffset="57588.662">5785 8160 1788 0,'0'0'12'0,"0"0"248"0,0 0-128 0,0 0-68 0,0 0 1044 15,0 0 2828-15,0 0-2080 16,0 0-460-16,0 0 33 0,0 0-9 0,0 0-492 15,-24 3-132-15,16 3-56 0,4 7-208 16,4-1-120-16,0 7 24 16,0 0 72-16,4 4 12 0,4-2-40 0,-1 2-72 15,6-4-104-15,-1 1 28 0,-1-5-64 16,2 1-72-16,-6-3-96 0,6-1-92 16,-5-2-8-16,-1-1-36 0,1 2 28 0,5-9-116 15,-6 1-132-15,1-3-16 16,5 0-96-16,-2 0 124 0,6 0 36 15,-6-5 48-15,5-6 12 0,4 2 60 0,-9-1-24 16,6 1-48-16,-2-1 76 0,-2 1-16 16,2-1 52-16,-2 1-16 0,-5-4-8 0,3 4-92 15,-2-1-72-15,-1 1 52 16,-5 0-64-16,5-1 8 16,1-1-132-16,-5 3-48 0,3-3-120 0,5 5 228 15,-3 0 120-15,2 4 192 0,1-3 140 16,0 5 288-16,4 0 64 0,0 0-40 15,0 0-200-15,0 0-40 0,-1-2-52 0,2 2-36 16,-2 0-120-16,2 0-4 16,3 0 52-16,-5 2-8 0,2 3-40 0,-2 1 56 0,2 2 64 15,-2 6 112-15,-2-2-76 0,-2 6-36 16,-3 3 0-16,-8 0-12 0,0 5-16 16,0-1-92-16,-4 1 48 0,-4-1-52 15,-4-6 8-15,8 0-4 0,-4-5 0 0,4-5-4 16,1-3 0-16,3-6 12 15,0 0 60-15,0 0 40 16,0 0-100-16,0 0-12 0,7-6-4 16,5-7-120-16,0 0 52 0,8-5 20 15,0-6 48-15,0 3-4 0,3-2-52 16,1-2-16-16,1 3 64 0,-1 0-72 0,0-2-16 0,-1 6 0 16,1 3 0-16,-4 2 16 0,0 3 8 15,0 1 28-15,-4 5 48 0,-4 1 72 16,4 3-8-16,-4 0 84 0,-4 0-12 15,4 0 48-15,-4 0-84 0,0-3-12 0,-1 1 36 16,6-5 36-16,-2-3 0 0,6-6-28 16,-6 0-92-16,6-6-40 15,-2 0-76-15,2-1-48 0,-2 1-184 0,-3 4-232 16,-4 1-180-16,4 9-216 0,-8-3-336 16,-4 3-1260-16,0 3-2349 0,0 3-2583 0</inkml:trace>
  <inkml:trace contextRef="#ctx0" brushRef="#br0" timeOffset="58357.038">6271 9013 1448 0,'0'0'836'16,"0"0"1680"-16,0 0 2016 0,0 0-2695 15,0 0-325-15,0 0-8 16,0 0-64-16,0 0-348 0,0 0-172 0,0 0-324 0,0 0-412 16,-12-57-176-16,15 32-8 15,6-3-112-15,-1-1-120 16,3 4-216-16,-2-4 252 0,3 6 108 0,-1 1-124 16,2 7 64-16,-2-1 96 0,6 0-72 15,-6 3 12-15,6 4 104 16,-6-1 8-16,5 1-4 0,-4 2 4 0,4 1 12 15,0 6 188-15,3 0-112 0,-2 2 48 16,-2 9 0-16,6 5 100 16,-9 6-100-16,0 0 88 0,-1 6-28 0,-2 1-48 0,-5-1-12 15,0 2-36-15,-4-5-52 0,0 0-48 16,0-3-72 0,0-6-4-16,0-3-20 0,0-4-288 15,0-2-260-15,0-4-292 0,-4-3-488 0,0 3-1380 16,-5-3-3345-16</inkml:trace>
  <inkml:trace contextRef="#ctx0" brushRef="#br0" timeOffset="58537.286">6466 8862 2340 0,'0'0'912'0,"0"0"5156"0,0 0-4091 0,0 0-617 0,0 0-36 15,-4 69 156-15,8-44-224 0,0 1-408 16,4 2-304-16,0 5-76 0,4-2-172 15,-1 4-172-15,2 3-124 0,-1-3-360 0,-5 3-588 16,2-1-312-16,-1 5-552 0,-4-3-904 16,-1-8-2537-16,-3 10-1043 0</inkml:trace>
  <inkml:trace contextRef="#ctx0" brushRef="#br0" timeOffset="59025.385">6486 9594 4912 0,'0'0'7569'15,"0"0"-6497"-15,0 0-868 0,0 77-100 0,0-42 628 16,0 3 468-16,0 6-136 16,0-3-392-16,0 4-336 0,0-1-188 0,0-3-76 0,0 4-72 0,0-6-8 0,0-6-44 15,0-3 48-15,0-11 4 16,0 0 148-16,0-10-48 0,0-3 0 16,4-6-100-16,-4 0-92 0,4 0-180 0,0-6-112 15,0-7 48-15,3-9 0 0,-3-3 112 31,5-6 24-31,3-5-180 0,-5-5-108 0,6 0 12 0,-2 3 72 16,-3 0 72-16,5 2 92 0,-6 11 228 16,5 0 12-1,-3 9 192-15,-5 3 48 0,3 7 52 0,-3 3-4 16,0-1-60-16,1 4-92 0,-1 0-60 16,0 4 112-16,-4 2-64 0,3 1 28 15,-3 2-152-15,0 0-48 0,0 1-28 16,0-1 64-16,0 1-88 0,0-1-76 0,-3-2-64 0,-5 2-76 15,3-2-100-15,-3-4-28 0,1 1-64 0,-1-4-100 16,-1 0-932-16,1 0-1221 0,1 0-2459 16,-6-7 1744-16</inkml:trace>
  <inkml:trace contextRef="#ctx0" brushRef="#br0" timeOffset="59777.04">6952 9506 2660 0,'0'0'9625'15,"0"0"-7889"-15,0 0-952 0,0 0-92 16,0 0 304-16,0 0 36 0,0 0-80 0,0 0-272 0,0 0-276 15,0 0-268-15,-63 73-124 0,39-45-4 0,-4-3 160 16,0 0-32-16,0 5-48 0,-4-5-88 16,0 3 0-16,-4 4-88 0,-3 3-8 15,2-3-16-15,-3 3-24 0,9 0-20 16,-1-7 56-16,8-2 40 0,8-4 8 16,0-3 4-1,8-6 36-15,4-4-84 0,0-3-16 16,4-2-24-16,0-4 64 0,0 0-28 0,0 0-48 15,8 0 80-15,0 0 68 0,4 0 96 16,4 0-8-16,0 0-4 0,3 0 28 16,2 0-52-16,-1 0 64 0,-1 7 72 0,2-1-36 15,-1 2-36-15,3-1-64 16,-3 0-48-16,1-2 60 0,-2 6-72 0,-3-5-8 0,3 4-104 16,2-1-48-16,-1 4-36 15,-5-1-36-15,6 4-100 0,-6 3-64 0,2 1 36 16,3 1 100-1,-5 2-224-15,2-1-124 0,-6 1 240 0,1 2-60 16,0 0-1912-16,0-3-2405 16,-4 1-839-16,0 2 2780 0</inkml:trace>
  <inkml:trace contextRef="#ctx0" brushRef="#br0" timeOffset="67538.982">5521 1066 3044 0,'-3'0'1068'15,"-1"-3"4512"-15,0 3-3723 0,-4 0-829 16,4 0-8-16,-4 0 132 16,4 0-80-16,0 0-292 0,0 0-8 15,0 0 44-15,0 0-148 0,4 3 20 16,0-3 68-16,0 0-108 0,0 0-100 16,-5 0-51-16,5 4 15 0,-3-4-212 15,-5 6-128-15,0 1-28 0,-4 2-72 16,4 7-60-16,0 3 44 0,1 3-52 0,-2 10-4 15,9 3 12-15,0 3 36 0,0 6-44 0,9 2 56 16,2 0-60-16,1-1 4 0,0-1-8 16,4 1-20-16,-4-4 24 15,4 1 52-15,-4-8-48 0,4-2 0 0,-4-7 4 16,0-6 40-16,-5-6-44 0,6-4-4 0,-1-2 8 0,3-4 64 16,1-3 132-1,5-3 40-15,2-10-64 16,1-3-128-16,0-6-52 0,0-6-132 15,4-1-28-15,-5-2 4 0,-2-5-48 0,-1 4 60 16,-5-2 20-16,2-4 40 0,-6-1-132 16,-3 1 32-16,1 0 16 0,-5-3 48 15,-4 0 24-15,0 9 32 0,0 1 64 16,0 8 0-16,0 10 4 0,0 7 72 16,-4 3 8-16,4 3 60 0,0 0-132 0,-4 7-12 15,4 1-180-15,-5 9 168 0,1 2 12 16,0 0 12-16,0 6 132 0,1-3-36 0,3 7 52 0,0-4 8 15,0 7 24-15,0 3-32 16,0 3-76-16,0 7 24 0,0 5 0 16,0 5-96-16,3 1 96 0,-3 5-104 0,4 3-4 15,0-1-60-15,0 0 56 0,1 5 4 0,-5-5 0 16,4-4 68-16,0 0-60 0,-4-7 52 16,3 0-8-16,-3-5-48 0,4 4-8 15,-4-3-4-15,0-1-56 0,0 1 60 16,0-4-8-16,-7 0 12 0,-1 0 0 15,-9-5 88-15,2-1-4 0,-5-3 12 0,-1-3 0 32,-3-3-24-32,5-7 12 0,-1-3 48 0,4-6-24 15,0-4 88-15,4-9-4 0,-4 0-168 16,1 0-24-16,-2-9-8 0,-2-7-184 16,-1-6-100-16,-8-11-20 0,3 2 48 0,1-1 32 15,1 0 16-15,3 7 168 0,3 3 0 16,6 0 36-1,3 3 4-15,4 2-68 0,0-2-92 0,4 0-12 0,0-3-112 0,12-3 28 16,3-4-88-16,6 1-73 0,7-7-171 16,4 4-664-16,11-8-820 0,9 1-888 0,-12 9-1749 15,36-15-2259-15</inkml:trace>
  <inkml:trace contextRef="#ctx0" brushRef="#br0" timeOffset="68492.954">8876 1241 10224 0,'0'0'2789'15,"0"0"-973"-15,0 0-164 0,0 0-236 16,0 0-528-16,0 0-344 0,0 0-312 0,0 0 36 16,0 0 196-16,13 92 476 15,-9-56-247-15,-4 4-157 0,4 2-52 0,-4-4-52 16,0 0-8-16,3-3-132 0,5-3-100 15,1-10-48-15,-1 0-72 16,-1-9-68-16,1 3 8 16,5-7-12-16,-2 0 0 0,1-2-72 0,-4-4 64 0,8 0-76 15,0-3-48-15,4 0-84 0,0-9-16 16,8-7 28-16,4-6-4 0,-1-8-20 0,9 0-12 16,-4-9 32-16,0-2-20 0,-4 3-4 0,0 0-12 15,-9-1 51 1,-3 8 81-16,1 3 16 0,-10 2 0 0,-3 10 0 15,-3 7-4-15,-1 2 100 0,0 7 12 16,-4 0 88-16,0 7-100 0,3 5 0 16,1 10 144-16,-4 7 148 0,4 6 37 15,-4 7 11-15,0 5-16 0,-4 4-164 16,0 6-64-16,-3 3-36 0,-6 4-52 16,2 5 40-16,-1 1 12 0,-1 0 12 15,2 0-60 1,-6-3 88-16,2-1-96 0,-5-6-4 0,4-5 0 0,0-5 0 15,-4-8 108-15,4-3-96 0,0-11 48 0,0-3-52 16,9-6 40-16,-6-6-40 0,5-7-4 16,1 0-4-16,-2-6-12 0,-3 0-144 0,1-3-16 15,-9-9-92-15,-1-5 32 0,-11-4 52 16,1-9 24-16,-5-1-64 16,-7-1 40-16,-2-3-100 0,2 7-257 0,7-2 1 15,4 5-36-15,8 3-112 0,12 6-68 16,8-3-396-16,4 4-388 15,8-7-964-15,12-4-1669 0,-4 7-975 0</inkml:trace>
  <inkml:trace contextRef="#ctx0" brushRef="#br0" timeOffset="69609.641">15904 1194 5852 0,'0'0'2356'16,"0"0"2157"-16,0 0-2429 0,0 0-496 15,0 0-84-15,0 0-404 0,0 0-280 0,0 0-268 16,0 0-88-16,0 0 192 0,13 89 1 16,-9-45-89-16,0 3-60 15,0 5-180-15,-1 1-136 0,1 1-12 0,5 1-56 0,-1-5-76 16,3-3 24-16,6-5 0 0,-2-11 12 16,5-5-72-16,4-8-12 0,-4-7-48 15,4-5-108-15,0-6-40 0,4-6 52 16,0-7-12-16,4-10-12 0,0-2-76 15,-4-7-20-15,0 1-4 16,0-7 12-16,-9 0 16 0,1-4-16 16,0 1 11-16,-8-3-7 0,0 6 80 0,-9 3 52 0,2 10 120 0,-1 8 48 31,-4 8 184-31,0 5 48 0,0 4-99 16,0 0-181-16,0 7-89 0,-4 5-23 15,-4 7 112-15,0 13 76 0,0 7 177 0,0 5 3 16,-4 3 36-16,0 11-88 0,0 5-92 15,-4 7-40-15,5 2 84 0,-6 5 60 0,-3-1-56 16,5-6 8-16,-2 0-72 0,2-7-88 16,2-2-8-16,2-4 0 15,-1-6-8-15,0-3 4 0,4-10-8 16,0 0 4-16,-1-6-32 0,2-7 40 0,-1-3 48 16,-4-6 24-16,4-6-12 0,-8 3 24 15,4-7-72-15,-8 0-12 16,0-3-4-16,-8 1 0 0,0-4 4 0,0-4 4 0,-7-3 48 15,-5-8-52-15,0-1 0 0,4-5-112 0,0-6 64 16,8 2 48-16,5-4 4 0,7 1-4 0,8 0-176 16,8-5-88-16,0 5 32 0,11-7-8 15,14 3-4-15,6-6 16 0,5 0 32 16,12 0 28-16,8 0-137 0,-1 3-35 16,5 0-124-16,0-1-232 0,0 6-516 0,0-5-788 31,-16 12-2144-31,16-12-2001 0</inkml:trace>
  <inkml:trace contextRef="#ctx0" brushRef="#br0" timeOffset="74815.119">6670 7178 1500 0,'0'0'1068'16,"0"0"4328"-16,0 0-2976 0,0 0-783 16,0 0-269-16,0 0-12 0,0 0-96 0,0 0-108 15,7-15-96-15,-7 15-72 0,-3 0-248 16,3 3-176-16,0 0-12 0,-4 0 12 15,4 0-83-15,0 4 151 16,0-1 48-16,0 0-156 0,0 4-96 16,0 3-40-16,0-1-116 0,-5 8-64 15,5 5-72-15,-8 4-48 0,0 4 12 16,1 9 0-16,-2-3-12 0,-3 1-84 0,9 2 0 16,-5-5 0-16,3-4 12 15,5-5 84-15,0-8-84 0,9-5 196 16,-5-4-4-16,3-5-132 0,6-3-72 0,-5-3 0 15,3 0 0 1,2-3-4-16,2-8-8 0,2-8-72 0,-2-3-84 16,5-3-124-16,-1-6-56 0,2-4 24 0,-1 0 96 15,-1-4-16-15,2-2-140 16,-1-3-4-16,-5 0 88 0,2-1-40 16,-6 4 64-16,1-1 104 0,-7 10 164 0,-1 6 8 15,-4 12 48-15,3 3 100 0,-3 5 44 16,0 6 48-16,0 0 64 0,0 0-40 15,0 3-80-15,0 0-40 0,0 4-84 16,-3 5-60-16,3 5 48 0,0 8-36 0,0 4 84 16,0 2 96-16,0 5-8 0,0 1-76 15,-4 5 0-15,-1-1-24 16,1 3-12-16,-4 4-60 0,1-3 0 0,-6 5 44 0,1-2-56 16,-3 2-12-16,2 4 4 0,2 1-40 0,-6-1 44 15,6 0-4-15,-2-3 8 0,6-7 0 16,-5-3 4-16,4-5 0 0,3-5 4 15,-2-6 4-15,3-6 84 0,0-3-12 0,0-7-24 16,0 1 24-16,-4-7-24 16,4 4-52-16,0-4 4 0,-8 0 0 0,0-3 36 15,-4 0-48 1,-4 0-4-16,1 0-44 0,-9 0-36 16,0 0 0-16,0 0-12 0,0-3 36 15,0-3-12-15,0-1 12 0,4 1-24 0,8 0 40 16,4-1 44-16,4 1 0 0,0-4-4 15,8 0-56-15,0-5-36 16,0-4-64-16,0-4-56 0,8-4-48 0,5-3-28 0,2 5-8 16,2-1-76-16,2 1-48 15,5 6-472-15,-4 0-929 0,8-4-339 0,4 9-888 0,-5-3-1845 16,-7 4-2475-16,8 4 4908 0</inkml:trace>
  <inkml:trace contextRef="#ctx0" brushRef="#br0" timeOffset="78025.138">3036 8487 3268 0,'0'0'456'0,"0"0"3116"0,0 0-424 0,0 0-1103 16,0 0-717-16,0 0 176 0,0 0-72 0,0 0-248 0,0 0-420 0,0 0-320 15,0 0-272-15,-9 6-168 0,9 4-4 32,4 5 0-32,5 10 72 0,2 11 172 0,6 9 0 15,2-1-96-15,1 3 12 0,4-2-88 16,0-4-72-16,4-6 100 0,0-3-28 15,3-4 24-15,-3-6-96 0,8 1 0 16,-4-8-8-16,0-2-40 0,-4 0-36 0,4-7-100 16,-4 0-96-16,0 1-16 0,0-7 16 15,-4 0-40 1,4 0 24-16,-9 0 136 0,5-7-12 0,0-2-40 16,0-1-20-16,4-2-80 0,0-7-72 0,-1 0 12 15,5-7 96-15,-4 1-12 0,4-6 36 16,0 1 52-16,1-1 60 0,-6 2 128 15,4 1-64-15,-3 2 64 0,4 1 4 16,5 2 8-16,3 1 64 0,-1 3 84 16,5 3-8-16,4 1 36 0,0 5-48 15,3 7 120-15,-3 0-120 0,-4 3 44 16,0 0 52-16,-4 6 12 0,-8 7-72 16,-1-1 96-16,-3 4 0 0,-7 3 196 0,-6 3-148 15,2 1-148-15,-10 6 0 0,-3 2-60 16,0 4 32-16,-4 0-120 0,-4 4-12 15,-4-6-72-15,-4-3-8 0,4-5 80 16,0-6 84-16,5-6-24 0,-1-7-8 0,0-3-40 0,4 0 72 16,0-3-84-16,0-3-96 15,0-6 84-15,11-4-76 0,1-9-132 16,8-3 60-16,4-7 48 0,4-1 28 0,8 2-52 16,0 3 36-16,-1 2 12 0,1 7 88 15,0 3 0-15,0 1 124 0,0 5 136 0,-4 0-136 16,0 3-124-16,-4 5-196 0,-4-1 108 15,-5 3 40-15,-2-3-140 0,-6-1-540 16,-3 4-244-16,-4-2-700 0,-4 2-860 0,0 0-2033 16,-12 0-2487-16</inkml:trace>
  <inkml:trace contextRef="#ctx0" brushRef="#br0" timeOffset="79162.849">4120 9490 3920 0,'0'0'1332'15,"0"0"4264"-15,0 0-3667 0,0 0-237 0,-81-14 124 16,70 12-420-16,3-1-384 0,3 3-228 0,1-3-84 16,4-1-248-16,0-3-148 15,0 1-96-15,4-6-108 0,5-7-100 0,3 0-4 0,4-3 4 16,7 0 24-16,-3-1-24 0,8 4-92 0,-4 0 92 15,4 3 0-15,-1 4-8 16,1 1-36-16,0 9 44 0,-3 2 48 16,-5 0-48-16,-1 7-12 0,1 5 12 0,1 1 12 15,-6 6 108-15,2 0-36 0,-6 3-8 16,1 0-20-16,-4 3-56 16,-8 1-60-16,0 3-148 0,0-2 48 15,-4 3-80-15,0-5-44 16,-4 1 80-16,0-4 92 0,4-7 40 15,-3-2-408-15,2-3-56 0,-3-7-240 0,4-3-464 0,0 0-1032 0,4-10-2353 16,-3-6-1407-16,3 1 1833 0,-4-1 4199 16,4-10 0-16</inkml:trace>
  <inkml:trace contextRef="#ctx0" brushRef="#br0" timeOffset="79310.234">4322 9439 1212 0,'0'0'6080'16,"0"0"-1295"-16,0 0-3597 0,0 0-588 15,0 0 160-15,-55 67 272 0,39-39-136 16,-1 4-236-16,2 1-104 0,-2 0-148 0,2 6-100 15,-5-1-120-15,0 3-164 0,0 3-24 16,-4-2-136 0,0 3-396-16,1-1-484 0,3-3-464 15,-5 0-888-15,6-5-2809 0,3-8-1199 16,-8 4 5412-16</inkml:trace>
  <inkml:trace contextRef="#ctx0" brushRef="#br0" timeOffset="79579.494">3725 10211 2916 0,'0'0'7236'0,"0"0"-5623"0,0 0-933 15,24 82 36-15,-16-47 528 0,-4 3-72 0,-1 3-164 16,-3 3-112-16,0 5-228 0,4 1-336 15,-4 4-72-15,0 4-40 0,0 2-144 16,0 3-76-16,0-2-88 0,0-4 28 0,0-3-88 16,4-12-284-16,1-9-88 15,-1-14-260-15,7-5-236 0,2-14-460 0,2-14-932 16,6-11-1465 0,-6 0-1807-16,17-23 5524 0</inkml:trace>
  <inkml:trace contextRef="#ctx0" brushRef="#br0" timeOffset="79845.273">4311 10318 2904 0,'0'0'8621'0,"0"0"-5889"0,0 0-1796 15,0 0-432-15,0 0-56 0,-92 41-4 16,72-21 28-16,-4 0-332 0,4 1-140 0,0 5-112 16,1 2-16-16,-2-2-8 15,1 2 24-15,5-3 112 0,-2-2 76 0,10-5 248 16,-1-1 124-16,8-8-28 0,0-3-136 15,4 0-88-15,3 1-8 0,10 0-44 0,2-2-32 32,9 2 0-32,0 0 96 0,8-1 112 0,-1-3-16 0,6-1-120 15,2 3-96-15,-3-3-88 0,4 2 0 16,-4-1-4-16,-1 3-508 16,2-2-64-16,-5 2-312 0,3 0-504 0,-11 0-1368 15,17 1-2397-15</inkml:trace>
  <inkml:trace contextRef="#ctx0" brushRef="#br0" timeOffset="80774.224">7968 7375 5260 0,'0'0'3092'16,"0"0"2213"-16,0 0-3573 0,0 0-148 16,0 0-212-16,0 0-396 15,100 19-268-15,-68-19-208 0,3-3-180 16,5-6-248-16,-3-1-72 0,2-6-316 15,-7 1-380-15,0-2-396 0,-4 1-616 0,-8 7-2744 16,-8 2-4117 0</inkml:trace>
  <inkml:trace contextRef="#ctx0" brushRef="#br0" timeOffset="80923.575">8060 7604 3556 0,'0'0'10141'0,"0"0"-8105"0,0 0-956 0,0 0-224 0,92 6-188 16,-53-6-344-16,5-3-324 0,8-7-768 0,0 1-748 15,-13 3-1444-15,17-4-5109 0</inkml:trace>
  <inkml:trace contextRef="#ctx0" brushRef="#br0" timeOffset="81881.789">9606 7178 5168 0,'0'0'5388'0,"0"0"-3047"0,0 0-537 0,0 0-660 15,0 0 48-15,0 0-200 16,0 0-240-16,0 0 24 0,0 0-92 0,0 0-196 16,0 0-132-16,91 83-116 0,-75-48-56 15,0 3-64-15,-4 0-32 0,0 3-4 16,-4 0-80-16,0-3-4 0,-4 1-8 0,0-4 0 16,-4-4 8-16,0-4 0 15,0-8 85-15,0-5 23 0,0-3-44 16,0-5-52-16,0-2-4 0,0-2 0 0,0-2-8 15,0 0-64-15,0 0-129 0,0-6-159 16,0-4-24 0,0-2 144-16,0-8-48 0,0-2 48 0,0-6 96 15,8-1 52-15,0-6 72 0,0-3-100 16,-1 3 28-16,6 0 20 16,-2 3-20-16,6 4-40 0,2 6-8 15,1 2 68-15,1 8 4 16,-2 2-200-16,-3 4-292 0,0 6-128 0,-4 0-464 0,0 3-956 15,4 3-896-15,-8 4-1825 0,4 6-2014 0</inkml:trace>
  <inkml:trace contextRef="#ctx0" brushRef="#br0" timeOffset="82066.007">10163 7689 4852 0,'0'0'8657'0,"0"0"-7125"0,0 0-688 0,0 0 284 0,12 74-24 16,-7-49-400-16,-5-3-300 0,4 4-252 16,-4-1-152-16,4-3-272 0,-1 1-96 15,-3-1-284-15,4-3-268 0,0-3-244 16,0-4-816-16,0 1-2109 0,1-7-3039 16,-1-3 6516-16</inkml:trace>
  <inkml:trace contextRef="#ctx0" brushRef="#br0" timeOffset="84501.911">10678 7122 3296 0,'0'0'612'15,"0"0"4408"-15,0 0-2799 0,0 0-589 16,0 0-308-16,0 0-112 0,0 0-176 15,0 0-116-15,0 0-152 0,0 0-88 16,0 0-104-16,-4 82 0 0,4-54 96 0,0 11-72 16,0-2-176-16,4 8-107 15,0-4-1-15,-4 3-60 16,3-2-88-16,1-7-108 0,0-7-60 16,0-5-8-16,5-7-124 15,-2-7-52-15,5 1-116 0,-3-7 31 0,2-3-11 16,1 0-72-16,4-3-88 0,0-7 0 15,0-6-36-15,0-6-136 0,4 0-152 16,-4-3-52-16,0-3 56 0,4 2 44 0,-5-2 76 16,2 1 112-16,-6 2 148 0,2 0 332 0,-5 0 48 15,-1 6 124-15,-3 2 180 0,0 8 100 16,0 6 24-16,-4 3 52 0,0 0 44 16,0 9-76-16,0 7 96 0,0 7 40 15,0 11-116-15,0 4-100 0,0 10-36 0,0 2 96 16,0 8 328-16,0 2-416 15,0 1-204-15,0 2-124 0,0 0 0 0,0-3-4 0,0-2-8 16,0-4 0 0,0-4-4-16,0-5 4 0,-4-3 184 15,0-7 68-15,0-4-67 0,0-6 47 16,-3-3-76-16,3-5-48 0,-5-4-24 0,1-5-20 16,1-4-64-16,-2-4-108 0,-3 0-180 15,5-4-285-15,-1-10-95 16,-1-5-4-16,2-11-248 0,7-1-520 0,0-10-1316 0,0 9-2273 15,3-20-1123-15</inkml:trace>
  <inkml:trace contextRef="#ctx0" brushRef="#br0" timeOffset="84675.326">11355 7711 6308 0,'0'0'5109'0,"0"0"-1957"15,0 0-1412-15,0 0-96 0,43 83-44 16,-35-58-368-16,-3 1-380 0,3 3-435 15,-4-7-381-15,3 0-36 0,-3 1-112 0,0-4-217 16,1-4-315-16,3 1-136 0,-1-3-312 16,-3-4-264-16,4-5-1296 0,1-4-1544 15,6-4-449-15</inkml:trace>
  <inkml:trace contextRef="#ctx0" brushRef="#br0" timeOffset="84886.42">11825 7449 8232 0,'0'0'5109'0,"0"0"-3181"0,0 0-236 0,0 0 204 0,0 0-24 16,0 0-315 0,99 59-309-16,-71-52-500 0,0 0-316 0,4-7-252 0,4 0-180 15,-4-4-256-15,3-6-212 0,-3-2-268 0,5-2-208 16,-9-4-517-16,-9 6-1555 15,-2-8-3588-15</inkml:trace>
  <inkml:trace contextRef="#ctx0" brushRef="#br0" timeOffset="85056.603">12004 7283 4548 0,'0'0'2068'0,"0"0"3009"0,0 0-3033 0,0 73-212 16,0-38 48-16,4 3-228 0,0 7-280 15,0-4-372-15,0 4-319 16,-4-4-353-16,0 1-248 0,0-7-80 0,0-5-108 16,-4-2-416-16,4-4-241 0,0-6-163 15,8-5-332-15,4-7-932 0,-4 1-2628 16,12-7-3169-16</inkml:trace>
  <inkml:trace contextRef="#ctx0" brushRef="#br0" timeOffset="85245.817">12753 7585 12897 0,'0'0'6488'0,"0"0"-5240"0,0 0-688 0,0 0-160 0,0 0-228 16,0 0-108-16,0 0-64 0,0 0-340 0,84-22-624 15,-60 12-368-15,3-2-460 0,-6 2-2976 16,6-3-6209-16</inkml:trace>
  <inkml:trace contextRef="#ctx0" brushRef="#br0" timeOffset="85464.68">13350 7508 3876 0,'0'0'5372'16,"0"0"1293"-16,0 0-4841 0,0 0-628 16,0 0-556-16,0 0-324 0,0 0-68 0,81-5-128 15,-61 1-120-15,-1-3-192 0,1 4-408 16,4-4-172-16,1 3-304 15,3-3-192 1,-1 0-156-16,1 0 28 0,-4 2-368 0,-4 2-393 16,4-4 461-16,-9 3 788 15,-3 2 908-15,-3 2 376 0,-2 0 844 0,1 0 164 16,-4 0-119-16,0 0-277 0,-4 0-232 16,9 0-384-16,-6 0-372 0,5 0-448 15,0 0-936-15,1-10-1561 0</inkml:trace>
  <inkml:trace contextRef="#ctx0" brushRef="#br0" timeOffset="87037.047">15969 7261 1436 0,'0'0'508'15,"0"0"-288"-15,0 0 172 0,0 0 3760 0,0 0-1816 16,0 0-540-16,0 0-343 0,-40-67-37 15,36 61-184-15,-4 0-100 0,4 2-80 0,0 1-124 16,-1 3-160-16,-2 0-120 16,3 0 16-16,-4 0-20 0,-4 10-376 0,-4 9-36 0,0 6 156 15,-4 10 125-15,-4 12-137 0,0 5-76 0,0 2-44 16,5-4-88-16,-1-2-160 0,4-3-8 16,7-14-12-16,2-5 4 0,7-11-40 15,0-9-72-15,0-1-124 0,11-5-68 16,6 0-64-16,3-7-61 0,-1-10-51 15,5 2-60 1,4-11-208-16,-4 1-92 0,1 0 72 0,-2-4 172 16,1 4 80-16,-4 0 76 0,-1 2 152 15,-2 4 132-15,-2 0 164 0,-6 6 112 16,3 4 164-16,-9 2-80 0,5 7 32 16,-3 0 32-16,3 7 360 0,-4 9 8 15,3 2-148-15,1 8-136 16,4 2-72-16,-4 4 128 0,0-3-44 0,1-1-228 0,-2-2-128 15,1-1-332-15,5-9-440 0,-6 0-196 0,1-6-272 0,8-8-1320 16,-8-2-2721-16,4 0-4142 0</inkml:trace>
  <inkml:trace contextRef="#ctx0" brushRef="#br0" timeOffset="87332.391">16284 7464 11717 0,'0'0'2488'0,"0"0"-520"0,0 0-332 0,-21 70-12 31,14-44-376-31,-1-1-324 0,3 0-267 0,1-6-317 16,0-3-248-16,4-4-92 0,0-1-204 15,0-8-320-15,0-3 3 16,8 0 45-16,9 0-72 0,-2-10-64 0,5 1-12 0,0-7 20 16,0-1 112-16,-4 5 232 0,0-1 112 15,-8 4 48-15,0 2 100 0,4 1 120 16,-9 3 128-16,6 3 96 0,-5 0 28 0,4 6 68 15,-1 1-96-15,2 2-36 0,3 4-76 16,-8 2 0-16,3 2-12 0,-2-1-24 16,-1 0-76-16,4-4-120 0,-4 1-180 0,-1-7-532 15,1 1-96-15,0-7-152 0,1 0-344 0,3 0-760 16,-4-7-548-16,7-9-2485 0</inkml:trace>
  <inkml:trace contextRef="#ctx0" brushRef="#br0" timeOffset="87753.626">16698 7219 10957 0,'0'0'2348'0,"0"0"-172"0,-16 105 12 0,7-54-92 0,6 0-244 0,-1 1-627 15,0-12-473-15,0-2-368 16,4-6-248-16,4-10-76 0,4-6-60 0,0-4-36 0,8-7-96 15,0-3-112-15,3-2-132 16,9-9-116-16,0-10-92 0,4-4-133 16,0-2-207-16,0-3-200 0,0-2-132 0,-4 1 116 15,-4-1-100 1,0-3-56-16,-5 2 344 0,2-4 648 0,-6 6 304 16,1 8 408-16,-4 4 252 15,-3 14 188-15,-2 3 32 0,1 9 144 16,0 7 44-16,-3 7-72 0,2 5-64 0,-3 7-44 15,0 7-59-15,4 8-161 0,-4 11-232 16,4 2 36-16,0 5 444 0,-4 1-544 16,-4-3-368-16,0-1-4 0,0-7-48 0,0 3 36 15,0-7-216-15,-4-4 60 16,0-8 156-16,0-3 0 0,-8-8-132 0,0-1 48 0,-4-9-28 16,0-2-20-16,-4-5 36 0,1-10-60 15,-1 1 32-15,-1-5 28 0,6-9-96 16,-5-12-136-16,-1-4-324 0,6-9-165 0,3-8-635 15,0 1-1200-15,4 6-2796 16,8-19-2517-16</inkml:trace>
  <inkml:trace contextRef="#ctx0" brushRef="#br0" timeOffset="88039.242">17383 7836 2504 0,'0'0'10137'0,"0"0"-7725"0,0 0-364 0,0 0-184 0,0 0-296 0,0 0-264 15,24 72-587-15,-24-65-429 16,0 0-280-16,4-7-8 0,-1 0-12 16,2 0-240-16,7 0-52 0,3-11 0 0,6 3 11 15,-1-9 17-15,4 2 20 16,-1 1 0-16,-3 0 36 0,1 0 112 16,-6 9 56-16,5 0 52 0,-4 5 160 0,0 0 228 15,0 5 40-15,-4 0-100 0,0 4-107 16,-5 5-17-16,10 2-120 0,-6-1 0 0,2-2 124 0,-1 2-208 15,-9-4-96-15,5-2-268 0,-3 1-125 16,-1-4-299-16,-4 0-300 16,0 1-956-16,0-4-2436 0,-4 3-3241 0</inkml:trace>
  <inkml:trace contextRef="#ctx0" brushRef="#br0" timeOffset="88790.105">18674 7191 1172 0,'0'0'1684'16,"0"0"520"-16,0 0 944 0,0 0-1480 16,0 0-503-16,0 0 15 15,0 0 200-15,0 0-240 0,0 0-208 0,0 0-124 0,0 0-48 16,-36-22-252-16,20 31-76 15,-4 1-148-15,0 2-60 0,-3 5 44 16,3 4 76-16,-5 2 0 0,6 5 0 0,-5 5-52 16,4 8-72-16,-1 3-24 0,-2 6-124 15,-1 8-72-15,-4 2-60 0,4 1 4 16,0-1 56-16,5-6 72 0,6-7 112 0,9-8-28 0,4-7 188 31,9-11 177-31,6-4-157 0,6-1-84 0,7-10-196 16,7 0-84-16,5-4 0 0,8-2-144 15,3-5-28-15,-2-4-8 0,3-7-124 16,-5 3-209-16,-8-6-59 0,-7 2-208 0,-4-2-300 16,-7 5-564-16,-6-6-1108 15,-6 7-2757-15,-9-9-3195 0</inkml:trace>
  <inkml:trace contextRef="#ctx0" brushRef="#br0" timeOffset="88971.488">18383 7591 4316 0,'0'0'8685'0,"0"0"-6929"0,0 0-196 0,0 0-28 16,84 28-104-16,-48-21-300 0,3-1-240 15,1 0-340-15,4-1-255 0,0-5-197 16,0 0-96-16,3 0-268 0,2-7-301 0,-2-5-259 16,5-2-300-16,-4-5-1116 15,-8 3-2924-15,16-12-4389 0</inkml:trace>
  <inkml:trace contextRef="#ctx0" brushRef="#br0" timeOffset="89194.469">19515 7019 4804 0,'0'0'5832'16,"0"0"-1995"-16,4 70-1909 15,0-25-200-15,0 9 16 16,-4 12-216-16,0 8-327 0,0 5-137 0,0 3-316 15,-12 7-312-15,-1 1-196 0,-2-2-188 16,-1-6-52-16,0-9-120 0,7-12-108 16,6-16-112-16,3-11-180 0,8-14-84 0,8-8 24 15,4-9-208-15,8-9-489 16,4-13-1139-16,-9 1-2612 0,21-24-3273 0</inkml:trace>
  <inkml:trace contextRef="#ctx0" brushRef="#br0" timeOffset="89416.088">20077 7336 11025 0,'0'0'6840'16,"0"0"-5668"-16,0 0-608 15,-109 42-12-15,62-20 424 0,-5 2-259 0,-4 6-305 16,5 2-192-16,-5 0-220 0,8 6-52 0,1 0-8 16,6 0 0-16,5 1-24 15,8-2 84-15,13-4 0 0,2-5 84 16,13-6-36-16,0 4-36 0,13-7 0 0,2 2 0 15,13 0-12-15,8-3-120 0,5-3-136 16,6-1-73-16,5-3-95 0,8 3 24 0,-4-4-52 0,0-1-1020 16,-13 0-1584-16,9 1-3745 0</inkml:trace>
  <inkml:trace contextRef="#ctx0" brushRef="#br0" timeOffset="91426.936">10908 10169 3400 0,'0'0'1236'16,"0"0"4468"-16,0 0-4039 16,0 0 107-16,0 0-756 15,-91-16 380-15,79 16-480 0,-4 0 372 16,4 6-316-16,1 7-164 0,-6 9-148 0,2 8-64 16,-6 10-99-16,1 11-85 0,5 13 12 15,-2 8 144-15,2 2-72 0,2 2-204 16,2-3-136-16,7-6-156 0,0-14-152 15,4-4-8-15,0-18-128 0,8-9-256 16,3-12-132-16,10-10-165 0,7-6-499 0,7-18-748 16,5-9-1680-16,4-6-565 0,-12 4-2063 0,15-16 2980 15</inkml:trace>
  <inkml:trace contextRef="#ctx0" brushRef="#br0" timeOffset="91693.56">11096 10541 196 0,'0'0'11689'0,"0"0"-8533"0,0 0-1012 0,27 88-448 16,-19-55-44-1,1-2-335-15,-1-6-201 0,-5-6-356 16,5-6-300-16,1-10-184 0,2-3-276 0,10-6-168 16,-2-10-148-16,5-6-44 0,4-6-148 15,-4-7-96-15,4 0-113 0,-8-4-87 16,0 4-88-16,-9 4 96 0,-2 1-88 16,-5 9 304-16,-4 2 516 0,0 7 64 15,-9 6 296-15,-6-1 420 0,-5 7-52 0,0 0-16 0,-4 2-280 16,0 11-64-16,4 7-84 0,0 2 12 15,4 6 12 1,1 4 36-16,7-1-27 0,-1-2 3 0,1 1-256 0,8-9 0 16,-3-2-573-16,3-6-251 15,0-1-192-15,0-2-260 0,7-7-832 16,1-3-2440-16,1-3-1453 0,2-7 1285 0</inkml:trace>
  <inkml:trace contextRef="#ctx0" brushRef="#br0" timeOffset="91961.437">11558 10411 6672 0,'0'0'5093'16,"0"0"-2249"-16,0 0-1624 0,0 0 60 0,16 89 352 0,-16-61-208 16,-4 3-256-1,0-2-267-15,0-6-321 0,4-5-400 0,0-1-180 16,0-8-172-16,0-2-216 0,0-4-156 16,4-3 35-16,4-3 117 0,0-10-120 15,3-4-124-15,6-4 48 0,-2-2 132 0,-2 4-380 16,2 0-120-16,-2 6 180 15,-2 4 448-15,2 9 328 0,-5 0 356 0,-1 6 292 16,-3 10 120-16,4 3-84 0,-3 6-96 0,-1 1-216 16,-4 0-252-16,7-1-44 0,-3 0-72 0,0-3-4 15,0 1-12-15,1-7-224 0,-5-1-464 16,0-2-440-16,0-6-824 0,0-5-3249 16,0 3-3819-16,-5-10 8096 0</inkml:trace>
  <inkml:trace contextRef="#ctx0" brushRef="#br0" timeOffset="92331.872">12120 10043 7948 0,'0'0'5617'16,"8"63"-3981"-16,-8-22-896 0,0 11 264 0,-4 7 620 15,0 8-188-15,-1-4-300 0,2 7-347 16,3-3-329-16,0-4-156 15,0-2-124-15,8-7-180 0,-4-7-116 0,4-5-100 0,0-10-112 16,4-7-73-16,-4-6-63 0,7-6 100 16,-2-4 192-16,-2-6-8 0,2-3-16 15,-5 0-232-15,-1 0-160 0,-7-10-76 16,0 1-76-16,0-7-240 0,-4-6-1116 0,-7-7-1896 0,-2-6-2173 16,-2 7 3533-16,-13-23 792 0</inkml:trace>
  <inkml:trace contextRef="#ctx0" brushRef="#br0" timeOffset="92493.664">11877 10379 3828 0,'0'0'8517'16,"0"0"-6593"-16,0 0-1116 0,0 0 24 16,0 0 656-16,0 0 132 0,28 72-200 0,-1-58-324 15,5-5-331-15,5-7-233 16,2 3-204-16,1-5-304 0,0-5-24 0,-4-3-316 16,-4 2-288-16,0-1-321 0,-1 1-367 15,1 0-748-15,-4 2-1012 0,-4 1-5069 16,0 3 1373-1</inkml:trace>
  <inkml:trace contextRef="#ctx0" brushRef="#br0" timeOffset="92765.14">12399 10443 7688 0,'0'0'4865'0,"0"0"-2813"0,0 0-1132 0,0 0 72 0,96 44 524 16,-68-25-100-16,3 0-316 0,-7 3-380 0,0 3-380 15,-4-3-240-15,-5 8-40 0,-6-5 25 16,-1 7-85-16,-8-1-109 0,0 4-15 0,-4 3-92 16,-9-3-40-16,-2 0 156 0,-1-3 92 15,0-7 8-15,4-3 160 16,4-9 144 0,4-7 37-16,4-2-49 0,0-4-88 15,0-4 40-15,4-8-64 0,0-11-180 0,8-8-60 16,4-7-96-16,4-7-232 0,4-2-245 15,8 2-267-15,0 7-252 0,3 3-336 16,-3 7-472-16,-4 9-1904 0,8 3-2465 0</inkml:trace>
  <inkml:trace contextRef="#ctx0" brushRef="#br0" timeOffset="93122.767">13084 10585 6976 0,'0'0'10369'16,"0"0"-8285"-16,0 0-1164 0,0 0-240 0,-52 83 112 0,48-61-135 16,4 0-285-16,0 0-164 0,0 3-208 15,0 1-76 1,0-4 4-16,0-5-4 0,0-2-32 16,0-8-84-16,4-2 80 0,-4-5-32 15,4 0-184-15,5-2-73 0,-2-8 25 16,1-5 20-16,0-5-44 0,8-2-140 15,-4-3-20-15,0 2-228 0,4 1 168 16,-4 6 436-16,-4 7 184 0,4 3 176 16,-5 6 232-16,-2 0 220 0,3 2 108 15,0 5 96-15,-1 6-172 0,2-1-224 0,-1 4-167 16,-1 0-85-16,1-4-28 0,1 1-152 16,-2-3-4-16,5-3-220 15,1-4-265-15,2-3-39 0,1 0-120 0,0-3-276 0,4-4-408 0,-1-3-1396 16,-6 2-3217-16,2-3-2235 0</inkml:trace>
  <inkml:trace contextRef="#ctx0" brushRef="#br0" timeOffset="93564.445">13733 10471 5076 0,'0'0'9481'16,"0"0"-5585"-16,0 0-3108 0,-83 54-432 0,55-29 48 0,4 3 184 16,-4 12 92-16,0 4-156 0,4 3-63 15,8 1-61-15,8-1 48 0,8-5-36 0,4-12-100 16,16-3-80-16,1-8-220 0,7-10-12 16,-1-6-280-16,4-3-120 0,1-9 52 15,1-10 8-15,-1-13-24 0,0-3-60 0,-5-5-109 16,1-6-175-16,0 2-36 0,-4-3-80 15,0-4 48-15,4-3-176 16,-9-3-412-16,2-7-476 0,-5-3 284 0,-1 1 684 0,-7-1 512 31,1 3 360-31,-5 7 312 0,-4 13 496 0,3 9 224 16,-3 16 72-16,0 9 132 0,0 10-20 16,0 0-16-16,0 13-80 0,4 6-176 0,-4 10-276 15,0 6-216-15,0 9-3 16,0 8 87-16,-4 0 80 0,1 6-168 0,-6-1-184 15,5 3-168-15,-4-5-96 0,-3-5-88 16,2-5-372-16,5-10-276 0,0-10-137 0,4-10-27 16,0-4-164-16,8-11-548 0,8-4-1136 15,5-11-2181-15,-6-2-1179 16,17-15 2628-16</inkml:trace>
  <inkml:trace contextRef="#ctx0" brushRef="#br0" timeOffset="93688.94">14252 10483 5440 0,'0'0'5236'0,"0"0"-1071"0,7 83-3309 0,-11-45-288 0,1 7-68 15,-6-1 232-15,5-3 480 16,-4 1-328-16,1-11-432 16,3-8-452-16,-5-7-480 0,5-7-148 15,0-9-196-15,1 0-456 0,-5-4-1632 0,0-15-4457 16</inkml:trace>
  <inkml:trace contextRef="#ctx0" brushRef="#br0" timeOffset="93833.579">14220 10413 10949 0,'0'0'8624'0,"0"0"-7172"0,0 0-708 31,0 0 93-31,0 0-341 0,0 0-292 0,91 52-204 0,-75-52-224 16,4 0-552-16,-1-3-425 0,2-4-807 0,3 1-3260 16,-4 0-6329-16,7 2 9366 0</inkml:trace>
  <inkml:trace contextRef="#ctx0" brushRef="#br0" timeOffset="94002.274">14830 10471 13317 0,'0'0'3008'0,"0"0"-1116"0,-81 73-272 0,46-29-424 15,-1 0-235-15,4 7-13 32,8-6-368-32,4-1-280 0,8-9-300 15,8-3-124-15,4-9-32 0,4-9-160 0,12-3-8 16,0-5 80-16,3-6-288 0,6-6-185 0,3-7-367 15,0-10-772-15,-4 2-2748 0,-5 2-3849 0</inkml:trace>
  <inkml:trace contextRef="#ctx0" brushRef="#br0" timeOffset="94535.119">15483 9944 1448 0,'0'0'820'16,"0"0"1880"-16,0 0 1412 0,0 0-2612 15,0 0-59-15,0 0 91 0,-28 73-48 0,28-58-112 16,0 8-116 0,0 5-92-16,0 7-136 0,4 10-76 15,-4 10-124-15,4 3-255 0,-4 13-233 0,3 6-124 16,-3-1-44-16,0 2-4 16,0-5-24-16,0-6-92 0,0-7-52 15,0-12-48-15,0-6-12 0,0-14-36 0,0-6-84 16,4-9 20-16,0-7 40 15,5-2-76-15,-5-4-128 0,3-7-177 0,1-5-203 0,-3-4-248 16,3-7-376-16,-5-2-468 16,-3-1-948-16,0 1-2353 0,-7 7-2355 0,-17-14 7388 15</inkml:trace>
  <inkml:trace contextRef="#ctx0" brushRef="#br0" timeOffset="94688.232">15120 10500 3756 0,'0'0'7409'0,"0"0"-5845"0,0 0-428 0,0 0-100 0,0 0 528 15,0 0-320-15,0 0 112 0,0 0-252 16,92 12-228-16,-49-12-328 0,13 0-195 0,-4 0-73 16,4-6-196-16,-1-4-84 0,1-3-352 15,0 1-233-15,-4-4-387 16,-5 4-388-16,-11-2-1268 0,9-2-4537 0</inkml:trace>
  <inkml:trace contextRef="#ctx0" brushRef="#br0" timeOffset="95054.38">17017 10432 4864 0,'0'0'8745'0,"0"0"-6785"0,0 0-716 0,0 0-324 0,0 0 300 16,119 55-40-16,-67-39-132 15,4-4-111-15,7 1-345 0,-3-7-324 0,4-3-136 16,-4-3-132-16,-4-3-224 0,-5-9-312 16,-7-7-301-16,-8-3-319 0,-4-4-736 15,-16 7-2340-15,0-16-3377 0</inkml:trace>
  <inkml:trace contextRef="#ctx0" brushRef="#br0" timeOffset="95248.076">17511 10159 1812 0,'0'0'11073'0,"-20"67"-7045"0,8-25-3024 0,3 8-64 0,6 8 652 15,-1 2 77-15,4-3-289 16,0-6-596-16,4-3-460 0,3-8-324 16,6-7-120-16,-2-5-288 0,6-9-256 15,2-3-184-15,5-10-209 0,4-6-627 16,4-6-1240-16,0-7-3032 0,-8-2-3861 15,12-14 9805-15</inkml:trace>
  <inkml:trace contextRef="#ctx0" brushRef="#br0" timeOffset="95462.455">17981 10759 14709 0,'0'0'3904'16,"0"0"-3336"-16,0 0-140 0,0 0 564 0,0 0 28 16,0 0-207-16,84 61-289 15,-57-80-512-15,9-6-12 0,0-10-316 16,0-6-96-16,0-1-257 0,-1 2-35 0,-11 0 276 15,1 6 160-15,-10 5-28 0,-11 4 296 16,-4 6 88 0,-8 3 448-16,-7 7 12 0,-9 2-60 15,-8 4-244-15,0 3-111 0,-8 13-89 0,0 3-44 16,-4 2-48-16,5 8-49 16,-6-1-135-16,6 0-340 0,-1 1-328 15,0-4-832-15,16-3-3088 0,-16 10-4929 0</inkml:trace>
  <inkml:trace contextRef="#ctx0" brushRef="#br0" timeOffset="105683.828">19742 10271 11761 0,'0'0'4352'0,"0"0"-3088"0,0 0-164 0,0 0 192 0,0 0-388 31,0 0 80-31,0 0-267 0,67 101-221 16,-50-60-156-16,-2 8-72 0,2-5-64 0,-10 3-24 0,1-1-168 16,-4-9 76-16,-4-2-88 0,0-6-96 0,0-7-60 15,0-10-84-15,5-2 20 0,-5-4-68 16,4-6-52-16,3 0 0 0,1-3 0 15,4-7 59-15,0-5-71 0,3-4-60 16,-2-1-40-16,2-5 0 0,2 3 48 0,-6-7 60 16,2 4 220-1,-1 2 100-15,-9-2 24 0,1 9 112 16,0 1 144-16,1 5 16 0,-5 4-40 16,0 2-36-16,0 4-24 0,0 0-172 15,4 10-36-15,-4 3 36 0,0-1 52 16,0 11 192-16,-4-5-124 0,-1 1 40 15,1 2-28-15,0-9-120 0,4-5-12 0,0-7-168 16,0 0 76-16,8-7 92 0,9-5 76 16,3-5-76-16,3-6-244 0,1-2-24 0,4 0-40 15,-4 3 112-15,-5 3 76 0,2 6 52 16,-1 7 60-16,-8 6 16 0,0 0 84 16,0 2 16-16,-5 12 260 15,1 2-52-15,1 3 112 0,-5-1-148 0,3 5 144 0,-3 2-155 0,0-3-49 16,1 1 20-16,-1-2-44 15,-4 2-40-15,0-4-24 0,0 0-36 0,0-3-96 0,0 0-112 16,-4-4-92-16,-1-2-136 16,5-4-341-16,-4 0-147 0,0-1-232 15,4-3-1048-15,0-2-2744 0,0-7-2897 0</inkml:trace>
  <inkml:trace contextRef="#ctx0" brushRef="#br0" timeOffset="105851.796">20610 10481 7504 0,'0'0'6193'0,"0"0"-5177"0,0 0-312 15,-15 85 1016-15,6-52-64 0,1-6-292 0,1 2-376 16,3-3-416-16,0-7-572 0,4-1-28 0,0-5-176 16,0-7-248-16,0-2-400 0,4-4-68 15,0 0-448-15,-1-7-1660 0,-3-12-4469 0</inkml:trace>
  <inkml:trace contextRef="#ctx0" brushRef="#br0" timeOffset="106003.58">20567 10220 11237 0,'0'0'2800'0,"0"0"-1912"15,0 0 168-15,0 0 532 0,91-19-676 0,-59 19-872 16,0-2-40-16,0 2-508 0,0 0-796 15,3 0-872-15,-10 0-3081 0,6 2-3703 16</inkml:trace>
  <inkml:trace contextRef="#ctx0" brushRef="#br0" timeOffset="106321.998">20941 10458 4288 0,'0'0'5504'15,"0"0"-3031"-15,-24 70-1185 0,20-45 812 0,4 4-100 16,-4 0-348-16,4-8-476 0,0 2-420 0,0-4-608 0,0-6-148 15,4 0-148-15,0-4 76 0,0-3 12 0,-4-3-4 16,4 1-56-16,-4-4-52 0,5 0-60 16,-2-4-48-16,5-2 24 0,0-3 0 15,4-4-40-15,4-6 40 0,4-1 60 16,-5-2 72-16,6 0-12 16,-6 0 64-16,5 3 20 15,-3 3 52-15,-6 3 88 0,1 7 120 0,1 6 148 16,-10 0 0-16,5 3-48 0,-8 10 44 15,4-1 52-15,0 5 8 16,-4 1-120-16,0-1-24 0,0 1-120 0,0-4-87 16,0-2-61-16,0-5-121 0,0 2-147 15,0-6-136-15,5-3-264 0,-5 0-164 16,4-3-264-16,-1-6-1168 0,1 2-2196 0,8-16-2333 0</inkml:trace>
  <inkml:trace contextRef="#ctx0" brushRef="#br0" timeOffset="106484.635">21407 10483 5884 0,'0'0'7445'0,"0"0"-5873"16,0 0-616-1,13 67 980-15,-13-45-24 0,0 0-292 0,0 2-403 16,0-6-505-16,0-3-412 0,-5-1-300 16,5-5-160-16,-4 0-116 0,4-5-316 0,-4-1-197 15,0-3-99-15,0 0-520 16,-3-7-1536-16,-2 0-3737 0</inkml:trace>
  <inkml:trace contextRef="#ctx0" brushRef="#br0" timeOffset="106632.249">21343 10232 10256 0,'0'0'5389'16,"0"0"-4949"-16,0 0 324 0,0 0 504 0,84-14-380 0,-56 9-312 15,4 5-576-15,0-2-160 0,0 2-872 16,0-4-980-16,-4 4-2688 0,4-3-2941 31</inkml:trace>
  <inkml:trace contextRef="#ctx0" brushRef="#br0" timeOffset="107254.664">21897 10541 5440 0,'0'0'4048'16,"0"0"-1135"-16,0 0-1165 0,0 0-740 16,0 0 92-16,0 0 44 15,0 0-264-15,0 0-348 16,0 0-176-16,-24 83-36 0,20-61-76 16,0-6-208-16,4-2-36 0,0 0-208 0,4-8 0 15,4 1 0-15,1-7 60 0,2 0 72 16,1 0-48-16,4-10-72 0,0-7-160 15,4 3-116-15,0-5-36 0,-1 0 172 16,2-4 64-16,3 0 124 0,0 4 144 0,-1 4 8 0,-3 5 68 16,1 4 164-16,-6 3 176 0,2 3-16 15,-10 9-112-15,1 4 12 0,-4 3 16 16,-4 6 20-16,0 0-52 0,0 0-32 16,-4 4 32-16,-4 0-32 15,1-4 116-15,-2-3 76 0,5-4-256 0,0-5-148 0,0-4-36 16,4-2 0-16,0-4 12 0,0 0-12 0,8-7-48 15,8 1 36-15,0-7-100 0,8-3 112 16,4 4-204-16,0-4-68 0,-4 3-68 16,-1 4-4-16,-3 2 0 0,-7 4-24 31,-1 3 60-31,-5 0 112 0,-3 3 196 16,0 7 60-16,1-2 100 0,-5 6 40 0,0-4 32 15,4 2 0-15,-4 1-108 0,7-4-124 0,-3 1-184 16,4-4-148-16,5 1-320 0,-2-5-1352 15,1-2-2368-15,12-2-3341 0</inkml:trace>
  <inkml:trace contextRef="#ctx0" brushRef="#br0" timeOffset="107554.154">22754 10588 1828 0,'0'0'9713'16,"0"0"-7105"-16,0 0-1308 0,0 0 232 15,0 0 76-15,-99 86-232 0,78-64-412 16,5 0-260-16,1-6-203 0,7-3-309 15,4-7-144-15,4 0-36 0,0-6-12 0,0 0-64 16,8 0-56 0,3 0-36-16,6-6 20 0,-2-3-157 15,5-4-191-15,1 0-164 0,2 1 88 16,-3 2-104-16,-4 4 52 0,4 3 228 0,-4 3 200 16,-4 0 184-16,-1 3 0 15,-2 3 404-15,-5 1 176 0,0 2-76 16,0-3-100-16,-1 4-76 0,-3-4-96 0,4-3-72 0,-4 1-136 15,0-1-24-15,0-3-108 0,4 0-100 16,5-3-332-16,-1-4-60 0,3-9-396 16,6 1-1348-16,-10-1-2632 0,14-9-2585 0</inkml:trace>
  <inkml:trace contextRef="#ctx0" brushRef="#br0" timeOffset="107761.819">23276 9887 1160 0,'0'0'9572'16,"0"0"-7299"-16,0 0-581 0,0 0 32 0,0 85-216 15,0-46-264-15,0 7-156 16,0 3-256-16,-4 4-140 0,0 8-147 0,-4 0-229 0,0 2-112 16,0 0-44-16,-8-2-160 15,4-1-64-15,-4-6-96 0,8-4-228 0,0-8 64 16,5-13-237-16,3-7-219 0,0-10-208 0,7-8-352 15,9-4-1128-15,-4-4-1728 0,16-21-2089 0</inkml:trace>
  <inkml:trace contextRef="#ctx0" brushRef="#br0" timeOffset="107895.055">23459 10566 7008 0,'0'0'8301'0,"0"0"-7041"0,0 0-612 0,-31 80 528 0,18-55 188 0,1-6-180 15,1 0-456-15,2-3-423 0,5-7-305 0,0-2-193 16,4-4-331-16,0-3 24 15,0 0-208-15,0-3-444 0,0-4-704 16,-3-12-4020-16</inkml:trace>
  <inkml:trace contextRef="#ctx0" brushRef="#br0" timeOffset="108053.094">23232 10353 1264 0,'0'0'10309'0,"0"0"-8061"0,0 0-364 0,0 0 16 0,80-3-812 31,-52 3-660-31,4-3-416 0,-1-3-12 0,5-1-476 0,0 1-612 16,-4 0-652-16,-4-1-2608 0,3-2-2673 0</inkml:trace>
  <inkml:trace contextRef="#ctx0" brushRef="#br0" timeOffset="108998.091">23961 9868 1304 0,'0'0'7944'0,"0"0"-5171"0,0 0-1137 0,0 0-368 15,0 69 40-15,0-21-72 0,0 6-308 16,-8 10-240-16,5 2-60 0,-6 4-152 16,1 3 12-16,0 3 132 0,1-2 61 0,-2-5-293 15,1-6-192-15,4-11-196 0,4-8-120 16,0-9-48-16,0-13-36 16,0-3 80-16,8-9-45 0,-8-4-183 0,4-3-172 15,-4-3-184-15,0 0-176 16,0 0-260-16,-12-7-824 0,5 1-2280 15,-17-7-2297-15</inkml:trace>
  <inkml:trace contextRef="#ctx0" brushRef="#br0" timeOffset="109142.835">23607 10599 2896 0,'0'0'8361'0,"0"0"-6373"0,0 0-692 0,0 0 152 16,0 0-84-16,0 0-228 0,0 0-152 16,99-7-360-1,-59 3-388-15,3-6-140 0,6-2-96 0,-1-1-72 0,-5-3-368 16,6 1-468-16,-6-4-216 0,-7 3-432 15,3 0-1352-15,-7 3-2349 0,-8 6-1567 16</inkml:trace>
  <inkml:trace contextRef="#ctx0" brushRef="#br0" timeOffset="109453.784">24161 10599 4020 0,'0'0'224'0,"-24"63"7089"16,11-35-5213-16,2 4-732 0,-1-1-84 0,3-2 88 16,5-4-116-16,1-6-384 0,3-2-320 15,7-9-104-15,10 3-152 0,2-8-104 16,5 0-192-16,4-3 0 0,4 0-244 0,0 0-168 15,4-3-152-15,0 3 16 0,-4 0 104 16,-5 9 52-16,1 7 108 0,-8 3 284 16,-3 6 60-16,-6 5 224 0,-3 1 48 15,-4 4 24-15,-4 0-60 0,0 3 32 0,0 0-132 16,0-1 36-16,0-1-60 0,0-2-12 16,0 1 92-16,-8-3-44 0,-7-3-108 15,-2-1-28-15,-11-3 24 0,0 1 0 0,-4-6 40 16,1-5 9-16,3-2 15 15,0-6-16-15,8-7 76 16,0 0 200-16,9-7 128 16,2-6-300-16,5-12-248 0,4-7-192 0,4-9-208 15,12-7-48-15,8-6-36 0,8-7-53 16,4 5-167-16,11 2-40 0,5-1-100 16,4 8-1420-16,-12 12-2516 0,32-12-2869 0</inkml:trace>
  <inkml:trace contextRef="#ctx0" brushRef="#br0" timeOffset="109815.862">26145 10604 4272 0,'0'0'9281'0,"0"0"-7005"0,-104 72-512 0,73-39-148 0,-6 5-256 16,14 0-59-16,6-5-441 15,13-5-388-15,4-6-264 0,4-7-4 16,8-2-152 0,12-3-52-16,4-10-108 0,8 0-24 15,4-6-76-15,0-11-56 0,-1-1-136 0,1-4-124 16,-3-3-93-16,-6-1-103 0,-7 0-124 16,-8 1-260-16,-4 2-132 0,-9 1-128 15,-3 2 72-15,-7 6 684 0,-9-2 200 16,-4-1 408-16,0 6 140 0,0-3 268 15,0 4 96-15,0 4-48 0,8 6 8 0,-3 0-188 0,2 6 80 16,-2 7 92-16,2 4-124 16,6 2-64-16,-1-4-260 0,8-2-136 0,0 3-736 0,4-7-716 15,11 1-2497-15,-2-7-1499 16,19-3 377-16</inkml:trace>
  <inkml:trace contextRef="#ctx0" brushRef="#br0" timeOffset="109920.024">26380 10674 1944 0,'0'0'1864'0,"0"0"3236"0,103-9-2147 16,-63 6-465-16,4 3-380 0,0-4-396 15,-5-5-468-15,9-1-572 0,-4-5-376 16,4-5-296-16,-4-6-76 0,4 1-340 16,-5-6-836-16,-11 9-928 0,9-20-3885 0</inkml:trace>
  <inkml:trace contextRef="#ctx0" brushRef="#br0" timeOffset="110159.708">26802 10281 2508 0,'0'0'4256'0,"0"0"653"0,0 0-3257 0,-40 85-28 15,40-47 172-15,0 4-72 0,0 5-272 0,0 7-404 16,0 10-268-16,0 8-247 16,0 11-121-16,0 9 96 0,4 3 316 0,9 3 188 15,-2-2-760-15,9 0-204 0,0-11-48 16,0-5-48-16,4-14-24 0,-1-12-96 16,-6-13-184-16,-6-9-8 0,-2-15 60 0,-9-9-64 15,0-4-36-15,-5-4 52 0,-10-4 176 16,-10-8-44-16,-2-7-136 15,-9-7-85-15,-8-2-391 0,0-7-432 0,-7-6-276 16,-1-1-292 0,-4-3-764-16,16 14-1573 0,-16-20-3879 15</inkml:trace>
  <inkml:trace contextRef="#ctx0" brushRef="#br0" timeOffset="110698.011">27993 10506 6748 0,'0'0'1608'15,"0"0"2845"1,0 0-2645-16,0 0-260 0,0 0-52 15,0 0-284-15,0 0-440 0,0 0-344 16,-95 3 36-16,67 29-96 0,-4 9-16 0,0 9 453 16,0 1 43-16,0 3-208 0,12-2 24 15,5-5 0-15,11-12-364 0,4-3-156 16,11-13-144-16,17-7-4 0,8-5-116 0,8-7-24 16,8-16-244-16,7-9-176 15,5-10-140-15,-4-6-32 0,-4-1-297 16,-4-3-267-16,-5 1-248 0,-7-3-320 0,-3-5-448 0,-10-1-232 15,-3-7 243-15,-4-1 777 0,-1-6 772 0,-6-3 420 16,-2-2-132-16,-2-2 116 16,-1 5 340-16,0 2 12 0,-5 13 1040 0,5 10 904 15,-3 12-119-15,-1 16 35 0,0 10-300 16,-4 6-764-16,3 0-280 0,1 8 340 16,0 11 212-16,0 8-68 15,-4 4 56-15,0 4-28 0,-4 9-204 16,0 7-191-16,-3 7-89 0,-6 5 12 0,2 3-144 0,-5 5-168 15,4 1-148-15,-4 5-92 0,7-4-4 16,-2 1-4-16,-1-9-240 16,4-4-128-16,0-4-244 0,0-7-64 15,8-11-281-15,0-4-343 0,4-13-552 16,4-10-740-16,4-5-2365 0,8-9-5507 0</inkml:trace>
  <inkml:trace contextRef="#ctx0" brushRef="#br0" timeOffset="110856.687">28723 10928 13401 0,'0'0'4388'16,"0"0"-3892"-16,0 0-28 15,-28 73 832-15,24-54-164 0,-1-2-780 16,5-3-356-16,0 3-656 0,9-4-200 0,2-1-136 16,2 1-876-16,-2-7-2536 0,1 7-413 15</inkml:trace>
  <inkml:trace contextRef="#ctx0" brushRef="#br0" timeOffset="111018.034">29376 11372 16729 0,'0'0'5785'15,"0"0"-4481"-15,0 0-508 0,0 0 144 16,0 0-528-16,0 0-412 0,0 0-316 0,0 0-272 15,-84-12-232-15,60 5-184 16,-8 4-961-16,9 0-2759 0,-33 0-6409 0</inkml:trace>
  <inkml:trace contextRef="#ctx0" brushRef="#br0" timeOffset="115949.321">2091 13471 8928 0,'0'4'6101'0,"0"-4"-4653"0,0 0-976 0,0 2 176 15,0-2 388-15,8 4 120 0,8-1-56 16,12 3-224-16,8 1-415 0,8-1-229 0,12 3 92 15,-1-2 16-15,9-4 192 16,0 0-220-16,3 0-308 0,-3-3-4 0,-4-3-144 16,4 0-108-16,-8-7 68 0,-4 4-92 15,-9-3-136-15,-3-1-72 0,-4 4-609 0,-13 0-1035 16,-6-1-2064-16,-9 7-2569 0</inkml:trace>
  <inkml:trace contextRef="#ctx0" brushRef="#br0" timeOffset="116128.458">2235 13964 5868 0,'0'0'1960'0,"0"0"3933"16,0 0-5173-16,0 0-708 0,0 0 708 16,0 0 376-16,92 47-100 0,-45-47-436 15,5-6-264-15,4-8-172 0,-1-5-124 0,-3-2-112 16,-4-8-408-16,-8 1-424 0,-8-4-716 15,-8-3-1588-15,-9 10-4685 0</inkml:trace>
  <inkml:trace contextRef="#ctx0" brushRef="#br0" timeOffset="116397.015">2394 13258 5836 0,'0'0'7017'0,"0"0"-5769"0,79 23-552 0,-38-11 768 0,2 7-256 16,6-3-504-16,-2 3-320 15,1 3-124-15,-4 4-256 0,0 2-4 0,-8 4-64 16,-5 3 16-16,-11 3-64 0,-4 6-120 0,-8 11 108 16,-8 2 124-16,-4 6 68 0,-8 1-60 15,-12 2 44-15,0-2-48 0,-8 0-4 16,4-7-12-16,0-3-100 0,0-4-36 15,5-8-112-15,3-7-12 0,4-10-276 0,8-6-292 16,0-12-1100-16,4-11-3545 0</inkml:trace>
  <inkml:trace contextRef="#ctx0" brushRef="#br0" timeOffset="117105.484">3764 12668 4164 0,'0'0'8181'15,"0"0"-5989"-15,0 0-1372 16,0 0 212-16,0 0 632 0,88 66-220 0,-67-21-504 16,3 6-320-16,-5 16-132 0,1 5-63 15,-4 8-25-15,0 5-108 0,-1 2-12 0,-2 1-100 16,-5 1-24-16,-4 0-84 0,-1-4-68 15,-3 5-4-15,0-8 0 16,-3-3-120-16,-1-8 24 0,-4-12 0 16,-1-14-60-16,2-10 8 0,-5-9-68 15,4-11-112-15,0-5-85 0,0-7 13 16,0-3 56-16,0-3-20 0,4-13-124 0,-4-9 36 16,4-10-100-16,0-9 220 0,4-8 160 15,0-2-76-15,8 1 160 0,8-1 84 16,4 6 4-16,4 7 208 0,4 6 184 0,4 3-120 15,-1 7-64-15,1 6-48 0,0 7 36 16,-4 1-12-16,0 11-112 0,-13 0 40 16,2 4-52-16,-9 5 76 0,-5 8 96 15,-3 1-100-15,-3 8 4 0,-9 5-112 0,-4 1-24 16,-4 2-124-16,-8-1-8 0,4-1-4 16,-4-5 136-1,4-4 52-15,1-4 24 0,3-3 44 16,-1-7-48-16,6-2-8 0,6-4-64 0,5 0 4 15,1-3-4-15,3 0-220 16,0 3-160-16,7 0 100 0,6 4 84 0,7 6 196 16,3 2 108-16,9 5 16 0,0 1 196 15,0 3 56-15,0 1-60 0,4-4-60 16,-4 5-36-16,0-1 108 0,0 1-127 0,-4-4-201 0,4 0-108 16,-4-6-537-1,3-4-267-15,1-1-460 0,0-5-1232 16,-9-4-2516-16,9-2-2845 0</inkml:trace>
  <inkml:trace contextRef="#ctx0" brushRef="#br0" timeOffset="117312.677">4793 13583 8552 0,'0'0'9093'16,"0"0"-8017"-16,0 0-744 0,0 0 464 15,0 0 668-15,99 12-319 16,-71-12-553-16,0 0-416 0,4 0-176 16,-4-6-156-16,0 3-524 0,-5-4-253 0,-2 4-251 15,-10 3-1100-15,-2 0-3592 16,-9 10-5805-16</inkml:trace>
  <inkml:trace contextRef="#ctx0" brushRef="#br0" timeOffset="117450.266">4793 13906 7596 0,'0'0'6001'0,"0"0"-4721"16,0 0-764-16,0 0 644 0,0 0 268 0,0 0-244 15,99 26-536-15,-67-26-404 0,4-7-244 16,0 1-268-16,-1-4-384 0,2 0-356 0,-14 5-832 16,13 1-3084-16</inkml:trace>
  <inkml:trace contextRef="#ctx0" brushRef="#br0" timeOffset="118214.988">6354 13558 5440 0,'0'0'2356'0,"0"0"3461"0,0 0-4737 0,0 0-188 16,0 0 392-16,-75-49-8 0,58 43-132 15,2 3-456-15,-1 0-248 0,0 3-172 0,4 3-120 16,0 6-4-16,-3 10 4 16,2 13-16-16,2 6 52 0,2 13 8 15,-3 3 65-15,5 7 155 0,-1-2 84 0,-1-5-156 16,5-6-188-16,0-7-152 15,1-9-48-15,3-9-72 0,0-11-108 16,3-9-208-16,5-3 24 0,5-3 55 0,6-9-127 16,5-7-40-16,-4-11-344 0,4-1-136 15,-4-4-244-15,0 3 140 0,-1 1 440 16,-2 2 212-16,-1 4 180 0,-4 2 64 0,-1 8 212 0,-2 5 48 16,-1 4 180-16,-4 6 276 15,-1 0 36-15,5 6 112 0,-4 6-28 0,5 5 44 16,-5 8-152-16,-1 3-12 0,5 11-108 15,1 2 44-15,-1 9 232 0,3 8-16 0,-3 8-95 16,1 4 107-16,-2 4-196 0,-7-1-244 16,0 3-72-16,4 3-68 0,-4-3-88 0,4-6-52 15,0-3-132-15,0-13-152 0,1-12-116 16,-2-14-68-16,5-12-221 0,0-13-283 31,-1-3-424-31,2-16-336 0,3-1-1432 16,-1-20-4297-16</inkml:trace>
  <inkml:trace contextRef="#ctx0" brushRef="#br0" timeOffset="118383.136">6653 14246 5944 0,'0'0'7861'0,"0"0"-6797"0,0 0-472 0,0 63 816 16,0-31 128-16,0-1-516 0,0 5-616 0,4-4-148 15,4-1-72-15,1-2-184 0,-2-1-48 16,1-3-504-16,0-1-504 0,0-6-404 15,0-8-1268-15,0-7-3465 0</inkml:trace>
  <inkml:trace contextRef="#ctx0" brushRef="#br0" timeOffset="118721.636">7123 13516 288 0,'0'0'220'0,"0"0"10233"0,0 0-8477 0,0 0-956 16,0 0-120-16,0 0 420 15,0 0-268-15,0 0-136 0,-75 48-224 0,62-10-152 16,2 6-40-16,-1 4 16 0,3 2-28 15,2 4-76-15,-1 3-48 0,0 0-95 32,5 3-37-32,-2 1-144 0,1 0-88 0,4-2-120 0,0-4-52 0,4-8-289 31,8-5-123-31,4-7-88 0,4-7-60 0,0-2-8 0,3-10-668 16,5-4-1164-16,-4-5-2357 15,-3-7-3683-15,2 0 7932 0</inkml:trace>
  <inkml:trace contextRef="#ctx0" brushRef="#br0" timeOffset="121551.672">7737 13868 1068 0,'0'0'7144'0,"0"0"-3063"0,0 0-2853 0,0 0-276 0,0 0 384 16,0 0-320-16,-60-70 4 16,48 61 348-16,1 3-560 0,-2 2-332 0,6 4-220 15,-10 0 76-15,6 4-16 0,-6 8-200 16,6 7-116-16,-1 10 0 15,-1 5 96-15,10 8 112 16,-1 3 13-16,0-4-29 0,0 0-60 0,4-6-44 16,0-10-4-16,0-3 60 0,0-9-96 15,4-7-48-15,0-2-204 0,7-4-112 0,2-4-73 16,-2-8-75-16,6-7 100 0,2-7-208 16,-2-5-136-16,3-5-152 0,-5-1-252 15,6-2-196-15,-6-2-24 0,1 3-48 16,0-3 484-16,-4-3 180 0,-4 0 524 0,0-1 192 15,-8 0 180 1,0 4 344-16,0-1 52 0,0 4 36 16,-4 7 124-16,0 2-4 0,4 10-68 15,0 6 340-15,0 7-268 0,0 6-144 0,0 0-184 16,0 3-152-16,0 10-120 0,4 6 172 16,0 9 304-16,0 7 36 0,4 7-184 15,-8 2-100-15,4 7-136 0,-4 0-31 0,0 3-89 16,0-1-96-16,-4 1-12 15,-1 1-84-15,-2-4-37 0,3-4-99 16,-4-6-292-16,1 0-240 0,2-9-144 0,1-10-420 16,4-5-1396-16,0-9-2833 0,0-8-2211 15,4 0 6008-15</inkml:trace>
  <inkml:trace contextRef="#ctx0" brushRef="#br0" timeOffset="121685.989">7916 14065 5684 0,'0'0'5685'15,"0"0"-3049"-15,0 0-1828 0,0 0 276 0,0 76 988 0,0-57-460 32,0 0-696-32,0-3-584 0,0-3-332 0,4 0-56 0,4-7-272 15,4-3-296-15,4 0-88 16,4-3-296-16,0-6-760 0,0-7-1036 0,0 1-3089 16,4-13-947-16</inkml:trace>
  <inkml:trace contextRef="#ctx0" brushRef="#br0" timeOffset="122117.959">8291 13677 3160 0,'0'0'9157'15,"0"0"-6577"-15,-8 70-1004 0,4-28-160 0,-4 9 248 16,0-1-124-16,0 1-351 0,0-3-329 0,4-7-244 16,1-9-288-16,3-10-236 0,0-9-92 15,0-7-156-15,7-3-220 0,5-3-120 16,8-9 48-16,-1-4-72 0,2-9-89 0,3 0-195 31,0-7-232-31,-5 1 52 0,1-2 72 16,-4 5 228-16,0 0 124 0,-4-1 44 15,-3 7 328-15,-2 4 188 0,1 2 328 16,-4 6 72-16,0 7-36 0,1 4-16 0,2 9 232 16,-3 2-96-16,4 11-80 15,-4 5-84-15,0 4 148 0,0 4 72 0,-4 5-40 0,0 0-24 16,4 7-112-16,-4 7-48 15,0-1-23-15,0 3-65 0,-8-2-44 0,4-8 8 16,-4 1-12-16,0-7-32 0,1-6-76 16,2-2-64-16,1-5-4 0,-4-9-4 15,0-3 0-15,5-6-4 0,-10-3-132 16,-2-5-264-16,2-5-108 0,-6 0 19 0,-5 0 77 0,-1-5-28 16,-3-8-72-16,0-3-16 0,1-3-84 15,3-7-376-15,4-2-1280 16,5-7-3017-16,6 9-3643 0,5-15 8496 0</inkml:trace>
  <inkml:trace contextRef="#ctx0" brushRef="#br0" timeOffset="122325.32">8861 14094 7312 0,'0'0'6745'0,"0"0"-3761"0,0 0-1548 0,19 66-560 15,-19-43 104-15,4-1-116 0,1-3-328 16,-1 3-271-16,-4-3-229 0,0 0-36 16,0 0-96-16,0 0-61 0,-4-2-535 0,4-9-348 15,-5 3 0-15,1-9-220 16,4-2-1128-16,0-7-2105 0,0 1-2067 16</inkml:trace>
  <inkml:trace contextRef="#ctx0" brushRef="#br0" timeOffset="123658.015">7933 14287 1384 0,'0'0'376'16,"0"0"-8"-16,0 0-364 0,0 0 0 0,0 0 72 0,0 0 4 0,0 0 36 16,0 0 68-16,0 0 676 0,0 0 484 15,0 0-4-15,4-54-104 0,-1 48 36 0,-3 3 176 16,4-3-183-16,-4 2-237 0,0 4-44 15,0-3-132-15,0 0-132 16,0 3-140-16,4-3-144 0,-4 0-104 0,4-4-56 16,-4 3-104-1,4-1 52-15,0-2-36 0,1 0 24 16,-5 1 0-16,3 0 24 0,-3 4-4 0,0-3 52 16,4 3 12-16,-4 2 36 0,0 0-48 15,0-4-76-15,0 4-60 0,0 0-12 16,0 0-16-16,0 0 4 0,0 0-28 15,0-3 4-15,0 3-40 0,0 0 12 16,0 0 64-16,0 0 0 0,4 0-52 0,-4 0 36 0,0 0 28 16,0 0 36-16,4 0 56 0,-4 0 4 15,0 3-136-15,0 8-32 16,4 3 33-16,-4 5-1 0,4 11-56 0,-4-2-40 0,5 0 120 16,-5 4-72-16,3 0-60 15,-3-1 0-15,0 2-4 0,0-5-44 16,0-2 40-1,0-1-40-15,0-6 48 0,0-4 0 16,0-5 12-16,0-3-12 0,0-3-60 0,0-4 56 16,0 0-8-16,0 0 0 0,0 0-233 15,0 0-179-15,0-4 44 0,0-6 52 16,0-3-36-16,0-2-40 0,0-5-40 16,0 2-72-16,0-5-84 0,0 1-8 0,0-3-12 15,-3-4-64-15,-2 4 100 0,-3-7 120 16,4 3 200-16,-4-2 140 0,0 2-4 0,4 4 128 0,-4 2 164 15,4 4 140-15,0 4 172 16,1 5 80-16,-1 4 16 0,4 2-36 16,0 1-4-16,0 3-48 0,0 0-80 0,0 0-96 15,0 0-36-15,0 3-64 16,0 4-112-16,0 6 64 0,4 6-40 0,-1 0 112 0,1 6-12 16,4 1 0-16,-4-1-48 0,0 3-76 31,1-2-96-31,-5 2-4 0,3-3-68 15,-3 5-76-15,0-5-252 0,0-3-236 0,0-3-124 16,0 0-92-16,0-6-300 0,-3 3-760 16,3-4-2060-16,0-5-2221 15,0-1 1549-15</inkml:trace>
  <inkml:trace contextRef="#ctx0" brushRef="#br0" timeOffset="124187.644">9223 13623 1160 0,'0'0'9044'15,"0"0"-6563"-15,0 0-913 0,56 67-128 32,-36-41 260-32,-5-1-364 0,-2 4-452 0,2-1-408 15,-2 1-216-15,-2-1-128 0,-3 4-44 16,5-3 44-16,-9 2-132 0,3 1 4 15,-3 3-4-15,-4-3-8 0,0-1-40 16,0 1-12-16,-11-2-196 0,3-3-160 0,-9-4-124 16,2-1-12-16,-1-3 144 0,0 0-12 15,-4-6-136-15,-4-1-708 0,5-2-1680 0,-2-4-3733 0,-7-2 122 16</inkml:trace>
  <inkml:trace contextRef="#ctx0" brushRef="#br0" timeOffset="124590.413">9905 13947 2568 0,'0'0'9209'16,"0"0"-6265"-16,0 0-1648 0,0 0-528 16,0 0 536-16,95 48 12 0,-55-38-140 15,3-7-472-15,2 0-228 0,-2-3-195 0,2-6-137 16,-6-4-48-16,-3-2-96 16,0-7-312-16,-1-4-309 0,-2-2-267 15,-10-1-384-15,-6 4-1352 0,-6-3-4157 0</inkml:trace>
  <inkml:trace contextRef="#ctx0" brushRef="#br0" timeOffset="124790.88">10235 13579 4468 0,'0'0'7729'0,"0"0"-4529"0,0 0-1744 0,0 0-424 0,4 76 288 0,1-41-156 0,6 0-276 16,-3 6-400-16,1 1-223 0,2 2-165 15,-3 3-4-15,0 5-96 0,0-1-12 16,-4-4-108-16,4 1-100 0,0-6-561 0,8-4-279 16,-1-4-116-16,6-9-372 0,-5-6-1492 15,16-3-4521-15</inkml:trace>
  <inkml:trace contextRef="#ctx0" brushRef="#br0" timeOffset="125491.736">11283 13808 2112 0,'0'0'824'16,"0"0"6560"-16,0 0-5451 15,0 0-697-15,-79-6-192 0,66 9 492 16,1 6-176-16,-4 4-380 16,4 9-292-16,1 6 12 0,2 14-64 0,-2 3-148 0,-1 9-160 0,3-1 72 15,6 1 65-15,-1-2-101 0,4-11-184 0,0-7-96 16,4-9-36-16,8-5-48 0,7-10-72 0,5-5-180 0,4-5-200 31,4-5-69-31,0-8-27 0,4-10-24 0,-4-5-200 0,0-4-88 16,-1 4-140-16,-7-4 68 15,-3 3 316 1,-2 4 340-16,-3 2 140 0,-4 4 136 0,-3 7 100 0,-2-1 240 16,-3 6 260-16,0 5-40 0,-4 2-212 0,4 0-52 15,0 2-12 1,0 8 100-16,1 3-64 15,-2 3-124-15,1 3-112 0,-4-3-84 0,4-1-96 0,-4 1-124 0,0 0-608 16,0 0-176-16,0-4-72 0,0 2-1196 0,0-5-869 16,0-6-807-16,0-3 1824 0,0 0 2124 0,4 0 1604 15,4-9-108-15,4-1-772 16,0-3 212-16,8-2 444 0,4 3 201 16,3 1-189-16,1 2-124 0,0 6-48 0,0 3-280 15,0 0-132-15,-4 3 28 0,-3 3-220 16,-6 1-152-1,1 5 28-15,-8 2-32 0,-4-2-204 0,-4 7-108 16,0 0-52-16,0 3-36 0,-8 3-8 16,0 1-4-16,0 0-40 15,0-5-8-15,0 2 0 0,8-8-48 0,0 2-52 16,0-9 28-16,8 3 24 0,4-5 48 16,4-6 0-16,3 0 0 15,2 0-12-15,7-6-232 0,0-7-256 0,0-4-220 0,3 3-288 16,1-3-612-16,-11 1-2968 0,10 0-3957 0</inkml:trace>
  <inkml:trace contextRef="#ctx0" brushRef="#br0" timeOffset="126208.34">12534 13719 9644 0,'0'0'2281'16,"0"0"-721"-16,0 0-152 0,0 76 156 15,0-28-84-15,0 8-312 0,0 9-284 16,0-2-284-16,0-3-140 0,-4-3-44 16,4-12-88-16,0-7-123 0,0-10-205 15,4-9-36-15,8-9-157 0,4-7-147 0,4-3 12 16,7-10-4-1,1-8-116-15,0-8-228 0,4-5-172 0,-4-5-100 0,0 2 52 0,-8-4 56 16,0 3 36-16,0 3 112 0,-4 0 72 16,0 1 184-16,0 2 360 0,-8 6 76 15,4 5 432-15,-5 8 240 0,-2 3-116 16,3 7-276-16,0 7 120 16,-1 8 92-16,2 11-28 15,2 7-204-15,-3 4 28 0,1 11 44 16,-1 3 128-16,-1 6 56 0,5 3 136 0,-3 3-100 15,-6 2-124-15,1-6-184 16,-4 2-132-16,0-8-108 0,-11-7-4 0,2-6-8 16,-3-5-4-16,-4-6 12 0,-3-4-64 15,2-5-240-15,-2-5-184 0,-5-5-64 0,4-3-112 0,4-7-204 16,0-4-628-16,4-9-1476 0,5 0-4113 16,2-19 1797-16</inkml:trace>
  <inkml:trace contextRef="#ctx0" brushRef="#br0" timeOffset="126426.24">13279 14294 1396 0,'0'0'10185'0,"0"0"-7745"0,0 0-572 0,0 0-120 16,0 0-328-16,76 15-624 0,-72-6-380 16,0 1-256-16,-4 3-100 0,0 6-52 0,-8 0-4 15,0 7-4-15,-4-1-8 0,0 0-52 0,0 1 52 16,4-4 0-16,4-7 8 0,4-1 0 15,0-5 0-15,0-3-84 0,12 0 80 16,4-1-180-16,0-5 36 0,8-11-256 16,4-1-284-16,8-5-324 0,-5-1-848 15,-3 2-2452-15,12-3-3193 0</inkml:trace>
  <inkml:trace contextRef="#ctx0" brushRef="#br0" timeOffset="127172.997">14147 14141 3920 0,'0'0'5220'15,"0"0"-691"-15,0 0-2997 0,0 0-300 0,0 0 176 16,0 0-76-16,96 29-220 15,-76-22-392-15,4-5-380 0,4 2-248 0,0-4-92 0,0 0-256 16,4-4-476-16,4-9-344 16,0-2-516-16,3-4-2840 0,-7 3-3437 15,12-6 2390-15</inkml:trace>
  <inkml:trace contextRef="#ctx0" brushRef="#br0" timeOffset="127511.011">15494 14205 8460 0,'0'0'6349'16,"0"0"-4625"-16,0 0-1136 15,0 0-252-15,0 0 148 0,0 0 340 0,0 0-84 0,0 0-596 0,92-14-144 16,-68 6-784-16,0-3-428 15,-4 5-848-15,8-7-3365 0</inkml:trace>
  <inkml:trace contextRef="#ctx0" brushRef="#br0" timeOffset="127641.21">16256 14125 7960 0,'0'0'5873'16,"0"0"-4973"-16,0 0-56 0,0 0 400 0,0 0-224 31,0 0-476-31,0 0-544 0,0 0-124 0,0 0-520 0,0 0-440 0,31-22-944 16,-19 9-3589-16</inkml:trace>
  <inkml:trace contextRef="#ctx0" brushRef="#br0" timeOffset="127863.028">17279 14100 5412 0,'0'0'6857'15,"0"0"-5085"-15,0 0-1252 0,88 32 300 0,-64-25 1136 16,4-5-312-16,-5-2-1068 16,2-2-320-16,-1-9-256 0,0-5-368 15,-5 1-320-15,1-8-348 0,1-2-664 16,-6-1-1348-16,-2 11-1677 0,-2-10-1943 0</inkml:trace>
  <inkml:trace contextRef="#ctx0" brushRef="#br0" timeOffset="128079.963">17403 13747 588 0,'0'0'10601'15,"0"0"-8437"-15,0 0-968 0,0 0-164 0,-36 89 336 0,25-51 32 16,-2 0-328-16,1 3-324 15,5 4-248-15,-2 0-100 0,1-1-32 0,1 4-104 16,-2 0-164-16,1-1-100 0,4 0-48 16,4 1-4-16,0-7 44 0,0 1-404 15,8-7-52-15,5-7-280 0,2-2-284 16,1-5-468-16,-4-4-1704 16,4-5-4329-16</inkml:trace>
  <inkml:trace contextRef="#ctx0" brushRef="#br0" timeOffset="128597.727">18522 14005 7220 0,'0'0'4437'16,"0"0"-2417"-16,0 0-880 16,-15-73-284-16,7 50 52 0,-5 4-100 0,2 0-100 0,-6 10-68 15,-2 2-76-15,-1 7-316 16,-8 10-176-16,-4 12 88 0,0 13 108 15,0 13 28-15,1 5 80 0,3 11 380 0,3 0-99 0,6-1-77 16,3-6 24-16,4-3-240 0,8-9-256 16,4-10-108-16,0-10-4 0,16-9-140 15,8-10-232-15,8-6-8 0,3-6-128 0,5-13-193 16,4-10-171-16,-4-3-220 16,-1 1-296-16,-7-1-8 0,-8 3 108 0,-3 7 688 15,-10 3 260 1,-2 4 204-16,-9 2 140 0,4 3 92 15,-4 4 500-15,0 3 336 0,0 3-136 0,-4 0-232 16,4 5-236-16,0 12 20 16,0 5 124-16,0 7-48 0,0-1 36 15,0-3 80-15,0 4 76 0,0-6-172 0,8-4-356 16,-4-4-84-16,-1-2-648 16,1-6-376-16,4-1-36 0,1-6-52 0,-2 0-604 0,1-6-2380 0,9-10-2913 15</inkml:trace>
  <inkml:trace contextRef="#ctx0" brushRef="#br0" timeOffset="128843.911">18722 14312 5672 0,'0'0'4420'16,"0"0"-395"-16,0 0-2825 0,0 0-176 15,-8 77 392-15,8-58 88 0,-4-3-304 0,-1 0-360 0,5-7-219 16,0-3-305-16,0 1-256 0,5-7-60 0,3 0-120 16,4-7 72-16,4-2 40 0,-1-7 8 15,2 0-196-15,2-3-49 0,-2 3 65 16,3-3 60-16,-9 6 32 0,5 5-8 15,-4 4 0-15,-4 1 8 0,0 3 88 16,0 0 244-16,4 9 0 16,-4 1-12-16,-1 3-87 0,6 0-49 15,-5-1-56-15,-1 1-40 16,6-1-12-16,-5-5-132 0,3-4-453 0,2 0-339 16,-2-3-316-16,2-9-1100 15,-1 2-2364-15,4-15-3593 0</inkml:trace>
  <inkml:trace contextRef="#ctx0" brushRef="#br0" timeOffset="129266.548">19287 13986 836 0,'0'0'9316'16,"0"0"-3687"-16,-28 91-3893 0,21-52 116 15,-1 5 224 1,0-6-175-16,8-3-561 0,0-6-652 0,12-10-688 15,12-6-36-15,4-10-336 0,8-3 68 0,7-10 64 16,1-9-280-16,4-6-168 16,-4-4-340-16,-8 1-333 0,-1 2-379 15,-10 1 100-15,-6 2 568 0,-3 5 516 0,-8 1 280 16,-4 5 52-16,0-1 224 16,-4 7 368-16,4 0 436 0,-4 6 56 0,0 3-304 0,0 9-72 15,0 4-28-15,0 10-136 16,0-1-148-16,0 6 48 15,-4 7-60-15,0 1 48 0,0 5 60 0,-8 4 84 16,-4 2 100-16,-3 2-124 0,-5 1-60 0,-1 2-120 16,1-4-64-16,1-4 25 15,-1-3 207-15,4-4 24 0,4-3-340 0,-4-2-220 0,4-7-409 0,0-2 165 0,5-11 184 16,-2-5-108-16,2-7-88 16,-2-3 120-16,5-3-24 0,1-10 184 15,-1-2 48-15,-1-8-96 0,5-5-288 0,4-7-832 16,0-2-848-16,4-12-2025 15,5 14-3407-15,10-18 5520 0</inkml:trace>
  <inkml:trace contextRef="#ctx0" brushRef="#br0" timeOffset="129507.114">19925 14532 8716 0,'0'0'7397'15,"0"0"-5885"-15,0 0-388 0,-20 86 692 16,12-61 177-16,-3-6-605 0,7-4-760 15,-5-8-484-15,9-1-144 0,0-6-132 0,0 0-48 16,4-3-192-16,8-7-184 0,8-2 48 0,4-4-136 16,4-6 51-16,0 3-115 0,0-3 40 15,-4 6 176-15,0 6 116 0,-1 8 104 16,-3 2 272-16,-4 2 368 0,4 10 392 16,-8 5-468-16,0-1-124 0,0 9-8 15,0 0 84 1,0 1-160-16,-1 2-84 0,-2-2-256 0,3-3-632 15,-8 2 140-15,3-10-1176 0,-7 8-3384 16</inkml:trace>
  <inkml:trace contextRef="#ctx0" brushRef="#br0" timeOffset="131470.356">21929 13928 5004 0,'0'0'1572'0,"0"0"2560"0,0 0-2703 0,36-73-341 16,-36 54 372-16,0 4 12 0,0-1-236 16,-8 2-220-16,-3 6-252 0,-2-3-300 0,-6 5-60 15,-2 4-84-15,-3 2-112 0,-4 0 8 16,-4 8-116-16,-3 11-88 16,-5 4 36-16,0 12-40 0,-4 3 52 0,5 10-56 0,-2 6 0 15,5 3-4-15,8 6-56 16,0 5-16-16,13-2 64 0,-1 3-4 15,12-4-184-15,4-2 188 0,4-6-88 0,12-7 88 0,4-8 0 16,3-7 16-16,5-7-16 0,4-6 8 16,4-9-8-16,-4-7 0 0,5-2-88 15,-2-4-184-15,-3-7-100 0,0-6-100 0,-8-5-144 16,-1-1-252-16,-3-3-760 16,-3 6-1516-16,-9-14-3585 0</inkml:trace>
  <inkml:trace contextRef="#ctx0" brushRef="#br0" timeOffset="131655.184">21447 14307 2948 0,'0'0'7504'0,"0"0"-5943"0,0 0-793 0,0 0 112 16,0 0 576-16,0 0-184 0,0 0-176 15,84 34-204-15,-45-28-316 0,6-2-244 0,2-4-192 16,5 0-140-16,4-4-232 15,0 1-148-15,4-2-324 0,0 1-200 0,3-3-1220 16,-19 1-2797-16,23-4-3927 0</inkml:trace>
  <inkml:trace contextRef="#ctx0" brushRef="#br0" timeOffset="132761.527">23475 13694 2672 0,'0'0'1788'0,"0"0"5309"0,0 0-4973 0,0 0-644 31,0 0 180-31,0 0-84 0,0 0-324 16,0 0-332-16,0 0-460 0,0 0-348 16,0 0-40-16,-64 57-48 0,32-25-24 0,-3 1-84 0,-5 6-28 15,4-4 16-15,0 0-12 0,0 0 32 0,0 3-20 16,4 0 84-16,1-3-48 0,3 3 4 15,7-3 48-15,2 4 8 0,6-4-4 16,2-1-104-16,7-2 60 0,4-4-52 31,4 1 100-31,7 0 52 0,10-4 56 0,3 4 64 0,0-1-28 16,8-3 52-16,-4 5-36 0,4-5 20 16,0 1-68-16,-5-5 8 0,1-2-120 15,-1 1 0-15,-2-5-100 0,-1 1-24 16,-5 0-96-16,1 0-96 0,1 0-268 0,-6-4-188 0,-2 4-176 0,-2 0-700 15,-7-6-2172-15,4 5-2721 0</inkml:trace>
  <inkml:trace contextRef="#ctx0" brushRef="#br0" timeOffset="133685.973">24033 14077 364 0,'0'0'9100'0,"0"0"-6767"0,0 0-465 0,0 0-348 15,0 0 36-15,0 0-116 0,0 0-304 0,0 0-512 16,0 0-172-16,0 0-88 16,-83-50-72-16,66 63-72 0,-3 6-72 0,4 6-140 15,-4 13 0-15,5 4 112 0,2 5 0 16,2 1-20-16,-1 0-88 0,7-2 0 0,1-4-12 15,4-4 4-15,0-6 0 0,0-10 4 16,0-9 101-16,9-4-37 0,3-6 28 0,-1-3 44 16,9-9-84-16,5-7-48 15,3-9-12-15,-4-7-108 0,3-3-172 0,1-2-49 16,0-5-35-16,-4-3-52 0,4 1 4 0,-4-4-4 16,-1-3 0-16,-3 0 36 15,1-3 12 1,-10-3 20-16,-3 0 116 0,1-3-104 0,-6-3-196 0,1-1-500 0,-4 0-204 15,0 4 604-15,0 6 380 16,-4 10 252-16,1 9 100 0,-1 10 344 0,-1 8 48 16,5 10 272-16,0 5-196 0,0 2-132 15,-4 0-64-15,4 7-208 0,0 5-68 16,-4 7 192-16,0 6 8 0,0 10 84 16,1 4 88-16,-5 5 36 0,3 4-160 15,1 8-64-15,-7 5 12 16,3 2-168-16,-5 8 4 0,2-1-128 0,-2 2-48 15,-2-5-96-15,3 0 20 0,0-4 16 16,4-6-4-16,0-6-108 0,3-3-60 0,5-7-284 16,0-6-152-16,9-3-212 15,3-7-696-15,8-6-1136 16,-1-7-2021-16,1-1-1803 0,1-11 5724 16</inkml:trace>
  <inkml:trace contextRef="#ctx0" brushRef="#br0" timeOffset="134302.231">24479 14294 5956 0,'0'0'2404'16,"0"0"1541"-16,0 0-2541 0,0 0-108 16,0 66 212-16,0-37-116 0,-4 3-464 0,-4-1-424 15,4 4-212-15,0-4-120 16,4 2 12-16,0-5-160 0,0-5-24 0,0-4-136 15,0-7-44-15,4-5-188 0,0-4-136 16,8 0-40-16,-4-3-124 0,5-10-276 16,2-2-656-16,-3-10-1208 0,4-3-2825 0,-4 6 129 0</inkml:trace>
  <inkml:trace contextRef="#ctx0" brushRef="#br0" timeOffset="134766.427">24770 14008 2948 0,'0'0'11253'31,"-23"66"-9021"-31,14-28-984 0,-3 10 84 0,0 3-72 16,0-3-64-16,8-7-431 0,0-6-401 16,4-6-220-16,0-10-144 15,8-7-156-15,0-2 36 0,4-7 20 0,4-3-8 16,4 0 24-16,-4-6-24 0,4-7-4 0,0-6 52 15,-1-4-85-15,-2 1-99 16,3-6 48-16,3-1 40 0,-3 1-52 0,5-4 24 16,-6-4-84-16,5 8 12 0,-4-4 84 0,0 7-24 15,-8 3 84-15,0 6 112 0,-5 7 0 16,-2 5-56-16,3 4 56 16,-4 7 196-16,0 9 156 0,3 9 16 0,2 10-112 0,-1 4-12 15,-1 8 96-15,1 3-12 0,1 7 13 16,-1 3-161-16,-1 4-84 0,-3 3-20 15,0 0 32-15,1-1-100 0,-5 2-8 16,0-6-4-16,-5-1-44 0,-3-4-12 0,1 0 8 16,-5-7 4-16,-1-1-24 0,2-8 0 15,-2-3 60 1,2-10 4-16,-1-5 8 0,0-4-8 16,-4-6 8-16,4-4-8 0,-8-6-136 0,4 1-64 15,-3-4-1-15,-2-7-83 16,-3-6-84-16,4-6-124 0,-3-6-48 15,3-10-240-15,-1-3-864 0,6-6-1336 0,2-7-2461 16,6 9-1835-16,3-18 5864 0</inkml:trace>
  <inkml:trace contextRef="#ctx0" brushRef="#br0" timeOffset="135127.628">25547 13960 3192 0,'0'0'7352'0,"0"0"-4275"0,0 0-1265 0,0 0-232 16,0 0 128-16,0 0-408 0,91 35-520 15,-67-22-304-15,4 0-100 0,0-1-192 16,8 1-171-16,-4 0-13 0,3-1-49 15,-3-2 1-15,1 3-16 16,-6-4 4-16,-3 0-24 0,-4 1-12 0,-8 3 96 16,-3-1 36-16,-5 1 144 0,-4 6-8 15,0-3 205-15,-13 7-61 16,-2-1-100-16,-2 3-120 0,-2-3-44 0,-5 3-52 0,0 2 0 16,-4 0-112-16,-4 2-68 15,0 0-124-15,-8 2-241 0,0 1-75 0,0-1-64 16,-3 2-60-16,-1-1-276 0,0-4-900 15,16-9-2004-15,-11 6-2409 0</inkml:trace>
  <inkml:trace contextRef="#ctx0" brushRef="#br0" timeOffset="137109.434">26762 13979 1552 0,'0'0'168'16,"0"0"8720"-16,0 0-6535 0,0 0-1081 15,0 0-564-15,0 0-16 0,0 0-72 0,0 0-260 16,0 0-320-16,0 0-40 0,-16 4-100 0,16-4-112 0,0 0-84 15,0 0-104-15,0 0-180 16,0 0 76-16,5 0 352 0,-5 0-12 16,3 0-12-16,-3 0 20 0,0 0 92 0,0 0 56 15,0 0-4-15,0 0-64 0,0 0-116 0,0 0-136 16,0 0-196-16,0 0-324 16,4 0-285-1,-4-6-855-15,0 1-912 0,4-1-280 0,-4 4 1184 0,0-2 1552 0,4 2 225 16</inkml:trace>
  <inkml:trace contextRef="#ctx0" brushRef="#br0" timeOffset="138770.432">26687 13816 848 0,'0'0'4684'16,"0"0"-152"-16,0 0-2935 0,0 0 67 0,0 0-292 15,0 0 12-15,64 87-308 0,-45-55-244 16,1 3-264-16,4 3-164 0,-4 3-72 16,4 0-72-16,-8 1-100 0,3-8-116 0,2 5-44 15,-6-8-100-15,5-2-8 0,-3-7-52 16,-2-2-124-16,2-9-268 0,-6-4-424 15,6-4-464-15,-6-3-880 0,1 0-2389 0,-4-3-3235 16,0-10 7540-16</inkml:trace>
  <inkml:trace contextRef="#ctx0" brushRef="#br0" timeOffset="138954.686">27081 13868 732 0,'0'0'364'0,"0"0"8636"31,0 0-7155-31,0 0-809 0,-80 60 96 0,60-28 132 0,-4 3-332 16,1 0-420-16,-1 6-248 0,0 0-216 15,-4 0-48-15,0 1-136 0,0-1-88 16,-4 0-64-16,4 0 36 0,-4 1-216 16,4 0-248-16,0-8-1340 0,5-2-1989 15,7-10-3883-15,0-3 7368 0</inkml:trace>
  <inkml:trace contextRef="#ctx0" brushRef="#br0" timeOffset="139840.281">27898 13493 704 0,'0'0'6508'0,"0"0"-3980"0,0 0-1123 0,0 0-377 0,0 0 200 15,0 0-248-15,0 0-476 0,0 0 376 16,15 73 152-16,-2-31-312 0,-6 8-160 0,1 4-116 15,-4 6-112-15,5 1-76 0,-9 3-44 16,0-3-84-16,0-5-128 16,0 1-72-16,0-3-64 0,-4-2-60 15,-1-8 48-15,1-10 12 0,4-5-108 16,0-6-104-16,0-12-96 0,4-1-228 0,5-6-456 16,-2-1-548-16,-3-3-260 0,4 0-489 15,1-10-439-15,-5 1-2120 0,-1-4 3484 16</inkml:trace>
  <inkml:trace contextRef="#ctx0" brushRef="#br0" timeOffset="140010.393">28017 14043 3268 0,'0'0'104'0,"0"0"5528"0,0 0-3331 0,0 0-469 15,0 0-280-15,0 0-320 0,0 0-416 0,0 0 20 16,0 0 164-16,83-38-360 0,-51 41-272 16,5 3-136-16,-1-2-232 0,-1-4-12 15,5 0-244-15,0-4-372 0,0-5-24 16,0-5-140-16,-1 2-772 0,-7-7-2272 0,-8 6-2009 15,-4-9 349-15</inkml:trace>
  <inkml:trace contextRef="#ctx0" brushRef="#br0" timeOffset="140209.819">28375 13572 1120 0,'0'0'6080'0,"0"0"-3252"16,21 74-1231-16,-10-36-57 16,2 6-168-16,-2 7-264 0,2 3-300 0,-2 0-348 15,-3 0-48-15,5 0-316 0,-6 0-96 0,1-6-160 16,0-4-112-16,1-2-376 0,2-11-348 0,1-2-448 0,0-4-804 16,4-9-2401-16,-4-6-1591 0,11-10 5576 15</inkml:trace>
  <inkml:trace contextRef="#ctx0" brushRef="#br0" timeOffset="140595.078">28886 14477 6384 0,'0'0'4913'0,"0"0"-2773"0,0 0-1328 0,0 0-256 15,0 0 616-15,0 0-120 0,0 0-408 0,0 0-492 16,0 0-152-16,52-72-44 15,-37 37-140-15,2 0-16 0,-6 0-184 16,-3-3-4-16,1-3 116 0,-2-3-136 16,-3-8 84-16,-4 4-80 0,4-6 52 0,0-3 60 15,0 3 88-15,0-3 40 16,4 4-292-16,0-2-180 0,0 11 240 0,4 3 384 16,0 12 12-16,4 10 228 0,-4 10 220 15,3 6-28-15,2 3 176 16,-2 12-64-16,2 4-16 15,-1 9-228-15,0 10 24 0,0 3 84 0,-1 6 0 16,-3 7 16-16,0 0-88 0,-4 0-88 0,0 1-112 0,1-2-112 16,-2-6-12-16,-3 1-64 0,0-8-36 0,0-4 28 15,-4-5-40-15,0-6-24 16,0-3-224 0,0-6-364-16,0-7-236 0,4-6-252 0,1-3-800 15,2-3-1265-15,5-16-3859 0</inkml:trace>
  <inkml:trace contextRef="#ctx0" brushRef="#br0" timeOffset="140802.311">29631 13627 5624 0,'0'0'1624'0,"7"70"2921"0,-7-26-2921 0,0 4 200 15,0 12 248-15,0-3-444 16,-3 3-536-16,-1-3-384 0,0-6-244 0,0 0-304 15,4 1-160-15,0-2-156 0,4-6-184 16,4 1 252-16,4-14-68 0,7-8-860 31,2-16-684-31,3-7-1352 0,15-24-3389 0</inkml:trace>
  <inkml:trace contextRef="#ctx0" brushRef="#br0" timeOffset="141005.404">30185 13725 4652 0,'0'0'10981'15,"0"0"-9129"-15,0 0-1272 0,-76 16 188 16,41 1 664-16,-2 8-360 0,-3 0-451 16,1 7-341-16,-2-1-268 15,2 7 84-15,7-3-16 0,4 0-80 0,4 0-96 16,4 3-96-16,13-6-64 0,2 3-61 16,5-7 49-16,0 2 64 0,12-9 92 0,4 2 64 15,4-8-124-15,8-2-120 16,0-7-60-16,8-2-64 0,-4-4-236 0,3-4-756 0,-7 1-1548 15,4-9-3489-15</inkml:trace>
  <inkml:trace contextRef="#ctx0" brushRef="#br0" timeOffset="141482.148">27535 13579 432 0,'0'0'468'0,"0"0"8792"0,-20 95-6903 0,12-53-817 15,0 8-112-15,4 5-144 16,1 1-392-16,3 2-248 0,-4 2-236 0,-1 7-176 16,5 3-20-16,-4 3-80 0,4 3 52 15,0-4 248-15,0 2-396 16,4-4-36-16,5-7-76 0,6-2-132 0,5-5-292 16,4-8-92-16,16-1-188 0,12-11-400 15,16-7-344-15,15-14-568 0,13-15-2025 16,-13 0-3767-16,53-38 7868 15</inkml:trace>
  <inkml:trace contextRef="#ctx0" brushRef="#br0" timeOffset="141713.047">31002 13627 2520 0,'0'0'8865'15,"0"0"-6625"-15,0 0-1504 0,55 92 136 0,-47-53 612 16,-4 1-428-16,-4 11-424 0,0 3-448 16,-4 3-184-16,-12 1-12 0,-3 5-112 15,-18 0-48-15,-2 1-100 0,-14-1-384 16,-10 5-104-16,-5-2-384 0,-11 3-528 0,-5-2-1441 0,-4-3-2519 16,21-17 1068-16</inkml:trace>
  <inkml:trace contextRef="#ctx0" brushRef="#br0" timeOffset="143314.49">10678 14913 4288 0,'0'0'5712'0,"0"0"-3111"0,0 0-1149 0,0 0-528 15,-17 85-56-15,17-53 64 0,4 3-164 16,5 7-124-16,6-2-260 0,2 4-188 15,6 2-120-15,-3-2 32 0,8 1-32 16,-4-8-76-16,4 2 4 0,0-4 8 0,-1-10 36 16,1 0-44-16,0-5-4 0,8-8-84 15,1-2-52-15,2-6-48 0,8-4-64 16,5-10-48-16,1-6-200 0,3-7-60 0,-1-6-80 16,-3 4-8-1,0-3 4-15,-5-1-156 0,-3 4 72 0,-4 3 340 16,0 3 116-16,-5-1 152 15,-2 1 116-15,3 6 12 0,3-2 128 16,10-1 584-16,-2 0 468 0,9-1-588 0,4-2-604 16,3 5-36-16,1-7-244 0,7 3-160 15,2 6 440-15,6-5 0 0,-3 11 12 16,3 1 140-16,-6 5-52 0,-2 0-48 0,-7 8 440 16,-8 9-216-16,-4 1 12 0,-5 1 176 15,-7 6-88-15,0 5-28 0,-8-2-112 0,-4 3-136 16,-5 4 24-16,-3 4-124 0,-3 2-52 15,-6 0 44-15,-3 3 4 16,-4 1-8-16,-4-1 12 0,0-2 64 0,-4-4-60 0,4-6-4 16,-4-4-48-16,4-12-12 0,0-4-52 15,0-5-212-15,0-7-160 0,0 0-80 16,4-10 36-16,9-8-64 0,-2-8-68 16,5-12-12-16,8-3-16 0,-4-8-384 15,8 5-165-15,0 0 269 0,4 0 528 16,0 5 388-16,3 2 44 15,1 1-84-15,4 2 68 0,0 5 24 16,7 1 608-16,2-2 40 16,-2 9-648-16,5 2-168 0,0-1 168 0,4 5 596 15,-1 5-467-15,5 4 75 0,0-1 696 16,3 7-644-16,-3 0 372 0,4 10-116 16,0-1-16-16,-1 7 200 0,-3 0-168 15,9 3 28-15,-6 0 36 0,5 4-168 16,3-1-40-16,5-3-60 0,4 3-100 0,0 1 0 15,7-5-16-15,0 1 16 0,10 1-64 16,-2-5 12-16,5 2-48 16,3-1-116-16,5-4 116 0,3 1-16 0,9-4-96 0,-1-2 52 15,12-4-60-15,2-3 8 16,9 0 96-16,2-3 4 0,8-7-88 0,-1-2-24 0,1-1 0 0,3-4 0 16,-4 2 112-16,1-1-100 0,-5 4 0 15,-4-4 36-15,-8-1-12 0,2 6-36 31,-10-6-280-31,-4 1 8 0,1 0-48 0,-12-3 124 16,-1-1 60-16,-7 1 36 0,-8 1-36 0,-9-4-48 16,-8 2 84-16,-11 5 16 15,-12-1-16-15,-20 7-172 0,-12-1-412 0,-20 3-512 16,-4 4-1428-16,-28 0-4721 0</inkml:trace>
  <inkml:trace contextRef="#ctx0" brushRef="#br0" timeOffset="144254.957">12738 16456 1240 0,'0'0'9452'0,"0"0"-6951"0,0 0-1317 0,0 0-1072 16,0 0 244-16,11-93 576 15,1 59-152-15,4-4-344 0,0-4-164 0,4 1-60 0,4 0 0 16,-5 0 36-16,6 2 96 15,-5 8 28-15,4-1-68 0,-5 4-156 0,5-1-148 16,-3 6-8-16,-2 5-4 0,5 4-84 16,0 8 84-16,0 6 0 0,8 6 4 0,-4 13 8 15,4 11 0-15,0 5 0 0,0 6 0 32,-1 3 52-32,-6 4-48 0,-6 6 0 0,-3 0 0 15,-4 0-4-15,-1 0-48 0,-6-6-16 0,3-4 16 16,-8-9-40-16,4-9 28 0,-4-8-16 15,0-5-56-15,0-7-872 0,0-6-636 0,-4 0-1308 16,-9-9-4597-16</inkml:trace>
  <inkml:trace contextRef="#ctx0" brushRef="#br0" timeOffset="144454.098">13064 16215 2656 0,'0'0'432'0,"0"0"6928"0,0 0-5479 0,24 95-705 16,-12-60-212-16,0 3 84 0,0 0-268 16,-5 0-668-16,2 3-112 0,-5-3-380 15,4-3-324-15,-4 3-52 0,-4 3-464 16,0 0-1629-16,0-8-4183 0,-12 14 5220 0</inkml:trace>
  <inkml:trace contextRef="#ctx0" brushRef="#br0" timeOffset="144840.908">13159 17252 7812 0,'0'0'1348'0,"0"0"-972"0,0 0 256 0,41 71 597 16,-30-46-409-16,-3 3-308 0,-4 1-280 16,1 3 20-16,-1-4 92 0,-4 5 28 15,4-5 20-15,-1 0-64 0,1-2-328 16,-4-4 0-16,4-6-772 0,0 0-440 16,0-7-496-16,5-3-1333 0,-6 1-3279 0,5-7 5916 15</inkml:trace>
  <inkml:trace contextRef="#ctx0" brushRef="#br0" timeOffset="145100.318">13674 17087 600 0,'0'0'7416'0,"0"0"-1571"16,0 0-4933-16,0 0-672 0,0 0 100 16,0 0 160-16,-92-19 180 0,72 19-216 15,0 7-464-15,-4 2-52 0,0 5-132 16,0 0 36-1,-4 9 148-15,5 6 212 0,-5 2 88 0,0 4 12 0,0 3-116 16,4 0-48-16,5-2-24 16,6 2-48-16,9-6-76 0,4-1-36 0,4-2 36 15,16-3 4-15,8-5 44 0,8-2 28 16,4-3-28-16,4-3-48 0,3-7-140 0,-2 4-220 16,-2-4-272-16,-3-3-296 15,-5 4-688-15,-7-4-1564 0,0 3-3617 0</inkml:trace>
  <inkml:trace contextRef="#ctx0" brushRef="#br0" timeOffset="146053.344">3729 14729 5260 0,'0'0'4864'16,"0"0"-2115"-16,0 0-1057 0,0 0-732 0,0 0 244 0,0 0 40 0,0 0-220 16,0 0-168-16,0 0-220 15,0 0-184-15,0 0-88 0,16-4-132 0,0 1-88 16,12-1 65-16,0 2 35 0,11 0 108 16,5-5-64-16,4 4-152 0,0-4-40 0,8 0-24 15,-1-2 36-15,1 0-108 16,0 2-4-16,-4-3-8 15,-9 1-36-15,-3 3 44 0,-3-1-80 16,-10 1-172-16,-7 0-324 16,-4 3-357-16,-12 3-343 0,-4 0-1072 0,0 0-3056 0,-12 12-3641 0</inkml:trace>
  <inkml:trace contextRef="#ctx0" brushRef="#br0" timeOffset="146849.269">7466 15109 5548 0,'0'0'1148'16,"0"0"3581"-16,0 0-3497 0,0 0-452 0,0 0 236 15,87 0 432-15,-59 3-244 16,4 4-140-16,0-1-152 0,9-2-88 0,2 2-116 16,5-6-76-16,0 2-132 0,8-2-135 15,0 0-89-15,3-2-104 0,1-4-100 0,4-4-64 16,3 3 88-16,1-1-96 0,-1-3-80 15,1 2-16-15,-3-1-76 0,-10 4-8 16,-3 3-4-16,-13-3 16 0,2 6 7 16,-13 0 29-16,-5 0 36 15,-7 0 48-15,-4 0-16 0,-8 0 20 16,-4 0 44-16,0 0 0 0,0 0-40 0,0 3-56 16,0-3-124-16,0 3-84 0,-4-3-196 0,-4 3-308 15,-3 3-672-15,2-1-1436 0,-14 3-3445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38:58.4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6096 1114 10492 0,'0'0'2197'16,"0"0"-517"-1,0 0 112-15,0 0-268 0,0 0-400 16,0 0-216-16,0 0-140 0,0 0-48 0,0 0-148 16,43-44-391-16,-58 53-121 15,-10 7-52-15,-6 6-8 0,-5 7-96 16,-9 2-49-16,6 1 9 0,-4 3 16 0,-2 0-12 16,6 3 20-16,-5 0-68 15,0 3-16-15,4 1-24 0,5-4 12 0,3 0 24 0,8 0 4 16,7-6 20-16,13-3 24 0,0 2 124 15,4-2 12-15,12 6 100 16,1-4-96-16,7 7 116 0,3 1 4 0,1-1 20 0,8 0 52 16,0 0 0-16,0-3 60 0,-1-4 24 15,1 1-84-15,0-6-88 0,-4-4-108 16,0 0 0-16,-4-6-144 0,-4-3-28 0,0-3-36 16,0-3-180-16,-5-2-176 0,2-5-156 15,-6 0-204-15,6-3-564 16,2-6-952-16,-6-1-2525 0,11-12-3659 0</inkml:trace>
  <inkml:trace contextRef="#ctx0" brushRef="#br0" timeOffset="1">6653 1596 9096 0,'0'0'5229'0,"0"0"-4585"0,0 0-532 0,0 0 380 16,-88-27 592-16,69 20-28 0,-5 0-464 16,4 4-272-16,-1 0-196 0,-2 3 48 0,7 0 100 15,-3 6-52-15,-2 10-184 0,1 9-24 16,1 11 40-16,2 8 80 0,-3 7 28 0,9 6 0 16,-1 3-64-1,8-9-8-15,-1-2-4 0,5-16-80 16,5-8-4-16,7-8-72 0,3-10 0 15,9-7 72-15,0 0 52 0,8-17-52 16,4-8-60-16,-4-10-148 16,3-9-180-16,2-4 28 0,-5-2 92 0,0-5 72 15,-4-2-52-15,-1 3 0 0,-3-3-60 16,-4 0-76-16,-4-3-152 0,-4 2-24 0,-4 1 116 0,-4 0 44 0,-4 0-28 16,0 7 200-1,0 1 228-15,-4 8 164 0,-4 13 316 16,8 6 72-16,-4 6 124 0,4 9-16 0,-5 7-212 15,5 0-140-15,0 0-308 0,-3 10-48 16,3 6 48-16,0 6 184 0,0 7 136 16,0 6-36-16,-4 9-48 0,4 1-52 15,0 8-100-15,-4 5 100 0,4 5 48 0,-4 4-12 16,0-1-72-16,4-3 72 0,-4 1-60 16,4-7-152-16,-3-3-8 0,3-6-148 0,0-7-72 15,0-6-136-15,0-6-168 0,0-9-164 0,7-6-180 16,5-3-436-16,4-9-1336 15,-4-2-1885-15,12-2-1971 0</inkml:trace>
  <inkml:trace contextRef="#ctx0" brushRef="#br0" timeOffset="2">6921 1902 3100 0,'0'0'9605'0,"0"0"-8041"15,0 0-716-15,0 67 724 0,0-45-220 0,0-4-192 16,0-1-352-16,0-2-428 0,0-2-380 0,0-4-128 15,0 1-104-15,3-3-172 0,1-5-232 16,4 1-168-16,5-3-236 0,2 0-364 0,1 0-476 16,7-18-3253-16</inkml:trace>
  <inkml:trace contextRef="#ctx0" brushRef="#br0" timeOffset="3">7538 1358 9972 0,'0'0'5573'0,"0"0"-4693"0,-20 80-144 16,8-32 948-16,-4 5-44 0,4 8-239 15,0-4-405-15,4-3-356 0,8-7-316 16,0-5-288-16,4-10-36 0,8-7-204 16,4-9-12-16,12-6 56 0,0-10-8 0,7-3-72 15,5-14 44-15,1-5-44 0,-6-6-40 0,1-4-85 0,-4 0 1 16,-8-3 132-16,0 4 148 0,-9 2-52 15,-2 7 64-15,-1 6 72 0,-9 7-12 16,1 4 12-16,0 5 172 0,0 0-88 16,1 14 108-16,-1 5 4 0,3 3-24 15,1 10-88-15,5 6-11 0,-2 9 59 0,6 5 160 16,-2 5 264 0,2 4-228-16,-2-3-160 15,1 7-92-15,-4-2 8 0,-4-2-84 0,-5 2 68 16,2-3-68-16,-5-3-80 0,0-2 76 15,-5-5 0-15,-2-2-68 0,-5-3 68 16,-4-4 0-16,0-3 0 0,4-7-4 0,-7-6-92 16,2-5-104-16,-2-7 120 15,2-6 24-15,-7-7-64 0,5 0-44 0,-9-11-24 0,-8-8-260 16,5-6-21-16,-2-10-319 0,1-6-172 16,5-3-672-16,7-4-1248 0,7 13-2185 15,5-13-1435-15</inkml:trace>
  <inkml:trace contextRef="#ctx0" brushRef="#br0" timeOffset="4">8514 1898 8764 0,'0'0'5009'0,"0"0"-2809"0,0 0-924 0,-4 83 84 15,0-48 16-15,-4 0-304 0,0-1-364 16,5 2-271-16,-2-5-269 0,1-2-168 0,4-7-128 15,0-4-140-15,0-1-217 0,0-7-187 16,4-7-32-16,1 0-216 0,-5-3-500 16,3-9-628-16,1 2-1984 0,0-22-4477 15</inkml:trace>
  <inkml:trace contextRef="#ctx0" brushRef="#br0" timeOffset="5">8820 1407 11685 0,'0'0'4888'0,"0"0"-3980"0,0 0 8 0,0 0 788 15,52 69-544-15,-31-47-271 0,7 0-201 16,4 2-276-16,7-3-228 0,5-2-124 16,4 4-56-16,0-4-4 0,-1 3-112 15,-3 0-8-15,-4 3 24 0,-4-3 0 0,-8 7-12 16,0-1 108-16,-13 0 12 15,-2 5-12-15,-9-1 8 0,-4 3-8 0,-8 2 96 16,-8 1 24-16,-9 1-112 0,-6-1-8 0,-5 0-56 16,-4-3-4-1,-4 1 48-15,1-5-72 0,-6-4 0 0,6 0-88 0,0-8-156 16,10-4-72-16,6-5-133 0,10-10-187 16,6 0-428-16,7-13-1544 0,4 1-3040 15,0-23-3561-15</inkml:trace>
  <inkml:trace contextRef="#ctx0" brushRef="#br0" timeOffset="6">9713 1463 11417 0,'0'0'3064'15,"0"0"-1540"-15,0 0-496 0,80 70 136 0,-48-29-4 16,-8 6-96-16,0 8-140 0,-1 6-191 0,-3-2-129 0,1 2-168 15,-2-4-132-15,1-2-208 0,-4-8-96 0,4-9-84 16,4-7-340-16,0-5-388 16,-1-13-77-16,5-7-123 0,0-6-420 15,-4-6-1072-15,4-20-3321 0</inkml:trace>
  <inkml:trace contextRef="#ctx0" brushRef="#br0" timeOffset="7">10259 1558 9640 0,'0'0'7253'16,"0"0"-5925"-16,0 0-896 0,-92 80-76 15,53-45 184-15,-6 6 476 0,2 7-348 16,-5-3-180-16,4-1-307 0,-4 3-181 0,1-1-317 16,-1 1-243-1,-4 0-404-15,0-3-420 0,4 1-752 0,8-9-2568 16,-7 4-3517-16</inkml:trace>
  <inkml:trace contextRef="#ctx0" brushRef="#br0" timeOffset="8">11211 1057 3376 0,'0'0'940'16,"0"0"5304"-16,0 0-3687 16,0 0-793-16,0 0-620 0,0 0-316 15,0 0-132-15,0 0-88 0,0 0-224 0,0 0-100 16,0 0-188-16,-88 0 40 16,73 29 108-16,-5 9 64 0,0 9 328 0,4 17-12 15,0 6-188-15,0 6-120 0,4 10-47 16,0-1-73-16,4 7-64 15,1 3-24-15,2-2-108 0,5-4-48 0,0-8-12 0,12-10-24 16,8-7-64-16,8-10-9 0,12-7-135 0,4-12 36 16,8-4 12-16,-1-8-268 0,1-6-12 15,-4-12-188-15,-4-5-468 16,0-12-548-16,-8-8-900 0,-8 1-2293 0,7-22-3583 16</inkml:trace>
  <inkml:trace contextRef="#ctx0" brushRef="#br0" timeOffset="9">11741 1267 2888 0,'0'0'9649'16,"0"0"-7169"0,0 0-696-16,16 85-236 0,-8-41-144 15,4 11-172-15,-4 5-295 16,0 3-233-16,-4 1-124 0,0 0-324 0,-4-4-256 0,0-1 0 15,0-4-148-15,-4-4-80 16,-4-7-328-16,4-8-112 0,-4-5-85 0,4-12-223 16,0-3-608-16,0-9-1256 0,4-5-2989 15,-4-2-3599-15</inkml:trace>
  <inkml:trace contextRef="#ctx0" brushRef="#br0" timeOffset="10">11785 1771 11881 0,'0'0'4044'15,"0"0"-2876"-15,0 0-204 0,0 0 932 16,92 45-252-16,-64-33-419 16,4-2-401-16,0-7-316 0,3-3-220 0,9-3-144 15,0-9-144-15,0-7-276 0,4-7-316 16,-1-9-96-16,1 0-208 0,-4-3-661 16,-12 6-2375-16,7-13-2049 0</inkml:trace>
  <inkml:trace contextRef="#ctx0" brushRef="#br0" timeOffset="11">12307 1279 10676 0,'0'0'1725'16,"0"0"-857"-16,0 0 224 0,0 0 32 0,4 73 356 0,4-37 60 15,4 8-288-15,-4 0-408 16,0 7-308-16,0 3-136 0,-4 6-108 0,4 4-147 16,0 0-69-16,-4-1 8 0,4-6-84 15,-1-2-373-15,6-11-295 0,-2-4-116 16,10-5-588-16,3-6-1496 0,-9-7-1596 15,21-6-3149-15</inkml:trace>
  <inkml:trace contextRef="#ctx0" brushRef="#br0" timeOffset="12">12833 2263 13389 0,'0'0'2216'0,"0"0"-1224"0,0 0 104 16,0 0 492-16,0 0-60 0,0 0-335 15,0 0-501 1,0 0-560-16,0 0-44 0,51-89-40 0,-30 39 28 16,-1-1-76-16,-1-6-8 0,-2-1-52 15,-2-5-64-15,-2 0-140 0,-2-7-76 0,2-7 0 0,-2-1-269 16,1 1 49-16,4 1 148 0,-4 3 56 0,8 9-12 16,-1 4 12-16,6 10 136 15,-1 8-52-15,4 7 64 0,3 10 48 0,-3 9 48 16,4 13-12-16,-4 3 124 0,-4 16 296 0,3 9 248 15,-2 10 116-15,-5 10-84 16,0 2-76 0,-8 10-72-16,-1 1-88 0,-7 5-160 15,-4 0-92-15,0 4-88 0,0-3-4 0,0-1-8 16,0-6 0-16,0-9-100 0,0-4-216 16,0-6 136-16,0-9-52 0,0-4-380 15,5-9-124-15,3-6-36 0,3-8 104 0,2-2-1540 16,6-6-796-16,-3-2-165 0,4-19-1883 15</inkml:trace>
  <inkml:trace contextRef="#ctx0" brushRef="#br0" timeOffset="13">13761 1130 8220 0,'0'0'4529'0,"0"0"-3049"0,0 0-80 0,25 79-244 15,-22-31 12-15,-3 3 148 0,0 10-116 0,0 2-32 16,-3 10-255-16,-2 3-321 0,1 3-108 15,4 0-72-15,0 1 188 0,0-7-308 16,0-9-292-16,0-7-60 0,4-10-280 16,4-5-188-16,0-7-40 0,0-9-148 0,8-8-317 15,4-8-523-15,4-10-448 0,8-14 84 16,-4-5-3665 0,16-31-3135-16</inkml:trace>
  <inkml:trace contextRef="#ctx0" brushRef="#br0" timeOffset="14">14323 1402 12345 0,'0'0'3136'0,"0"0"-1656"0,0 0-920 0,-103 49-28 15,58-24 356-15,-6 4-4 0,-1 5-284 0,0-2-272 16,5 4-256-16,6-5-72 0,2 1-76 16,11 0-32-16,8-7-160 0,4 4 36 15,12-8-52-15,4 2 272 0,4-2 12 16,12 6 232-16,4-5 52 0,0 3-64 0,8-3-28 15,0 5-56-15,4-8-16 0,3 2-44 32,5-3-4-32,0-1-60 0,0-4-12 0,4-1-264 0,-5-5-260 15,2-1-224-15,-2-6-332 16,5 0-1068-16,-13 0-2308 0,18-6-3805 0</inkml:trace>
  <inkml:trace contextRef="#ctx0" brushRef="#br0" timeOffset="15">15064 1165 9864 0,'0'0'4221'0,"0"0"-2493"0,56 73-524 0,-36-35-284 16,0 10 300-16,-4-1-96 0,-1 8-172 31,-2-2-87-31,-1 5-637 0,-9 5-156 15,-3 0-64-15,0 7-8 0,-7-3-44 0,-5 0 44 16,-12-4-144-16,-4-2-609 0,-4-1-63 0,-7-3-164 16,-6-2-296-16,-2-5-88 15,3-6-216-15,0-9-1160 0,-4-3-93 16,16-10 397-16,-11-5-3400 0</inkml:trace>
  <inkml:trace contextRef="#ctx0" brushRef="#br0" timeOffset="16">15646 1714 5228 0,'0'0'6173'0,"0"0"-3797"0,0 0-616 0,0 0-692 16,88-6-72-16,-45 6-56 0,9 0-104 15,8 0-176-15,15 0-96 0,13 0-16 0,11 0-88 16,13-3-119-16,4-7-109 16,8 0-172-16,-1-5-60 15,1 2-72-15,3-3 24 0,4-4-12 0,1 6-16 16,0-2-253-16,-13-1-291 0,-4 1-184 15,-15 4-200-15,-17 3-68 0,-14-1-80 16,-22 0-1224-16,-15 4-2377 16,-8-7-2179-16</inkml:trace>
  <inkml:trace contextRef="#ctx0" brushRef="#br0" timeOffset="17">17606 1295 6200 0,'0'0'2856'0,"0"0"-1392"16,0 0-459-16,76 29 175 16,-48-16-224-16,4 2-324 15,3 4-84-15,-3 0-172 0,-4 7-188 0,0-4 76 16,-4 7-48-16,-5-1-40 0,-10 1 52 16,-1 2-52-16,-8 5 124 0,-8 1-4 15,-12 5-84-15,-4 2-100 0,-8 4 0 0,-4 3 36 16,-7 3 100-16,-2 0 24 0,-2-4-260 15,-5 0-12-15,0-8-396 0,1 0-496 16,3-3-112-16,4-12-156 16,8-2-592-16,12-12-1505 0,8-6-3539 0</inkml:trace>
  <inkml:trace contextRef="#ctx0" brushRef="#br0" timeOffset="18">16232 1238 2612 0,'0'0'1540'16,"0"0"6981"-16,0 0-5793 0,0 0-1244 0,0 0-380 16,0 0-192-16,0 0-348 15,0 0-256-15,80-69-148 0,-49 49-160 0,5 1 0 16,0 6-4-16,-4 7-72 0,3 6 52 15,-3 0 24-15,0 9 184 0,-4 8-12 16,-4 1-52-16,-4 4 16 0,-4-3-12 0,0 4 32 16,0-4-20-16,4 0-28 15,4-6 0-15,-1 0-8 0,9-7-64 16,9-3-36-16,-2-3-220 0,1-3-84 0,8-7-12 16,-5-2-52-16,10-4-160 0,-6 0-160 15,9-3-372-15,-4 3-700 0,-9 0-1192 0,17-3-3089 16</inkml:trace>
  <inkml:trace contextRef="#ctx0" brushRef="#br0" timeOffset="19">18965 1349 3512 0,'15'67'9845'0,"-6"-22"-6973"16,-1 14-1044-16,0 17-360 0,-1 11-176 0,-3 1-524 0,-4 1-391 15,0 0-281-15,-4-6-96 0,0-4-136 0,4-6-57 16,0-9-307-16,4-10-72 0,13-7-184 16,7-12-352-16,4-12-288 0,11-14 60 31,9-9-432-31,-8-9-2565 0,24-33-5615 0</inkml:trace>
  <inkml:trace contextRef="#ctx0" brushRef="#br0" timeOffset="20">20000 1409 13537 0,'0'0'2500'15,"0"0"-1608"-15,-79 19-604 16,35-3-40-16,-11 10 248 0,-5 2 660 0,0 1-384 15,-3 6-416-15,3 3-280 0,4 0 8 0,0 3 76 0,4 0-152 16,4 1 4-16,13-4-12 0,7-3-96 0,7 0-60 16,10-10-28-16,7 4 184 15,4-7 0-15,0 3 132 16,15-2 16-16,6 2-88 0,3 4-56 16,8-4 44-16,7 0 64 0,13 1 8 15,3-1-120-15,18-5-60 0,2-1-12 16,9-4-136-16,8 1-220 0,-5-3-172 0,-4 0-40 15,-3-1-296-15,-4 1-1200 0,-24-4-3181 0,11 1-4471 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39:03.34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1964 6575 6248 0,'0'0'9737'16,"0"0"-7989"-16,0 0-1416 0,0 0-144 15,0 0 416-15,0 0 72 0,0 0-52 16,103 6-52-16,-58-6-256 0,10 0-96 0,4-6 12 15,1-3-88-15,4-1-132 16,0-3 193-16,-1 1-205 0,-3-4-73 0,0 0-147 16,-8 3 12-16,-4-3-20 0,-8 7-332 15,-4 0-296-15,-5 2-240 0,-6 7-424 16,-14 0-1120-16,-3 0-2225 0,-8 9-3107 16</inkml:trace>
  <inkml:trace contextRef="#ctx0" brushRef="#br0" timeOffset="193.759">2251 6724 2184 0,'0'0'2516'16,"0"0"4105"-16,0 0-4901 0,-84 32-1148 15,80-25 64-15,4-1 288 0,4 3-108 0,12-2-36 0,12 2-108 0,4 1-92 32,11-4-12-32,9 1-76 0,0-5-172 15,0-2-124-15,-4 0-196 0,4 0-76 16,-9-2-96-16,-3-8-88 0,0-3-232 0,-4-3-384 15,0-6-684-15,-12 2-2272 0,4-17-5109 16</inkml:trace>
  <inkml:trace contextRef="#ctx0" brushRef="#br0" timeOffset="462.985">2677 6175 10636 0,'0'0'4793'15,"0"0"-4341"-15,0 0 16 0,0 0 516 0,96 6 176 0,-61-2-468 16,10 2-252-16,-2 0-184 0,5 4-48 0,0-1-196 16,0 7 28-16,-5 6-40 0,2 4-184 0,-10 3-160 15,-3 5-48-15,-8 4 120 16,-12 10 128-16,-4 3 144 0,-8 5-52 0,-8 2 52 16,-4 7 0-16,-8-7 52 0,-4 3 20 15,0-1-64 1,1-6 152-16,2 4 48 0,1-11-24 15,5 1-184-15,2-7-184 0,9-10-320 16,4-5-200-16,0-10-436 0,13-12-1708 0,-5-4-2881 16,23-22-2495-16</inkml:trace>
  <inkml:trace contextRef="#ctx0" brushRef="#br0" timeOffset="858.141">4258 6004 3968 0,'0'0'13097'0,"0"0"-11033"0,0 0-1816 0,0 0-136 16,0 0 204-16,0 0 124 0,0 0 256 15,0 0 20-15,101 35-375 0,-54-29-241 16,9 0-40-16,4 0 84 0,-4 1-48 15,4-7-52-15,-5 3-44 0,1-3-48 0,-4 0-36 16,-5 0-24-16,-6 0 24 0,-6 3-124 0,-3 0-37 16,-4 4 17-16,-9 5-28 0,2 7 36 15,-5 4 100-15,-4 12 120 16,-5 6 156-16,2 13 28 16,-5 4 24-16,-4 8-28 0,0 7 16 0,0 2-51 15,-4 8-73-15,4-3 4 16,-5-1 44-16,5-5 60 15,0-11-8-15,0-6-40 0,0-10-36 0,0-12-12 0,5-5-8 0,-1-8-28 0,4-11-48 0,-5 0-156 16,-3-5-132-16,4-6-124 0,0 0-101 16,-4 0-167-16,0-10-40 0,-4-8-556 15,-3 1-1456-15,-18-23-3713 0</inkml:trace>
  <inkml:trace contextRef="#ctx0" brushRef="#br0" timeOffset="1036.226">4370 6659 7052 0,'0'0'8973'16,"0"0"-7397"-16,0 0-1032 0,79 2 368 0,-42-2 620 15,3 0-464-15,3-2-363 0,2-5-341 16,2 0-328-16,1-3-36 0,-5 4-264 16,2-1-136-16,-6 2-317 15,-7 5-259-15,-8 0-444 0,-8 2-2320 0,-11 8-2929 16,-10 9-1699-16</inkml:trace>
  <inkml:trace contextRef="#ctx0" brushRef="#br0" timeOffset="1195.441">4398 7067 6808 0,'0'0'6105'0,"0"0"-3757"0,0 0-1316 16,0 0-360-16,0 0 644 0,0 0-108 16,-35 69-160-16,63-62-256 0,7 0 13 15,13-4-249-15,4-3-204 0,8 0-148 0,3-6-72 16,-3-5-132-16,0 3-128 0,-4-9-272 15,-5 5-252-15,-3-1-417 0,-4-2-519 0,-13 8-2724 16,6-5-5085-16</inkml:trace>
  <inkml:trace contextRef="#ctx0" brushRef="#br0" timeOffset="1940.317">7310 6563 912 0,'0'0'8744'0,"0"0"-6539"0,0 0-529 15,0 0-220 1,0 0 280-16,0 0-172 0,-23-67-368 0,11 67-476 16,0 0-316-16,-1 3-172 0,-2 9-64 0,-5 13 64 15,4 8 72-15,0 8 97 0,1 8 123 16,2 3-88-16,1 0-160 0,9-8-96 16,-1-6-56-16,4-13-124 15,0-9 0-15,0-6-8 0,7-7-80 16,1-3 44-16,9-3 40 0,7-13 4 15,-1-3-252-15,5-10-172 0,0-3-220 0,0-2-13 0,-4-1-71 0,0 0 152 0,-9 9 184 16,-3 4 148-16,-7 6 48 31,-1 10 96-31,-4 2 100 0,0 4 84 0,0 10 112 16,0 3 220-16,0 6 24 0,0 6-84 16,4 1 20-16,-1 2-36 0,9-2-36 15,-3-1-59-15,-2-2-13 0,5-2-52 16,4-5-8-16,0 0-172 0,4-9-40 0,4-4-260 15,4-3-273-15,0 0-267 16,4-10-380-16,-13 4-1528 0,13-13-3541 0</inkml:trace>
  <inkml:trace contextRef="#ctx0" brushRef="#br0" timeOffset="2675.86">8693 5848 8988 0,'0'0'5469'16,"0"0"-3985"0,0 0-892-16,0 0 304 0,16 76 504 0,-8-22-236 0,0 13-200 15,1 12-100-15,-2 7-379 16,-3 2-289-16,-4 5-52 0,0 0-96 15,-8-2-48-15,0-5-84 16,4-13 36-16,0-10-88 0,0-18 44 0,4-17 88 16,0-9 4-16,0-9-60 0,8-10-168 15,-4 0-117-15,4-3 213 0,4-7 84 16,0-6 36-16,4-6-108 0,4-3-112 0,-4-1-12 16,4 1-12-16,-5 6 48 0,6 2-24 0,-6 12 36 15,1 5 196-15,1 0 48 16,-2 10 52-16,-3 2 120 0,-3 7 48 0,-2 0-84 0,-3 3 56 15,-4 0 16-15,0-3 36 16,0 4 109 0,0-4-97-16,-4-4 0 0,-7 2-24 15,2-2-64-15,-6 1-60 0,-2-3-48 16,-7-3-100-16,5-1-8 0,-5 0 0 0,3-2-72 16,2-4-96-16,-1-3-48 0,4 0-28 0,4-3-156 15,-4-10-121-15,8-3-319 0,8 1-272 16,0-7-1140-16,5 5-2740 15,14-8-4281-15</inkml:trace>
  <inkml:trace contextRef="#ctx0" brushRef="#br0" timeOffset="3026.806">9430 6696 1684 0,'0'0'11701'15,"0"0"-8829"-15,0 0-1268 0,0 0-88 16,-75 54-124-16,55-32-320 15,4 3-391-15,4 1-197 0,4 3-48 0,4-8-4 0,0-2-260 0,4-2-172 16,4-4-160-16,0-4-44 0,7-4 192 16,2 0-48-16,2-5-108 0,2-5-52 0,-2-3 16 15,2-9-184-15,2 2-12 0,-3-4-109 16,0 1-15-16,-4-6-24 16,4 2-16-16,-4 3-32 0,-4-3 4 0,4 6 172 15,-7 3 272 1,-2 1 148-16,-3 9 308 0,4-1 88 15,-4 4 120-15,0 7-136 0,4 9 156 16,0 3-48-16,0 6-12 0,4 3-27 16,-4 1-37-16,0 3 60 0,4-6-48 0,-4-4-388 15,4-3-36-15,0-10-300 0,0-2-272 16,7-4 51-16,2-3-27 0,3-10-108 16,7-5-532-16,1-9-1756 0,-4 6-3809 0,16-22-2403 15</inkml:trace>
  <inkml:trace contextRef="#ctx0" brushRef="#br0" timeOffset="3213.619">10040 6541 6412 0,'0'0'5785'0,"0"0"-2685"0,0 0-1144 0,-60 69-152 16,40-44 80-16,1 4-391 0,-2-1-509 16,6-3-356-16,-5 1-196 0,8 0-144 15,-4-1-176-15,8-6-112 0,0-3-124 16,-1-3-248-16,9-3-64 0,0-8-44 15,0 3-128-15,4-5-152 0,5 0-313 16,3 0-219-16,-1-7-480 0,6 0-956 16,-6-3-1617-16,-2 4-1695 0</inkml:trace>
  <inkml:trace contextRef="#ctx0" brushRef="#br0" timeOffset="4230.232">9997 6622 1212 0,'0'0'560'0,"0"0"-376"0,0 0-80 0,0 0-12 15,0 0 0-15,0 0-88 16,0 0 1444-16,0 0-640 0,0 0-276 0,0 0 368 0,0 0 296 16,-5-12 168-1,5 12-4-15,0-3-147 0,0 3-29 16,0 0-152-16,0 0-64 0,0 0-72 0,0 0-192 15,0 0-172 1,0 0-120-16,0 0-88 0,0 0-40 0,0 0-84 16,0 0-52-16,0 0-12 0,0 3 12 15,0 4 0-15,-4 2 88 0,-4 4-88 16,4 2-36-16,-3 1-16 0,-6 3-20 16,5 1-28-16,-3-1 0 0,2-4 16 15,-3 1-16-15,5-3 64 0,3-3 36 0,-1-1-40 16,1-6-8-16,4 3-40 0,0-2-48 15,-4-1-4-15,4 3-4 0,0-2-4 0,0 2 4 16,0-3-4-16,0 0 0 0,0 0 112 0,0-3 8 16,0 3-20-16,0 0-4 0,0-3 16 15,4 4-28-15,0-4-24 16,1 0 4-16,-5 0-16 0,4 0-36 0,0 3 0 16,-1-3 84-16,1 0-44 0,0 3-44 0,5 1 40 15,-5-2-40-15,3 3 4 0,1 0 36 16,0-2-44-16,4 0 4 0,0 4 0 15,-4-4 4-15,8 3-4 16,-4-3-4-16,0 0 4 0,-4 1-8 0,0-1-8 16,0-3-4-16,0 4 8 0,-4-1 4 15,0 0 72-15,0-1 16 16,0 2-16-16,-1-2 12 0,2 5-8 0,-5 0-64 0,4-2 32 16,-4 2-44-16,4 3-84 0,-4-4 20 15,0 1 4-15,0 2-60 0,0-2 20 16,0 2 40-16,-4-3 52 0,-8 4-64 15,4 0-4-15,-8-3-56 0,4 1-124 0,-4-2-40 16,0 1-8-16,1-3-40 16,2-4-112-16,1 0-136 0,5 0-224 15,2-11-636-15,1-1-924 0,4-1-2385 0,0-18-2455 16</inkml:trace>
  <inkml:trace contextRef="#ctx0" brushRef="#br0" timeOffset="4418.871">10351 6711 2480 0,'0'0'7872'0,"0"0"-4871"0,0 0-897 0,0 0-424 16,7 77-268-16,-7-58-124 0,0 0-360 16,-4 0-500-16,4-5-328 0,-3 0-100 15,3 2-204-15,0-2-468 0,0-8-100 0,0 0-184 16,0-6-716-16,-4 0-2544 0,0-4-4729 0</inkml:trace>
  <inkml:trace contextRef="#ctx0" brushRef="#br0" timeOffset="4550.666">10375 6547 796 0,'0'0'11093'15,"0"0"-8785"-15,0 0-1032 0,0 0-256 0,0 0-620 16,0 0-400-16,0 0-788 0,91 12-888 15,-75-12-2265-15,24 0-4507 0</inkml:trace>
  <inkml:trace contextRef="#ctx0" brushRef="#br0" timeOffset="4790.03">11016 6569 2516 0,'0'0'9301'0,"0"0"-6841"16,0 0-288-16,0 0-112 15,-40 90-16-15,24-69-471 0,5-2-617 0,-2-1-460 16,6-1-304-16,3-4-116 0,4 3-76 15,0-7-48-15,0 4-48 16,11-1-24-16,2 4-88 0,2-3 52 0,-3-1-12 0,8 2 36 16,-3-2 56-16,-2 4 4 0,5-4 72 0,-8 2 152 15,-1-3-96-15,-2 3-56 0,-1-2-12 16,-8-2-36-16,0 3-4 0,0-4-344 16,-8 4-4-16,-8-4-65 0,-4 1-55 15,-4-4-200-15,0 0-492 0,-8-1-792 16,12-3-1028-16,-23-9-2817 0</inkml:trace>
  <inkml:trace contextRef="#ctx0" brushRef="#br0" timeOffset="5499.422">12809 6311 1044 0,'0'0'10937'16,"0"0"-8765"-16,0 0-344 0,0 0-404 0,0 0-260 16,0 0-340-16,79 0-188 15,-46 4-184-15,3-2-220 0,3 3-120 0,1 1-4 16,0-3-108-16,0 6 0 0,-8-2-96 15,-4 5-100 1,-4 1 0-16,-9 3 0 0,-2 3 100 16,-13 3 88-16,0 3 4 0,-5 5-8 0,-10 1-40 15,-9 7 48-15,-4 3-92 0,-4 0-4 16,-4 4-80-16,0 3-92 16,4-7 112-16,-3 3 52 0,3-3 64 0,8-3 44 15,0-2 88-15,7-5 108 0,6-5 48 16,3-7 16-16,4-4-4 0,4-5 48 0,4-1 100 0,8-2-28 15,4 0-48-15,3-5 37 0,9 3-157 16,0-5 32-16,0 0-20 0,4-5-100 16,-4-4-120-16,4-1-56 0,-4-1-16 15,-4-3-60-15,-5 1-244 0,-2 1-185 16,-6-1-207-16,-2 4-256 0,-5-1-736 16,-4-2-2608-16,0 5-2481 0,-20-3 537 0</inkml:trace>
  <inkml:trace contextRef="#ctx0" brushRef="#br0" timeOffset="5699.797">12781 6763 4112 0,'0'0'1328'0,"0"0"4761"16,0 0-3661-16,0 0-872 0,0 0-200 0,0 0-44 16,0 0-116-16,0 0-192 0,100 6-200 15,-76 0-87-15,0 1-121 0,4-1-160 16,-5 0-148-16,5 0-228 0,-4-2-60 15,0 2-132-15,0 1-316 0,-1-1-561 0,2 0-171 16,3 3-732-16,-8-5-2572 0,12 2-3901 16</inkml:trace>
  <inkml:trace contextRef="#ctx0" brushRef="#br0" timeOffset="6200.61">13498 6906 5532 0,'0'0'2288'15,"0"0"3233"-15,0 0-3493 0,0 0-872 0,0 0-72 0,88-17-208 16,-68 20-160-16,-1 4-188 15,-6 3-148-15,2 3-200 0,-6 1-116 0,-5 3-16 16,-4 2-48-16,0 0-40 0,0 0 28 16,-9 3 8-16,-2 5 4 0,-1 0 4 15,-4 4 8-15,0 2 48 0,-4-5-48 0,5 1 60 16,-2-10 112-16,6-3-24 0,-2-6-64 16,9-8-88-16,0 2-4 15,4-4-4-15,0 3-40 0,0-3-216 0,0 0-48 16,12 0 132-16,0-7 168 0,4 2-8 15,4-2-76-15,0-3-92 0,4-3-252 16,-4 1-132-16,0-1-236 0,3 1-580 0,-6 2-1696 16,11-12-3713-16</inkml:trace>
  <inkml:trace contextRef="#ctx0" brushRef="#br0" timeOffset="6400.726">14227 6794 7716 0,'0'0'8105'0,"0"0"-6305"0,0 0-1120 0,0 0-52 0,0 0-160 16,0 0-148-16,0 0-204 0,0 0-116 16,0 0-724-16,81-3-732 15,-62-3-768-15,1 3-2437 0,8-10-5367 0</inkml:trace>
  <inkml:trace contextRef="#ctx0" brushRef="#br0" timeOffset="6547.547">14837 6743 2692 0,'0'0'104'0,"0"0"10029"0,0 0-8277 15,0 0-1428-15,0 0-424 0,0 0-4 16,79-32-100-16,-54 26-100 0,3 0-700 15,-1-4-964-15,-2 5-4053 0,10-9-255 16</inkml:trace>
  <inkml:trace contextRef="#ctx0" brushRef="#br0" timeOffset="6668.819">15410 6661 2552 0,'0'0'1812'0,"0"0"6005"0,0 0-5217 16,0 0-764-16,0 0-368 0,0 0-816 15,81-9-652-15,-70 2 0 0,2-3-900 0,2 1-784 16,-2 2-1252-16,2-5-4041 0</inkml:trace>
  <inkml:trace contextRef="#ctx0" brushRef="#br0" timeOffset="7117.997">16435 6296 7444 0,'0'0'5945'0,"0"0"-3757"0,0 0-920 0,83 2-384 16,-51-2 32-16,5 0-240 0,-6 0-296 15,1 0-212-15,0 0-128 0,-4 7-40 16,-1-1-52-16,-10 5-92 0,-6 3-76 0,-2 6 108 16,-9 5-36-16,-13 1-48 0,-11 6 60 15,-3 2-36-15,-10 4 100 16,2 4 72-16,-9-1 4 0,-4 0-4 0,5 4 8 16,3-1 40-1,8-5 248-15,8-5 84 0,12-5-148 16,8-3-220-16,8-8 76 0,8 1 168 15,16-2 136-15,8-6 20 0,3 0 212 16,13-8-200-16,0-3-107 0,0 0-149 16,4-9-32-16,-4-4-100 0,-5-4-36 0,-3 2-148 15,-4-1-433-15,-8 0-343 0,-4-3-240 16,-4 3-496-16,-12 3-2320 0,-5-6-4349 0</inkml:trace>
  <inkml:trace contextRef="#ctx0" brushRef="#br0" timeOffset="7446.123">17212 6717 9412 0,'0'0'7581'16,"0"0"-5429"-16,0 0-1420 0,0 0-72 16,-13 68 460-16,2-43-135 0,-1-6-161 0,0 4-292 0,4-11-424 15,4 1-108-15,4-1-108 16,0-5-64-16,0 0-140 0,8-4-4 15,-1-3 100-15,6 0-16 0,-1 0-144 0,4-3 52 16,-4-8-17-16,8 3-99 16,-9-6-72-16,6 3 88 0,-2-3-32 15,2-2-68-15,-6 4-56 0,2 2 148 0,-2 3 212 16,-3 4 220-16,5 3 284 0,-6 3 232 16,1 4 12-16,4 5-48 0,-4 1-64 15,0 0 96-15,4 3 36 0,-4 0-148 16,-4-1-171-16,0-1-229 0,0-3-12 0,0 3-341 15,-4-4-435-15,0 2-116 0,4-6-1124 0,-4 1-3280 16,0-10-4057-16</inkml:trace>
  <inkml:trace contextRef="#ctx0" brushRef="#br0" timeOffset="7852.151">18921 6284 7536 0,'0'0'4781'16,"0"0"-1873"-16,0 0-1000 0,-96 72-412 15,68-37-268-15,0 3 80 0,5 0-35 16,3 0-301-16,8-7-332 0,8-1-256 16,4-8-144-16,4-3-80 0,12-7-160 0,8-5-36 0,8-4-40 0,3-3-116 0,10-3-192 15,2-10-316-15,1-3-160 16,-1-3-89-16,-6-3-219 0,-5 0-252 16,-8 3-336-1,-9 0-312-15,-7 3 396 0,-8 0 356 0,-4 4-57 0,0-5 1061 16,-16 4 312-16,-3 1 813 0,-5-1 59 15,-8 4 216-15,0 6-172 16,-4 3-512-16,-1 3-264 0,2 6-64 16,3 7-76-16,4 3-24 0,9 1-432 15,2-5-740-15,10-2-1113 0,3 3-3595 0</inkml:trace>
  <inkml:trace contextRef="#ctx0" brushRef="#br0" timeOffset="7972.763">19184 6496 848 0,'0'0'6068'0,"0"0"153"15,96 9-3761-15,-61-9-672 0,10 0-328 16,-6-6-368-16,5-4-216 0,0-9-716 0,-4-3-160 16,3-4-1012-16,-2-5-796 0,-6 6-2852 15,9-13-3829-15</inkml:trace>
  <inkml:trace contextRef="#ctx0" brushRef="#br0" timeOffset="8249.493">19562 6029 484 0,'0'0'1980'0,"0"0"5364"0,-28 67-3479 0,24-39-2093 0,-3 11-68 16,3 2-96-16,0 0-404 15,0 0-472-15,-5 7-304 0,6-1-124 0,-1 1-136 16,-4 3 28-16,-1 3-3 0,2-3-65 16,-1 3-128-16,0-1-92 0,4-2 84 0,-1-3-68 15,5-1-69-15,-3-1 73 0,-1-6-320 16,-4-1 4-16,-4-5 8 0,0 1-168 15,-4-8 180-15,-4-2 36 0,0-10 64 16,1 1-28-16,-5-7-24 0,-4-2-40 16,-4-7-48-16,-4 0 0 0,-4-14-264 0,-4-4-296 0,-3-7-700 15,-5-7-596-15,12 7-885 16,-20-26-2367-16</inkml:trace>
  <inkml:trace contextRef="#ctx0" brushRef="#br0" timeOffset="8770.409">21121 5692 1892 0,'0'0'12229'0,"0"0"-9645"0,0 0-1084 16,51 71-192-16,-35-27-28 15,-8 13-219-15,-4 7-93 0,-1 8-168 16,-3 5-256-16,-3-1-244 0,-1 0-120 0,-4-7-48 15,0 2-132-15,0-11-60 0,0-3-48 16,0-2 0-16,1-11 12 0,3-7-60 16,-1 0-72-16,1-10-184 0,4-4-60 0,-4-4 0 0,4-6-48 15,0-1-101-15,-4-6-183 16,4-6-332-16,0 0-428 0,0-9-1324 0,0-7-1549 16,0 4-727-16,8-24 280 0</inkml:trace>
  <inkml:trace contextRef="#ctx0" brushRef="#br0" timeOffset="8934.151">21268 6347 2520 0,'0'0'10585'0,"0"0"-8445"0,0 0-780 0,0 0-180 31,92-7 324-31,-56 7-120 0,7 0-252 0,1 0-235 0,7 0-257 16,2-4-252-16,-1-1-184 15,3-4-104-15,1-8-100 0,-4 1-160 16,0-6-128-16,-1 0-220 0,-7-4-280 0,0-2-161 0,-9 0-439 0,-3-1-1336 0,-4-2-3040 15,-11 8-3557 1</inkml:trace>
  <inkml:trace contextRef="#ctx0" brushRef="#br0" timeOffset="9181.667">22069 5703 5716 0,'0'0'1456'16,"0"0"3941"-16,0 0-3817 0,0 0-180 0,0 0 80 0,0 0-168 0,32 82-252 31,-28-47-240-31,3 2-88 16,1 11-88-16,-4 3-11 0,1 6-29 15,-1 7-144-15,-4-1-96 0,0 1-136 16,0-1-80-16,0-2-56 0,0-8-92 0,-4 1-60 0,4-3-40 0,0-3-32 16,0-1-84-16,0 1-160 0,0-4-324 15,4-2 176-15,-4-4 147 0,0-9-83 16,0-1-4-16,0-6-316 0,0-2-560 0,0-2-332 15,-4-2-336-15,-1-3-2033 16,1-1-3231-16</inkml:trace>
  <inkml:trace contextRef="#ctx0" brushRef="#br0" timeOffset="10675.064">24276 6020 12045 0,'0'0'2928'16,"0"0"-1352"-16,0 0-904 0,0 0-64 16,0 0 84-16,0 0-200 0,0 0-100 15,-100 15-48-15,65 1-112 0,-10 6 72 16,2 3 100-16,3 5 24 0,0-2-112 16,8-3-112-16,4 1-20 0,12-7-99 0,5-6-85 15,6 0-81-15,5-4-187 0,9 0-48 16,10 1 160-16,5 2 80 15,0 1-32-15,4-1-4 0,-4 2-92 16,-4-2-28-16,-4 1 36 0,-4 3 48 16,0 0 88-16,-8 0 60 0,0 2 44 15,-4-1 128-15,0 3 12 0,-4-6 48 0,-5-1-28 16,-2 4 28-16,-1-5-84 0,0 1-40 0,4-7-96 0,-4 1-12 16,0-1-52-16,8-3-216 15,-4-3-244-15,8 0-160 0,-4-3-224 0,4-8-736 16,0-1-1296-16,4-1-1757 0,8-14-2507 0</inkml:trace>
  <inkml:trace contextRef="#ctx0" brushRef="#br0" timeOffset="11005.28">24348 6298 6432 0,'0'0'7153'15,"0"0"-5421"-15,0 0-300 0,0 0 168 0,12 68-36 16,-12-46-332-16,-4 0-199 0,-4 3-345 0,-1-6-336 15,2 0-220-15,3-6-132 0,0-3-88 16,4-7 4-16,0 1-36 0,4-2-136 0,3-2-44 0,6 0-88 16,6-9-125-16,2-3-119 0,-1-5-136 15,-1-2-28-15,1 0-76 0,-4-3-120 0,0 0 172 16,-4 0 304-16,0-5 116 0,-8 2 400 16,4 0 124-16,-4 3 368 15,-4 3 208-15,4 3 44 0,-4 6-76 0,0 7-152 16,4 3-36-16,-4 3-112 0,4 10-28 0,0 7 76 0,0 8 36 15,0 3 32-15,0 8 341 16,4-1-313-16,-5 0-200 0,-3-3-312 16,5-4-24-16,3-1-120 0,0-11-208 0,3-4-144 15,6-2-65-15,7-7-167 16,4-6-324-16,4 0-1088 0,-9-3-3008 0,13-16-3301 16</inkml:trace>
  <inkml:trace contextRef="#ctx0" brushRef="#br0" timeOffset="11192.525">25005 6363 10716 0,'0'0'4689'16,"0"0"-3793"-16,0 0-172 0,0 0 540 15,0 0-56-15,-92 59-232 0,64-29-184 0,0 2-171 0,4 1-185 16,1 0-24-16,7-5-36 16,4-2-236-16,8-8-140 15,4-5-168-15,0-3-100 0,12-1-8 0,8-2-124 16,-1-7-1-16,9 0-63 0,0-13-316 15,4-9-296-15,4-7-724 0,5-2-2120 16,-14 6-1381-16,17-27-2567 0</inkml:trace>
  <inkml:trace contextRef="#ctx0" brushRef="#br0" timeOffset="11540.813">25467 5698 6796 0,'0'0'3988'16,"0"0"-1143"-16,0 0-1097 0,-24 68-140 15,13-30-232-15,3 6 36 16,-1 6-204-16,1 8-271 0,1 6-197 0,-6 2-220 0,5 4-192 16,-7-4-196-16,-1-2-132 0,0-3 0 15,4-8-84-15,4-5-60 0,0-12-40 16,8-9-20-16,0-7-52 0,0-10-312 16,12-1-113-16,4-9 169 0,0 0-24 15,4-7-36-15,3-8-56 0,1-2-148 16,0-2-164-16,-3 0 184 0,-6 0 620 0,-2 7 136 0,-10 2 168 15,1 4 280-15,-4 6 196 0,0 0-136 16,-7 13 96-16,-2 2 84 0,-3 8-64 0,1-1-236 16,-6 3 112-16,6-2 133 15,2-4-197-15,5-4-284 0,4-5-152 16,4-1-136-16,12-5 4 0,9-4 72 0,3-4-148 31,3-8-633-31,5-7-231 0,4-7-168 0,-1-6-792 16,-7 10-3296-16,9-19-4605 0</inkml:trace>
  <inkml:trace contextRef="#ctx0" brushRef="#br0" timeOffset="11854.791">26197 5768 4700 0,'0'0'1196'15,"0"0"-400"-15,0 0 2368 0,0 0-703 16,-17 89-1109-16,10-54-172 0,-1 7-24 0,-5 5 48 16,-2 11 8-1,-2 1-216-15,-7 6-360 0,1-6-404 16,-5 5-232-16,4-3-68 0,8-4 8 16,4-2 60-16,8-11 440 0,0-6-364 0,4-10-76 0,0-3-84 15,8-6-64-15,-4-3-156 0,4-3-40 0,-3-3-36 16,2-3-100-16,-3-5 52 0,-4 1-44 15,4-3 16-15,-4 0 56 16,0 0 52-16,0-3-136 0,0-6-688 0,-8-8-248 16,1-1-460-16,-6-5-1085 15,-2-5-1331-15,-2 9-315 0,-7-19 4611 0</inkml:trace>
  <inkml:trace contextRef="#ctx0" brushRef="#br0" timeOffset="12050.889">25754 6353 5836 0,'0'0'208'0,"0"0"5565"0,0 0-4049 0,0 0-280 16,0 0 180-16,0 0 4 0,0 0-240 16,0 0-312-16,0 0-432 0,0 0-252 0,0 0-332 15,76-19-60-15,-48 9-4 0,8 1-96 16,3-1 16-16,6 3-84 0,-2 1 44 16,4-2-56-16,2 4-112 0,-6-3-184 15,1 1-136-15,-8 3-188 0,0-4-136 16,-8 4-792-16,-8 3-2864 0,-4-2-2109 15</inkml:trace>
  <inkml:trace contextRef="#ctx0" brushRef="#br0" timeOffset="12753.413">26551 6369 12169 0,'0'0'2588'0,"0"0"-1128"0,0 0-224 0,0 0 148 15,0 0-344-15,0 0-208 0,0 0-284 0,0 0-268 16,-88-10 37-16,69 32 71 15,-5 4 280-15,3 6-284 0,-3 6-176 16,5 2 20-16,3-1 172 0,4-7-112 0,8-3-168 16,4-7-120-16,0-2-36 0,12-9 28 15,0-4 8-15,4-7-240 0,0-4-88 16,7-8 40-16,1-4-172 0,4-7-84 0,0-2-172 0,0 3-109 16,0-3 81-16,-5-1 32 15,-2 1 36-15,-1 3 88 0,-5 4 264 0,-6 1 228 16,-1 4 96-16,-4 6 136 0,-4 4 268 15,0 3 40-15,0 0 0 16,-8 10-112-16,4-4 44 0,-1 4 16 0,5-1-88 16,0-2-84-1,0-4-208-15,17-3-12 0,7-3-232 0,8-6-156 16,3-11-260-16,9-2-444 16,0-3-1384-16,-12 3-2508 0,20-13-1721 0</inkml:trace>
  <inkml:trace contextRef="#ctx0" brushRef="#br0" timeOffset="13069.596">27264 5813 5092 0,'0'0'2304'16,"0"0"936"-16,0 0-1735 0,-32 71-469 0,17-31 308 15,2 11 560-15,-2 9-76 0,2 8-440 16,1 4-288-16,1 1-236 0,-2 3-171 0,10-6-317 16,3-5-244-16,0-13 4 15,12-7 116-15,3-7-164 0,-3-10-88 0,4-8-48 16,-8-10-108-1,0-1-328-15,-3-9-244 0,-5 0-185 16,-9 0 21-16,-6-7-344 0,-10-5-1160 16,-2-4-572-16,-9 0 363 0,0-3 161 15,-3-3 368-15,-2 3-608 0,1-7 36 0,-3 1 2648 16,3-4 2256-16,8 4 884 0,8-1-516 16,8 7-519-16,8 7-93 0,8 5-132 0,12 4-308 15,12 0-328-15,12-3-428 16,12 3-240-16,16-4-60 0,7 1-212 0,8 3-304 0,1 0-48 15,0-4-380-15,-8 3-900 16,-20 2-1568-16,3-4-6185 0</inkml:trace>
  <inkml:trace contextRef="#ctx0" brushRef="#br0" timeOffset="14138.614">5996 8424 1068 0,'0'0'8428'0,"0"0"-4111"0,0 0-3025 15,0 0-212-15,40 88 356 0,-25-44-28 16,5 7-220-16,1 10 20 0,-2 9-431 0,1 2-305 15,1 8-84-15,-6 2 0 0,-2 3-112 16,-10 2-204-16,-3-5-72 0,0 1-60 16,-7-10-12-16,2-10-48 0,-3-9 48 15,4-16-124-15,4-9-176 0,-4-10-224 16,4-5-145-16,0-9-135 0,0-2-468 0,0-3-1080 16,0-3-2540-16,0-19-5337 0</inkml:trace>
  <inkml:trace contextRef="#ctx0" brushRef="#br0" timeOffset="14317.564">6155 9144 4548 0,'0'0'10013'0,"0"0"-8641"0,0 0-580 16,0 0 1056-16,0 0-92 0,100 31-480 0,-68-21-255 16,3-3-125-16,6-2-376 0,6-5-292 15,1 0-88-15,3-5-140 0,-2-8-108 16,-2-3-204-16,-6-3-172 0,-2-4-160 0,-3 1-276 15,-4-3-469-15,-12 6-1559 16,0-10-3973-16</inkml:trace>
  <inkml:trace contextRef="#ctx0" brushRef="#br0" timeOffset="14508.322">6638 8693 4072 0,'0'0'7177'0,"0"0"-5101"0,0 0-920 15,0 0 168-15,0 0 476 0,15 67-416 0,-3-39-296 16,4 10-416-16,-4 4-280 16,4 2-52-16,-4 7 61 0,0 6-73 0,-4-1-184 15,-4 9-144-15,-4-2-72 0,0 4-132 16,0-4-429-16,0-3-147 0,0-5-212 16,0-8-508-16,4-15-2552 0,12-7-4061 0</inkml:trace>
  <inkml:trace contextRef="#ctx0" brushRef="#br0" timeOffset="14956.489">7104 9544 4308 0,'0'0'1028'31,"0"0"4697"-31,0 0-4401 0,0 0-572 0,0 0 444 16,0 0 216-16,0 0-32 0,0 0-192 16,0 0-400-16,0 0-236 0,0 0 0 0,32-10-40 15,-28-9-96-15,-4-6-100 0,3-8-196 16,1-7-112-16,0-8-8 0,0-3-92 16,0-5-188-16,1 1-136 0,2 1 148 15,1 4 64-15,0 4 80 0,4 6 116 16,0 8 16-16,1 7-4 0,-2 6 144 0,1 3 96 15,-4 3 60-15,4 7-36 0,-1-1-76 16,2 4-92-16,2 3-16 0,6 0 0 0,-1 7 76 0,7 5-51 16,-3 7-37-16,4 7-60 0,0 6 64 15,0 0-68-15,-4 6 40 16,-1 3-44-16,-2 3 56 0,-9 3-56 16,-8 4-4-16,0 3-4 0,-4 0 0 0,-4-3-104 15,-5 2 56-15,-2-7-68 16,7-9-233-16,-4-5-83 15,8-5 44-15,0-13-36 0,0-1-108 16,4-3-140-16,4-7-296 0,3-3-296 0,2-13-604 16,-5 4-992-16,3-26-2933 0</inkml:trace>
  <inkml:trace contextRef="#ctx0" brushRef="#br0" timeOffset="15187.877">7948 8620 8460 0,'0'0'3217'16,"0"0"-585"-16,0 0-1508 0,20 95 220 0,-12-50 576 15,0 8-192-15,1 2-476 0,-6 5-399 16,5-3-249-16,-4 7-252 0,-4-4-88 0,-4 3-84 16,-4-3-180-16,5 4 0 0,-6-3-84 0,1-5-72 15,4-5 12-15,0-12-460 0,4-11-332 16,0-9-121-16,4-9-227 15,8-10-672-15,0 0-1128 0,11-16-3241 0</inkml:trace>
  <inkml:trace contextRef="#ctx0" brushRef="#br0" timeOffset="15409.292">8406 8868 6492 0,'0'0'7521'0,"0"0"-5101"0,0 0-1584 0,-80 53-488 16,45-21 480-16,-9 3 608 0,5 6-384 15,2 1-432-15,1 3-207 0,8-1-157 0,0 0 36 16,13-3-100-16,-2 1-72 0,10-11-40 16,7-2-80-16,0-4-64 15,11-5 4-15,6-2-24 0,7-2 0 0,-5-3-12 0,1-1-88 16,8-1-144-16,-3-2-121 0,3 1-195 16,0 2 48-16,-1 1 240 15,-7-7-1104-15,0 7-4876 0</inkml:trace>
  <inkml:trace contextRef="#ctx0" brushRef="#br0" timeOffset="17528.666">9602 9299 6168 0,'0'0'1836'15,"0"0"2101"-15,0 0-2301 0,0 0-256 0,0 0-272 16,0 0-44-16,0 0-160 0,0 0-200 0,0 0-88 0,8-82-384 0,8 59-60 16,3-2-52-16,9 0 76 15,0-3-108-15,4 2 8 0,0 4-8 0,4-1-88 16,-1 2-124 0,2 4 52-16,3 2 8 0,-5 5 4 0,1 0-24 15,-4 7-64-15,-4 3-24 0,-4 3-12 0,-4 7 184 16,-4 9 64-1,0 0 132-15,-4 6-64 0,-1 4-44 0,-2 0 120 16,-1-1-76-16,3-2 16 0,-2-4-28 16,6-4-120-16,2 2 64 0,2-8 44 0,1 2-24 15,4-8-20-15,0 0-16 16,0-4-48-16,-4-2-244 16,4 0-72-16,-9 0-128 0,-2 0-144 0,-1-2-184 15,-9 2-468-15,-3 0-1624 0,-7 0-5269 0</inkml:trace>
  <inkml:trace contextRef="#ctx0" brushRef="#br0" timeOffset="17719.004">9725 9579 4788 0,'0'0'9121'16,"0"0"-7177"0,0 0-1064-16,0 0-20 0,0 0 448 15,0 0-264-15,0 0-240 0,0 0-36 16,83 15-271-16,-31-21-229 0,8-7-112 0,0 4-156 15,0-4 0-15,-4 0-144 0,0 4-24 16,-1-4-100-16,-3 4-389 16,0 3-247-16,-9-1-356 0,-7 4-1244 0,12 0-3825 15</inkml:trace>
  <inkml:trace contextRef="#ctx0" brushRef="#br0" timeOffset="18312.105">11868 8506 6156 0,'0'0'4708'16,"0"0"-2603"-16,0 0-985 0,0 0-160 0,0 0 148 16,0 0-168-16,0 0-248 0,0 0-296 15,0 0-236-15,0 0-160 0,-19 9 0 16,7 14 0-16,-4 11 12 0,-8 11 60 16,0 6 16-16,-4 6 96 0,-4 3-36 15,4 0 0-15,1 1-52 0,-1-4-84 0,8-7 76 16,3-12 60-16,6-6 24 0,11-9-36 15,0-11-136-15,0 1-172 16,8-6-72-16,0-1-28 0,8 0-108 0,0-3 48 16,-1 1 72-16,2 2 88 0,-2 3-4 0,-2 7 12 15,-5 3 164-15,3 10 112 0,-3-1 296 0,-3 7 48 16,-1 4-96-16,-4-2 8 16,7 1-172-16,-3-2-112 0,4-2-84 0,-3 1-48 0,2-3-88 15,5-7-132-15,-4 1-608 16,4-7-304-16,-4-3-980 0,0-6-2365 15,4-1-2875-15</inkml:trace>
  <inkml:trace contextRef="#ctx0" brushRef="#br0" timeOffset="20331.577">13024 7711 5172 0,'0'0'196'0,"0"0"532"0,0 0-104 0,0 0 3564 16,0 0-2323-16,0 0-289 0,0 0-236 0,0 0-136 31,0 0-284-31,0 0-80 0,12-57-240 0,-12 48-232 0,-4 2-100 0,0-2 40 16,0 4-64-16,0 0-72 0,-3 3-16 0,-2-5-92 15,1 7 32-15,-8 0-96 31,4 7-84-31,-3 5 40 0,-5 11 44 16,-1 8 64-16,2 8 44 0,3 2 40 0,0 3 20 16,4-2 4-16,4-8-16 0,4-6-20 15,4-5-15-15,0-7 63 0,4-6-140 0,4-1-44 0,8-9 0 0,3 0-8 16,2-3-56 0,3-10-80-16,0 1-173 0,-1-11-95 15,1-2-148-15,0 0-64 0,-3-5 24 0,2 2 60 16,-3 0-64-16,-5-4-116 0,2 0-40 15,-1 3-192-15,0-3 20 0,-9-1 224 0,2-3 288 16,-1 1 188-16,-4 4 232 0,-4-2 164 16,0 5 256-16,0 5 148 15,0 9 204-15,-4 3 208 0,0 8-44 0,4 0-44 0,-4 3-140 16,-1 3-188-16,1 6-272 0,1 8 4 16,-5 4 68-16,4 11-8 0,-4 3 128 15,3 4 29-15,2-1-269 0,-5 4-244 16,4-2 0-16,-4 2-100 0,-4-1-32 0,4 0-77 15,0-3-239-15,0-3-52 0,0-4-84 16,4-6-200 0,0-1-524-16,4-9-1136 0,0-2-1884 15,4-10-1405-15</inkml:trace>
  <inkml:trace contextRef="#ctx0" brushRef="#br0" timeOffset="20576.507">13331 7845 4500 0,'0'0'2604'0,"0"0"1773"0,0 0-3453 0,0 0 72 0,84-9 528 15,-72 11-164-15,-1 5-400 0,-2 0-316 16,-5-2-52-16,3 9-36 0,-3-5-300 16,0 4-40-16,-4 0-216 0,0-1-136 15,0 4 128-15,0-3-164 0,0 0 72 16,0-1-156-16,0 1 108 0,0-4 60 16,0 1 88-16,4-4 0 0,-4 1 52 0,5-5-44 15,-1 5 100 1,0-4 104-16,3 0-56 0,1-3-56 0,8 4-64 15,0-4-36-15,8 0-464 16,8-7-464-16,4-3-552 0,-5 1-2500 16,25-13-4425-16</inkml:trace>
  <inkml:trace contextRef="#ctx0" brushRef="#br0" timeOffset="20747.564">14211 7772 7504 0,'0'0'7129'0,"0"0"-5053"0,0 0-636 0,0 0-456 16,0 0-332-16,0 0-164 0,0 0-208 0,84 3-280 0,-52-6-232 15,0 0-492-15,3 0-332 0,2 0-368 0,-14 0-1228 16,18-4-2817-16</inkml:trace>
  <inkml:trace contextRef="#ctx0" brushRef="#br0" timeOffset="20902.252">14802 7734 11025 0,'0'0'2180'0,"0"0"-832"0,0 0 952 0,0 0-220 0,75-16-780 15,-51 9-776-15,0 2-464 0,4-2-60 32,-1-3-292-32,1 4-356 0,-4-3-432 15,4-1-724-15,-8 3-2860 0,4-1-4217 0</inkml:trace>
  <inkml:trace contextRef="#ctx0" brushRef="#br0" timeOffset="21418.002">15511 7547 7052 0,'0'0'7877'0,"0"0"-6281"15,0 0-1120-15,0 0-28 0,0 0 96 16,0 0 380-16,-92 57 20 0,72-25-148 15,3 3-152-15,2 2-59 0,7-2 11 0,8 0-88 16,0-6-124-16,0-4-128 16,8-5-136-16,4-8-120 0,8-2-96 15,8-10-60-15,4 0-148 0,3-10-108 0,1-9-96 0,5-2-77 0,-2-6-83 16,-7-1 0-16,0 2 8 0,-8 1 68 16,-1-4 52-16,-3 1-140 0,-7-1 72 0,-1 1-12 15,-9-4 52-15,1 3 568 16,-4-3 112-16,-4 3 416 0,-3-1 20 15,-1 2-88-15,-1 4-16 0,2 2 52 0,3 7 104 16,0 5 52 0,0 4-140-16,4 6-84 0,-5 0-208 15,5 0-64-15,-4 9-48 0,-3 10 100 0,3 0 36 16,-8 11 97-16,7-2 47 16,-2 6-76-16,-1-2-196 0,0 3-116 15,-1 0-136-15,6 1-212 0,-5-6-405 0,4-1-187 16,0-1-328-16,4-5-804 0,8-7-2092 0,0-6-1085 15,16-10-1483-15</inkml:trace>
  <inkml:trace contextRef="#ctx0" brushRef="#br0" timeOffset="21679.334">15988 7613 4484 0,'0'0'1876'16,"0"0"4745"-16,0 0-4869 0,0 0-368 16,0 0 28-16,0 0-76 0,0 0-48 0,0 0-348 15,0 0-360 1,0 0-299-16,0 0-133 0,-43 76-76 15,39-59-72-15,-1-5-48 16,5 4 48-16,5 0 0 0,3 0 12 0,3 0-8 16,6-4-4-16,-2 4-72 0,6 0-4 15,-6-4-8-15,1 4 11 0,0-2 1 0,-4-2 24 16,0 1-4-16,-3 0-8 0,-6-4-36 16,-3 4-40-16,0 0 4 0,-12-1 84 0,-4 1-112 15,-8-4-204-15,0 4-160 0,0-7-76 16,1 1-324-16,-5-4-720 0,8-3-1532 15,-16 0-3065-15</inkml:trace>
  <inkml:trace contextRef="#ctx0" brushRef="#br0" timeOffset="23313.945">11948 8566 900 0,'0'0'5824'0,"0"0"-5276"0,0 0-148 0,0 0 2516 0,0 0-859 16,0 0-669-16,0 0-400 0,0 0 28 16,0 0 28-16,0 0-188 0,0 0-116 15,25-23-200-15,-25 27-220 0,0 2-76 16,-4 1 112-16,-1 5 56 0,-3 4 88 16,0 3-144-16,-3 3-116 0,-2 0-31 0,-2 3-77 15,-5 5-56 1,-1 2 20-16,-2 5-88 15,-1 8-8-15,0 3-44 0,-8 5-16 16,4 5-4-16,-4-1-44 0,4-3-13 0,-4 3 33 0,5-10 20 0,7-3 68 16,0-6 60-16,8-11 40 15,0-5-40-15,8-9-52 0,0-4 1 0,4-3-9 0,0-2 0 16,0-4-133 0,0 3 69-16,0 0 64 0,12 0 88 15,0 3 153-15,4 1-21 0,4 2-16 0,-5 2-20 16,6-3 20-16,-5 2 328 0,3-1-72 15,-2 1-156-15,2-1-124 0,-3 3-72 16,5 2-36-16,-6-2 0 0,5 1-24 16,0 3 0-16,0 0-36 0,0 3 36 15,3 3 88-15,1-3-76 16,1 3-60-16,-1 0-8 0,-1 1-40 16,1-2-16-16,0 2 52 0,0-4-84 15,-8-3 36-15,4 0 12 0,-5-3-72 16,-2-1-108-16,-1-5-52 0,-4 3-116 15,-4-3-208-15,0-5-100 0,0 4-209 16,-4-2-635-16,0-4-1304 0,0 2-2940 16</inkml:trace>
  <inkml:trace contextRef="#ctx0" brushRef="#br0" timeOffset="24469.632">13120 9287 3284 0,'0'0'8237'0,"0"0"-5873"0,0 0-1012 0,0 0-268 0,0 0 212 15,0 0-232-15,-20-70-192 0,12 60-116 16,4 4-120-16,-4-1-184 0,0 5-52 16,0-2-171-16,-4 4-45 0,0 0-124 15,0 4-56-15,-8 8 44 0,1 10 12 16,-2 7 64-16,-3 6-28 15,9 6 108-15,2 3 28 0,2 1 68 0,7-3-80 16,0-5-64-16,4-8 0 0,4-4-32 16,4-6-28-16,4-6-84 0,7-6 84 15,5-7-88-15,4 0-8 16,4-13-104-16,0-9-104 0,0-7-92 16,0-6-172-16,-4-3-72 0,-4-4-88 15,-1 1-49-15,-3 3 1 0,1-3-20 0,-6 3-8 16,5-4-228-16,-8 1-132 0,0 0-32 15,0 0 244-15,-4-4 252 16,-4 4 120-16,0 0 180 0,0-1 292 0,-4 1 12 16,0 6 8-16,0 0 184 0,0 7 364 0,0 6 140 15,-4 6 132-15,0 6-64 0,4 7-16 16,0 0-92-16,0 3-100 0,-4 0-68 0,4 6-104 16,0 7-240-16,0 9 124 15,0 10 100-15,0 3 36 0,0 9 180 0,0 1-171 16,4 2-181-16,-4 1-136 0,0 0-96 15,0 0 0-15,-4 2-12 0,-4 1-120 0,4-4-149 16,0 1-267-16,-3-3-220 0,2-3-224 31,1-5-372-31,0-2-1308 0,0-13-3297 0,4 0-3419 0</inkml:trace>
  <inkml:trace contextRef="#ctx0" brushRef="#br0" timeOffset="24725.201">13451 9457 10332 0,'0'0'3845'15,"0"0"-3113"-15,0 0 340 0,0 0 452 16,0 0-360-16,0 0-316 0,0 0-176 0,0 0-136 16,0 0-168-16,83 11-236 0,-75-5-132 15,4 1-48-15,-4 2-160 0,0 0 48 16,-4 7 28-16,0 0-148 0,-4 6 36 16,-4 0 84-16,-3 2-12 0,-6 1 64 0,1-3 36 0,0-4 72 0,8-1 52 15,0-2-44-15,0-5-8 16,4-7-4-16,0 0-120 0,0 0 100 15,8-3-52 1,5 0 76-16,2 0-256 0,9-6-136 0,4-4-128 0,4 1-136 16,8-5-436-16,-5 2-924 15,-7 3-2185-15,12-3-3151 0</inkml:trace>
  <inkml:trace contextRef="#ctx0" brushRef="#br0" timeOffset="27556.968">13996 9172 4712 0,'0'0'156'0,"0"0"2784"0,0 0 88 0,0 0-987 0,0 0-717 16,0 0-136-16,0 0 8 15,0 0-276-15,0 0-176 0,0 0-140 0,28-9-200 16,-4 6-156-16,4-4 20 0,0 1-24 16,4 3-84-16,-4-3-152 0,0 6 4 0,-9-4-12 0,1 4-12 15,-8 0-100-15,0 0-44 0,-8 0-52 16,0 0 12-16,0 7 184 0,-4 2-172 16,0 4 60-16,0 6-12 0,-12 6 12 15,0 0 28-15,-4 7-88 0,-4 3 20 16,1 4-20-16,3-2 12 0,-4 1 36 0,4-2 88 15,-1-2 44 1,6-2 4-16,-1-3 72 0,8-7 112 16,0-6 40-16,4 1 24 0,0-9-40 15,8-2 136-15,0-2 12 0,4-1-76 0,4 1 16 16,4-4-16-16,0 0-60 16,-4-4-36-16,3-3-28 0,-2-2-156 15,-2 4-48-15,-2-6-256 0,-6 2-232 0,1-1-188 16,-4 1-100-16,-4-1-400 0,0 0-1184 0,-4 1-2941 15,-11-4-3243-15</inkml:trace>
  <inkml:trace contextRef="#ctx0" brushRef="#br0" timeOffset="27717.556">14012 9388 4000 0,'0'0'2564'0,"0"0"2813"0,0 0-3705 0,0 0-416 0,0 0 244 16,0 0-256-16,0 0-220 0,92 29-320 0,-68-26-252 15,0 1-236-15,-4-2-216 0,0 1-84 16,-1-3-176-16,-3 0-424 0,5 0-440 16,-2 0-760-16,-6 0-2444 0,6-3-3469 15</inkml:trace>
  <inkml:trace contextRef="#ctx0" brushRef="#br0" timeOffset="27958.826">14523 9424 7068 0,'0'0'284'0,"0"0"4573"0,0 0-3173 0,0 0-180 16,0 0-148-16,0 0-348 0,87 8-512 16,-79-4-360-16,-4 3-136 0,0-1-124 0,0 2 48 0,-4 6-20 0,0 2-4 15,-4 3 92-15,0 3 0 16,-8-3 8-16,0 3 60 0,0-3-8 16,0 0-44-16,4-2 64 0,0-2 4 0,5-3-76 15,3-1-136-15,0-2 0 0,7-4 60 16,9 0-36-16,4-3-196 0,4-2-288 15,4 0 8 1,0-2-472-16,4-3-852 0,-13 0-2761 16,13-4-1815-16</inkml:trace>
  <inkml:trace contextRef="#ctx0" brushRef="#br0" timeOffset="28200.577">15116 9592 9400 0,'0'0'4821'16,"0"0"-3813"-16,0 0-680 0,0 0 188 0,0 0 224 16,0 0 20-16,0 0-156 15,0 0-196-15,40 76-360 16,-40-61-48-16,-8 8-96 0,0-4-64 0,0 3-324 0,-4-3-248 15,4-3-116-15,-4 1-348 16,0-9-1040-16,4-2-2293 0,0-2-2567 16</inkml:trace>
  <inkml:trace contextRef="#ctx0" brushRef="#br0" timeOffset="28529.031">15749 9449 4104 0,'0'0'10097'0,"0"0"-8781"0,0 0-764 0,0 0 176 16,0 0 128-16,0 0-324 0,92 6-356 16,-72-12-176-16,8-4-768 0,-4 0-476 0,-5 1-904 31,9-7-3761-31</inkml:trace>
  <inkml:trace contextRef="#ctx0" brushRef="#br0" timeOffset="28690.656">16343 9417 9320 0,'0'0'6313'0,"0"0"-5009"0,0 0-508 15,0 0 424-15,0 0-468 0,88-7-484 0,-65 1-268 16,9-4-220-16,0-5-396 15,9 2-368-15,-6-3-44 0,1 4-400 0,4-1-1196 16,0 0-1509-16,-13 7 253 0,14-1-564 16</inkml:trace>
  <inkml:trace contextRef="#ctx0" brushRef="#br0" timeOffset="28749.608">16897 9287 272 0,'0'0'0'0,"0"0"0"0,0 0-271 0,0 0 271 0</inkml:trace>
  <inkml:trace contextRef="#ctx0" brushRef="#br0" timeOffset="29182.11">17566 8992 6188 0,'0'0'3952'0,"0"0"-1139"0,0 0-1173 15,0 0-440-15,0 0 104 0,0 0-68 0,0 0-104 0,-87 59-248 16,71-27-104-16,-1 10-148 16,6 2-171-16,3 4-73 0,0-1-60 0,8-5-40 15,0-4-80-15,0-7-112 0,8-5-96 16,4-7-112-16,8-7-120 0,0-8 4 16,7-4 8-1,5-12-20-15,5-11-236 0,-6-6-93 16,5-5-211-16,-4-5-212 0,-4-3-320 0,0 2-728 15,-5-2-688-15,1-2-441 0,-7 3-763 16,-2 6 1328-16,2-19-96 0</inkml:trace>
  <inkml:trace contextRef="#ctx0" brushRef="#br0" timeOffset="29344.133">17853 8772 1540 0,'0'0'4560'15,"0"0"-1908"-15,0-76-520 0,4 56-499 0,-4 1 59 16,0 11-124-16,0 4-352 16,0 4-412-16,0 6-148 0,0 14-40 0,0 8 48 15,0 7-4-15,0 13-160 0,0 2-12 16,0 5-136-16,-4 2-191 0,1-4-161 15,-2 1-109-15,1-2-255 0,0-2-380 16,0-6-172-16,4-3-312 0,0-8-972 16,0-8-3100-16,8-6-4981 0</inkml:trace>
  <inkml:trace contextRef="#ctx0" brushRef="#br0" timeOffset="29594.631">18267 9207 13105 0,'0'0'4436'0,"0"0"-3444"0,0 0 272 16,0 0 140-16,0 0-395 0,-47 76-329 0,31-56-200 16,8-5-164-16,0 5-220 15,3-1-92-15,5-4-4 0,0 1 12 0,5 3 36 16,7-2-36-16,-4-2 36 0,8 1-48 0,-1 0-8 0,2 0 4 16,-2-4-4-16,2 1 0 15,-2-3-4-15,-2 2-36 0,-2-2-24 0,1-1 24 16,-7-2-48-16,-1 2-36 0,-4-3-112 15,-4 4 4-15,-9-1 8 16,-2 1-8-16,-6-1-16 16,-3 2-12-16,1-6-73 15,-1 2-83-15,0-7-476 0,4 3-1460 16,-4-3-4176-16</inkml:trace>
  <inkml:trace contextRef="#ctx0" brushRef="#br0" timeOffset="30160.1">18765 8953 8384 0,'0'0'6573'0,"0"0"-4837"0,0 0-616 0,0 0 100 16,0 0-192-16,0 0-196 0,80 19 116 16,-55-9-279-16,-2 0-281 0,8 2-172 0,2 1-120 15,7-4-52-15,-1 1-44 16,1-1-48-16,4 1-60 0,-8-3-48 0,0 2-100 0,-8-4-120 16,-8 6-60-16,-8 5-13 15,-5-1-15-15,-7 8 220 0,-7 2 184 16,-14 3 52-16,-2 7 8 0,-9 0 12 0,-4 0-4 15,0 4 64-15,0-2 0 0,1-2 88 0,3 0 108 16,4-6 96 0,7-4-59-16,10-2-97 0,3-11-208 0,8 1 12 15,12-7 24-15,8 4-36 0,4-4-68 16,8-3-32-16,4-3 28 0,3 0 72 16,-3-6-8-16,0-7-321 0,-8 0-167 15,0 1-260-15,-8-4-460 16,-12 3-1120-16,-1-10-3204 0</inkml:trace>
  <inkml:trace contextRef="#ctx0" brushRef="#br0" timeOffset="30333.444">18821 9255 1736 0,'0'0'12753'15,"0"0"-10149"-15,0 0-1232 0,0 0-92 16,0 0-232-16,0 0-328 0,0 0-271 15,103 28-413-15,-66-28-36 0,-1 4-353 16,3-4-203-16,1 0-212 0,1-4-424 0,-14 1-1232 16,17-1-3296-16</inkml:trace>
  <inkml:trace contextRef="#ctx0" brushRef="#br0" timeOffset="30591.927">19575 9303 8200 0,'0'0'7445'0,"0"0"-5765"0,0 0-924 0,0 0 156 0,0 0 412 15,-69 69-388-15,58-53-436 16,3 0-343-16,-1-3-157 0,5-4-109 16,4 4-3-16,0-3 4 15,4-2-12-15,9 6-28 0,-2-2 148 0,2 1 244 0,2 0-60 16,2 3-63-16,-2-4 23 16,2 4-8-16,-2 0-4 0,-2-3 12 15,-2 4 4-15,-3-3-28 0,-4 2-32 0,-4-2-88 16,0 0-108-16,0 0-24 0,-12-2-100 0,1 1-204 15,-10 0-65-15,5-4-119 0,-3-2 36 16,-9 2-176-16,4-6-396 0,-4 0-1100 16,3 1-2961-16,-6-4-4539 0</inkml:trace>
  <inkml:trace contextRef="#ctx0" brushRef="#br0" timeOffset="31700.725">20120 8680 7900 0,'0'0'6229'16,"0"0"-4325"-16,0 0-452 15,0 0-476-15,44 92 20 0,-24-63 44 16,4 2-124-16,8-1-151 0,-1-5-281 0,10-3-168 0,6-3-88 0,5-3-20 0,-1 0-40 15,5-4 0-15,0-2-48 16,-3 0-108-16,-6-1-12 0,-3-3-48 0,-4 4-60 16,-12-3-72-16,-8 1-28 0,-5 5-92 31,-11 4-52-31,-4 1 84 0,-7 5 204 16,-14 5 64-16,-2 4 12 0,-14 2 60 0,2 5 28 15,-5-1-52-15,-4-3-48 0,0 3 0 16,1-3-12-16,-1 0-108 0,0-3-244 0,9-5-245 0,7-4-159 15,3-4-320-15,14-3-1092 0,6-10-2652 16,5-2-4317-16</inkml:trace>
  <inkml:trace contextRef="#ctx0" brushRef="#br0" timeOffset="37219.144">21690 4124 9352 0,'0'0'4157'16,"0"0"-3017"-16,0 0-244 0,0 0-228 15,0 0 120-15,0 0 276 0,0 0-76 16,0 0-168-16,91 70-196 0,-66-38-256 0,-5 2-200 15,-1 8 4-15,-6-2-4 0,-6 6-32 16,-3-5-136-16,0 0 60 0,-4-9-52 0,0-3 0 16,-4-11-4-16,0-6-4 15,4-1 0-15,-3-8-12 0,3 0 0 0,0-3-48 16,0 0-60-16,0-3-100 0,0-11 24 16,0-5-120-16,7-6 72 0,6-6-48 15,-2-7 132-15,5-3 24 0,0 0 40 0,-4-1-4 0,4 2 100 16,0 4 48-16,0 4-32 0,-1 7-16 15,2 5-116-15,-2 8-80 0,2 6-76 16,-2-1-60-16,5 7-604 0,-3 0-1212 16,-2 0-2548-16,9 0-2209 0</inkml:trace>
  <inkml:trace contextRef="#ctx0" brushRef="#br0" timeOffset="37566.528">22440 4223 7188 0,'0'0'5889'16,"0"0"-3353"-16,0 0-1056 0,-88 41-96 16,60-21 56-16,4 1-208 0,-1 2-235 15,6 2-333-15,7 0-216 0,0-2-168 16,8-5-124-16,4 1-156 0,0-6-164 0,0-4-80 0,4 1 88 16,0-7 0-16,7 1-4 15,2-4 16-15,-1 0-136 0,8 0-20 16,-1-10 19-16,1 0-59 0,1-2-76 0,-2-4-32 15,1 3-128-15,1-2-12 16,-6-2-36-16,1 4 68 16,-4 1 196-16,1-1 180 0,-2 7 180 15,-3 0 100-15,-1 3 84 0,-2 3 148 16,-1 0 40-16,0 9 108 0,0 4 216 16,-4 5-84-16,4 2-12 0,-4 2-44 0,0 0-191 15,0-6-249-15,4 0-116 0,-1-4-172 16,6-5-277-16,-1-1-207 0,3-6-128 15,6 0-280-15,2-8-1352 0,-6-3-3477 0,15-11-4667 0</inkml:trace>
  <inkml:trace contextRef="#ctx0" brushRef="#br0" timeOffset="37879.308">22746 4182 28 0,'0'0'6736'0,"0"0"-1019"0,0 0-3605 0,0 0-536 0,0 0-52 16,-24 72-108-16,24-49-164 0,-4-2-304 0,1 2-375 15,3-4-329-15,-5-3-244 0,5-4-76 16,0-5-181-16,0-4-107 31,0 1-148-31,0-4-84 0,8 0-68 0,4-7-196 16,0 0-188-16,0-5-96 0,3-2-140 16,2 3 20-16,-6-6 184 0,2 8 440 0,-1 2 640 15,-1 4 88-15,-2 3 628 0,-1 0 228 0,-5 3 116 0,5 8 64 16,-8 4-104-16,4 1-164 0,-4 5-116 15,0 2-76-15,0 0-140 0,0-1 148 0,-4 0-24 16,4-6-284-16,-4-4-316 0,4 1-48 16,0-7-196-16,0-6-228 0,0 0-136 15,0 0-188-15,4-12-292 0,9-4-780 16,-2 0-2844-16,10-15-4045 0</inkml:trace>
  <inkml:trace contextRef="#ctx0" brushRef="#br0" timeOffset="38240.556">23236 3860 10816 0,'0'0'4393'0,"0"0"-3245"0,-20 70 232 0,16-35 236 16,-4 10 92-16,0-4-335 0,4 3-453 16,0-2-460-16,0-1-376 0,1-3-84 15,-1-3-276-15,4-2-500 0,-5-6-96 16,5-2-245-16,5-5-351 0,6-10-108 15,10-8 568-15,2-2 328 0,1-7 128 16,4-5-508-16,4-3 480 0,-4-5 580 16,0 1 200-16,-4 1 80 0,-9-2 164 0,-2 5 136 15,-9 2-4-15,-4 0-32 0,0 7-48 16,-9-1-60-16,-7 7 48 16,-4 0-424-16,-4 13 52 0,-3 3 124 0,-1 6 120 15,0 3 196-15,4 1 232 0,8 3-100 16,0-7-136-16,8 0 61 0,5-6-61 15,3 0-212 1,3-3-80-16,9-4-112 0,4 4-36 16,4-7-56-16,8 0-52 0,3-6-216 15,5 0 12-15,1 0-296 0,-1-3-325 0,3-3-159 16,1-4-152-16,0-5-1560 0,-8 5-3657 16,11-15-3963-16</inkml:trace>
  <inkml:trace contextRef="#ctx0" brushRef="#br0" timeOffset="38493.252">23973 3670 2480 0,'0'0'9193'16,"0"0"-3941"-16,5 82-3396 0,-5-38-236 15,0 14 73-15,0 2-289 0,-9 4-344 16,5 0-240-16,0-1-276 0,-4-2-256 15,5-4-276-15,-1-3-12 0,-1-3-108 16,1-11-48-16,4-5-160 0,0-9-116 16,0-7-112-16,0-7 4 15,4-5-112-15,1-4-328 0,-1-3-493 0,-1-6-715 16,1-1-1936-16,4-12-2517 0</inkml:trace>
  <inkml:trace contextRef="#ctx0" brushRef="#br0" timeOffset="38623.873">24029 4194 7656 0,'0'0'6221'16,"0"0"-3833"-16,0 0-1256 0,0 0 280 0,0 0 252 0,0 0-191 0,0 0-309 16,80 7-488-16,-52-7-508 0,4-13-168 15,3-4-264-15,1-5-304 16,0-3-424-16,4-4-469 0,-13 4-1511 0,5-13-3576 16</inkml:trace>
  <inkml:trace contextRef="#ctx0" brushRef="#br0" timeOffset="38818.934">24455 3740 6716 0,'0'0'5493'0,"0"0"-3173"0,-11 86-120 0,7-48-20 16,4 10-208-16,0-1-575 16,0 4-513-16,0-4-340 0,0-2-204 15,0-1-188-15,0-6-152 0,0-3-72 16,0-3-88-16,0-6-176 0,-5-5-148 0,1-2-256 15,4-2-121-15,0-2-223 0,4-3-716 16,8-2-940-16,-4-3-1156 0,4-7-6557 16</inkml:trace>
  <inkml:trace contextRef="#ctx0" brushRef="#br0" timeOffset="39013.569">24850 4013 13981 0,'0'0'4244'16,"0"0"-3320"-16,0 0-128 0,0 0 568 16,88 19-63-16,-57-13-141 0,9-6-412 0,0 4-444 15,0-4-304-15,3-4-12 0,-3 1-280 16,-3-3-480-16,2 0-184 0,-11-1-121 16,0 1-1207-16,-8 3-2868 0,-4 3-3501 0</inkml:trace>
  <inkml:trace contextRef="#ctx0" brushRef="#br0" timeOffset="39172.069">25041 4254 9440 0,'0'0'6853'15,"0"0"-5545"-15,0 0-392 0,0 0 580 16,0 0-156-16,0 0-243 0,80 13-313 0,-44-13-536 16,-1-3-248-16,5-4-256 0,4 1-324 15,0 0-329-15,4-1-151 0,3-2-248 0,-10 6-864 16,18-7-4032-16</inkml:trace>
  <inkml:trace contextRef="#ctx0" brushRef="#br0" timeOffset="39803.232">26288 3845 4444 0,'0'0'8949'15,"0"0"-6445"-15,0 0-680 0,32 76-196 0,-16-41-100 0,-4 5-227 16,0 2-285-16,-4-1-304 0,-1-6-204 16,-2 0-196-16,-5-2-164 0,4-5-148 0,-4-6-4 15,0-3-96-15,0-6-20 0,0-7-156 16,0-3-280-16,0-3-156 0,0 0-112 16,0 0-89-16,8-6-171 0,-1-4-312 0,10-2-200 15,-2-7 196 1,9 0 216-16,-3-4 208 0,-2-2 452 15,5 0 524-15,-4-4 0 0,-4 3 524 0,-4 1 352 16,0 6 56-16,-4 7-76 0,-5 2-8 16,2 7-80-16,-1 3-188 0,0 3-148 15,4 7 376-15,-4 5 132 0,-1 4-160 0,1 3-87 16,1 4-65-16,-5-1-132 16,4-2-252-16,0-1-240 0,0-6-4 0,-4 3-108 15,0-6-220-15,3-7-372 16,-3 3-153-16,0-5-59 0,4-1-396 15,-4 0-1300-15,0-3-3220 0,0 0-4989 0</inkml:trace>
  <inkml:trace contextRef="#ctx0" brushRef="#br0" timeOffset="39979.457">27057 4073 7444 0,'0'0'8377'16,"0"0"-6081"-16,0 0-344 0,0 0 241 0,0 0-413 15,96 39-720-15,-68-37-604 0,8-2-408 16,3-5-48-16,5-9-468 16,8-4-472-16,0-8-220 0,-9 7-1185 15,30-12-4227-15</inkml:trace>
  <inkml:trace contextRef="#ctx0" brushRef="#br0" timeOffset="40158.729">27917 3717 1800 0,'0'0'6912'16,"0"0"425"-16,0 0-4897 0,0 0-428 15,5 79-295-15,-1-46-337 0,0 5-368 0,3 4-216 16,1 5-324-16,1 4-280 0,-2-1-60 0,1 7 36 16,-4-5-168-16,-4 1-36 0,0-2-336 15,0 0-40-15,-8-1-600 16,-3 5-244-16,-2-17-585 0,2 15-3763 0</inkml:trace>
  <inkml:trace contextRef="#ctx0" brushRef="#br0" timeOffset="48397.707">2422 12503 5824 0,'0'0'7741'0,"0"0"-5777"0,0 0-896 0,0 0-208 15,0 0 500-15,0 0-256 16,0 0-312-16,0 0-268 15,0 0-196-15,36 6 61 0,-4-6 123 0,7 0-236 0,6 0-128 16,2 3-28 0,5-3-12-16,-5 3 60 0,6 1-44 0,-1-1-124 0,-5-3-60 15,1 0-24-15,-4 0-48 0,4-3-208 0,-5-4-108 16,-2 1-73-16,-6 0-171 0,-3 3-236 16,-4-1-592-16,-16 4-1120 0,-4 4-2693 0,-8 2-3887 0,-8 13 7980 15</inkml:trace>
  <inkml:trace contextRef="#ctx0" brushRef="#br0" timeOffset="48611.331">2482 12989 10332 0,'0'0'3977'0,"0"0"-3473"0,0 0-376 15,0 0 336-15,0 0 176 0,0 0 80 0,0 0-160 16,0 0 20-16,115 15-160 0,-67-11-124 15,4-4-96-15,-1 0-92 0,2-4-100 0,-1-5 0 16,-5 0-8-16,1-5-72 0,-4 2-76 16,0-7-408-16,-4 3-312 0,-5 0-232 0,-3-3-840 15,-4 0-2505-15,-4 4-3231 0,-8-8 7152 16</inkml:trace>
  <inkml:trace contextRef="#ctx0" brushRef="#br0" timeOffset="48886.615">2844 12322 6644 0,'0'0'5481'0,"0"0"-3645"0,0 0-1304 0,0 0-292 0,0 0 1120 16,0 0 152-16,84-35-436 0,-52 32-464 16,3 3-292-16,6 3-184 15,2 7-28-15,6 5-96 0,-6 5-8 16,0 12 104-16,2 1-108 15,-9 13-60-15,-5 8-4 0,-10 2-56 0,-6 12 44 0,-7-2-24 16,-8 4 92-16,-4 0-72 16,-8-7 72-16,-8 5-88 0,-4-12-40 0,-3 1 136 15,-5-3-4-15,0-3 4 0,-4-4-112 0,-4-5-108 16,4-4-236-16,1-7-112 0,7-5-352 16,0-14-800-16,11-1-2144 0,2-15-2673 15</inkml:trace>
  <inkml:trace contextRef="#ctx0" brushRef="#br0" timeOffset="51222.043">5577 11823 3768 0,'0'0'6428'0,"0"0"-3639"0,0 0-1101 16,0 0-388-16,0 0 64 0,0 0-116 15,0 0-92-15,4 89-312 0,4-41-260 0,1 15-196 16,2 11-83-16,-3 8 59 0,5 10 304 16,-6 9-344-16,5 5-180 0,-7-5-140 15,-1 1-4-15,-4-11-8 0,3-5-88 31,1-12-48-31,-4-15-184 0,8-14 64 0,0-13-16 16,0-10-169-16,0-9-255 0,7-7-372 0,-2-6-644 16,7-6-396-16,-4-7-1804 15,8-19-2301-15</inkml:trace>
  <inkml:trace contextRef="#ctx0" brushRef="#br0" timeOffset="51519.682">6127 12290 2632 0,'0'0'8485'15,"0"0"-6549"-15,0 0-676 16,0 0-312-16,0 0 108 0,0 0-132 16,0 0-292-16,-80 54-372 0,57-32-160 0,-5 7-40 15,0 3-12-15,-4-1 4 0,-3 4-44 16,-2 4-8-16,-3-5 0 0,5 2-12 0,3-5 4 16,4-2 8-16,4-4 60 0,8-6 4 0,8-3-52 15,4 1 48-15,4-3 52 0,9 2-100 16,6 4 284-16,5 2 8 0,8-3 4 15,8 3 36-15,0 1 252 0,3-1 100 16,6-3 9-16,2-3-269 0,-3-1-156 16,3 2-60-16,-2-5-88 15,-2 1-132 1,-3-4-84-16,-4-3-52 0,-4 4-68 16,0-3-184-16,-4 2-185 0,-1-3-95 0,1-2-148 15,0-1-680-15,-8 0-1496 0,1-3-3437 0</inkml:trace>
  <inkml:trace contextRef="#ctx0" brushRef="#br0" timeOffset="52090.859">7175 12732 5744 0,'0'0'340'16,"0"0"4997"-16,0 0-3861 0,0 0-356 0,72-86 344 16,-48 63-44-16,0 2-304 0,4-5-240 15,4 0-248-15,3-5-176 0,1-1-124 16,4 1-120-16,-4-2-96 0,0 7-64 15,-4 5 0-15,-4 5-36 0,-5 6-4 16,1 7 4-16,-4 3 36 0,-4 13-48 0,4 10 124 16,-3 8 48-1,-2 4 68-15,-2 3-32 16,-2 3-12-16,1 0-63 0,4-6-121 0,-4-3 48 16,8-3 12-16,-1-10 64 0,5-3-16 0,4-4 12 15,4-5 76-15,4-4 32 0,1-3 40 16,2-3-220-16,1-7-60 15,4-6-180-15,-4 1-160 0,-5-5-192 0,1 1-185 16,-8 1-187-16,-8 5-332 0,-8 0-588 0,-5 7-1116 16,-7 0-1981-16,-7 6-2959 0</inkml:trace>
  <inkml:trace contextRef="#ctx0" brushRef="#br0" timeOffset="52282.632">7613 12932 3496 0,'0'0'1264'0,"0"0"4961"0,0 0-4213 0,0 0-460 16,0 0-144-16,0 0-80 0,0 0-52 16,-11 70-268-16,43-68-92 0,7 5-12 0,6-4-175 15,6-3-149-15,5 0-132 0,3 0-168 16,-3 0-180-16,4-3-100 16,-4 0-280-16,-1-3-396 15,-3 2-185-15,4 1-3 0,-4 3-480 0,-8-4-1588 0,16 2-3881 16</inkml:trace>
  <inkml:trace contextRef="#ctx0" brushRef="#br0" timeOffset="53993.57">10171 12122 5260 0,'0'0'7397'16,"0"0"-4881"-16,0 0-808 0,0 0-640 15,0 0 28-15,0 0-164 16,0 0-248-16,0 0-220 0,0 0-224 0,0 0-128 0,0 0-40 15,-36 35-72-15,16-13-48 0,-3 3 40 0,-5 4 0 16,-4 6-52-16,-3 3 52 0,-6 6-80 16,1 1 40-16,1 6 36 15,-2 0 12-15,6 2 184 0,3-1 8 0,8-5 17 16,4-6-65 0,8 1-44-16,4-8-52 0,8 2-36 15,0-8 72-15,4 4 0 0,9-7 64 16,6 0 128-16,9 2 184 0,0-2-204 0,11 0-64 15,-2-3-24-15,6-3-60 0,-3 3-96 16,4-3-12-16,0 0-4 0,0-3 4 16,-8 0 0-16,-4-4-24 0,0-2-204 15,-4-3-232-15,0 2-120 0,0-3-172 0,-5 4-25 0,1-3 69 16,-4-1-580-16,-12-4-2808 0,-1-2-5053 0</inkml:trace>
  <inkml:trace contextRef="#ctx0" brushRef="#br0" timeOffset="55611.655">11016 12423 2948 0,'0'0'1004'0,"0"0"5768"0,0 0-4511 0,0 0-861 15,0 0-720-15,0 0-36 0,0 0-28 0,-8-63-40 16,8 53-116-16,-4 4-88 0,0 3-40 16,4 3 104-16,-4-2 300 15,0 2-208-15,-3 0-308 0,-2 0-12 0,1 5-72 16,-3 4-16-16,-2 4-60 0,-2 7 4 15,2 5-4-15,1 7 60 0,1 3 28 16,2-1-28-16,1 4-20 0,5-5-16 16,3-2 24-16,0-9 404 0,3-2-111 15,5-8-221-15,5-6-92 0,2 1-40 0,5-7 60 16,8-3 28 0,0-10-136-16,4-9-96 0,0-7-160 15,-4-6-168-15,0 0-61 0,0-3-75 0,-5 0 36 16,-3 0-112-16,-3 3-124 15,-2-3-104-15,2 3 84 0,-6-3 320 16,-3 3 236-16,-4-3 188 0,0-1 36 0,-4-1 112 16,0 5 48-16,-4-4 28 15,0 4 160-15,-4 7 0 0,4 5-16 0,1 4 76 16,-1 10 24-16,4 6 20 0,0 3-84 16,0 0-60-16,0 0-100 15,0 6-160-15,-5 11 48 0,5 8 4 0,-4 9 32 16,-4 11 160-16,1 2 60 0,-1 7 40 0,-1 0-259 0,-2 1-133 15,3-1-73-15,-5-3-51 0,2-1-288 16,-2-2-232 0,2-4-324-16,3-3-88 0,4-12-1128 15,4-3-936-15,0-14-2129 0,8-9-1699 16</inkml:trace>
  <inkml:trace contextRef="#ctx0" brushRef="#br0" timeOffset="55754.299">11363 12500 952 0,'0'0'4260'0,"0"0"3541"0,0 0-6361 0,8 76-696 16,-5-48-16-16,-3 7 388 0,4 0-248 0,-4 0-360 16,5-3-348-16,-5-7-160 0,4-2-292 15,4-8-500-15,-1-3-340 0,2-5-608 16,-1 0-936-16,3-7-2913 0</inkml:trace>
  <inkml:trace contextRef="#ctx0" brushRef="#br0" timeOffset="56281.656">11813 12386 1656 0,'0'0'7004'15,"0"0"-2627"-15,0 0-3345 0,0 0-312 16,0 0 412-16,0 0-4 0,0 0-272 16,0 0-188-16,0 0-164 0,-20 88-160 0,16-47 72 15,0 4 464-15,4-1-272 0,-3-2-256 16,-2-4-155-16,5-7 35 0,0-7-148 0,0-12-84 16,8-3-24-16,4-5-244 0,4-4 87 15,4 0 69-15,0-11-8 0,4-8-136 16,-1-3-60-1,5-6 0-15,-8 0 48 0,5-7-76 16,-6 3 64-16,1 3 56 0,-3 1 104 16,-6 5 20-16,1 4 100 0,-8 3 4 15,0 7 60-15,0 9 80 0,0 0 40 0,-4 0-24 16,4 9 96-16,0 10 76 0,0 3-188 0,3 13-44 16,2 4-40-16,-1 8 36 15,-4 1 52-15,3 7-28 0,-2 1-68 16,-5-2-4-16,0 3-48 15,0-3 48-15,-5-3 48 0,2 0-48 16,-5-7-32-16,0-3 80 0,-1-2 12 0,-2-9-12 0,-1 0 40 16,0-8-15-16,0-3-37 0,4-6-76 0,-4-4-8 0,0-6-176 15,1-3-201-15,-6 0-11 0,1-3-112 16,0-9-52-16,0-4-84 0,1-3-212 16,-2-3-540-16,6-2-996 0,3 3-1689 0,4 2-1607 15,-5-4 653-15</inkml:trace>
  <inkml:trace contextRef="#ctx0" brushRef="#br0" timeOffset="56465.445">12454 12951 11025 0,'0'0'5548'0,"0"0"-4876"0,0 0-276 0,28 65 296 15,-19-41 196-15,-5-2-336 0,-1 0-344 16,1-3-208-16,-4 3-288 0,0-3-512 15,0 1 24-15,0 2-340 0,0 0-1172 0,-4-3-2661 16,-3-6-2971-16,-2-1 7660 0</inkml:trace>
  <inkml:trace contextRef="#ctx0" brushRef="#br0" timeOffset="57045.672">13163 12858 4892 0,'0'0'9193'0,"0"0"-7517"0,0 0-932 15,0 0-72-15,21 74 604 0,-21-48-256 0,0-5-172 16,0 2-424-16,0-2-312 0,-8-1-112 16,0 2-124-16,-1-6-180 0,-2 3-284 0,3-3-244 15,-4 0-240-15,-4-4-1040 0,0 2-3469 16,8-6-4591-16</inkml:trace>
  <inkml:trace contextRef="#ctx0" brushRef="#br0" timeOffset="57627.078">13953 12312 9844 0,'0'0'1973'0,"0"0"-821"0,0 0-108 0,-84 32 460 0,60-7-76 0,0 8-136 0,8 4-408 16,0 8-316-16,4 3-168 15,4 3-92-15,4-7-40 0,0-3-36 0,4-9-124 16,4-13-108-16,4-4 0 0,5-8-196 15,2-7 196-15,5 0 16 0,4-13-16 0,3-6 0 16,1-6-220 0,0-7-76-16,0-4 16 0,0-4-60 0,0-2-44 0,0-2-80 0,0-3-216 15,0-1-260-15,-5-6-376 0,2-3-32 16,-5-4 128-16,-5-2 32 0,2 3 96 0,-6 3 859 16,-2 5 233-16,-1 14 569 0,-5 13 391 15,1 9 280-15,0 10 4 16,0 6-404-16,-4 3 32 0,9 10 36 0,-5 12-128 15,-1 6-212 1,1 11-68-16,-4 12 16 16,0 4 60-16,-7 5 44 0,-2 0-156 0,-3-2-280 15,1 3-184-15,-2-8-192 0,2-2-332 16,-1-8-268-16,0-6 8 0,0-5-224 0,4-6-768 16,3-4-2660-16,2-12-4341 0,3-4 6641 15</inkml:trace>
  <inkml:trace contextRef="#ctx0" brushRef="#br0" timeOffset="57856.206">14411 12579 5896 0,'0'0'8205'0,"0"0"-6753"0,0 0-332 0,0 0 356 15,0 0-304-15,75 7-220 0,-62-2-464 16,-6 1-316-16,1 5-100 0,-4 2-72 16,5 2-4-16,-9 1-104 0,0 6-40 15,0 1 40-15,0 5 96 0,-9 0 0 16,1 2-52-16,4-5-8 0,0 0 24 15,1-2 0-15,3-4-12 0,7-4-4 0,5-5 56 16,4-1-40-16,8-6-64 16,4-3-376-16,4-9-16 0,0-7-172 0,4-3-576 15,0-3-956-15,-9 3-2401 16,9-17-4027-16</inkml:trace>
  <inkml:trace contextRef="#ctx0" brushRef="#br0" timeOffset="58164.723">15036 12211 3436 0,'0'0'10529'16,"0"0"-8621"-16,0 0-1368 0,0 0 36 0,99 54 772 16,-58-41-44-16,-1-4-496 0,-1 1-404 0,2-1-284 15,-2 0-120-15,-7 4-60 0,-4 3 12 16,-8 4-160-16,-8 5-160 0,-8 7 136 15,-4 3 12 1,-21 6-84-16,-2 6 192 0,-9 0 64 0,-12 1 36 16,4 0 0-16,-4-7 8 15,5-3 4-15,11-2 60 0,3-11 112 0,10-3 60 16,11-6-48-16,4-3-124 0,12-4 4 16,8 1 44-16,8-7-68 0,8 0-40 15,3-3-196-15,-3-3-132 0,4-10 32 16,-4 1-48-16,-4-7-256 0,-4-1-440 0,-9-2-988 0,-2 3-2164 15,-10-12-2605-15</inkml:trace>
  <inkml:trace contextRef="#ctx0" brushRef="#br0" timeOffset="58350.253">15104 12509 7416 0,'0'0'9313'15,"0"0"-7601"-15,0 0-1008 0,0 0-44 16,8 77 500-16,12-61-211 0,4-4-89 15,11-3-292-15,1-5-568 0,5-4-96 16,2 0-508-16,-3-6-257 0,-4-4-211 16,0 1-888-1,-12 2-2580-15,-1-2-5101 0</inkml:trace>
  <inkml:trace contextRef="#ctx0" brushRef="#br0" timeOffset="58549.988">15758 12728 6460 0,'0'0'4765'15,"0"0"-2425"-15,0 0-1804 0,0 0-232 0,0 0 780 16,67 74 48-16,-59-62-620 0,-8 1-364 0,0 3-144 16,0 3-4-16,-4 0-248 0,-7 6 148 15,-2 1 100-15,-2 2 68 0,-2-2 340 16,6-4-48-16,3-3-148 0,3-3-4 16,5-7 28-16,0 1-124 0,5-7-40 0,7-3-72 15,-1 0-132-15,5-7-176 0,4-2-360 16,4-4-228-16,0 0-372 0,4 1-164 15,-4-4-968 1,-5 4-4045-16</inkml:trace>
  <inkml:trace contextRef="#ctx0" brushRef="#br0" timeOffset="58798.111">16355 12939 3184 0,'0'0'10061'16,"0"0"-8285"-16,0 0-1184 0,0 0-180 16,-4 72-32-1,-4-56 56-15,-4 0-60 0,-4-1-376 0,4-2-236 16,-4 0-632-16,0 0-452 0,5-7-1112 0,-6 0-3801 15</inkml:trace>
  <inkml:trace contextRef="#ctx0" brushRef="#br0" timeOffset="59097.293">17268 12684 3740 0,'0'0'11569'16,"0"0"-11569"-16,0 0-668 0,0 0-792 15,88-26 616-15,-69 20 380 0,-3 3 312 0,0 0 152 16,0 3 0-16,0-3-748 0,0-1-993 16,-1 1-1039-16,-6 3-3140 15,3-9 5389-15</inkml:trace>
  <inkml:trace contextRef="#ctx0" brushRef="#br0" timeOffset="59253.581">18546 12500 5412 0,'0'0'9881'16,"0"0"-8013"-16,0 0-1868 0,0 0-312 15,92 6-428-15,-76-6 240 0,0 0-192 16,0-3-108-16,0-3-1820 0,-4-1-5161 0</inkml:trace>
  <inkml:trace contextRef="#ctx0" brushRef="#br0" timeOffset="59367.258">18969 12439 6796 0,'0'0'8325'0,"0"0"-6717"0,0 0-600 0,0 0 68 16,0 0-364-16,0 0-360 0,0 0-352 15,0 0-156-15,0 0-384 0,0 0-324 16,0 0-548-16,80-48-1360 0,-61 40-4337 16</inkml:trace>
  <inkml:trace contextRef="#ctx0" brushRef="#br0" timeOffset="59917.453">20591 12404 7080 0,'0'0'7209'0,"0"0"-5569"0,0 0-672 16,-104 7-172-1,76-2 288-15,0 9-16 0,5 5-104 0,-5 3-280 0,3 7-211 16,1 5-145-16,0 4-96 0,1 4 20 0,3 0-104 15,3-8-52-15,10-5 24 0,7-4 36 16,7-9-152-16,14-7 180 0,7-6-116 16,7-3-68-16,10-12-48 0,-2-7-64 0,0-13-176 15,6-3-196-15,-6-3-72 0,-2-3 31 16,-2-1 149-16,-3 1-16 0,-4-6-44 16,-4 3-56-1,0-8-232-15,-4-5-212 0,-5 1-164 0,5-9 548 0,-7 2 340 0,2 0 212 16,-3-1-140-16,-4 7 140 0,1 6 120 31,-6 9 256-31,1 11 132 0,-4 12 152 0,-4 13-32 0,0 6-196 0,0 2-76 16,0 15 0-16,0 8 0 0,-8 10 0 15,-7 13-40-15,-2 6 244 0,-3 7 133 16,-3 2-85-16,-5 3-220 16,4 5-160-16,-8-8-228 0,8-3 0 0,-4-6-544 15,8-6-369-15,4-7-267 0,5-5-448 16,7-11-2804-16,8-6-3865 0</inkml:trace>
  <inkml:trace contextRef="#ctx0" brushRef="#br0" timeOffset="60176.654">21164 12452 7444 0,'0'0'6329'32,"0"0"-3941"-32,0 0-1252 0,0 0-416 15,-51 73 464-15,27-48-204 0,-8 8-92 0,4 0-107 16,-4 0-357-16,8-4-320 0,7-1-104 15,10-2-12-15,7-5-60 0,4-2-96 16,12-2 96-16,8-4 60 0,4 1-148 16,4-3-157-16,0 1 1 0,-4-2 72 0,-1-1-36 15,-3 4 48-15,-8 0 24 0,-4 3 204 16,-4-4-44-16,-8 1-380 0,0 1 244 0,-4-6 124 16,-12 5-64-16,-4-7 52 0,0 4 24 15,-7-7-52-15,-1-3-96 0,0 0-336 16,0-10-420-16,0-1-972 0,8-3-1992 0,0-14-2393 0</inkml:trace>
  <inkml:trace contextRef="#ctx0" brushRef="#br0" timeOffset="60547.461">21778 12339 14337 0,'0'0'4104'15,"0"0"-3548"-15,0 0-384 0,115-42 24 0,-62 29 160 16,5 0 20-16,2 7-80 0,5 6-112 0,-6 0-172 0,-3 9 0 16,-4 4 0-16,-9 6-12 15,-15 3-88-15,-11 3-56 0,-14 8 144 16,-3-3 0-16,-16 10 0 0,-11 1 48 0,-10 1 24 15,-6 2 100-15,-9 0-160 0,1 3-8 16,-5 1-4-16,7-4 0 0,10 1 0 16,11-7 120-16,8-6 28 0,16-4-40 0,4-9-104 0,12 0-4 15,11-6 0-15,5-4-144 16,8-6 48-16,1-3-76 0,2-8-376 31,1-9-164-31,-4-2 24 16,-5-3-152-16,-3 0-216 0,-11-4-932 0,-6 7-2685 15,-11-9-3487-15</inkml:trace>
  <inkml:trace contextRef="#ctx0" brushRef="#br0" timeOffset="60700.81">21865 12595 2612 0,'0'0'9013'0,"0"0"-4109"16,0 0-3412-16,0 0-528 0,0 0-60 0,0 0 296 15,-3 70-143-15,27-54-161 0,8 0-328 16,-1-4-352-16,9-2-216 0,-1-7-288 0,6-3-256 0,2 0-208 15,-6-7-185-15,6-2-623 0,-15 0-3008 16,7-7-5261-16</inkml:trace>
  <inkml:trace contextRef="#ctx0" brushRef="#br0" timeOffset="60954.037">22650 12722 10304 0,'0'0'7445'0,"0"0"-5449"0,0 0-764 0,-79 47-175 0,51-30-281 15,4-6-268-15,4 0-264 0,8-5-244 16,8-4-36-16,4 5-244 0,0 0-56 16,8 2 152-16,4 4 80 0,0 0 104 15,4 0 12 1,3 2-4-16,2 4 4 0,3-3 0 16,-5 7 400-16,1-5-160 0,-4 2-208 0,-4-1-40 15,0-4-8-15,-8-2-40 0,1 0-76 0,-5-4-268 31,-5 1-72-31,-7-7-133 16,-8 4-75-16,1-7 228 0,-5 0-72 0,-1-10-176 0,1-3-308 0,5-2-588 0,-1-9-240 16,4 10-2132-16,4-22-3121 15</inkml:trace>
  <inkml:trace contextRef="#ctx0" brushRef="#br0" timeOffset="61301.826">23340 12134 10076 0,'0'0'8637'0,"0"0"-6301"15,0 0-1692-15,0 0-387 0,0 0-25 0,91 45 48 0,-59-35 20 16,8-2-20-16,4 3-196 0,3-3-84 0,2 3-64 15,2 1 4-15,1 5-112 0,-4 5 16 0,-4 3 144 16,-5 11 12-16,-7-3 0 0,-4 6 280 16,-12-1 68-16,-4 3-116 0,-8-6-124 15,-4 0-108-15,-8 0-4 0,-12 0-68 16,-12 0-124-16,-4-7-44 0,-16 4-52 16,-3 0-108-1,-13-3-193-15,-4-1-223 0,1-3-72 0,3 1-328 16,5-4-1052-16,11-3-3004 15,20-3-4661-15,-4-6 9357 0</inkml:trace>
  <inkml:trace contextRef="#ctx0" brushRef="#br0" timeOffset="68427.223">24567 969 3268 0,'0'0'496'16,"0"0"5488"-16,0 0-4267 15,0 0-217 1,0 0-292-16,43-68-32 16,-35 53-400-16,1 2 104 0,-5-3-236 0,0 7-48 15,-1-1-152-15,-3-3 36 0,0 7-4 0,-7 0-24 0,3-5-12 16,-5 5-160-16,-2 0-132 0,-1 4-100 16,-8-3-48-16,0 5-132 0,-4 5 8 0,-4 7 124 15,0 9-4-15,-7 9 4 0,3 8 64 0,-1 6 132 16,1 4 24-16,-4 9-88 0,5 3-56 15,-1 4-16 1,4 0 36-16,0-4 16 0,9-7 277 16,2-4-161-16,6-5-56 0,11-9-88 0,0-7-12 15,7-3 36-15,10-1 0 0,6-6-20 16,9-6-28-16,0 2-52 0,4-8 52 16,-4-6-60-16,4 0-164 0,-1-10-32 0,-3-3-80 15,0-3-112-15,-4-6-149 16,0 0-155-16,-8 0-592 0,-4-4-592 15,-8-2-1256-15,-5 2-1953 0,-3 5-3163 0,-11-9 7041 16</inkml:trace>
  <inkml:trace contextRef="#ctx0" brushRef="#br0" timeOffset="68565.622">24343 1349 9248 0,'0'0'5857'16,"0"0"-4373"-16,0 0-1036 0,0 0-88 15,0 0 100-15,0 0 504 0,0 0 64 16,0 0-344-16,92 9-376 0,-60-15-308 0,1-2-208 15,2-3-672-15,-3-2-348 0,-4 4-620 16,-5 0-2256-16,-3-4-2901 0</inkml:trace>
  <inkml:trace contextRef="#ctx0" brushRef="#br0" timeOffset="68709.71">24614 1358 4224 0,'0'0'8241'0,"0"0"-6253"0,0 0-1308 15,-28 74-164-15,21-49 528 0,3 4 100 16,0-7-96-16,0 0-432 0,4-3-520 15,0-3-96-15,8 0-440 16,-1-3-140-16,1-5-212 0,5-3-252 0,7-3-488 16,-5-2-1200-16,13-13-3593 0</inkml:trace>
  <inkml:trace contextRef="#ctx0" brushRef="#br0" timeOffset="68885.21">25041 1213 9004 0,'0'0'7393'0,"0"0"-5677"0,0 0-1076 0,0 0-308 0,0 0 136 16,0 0 228-16,0 0 36 0,95 3-452 15,-67-3-280-15,0-3-256 0,4-1-512 16,-8 2-532-16,0 2-892 16,-12-5-2776-16,-4 5-4089 0</inkml:trace>
  <inkml:trace contextRef="#ctx0" brushRef="#br0" timeOffset="69027.104">24989 1402 9580 0,'0'0'7037'0,"0"0"-6089"0,0 0-716 0,0 0 152 15,0 0 272-15,0 0 424 0,104 11-408 16,-57-15-600-16,5-5-72 0,4-1-744 16,0-6-460-16,-12 7-1116 0,15-10-3653 0</inkml:trace>
  <inkml:trace contextRef="#ctx0" brushRef="#br0" timeOffset="69326.867">26192 927 7416 0,'0'0'10489'0,"0"0"-9129"0,0 0-1360 0,0 0-84 15,0 0 84-15,0 0 452 0,-75 67-196 16,35-40-256-16,-4 6-48 0,-4 2-72 16,0 0-4-16,1 3-24 0,3 0 52 0,0 0 96 15,5-6 8-15,2 3 4 0,9-10 72 16,9 0 100-16,2-3 60 0,9-3 16 16,5-2-64-16,3 2 48 0,0 0-100 15,11 0 28-15,2 0-4 0,6 0 4 0,9 0-12 0,0 0-28 16,4-3-12-16,0-1-44 15,3 2-76-15,2-4-92 0,-5 1-64 0,0 0-232 16,-9 2-688-16,-3-4-336 0,-3-2-2344 16,-10 2-4865-16</inkml:trace>
  <inkml:trace contextRef="#ctx0" brushRef="#br0" timeOffset="70312.44">26420 962 9380 0,'0'0'5413'0,"0"0"-4181"0,0 0-540 0,-21 92 180 0,10-48 584 16,-6 7-524-16,6-4-284 0,3-5-272 16,4-4-156-16,4-3-100 0,0-9-8 15,4-5-112-15,8-8 0 0,4-3-256 16,7-7-72-16,1-3-28 0,4-7 76 16,0-5-12-16,0-7-52 0,0 0-12 0,0-3-172 15,-5-4-16-15,2 1 0 0,-1-1-52 16,-9 0 148-16,5 1 124 0,1-3 232 15,-10 3 92-15,2-1 140 0,-6 7 148 16,-3 3-12 0,0 10 244-16,-4 3 176 0,0 3-32 15,0 0-160-15,0 0-148 0,0 9-148 0,0 4-48 16,-4 9 24-16,0 7 72 0,1 2 96 16,-1 7 4-16,-1 4-116 0,5 6-92 15,-4-1-4-15,4 4-20 0,-4 3-64 16,0 0-55-16,4 0-5 0,-4 0-13 15,1-3-47-15,-5 0 12 0,3-7-4 0,-3 1 52 0,1-8 0 0,-1 2 0 16,-1-8-8-16,-2-2-4 0,-1-7 0 16,3 0-48-16,-2-5 12 0,3-5-84 0,-4-3-40 15,0-2 28-15,-1-2-16 16,-2-5-48-16,-1 0 12 0,-4 0-24 16,0-8-84-16,-4-5-124 0,-3-6-160 0,3-4-68 15,0-2-136-15,3-3-756 0,6-1-1004 16,2 1-1409-16,10 1-495 15,-1 13 224-15,8-16 3852 0</inkml:trace>
  <inkml:trace contextRef="#ctx0" brushRef="#br0" timeOffset="70544.518">26973 1537 4500 0,'0'0'7677'0,"0"0"-5801"0,0 0-1116 0,0 0-40 0,0 0 524 16,0 0 84-16,0 0-280 0,8 65-496 15,-8-46-296-15,0 8-108 0,-4-5-96 16,0 3-52-16,1 0-124 0,-1-1-72 16,-1-3-416-16,5-2-248 0,0-3-44 0,-4-3-244 15,4-5-604-15,0-1-732 0,0-3-1541 16,0-1-2283-16,0-6 4561 0</inkml:trace>
  <inkml:trace contextRef="#ctx0" brushRef="#br0" timeOffset="70912.946">27359 996 11489 0,'0'0'4292'15,"0"0"-3752"-15,0 0-528 0,0 0 864 0,0 0 496 16,0 0-108-16,45 90-248 0,-26-59-324 16,1 1-339-16,4 0-205 0,4 0-88 15,0-4-4-15,4-2-56 0,4-4 0 0,0 0-4 0,-4-3-68 16,3 0 8-1,-7 1-8-15,-4-8 24 0,-3 3-37 16,-6-2 37-16,-3-1-52 0,-8 2 16 16,-4-1-36-16,0 6-100 0,-8-3 52 15,-12 6 116-15,-8 3 4 0,-3 0 0 16,-10 4-48-16,2 0-100 0,-1 2-72 0,0-5-136 16,9-4-88-16,-1 0 40 0,8-9-104 15,3-1-356-15,10-7-528 0,2-5-488 16,9 0-1012-16,0-7-4041 0</inkml:trace>
  <inkml:trace contextRef="#ctx0" brushRef="#br0" timeOffset="71659.804">28184 1169 15089 0,'0'0'2576'0,"0"0"-1684"0,0 0-696 0,0 0 28 0,0 0 488 32,0 0 728-32,60 85-443 0,-40-47-185 0,5 7-440 15,-6-5-188-15,5 2-40 0,-4-4-72 16,0-3-72-16,0-7-40 16,0-2-8-16,3-7-316 0,1-7-180 0,4-1-220 0,-4-11-329 15,1-4-607-15,-14-3-2752 16,1-12-3901-16</inkml:trace>
  <inkml:trace contextRef="#ctx0" brushRef="#br0" timeOffset="71829.531">28508 1181 10588 0,'0'0'7001'0,"0"0"-5937"15,0 0-1004-15,-88 57 184 0,56-28 396 16,0 6 376-16,0 0-348 0,0 2-400 15,4 5-268-15,0-7-12 0,0 6-316 16,0-6-256-16,4 3-296 0,0-7-388 0,5-6-1056 16,-1 5-3553-16</inkml:trace>
  <inkml:trace contextRef="#ctx0" brushRef="#br0" timeOffset="72267.16">29360 889 6884 0,'0'0'7233'16,"0"0"-5289"-16,0 0-968 0,0 0-220 15,0 0 296-15,0 0-180 0,0 0-80 0,3 88-60 16,-3-37-196-16,0 7-159 0,-3 2-25 0,-1 3-88 16,-4 4-56-16,0-4-16 0,0-6-80 15,0-2-112-15,4-4-84 16,-4-9-60-16,4-9-148 0,4-3-144 0,-3-11-157 16,3-4-283-16,0-5-520 0,0-7-2472 15,0-3-3821-15</inkml:trace>
  <inkml:trace contextRef="#ctx0" brushRef="#br0" timeOffset="72435.872">29376 1298 8612 0,'0'0'8209'0,"0"0"-6621"0,0 0-1180 0,0 0 292 16,0 0 776-16,0 0-295 0,79 51-309 0,-42-42-352 15,2-5-304-15,5-1-216 0,8-3-12 16,0-7-264-16,-1-2-316 0,1-7-112 15,-4 0-221-15,0-6-427 0,-20 6-1548 16,7-6-3593-16</inkml:trace>
  <inkml:trace contextRef="#ctx0" brushRef="#br0" timeOffset="72629.75">29941 946 12925 0,'0'0'4024'0,"0"0"-3068"0,0 0-400 0,0 0 332 0,0 0 468 15,0 0-211-15,4 92-369 16,-4-51-376-16,4 7-112 0,-4 2-116 16,0 1-28-16,0 4-144 0,0-1 0 15,-4 3-108-15,0 0-136 0,-3 3-152 16,-1 0-80-16,-5-3-153 0,2 0-247 0,3-5-408 16,-1-1-1148-16,2-18-2792 15,-1 9-5245-15</inkml:trace>
  <inkml:trace contextRef="#ctx0" brushRef="#br1" timeOffset="80544.715">4578 7734 6776 0,'0'0'6657'0,"0"0"-6329"0,0 0-328 16,0 0-700-16,0 0 700 0,0 0 384 15,0 0 60-15,0 0-24 0,0 0-40 0,95 7-140 16,-72-7-76-16,5-5-160 0,4 5-4 16,5-2-8-16,-1-1-8 0,-1 3-84 15,1-3 92-15,4 3-68 0,-4 0-304 16,0-3-76-16,4 3 380 0,-1 0 76 0,2 0 0 16,2 0 224-16,5 0-20 15,0 0-204-15,4 0-40 0,4-3-36 16,-1 3 76-16,4-4 0 0,1 4 0 0,9 0-76 15,-2-3 16-15,1 3 60 0,3-4 0 0,6 4-4 16,-2 0 4-16,-4 0 8 0,5-3 56 0,0 3-24 31,-4 0-40-31,-1-2-204 16,6 2 28-16,-6 0 112 0,4-3-12 0,2-1-76 16,-2 1-40-16,5 0 76 0,-1-1 108 15,1 1-28-15,0 0 36 0,-5 3 48 16,6 0 4-16,-10 0 12 0,4 0 12 15,-2 0-24-15,-6 6-40 0,1 1-12 0,-1 0-4 16,2-2-4-16,-6 2 4 0,5 0 4 16,-1 2 8-16,5-4-8 0,-4 2 52 0,4 3-44 15,-1-3-4-15,-3-1 4 0,4 3 80 16,-4-2 116-16,3 2-40 0,-3 4 40 16,-4-4 24-16,0 4-52 0,0-3 20 15,-1 3-196-15,1-1-76 0,0-2 24 16,-1 2 52-16,1-2-12 0,3 0-40 0,1-2 48 15,4-1-4-15,-4 0 8 0,3-1-4 0,2-3-32 0,-2 4 36 16,4-5 4-16,-2 2 0 16,-2 2 8-16,1-3 76 0,-4 4-76 0,0-1-4 15,-1 0 4-15,-3 1-12 0,-1-1 0 16,5 0-52-16,-4 1 48 0,-1-4-48 16,2 3-24-1,-1-3 28-15,-1 1-44 0,1-2 88 16,0 3-4-16,-4-5-56 0,3 0 64 15,1 0 4-15,0 0 64 0,-5 0-64 16,1 2-4-16,-4-2 4 0,4 3 0 0,-5 0-8 16,-3-3-40-16,0 4 36 0,-1-2-80 15,-2 3-52-15,-1-3-12 0,-1 4 76 16,-2-3 76-16,-2 0 0 0,0 4 4 0,2 0 44 16,-2-4-44-1,-2 3 76-15,2 0-80 0,1 1 0 0,0-4-44 0,-1 2 36 0,-3 0 0 16,4 0 4-16,-4 2 8 15,4 3 48-15,-8-4-36 0,3 1-4 16,1-1 76-16,1 3-12 0,-2-2-24 0,5-1 48 16,0 0-36-16,-1 1-64 0,6-1-52 0,2 0 48 15,-3 4 0-15,4-4-72 0,-1 3 76 16,5-2 4 0,-4 3-4-16,8-3 8 0,-4-1 0 15,4 0 132-15,0 0 64 16,3-3-40-16,1 1-24 0,0-1-132 0,7-3 52 0,-3 0 28 0,8 0-36 0,-1 0-40 31,1-3-4-31,4-1 44 0,3 1-44 16,-2-1 0-16,-2 2 4 0,1 2-12 15,-1 0 12-15,1 0-8 0,-1 0-4 0,5 0-4 0,0 0 0 16,0-4-4-16,-1 2 8 0,9-2 8 16,-5 2-4-16,5-9 4 0,0 5 44 15,3-3 76-15,1-1 48 0,-1-3-48 0,2 1-128 16,2-1-52-16,1 0 48 0,3 0-4 15,1-2-52-15,3-2-28 0,1 5-40 16,3-4-12-16,1 1-60 0,4-2-28 0,-1 2 104 16,0-2 36-16,5 2-28 0,0-1 40 15,-1 0 0-15,1 0 76 16,3 1-24-16,1 2 24 0,-1 0 0 0,1 1 8 0,3 2 92 31,-3-3-96-31,-1 4-4 0,5 2-52 0,-5-3 44 16,5 1-44-16,-1 2-88 15,0-2 0-15,2 4 128 0,-2-6-76 0,0 5 80 16,5-4 8-16,-5 4 64 0,0-3-64 16,2 2 60-16,-2-2-44 0,0 3 60 0,1-4 24 15,-1 3 52-15,0 0-40 0,-3 2-48 16,-1 2 128-16,-3-3-192 0,-4 2 0 16,-4-3-4-16,-1 4-48 0,1-2 40 0,-5-2 4 15,5-3-32-15,-5 2 40 0,5-2 4 16,-4-1-4-16,-1-1-8 0,-4-1 0 15,1 0-4-15,-4 1 4 0,-1-1 0 16,1 1 8-16,-4-1 0 0,0-3 64 0,-1 4-64 16,-3-1 0-1,-4 0 0-15,-2 1 48 16,-2-2-40-16,-7 3 44 0,-2-3 24 0,1 4 0 16,-8 1 88-16,-1 0 0 0,-7-1 0 15,4 3 184-15,-5-2-20 0,-3 3-72 16,4-1 4-16,-9 1 28 0,5 0-28 15,-7-1-148-15,-2-2-100 0,-3 3-4 0,-4-1 40 16,-5 1-32-16,-7-1 56 0,-3 0 16 16,-6 5 84-16,-3-4 16 0,-8 6-4 0,0-4-36 15,-8 4-108-15,5-2-40 0,-5 2-96 16,0 0-176-16,0 0-112 0,0 0-100 0,0 0-128 16,0 0-120-16,0 0-184 0,0 0-252 15,-5 0-428-15,5-7-725 0,-4 3-2423 16,0-4-267-16</inkml:trace>
  <inkml:trace contextRef="#ctx0" brushRef="#br1" timeOffset="80909.646">23240 7572 9760 0,'0'0'7653'16,"0"0"-6697"-16,0 0-956 0,0 0-844 0,0 0 400 15,0 0 444-15,0 0 184 0,96 16 240 0,-73-7-152 16,10 11-40-16,3-1 52 15,7 6-24-15,1 3-52 0,7 5 176 0,2-2-116 0,-1 1-72 16,3-4-112-16,-3-3 40 16,4 1-40-1,4-1-72-15,-1-3 88 0,-3 3-100 0,-1-1-168 16,-3-6-16-16,-3-2-244 16,-10 0-260-16,-7-2 356 0,-8-9-360 0,-4 2-304 15,-8 0-172-15,-8-7-284 0,-4 0-500 16,-8-5-2133-16,-24-7-2679 0</inkml:trace>
  <inkml:trace contextRef="#ctx0" brushRef="#br1" timeOffset="81134.521">23383 7972 7160 0,'0'0'8297'0,"0"0"-8297"16,0 0-668-16,0 0 124 0,0 0 544 0,80 35 720 0,-52-23 160 15,0 1-124-15,4 6-284 0,4-2-124 16,-4 1 52-16,3 2-32 0,1 2-96 16,-4-7-72-16,0 5-120 0,3-8-80 15,-3 1-232-15,1-4-424 0,-1-5-224 0,4-4-264 16,-5-7-748-16,-3-2-2017 0,-12-4-3419 16,4-12 5736-1</inkml:trace>
  <inkml:trace contextRef="#ctx0" brushRef="#br1" timeOffset="81392.375">24204 7715 3056 0,'0'0'10925'0,"0"0"-9685"16,8 73-988-16,0-42-240 0,0 11 104 0,0 3 372 15,-4-4 452-15,4 0 164 0,4 0-612 16,-4 1-220-16,0-5-24 0,-1-2-76 15,-2 0-100-15,3 0-72 0,-8-3-8 16,0-3-80-16,0-2-132 0,-13 0-196 16,-2-5 80-16,-5 3-268 15,-3-6 84-15,-9 0-68 16,-5-3 240-16,-3-7 140 0,1 2-80 0,-9-9-340 0,0-2-828 16,0 0-1000-16,5-6-2185 15,11-3-1259-15,4-17 5364 0</inkml:trace>
  <inkml:trace contextRef="#ctx0" brushRef="#br1" timeOffset="83046.715">25707 8128 6004 0,'0'0'6669'0,"0"0"-5469"0,0 0-744 0,0 0 100 0,0 0 164 16,0 0-196-16,0 0-68 16,0 0-168-16,0 0-288 0,0 0-16 0,15-3-44 15,-15 3 48-15,4 0-76 0,0 0 36 16,1 0 4-16,-5 0 40 0,3 0-68 15,-3 0 24-15,0 0 52 0,0 0 100 0,0 0 12 16,0 0 0-16,0 0 0 0,0 0 24 16,0 0-24-16,0 0-36 0,0 0-16 15,0 0-60-15,0 0-12 0,-3 0-36 16,3 0 48-16,0 0-4 0,0 0-8 16,0 0 0-16,0 0 0 0,0 0 12 0,0 0 4 15,0 0 8-15,0 0-4 16,0 0 4-16,0 0 0 15,0 0-4-15,0 0-8 16,0 0-100-16,0 0 0 0,0 0 24 0,-5 0-24 16,5-3-136-16,0-1 188 0,-4 4 44 15,4-3 4-15,0-1 0 0,-4 1 0 16,4-4 60-16,0 5 16 0,-4-1 48 0,4-3-20 16,-4-1-104-16,4 0-48 15,-4-1-40-15,1 1 24 0,-1-3 60 0,-1 4 4 0,1-3 0 16,-4 2 4-16,4 4 84 0,-3 1 48 15,3-3-24-15,-5 5-112 0,5 0-4 16,-7 7-44-16,2 5-52 0,-3 11 100 16,1 9 112-16,2 6 136 0,-2 3 124 0,3 6 0 15,0 2-88-15,-4-5-124 0,4 0-12 16,-4-3-36-16,0-2 60 0,0-4-84 16,5 0-40-16,-10-7-36 0,6-2-8 15,-2-1-4-15,1-6 0 0,5 1-4 0,-2-8 0 16,1-3-44-16,8-3-16 0,0-2 4 0,0-2-200 15,0-2-196-15,0 0 36 16,8-2 136-16,1-4 184 0,-2 0 100 0,5-1 136 16,-8 3-60-1,5-2-28-15,-6 4 12 0,1-2-48 16,0 4-12-16,0-3-64 0,0 3 52 0,5 0-100 16,2 0-12-16,-3 0 0 0,0 0-136 15,4 0-52-15,-8 0 148 16,0 0 164-16,-4 3 64 0,0 1 36 0,0 1 160 15,0 4 176-15,-8 2-88 0,0 4-52 16,0 1-84-16,-4 7-92 0,4 2-72 0,-4 0-48 16,4 7-76-16,4 0-8 0,4 0 32 15,0-5 44-15,0 3-64 0,4-8-16 0,4-3-84 16,4-3-4-16,-4-4-108 0,0 1 12 16,0-7-92-16,4 1-132 0,-4-1-236 15,0-6-748-15,4 3-536 0,-4-3-1993 0,3 0-1811 16,-2-3 4256-1</inkml:trace>
  <inkml:trace contextRef="#ctx0" brushRef="#br1" timeOffset="83896.524">26248 8331 4772 0,'0'0'7573'16,"0"0"-6005"-16,0 0-884 0,0 0 24 15,0 0 524-15,-19 66 0 0,10-34-132 0,1 3-304 16,0 7-232-16,1-5-196 15,-2 5-176-15,1-3 28 0,1-6 12 0,-1-7-24 16,3-3-112-16,5-14 8 16,0-3-104-1,0-2-96-15,0-4-24 0,5 0-100 0,6-7 36 16,5-3 100-16,8-5-136 0,4-7-108 0,0-6-28 0,0-2-72 16,0 2-76-16,0-1 52 0,-9 1 128 0,1-1 104 15,-3 4-16-15,-6 0-36 0,-3 5 124 16,-4 8 148-16,1 2 176 0,-5 10 332 15,0 0 36-15,0 0-164 0,0 6-84 0,0 5-100 16,0 3-12-16,0 10-24 0,0 4 8 0,0 4 16 16,0 6 12-16,0-1-36 15,0 11-52-15,0 0-36 0,-5 6-8 16,1 6 80-16,0 1 76 0,0-1-48 0,4 0-64 16,-3-3-12-16,-1-3-36 15,0-6-60-15,-1-1 0 0,5-3-8 0,-4-8 4 16,0-4-4-16,4-4-4 0,-4-9 4 15,1 0 4-15,-1-9 4 0,4 0 4 16,-4-3 0-16,-5-5-4 0,2-2-120 16,-5 0 24-16,-8-2-16 0,-4-9-108 15,-4-2 64-15,1-9-64 0,-1-3-96 16,-4-7-136-16,4-7-136 0,0 6-16 16,7-6-136-16,6 7-216 0,6 4-600 0,6 2-572 15,3 3-1769-15,0 9-2083 16</inkml:trace>
  <inkml:trace contextRef="#ctx0" brushRef="#br1" timeOffset="84134.478">26770 8843 10684 0,'0'0'4805'31,"0"0"-4089"-31,0 0-76 0,0 0 616 0,12 85-272 0,-8-60-380 16,-4-3-240-16,4 4-240 0,-4-1-124 16,0-2-124-16,4-4-400 0,-4-4-288 15,0 1-100-15,0-6 16 0,0-1-208 16,0 1-740-16,0-4-828 0,0-6-1849 16,0 4-1527-16,0-8 5329 0</inkml:trace>
  <inkml:trace contextRef="#ctx0" brushRef="#br1" timeOffset="84682.6">27555 8874 5368 0,'0'0'6457'16,"0"0"-4769"-16,0 0-724 0,0 0 56 0,0 0 388 15,32 67-108-15,-28-42-140 0,-4 1-464 16,0 2-268-16,-4 3-220 0,-5 1-48 16,-2 1-40-16,-1-5-24 0,0 0-80 0,-4-6 80 15,9-6-96-15,2-6-60 0,-3-4-64 16,8-6-240-16,0 0-176 0,0 0-180 0,8-9-180 15,0-4-224-15,8-9-1132 0,-4 3-2093 16,15-23-1879-16</inkml:trace>
  <inkml:trace contextRef="#ctx0" brushRef="#br1" timeOffset="85083.289">28025 8424 6352 0,'0'0'7097'0,"0"0"-5137"0,0 0-1076 0,0 0-36 0,0 0 624 0,0 0-500 16,92 40-288-16,-64-28-244 0,7-1-220 15,1 1-172-15,9-3-40 0,-10 8 0 16,1-1-8-16,-4-1-40 0,-4 4-44 0,-13 3-28 15,-6 5-32 1,-9 0 56-16,-4 2 40 0,-16 6 0 0,-8 0-100 0,-4 3 16 0,-4-2 44 16,1-5 84-16,-2 1 4 0,1-4 12 15,8-2 148-15,0 2 24 0,5-5-24 16,7-2-40-16,4 2-36 0,4-8-72 16,8 5 76-16,0-8-28 0,8 1-12 0,8 0 112 31,4-6-16-31,4-2 112 15,8-5 61-15,-4 0-317 0,4-9-61 0,-4-4-415 0,0-3-180 16,-1-3-212-16,-11-2-584 16,-1 2-1352-16,-6 2-3069 0,-9-5-3798 0</inkml:trace>
  <inkml:trace contextRef="#ctx0" brushRef="#br1" timeOffset="85250.546">28029 8753 10136 0,'0'0'4909'15,"0"0"-3713"-15,0 0-544 0,0 0 292 0,0 0-80 16,0 0-420-16,0 0-4 16,0 0-160-16,84 41-280 0,-52-34-168 0,3-1-212 15,-3-3-88-15,-4 0-200 0,4 1-272 16,-8-4-540-16,-4 3-1188 16,4-3-3497-16</inkml:trace>
  <inkml:trace contextRef="#ctx0" brushRef="#br1" timeOffset="85467.893">28695 8934 6884 0,'0'0'9833'0,"0"0"-8381"16,0 0-772-16,0 0 544 0,0 0-196 0,0 0-532 0,0 0-496 0,0 0-156 0,11 60-452 16,-15-37 8-16,-3-4 160 15,-6 9 60-15,-2-2 12 0,-2 0 196 0,6-1 172 16,-6-3 92-16,10-6 192 0,3-7 120 15,0-3-60-15,4-3-148 0,4-3-196 16,7-3-48-16,10-3-308 0,3-7-136 0,4-5-292 0,4-1-940 16,-8-1-2752-16,11-8-3161 0</inkml:trace>
  <inkml:trace contextRef="#ctx0" brushRef="#br1" timeOffset="85652.148">29172 8864 9336 0,'0'0'8933'0,"0"0"-7041"0,0 0-1552 16,0 0-332-16,0 0 92 0,0 0-4 16,0 0 124-16,84-9-220 0,-52-1-524 0,0-3-580 15,0 5-596-15,-8-3-1476 0,0-1-3513 0</inkml:trace>
  <inkml:trace contextRef="#ctx0" brushRef="#br1" timeOffset="85792.727">29698 8772 3908 0,'0'0'10565'16,"0"0"-8225"-16,0 0-1160 0,0 0 556 15,0 0-552-15,101-25-696 0,-78 16-404 0,1-1-84 0,4-3-548 16,0 1-636-16,-8 2-912 0,7-3-4448 0</inkml:trace>
  <inkml:trace contextRef="#ctx0" brushRef="#br1" timeOffset="85938.541">30420 8699 2660 0,'0'0'13545'15,"0"0"-9305"-15,0 0-3472 0,0 0-488 0,0 0-56 16,0 0-224-16,95-56-268 15,-67 37-560-15,0 2-728 0,-8 4-2588 16,8-6-4405-16</inkml:trace>
  <inkml:trace contextRef="#ctx0" brushRef="#br1" timeOffset="86283.928">31077 8356 12777 0,'0'0'7708'0,"0"0"-6528"0,0 0-1180 15,0 0-168-15,92-3 168 0,-49 3 413 16,5 0 35-16,4 0-204 0,4 7-232 0,3-1-12 16,-3 3-144-16,-11 4-136 0,-10 3-60 15,-11 4 59-15,-12 1-47 0,-8 5 60 0,-8 6-12 16,-20 3 48-16,-8 2 172 0,-11 5 60 15,-6 3 172-15,-2-1-100 0,3 3 136 16,5-6-4-16,2 1 76 0,13-4 24 0,9-6-11 16,10-4-145-16,9-6 68 0,5-3-120 15,14-2-96-15,5-2-8 0,8-5 8 16,0-3-12 0,4-5-204-16,-1-2-261 0,2-6-115 15,-1-7-228-15,-4-2-540 0,-8-2-1204 16,3-8-3321-16</inkml:trace>
  <inkml:trace contextRef="#ctx0" brushRef="#br1" timeOffset="86704.311">31647 8756 2056 0,'0'0'1944'0,"0"0"416"0,0 0-476 0,0 0-848 15,0 0 168-15,0 0 533 0,83 32-141 16,-74-19-180-16,-1-1-44 0,-1 1-16 16,-7 4-76-16,0-3-116 0,0 3-92 0,0 2-115 15,-7-3-145-15,3 0-256 0,-5 0-204 32,1-7-220-32,5 1-132 0,3-1-4 0,-4-6-68 15,4 0-120-15,0-3-160 16,0 0-60-16,0 0 76 0,4 0 140 0,-4 0 40 15,3 0-76-15,1-6-20 0,5 0 7 0,3-4 49 16,-1-2 100-16,9-1-148 0,4-9-168 16,4 3-320-16,0-6-16 0,-1 1-64 15,1 6 196-15,0 5 244 0,-3 3 336 16,-9 7 36-16,-4 3 456 0,-5 0 296 16,-3 10 132-16,-4-1-16 0,0 7 48 0,0 0-199 15,-11 1-293-15,3-3-96 0,-5 3-112 16,2-4-216-16,3-4 0 0,4-3-484 0,-1 1-329 0,5-4-223 15,5 0-320-15,7-3-1352 16,-1 0-2248-16,10 0-2353 0</inkml:trace>
  <inkml:trace contextRef="#ctx0" brushRef="#br1" timeOffset="91908.764">32452 8141 7220 0,'0'0'6157'15,"0"0"-5029"-15,0 0-760 0,0 0 136 16,0 0 200-16,0 0 88 0,0 0-308 15,15-77-272-15,2 67-4 0,-6 1-20 0,10 0 72 0,-6 2 60 0,-2 4 112 16,-2 3-104-16,-3 0-68 0,1 0-88 0,-6 0-52 16,-3 0-120-16,0 3-4 15,0-3-80-15,0 3 36 0,0 1 24 0,0 5 24 32,0 0 120-32,0 11 4 15,0 2-64-15,-8 10-48 0,0 9 72 0,-11 9 4 0,-1 7-28 16,-8 8 0-16,-4 1-56 0,-4 1-4 15,0-3-12-15,4-5-36 0,8-5 48 0,8-12 100 16,12-10-100-16,4-7-64 16,4-9-228-16,8-7-40 0,8-5-144 0,-4-4-128 15,4-4 72-15,4-5 52 0,0-7 68 16,0-3 112-16,-5 0 140 0,1 0 160 16,-3 0 8-16,-6 2-4 0,1 5 48 0,-7 3 44 15,-1 9 92-15,-4 0-24 16,0 2 144-16,0 9 116 0,0 4-4 15,0 8-100-15,-4 2-172 0,-1 10-28 0,1 0 92 16,-4 3-28-16,8 4-76 0,-3 2-108 16,3-3-108-16,3 0-40 0,5-3-284 0,1-2 176 15,2-5 80-15,-3 1-168 16,-4-4-28-16,0 1 112 16,-4-4 136-16,-4-3 72 0,-11 4-744 0,-6-5-288 15,-3 2-700-15,-4-4-921 0,-19 3-3947 16</inkml:trace>
  <inkml:trace contextRef="#ctx0" brushRef="#br1" timeOffset="92611.55">25611 10312 11117 0,'0'0'2496'15,"0"0"-44"-15,-28 67-1076 0,24-39-216 16,4 8-288-16,0 8-148 0,8 0-116 0,0 3-156 15,3-1-172 1,-2-5-36-16,-1-6-184 0,-1-10-60 0,6-9-208 16,-5-10-204-16,-1-6 84 0,6 0-232 15,-2-13-116-15,1-9-208 0,4-9-1420 16,-8 5-2872-16,0-25-5365 0</inkml:trace>
  <inkml:trace contextRef="#ctx0" brushRef="#br1" timeOffset="92764.053">25694 9944 13061 0,'0'0'2208'0,"0"0"-640"0,0 0-240 15,0 0-168-15,0 0-548 0,0 0-320 16,0 0-292-16,96 22-84 0,-68-13-124 0,0 1-492 16,-1-1-296-16,1 4-520 0,-3-3-1624 0,-1 12-3649 0</inkml:trace>
  <inkml:trace contextRef="#ctx0" brushRef="#br1" timeOffset="93036.271">26229 10251 10092 0,'0'0'2381'0,"0"0"-773"0,0 0 96 0,0 0-216 15,-69 71-484 1,46-49-300-16,-5 3-164 0,8-2-100 16,-1-2-84-16,6-2-88 0,3 0-40 15,8-5-128-15,4 2-92 0,0-4-8 16,4 1 0-16,12-1 0 0,0 1 0 15,7 3-4-15,1-4-144 0,4 5-32 0,0-1 168 16,-3-1-136-16,-1 2 40 16,-5-2 92-16,1 1-80 0,-8 0 36 0,-4 0 8 0,-4 0-8 15,-4-7 52-15,0 4-52 0,-12-4 12 16,0 1-64-16,-8-1-156 0,5-5-16 16,-6 3-36-16,1-7-308 0,5 0-512 15,2-7-1120-15,1 3-2409 0,9-12-3571 0</inkml:trace>
  <inkml:trace contextRef="#ctx0" brushRef="#br1" timeOffset="93464.572">27718 10369 3284 0,'0'0'5812'0,"0"0"-4596"0,0 0 625 0,0 0 783 16,-87-10-676-16,55 27-668 0,-4 8-292 16,-4 6 4-16,-4 11-124 0,4 2-152 0,1 4-11 15,7-3-97-15,4-7-164 0,16-11-164 16,4-3-280-16,8-15 0 15,8-3-208-15,8-6 148 0,8 0 52 0,4-12-100 16,8-8-48-16,-4-1-160 0,-1-12-36 0,1 3-36 16,-4-3-25-16,0 1 49 31,-5 4 108-31,5-2 96 0,-7 5 88 0,-1 6-12 16,-5 5 12-16,-7 7 72 0,5 7 192 15,-6 0 52-15,1 13 160 0,5 2 93 0,-6 8-133 16,1 2-96-16,5 3-124 0,-6 4-60 15,5-3-20-15,0 2-64 16,8-2-72-16,0-3-36 0,12-12-436 0,4 0-489 16,8-8-543-16,-12-2-2512 0,23-8-3517 0</inkml:trace>
  <inkml:trace contextRef="#ctx0" brushRef="#br1" timeOffset="94082.413">28603 9826 8944 0,'0'0'2237'16,"0"0"-277"-16,0 0 120 15,0 0-36-15,83 64-460 0,-63-20-408 0,-7 10-296 32,-9 9-212-32,-4 8-179 0,-4 6-153 15,-9-2-32-15,-7 4-96 0,-3-3-76 16,3-5-80-16,-1-14-52 0,6-7-84 0,2-14-24 16,10-11-4-16,3-12-8 0,0-4-112 15,0-9-152-15,3 0-69 0,6 0 133 16,3-9 320-16,0-1 48 0,0-3-48 0,-1 1-104 15,2 2-28-15,-1 3-88 0,-1 7 12 16,5 0 208-16,1 0 12 0,-2 7 148 16,6 6-100-16,-10 0-52 0,6-1 76 0,-6-3 40 15,1 4 44-15,-4-3 52 0,-4-4-40 16,0 0 41-16,-4 1-37 16,0-4 20-16,0 0-32 0,-8 3-64 15,-12 1-96-15,0 2 0 0,-8 2-12 0,-4-6 0 0,4 4-120 0,1-5-64 16,3-1-132-16,4-3-13 15,4 0-119 1,8-7-200-16,0-2-192 0,8-7-316 16,4 0-1408-16,3 1-1692 0,21-7-1425 0</inkml:trace>
  <inkml:trace contextRef="#ctx0" brushRef="#br1" timeOffset="94411.703">29292 10483 9108 0,'0'0'3965'15,"0"0"-2729"-15,0 0 312 0,0 0 104 16,-103 76-220-16,71-43-168 0,-4 4-80 16,4-1-167-16,1-1-169 0,10-4-292 15,5-9-264-15,8-6-292 0,4-7-108 0,4-2-148 16,0-7 52-16,8 0 84 16,5 0 104-16,2 0-128 0,1-9-96 0,8-3-112 0,-4-8-48 15,4 1-25-15,-5 0 1 16,5-4-52-16,-3 8-84 0,-6-4-16 0,1-1 84 15,0 4 100-15,-4 4 232 0,-4-1 160 16,-4 10 4-16,0 0 268 0,-4 3 184 0,4 0-4 16,-4 10-48-16,5-1 300 0,-5 8-144 31,3 1-135-31,1 1-97 0,-4 0 12 0,4 0-72 0,4-6-180 16,-4-1-88-16,4-5-132 15,0-1-292-15,0-6 12 0,4 0-53 16,-4-6-215-16,8-4-188 0,4-5-1060 0,-9 2-2600 15,14-9-1925-15</inkml:trace>
  <inkml:trace contextRef="#ctx0" brushRef="#br1" timeOffset="94714.227">29715 10399 13073 0,'0'0'3860'0,"0"0"-3128"0,0 0 172 0,0 0 852 0,0 0-540 15,0 0-379-15,0 0-97 0,-100 84-76 16,72-58-312-16,4-1-148 0,0-2-60 0,5-2-140 31,2 0-4-31,6-7-96 0,2-3-36 16,9-3-120-16,0 3-100 0,0-5 36 0,9 3 28 15,2-2 56-15,6 2 124 16,2 0 0-16,1 1 36 0,0 3 12 0,0-4 12 16,0 4 48-16,-4 0 76 0,0-1 32 15,-4 1 72-15,0-3 40 0,-4 3-52 16,-4-8-24-16,-4 2-32 0,0-1 56 0,0-2-56 0,0-4-112 15,0 0-276-15,-4 0-220 0,0-4-40 16,0-2-193-16,-5-3-363 16,6-7-872-16,3-3-1868 0,0 6-1521 0,3-16-2831 15</inkml:trace>
  <inkml:trace contextRef="#ctx0" brushRef="#br1" timeOffset="94868.541">29982 10525 14017 0,'0'0'2324'0,"0"0"-1504"0,0 0 876 0,0 0 104 0,23 67-207 16,-23-52-445-16,0 2-444 0,-4-5-464 16,4-5-240-16,-4 1-48 15,-3-1-292-15,3-3-420 0,-9-1-172 0,-2 0-309 16,-2-3-1219-16,6 0-3796 0,-6-10-4217 0</inkml:trace>
  <inkml:trace contextRef="#ctx0" brushRef="#br1" timeOffset="95010.068">29962 10369 14013 0,'0'0'2584'16,"0"0"-1824"-16,0 0 576 0,0 0-12 0,99 0-760 0,-67 0-432 15,0 0-132 1,3-3-816-16,1-4-696 0,-8 1-1080 0,13-6-3429 16</inkml:trace>
  <inkml:trace contextRef="#ctx0" brushRef="#br1" timeOffset="95230.527">30411 10487 12717 0,'0'0'2928'0,"0"0"-2108"0,0 0 288 0,0 0 1060 0,-67 72-608 16,59-59-767-16,4-3-529 0,4 2-192 15,0-2-72-15,12-1-4 0,0 2-104 0,4-3-84 16,0 3-40-16,-4-3 51 0,-1 3 9 16,2 1 40-16,-9-3-52 15,0 4-24-15,-4 3 160 0,0 0 48 16,0 6 0-16,-4 0 232 0,-4-2 240 15,-1-5-432-15,-2-2-40 0,-1-3-660 16,-4-8-84-16,4 2 124 0,-4-4-240 16,4 0-812-16,1-4-1028 0,2-2-160 0,5-2 563 15,0-3-847-15,0-7-1220 0</inkml:trace>
  <inkml:trace contextRef="#ctx0" brushRef="#br1" timeOffset="95551.236">31113 10471 15353 0,'0'0'2796'0,"0"0"-2228"0,0 0-100 0,-88 95 1000 0,61-60-67 0,-1 0-325 16,12-6-508-16,4-4-436 15,12-9-132-15,0 0-72 0,12-7-84 0,4-3-112 16,7-2-8-16,5-4 32 0,4 0-92 15,0-10-100-15,0-3-5 0,-4-2-43 16,0-5 32-16,-4-1-36 0,0 2 36 0,-9 0 108 16,-2-4 172-16,-2 4 136 0,-7-4 36 15,-4 1 184-15,0 0 60 0,-11 0 220 0,-6 3 52 16,2 3-176-16,-5 4-84 0,-5 5-196 16,2 4-60-16,-1 3-12 0,0 3-120 15,0 7-88-15,5-1-12 0,2 1-232 16,6-2-236-16,2 6-716 0,1-4-2324 15,1 5-2137-15</inkml:trace>
  <inkml:trace contextRef="#ctx0" brushRef="#br1" timeOffset="95667.221">31324 10594 11985 0,'0'0'2804'0,"0"0"-1772"0,108 10-140 0,-68-10 364 0,3-3-540 15,-2-6-288-15,-2-5-180 16,-3-5-248-16,-4 1-424 0,0-8-648 0,-8 7-988 0,4-12-3765 0</inkml:trace>
  <inkml:trace contextRef="#ctx0" brushRef="#br1" timeOffset="95915.586">31599 10281 12985 0,'0'0'2320'16,"0"0"-1916"-1,0 0 188-15,-32 72 776 0,28-43 64 0,0 7-536 0,4 1-396 16,0 4-280-16,0 4-124 0,0 6 28 15,0 0 24-15,4-1-40 0,0 4-96 16,0 3 28-16,-4 4-40 0,4-1-4 0,0-3-56 16,-4-2 48-16,0-5 4 0,0-3-224 15,-4-3-428-15,0-4 172 16,-8-10-200-16,0-4-100 0,0-7 96 16,-4-9-68-16,1-4-468 0,-2-6-340 15,2-3 16-15,-2-10 136 0,2-9-469 16,-5-1 1757-16,4 1-1468 0,-8-22-3664 0</inkml:trace>
  <inkml:trace contextRef="#ctx0" brushRef="#br1" timeOffset="96402.431">32989 10140 1384 0,'0'0'8496'15,"0"0"-6395"-15,0 0-937 0,0 0-172 16,0 0 512-16,0 0-188 0,0 0-580 16,0 0-256-16,-95 36-244 0,55-1-40 15,-4 9 88-15,-7 7 48 0,3 9 96 16,-5 0 160-16,6 10 12 0,-1 0-164 15,1 3-48-15,6-3 29 0,5-3-17 16,13-7-52-16,7-9 52 0,12-7 156 16,4-9-192-16,15-6-148 0,6-4-84 0,3-8-120 15,8-6-12-15,0-1-60 0,3-10-36 16,1 0-84-16,4-10-160 0,-4-6-240 0,-4-2-144 16,-4-7-261-16,-9 2-611 0,-2-2-1104 15,-13 2-1956-15,-1 5-1305 0</inkml:trace>
  <inkml:trace contextRef="#ctx0" brushRef="#br1" timeOffset="96574.031">32579 10734 7020 0,'0'0'6753'0,"0"0"-4945"0,0 0-788 0,0 0 384 0,0 0-172 0,0 0-128 0,0 0 76 15,0 0-475-15,0 0-329 16,96 25-148 0,-64-25-192-16,3 0-36 0,-3-2-384 15,0-8-152-15,-4 0-73 0,-4 1-143 16,-4-1-324-16,-4 1-624 0,-5 3-880 15,-2-1-1753-15,-5 7-1419 0</inkml:trace>
  <inkml:trace contextRef="#ctx0" brushRef="#br1" timeOffset="96684.903">32842 10811 8080 0,'0'0'3233'0,"0"0"-1477"0,0 0-280 0,-28 89 160 0,20-61 160 0,0 3-184 0,5 2-352 16,-1-1-360-16,4-1-271 15,0 4-241-15,0-3-228 0,7-4-160 0,1 0-560 16,5-2-385-16,-6 0-151 0,9-8-168 0,-4 2-764 15,0-5-1756-15,0-2-813 0,4-6-1355 0</inkml:trace>
  <inkml:trace contextRef="#ctx0" brushRef="#br1" timeOffset="96872.603">33300 11392 496 0,'0'0'17637'0,"0"0"-14525"0,0 0-1907 0,0 0 195 32,0 0-108-32,0 0-460 0,0 0-496 15,0 0-336-15,0 0-520 0,0 0-236 16,0 0-136-16,13-14-256 0,-22 8-2709 0,-10-2-5704 0</inkml:trace>
  <inkml:trace contextRef="#ctx0" brushRef="#br1" timeOffset="108922.925">19693 13002 5216 0,'0'0'8'16,"0"0"4568"-16,0 0-3079 15,0 0 43-15,0 0-40 0,0 0-36 0,0 0-100 0,0 0-188 16,0 0-252-16,0 0-248 0,0 12-284 16,0-5-236-16,-3 2-148 0,-5 4-8 0,0 2-60 15,-4 5-100-15,4 2-24 16,-7 0-96-1,2 3-356-15,-6 0-376 0,-5 7-652 16,7-9-2596-16,-19 8-3145 0</inkml:trace>
  <inkml:trace contextRef="#ctx0" brushRef="#br1" timeOffset="109944.08">16395 12947 4532 0,'0'0'288'15,"0"0"2576"-15,0 0-920 0,0 0-239 16,0 0-489-16,0 0-144 0,0 0-96 15,0 0-92-15,0 0-88 0,0 0-72 0,0 0-128 16,44-47-140-16,-44 47-72 16,0 0-76-16,0 0 0 0,0 0-36 0,0 0 20 15,0 0-24-15,0 0-44 0,0 0-116 0,-4 6-60 0,-5 4-48 32,2 2-144-32,-5 4 8 0,-4 6 24 0,0 1 64 15,0-1-72-15,-3 0-164 0,2 0-144 16,-3 1-28-16,1-4-64 15,-2 0-184-15,1 4-308 0,1-9-600 0,2 5-732 16,2-5-1781-16,-1 2-2395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41:19.7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5462 14052 2888 0,'0'0'388'16,"0"0"3928"-16,0 0-2800 0,0 0-236 16,0 0-311-16,0 0 223 0,0 0-68 15,0 0-200-15,8 54-280 0,0-51-140 16,-4 0 76-16,4-3 96 0,4 4-104 15,0-1-152-15,-1-3-76 0,6 0-20 16,-2 3-20-16,5-3-20 0,5 3-64 16,3-3-36-16,-4 3-84 0,8-3-100 15,-1 0-4-15,1 0-4 0,8 0 8 0,-1 0 0 0,10-3 68 16,3-3 56-16,3-4-124 0,1 1 8 16,3-4-8-16,5 3 48 0,0 1-24 0,8 0-24 15,-4-1-108-15,7 4 8 0,1-4 40 0,3 0 12 16,1 5 44-16,4-2-84 15,3 1 76-15,1-1-100 0,0 0 108 0,0 5-4 16,3-4-40-16,-3 2-28 0,4 4 72 16,-9-2 4-16,4 2-64 0,-3 0-20 15,0 2-76-15,-5 5 152 0,5-4-188 16,-3 3 132-16,-2 4 4 0,5-4 48 16,0 1-100-16,-2-2 112 0,-1-1 0 0,3 2 64 15,-2-3-64-15,2 4 0 0,0-4 84 16,-1 0-44-16,-3 3-40 15,1-2-48-15,-2-1-68 0,-3 3 108 16,3-3-32-16,-3 3-60 16,3-2 28-16,1-1 72 0,-4 3 4 0,4-2-4 15,0-1-8-15,-1 0-68 0,-3 0 16 16,-1 0 52-16,2 3-100 0,-2-2 104 16,-4-1-68-16,2 0-124 0,-6 0 132 0,5-3 52 15,0 3 0-15,-4-3 0 16,3 4-36-16,0-4 44 15,6 0-60-15,-6 3-24 0,5-3 28 0,-4 4 52 0,3-4-40 0,-3 2 48 16,0 1-12-16,-1 4 12 0,1-5-72 16,0 5 64-16,-5-1 0 15,6 0-128-15,-6 1 96 0,1 0 40 16,3-4 0-16,2 3-112 16,-2 1 112-16,0-1 0 0,2-3-4 0,6 0-8 0,-3 4-100 15,7-7 104-15,-3 0-80 0,8 0 80 0,-4 3 4 16,3-3 4-16,-3 0 0 0,3 3-24 0,1-3 24 15,0 3 8-15,4 0-8 0,-5-3 0 32,4 3-8-32,1-3-156 0,0 0 116 15,3 0-64-15,5 0 0 0,0 0 24 0,-1 0 8 0,1 0 68 16,0-3 0-16,3 0-64 0,-3-3 68 16,4 0 8-16,-1-1 0 0,0 1 12 0,5-1 0 15,-1 0-8-15,1 2-4 0,3 2 0 16,-3-3-52-16,4-1-20 0,-4 1 8 15,3 2-112-15,0-3 28 0,1 1 20 16,0 3 40-16,3-2 88 0,1-2 0 0,4-3 88 16,-1 4 12-16,5-1 0 0,-5 1-92 31,5 0 68-31,-5 3-68 0,5-4 56 0,-4 4-64 0,2-4 8 16,3 1-8-16,-2 3 0 0,1-3 64 0,3-1-64 15,-4 4 0-15,5-3-4 0,-5 0 8 16,5-4 0-16,-5 3 72 15,5 2-64-15,-1-5 64 16,5 4-64-16,-5-5 56 0,9 6-64 0,-5-4 52 0,5 2-56 16,-5-3-76-16,0 1 16 15,1 2 56-15,0-2-48 0,3-1-24 0,-4 1-24 0,1-1 60 16,3 1 40-16,-4-4 8 16,2 3-4-16,-2 1 0 0,-4-4 0 15,4 4 8-15,2-4 40 0,-2-1-48 0,4 3 0 16,1 1-4-16,-1-2-12 0,5-1-176 15,-5 3-116-15,-4-3-176 0,5 1-240 16,-4 2 136-16,3-3 216 0,-3 4 84 16,-1 0 284-16,-4-4 0 15,1 3 64-15,-5 1 128 0,1-4-180 16,-8 4 128-16,3-4-12 0,-3 0-64 16,-1 4 64-16,-3-1 128 0,4 1-92 0,-9-1 24 15,1 4-60-15,-1 0-116 16,-8-5 160-16,-2 5-168 0,-2 0-4 0,-3-1 64 15,-5 1-52-15,1-3 116 0,-5 2-64 0,-2 1 76 16,-6-3 36-16,5 2-40 16,-9-2-20-16,1-4 20 0,-4 3 28 15,0 1-40-15,-8-4 4 0,-1 4-16 0,1-4 44 16,-9 4-56-16,1-1 0 0,-4 1 24 0,-4-5 0 16,-8 8 36-16,3-2 80 15,-11 1-68-15,0 0-60 16,-4 2 20-16,-8 0-132 0,0-1 0 0,-8 3-160 0,-8 3-288 15,-4-3-720-15,-16 0-868 0,1-4-4325 16</inkml:trace>
  <inkml:trace contextRef="#ctx0" brushRef="#br0" timeOffset="116903.086">16837 14633 6776 0,'0'0'2544'0,"0"0"1537"0,0 0-2369 0,0 0-428 16,0 0-16-16,0 0 104 0,0 0 184 0,0 0-376 15,0 0-563-15,0 32-397 0,4-20-124 16,0 15 0-16,4 8 28 0,1 9 68 15,-6 13 24-15,5 7 28 0,0 2-40 16,-4 4-24-16,4-3-20 0,4-4-88 16,3-6 36-1,2-10-36-15,7-5 24 0,4-10-12 0,8-14 36 16,3-5 292-16,6-6-124 0,6-7-144 16,1-13-12-16,4-9-72 0,0-6-56 15,-1-11-4-15,1-5 0 16,-4 0-96-16,-5-8-24 0,-6 5-84 0,-6-1-24 15,-7 4-48-15,-5 0-16 16,-6-4-32-16,-6 0-76 0,-2 4-108 0,-9-5-276 0,0 2-493 0,-4-1-739 16,-4 4-976-16,-4 9-1928 0,-8-10-1757 15</inkml:trace>
  <inkml:trace contextRef="#ctx0" brushRef="#br0" timeOffset="117120.158">17442 14255 1344 0,'0'0'10529'0,"0"0"-8661"0,0 0-540 0,0 0 8 0,0 0-68 16,-51 80-400-16,39-49-264 0,0 8-140 15,1 2-144-15,-2 10-88 0,-2 5-12 16,-2 5-52-16,2 2-56 0,-5 4-112 16,-5 3-136-16,6-3-252 0,-5-1-200 15,0 1-200-15,0-2-472 0,0-7-604 16,4 1-872-16,4-15-2217 0,-3 9-2039 15</inkml:trace>
  <inkml:trace contextRef="#ctx0" brushRef="#br0" timeOffset="117836.423">15682 16389 4288 0,'0'0'8505'15,"0"0"-7193"-15,0 0-652 0,0 0-572 16,0 0 728-1,-96-63 464-15,81 60-868 0,-2 3-352 0,6 0 4 16,-6 0 60-16,6 6 184 16,-6 7-120-16,2 8-76 0,-2 12 60 0,2 4 124 15,2 11 220-15,-2 9 144 0,7 3-244 16,-4 4-196-16,8 3-48 0,0-10-88 0,4-6-72 16,0-13 0-16,8-15-12 0,8-11 0 15,3-10 0-15,6-2 148 16,3-14-40-16,3-12-20 0,1-6-16 15,0-9-72-15,-4-4-160 0,0-5-168 0,-4 2-136 0,-5 0 60 16,2 1 24-16,-6-4-124 0,-2 3-84 16,-2-3-80-16,2 1-216 0,-5-5-320 15,-5 1-20-15,-3-2-36 0,0 2 352 0,0 3 136 16,0 3 15-16,0 7 641 0,-3 6 116 0,-1 10 809 16,0 9 247-16,4 6 244 0,-4 3-108 15,4 7-200-15,0 0-312 0,0 0-244 16,0 7-160-16,0 3-240 0,0 8 24 0,0 8-60 15,0 6 124-15,0 6 64 16,0 6-4-16,0 7-24 0,-5 3-8 16,1 9-20-16,-3 8 4 15,-1 2 64-15,-1 3-28 0,1-3-172 16,1 0-24-16,3-7-348 0,0-5-208 16,4-7-300-16,0-10-612 0,4-8-1084 0,4-5-2677 15</inkml:trace>
  <inkml:trace contextRef="#ctx0" brushRef="#br0" timeOffset="117987.786">15893 16970 10176 0,'0'0'1109'16,"0"0"-1057"-16,8 70 76 0,0-38 372 15,-4-4-476-15,4 1-24 0,0-4-604 16,-1 1-193-16,-2-4-339 0,-1-3-760 15,-4 0-2112-15</inkml:trace>
  <inkml:trace contextRef="#ctx0" brushRef="#br0" timeOffset="118656.098">16367 16449 4376 0,'0'0'9073'0,"0"0"-7501"0,0 0-1284 0,0 0 556 16,-40 70 976-16,32-35-528 0,4 7-508 0,1 5-184 15,3 3 56-15,0 2-95 0,0-1-209 0,0-7-120 16,3-5-184-16,5-12-48 0,-4-4-88 15,9-7-56-15,-2-7 12 0,1-9 20 16,4 0-20-16,3-12-1 0,6-7-3 0,-1-6 76 16,-4-11-12-16,3 1-112 15,-3-3 88-15,-3 3-52 0,-2-2 52 0,2 1 12 0,-10 1-4 16,5 4 4-16,-3 5-48 16,-6 4 68-16,5 6 16 0,-4 10 48 0,0 6 12 0,0 6 208 15,0 10 120-15,4 10-132 16,-4 5-72-1,4 10-28-15,-4 0-24 0,0 11 64 16,-1-2 33-16,6 4-61 0,-9 3-32 16,4 4 20-16,-4-4-12 0,0-1-12 0,0-1-72 15,0-1-12-15,-8-4 0 0,3 4 4 16,-6-2-4-16,-1-2 0 0,0-2 0 0,0-4 0 16,-4-6 4-16,4-3 0 15,1-9 4-15,-2-4 56 0,2-9 8 0,-2-7-72 0,-2-3-36 16,-6-3-280-16,-2-9-36 0,-1-4-161 15,0-6-191-15,0-3-128 0,4 0-556 32,0-5-360-32,4 2-1204 0,0 6-1153 0,9-9-1539 0</inkml:trace>
  <inkml:trace contextRef="#ctx0" brushRef="#br0" timeOffset="119279.431">16920 17148 3740 0,'0'0'8617'0,"0"0"-6881"0,0 0-1140 0,0 0 96 16,0 0 504-16,25 76-164 0,-18-44-400 15,-2-1-288-15,7 5-160 0,-5-1-60 16,1-1-52-16,1 1 16 0,-1-3-28 15,-5-4-48-15,1-3-12 0,0-1-60 0,-4-6-224 16,5-5-332-16,-1 0-336 0,-4-7-404 16,4 0-792-16,0-3-2289 0,3-6-2623 15</inkml:trace>
  <inkml:trace contextRef="#ctx0" brushRef="#br0" timeOffset="119819.261">17232 16675 9156 0,'0'0'5137'0,"0"0"-3909"0,0 0-604 0,0 0 220 16,0 0 668-16,0 0-88 0,0 0-292 15,107 31-291-15,-59-31-233 16,4-8-136-16,4-9-196 0,-4 1-180 0,-5-3-96 16,-3 3-148-16,-8 1-324 15,0-2-232-15,-12 5-85 0,0 2-151 32,-9 1-540-32,-7 3-1004 0,-3 1-2032 0,-5 0-1609 0</inkml:trace>
  <inkml:trace contextRef="#ctx0" brushRef="#br0" timeOffset="120006.465">17515 16433 5916 0,'0'0'5997'0,"0"0"-4525"16,0 0-696-16,-13 67 236 0,13-36 208 0,0 5-272 16,9 5-328-16,-1 3-188 0,3 2-224 15,2-2-108-15,-2-3-100 16,6 0 0-16,-6-3-420 0,1-2-312 0,4-8-200 15,-4-3-376-15,4-6-732 0,0-6-913 0,0-7-1467 16</inkml:trace>
  <inkml:trace contextRef="#ctx0" brushRef="#br0" timeOffset="120438.356">18284 16538 3616 0,'0'0'11225'0,"0"0"-9289"0,0 0-1416 15,0 0-108-15,-96 4 808 0,80 5-288 16,0 1-600-16,0 5-328 0,1 7 0 0,-6 10 120 16,1 3-28-16,5 10-24 0,-6 3 28 15,6-1 116-15,2-3 408 0,2-2-115 16,2-10-277-16,9-7-136 16,0-9-24-16,0-7-72 15,9-6-160-15,2-3 160 0,10-9 132 16,7-10-108-16,0-10-24 0,3-11-228 0,5-12-125 15,0-2-11-15,0-2 108 16,-5-2-48-16,1 1-136 0,-8 0-76 0,1 3 64 16,-10 0 144-16,-6-3-48 0,-2 3-24 15,-7 2 108-15,0 5 208 0,0 3 64 0,0 9 224 16,-4 6 160-16,1 8 180 0,3 10-24 16,0 5-28-16,0 6-60 0,0 0-24 0,0 0-64 15,0 6-132-15,0 7-27 0,0 6-57 16,0 10 32-16,0 6 28 0,-5 6 8 15,5 3-72-15,-4 7-20 0,0 0-52 16,0 6-72 0,0 0-48-16,1-3-48 0,-1 4 8 0,-1-8-68 15,1 2-220-15,0-8-157 16,4-6-187-16,0-3-180 0,0-7-316 0,4-6-1276 16,5-6-2188-16,2-10-2065 0</inkml:trace>
  <inkml:trace contextRef="#ctx0" brushRef="#br0" timeOffset="120703.704">18535 16767 14261 0,'0'0'2184'15,"0"0"-1760"-15,0 0 60 0,0 0 828 16,0 0-368-16,0 0-636 16,91 9-224-16,-75-2-76 0,0 3 40 0,-4-1-40 0,-5 4 56 15,2 2-16-15,-5 4-44 0,0 7 4 0,-4-1 40 16,-4 1 12-16,-4 2 28 0,3-2 56 15,-2-1 40-15,-5 0 0 0,8-3-28 16,0-2-8-16,4-5 20 0,0-4-108 16,4-3-60-16,8-4-64 0,-1-4-116 15,10-6-88-15,3-7-60 0,4-3-64 0,0-7-232 32,0-2-348-32,-5 0-712 0,-3 3-932 0,-8 6-2525 15,4-6-3575-15</inkml:trace>
  <inkml:trace contextRef="#ctx0" brushRef="#br0" timeOffset="121540.352">19199 16446 4620 0,'0'0'2708'15,"0"0"-1216"-15,0 0-768 0,0 0-192 0,0 0-196 16,0 0-336 0,0 0-28-16,0 0-204 0,0 0 64 0,0 0 168 15,0 0 296-15,-11 6 28 0,11-2-92 16,-4 2 105-16,0-3 215 0,0-3 244 15,4 3-16-15,0-3-96 0,0 0 16 16,0 0 44-16,0 0 8 0,0 0-60 0,0 0-120 16,0 0-88-16,0 0-28 15,0 0 24-15,8 0-64 0,4 0-96 0,0 0-88 0,11-3-24 16,1 0-24-16,4 3-112 0,4-3-24 16,4 3-48-1,1 0-8-15,-2 0-56 0,5 6 16 0,-4 1 48 16,-1-5 0-16,-3 8-68 0,-4-3 20 15,-4 6-64-15,-3-1 100 16,-10 3-148-16,-7 5-24 0,-4 2 0 0,-12 10 0 16,-8 3-24-16,-8 6-48 0,-8 7-4 15,1-1 124-15,-1 4 72 16,-5-3 60-16,6-4 0 0,-1 1 4 0,8-7 112 16,4-6-36-16,9-4-4 0,3-6-60 15,12-8 64-15,0-2 108 0,8-3-48 16,11-2 24-16,9-2 12 0,9-5-12 0,2 0 36 15,8 0-28-15,2 0 92 0,-2-5-64 0,-3-4-196 16,-8-2-264-16,-4 3-272 0,-4-6-68 16,-8 2-172-16,-4-1-552 0,-9-3-1128 15,2 7-2137-15,-9-7-1379 0</inkml:trace>
  <inkml:trace contextRef="#ctx0" brushRef="#br0" timeOffset="121700.873">19332 16837 5776 0,'0'0'3132'15,"0"0"-1272"-15,0 0-395 0,0 0 79 0,0 0-276 16,0 0-324-16,0 0-164 0,0 0 112 0,0 0-88 16,19 61-224-16,18-53-188 0,2-2-184 15,5-1-108-15,0-5-100 0,-1 0-184 32,2-5-652-32,-6 3-796 0,-7-4-1404 0,8 0-2813 0</inkml:trace>
  <inkml:trace contextRef="#ctx0" brushRef="#br0" timeOffset="121940.153">19965 16900 12029 0,'0'0'3092'0,"0"0"-2164"0,0 0-320 0,0 0 160 0,0 0-12 15,0 0-484-15,0 0-208 0,80 26-56 0,-73-17-8 16,-3 4 0-16,0 6 80 16,-4 3 92-16,0 4 52 0,-4 2 44 0,-3-3 76 15,-1 5-60-15,4-5 8 0,-5-3 208 0,5 0 268 16,4-6-379-16,0 0-313 15,0-7-76-15,4 0 0 0,9-2-72 16,2-1-49 0,9 1-63-16,4-7-24 0,4 0-72 0,4 0 64 15,3-10-140-15,-2-2-744 0,-1-4-1000 16,0 0 348-16,-8 3-2076 0,3-6-7073 16</inkml:trace>
  <inkml:trace contextRef="#ctx0" brushRef="#br0" timeOffset="122315.466">21602 16265 7808 0,'0'0'2796'15,"0"0"-1559"-15,0 0-633 16,0 0 252 0,-99 19 348-16,67 7-104 0,-4 6 16 0,-3 12-48 15,-2 3-116-15,5 7-116 0,1 7-52 16,7 6-140-16,0-1-168 0,8 1-208 15,8 3-123-15,8-4-141 0,4-2-4 16,16-7 0-16,7-6 0 0,14-9 108 0,-1-9-56 16,15-10-52-16,1-10-72 0,8-10 64 15,0-3 8-15,-4-9-305 0,-9-7-227 0,1-3-212 16,-16-3-520 0,-4-3-660-16,-13 5-1224 0,-6-5-2913 15</inkml:trace>
  <inkml:trace contextRef="#ctx0" brushRef="#br0" timeOffset="122477.323">21291 16789 9080 0,'0'0'4485'15,"0"0"-3393"-15,0 0-600 0,0 0 188 0,0 0 400 16,0 0-272-16,0 0-424 0,0 0-212 16,112 54-12-16,-52-57-72 0,8-7-88 15,3-5-80-15,1-1-304 0,-4-3-344 16,-8 0-448-16,0 0-676 0,-25 6-2577 15,14-6-3703-15</inkml:trace>
  <inkml:trace contextRef="#ctx0" brushRef="#br0" timeOffset="122831.749">22571 16027 1292 0,'0'0'10185'0,"0"89"-7285"0,-8-35-1060 0,3 16-196 15,-6 13-68-15,3 9-340 0,-5-1-408 0,6 5-331 16,-1 0-265-16,4-5-232 0,0-1-60 16,4-8-112-16,4-6-205 0,4-13 1 15,12-9 120-15,3-9-220 0,1-14-380 0,8-5 24 16,0-17-256-16,9-6-536 0,-2-9-1016 16,-11-4-2273-16,19-27-3646 0</inkml:trace>
  <inkml:trace contextRef="#ctx0" brushRef="#br0" timeOffset="123093.908">23260 16383 14053 0,'0'0'2300'0,"0"0"-1452"0,0 0-676 0,-107 22 76 16,66-6 444-16,-6 9 320 0,2 3-500 16,-6 4-292-16,7 4-72 0,0 2 12 0,5 3-16 15,-2 0-132-15,9 1-12 0,5 2-96 16,0-3-88-16,10 0 24 15,2-6 40-15,2-2 72 0,9-5 48 16,4-3 88-16,0-6 48 0,12 4 84 16,8-5 60-16,8-2-100 0,12 0-128 15,4-3-4-15,11-4-48 0,10-2-4 0,10 0-180 16,9-2-244-16,4 4 184 16,7 2 244-16,1-3 0 0,3 3-272 15,-3-5-440-15,-1 0 60 0,-7 1-276 0,-4 2-1164 0,-20-2-3561 16,15 2-4094-16</inkml:trace>
  <inkml:trace contextRef="#ctx0" brushRef="#br0" timeOffset="-162992.099">6896 5298 2948 0,'0'0'1864'15,"0"0"376"-15,0 0 468 0,0 0-1443 16,84 13-517-16,-56-13 136 16,-1 3 340-16,10 0-248 0,-1-3-424 0,-1 0-84 0,9 0-192 0,4 0-24 0,4 0-28 31,8-3-36-31,-1 0-76 0,9-3-12 0,0 4-24 16,3-3 12-16,6 3-76 0,2-2-4 15,5 1-8-15,0 0 4 0,3 1 40 16,13-3-40-16,3-1 68 0,13-3 152 15,7 2-68-15,5-5-156 0,7 2-64 16,5 1 64-16,0-1-100 0,6 1 96 0,2-1-4 16,3 4 0-16,5-4-40 0,3 4 48 15,5-1 12-15,-5 0-12 0,4 2 0 0,0-1-224 16,1-4 76-16,-1 4 60 0,4-4-24 16,1 0 24-16,-1 1 4 0,-3 0 80 15,-1 2-140-15,-4-3-92 0,-3 4 32 16,-1 0-36-16,0 3 140 0,-7-4 96 0,-4 7 0 15,2-3 0-15,-10 3-8 16,0 0-188 0,-5 0 60-16,-8 0 40 0,6 0 48 15,-6 0 44-15,1 0 4 0,-6-3-72 16,2 0 0-16,0-3-12 0,-9-4-88 0,-3 1-64 0,-8-1 36 16,-5 0-8-16,-7 1-4 0,-9-4 36 15,-2 7 52-15,-10-3-12 0,-11 2-36 16,-5 4-92-16,-10-4-192 0,-14 5-308 15,-11 2-289-15,-8 0-155 0,-8 0-124 0,-4 0-328 16,-8 2-380-16,-19 2-2244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41:23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2028 3327 9068 0,'0'0'4841'0,"0"0"-3321"0,0 0-600 0,0 0-184 16,-8 67 588-16,12-23-144 0,4 7 212 15,-1 16-676-15,-3 15-335 0,5 7-189 0,2 16 64 16,-7 5-88-16,0 2-24 0,0 2-64 0,1-12-80 16,-5-13-112-16,4-16 28 0,-1-16 72 0,-3-15-36 0,4-14-60 15,0-9-124-15,-4-6-72 0,4-7-157 16,-4 0-183-16,0-2-384 15,0-4-816-15,0 0-992 0,0-6-1436 0,0-13-649 16</inkml:trace>
  <inkml:trace contextRef="#ctx0" brushRef="#br0" timeOffset="238.503">2020 3552 11041 0,'0'0'2432'16,"0"0"-836"-16,0 0-272 0,0 0 168 15,0 0-112-15,0 0-472 0,0 0-324 16,0 0-144-16,83-54-40 16,-63 54-119-16,-4 0-49 0,4 7-176 15,-4 2-56-15,0 7-108 0,-4 10-137 16,-4 6-11-16,-4 9 12 16,-4 9-156-16,0 8-100 0,-12 1-124 0,-4 2-28 15,-4-9-12-15,4-5 0 0,0-9-368 0,0-9-464 16,4-10-700-16,0-7-601 0,8-6-1655 0,-3-9-1012 15</inkml:trace>
  <inkml:trace contextRef="#ctx0" brushRef="#br0" timeOffset="486.907">2477 3702 9096 0,'0'0'2133'15,"0"0"-737"-15,0 0 172 0,0 0 8 16,0 0-244-16,0 0-464 0,0 0-336 15,0 0-212-15,0 0-112 0,80 40-124 16,-76-19-72-16,0 0-12 0,-4 5-196 0,0 6 24 16,-4-1-84-16,-7 1-104 0,3-7 12 15,3-6 176-15,1-5 112 0,0-9 60 16,4-5 72-16,0 0-64 16,0-3 92-16,4-3 112 0,5-7-164 0,-1 1-48 0,3-8-172 15,6-2 60-15,2-3-112 0,1 0-112 16,0-1-640-16,8-2-204 0,-4-1-648 0,0 10-1101 15,8-12-2831-15</inkml:trace>
  <inkml:trace contextRef="#ctx0" brushRef="#br0" timeOffset="736.676">2912 3829 12985 0,'0'0'1904'16,"0"69"-1224"-16,0-37-64 0,-4 1 720 0,4-5 72 15,0-6-464-15,0-6-540 0,0-10-268 16,4-6 36-16,8 0-88 0,0-9-84 0,8-7-4 15,4-3-108-15,0-9-56 0,-1-5 44 16,-2 1-120-16,-1-2-36 0,-5 2 96 16,-2 7 48-16,-9 6 52 15,-4 2 84-15,0 9 60 0,-13-3-12 0,-2 5 64 16,-6 2 84-16,1 4-112 0,1 0-84 31,-1 0-12-31,-1 10-36 0,6 1 36 0,3 1-148 0,0-3-108 0,4 1-88 16,8-1-520-16,0 1-464 0,0 0-828 15,0-4-2161-15,8 3-2143 0</inkml:trace>
  <inkml:trace contextRef="#ctx0" brushRef="#br0" timeOffset="967.344">3566 3559 1292 0,'0'0'5580'0,"0"0"-4112"0,0 0-1468 0,0 0-260 15,0 0-948 1,0 0-1252-16</inkml:trace>
  <inkml:trace contextRef="#ctx0" brushRef="#br0" timeOffset="5326.096">3681 3796 4972 0,'0'0'6865'16,"0"0"-5777"-16,0 0-260 0,0 0 84 15,0 0 84-15,-76-69-64 0,61 63-124 16,2-1-300-16,-2 2-184 0,-2 1 80 0,6 4 212 16,-2 0 36-16,2 4-80 0,3 4-204 0,-5 9-124 15,6 5-244-15,-5 6 0 0,3 11-52 0,6 2 48 16,-5 4-68-16,8-5 64 16,0-1 0-16,0-14-4 0,4-3-72 0,3-9-100 15,2-7-12-15,3-3 12 0,4-3 40 16,0 0-4-16,-5-9-24 0,6-1 12 15,-1-5-84 1,-4-1 24-16,-1-3-16 0,-7-1 64 0,5 1 76 16,-5 4-64-16,-4-2 36 0,0 2-12 15,-8 2-12-15,-5 1-48 16,2 2 196-16,-6 0-152 0,2 4-44 0,-2 3-140 16,6 3-360-16,-2 0-640 0,2 6-716 15,7 0-2973-15,0 7-1523 0</inkml:trace>
  <inkml:trace contextRef="#ctx0" brushRef="#br0" timeOffset="5445.632">3884 3930 11597 0,'0'0'1844'0,"0"0"-1132"0,92 7 224 16,-60-7 16-16,3-3-572 0,-3-10-380 0,5-3-80 16,-2-10-388-16,1-5-476 0,-8 6-1012 0,12-27-3889 0</inkml:trace>
  <inkml:trace contextRef="#ctx0" brushRef="#br0" timeOffset="5661.567">4123 3340 9320 0,'0'0'3905'16,"0"0"-3005"-16,0 0-480 0,-67 76 300 0,50-44 56 16,2 6 588-16,6 6-692 0,5 3-416 15,4 14-32-15,4 10 48 0,5 8-64 0,3 10-208 16,-1 5-88-16,2 2-120 15,-2 3-296-15,-3-5 144 16,5-5 148-16,-6-6-72 0,1-10-224 0,-3-6 44 16,-5-4 108-16,0-6-356 0,-5-2-188 0,-10-5-984 0,-6 1-1373 15,2-15-915-15,-25 4-756 0</inkml:trace>
  <inkml:trace contextRef="#ctx0" brushRef="#br0" timeOffset="5967.571">1717 4810 5612 0,'0'0'6961'0,"0"0"-5969"0,0 0-596 15,0 0 404-15,0 0-108 0,0 0-580 16,0 0 104-16,0 0 500 0,107 16 120 0,-43-10-32 15,8-3-136-15,15 4-92 0,5-1-148 16,12 0-172-16,12 1 16 0,2-1-16 16,14-3-64-16,4 0-180 0,7-3 76 15,9-6 32-15,7-4 16 0,8 1 132 16,9-4 229-16,-1 1-413 0,-4-1-84 0,-3 4-144 16,-13 2-29-16,-12-3-31 15,-11 4-296-15,-21 0-84 0,-12 2-40 0,-15 2-260 16,-20-3-896-1,-19 5-1280-15,-6 0-2445 0</inkml:trace>
  <inkml:trace contextRef="#ctx0" brushRef="#br0" timeOffset="82270.247">4964 3705 6796 0,'0'0'7973'0,"0"0"-6965"0,0 0-908 0,0 0 176 16,0 0 288-1,0 0 208-15,0 0 44 0,0 0-224 0,0 0-320 16,7 70-112-16,-2-61 0 0,3-2-40 0,0-2-120 0,-1 2-116 15,2 0-96-15,-5 2-132 0,4 1-568 16,-4-1-104-16,-4 4-652 0,0 0-2664 16,-12 9-3593-16</inkml:trace>
  <inkml:trace contextRef="#ctx0" brushRef="#br0" timeOffset="82391.146">4861 4156 7492 0,'0'0'6165'0,"0"0"-4761"0,0 0-1404 0,0 0-288 0,0 0 184 16,0 0 16-16,0 0-280 16,0 0-1336-16,0 0-2845 0</inkml:trace>
  <inkml:trace contextRef="#ctx0" brushRef="#br0" timeOffset="92053.311">7729 4156 768 0,'0'0'1136'0,"0"0"2788"0,0 0-2272 0,0 0-808 0,0 0-300 16,0 0 272-16,0 0 244 0,0 0-135 15,0 0-117-15,0-19-52 16,0 12-44-16,0 1 8 0,0-1 0 0,-4 2-16 16,4-2-100-16,-4 0-92 0,1 1-16 0,-2 0-40 15,-3-1-12-15,4 1-112 0,-4 0-84 0,5-1-64 16,-6 4-12-16,-3 0 12 0,5 0 24 15,-1 0-52-15,-5 3-8 0,2 0-12 16,-2 3 84-16,2 6 168 16,-6 8-156-16,6 4-100 0,-5 9-44 0,4 8 8 0,4 6 12 31,4 3-104-31,-5 7 56 0,9 1 28 16,0-5-27-16,5-2-13 0,3-10-48 0,0-9 48 0,8-11-48 0,-1-8 48 15,2-3-44-15,2-7 84 31,1-5 68-31,-3-3-36 0,2-9-112 0,1-2-8 16,-4-6-68-16,0-7-64 0,0 1-112 16,0-2 11-16,-4-2-55 0,0 5-4 0,0-6-28 0,-1 1 28 0,-2-6-48 15,-1-3-4-15,-4-3 0 0,3-11-196 16,-7-2-236-16,9-4 196 0,-5 2 156 16,-4 1-160-16,4 1 204 0,0 2 152 15,-1 1 116-15,-3 5 112 0,0 8 128 16,0 4 60-16,-3 7 104 0,-1 5 44 0,0 3 76 15,-5 9-4 1,5 0-60-16,0 4-16 16,4 5-24-16,-3 3 12 0,3 2-36 15,0 2-64-15,0 0-60 0,0 8-36 0,0 6 72 16,0 8 192-16,0 6 64 0,0 7-72 16,3 10-128-16,1 2 4 0,-4 11-48 0,0 5-15 0,4 7-81 15,-4 0 20-15,0 6-128 0,0 1-4 16,0-2 0-16,5-2-4 15,-5-7-8-15,4-2 12 0,0-3-144 0,0-7 84 16,-4-6-28-16,7-1-20 0,-3-6 23 16,5-5-231-16,-1-8-208 0,-1-6-36 15,1-3-200-15,5-9-224 0,-2-7-648 0,2-3-1012 16,-6 0-2657-16,5-19-3599 0</inkml:trace>
  <inkml:trace contextRef="#ctx0" brushRef="#br0" timeOffset="92233.585">8208 4273 8220 0,'0'0'6237'15,"0"0"-4801"1,0 0-556-16,0 0 324 0,-5 73-96 16,5-48-212-16,0-2-360 0,0-1-400 15,0 0-136-15,0 0-124 0,5-3-276 0,-5 0-360 16,4-3-348-16,-1-2-756 15,1-8-1080-15,0 0-2073 0,0-4-2703 0</inkml:trace>
  <inkml:trace contextRef="#ctx0" brushRef="#br0" timeOffset="93286.39">8661 3842 744 0,'0'0'9304'15,"0"0"-6423"-15,0 0-709 0,0 75-576 16,0-29-56-16,0 1-300 0,0 10-308 0,-4 4 68 15,4-1-139-15,0 0-437 16,0-10-256-16,4-8-104 16,5-11-52-16,-1-11-12 0,3-8 0 0,2-8-64 0,2-4 64 15,2-6-144-15,2-11-24 16,1-6-196-16,-1-2 12 0,2-6 83 16,-5-1 61-16,-4 1 4 0,-1-1 32 0,2-3-48 15,-6 2 64-15,1 0-28 16,1 1 112-16,-5 3-76 0,0 4 28 0,-4 5 120 15,0 8 124-15,0 5 0 0,0 5 56 16,0 2-32-16,0 0 84 0,0 0 60 0,0 6-96 16,0 2 20-16,0 6 29 0,3 5 47 15,5 6 8-15,-4 7-56 0,5 3 144 16,-2 6 0-16,5 0-256 0,-3 7-120 16,-2 6 48-16,5 2-60 0,-4 2-8 0,0 2 4 0,-4 1-32 15,0-4-48-15,0 0 80 0,0 0 4 16,-4-7 12-16,0 2 60 0,0-4-64 0,0-4 80 15,-4-6-88-15,4 0 0 16,-4-6 12-16,4-3 96 0,-4-7-100 0,0 0 4 16,1-10 36-16,-2 1-44 0,-3-7 168 31,-4-2-4-31,0-1-156 0,-4-3-12 0,-4 0-4 16,1-3-104-16,-1-4 24 0,-5-4-76 0,1-3 28 15,5-2-24-15,-1 0 60 0,0 1-28 16,4-1-32-16,-4 3-24 15,8-3-52-15,1 0 40 0,-2 3-64 0,5 1-132 16,5-1 35-16,-1 4-191 0,4-4-336 16,0-3-40-16,0 0-360 0,4-3-628 0,-1 0-884 15,5 3-1293-15,0-9-1619 0</inkml:trace>
  <inkml:trace contextRef="#ctx0" brushRef="#br0" timeOffset="93645.56">9370 4509 312 0,'0'0'444'16,"0"0"10037"-16,0 0-7949 0,0 0-976 15,0 0-60-15,0 0-44 0,0 0-220 0,0 0-304 16,9 85-308-16,-5-60-156 16,0 1-172-16,3 2-23 0,-3 1-101 0,4 0-12 0,-3-1-56 0,-1-6-64 15,0 0-36-15,-1-5-8 0,-3-5-116 16,4-6-116-16,0 1-249 0,-4-7-7 0,0 3-16 15,0-3-76-15,4 0-256 0,-4-3-696 16,4-4-1064-16,-4 1-2321 31,5-6-2399-31</inkml:trace>
  <inkml:trace contextRef="#ctx0" brushRef="#br0" timeOffset="94219.177">10024 4219 6732 0,'0'0'5957'0,"0"0"-3541"0,0 0-896 0,0 0-488 16,0 0 168-16,0 0-144 0,0 0 152 0,0 0-371 16,76 58-157-16,-41-43-160 0,5-2-144 15,-3-7-160-15,2-3-60 16,1-3-84-16,-4 0-72 0,4-9-40 16,-4-4-128-16,-4-2-208 0,-1-5-144 15,-3 1-276-15,-3 4-485 0,-14 2-1539 16,1-3-3668-16</inkml:trace>
  <inkml:trace contextRef="#ctx0" brushRef="#br0" timeOffset="94403.551">10263 3917 3192 0,'0'0'11413'0,"0"0"-9089"15,0 0-936-15,0 0-120 0,0 0-108 0,0 77-100 16,9-39-355-16,6 7-221 0,-3 2-172 31,0 4-164-31,4 3-100 0,-4 3-48 0,-4-1-136 16,-1 5-248-16,6-4-88 0,-5-3-245 15,7-7-231-15,5-5-912 0,-3-13-2184 16,15-7-3333-16</inkml:trace>
  <inkml:trace contextRef="#ctx0" brushRef="#br0" timeOffset="94835.56">11211 4067 9804 0,'0'0'7305'15,"0"0"-5921"-15,-99 50-544 0,67-21 820 16,-4 9-323-16,8 4-393 0,4 2-388 31,8 0-180-31,4-2-172 0,8-4-72 0,4-9 12 16,0-4-96-16,4-9-48 0,8-7-108 0,0-5 60 15,0-4-12-15,8-7 48 0,0-6-108 16,0-6-60-16,4-6 12 0,-4-6-40 16,3-5-44-16,1-5-64 0,1 0-72 15,3-7-8-15,-4-6 116 0,-1 1-133 0,5-11-183 16,-8-3-124-16,0-6-284 0,-4-3 108 0,-5-1 204 16,-2 4 296-16,-1 7 292 0,-8 12 104 15,0 12 260-15,0 11 100 16,0 9 320-16,0 12 168 0,0 4-236 15,-4 6-124-15,0 3-12 0,0 10 44 0,-1 9-7 16,5 9-89 0,-3 11-84-16,-1 9 20 0,0 12-32 15,0 10 252-15,0 7-304 0,-4 6-84 0,0 3-152 16,0-4-40-16,-7-3-144 0,2-5-72 0,5-11-280 0,-4-2 0 0,4-13-132 16,4-7-353-16,0-5-1043 0,4-14-1728 15,0-6-2549-15</inkml:trace>
  <inkml:trace contextRef="#ctx0" brushRef="#br0" timeOffset="95079.788">11642 4309 10408 0,'0'0'5253'0,"0"0"-4161"0,0 0 360 0,0 0 196 16,0 0-488-16,0 0-319 0,0 0-345 15,0 0-424-15,0 0-72 0,0 0-48 16,20 52 36-16,-20-31 0 0,-4 7-120 0,-9 0 132 15,2 4 0-15,-5 3-88 0,0-4 88 0,4 1 120 16,0-3 36-16,8 0 268 0,-4-10 48 16,8-7-272-16,0-5-200 15,12-4-112-15,8-3 40 0,7 0 0 0,10-7-192 16,6-2-100-16,6-4 304 0,-2-2-220 0,5-1-569 31,0-3 177-31,-5 3-832 16,-7 3-2444-16,12-4-1149 0</inkml:trace>
  <inkml:trace contextRef="#ctx0" brushRef="#br0" timeOffset="95439.136">12167 3924 7900 0,'0'0'8933'0,"0"0"-7765"0,0 0-748 0,84 0 636 0,-44 0 276 16,0 4-380-16,8 2 17 0,-5 0-341 16,5 3-400-16,-4 5-228 0,-4 5-4 15,-12 0-180-15,-4 3 4 16,-12 6-12-16,-8 7 20 16,-4 3 100-16,-16 4 64 0,-8 2-40 0,-4 3 0 15,-8 5 48-15,-4-2 56 16,4 1-56-16,1-4 0 0,-1 1 4 0,12-6 116 0,8-5 136 15,4-5-16-15,12-3 16 0,8-4-40 16,16-3-132-16,4-3 16 0,7-6 32 16,5-3-12-16,1-8-48 0,-2-2-72 15,-3-2-144-15,-4-8-292 0,-4-3-120 0,-8-2-36 0,-5-2-136 16,-6 2-549-16,-9 2-1539 16,0-6-3768-16</inkml:trace>
  <inkml:trace contextRef="#ctx0" brushRef="#br0" timeOffset="95594.775">12140 4460 10636 0,'0'0'6225'15,"0"0"-4661"-15,0 0-420 0,0 0 200 16,0 0-31-16,108-22-213 0,-57 7-336 0,5-1-320 16,3-7-288-16,-3 7-156 15,-8-3-228-15,0 10-532 0,-12 3-388 16,-1 3-677-16,-10 3-3431 0,-1 9-5925 0</inkml:trace>
  <inkml:trace contextRef="#ctx0" brushRef="#br0" timeOffset="95807.507">13068 4568 6128 0,'0'0'10781'0,"0"0"-8925"0,0 0-984 0,0 0-76 15,0 0-260-15,0 0 24 0,0 0 325 0,-12 80-385 16,4-58-272-16,0 0-216 0,0 0 156 15,4 4 28-15,4-5-40 16,0 2-60-16,0-6 24 0,4-2-120 0,4-2 0 16,4-4 0-16,4-2-168 0,0-4-232 15,12-3-216 1,4 0 0-16,8-10 55 0,8-2-1379 16,3-7-528-16,-7 6-1984 0,24-15-3157 0</inkml:trace>
  <inkml:trace contextRef="#ctx0" brushRef="#br0" timeOffset="96203.546">14985 3763 3252 0,'0'0'6872'16,"0"0"-4403"-16,0 0-761 15,-80 69-448-15,44-34-28 0,0 12-116 16,-4 7-92-16,0 7-200 0,5 2-104 0,11 4 96 15,3-3 85-15,14-1-261 16,3-7-204-16,4-2-192 0,16-5-4 16,3-10-108-16,9-9-8 0,8-4-28 0,8-7 12 15,0-6 4-15,8-10-112 16,-5-3-252-16,-2-3-100 0,-6-13-132 16,1-4-264-16,-8-2-421 0,-12 0-771 0,-4 3-2404 0,-12-6-2713 15</inkml:trace>
  <inkml:trace contextRef="#ctx0" brushRef="#br0" timeOffset="96352.317">14666 4286 9140 0,'0'0'5317'16,"0"0"-4169"-16,0 0-612 0,0 0 480 16,83 3 100-16,-35-8-316 0,8-6-200 0,4-5-144 15,3 1-324-15,-3-1-132 16,0-3-536-16,0 0-708 0,-21 6-904 0,17-13-3797 15</inkml:trace>
  <inkml:trace contextRef="#ctx0" brushRef="#br0" timeOffset="96661.519">16093 3359 40 0,'0'0'13077'0,"-5"98"-10469"0,1-38-856 0,4 14 232 15,0 14-420-15,0 4-311 0,0 4-285 16,-4-4-232-16,4 0-324 0,0-1-208 15,-4-7-144-15,0-5-60 0,4-6-132 0,-4-6-36 16,1-7-268-16,-2-6-132 0,5-6-168 16,0-10-345-16,12-16-859 0,4-12-1840 15,4-10-2253-15,0-13-2763 0,20-32 8208 0</inkml:trace>
  <inkml:trace contextRef="#ctx0" brushRef="#br0" timeOffset="96924.437">16865 3737 9744 0,'0'0'6521'16,"0"0"-5673"-16,0 0-624 0,-80 15 232 0,41-2 224 16,-9 10 404-16,-5 2-8 15,-2 4-176 1,0 2-427-16,2 8-193 0,2-2-12 0,-1 5-52 16,8-1-92-16,0 0-124 0,9-2-12 15,7-5-208-15,4-5 0 0,12-8-20 16,8 2 68-16,4-4 4 0,16 0 156 15,8 3 12-15,11-3 232 0,10 4 20 0,6-2 16 16,9-2-148-16,0 2-52 0,7-7-68 16,1 6-12-16,-4-1 0 0,4 3-132 0,-1-2-436 15,-3 1-189-15,0 2-363 16,-16-8-1428-16,20 15-3944 0</inkml:trace>
  <inkml:trace contextRef="#ctx0" brushRef="#br0" timeOffset="101682.443">12781 4559 3804 0,'0'0'848'16,"0"0"3220"-16,0 0-2668 0,0 0-511 15,0 0-53-15,0 0 176 0,0 0 8 16,0 0-184-16,0 0-192 0,0 0-56 0,8-19 4 15,-4 15-56-15,1-1-12 16,-2 2-104-16,1-1-100 0,0 1 4 16,0-1-80-16,0 1-12 0,0 0 4 0,0 1-28 15,0-2-96-15,0 4-100 16,0-3-8-16,0-1-4 0,0 4-4 0,-4 0-48 16,4 0-32-16,0 0-40 0,-1 0-24 15,2 0 16-15,3 0 44 0,-4 0 4 0,4 0-40 16,-1 4 12-16,-2-1 16 0,-1 3-16 15,0 0 64-15,0 1-16 0,0 3-108 0,-4-2 12 16,0 6-88-16,0-2 24 0,-4 2-36 16,-4 1-324-16,-1 1-160 0,-2 0-424 15,3 0-648-15,0-1-597 0,-4 4-1639 16,4-2-812-16,4-4 4160 0,-8 6-323 0</inkml:trace>
  <inkml:trace contextRef="#ctx0" brushRef="#br0" timeOffset="102984.38">12849 4632 2872 0,'0'0'292'0,"0"0"-284"0,0 0 4528 0,0 0-2864 0,0 0-352 16,0 0-199-16,0 0 95 16,0 0-84-16,0 0-96 0,0 0-96 0,0 0-124 15,28-29-204-15,-28 29-20 0,0-2-48 16,4-2-100-16,-1 1-88 0,-3 0-76 0,4 0-36 15,1-1 12-15,-1-2-36 0,0 3-60 16,0 0-40-16,0-3 16 16,-1 1-52-16,6 0-36 0,-5 2 28 0,4-3-16 15,-1 1 36-15,1-1-48 0,-3 4-40 16,3-1 92-16,-1 0-28 16,-3-1-72-16,4 4-12 0,-3 0-48 0,2 0 0 15,1 0-40-15,0 0 40 0,-3 0 48 16,6 0-48-16,-3 4 60 0,0-1-48 0,0 2 48 0,0-1 4 15,0 3 0-15,-4-1 36 0,4 0-40 0,-4 1 0 16,-4 2 48-16,4 0-36 16,0 4-8-16,-4 0-4 0,0 3-48 0,0-4-64 31,0 7 40-31,0 1 64 0,-4-1-56 16,4 2 56-16,-4 2 8 0,0-4-72 15,0 0 8-15,0 0 16 0,0-3-64 0,0-3 112 16,0 3 12-16,0-4-12 0,0-2 0 0,-4 3-52 15,4-1-48-15,-4-3 28 16,4 2 0-16,-3-3-16 0,-2 3-20 0,1-3 44 16,0 3 4-16,5-2-24 0,-6-4-136 15,5 0 144-15,4-3-8 0,-4 2 76 16,4-4 0-16,0 0 8 0,0 0 60 0,-4 3 12 16,4-3 28-16,0 0 60 0,0 0 20 0,0 0-20 15,0 0-24-15,0 0-40 0,0 0-96 16,0 0-48-16,0 0 48 15,4 0 0-15,0-3 12 0,5-1-12 0,2-3-4 16,10 2 4-16,-2-2 4 0,5-2 92 16,0 3 52-1,4 0-12-15,-4 2-4 0,-1-3 4 0,2 1-4 16,-1 4-36-16,0-4-44 16,-5 1-52-16,-3 3 0 0,-4-2-64 0,1 1-92 15,-6 3-88-15,5 0-184 16,0 0-72-16,-4 0-212 0,4 0 12 0,4 0-264 15,-4 0-472-15,0 3-708 0,0-3-1685 0,-1 0-2231 16</inkml:trace>
  <inkml:trace contextRef="#ctx0" brushRef="#br0" timeOffset="124532.667">7765 7185 1436 0,'0'0'7560'15,"0"0"-5648"-15,-4-68-523 0,0 40-341 0,0 0 272 0,-3-4-72 16,-2 10-132-16,-3 0-112 16,0 3 80-16,0 6-128 0,1 7-148 15,-2 0-224-15,-2 6-135 0,-2 0 99 0,2 0-236 16,-2 9-140-16,2 4 44 16,-2 6-96-16,6 6-108 0,-2 6 0 0,6 15 84 15,3 4-8 1,0 10-76-16,0 4-8 0,4 0 0 15,0-11 4-15,4-4-12 16,0-16 4-16,3-10-12 0,6-11-24 0,-5-5 36 16,3-7 120-16,6 0-36 0,-2-7 36 15,5-7-120-15,8-12 0 0,-3-7-156 16,3-11-100-16,0-7-44 0,-2-2 8 0,2-8-192 16,-3-6 36-16,3-2 95 0,-8-8-159 0,-1-5-36 15,-6-4-64-15,-2 0-24 0,-7 2 180 0,-4 6 236 16,0 8 220-1,-8 13 4-15,1 13 180 0,-2 9 244 16,1 10 16-16,4 6-64 0,1 5-100 0,3 6 136 0,-4 2 192 16,4 1-96-16,0 5-111 15,0 0-97-15,0 0-124 16,0 0-96-16,0 5-84 0,0 1-108 0,0 7 108 16,0 8 48-16,0 8 108 0,4 12-80 15,-4 10-72-15,0 9 76 16,0 10-76-16,0 6-8 0,0 10-32 0,-4 0-136 15,4 3 52-15,-4-3-36 0,4-7-76 16,0-9 16-16,4-7-113 0,0-12-207 16,3-7-12-16,6-12-172 0,-2-6-448 0,1-14-1844 15,1-6-2541-15,-2-6-3795 0</inkml:trace>
  <inkml:trace contextRef="#ctx0" brushRef="#br0" timeOffset="124711.802">8263 7200 3708 0,'0'0'9813'16,"0"0"-8481"-16,0 0-576 15,-4 83 760-15,0-51-128 0,0 0-320 0,0 3-408 16,4-4-452-16,0 1-208 0,0 3-220 16,8-4-84-16,0-1-384 0,0-5-272 15,4-6-340-15,-1-10-800 0,2-2-2149 16,-1-7-3999-16</inkml:trace>
  <inkml:trace contextRef="#ctx0" brushRef="#br0" timeOffset="125364.212">8964 6736 2980 0,'0'0'10333'16,"0"0"-8381"-16,0 0-1524 0,0 0 112 0,-20 81 560 15,12-39 272-15,-3 5-196 0,3 3-220 16,-1 1-448-16,5 1-300 16,4-2-196-16,0-6-12 0,0-9-132 0,4-10 8 0,0-6 40 15,9-9 36-15,-6-3 44 16,10-7-68-16,-2-4-16 0,5-12-120 16,5-3-156-16,2-9-64 0,-3-7-60 0,4-6-104 15,0 2 40-15,-4-2-32 16,0 0-84-16,-5-1-80 0,-6 5 92 15,-6 1 140-15,1 4 516 0,-4 11 112 0,-4 4 344 0,0 8 148 16,0 6 108-16,0 0 8 0,0 3-44 16,0 3-168-16,0 3-240 0,0 7-132 0,4 6 172 15,-4 9 20-15,4 7-60 0,4 7 76 16,-4 5 96-16,4 4-136 0,0 4-196 16,0 2-60-16,0-1 12 0,0 5-48 15,-4-2 36 1,4 6-48-16,-4 2-48 0,0-1 36 15,0 4-120-15,-4-3 72 0,0-1 48 0,0-2 8 16,-4-8 0-16,0-1 4 16,4-12 48-16,-4-4 144 0,0-10-116 0,0-7 44 15,4-5-71-15,-4-9 35 0,4-5-36 16,-4 0 16-16,0-3 104 0,-4 0-132 16,-4 0-36-16,-4-3-216 0,0-6 56 0,-8-4-109 0,-3 0-47 15,-1-5-132-15,-4-5 32 0,0 1-172 16,0-3-36-16,8-3-312 15,4-4-416-15,8-1-884 0,4 2-2589 0,8 6-2931 0,0-10 6620 16</inkml:trace>
  <inkml:trace contextRef="#ctx0" brushRef="#br0" timeOffset="125692.469">9658 7464 300 0,'0'0'12641'15,"0"0"-10509"-15,0 0-796 0,0 0 84 0,4 86 132 0,-4-54-256 0,0-4-528 16,0 7-355-16,0-6-205 0,4 3-52 16,3-2-36-16,-3 0-120 0,4-5-120 15,1 1-208-15,-2-7-293 0,1-3-171 0,-4-4-112 16,8-5-424-16,-4-4-1040 0,0-3-2232 16,4-10-1865-16</inkml:trace>
  <inkml:trace contextRef="#ctx0" brushRef="#br0" timeOffset="125959.544">10319 7182 9836 0,'0'0'8041'0,"0"0"-7141"0,0 0-888 0,0 0 384 0,0 0 436 16,0 0 692-16,84 31-395 0,-45-25-429 16,1-1-408-16,4-3-232 0,4-2-48 15,-4 0-12-15,-5-2-300 16,1-9-272-16,-3 2-152 0,-2-7-177 0,-7 3-955 16,-8 1-2664-16,-4-4-4009 0</inkml:trace>
  <inkml:trace contextRef="#ctx0" brushRef="#br0" timeOffset="126136.777">10482 6899 11985 0,'0'0'3044'16,"0"0"-1976"-16,0 0-328 0,-4 92 476 0,8-51 188 16,5 7-228-16,-2 6-420 15,1 0-344-15,0 3-219 0,0 4-157 0,0-1-36 16,0 3-156-16,0 0-29 0,0 1-155 15,-4-3-292-15,0-7-332 0,0-7-140 16,4-12-684 0,0-10-2476-16,4-9-2757 0</inkml:trace>
  <inkml:trace contextRef="#ctx0" brushRef="#br0" timeOffset="127581.549">11937 7092 2212 0,'0'0'328'0,"0"0"-288"0,0 0 76 0,0 0 328 16,0 0 2864-16,0 0-1828 0,0 0-572 15,0 0-52-15,0 0 72 16,-28-68 29-16,28 57 91 0,-4 2 140 15,-1-1-224-15,1 1-160 0,-3-1-72 16,3 1-132-16,-4-1 48 0,-1 1-128 16,2 3 84-16,-1 1-236 0,0 3-12 0,-4 2-48 15,0 0-176-15,4 0-44 0,-8 2-88 16,4 9-4-16,-4 8 4 0,4 6 12 16,-4 10 72-16,4 6 16 0,0 7 20 0,4 0-60 0,0 2-44 15,5-9-16-15,-1-3-44 16,4-8 32-16,0-11-44 0,4-7 52 15,3-2 8-15,5-7 0 0,4-3-4 0,5-3-48 16,7-17-160-16,-1-1-112 0,4-9-132 16,-3-4-116-16,-4-5 28 0,1 2 80 15,-1-2 40 1,-1 2 68-16,-7-2 28 0,1-2 36 16,-2-3-104-16,-3-4 4 0,-4-2 312 15,-4-2 76-15,-4-2 12 0,0 0 116 16,0 0-40-16,0 10 100 0,-4 6 212 15,-4 9 204-15,8 11 56 0,-4 8-68 0,4 3-84 16,0 7-28-16,0 0-24 0,0 4-128 16,0 4-156-16,0 12 36 0,0 5 144 0,0 11-120 15,4 8-96-15,-4 4-136 0,-4 2-52 0,0 8-192 16,-4-5-48-16,1 5-332 0,-2 2-176 16,1-6-160-16,-3 3-696 0,2-6-1252 15,1-4-2745-15,4-15-1979 0</inkml:trace>
  <inkml:trace contextRef="#ctx0" brushRef="#br0" timeOffset="127809.42">12179 7249 5612 0,'0'0'6273'0,"0"0"-5325"0,0 0-96 16,0 0 768-16,0 0 76 0,84-4-360 0,-76 4-400 16,0 0-164-1,-4 0-208-15,0 7-284 0,-4-5-72 0,4 8-64 0,-4 3-144 16,0 6 0-16,0 0-4 0,0 7-4 0,0-1-176 15,-4 0 112-15,0 1-36 0,4-5-88 16,0-5 12-16,8 1 112 0,8-6 20 16,4-4 44-16,4 0-108 0,4-7-80 15,7 0-84-15,1-10-284 0,5-2-248 16,-2-5-576-16,-11 2-1256 0,20-10-2793 16</inkml:trace>
  <inkml:trace contextRef="#ctx0" brushRef="#br0" timeOffset="128128.617">12968 6778 13093 0,'0'0'3164'0,"0"0"-2456"0,0 0-72 0,0 0 376 15,104-15-40-15,-76 11-176 16,0 4 32-16,3 0-316 0,-3 7-392 15,0 2-120-15,-4 4-132 0,-3 6-64 0,-10 3-60 16,-3 8 60-16,-8 3-8 0,-4 9-76 0,-16 9-28 16,-7 2 16-16,-6 5 144 0,-3-1 100 0,-3 0 48 0,3-3 40 15,4-7 84-15,4-5 292 0,4-7-112 16,13-10 12 0,2-6-120-16,9-6-148 15,0-4 24-15,9-6 184 0,6 1-112 0,1-4-92 0,9 0-52 16,-2-7-76-16,1-5-68 15,0-1-160-15,0-6-84 0,-5 0-188 16,-2 0-232-16,-6 0-432 0,-7 7-1532 0,-4-12-2865 0</inkml:trace>
  <inkml:trace contextRef="#ctx0" brushRef="#br0" timeOffset="128291.67">12757 7213 8036 0,'0'0'6553'15,"0"0"-5821"-15,0 0 148 0,0 0 856 0,0 0-16 16,0 0-376-16,104 22-467 0,-68-22-453 16,0 0-364-16,3-6-60 0,2-4-168 15,-2 1-501-15,-3-1-291 0,4 1-264 16,-9 0-952-16,-6 2-3200 0,2 4-5401 16</inkml:trace>
  <inkml:trace contextRef="#ctx0" brushRef="#br0" timeOffset="128721.09">13470 7271 5716 0,'0'0'5369'15,"0"0"-2833"-15,0 0-1812 0,0 0-180 0,0 0 440 16,0 0-8-16,0 0-252 16,88 0-192-16,-76 3-164 0,0 6-188 15,0 4-180-15,-8-1-88 0,-4 8 0 0,0 2 88 0,-12 3-4 16,0 4-36-16,-4-1 36 0,-3 4 4 15,-2-4 0 1,1 2 0-16,1-2 100 0,2 0-28 0,10-2 112 16,-1-4 100-16,8-3 612 0,0-7-260 15,0-1-516-15,8-5 88 0,3-2-208 16,6-4-48-16,2 0-28 0,5-4-164 16,4-6-264-16,-4-2-120 0,4-4-112 15,0-3-264-15,0-1-1620 16,-9 5-2737-16,2-4-4199 0</inkml:trace>
  <inkml:trace contextRef="#ctx0" brushRef="#br0" timeOffset="128989.428">14061 7182 10256 0,'0'0'5681'0,"0"0"-4625"0,0 0-624 0,83 31 216 0,-52-25 336 16,10-6-272-16,-5 0-212 0,3 0-232 0,1-6-268 15,0-3-48-15,0-7-292 16,-1 0-348-16,-7-3-492 0,0 0-308 15,-8 0-1716-15,0-7-3965 0</inkml:trace>
  <inkml:trace contextRef="#ctx0" brushRef="#br0" timeOffset="129169.337">14387 6889 12765 0,'0'0'3028'0,"0"0"-2176"0,0 0-316 0,-8 86 384 0,4-48 164 15,4 3 16 1,0 4-136 0,0 3-380-16,0-4-363 0,0 0-209 0,0 1-12 0,0-3-96 15,0-5-257-15,0-2-231 0,0-5-220 0,0-5-300 16,8-10-1144-16,0-8-3008 0,8-7-5733 0</inkml:trace>
  <inkml:trace contextRef="#ctx0" brushRef="#br0" timeOffset="129367.614">15163 7232 18381 0,'0'0'3737'16,"0"0"-3713"-1,0 0 72-15,0 0-96 0,0 0 108 16,81-13-44-16,-57 7-64 0,4-7-629 0,7 1-663 15,1-4-756-15,-4 3-1920 16,11 1-2633-16</inkml:trace>
  <inkml:trace contextRef="#ctx0" brushRef="#br0" timeOffset="129538.947">15925 7204 6472 0,'0'0'6797'0,"0"0"-4529"0,0 0-1640 0,0 0-592 16,0 0-36-16,0 0-388 0,0 0 176 16,0 0 48-16,88 0-568 0,-73-10-1572 15,1 1-4369-15</inkml:trace>
  <inkml:trace contextRef="#ctx0" brushRef="#br0" timeOffset="129637.484">16335 7163 3312 0,'0'0'2956'16,"0"0"4245"-16,0 0-6301 0,0 0-292 15,0 0 312-15,0 0 8 0,0 0-304 16,0 0-252-16,0 0-372 16,0 0-424-16,0 0-672 0,88-35-364 0,-80 24-1448 15,0 5-4853-15</inkml:trace>
  <inkml:trace contextRef="#ctx0" brushRef="#br0" timeOffset="130823.103">18997 6852 2792 0,'0'0'796'15,"0"0"-796"-15,0 0 4188 0,0 0-2784 16,0 0-192-16,0 0-11 0,0 0 15 0,0 0-360 16,0 0-96-16,0 0-52 0,0 0 48 15,-52 63-52-15,44-44 20 0,4 6-44 16,0 1-88-16,-1 8-36 0,2-1-56 0,-1 4-60 16,0-2-156-16,4 0-64 0,0-6-112 15,0-7 28-15,8-3-28 16,4-3 0-16,4-7 28 0,4-5-128 0,4-4-8 0,4-4-60 15,4-8-64-15,0-11-44 0,3-5-88 0,1-4 12 16,0-3-16-16,-8 0-32 0,0 5 0 16,-8 0 8-16,-5 5 112 15,-11 3-24-15,-4-1-16 0,0 5 64 0,-15-1-148 16,-5 0 52-16,-8 2-56 0,-8 4-408 16,-12 4-520-1,-3 6-516-15,-9 3-312 0,-8 0-665 16,12 3-2851-16,-32 13 2228 0</inkml:trace>
  <inkml:trace contextRef="#ctx0" brushRef="#br0" timeOffset="131571.287">15017 7136 3336 0,'0'0'676'0,"0"0"4684"0,0 0-3539 0,0 0-205 0,0 0-12 16,0 0-140-16,0 0-164 15,0 0-380-15,0 0-280 0,-45 30-320 0,42 1 84 16,-5 7 24-16,4 4 4 0,4-2-32 0,0-4-132 16,4-4-132-16,7-10-128 0,-3-3 40 15,5-9 24-15,2-1-24 0,-2-5-48 16,2-4-108-16,1-4 12 16,9-9-100-16,-6-6 96 0,1-6-56 0,4-4-124 15,-4-2-64-15,-4-1 76 0,3-3 84 16,-2 3 112-16,-6 3 24 0,-2 1 48 0,-9 6 100 15,0 0 108 1,-9 3 0-16,-6-1 12 0,-5 5-112 0,-1 2 28 16,-2 4-76-16,-1 2 100 15,0 0 48-15,5 7-52 0,-2 0-156 16,5 4-88-16,0 3-108 0,0 3-60 16,4-2-84-16,1 2-140 0,2-1-392 15,5-3-460-15,1 1-1428 0,3 0-3277 16</inkml:trace>
  <inkml:trace contextRef="#ctx0" brushRef="#br0" timeOffset="131908.489">15459 6772 5396 0,'0'0'7177'16,"0"0"-5333"-16,0 0 200 0,0 0-72 15,0 0-460-15,0 0-476 0,95 57-220 0,-71-48-403 16,4 1-281-16,0 1-132 0,4 0-72 15,-9 3-96 1,1 1-88-16,-3 3-157 16,-6 8-75-16,-10 6-60 0,-5 10 32 15,-5 5 176-15,-10 0 80 0,-9 8 100 0,-4-2 160 0,0 2 8 16,0-5 140-16,0-2 48 0,1-3 308 16,2-10-40-16,5-7-60 15,9-5-76-15,3-8-184 0,8-5-56 0,0-7 32 0,8 0 221 16,7-3-133-16,1 0-76 0,9 0-132 15,-2-6 0-15,1-7-108 0,0 1-124 16,-4-2-169-16,0-1-87 0,-8 2-156 0,0 1-240 16,-5-1-532-16,-3 3-1636 0,-4-6-3793 15</inkml:trace>
  <inkml:trace contextRef="#ctx0" brushRef="#br0" timeOffset="132060.821">15423 7172 156 0,'0'0'11041'15,"0"0"-7201"-15,0 0-2708 0,0 0 144 16,0 0 228-16,0 0-204 0,0 0-152 0,0 0-455 31,0 0-345-31,99 25-260 0,-71-22-88 0,4 1-280 16,-4 2-401-16,4-3-315 0,0 3-512 16,-8-1-2828-16,8 3-4397 0</inkml:trace>
  <inkml:trace contextRef="#ctx0" brushRef="#br0" timeOffset="132306.612">15996 7311 8308 0,'0'0'6913'0,"0"0"-6157"0,0 0-64 0,0 0 1104 0,0 0 60 15,0 0-396-15,0 0-599 0,0 0-449 0,0 0-340 16,0 0-60-16,32 23-12 0,-23-21-4 16,-6 5-164-16,5 0 68 0,0-1 16 15,-4 4-36-15,1 2-24 0,-2 1 144 16,1 3 84-16,-4 1 36 0,0-3 24 0,0 5 4 15,0-2-4-15,-7 1-60 0,2-2-84 16,-3 0-4-16,4-4-44 0,-4 2-60 16,-4-8-148-16,0 4-104 0,-3-7-152 0,2 0-229 31,-2-3-187-31,-1 0-492 0,4 0-1024 16,3-6-2356-16,2-4-3677 0</inkml:trace>
  <inkml:trace contextRef="#ctx0" brushRef="#br0" timeOffset="132563.087">16391 7178 7432 0,'0'0'7485'16,"0"0"-6001"-16,0 0-288 16,84-3 88-16,-52-3-280 15,3 0-356-15,-3-4-208 0,0-2-208 0,-4-1-232 0,0-4-256 16,0 2-416-16,-4-4-576 16,-5 1-744-16,-2 1-2896 0,-10-1-3297 0</inkml:trace>
  <inkml:trace contextRef="#ctx0" brushRef="#br0" timeOffset="132740.557">16546 6924 2996 0,'0'0'8869'0,"0"0"-7141"0,0 0 68 0,-8 76-28 0,5-44-84 16,3 3-200-16,0 1-352 0,3-3-451 15,1 3-341-15,0-1-340 0,5-4 0 16,-5-2-352-16,3-4-405 0,1-2-167 0,8-4-228 0,0-6-848 0,0-7-900 15,12-6-3885-15</inkml:trace>
  <inkml:trace contextRef="#ctx0" brushRef="#br0" timeOffset="132887.423">17251 7194 9956 0,'0'0'7181'0,"0"0"-6897"15,0 0-284-15,0 0-472 0,0 0-100 16,0 0-312-16,0 0-744 0,77-60-1433 16,-49 54-5399-16</inkml:trace>
  <inkml:trace contextRef="#ctx0" brushRef="#br0" timeOffset="133009.583">17809 7106 7112 0,'0'0'8005'15,"0"0"-6085"-15,0 0-396 0,0 0-172 0,0 0-560 0,0 0-452 16,0 0-340-16,0 0-180 16,0 0-652-16,0 0-308 15,72-20-580-15,-60 14-3164 0,0 0-5793 0</inkml:trace>
  <inkml:trace contextRef="#ctx0" brushRef="#br0" timeOffset="134775.267">19837 6689 6140 0,'0'0'5817'0,"0"0"-4193"0,0 0-432 16,0 0-184-16,0 0 32 0,0 0 240 16,0 0-284-16,80-5-224 0,-44 5-256 0,0-4-188 15,-1 4-84-15,1 0-48 0,-4 0-88 31,0 4-60-31,-8-2-4 0,-8 8-44 0,0-1-192 16,-9 3 8-16,-2 5 24 0,-5 5 100 0,-12 7-84 16,-7 3-88-16,-9 5 36 0,-4 8 36 0,-4-3-12 15,-1 2 64-15,2 0 44 0,-1 4 56 16,0-3-4 0,4 2 12-16,4 1 52 0,0-4 20 15,12 1 148-15,1-4 36 0,7-10-84 0,8-2 84 16,4-7-60-16,7-2-28 15,10-8 64-15,3-2-60 0,-1-7 44 16,5 1-68-16,0-4-39 0,0-7 15 0,-4-3-124 16,4-6-112-16,-13 0-265 0,6 0-351 15,-10-6-324-15,-2 3-312 0,-1 3-1528 16,-8-6-3425-16</inkml:trace>
  <inkml:trace contextRef="#ctx0" brushRef="#br0" timeOffset="134961.011">19706 7185 7416 0,'0'0'5329'0,"0"0"-3509"0,0 0-1036 0,0 0 448 16,0 0 308-16,0 0-248 31,92 32-240-31,-57-30-320 0,1 3-320 0,0-5-264 0,-1 0-148 0,-2 0-112 16,-6 0-276-16,1 2-380 0,-4-2-248 0,1 3-644 15,-10-3-2920-15,9 9-4053 0</inkml:trace>
  <inkml:trace contextRef="#ctx0" brushRef="#br0" timeOffset="135287.369">20363 7277 9248 0,'0'0'7353'16,"0"0"-5997"-16,0 0-1172 0,0 0 444 0,0 0 648 0,0 0-56 15,20 73-151-15,-20-51-461 0,0 0-428 16,0 1-180-16,0-2 0 0,0-5-108 0,0-3-24 16,0-2-148-16,8-7-72 0,-4-4-133 15,0 0 121-15,5 0-64 0,2-2 124 16,1-7 108-16,4-8 40 0,-1 1-28 0,6-3-64 16,-1 0-8-16,-5 4 60 0,2 2 72 15,-2 4 68-15,2 5 56 16,-6 1 48-1,6 3 188-15,-6 0 20 0,1 7-24 0,0-1-48 16,-4 3-48-16,0 4-132 0,1 0-4 16,-2 2 0-16,-3 2-260 0,0-1-252 0,0-1-288 0,0-2-1580 15,0-1-2136-15,8 2-2125 0</inkml:trace>
  <inkml:trace contextRef="#ctx0" brushRef="#br0" timeOffset="136105.587">22073 6689 1084 0,'0'0'1512'16,"0"0"2640"-16,0 0-3008 0,0 0 60 0,0 0 284 15,0 0-227 1,-88-37-261-16,72 37-56 0,0 0-224 16,0 0-36-16,-3 0-56 15,2 2 52-15,2 8-68 0,-6-1-116 0,1 7-52 16,1 6-96-16,-5 10-76 0,0 7-4 15,-1 5-20-15,2 7 32 0,-1 3-32 16,0 3-4-16,0 0-24 0,9 1-24 0,-2-2 72 16,9-8-84-16,5-6-4 0,3-11-56 15,7-3-4-15,10-8-72 0,6-1-40 0,9-7 80 16,4-2-32-16,8-7-56 0,-5-3-136 16,6-6-108-16,-6-7-36 0,-3-4-180 15,-4 3-252-15,-4-5-124 0,-4-1-236 16,-4 1-1144-16,-12 7-2332 0,0-11-4261 0</inkml:trace>
  <inkml:trace contextRef="#ctx0" brushRef="#br0" timeOffset="136263.588">21678 7013 288 0,'0'0'12477'0,"0"0"-9929"0,0 0-1600 0,0 0-212 15,0 0 640-15,0 0 48 16,84 29-336-16,-44-22-504 0,7-4-380 0,1-1-204 15,8-2-252-15,0-5-92 0,4-6-348 16,0-3-372-16,-1-6-640 0,-11 1-2452 0,16-16-2941 16</inkml:trace>
  <inkml:trace contextRef="#ctx0" brushRef="#br0" timeOffset="136475.422">22773 6410 9820 0,'0'0'5945'0,"0"0"-4925"0,0 79-584 0,-4-34 444 0,1 9 744 16,-1 6 72-16,-4 3-267 0,4 1-497 0,-4 6-496 15,0 0-208 1,0 0-132-16,-3 4-96 0,2-5-76 16,1-3-44-16,4-6-144 0,4-11-452 15,0-9-104-15,4-8-153 0,13-13-207 0,2-6-476 0,13-10-1116 16,3-9-2521-16,-7-7-2647 15,21-28 5304-15</inkml:trace>
  <inkml:trace contextRef="#ctx0" brushRef="#br0" timeOffset="136722.71">23344 6722 12045 0,'0'0'4556'0,"0"0"-3860"0,0 0-408 0,-88 28 144 15,48-9 652-15,-12 9 132 0,0 4-244 0,1 0-436 16,-1-1-379-16,5 1-145 0,-2 3 76 15,10-6-80-15,7 2-8 16,4-5-64-16,8 0 56 0,8-5 0 0,12 2-40 16,0-2 40-16,8 2-40 0,12 0-37 15,3-1-11-15,5 0 32 0,8-3-20 16,8 0-24-16,0-3-124 0,0 0-24 0,7-1 36 16,-6-4 0-16,2 1 136 15,-3-3-932-15,-8 1-1492 0,-8-4-2592 0,8 4-5661 16</inkml:trace>
  <inkml:trace contextRef="#ctx0" brushRef="#br0" timeOffset="145087.529">4382 9399 10937 0,'0'0'4344'0,"0"0"-3172"0,0 0-860 0,0 0 160 15,0 0 764-15,0 0 32 0,40 104-364 0,-28-50-88 16,0 9-331-16,0 10-205 0,-4 3-184 16,0 4-36-16,-5-1-60 15,-3-3-12-15,0-4-96 0,0-1 24 32,0-14 24-32,0-6-100 15,0-10-205-15,0-12-23 0,0-10-160 0,0-6-112 0,0-7-432 16,0-6-924-16,0-10-932 0,-3 1-2333 0</inkml:trace>
  <inkml:trace contextRef="#ctx0" brushRef="#br0" timeOffset="145446.971">4442 9457 1564 0,'0'0'9961'0,"0"0"-8437"0,0 0-800 16,0 0 580-16,99-58 184 0,-71 58-468 15,0 2-256-15,0 14 172 0,4 6-128 0,-4 10-304 16,-8 9-200-16,-1 7-196 0,-10 5-100 15,-9 10-8 1,0 5-60-16,-12-1-88 0,-4-4 28 0,-4-6 12 0,0-6 96 0,4-13 12 16,0-7 52-16,0-8-52 15,9-7 0-15,-2-7 0 0,9-2-12 16,0-1-148-16,0-3-180 0,13 4-64 0,6-1 196 16,1 3 208-16,4 4 60 0,4 0-12 0,-9 0-48 31,6 3 48-31,-9-1 112 0,-4 4 256 15,-5 4-36-15,-7 2-64 0,0 4 24 16,0 2 36-16,-11 4-59 0,-1 0-157 0,0-3-56 0,-4 0-104 16,0-4-12-16,4-6-96 15,0-6-88-15,0-6-109 0,4-4-167 16,4-6-64-16,0-3-160 0,4-13-372 16,0-6-280-16,4-6-1132 0,0-10-1480 15,12-6-1001-15,-9 8 777 0,18-21 2904 16</inkml:trace>
  <inkml:trace contextRef="#ctx0" brushRef="#br0" timeOffset="145806.051">4992 10176 5136 0,'0'0'6745'16,"0"0"-4537"-16,28 79-920 0,-28-38-356 0,0 4 328 15,0 2 356-15,-8-6-208 0,-1-2-532 0,2-11-487 0,3-9-305 16,4-9-80-16,0-7 144 0,0-3-148 0,7-3-236 31,6-13-9-31,2-6 53 0,10-7-88 16,-1-9-76-16,0 0-92 0,-1 0 92 15,1 3 0-15,4 9 100 0,-4 11-100 16,0 5 12-16,-1 7 344 0,2 6 96 16,-1 15 200-16,-9 6 24 0,5 10-52 0,-3 4-96 0,-2 8-36 15,-2 1 36-15,-5 6 72 16,-1 5 24-16,-3 2 60 16,0 0 72-16,-4 1-44 0,-4 6-15 0,-7-8 83 0,-10 5 120 15,1 0-168-15,-3-7-124 0,-5-3-60 16,-4-4-120-16,0-8 4 0,0-5-68 15,1-7 40-15,-1-8-40 0,4-10 40 0,-4-8-48 0,4-4-184 16,4-16-80-16,-4-9-112 0,4-10-96 16,0-16-84-16,8-10-173 0,4-8-295 0,4-8-640 15,8 4-840-15,12 7-1672 16,4 9-709-16,0 15-2394 0</inkml:trace>
  <inkml:trace contextRef="#ctx0" brushRef="#br0" timeOffset="146252.366">6904 9922 12117 0,'0'0'3956'0,"0"0"-3092"0,17 91-132 16,-10-40 736-16,5 19-252 0,-8 9-220 15,4 11-327-15,0 8-169 0,0 7-76 0,-4 7-40 16,4-5-176-16,-4-2-208 16,4-10-120-16,-4-9 8 15,0-14-20-15,-1-11-96 0,2-13-88 0,3-17 96 0,0-11 40 16,-4-12-52-16,-1-8-277 15,-3-8-259-15,0-12-344 0,0-11-500 0,-3-14-860 0,-1 10-524 0,-12-38-2629 16</inkml:trace>
  <inkml:trace contextRef="#ctx0" brushRef="#br0" timeOffset="146468.353">6829 10020 4364 0,'0'0'9249'16,"0"0"-7677"-16,0 0-896 0,0 0 428 0,75-32 260 15,-51 32-352-15,4 4-328 0,0 8-196 0,4 8-60 16,0 5-88-16,-4 2-84 16,-4 6-148-16,-5 2-100 0,-2 6-8 0,-10 0-92 15,-7 7-64-15,0 0-368 0,-11-1-112 0,-9 4-72 16,-5-3-16-16,1-7-32 16,-4-9-84-16,5-7 104 0,-1-9 156 0,4-10-264 0,1-6-1108 15,-2-12-2497-15,10-1-2763 0,-6-25 6584 16</inkml:trace>
  <inkml:trace contextRef="#ctx0" brushRef="#br0" timeOffset="146690.26">7271 10125 1840 0,'0'0'10953'0,"0"0"-9553"0,0 0-892 16,0 0 460-16,0 0 676 0,44 69-372 0,-44-45-460 15,0 1-372-15,-5 3-308 0,1 1-132 0,-3-1-88 16,-1-3-20-16,4-2-40 15,-1-7 40-15,1-4 108 0,1-5 40 0,3-5 96 16,0-2 32-16,0 0 52 0,0-2 28 16,7-8-104-16,2-3-144 0,6-6-108 15,6-6-52-15,7-7 24 0,4 1-72 0,-1-1-48 16,1 1-504-16,4-2-416 0,-16 7-1352 16,12-5-3857-16</inkml:trace>
  <inkml:trace contextRef="#ctx0" brushRef="#br0" timeOffset="147005.89">7645 10276 6200 0,'0'0'9385'15,"0"0"-8117"-15,0 0-832 0,-4 68 88 16,17-62 524-16,-2-3-104 0,5-6-296 16,12-10-256-16,0-6-392 0,0-12-52 15,4-5-384 1,-1-2-240-16,-3-3-108 0,-3 3 144 0,-5 7 232 15,-9 2-52-15,-3 6-336 0,-8 8-84 16,0 3 472-16,-11-1 408 0,-6 9 176 16,-2 1 488-16,-5 3-60 0,0 7-56 0,3 8-64 15,2 10-48-15,-1 7-20 16,1 3 88-16,2 10-24 0,1 3-76 0,4 3-48 16,1-1-64-16,2-3-12 0,5-5-196 0,4-7-84 15,0-3-180-15,0-10-332 0,9-3 32 16,6-6-44-16,5-4-104 0,8-3 332 15,8-6 284-15,0 0-1204 0,-12-6-1484 0,15-13-3521 16</inkml:trace>
  <inkml:trace contextRef="#ctx0" brushRef="#br0" timeOffset="147259.253">8103 10090 12953 0,'0'0'4212'16,"0"0"-3580"-16,-11 86-320 0,11-44 612 16,0-2 580-16,0 5-200 0,0-7-431 0,4 0-401 15,3-6-292-15,1-4-92 0,5-5-4 16,-6-4-72-16,5-7 0 16,-3-2-8-16,-2-4-4 0,9-6-48 0,-4 0-48 15,9-6-16-15,-2-10 112 0,5-9-60 16,4-8-60-16,0-8-72 0,0-10-112 15,0-10-36-15,-1-2-48 0,1-3-121 0,-4 0-187 16,-4 2-564 0,-4 6-836-16,0 11-920 0,-4 18-1621 15,-4 10-1947-15</inkml:trace>
  <inkml:trace contextRef="#ctx0" brushRef="#br0" timeOffset="147480.202">8562 10150 5196 0,'0'0'7865'16,"0"0"-6037"-16,11 86-884 0,-6-48 0 15,-5 10 384-15,0-4 100 0,0 1-452 16,0-7-512-16,0-6-360 0,0-10-104 16,0-3-72-16,4-4 24 0,0-2-160 0,0-6-204 0,-4-5-200 15,4-2-200-15,-4 0-200 0,3-9-656 16,-3-4-1240-16,0-6-1825 0,0 1-2563 0,0-17 6632 15</inkml:trace>
  <inkml:trace contextRef="#ctx0" brushRef="#br0" timeOffset="147625.823">8514 9792 3588 0,'0'0'11941'15,"0"0"-9777"-15,0 0-1472 0,0 0 56 0,0 0 112 16,0 0-116-16,0 0-244 0,0 0-292 15,0 0-208-15,0 0-232 0,80 37-376 0,-64-30-336 16,-4 0-408-16,-5 1-1364 0,1 5-3689 16</inkml:trace>
  <inkml:trace contextRef="#ctx0" brushRef="#br0" timeOffset="148135.534">8984 10106 5472 0,'0'0'7901'16,"0"0"-6077"-16,-20 70-944 0,16-33-216 16,-3 8 580-16,3 0 36 0,-1-1-176 0,5-12-360 0,0-7-356 15,0-9-256-15,5-7 16 0,10-6-148 16,2-3-36-16,2-3-88 0,9-13-68 15,4-5-88-15,-1-8-280 16,1-6-4-16,-4 0 136 0,0 4-12 0,-4-5 80 16,1 9-56-16,-10-3 20 0,-2 5-24 15,-10 6 220-15,-3 0 200 16,0 6 88-16,-3 3 108 0,-10 3 264 0,1 7 192 16,0 0-220-16,0 11-52 0,1 5-124 15,-6 9 52-15,2 4 68 16,-2 6 64-16,6-1-76 0,-2-2-328 0,6-3-36 15,-1-7-364-15,8-3-528 0,0-10-332 0,4-2-532 16,11-7-2236-16,5-13-697 16,1-3-1355-16</inkml:trace>
  <inkml:trace contextRef="#ctx0" brushRef="#br0" timeOffset="148426.52">9458 10017 7656 0,'0'0'6429'0,"0"0"-4145"0,0 0-1600 0,0 0-260 0,-11 86 764 0,2-61 308 16,5 0-328-16,-4-2-499 0,8-5-429 15,0 1-240-15,0-6-84 0,8-3 0 0,1 0-100 32,6-5-205-32,2-5-11 15,-2 0-16-15,5-5-72 0,0-9 24 16,0 2 96-16,0-4 48 0,-8 0-24 0,4 4 12 16,-4-1 152-16,-5 3 180 0,-3 7 8 15,1 0 4-15,-5 3 124 16,0 0 188-16,0 0 140 0,0 3-68 15,0 6-68-15,0 1 40 0,0 3-64 0,0-1-72 0,0 5 48 16,0-4 24-16,0-5-228 0,4-1-76 0,0 0-112 16,0-4-192-16,-1-1-96 15,1-2-28-15,0 0-172 0,5-2-284 0,-1-1-724 16,3-4-1124-16,-3-3-1241 0,-3 5-1783 16,2-6 2088-16</inkml:trace>
  <inkml:trace contextRef="#ctx0" brushRef="#br0" timeOffset="148776.993">10135 9934 6976 0,'0'0'7821'0,"0"0"-5621"15,0 0-1308-15,0 0-248 0,0 0 744 0,0 0-460 16,0 0-392-16,-95 48-236 0,67-19-19 0,0-4-157 15,4 3-60-15,5 1-64 0,2-4-136 16,6-3 40-16,7 1-73 16,4-4 9-16,0-2-120 0,4-5-12 0,7 3 72 15,2-2-24-15,6-1 52 16,1 1-64-16,4-1 32 0,0 2-56 0,4-1 24 16,-4 2-4-16,0-2 124 0,-4 0 64 15,-1 2 64-15,-2-2 8 0,-6 0 0 16,-3 1 160-16,-3-6 148 0,-5 3-308 0,0-3-136 31,-17-2 36-31,1 5-84 16,-7-5-320-16,-1 0-436 0,-8 1-372 15,4-4-528-15,-8 0-612 0,8 0-2209 0</inkml:trace>
  <inkml:trace contextRef="#ctx0" brushRef="#br0" timeOffset="149216.018">11913 9824 1096 0,'0'0'10397'16,"0"0"-9037"-16,0 0-800 0,0 0-140 0,0 0 228 15,-88-13 600-15,64 31-468 0,5 8-204 0,-2 12-20 16,5 13 176-16,0 9 176 16,4 7-184-16,4 6-188 0,-3 7-72 0,3-4 12 0,8-10-172 15,-5-6-139-15,5-15-165 0,5-10-12 16,6-16-233-16,10-13-155 16,2-6 24-16,9-16-136 0,8-12-124 0,4-13-148 0,4-13-688 15,-1-7-1224-15,-11 13-2009 16,8-24-1891-16</inkml:trace>
  <inkml:trace contextRef="#ctx0" brushRef="#br0" timeOffset="149390.682">12287 9385 7672 0,'0'0'6001'16,"0"0"-4809"-16,0 0-640 0,-16 98 176 15,8-47 784-15,0 7-4 0,-8 5-236 16,4 7-320-16,1 4-223 0,2 1-281 0,1 1-220 15,-3 0-80-15,7-3-148 0,-1-3-52 0,1-3-24 16,4-10-116-16,0-9-404 0,9-10-205 16,2-6-15-16,6-11-472 15,2-7-1024-15,-2-9-2584 0,18-7-3333 0</inkml:trace>
  <inkml:trace contextRef="#ctx0" brushRef="#br0" timeOffset="149729.152">12614 10243 8808 0,'0'0'6369'15,"0"0"-5665"-15,0 0-224 16,0 0 304-16,0 0 516 0,0 0-144 0,0 0-188 16,-84 60-252-16,72-35-204 0,0 4-147 15,4-4-125 1,5 0-128-16,-1-3-112 0,4-8 0 0,0-2-88 16,4-9-8-1,3-3-60-15,5 0-28 0,4-7 27 0,5-12 61 0,2-2-64 16,1-8-180-16,4 0 0 0,-4-2 96 15,-5 2 96-15,1 4 52 0,-3 6-4 16,-9 6 52-16,-1 6 48 0,-3 7 252 0,-4 0 224 16,0 3 156-16,0 4-83 0,0 5-89 0,0 8 48 15,0-1 108-15,0 3-156 0,0 0-148 0,-4 1-32 16,4-4-280-16,0-7-28 0,0 1-164 16,4-3-216-16,4-3 312 15,1-7-160-15,2 0-264 0,2-7-120 0,6-10-257 16,-3 2-931-16,0 2-2424 0,4-9-2889 15</inkml:trace>
  <inkml:trace contextRef="#ctx0" brushRef="#br0" timeOffset="149875.87">13076 10188 6900 0,'0'0'7585'0,"0"0"-5517"0,0 0-1184 0,0 0 204 0,-8 70 836 0,0-52-135 31,0-1-529-31,1-4-596 0,2-7-508 0,5-6-156 15,-4 0-484-15,4 0-216 0,-4 0-196 0,0 0-221 16,0-6-619-16,-3 0-3672 16,-2-7-3145-16</inkml:trace>
  <inkml:trace contextRef="#ctx0" brushRef="#br0" timeOffset="150328.522">13060 9982 7036 0,'0'0'7997'0,"0"0"-6929"0,0 0-776 0,0 0-68 15,80-23-100-15,-61 21-124 16,-6-5-44-16,2 7-56 0,2-3-276 0,-6 3-632 0,-3 3-232 16,5 10-416-16,-6 3-585 15,1 9-611-15,-4 3 1668 16,-4 8 896-16,0 5 472 0,0 3-184 0,0 2 2040 16,-8 4 1129-16,0-3-1217 0,1 1-924 15,-6-4 288-15,2-3 328 16,-2-8-740-16,9-12-236 0,0-4-116 0,4-8-148 0,0-6-268 15,8-3-136-15,8 0-180 16,5 0 180-16,2-6 0 0,9 0-72 16,-4-4-128-16,7 1 200 0,-7-1-196 0,0 1 76 0,-3-2-92 15,-9 6 212-15,-1 2 76 0,-7-1 464 0,-3 4-172 16,-1 0 0-16,-4 0 180 16,0 0 220-16,0-3-744 0,0 3-24 15,0-7-352-15,0 2-40 0,4-6 40 16,3-3-236-16,5-3-76 0,4-2 36 15,0 3 160 1,4 3 468-16,4 1 12 0,-4 5 224 16,-4 4 220-16,-5 3 172 0,-2 0-92 0,-5 0 64 0,-4 3 60 0,4 4-76 15,-4 2-207-15,0 1-197 0,0 2-180 16,0 4-120-16,0-3-100 0,0-1-193 0,0 1-319 16,0 0-108-16,0-4-192 0,-4 5-312 15,4-6-1012-15,0-1-500 16,0 3-3321-16</inkml:trace>
  <inkml:trace contextRef="#ctx0" brushRef="#br0" timeOffset="150944.746">14618 10446 10224 0,'0'0'7421'0,"0"0"-6161"0,0 0-1124 0,0 0-132 0,0 0 44 15,0 0 188-15,0 0-64 0,0 0-172 16,0 0-824-16,0 0-948 16,4 12-3672-16</inkml:trace>
  <inkml:trace contextRef="#ctx0" brushRef="#br0" timeOffset="152804.753">17562 10306 3852 0,'0'0'480'16,"0"0"4832"-16,0 0-3491 0,0 0-617 0,0 0 8 16,0 0-100-16,-11-74-204 15,7 66-204-15,-5 2-20 0,1-1-12 16,1 7 56-16,-1 0-248 0,-9 0-200 15,6 9-108-15,-9 7-36 0,-1 12 72 16,2 8 172-16,-1 8 324 0,4 6-240 0,-4 7-99 16,5 1-1-16,2-8-12 0,5-5-112 15,4-10-140-15,4-9-40 16,0-10-56-16,4-7-4 0,4-6-36 0,5-3 28 0,6-6-52 16,1-10-52-16,8-6-68 0,4-9-172 0,0-11-133 15,0-6-51-15,0-4-120 16,3 2-44-16,-3-4-60 0,4-3-300 15,-8 0-180-15,4-7-116 0,-4-2-188 0,-4 0 192 16,-4-2 560-16,-8 2 700 0,-1 6 92 16,-7 5 208-16,1 5 176 15,-5 9 64-15,0 6 48 0,-5 10 308 0,1 6 56 16,0 5 120-16,0 9 140 0,4 5-16 16,-3 0-192-16,3 0-324 0,0 12-320 15,0 7 4-15,0 9 92 0,0 11 28 0,0 8 132 16,0 8-148-16,0 4-47 15,0 8-185-15,0 0-96 0,-8 6-48 16,-1 0-8-16,-2 3-88 0,-1-6-24 0,-1 0-4 0,-2-3-81 16,2-7-295-16,-2-7-72 0,2-1-148 15,10-12-212-15,-1-8-772 0,4-6-2120 0,0-10-2481 16</inkml:trace>
  <inkml:trace contextRef="#ctx0" brushRef="#br0" timeOffset="152961.254">18009 10578 6716 0,'0'0'6061'16,"0"0"-4077"-16,0 0-1180 0,0 0 16 15,-4 80 708-15,-1-55-48 16,1 4-440-16,0 3-528 0,4-4-304 0,0-1-208 0,0-2-120 16,0-3-72-16,4-3-592 15,0-1-208-15,5-5-44 0,2-3-848 16,-3-4-2708-16,9-6-3053 0</inkml:trace>
  <inkml:trace contextRef="#ctx0" brushRef="#br0" timeOffset="153749.924">18754 9515 2736 0,'0'0'404'15,"0"0"6056"-15,0 0-4215 0,0 0 191 16,0 0-404-16,0 0-412 0,20 73-280 0,-12-37-324 15,-4 2-236-15,-4 9-208 0,3 7-95 16,-3 7-41-16,0 2 120 16,0 9-156-1,0 1-184-15,0 7-60 0,0 2-32 0,0 5-124 16,-3-2-52-16,-5 4 40 0,-1-3-132 16,1-3-84-16,-3-4 96 0,3-6-124 15,-1-3-132-15,2-7 12 0,-1-8 52 0,4-12 19 0,4-7-95 16,-4-8-200-16,4-9-276 0,0-6-428 0,4-10-504 15,0 0-900-15,0-6-1601 16,0-3-2171-16,0-13 3860 0</inkml:trace>
  <inkml:trace contextRef="#ctx0" brushRef="#br0" timeOffset="154817.666">19471 10359 652 0,'0'0'640'0,"0"0"-640"0,0 0-1132 0</inkml:trace>
  <inkml:trace contextRef="#ctx0" brushRef="#br0" timeOffset="156156.259">11550 7582 3620 0,'0'0'472'15,"0"0"1688"-15,0 0 852 0,0 0-1035 16,0 0-657-16,0 0-32 0,0 0 80 0,0 0-184 16,0 0-312-16,0 0-92 0,0 0-40 15,36 42-52-15,-12-34-148 0,0 5-16 16,8-4-144 0,0 1-160-16,-1 0-112 0,1-1-36 0,4-3-28 15,-4 4-44-15,4-3-12 0,-1-5-36 16,2 1 0-16,6-3-24 15,-3 0-148-15,4-3-144 0,-4-2-188 0,-1-2-60 16,-7-3-112-16,0 4-300 0,-8 0-740 16,0 3-852-16,-12 0-1949 15,0-1-2543-15,-8 4 6036 0</inkml:trace>
  <inkml:trace contextRef="#ctx0" brushRef="#br0" timeOffset="157519.65">19611 10366 2584 0,'0'0'624'15,"0"0"-620"-15,0 0 4552 0,0 0-3036 0,0 0-360 16,0 0-139-16,-49-70 159 0,38 61 56 16,3 3-120-16,-5-1-64 0,2 1-148 0,-2 2-208 15,2 4-112-15,-6 0-164 0,6 0-52 16,-5 12-136-16,0 5-24 0,4 12-84 15,0 8 108-15,4 11 12 0,0 7 64 16,4 1 276 0,1 2-244-16,3-8-168 0,0-5-108 0,3-10-64 15,5-10 0-15,0-9 36 0,4-6-36 0,0-10 0 0,3 0-72 16,6-7-12-16,3-9-40 0,4-6-96 0,0-9-72 16,0-7-36-16,0-1-52 0,-1-2-12 15,-3-4 0-15,4-2 60 0,0 0 28 16,0-5 80-16,-4-2-96 0,-1-2-28 31,-6 1-84-31,-2-2 96 0,-6 6 128 0,-5 1 208 16,-4 5 184-16,0 0 92 0,0 11 72 15,0 5 48-15,0 9 72 0,0 8 88 16,0 5-92-16,-4 7-48 0,4 0-72 0,0 5-88 16,0 4-156-16,0 13 32 0,0 10 100 15,4 9 72-15,-4 10-120 0,0 8-88 16,-4 2 0-16,0 3-96 0,-9 3-120 15,6-7-12-15,-1 0-4 0,-1-5-72 0,-2-5-192 16,3-6-188-16,-5-5-84 0,9-8-140 0,1-9-388 16,3-2-1260-16,0-11-2121 0,3-9-1739 15</inkml:trace>
  <inkml:trace contextRef="#ctx0" brushRef="#br0" timeOffset="157762.578">20049 10512 6236 0,'0'0'6453'0,"0"0"-5177"0,0 0-376 0,0 0 512 0,0 0 268 15,0 0-632-15,80 6-252 16,-73 1-232-16,1 2-224 0,-4-2-144 16,4 2-124-16,-3 4-72 0,-5 0-12 0,0-1-120 15,0 7 120-15,-5 0-120 0,-3 4 24 16,-4-1 32-16,0 0 16 0,0 0 12 16,1 0 36-16,2-2 0 0,1-5-36 15,4-2 36-15,4-4-48 16,0 1 12-16,8-3 0 0,9 0 44 0,2-1-48 0,9-6-104 15,4 0-104-15,-1 0-252 16,6-4-228-16,3-2-248 0,-5-1-980 16,-7 4-2208-16,16 0-2229 0</inkml:trace>
  <inkml:trace contextRef="#ctx0" brushRef="#br0" timeOffset="158074.269">21033 10759 12989 0,'0'0'2272'15,"0"0"-1620"-15,0 0-476 0,0 0 240 0,0 0 456 16,0 87 108-16,0-62-488 0,-4 4-360 0,-4 2-132 16,-4 4-64-16,0 0 52 0,-4 1-172 15,-4-2-272-15,0-2-264 0,-4-1-100 16,5-5-560-16,-2-8-1032 0,5-4-2069 16,8-9-2551-16,-3-7 6956 0</inkml:trace>
  <inkml:trace contextRef="#ctx0" brushRef="#br0" timeOffset="158890.561">22144 10388 4072 0,'0'0'456'15,"0"0"1356"-15,0 0 564 0,0 0-720 0,0 0-419 16,-28-66-21-16,17 56 84 0,-2-2-236 16,2 5-148-16,-6 4-76 0,2 0-20 15,3 3-300-15,-4 9-100 16,4 7-4-16,-4 9 40 0,0 14 44 15,0 5-24-15,4 4-24 0,0 6-24 16,4-4-28-16,0-4-71 0,5-9-125 0,3-9-80 16,0-11-112-16,3-5-8 15,9-9 0-15,1-3-4 0,6-6 72 16,5-13-20-16,4-6-52 0,4-11-208 0,0-8-228 16,-1 0-133-16,5-4 81 0,-8-2 0 0,4 1 60 15,-4-1-72-15,0-1 8 0,0-3 24 16,-4 0-76-16,-5-3 124 0,-6 3 272 0,-2-3 20 0,-3 9 128 31,-4 1 124-31,-4 6 84 0,0 9 116 16,0 12 96-16,0 4 72 0,0 10 148 15,0 6-188-15,0 0-12 0,0 6-52 0,0 7-80 16,0 10 80-16,0 9 97 16,0 5-97-16,0 11-60 0,0 3-48 15,0 0-40-15,0 6-72 0,0-3-168 0,0 3-8 16,0 0-112-16,5-3-36 0,-5-2-136 15,0-5-312-15,4-3-113 0,-4-3 21 16,0-3-144-16,0-6-388 0,4-4-1372 16,-1-8-3137-16,5-11-4459 0</inkml:trace>
  <inkml:trace contextRef="#ctx0" brushRef="#br0" timeOffset="159021.768">22614 10582 5472 0,'0'0'6857'15,"0"0"-4453"-15,0 0-1508 0,0 0-204 16,0 0 804-16,9 69 116 0,-9-49-460 0,0 2-448 15,0 0-316-15,0-3-268 0,0 0-120 16,0-3-136-16,4 0-508 0,3-2-308 0,1-6-28 16,5 3-80-16,-2-5-1112 0,1-4-2396 15,4-4-2273-15</inkml:trace>
  <inkml:trace contextRef="#ctx0" brushRef="#br0" timeOffset="159300.496">23308 9722 2980 0,'0'0'9737'0,"0"0"-8349"0,0 0-820 0,0 0 768 16,-13 102 476-16,6-52-16 0,-1 7-476 16,4 6-420-16,0 7-355 0,0 3-241 15,-4 8-148-15,0-3-56 0,0 5-100 16,-4-4-48-16,4 0 40 0,-4 2-8 15,4-6-32-15,0 1-72 0,0-6-24 0,1-9 60 16,-2-11-172-16,9-8-377 0,0-10-23 16,0-8-64-16,0-4 84 31,5-7 244-31,2-11-420 0,1-2-1088 16,0-2-2240-16,4-17-1461 0</inkml:trace>
  <inkml:trace contextRef="#ctx0" brushRef="#br0" timeOffset="159666.243">23678 10500 10516 0,'0'0'4881'15,"0"0"-4289"-15,0 0-516 0,0 82-4 0,0-57 420 16,0-3 256-16,0-5 132 0,8-5-340 16,0-8-292-16,8-4-136 0,0 0 20 0,8-13-132 15,8-7-24-15,-1-5-84 16,1-7-164-16,0-3-48 0,-4 1-112 0,0-1 84 16,-11 6 204-16,-10 3 144 0,-3 7 76 15,-4 1-28 1,-8 5 176-16,-12 0 220 0,0 4-100 15,-7 2-68-15,-1 4-276 0,-4 3-72 0,0 6 20 16,4 4 44-16,0 9 8 0,4-3-184 16,4 3-64-16,8 0-196 15,1 4-372-15,2-4-260 0,1 2-664 0,4-4-1480 0,-3 8-4033 16</inkml:trace>
  <inkml:trace contextRef="#ctx0" brushRef="#br0" timeOffset="160300.493">24682 10900 8400 0,'0'0'2717'0,"0"0"-1537"0,0 0-120 15,0 0-192-15,0 0 168 0,0 0 420 0,56 76-188 16,-56-48-404-16,0 7-384 15,-4 4-336-15,-8-5-144 0,0 4-8 0,-4-3-40 16,4-2-36-16,0-8-52 0,1-6-48 16,7-10-420-16,-1-2-252 0,5-7-64 15,0 0-224 1,0-7-424-16,5-2-896 0,-1-5-2573 0,11-14-471 16</inkml:trace>
  <inkml:trace contextRef="#ctx0" brushRef="#br0" timeOffset="160537.296">25364 10626 8552 0,'0'0'7169'0,"0"0"-6165"0,0 0-1004 0,0 0-172 0,0 0 172 16,0 0 0-16,87-27-112 0,-63 16-896 15,-8 5-1388-15,16-7-4101 0</inkml:trace>
  <inkml:trace contextRef="#ctx0" brushRef="#br0" timeOffset="160660.934">26017 10620 80 0,'0'0'11029'15,"0"0"-11029"-15,0 0-3873 0,0 0-2195 0,0 0 5872 16</inkml:trace>
  <inkml:trace contextRef="#ctx0" brushRef="#br0" timeOffset="160791.598">26427 10658 692 0,'0'0'11349'0,"0"0"-9457"0,0 0-1464 0,0 0-400 0,0 0-28 0,0 0-648 16,0 0-208-16,84-45-872 31,-68 36-3525-31</inkml:trace>
  <inkml:trace contextRef="#ctx0" brushRef="#br0" timeOffset="161424.777">27885 10429 10308 0,'0'0'1509'0,"0"0"-769"0,0 0 424 0,0 0 204 15,0 0-328-15,-95-3-396 16,63 20-260-16,0 5 264 0,0 9 164 0,0 10-12 16,1 7-40-16,-1 3-260 0,0 6-48 15,4-3-16-15,4 0-95 0,8-9-109 16,5-15-112-16,6-3-120 0,5-15-104 16,9-5-56-16,6-7 64 0,9-4-13 0,8-8 9 0,4-11-128 15,8-11-148-15,-1-4-164 0,6-7-104 16,-6-3 4-16,5 1 100 0,-4 0 48 0,-5-5-52 15,2-2 32-15,-5-2 28 16,-5-5 172-16,-3 1 120 0,-4-5 52 16,-8 7 40-16,-1-1-100 0,-2 6 12 0,-5 2 188 15,-4 7 100 1,-4 12 364-16,0 10 180 0,0 9 40 16,0 9 20-16,0 4-76 15,0 0-160-15,-4 13-148 16,0 9 156-16,0 10-60 0,-4 12-36 0,0 11-100 0,-8 5 36 15,4 10-24-15,-4 0-51 16,0 0-85-16,4 0-156 16,-4-4-72-16,4-6-100 0,4-3 3 0,1-5-271 0,-6-8-180 0,9-3-236 15,0-6-248-15,4-4-656 0,0-8-2176 0,12-7-2469 16</inkml:trace>
  <inkml:trace contextRef="#ctx0" brushRef="#br0" timeOffset="161567.089">28304 10820 5624 0,'0'0'9285'0,"0"0"-7873"0,0 0-1112 15,0 0 36-15,-32 67 472 0,24-54 232 0,5-1-868 16,-1-6-172-16,4 4-1124 0,0-7-368 16,0 0-656-16,7-3-1905 0,-3 0-3771 15,8-9 5489-15</inkml:trace>
  <inkml:trace contextRef="#ctx0" brushRef="#br0" timeOffset="161892.216">29025 9731 7128 0,'0'0'3264'15,"-8"63"-1563"-15,0-18-601 16,1 12 600-16,-10 16 76 0,6 1-128 16,-2 8-416-16,2 6-488 0,-1 5-232 15,-1 2-216-15,-2 4-104 0,-1 2-68 16,-4-2-40-16,-4-5-84 0,4-1-196 15,0-11-192-15,4-8-320 16,5-11-372-16,6-5-336 0,5-11-360 0,5-10-1212 0,6-7-3309 16,1-15-99-16,20-15 6176 0</inkml:trace>
  <inkml:trace contextRef="#ctx0" brushRef="#br0" timeOffset="162142.649">29666 10359 664 0,'0'0'0'16,"0"0"-652"-16</inkml:trace>
  <inkml:trace contextRef="#ctx0" brushRef="#br0" timeOffset="162508.859">29666 10359 1448 0,'4'-76'808'0,"-4"76"-508"0,0-2 836 0,0 2 4008 15,0-5-3244-15,0 3-303 0,0 2-221 0,0 0-80 16,0 0-256-16,-4 0-272 0,4 0-308 0,0 0-172 15,-3 0-116-15,3 0-24 16,0 0-24-16,0 0-12 0,-4 2 48 16,4-2 36-16,0 5 28 0,0-3 108 0,-4 8 108 15,-4 3-96-15,-1 15-88 0,-6 7 52 16,-1 9 8-16,0 11 76 0,0-1 212 16,-4 0-211-16,4-4-201 0,4-5-140 0,0-4-52 15,8-9-96-15,0-7 24 0,4-2 24 0,4-11 48 16,9-2-100-16,2-6-44 0,9-4 35 15,4-7 21-15,8-10 4 0,3-5-108 0,2-9-100 16,2-4-64-16,1-3-20 16,0-4 32-16,-8-2 52 0,0-1 60 15,-12 1 84-15,0-6 60 0,-13 1-48 16,-3 2 136-16,-8 9 16 16,-8 5 192-16,-7 8 84 0,-5 10 16 0,-4 8-248 0,-4 4-60 15,-4 3-148-15,0 10-48 16,0 3-12-16,0 6-24 15,4 6-260-15,4 0-432 0,1 4-584 16,3 3-700-16,-1 2-1741 0,14-8-3651 16</inkml:trace>
  <inkml:trace contextRef="#ctx0" brushRef="#br0" timeOffset="162664.797">30416 10937 14869 0,'0'0'5520'16,"0"0"-4304"-16,0 0-887 0,0 0-329 16,0 0-141-16,0 0-43 0,0 0-156 15,-88 4-672-15,64-8-1212 0,-24-2-4216 16</inkml:trace>
  <inkml:trace contextRef="#ctx0" brushRef="#br0" timeOffset="-188160.977">2091 14827 10136 0,'0'0'5321'16,"0"0"-4289"-16,0 0-360 0,0 0-52 0,0 0 392 15,0 0-152-15,0 0-196 0,24 13-68 16,-8-7-256-16,8 0-168 0,12-3 20 0,3 1-32 16,10-1 93-16,3-3-33 0,3 0-108 15,-3-7-112-15,-4 1-120 0,-1-3-136 16,-2-1-109-16,-6 1-231 0,-7-1-124 0,0 4-124 16,-12-1-584-16,-4 5-856 0,-13 2-784 15,-3 0-2161-15,-11 12-1323 0</inkml:trace>
  <inkml:trace contextRef="#ctx0" brushRef="#br0" timeOffset="-187992.157">2170 15154 3636 0,'0'0'7509'0,"0"0"-6033"16,0 0-352-16,0 0 244 0,0 0 164 0,0 0-312 16,0 0-356-16,-19 70-224 0,43-61-200 15,8-2-148-15,4-4-132 0,3 0-92 16,6-3-68-16,-2-3-220 0,1-3 132 15,-8-7-304-15,0-3-100 0,-8-1-244 0,0-2-628 16,-9 5-1164-16,-2-9-3253 0</inkml:trace>
  <inkml:trace contextRef="#ctx0" brushRef="#br0" timeOffset="-187707.326">2434 14621 3268 0,'0'0'7717'0,"0"0"-5285"0,95 0-1264 0,-46 6-144 16,7 3 604-16,2 4-724 0,11 3-276 15,-5 3-296-15,3 6-268 0,-7 7-64 0,-4 4-160 16,-5 5 48-16,-10 6-72 0,-10 4-52 16,-11 3 40-1,-12 3-28-15,-8 3-20 0,-4 4 232 0,-12-4 4 16,-8 3 8-16,-4-2 176 0,-4-5-168 15,-3-4 164-15,3-8-172 0,0-5-48 16,4-11-548-16,0-9-136 0,4-6-60 16,4-8-380-16,4-5-160 0,1-5-688 0,-2-4-865 15,2-17-2427-15</inkml:trace>
  <inkml:trace contextRef="#ctx0" brushRef="#br0" timeOffset="-186921.11">5661 14958 692 0,'0'0'8'0,"0"0"10305"0,0 0-8965 15,0 0-556-15,0 0 252 0,0 0 272 0,0 0 0 16,-84-49-432-16,69 49-376 0,-1 0-252 15,-5 7 140-15,2 9 180 0,-1 10-148 0,4 12-120 16,-4 9 84-16,8 10 8 0,-4 9 136 16,8 5-292-16,1 4-87 15,7-4-41-15,0-11-112 0,0-10 68 16,4-14 48-16,7-17 400 16,1-9-336-16,4-10-184 0,4-4-232 15,3-15 112-15,5-9 108 0,0-7-172 16,-3-10-128-16,-1-5-129 0,-5-1-275 0,-3-7-4 15,-4 4 204-15,1-6 64 0,-10-4-4 16,1-2-208-16,-4-7-92 0,0-6 72 0,-4-7 92 0,-3 0 28 16,-2 0 32-16,1 7 140 15,4 6 304-15,4 13 88 0,-3 11 176 16,3 14 204-16,0 11 224 0,3 7 204 0,1 8 148 16,-4 6-136-16,4 0-56 15,4 3 8-15,-3 0 36 0,-1 0-104 16,3 9-71-16,1 1-161 0,0 9-96 0,0 9-48 15,0 10-88-15,4 7-32 0,-4 12-64 16,4 10-144-16,-8 9-36 0,3 10-60 0,-2 8-64 16,3 2-140-16,-4-4-4 0,4-6-60 15,-5-10-204-15,6-15-101 0,-1-14-307 16,0-12-496-16,-1-12-560 0,-3-11-1032 0,9-8-3393 16</inkml:trace>
  <inkml:trace contextRef="#ctx0" brushRef="#br0" timeOffset="-186775.233">6139 15249 4484 0,'0'0'5748'0,"0"0"-1299"0,9 70-3617 0,-5-41-208 0,-1 0 492 16,1 2 12-16,-4 1-416 0,4 0-356 16,-4 0-356-16,4-3-124 0,0-1-728 15,1-3-172-15,-1-6-480 0,-1-3-1212 0,5-7-1841 16,0-2-3419-16</inkml:trace>
  <inkml:trace contextRef="#ctx0" brushRef="#br0" timeOffset="-186404.965">6773 14233 6520 0,'0'0'2664'0,"0"0"313"0,0 0-1177 0,0 0-260 0,0 0 80 16,0 0-196-16,28 92-356 0,-13-47-176 16,-2 6-244-16,6 5-272 0,-2 14-120 0,3 7-99 15,-5 8 15-15,2 8-100 0,-6 9-72 16,1-1-52-16,0 3-180 0,-8-5-181 16,0-3 85-16,0-11-160 0,-4-12-124 15,4-9-12-15,0-11-124 0,-4-8-440 16,5-10-1068-1,-2-13-2285-15,-3-3-2871 0</inkml:trace>
  <inkml:trace contextRef="#ctx0" brushRef="#br0" timeOffset="-185873.613">7721 15021 11281 0,'0'0'3852'0,"0"0"-3108"0,0 0-556 0,-76-30 476 0,48 22 48 16,0 4-180-16,5 4 232 0,-1 0-64 0,4 12-88 15,4 11-232-15,-4 12-112 0,5 9-60 16,-2 14-52-16,6 5 52 16,-2 10 36-16,5-2-64 31,4-11-116-31,4-13-52 0,4-12-12 0,8-16 0 0,4-9-292 16,5-10-24-16,2-17-28 0,5-11 40 0,3-13-48 0,5-6-100 0,1-14-300 15,-5-2-344-15,0-1-320 0,-1-7 408 16,-6 6 792-1,-6-9-388-15,-3 1-540 0,-8-6 112 16,-4-3-72-16,-4 2 239 0,0 4 733 0,0 9 132 0,0 10 661 16,0 16 59-16,0 9 252 0,0 12 204 0,4 15-164 15,3 5-132-15,2 3 252 0,3 13 32 16,4 9-288-16,-4 10-296 16,-1 9-188-16,2 11-4 0,-6 8 52 0,-3 10 0 15,0 4-228-15,-4-2-212 0,-4 2-392 16,-3-4-240-16,-1-10-140 15,-1-6-224-15,1-9-676 0,8-13-1288 16,-3-13-2197-16,3-9-1207 0</inkml:trace>
  <inkml:trace contextRef="#ctx0" brushRef="#br0" timeOffset="-185651.365">8175 15141 10536 0,'0'0'1917'0,"0"0"-669"0,0 0 296 0,0 0 64 0,80 29-364 16,-72-20-320-16,4 3-248 0,-8 2-324 15,0 2-120-15,-4 3-144 0,0 3-88 16,0 3-52-16,-4 4-60 0,-4 3 52 16,0-3-16-16,4-1 28 0,4-3 48 0,0-6 112 15,0-3 216-15,4-7-144 0,8 1-184 16,0-7-48 0,4 1 44-16,7-2 0 0,5-2-96 15,4-2-156-15,4-5-368 16,8-3-260-16,4-2-152 0,-12 2-1420 0,19-2-2989 0</inkml:trace>
  <inkml:trace contextRef="#ctx0" brushRef="#br0" timeOffset="-184804.222">9179 14191 9580 0,'0'0'2873'16,"0"0"-1025"0,0 0-576-16,0 0 184 0,0 0-280 0,0 0-188 0,8 74-472 15,1-36-176 1,-5 10-56-16,7 9-40 0,-3 9 60 0,1 11 0 0,-2 12-60 15,1 10-28-15,-8 11-7 0,4 4-113 0,-4 4-96 16,0-1-96-16,-4-6-245 0,0-6 25 16,0-12 12-16,0-14-12 0,4-9-88 15,0-10 12-15,0-15 0 0,8-8-112 16,4-8-236-16,0-13-512 0,4-7-508 0,4-9-884 16,-9 0-1297-16,14-12-915 0</inkml:trace>
  <inkml:trace contextRef="#ctx0" brushRef="#br0" timeOffset="-184256.536">10255 14868 9896 0,'0'0'1481'0,"0"0"-709"0,0 0-440 0,-84-60 752 16,56 54 464-16,5 2-252 0,-1 8-276 0,0 8-300 16,0 14-140-16,4 6-52 0,0 9 172 15,0 7-348-15,1 9-44 0,2-1-100 16,6 5 96-16,3-5 84 0,3-7-168 15,5-10-87-15,0-11-53 0,9-12-80 0,-2-10-109 32,5-6-23-32,4-6 8 0,4-10-144 15,0-10 88-15,8-12-88 16,0-7-172-16,0-9-60 0,0-6 20 0,4-3-172 16,-4-7-332-16,4-7-124 0,-4-1-12 0,0-4 152 0,-9 1 220 15,1 6 124-15,-8 1 472 0,-8 14 152 0,4 8 252 16,-4 12 260-1,-4 11 144-15,0 10-12 0,4 9 88 16,-4 7-104-16,4 3-40 0,-4 6 80 0,4 11 100 16,-1 7-228-16,10 9-196 15,-5 11-12-15,-1 10-4 0,1 13 612 0,1 6-256 0,-5 10-283 16,0 5-341-16,-4 1-60 16,0-3-232-16,-8-3-169 0,-1-11-255 0,1-4-152 15,1-15-292-15,-1-9-656 0,3-9-164 0,5-9-20 16,0-10-673-16,0-11-3415 0</inkml:trace>
  <inkml:trace contextRef="#ctx0" brushRef="#br0" timeOffset="-183981.226">10734 15068 11461 0,'0'0'2568'0,"0"0"-1592"0,0 0-652 0,0 0 392 0,0 0 28 0,0 0-208 16,87 25-364-16,-79-14-172 15,-4-3-40-15,0 5-24 0,0 6 64 0,-4 0 0 16,-4 7 12-16,-9-1-12 16,2 7 8-16,-1 1 0 0,-4 0 0 15,8 3 156-15,-3-7 196 0,6-4-16 0,1-6 148 16,4-3-108-16,0-1-384 0,0 1 36 16,12-5-36-16,4-3 60 15,4-2-60-15,4-2-104 0,8-4-192 0,0 0 272 16,0 0 24-16,0-4 0 0,-4-2-408 15,-9 0-396-15,1-3-240 0,0 2-856 16,-8 1-560 0,-4 2-1517-16,-4 4 805 0,-4 0-1896 0</inkml:trace>
  <inkml:trace contextRef="#ctx0" brushRef="#br0" timeOffset="-183441.293">10960 15544 3208 0,'0'0'5724'0,"0"0"-3695"0,0 0-589 0,0 0-328 0,0 0-464 16,0 0-268-16,0 0 0 0,0 0 84 16,0 0-12-16,0 0 168 15,80 22 100-15,-76-11-100 0,0-2-76 16,-4 3-100-16,0 5-72 0,-12-2-68 15,4-2-20-15,-7 3-140 0,-2-1-32 0,-3-2-40 16,1 4-72-16,-6-5-168 16,1 1 56-16,-8-4-208 0,1 4 4 15,-5-3-240-15,4-1 40 0,-4-6-104 16,5-3 120-16,3 0-652 0,7-10-1124 16,2 1-2213-16,3-14-3131 0</inkml:trace>
  <inkml:trace contextRef="#ctx0" brushRef="#br0" timeOffset="-181967.81">8208 16393 9140 0,'0'0'3185'0,"0"0"-1693"0,0 0-704 0,0 79-108 16,7-53 24-16,1 5-36 0,0 1-220 15,4 0-100-15,0-4 12 0,0-3 20 16,0 1 4-16,3-7-124 0,2 0-100 0,2-3-28 16,1-4-44-16,8-5-88 15,0-4-96-15,8-3-184 0,0 0-104 16,0-10 100-16,8-2 0 0,-5-8 76 0,10 1-116 16,-2-3 12-16,5 0 164 15,0-3-64-15,3 0 124 0,5-5 24 16,4 2-184-16,0 3-44 15,8-1 80-15,-1 1-4 0,5-1 216 16,7 4 112-16,9 0 92 0,0 3-204 16,3 3-28-16,6 7 28 0,-2 2 52 0,-4 7 136 15,-3 4 140-15,-4 8-28 16,-9 7-176-16,-7 4 16 0,-4 5 96 0,-4 4-52 16,-5 3-8-16,-3 0 48 0,-8 2-88 15,-4 2-40-15,-8 2-32 0,-4 0-56 16,-8 4 28-16,-9-1-32 0,-7 1-4 15,-8-1 12-15,0-2 40 0,-4-1-4 0,0-6-36 0,-7-7-4 16,3-2-8-16,3-11-68 16,-3-2-480-16,8-10 4 0,-4-3 208 0,4-3-52 15,0-10 60 1,0-9 228-16,0-10-28 0,12-2 68 16,4-8 8-16,5-2-176 0,11 3-148 0,-1 3 376 0,5 5 32 0,8 5-32 31,0-1 0-31,3 7 0 0,9-3 8 0,4 6 144 15,7-3-152-15,1 2 0 0,8 2-124 16,0 1 116-16,4 5-120 0,4-1 52 16,2 4 76-16,6-1 96 0,0 7 8 15,8-1 108-15,3 4 40 0,9 0-24 0,-1 4 44 16,1 6 24-16,8 2-60 0,-1 1-64 16,1 3-8-16,4-3-88 0,3 5 20 0,4-1-80 15,4 2 80-15,5-1-96 0,8-2-12 16,7 3 8-16,0-2-4 0,9 2 4 0,2-4-176 15,6 5 76-15,8-5 104 0,-1 1 84 16,4 3-20-16,5-3 136 16,-1 3 36-16,0 0-124 0,0 0-16 0,-3-2-32 15,7 2 60-15,0-5-28 0,1 0-32 0,3-1-28 16,-1-4-36-16,6 0 0 16,-1-5 0-16,1-1 40 0,6-3 60 0,2 0 24 15,-1 0 20-15,-4-7-140 0,4 1 92 16,-3-3-36-16,-2-4 40 0,-6 0 96 0,-9 1-184 15,-3-5-8-15,-14 2-4 0,-6-1 0 16,-13 0-148 0,-11-3-260-16,-9 0-132 0,-19 0-168 0,-13-3-672 15,-31 3-1580-15,-4-11-4545 16</inkml:trace>
  <inkml:trace contextRef="#ctx0" brushRef="#br0" timeOffset="-181246.808">12833 15196 2660 0,'0'0'9105'16,"0"0"-7773"-16,76 9-684 0,-41-9-648 15,6 0 0-15,10 0-676 0,5-9-104 16,11-1-737-16,-18-4-1279 0,30 0-2792 0</inkml:trace>
  <inkml:trace contextRef="#ctx0" brushRef="#br0" timeOffset="-181013.802">14411 15135 1384 0,'0'0'3140'16,"0"0"-2044"-16,107-13-1096 0,-67 10 220 0,4 3-128 16,0-3 2220-16,0 3-588 15,-1-4-976-15,-2 4-167 16,-2 0 587-16,-3 0-236 0,3 0-892 0,-7 0-40 0,1 0-4 16,-6 0-48-16,5 0-472 0,1 0-92 15,-1-3 168-15,-1 1 116 0,1-1 124 16,4-1-397-16,-12 1-1207 0,16-1-2132 15</inkml:trace>
  <inkml:trace contextRef="#ctx0" brushRef="#br0" timeOffset="-180645.364">16913 13972 11609 0,'0'0'2668'0,"0"0"-992"0,0 0-756 15,-12 87-100-15,8-46 56 0,4 12-52 16,0 8-320 0,0 9-116-16,0 6-92 0,0 10-80 0,0 3 4 15,0 6 12-15,0 7-24 0,-8 6-76 0,-4-4 4 0,4 1-76 16,-4-3-60-16,4-7-128 16,4-9-212-16,4-13-108 0,0-10-188 0,4-5-136 0,9-11-200 15,-2-9-576-15,9-6 4 0,0-7-164 16,-4-12-1008-16,20-7-2657 0</inkml:trace>
  <inkml:trace contextRef="#ctx0" brushRef="#br0" timeOffset="-180182.158">17634 14947 9048 0,'0'0'6569'0,"0"0"-5613"0,0 0-956 0,0 0 0 16,-83-40 12-16,62 37 388 0,2 6-116 0,-1 9 660 15,3 13-292-15,2 10-320 0,-5 10-248 16,4 3-32-16,4 5 144 0,0 1-76 16,4-9-56-16,4-7-4 0,4-10 24 0,0-11-84 15,16-12-236-15,0-5-292 0,4-5-172 16,4-15 228-16,4-8 88 0,0-10-260 15,0-6-548-15,7-11-592 0,-3-2-488 0,4-6-77 0,0-4 89 16,-5-3 348-16,-3-6 464 16,-3-6 744-16,-5-4 704 0,-5-7 692 0,-2 1 612 15,-9 3-224-15,-4 7 340 0,0 8-84 16,-4 11 368-16,-5 9-119 16,5 16-25-16,0 10 20 0,1 11-196 0,3 12-352 15,0 5-352 1,0 3-52-16,0 10 380 0,-4 8-252 15,4 11-112-15,0 10-252 0,0 8-99 16,0 8 7-16,0 8 148 0,0 4 36 0,0 3-252 16,0 10-136-16,0-1-52 0,-8 4-44 0,-5 3-96 15,-2-3-172-15,-5-7-300 16,-1-2-96 0,6-11-69-16,2-6 149 0,10-10 60 0,-1-8-260 0,4-7-1588 0,0-16-1948 0,7 0-1057 15</inkml:trace>
  <inkml:trace contextRef="#ctx0" brushRef="#br0" timeOffset="-179481.405">18120 15132 3604 0,'0'0'6444'0,"0"0"-4627"0,0 0-857 0,0 0-16 15,0 0 312-15,0 0-200 0,0 0-328 16,0 0-144-16,0 0 136 0,0 0-240 15,-72 70-232-15,48-39 32 0,-4 4-132 0,9 1-60 32,3-8-40-32,4 1 88 0,8-7-40 15,4-3-96-15,0 0-52 0,16 0-256 16,0-4-36-16,7 2-60 0,5-5 80 16,0 1 68-16,4-3 120 0,-4 2 108 0,0-2 16 15,-8 2 16-15,-4 1-4 0,-4 3 112 0,-4 0 272 0,-8 3-100 16,-8 0-36-16,-8 3-56 0,-12-3-192 15,0 3-372-15,-8-3-232 16,-3 4-116-16,-6-4-188 0,6-4-504 0,-14 1-1040 16,18-4-2477-16,-29 5-2091 0</inkml:trace>
  <inkml:trace contextRef="#ctx0" brushRef="#br0" timeOffset="-178715.404">10124 17865 8264 0,'0'0'6765'0,"0"0"-5633"0,15 66-768 16,-7-33-112-16,-3 8 32 0,3 3-84 15,-5-2-88-15,1-2-68 16,0-10-44-16,0-8-172 0,-4-6-100 0,0-10-228 16,0-6-132-16,0 0-300 0,0-6-1164 0,0-4-2401 15,0-12-3651-15</inkml:trace>
  <inkml:trace contextRef="#ctx0" brushRef="#br0" timeOffset="-178563.176">10024 17605 5428 0,'0'0'6577'0,"0"0"-4093"0,0 0-1024 0,0 0-540 0,80-10-164 15,-60 14-424-15,-1 2-332 16,5 3-436-16,-3 1-596 0,-2 3-404 16,1-1-836-16,-8 1-961 0,8 12-3031 15</inkml:trace>
  <inkml:trace contextRef="#ctx0" brushRef="#br0" timeOffset="-178288.674">10403 17891 5684 0,'0'0'4048'16,"0"0"-2475"-16,0 0 67 0,43 76-188 0,-30-51-80 15,-6 1-192-15,1-4-296 0,0-6-380 16,-3 0-304-16,-1-9-200 0,-1-2-52 0,-3-5-56 16,4 0 44-16,4-5-132 0,0-8 184 15,4-4-88-15,4-5-72 16,-4-3-40-16,0 0 64 15,-1 2 72-15,2 7-24 0,-5 1 100 0,3 4 64 0,-6 9-16 0,3-2 16 0,-4 4 48 32,3 0 196-32,-3 6 52 15,5 5-40-15,-1 2-72 0,3 2 20 0,-2 4-96 0,2 0-172 16,1 0-32-16,4-3 28 16,0 3-140-16,8-6-324 0,0 3-296 15,8-9-244-15,4-5-460 0,3-2-916 16,6-13-457-16,-10 1-1171 0,21-20 964 0</inkml:trace>
  <inkml:trace contextRef="#ctx0" brushRef="#br0" timeOffset="-177931.054">11247 17767 5532 0,'0'0'4076'15,"0"0"-1907"-15,0 0-277 0,0 0-436 16,0 0-464-16,0 0-364 0,-79 70-128 16,62-35-104-16,2 10 100 0,-1-1 24 0,4 0 104 0,3-2-72 15,2-10-112-15,3-13-172 0,4-5-156 0,0-7-108 16,0-7-4-16,4 0-60 15,3-9-124-15,6-7 184 0,2-6 24 0,2-13-24 16,2 0-356-16,-3-9 16 0,1-4-92 16,-2-3 4-16,-3-6-104 0,0 0-272 15,-4-4-240 1,-4 1-112-16,0 0 284 0,-4 2 212 0,0 6 252 0,0 6 280 16,0 8 128-16,0 13 292 0,0 6 344 15,0 5 36-15,0 12 48 0,0 2-104 16,0 2 32-16,0 9-100 0,9 8 84 15,-2 9-324-15,-3 10 16 0,8 10 8 0,-4 6 328 16,0 6 100-16,0 7-344 16,-4 2-160-16,0 8-124 0,-4-4-132 15,0 2-92-15,0-4-164 0,0-11-344 0,0-5-120 16,0-14-4-16,8-13-128 0,4-6-540 16,-4-12-1268-16,12-10-3125 0</inkml:trace>
  <inkml:trace contextRef="#ctx0" brushRef="#br0" timeOffset="-177134.219">11593 17814 5092 0,'0'0'380'0,"0"0"2324"0,0 0-232 0,0 0-263 16,0 0-721-16,0 0-528 0,9 67 200 0,-1-31-152 16,3 5-180-16,2 3-148 15,2-3-180-15,-2 0-120 0,2-6-148 16,-2-6-132-16,-5-7-100 0,3-6 0 0,-3-7-112 15,1-5-68-15,2-4-200 0,2-7-64 16,2-5 52-16,5-7 32 0,0-6-60 16,-4-5-12-16,0 3 48 0,0 2-40 0,-4 1 112 15,0 6 120-15,-4 1 40 16,3 11 0-16,-2 3 152 0,-5 3 0 0,4 0 152 16,-1 9 264-16,-3 4-28 0,5 0-140 0,-5 3 28 15,3-4-140-15,-3 1-132 0,4-3-4 16,-4-3-188-16,5-2-444 0,2-5-488 0,-3 3-1428 15,8-3-3041-15</inkml:trace>
  <inkml:trace contextRef="#ctx0" brushRef="#br0" timeOffset="-176945.636">12212 17834 7080 0,'0'0'5921'0,"0"0"-4533"0,0 0-516 0,0 0 508 0,0 0-236 16,-52 76-316-16,44-41-200 0,3 0-124 15,1 3-88 1,4-9-208-16,0-4-208 0,0-10-124 0,4-1-440 0,5-11-48 16,2-3 20-16,6-6 160 0,2-13 48 0,5-11-196 15,4-5-452-15,-4-9-792 0,4-7-1284 16,-8 16-1913-16,12-28-227 0</inkml:trace>
  <inkml:trace contextRef="#ctx0" brushRef="#br0" timeOffset="-176777.858">12482 17392 5016 0,'0'0'5468'16,"0"0"-3319"-16,0 0-585 0,0 64-324 16,0-22-296-16,4 8-332 15,1 7 8-15,6 3 272 16,1 6 16-16,0-2-208 0,-4 3-140 0,4-3-268 0,0-7-280 0,0-13-12 16,0-5-428-16,-4-14-108 0,0-10 48 15,0-2 32-15,-5-6 64 0,2-7-116 16,-5 0-656-16,0-14-1352 0,-8 6-2677 0,-8-17-1851 0</inkml:trace>
  <inkml:trace contextRef="#ctx0" brushRef="#br0" timeOffset="-176624.479">12207 17818 4940 0,'0'0'6165'16,"0"0"-4409"-16,0 0-520 0,0 0 92 0,0 0-424 16,0 0-552-16,0 0 108 0,0 0 248 0,0 0-16 0,116 19-236 15,-68-26-308-15,3-2-148 0,5-7-224 16,-4 0-392-16,0-3-264 0,-4 3-608 15,0 0-1268-15,-16 4-2297 0,7-2-1983 16</inkml:trace>
  <inkml:trace contextRef="#ctx0" brushRef="#br0" timeOffset="-175934.247">12809 17862 5028 0,'0'0'3252'15,"0"0"-1596"-15,0 0-443 0,0 0 139 16,0 0-232-16,44 69-320 0,-36-36-256 16,0-2-40-16,0 1-40 0,-4 0-32 0,-1-10-132 0,-3-2-200 0,0-11-100 15,4-2-140-15,-4-7-352 0,0 0-336 16,0-13-628-16,0-10-832 0,5 4-877 16,-5-19-2059-16</inkml:trace>
  <inkml:trace contextRef="#ctx0" brushRef="#br0" timeOffset="-175810.559">12873 17704 6444 0,'0'0'4432'16,"0"0"-2635"-16,0 0-229 0,0 0-68 0,0 0-480 15,0 0-436-15,0 0-248 0,0 0-228 16,0 0-108-16,0 0-556 0,91 25-416 0,-70-25-528 16,2 0-688-16,-3 0-1033 0,4 0-1571 15</inkml:trace>
  <inkml:trace contextRef="#ctx0" brushRef="#br0" timeOffset="-175434.648">13156 17837 1644 0,'0'0'4488'0,"0"0"-2592"0,3 67-300 0,-3-45-59 0,0 0-153 16,0-3-248-16,0-3-260 16,0-7-284-16,0-6-376 0,9 1-152 0,-1-4-64 15,3 0-240-15,2-4-76 0,-2-2 36 16,1 0 92-16,4 3 48 0,-8 0 0 16,5 3-24-16,-2-4 24 0,-3 4 52 0,-4 0 76 31,5 0 8-31,-6-3 4 0,1 0 112 15,0 0 168-15,0-7-104 0,-4 1-176 0,4 2-92 0,-4-2-60 0,0 3 0 16,0 2 152-16,0 2 0 0,0 2 316 16,-4 0 64-16,0 2 0 0,0 5-28 15,0 3-264-15,-4-1-12 16,4 0-36-16,4-2-40 0,0-4-152 16,0-3-288-16,4 0-4 0,4-6-12 0,4-7-28 0,8-1 64 15,0-7-116-15,0 2-208 0,0 0-116 16,-1 1 483-1,2 4 377-15,-1 4 156 16,-1 4 553-16,1 6 191 0,1 0 312 0,-2 3 4 16,-3 7 4-16,0 2-92 0,0 4-236 0,-4 0-372 0,0 1-260 15,-4 2-176-15,0-5-76 0,0 3-8 16,0-1-48-16,4-3-372 0,-4-1-372 16,4-2-228-16,4-4-640 0,-4 1-1564 15,7-7-3993-15</inkml:trace>
  <inkml:trace contextRef="#ctx0" brushRef="#br0" timeOffset="-174907.836">14463 17312 7052 0,'0'0'4497'0,"15"103"-2961"0,-11-50-364 0,5 10-172 0,-5 11-184 0,0 2-176 0,-4-3-92 16,0 0-112-16,-4-6-216 0,0-10-220 15,4-13 0-15,0-12-248 16,0-12 0-16,8-13-48 0,-1-7 8 0,5-5 4 16,4-10 32-16,5-7 84 0,6-10-44 15,-3-6 0-15,4-6-40 0,0 0-24 16,-4 2 72-16,0 0 148 0,-1 10 56 15,-7 11 88-15,0 8 124 0,-4 7-100 16,-4 6 228-16,-4 8 124 0,4 9 292 0,-3 5-184 16,-2 3-116-16,-3 4-60 0,0-1-24 15,0-1-104-15,0-2-56 0,0-6-116 0,0-5-84 16,0-3-12-16,0-5-252 0,0-6-464 16,0 0-300-16,0-12-336 0,4-4-908 15,0-1-1925-15,4-8-1243 0</inkml:trace>
  <inkml:trace contextRef="#ctx0" brushRef="#br0" timeOffset="-174574.679">14953 17736 9248 0,'0'0'2785'0,"0"0"-1353"0,0 0-404 16,0 82 320-16,0-57-8 15,0-3-212-15,0-3-460 0,0-5-456 16,0-8-212-16,4-6-208 0,0 0-224 0,4-6 112 0,-1-5 196 0,6-4 112 15,2-3-164-15,-2-6-132 0,2-1-64 16,2 0-28-16,-2-1 116 0,1 3 20 16,-4 9 200-16,4 3-64 0,-8 9 16 0,0 2-52 15,0 6 164-15,-5 7 428 0,2 6 44 16,-1 3-24-16,0 6-112 0,0 4-112 16,-4 0 36-1,0 6 24-15,4-1-12 0,-4 5-76 0,0 6 0 16,0 3-24-16,-4 0 0 15,-4 3-36-15,-1 2-36 0,-2-2-88 0,-1-3-12 16,0-3-396-16,0-10 16 0,1-6 296 16,-2-13 80-16,5-7-320 0,-3-12-268 15,-2-3-388-15,5-12-796 0,1 0-2529 16,-2-20-935-16</inkml:trace>
  <inkml:trace contextRef="#ctx0" brushRef="#br0" timeOffset="-174365.775">15423 17834 6644 0,'0'0'3872'16,"15"85"-2331"-16,-11-37 95 0,1 9 12 16,-5 10-280-16,4 3-260 0,-4-4-528 0,0 1-396 15,0-3-184 1,-4-8-208-16,-1-1-152 0,1-11-60 0,1-9 24 0,-1-6-92 15,4-14-16-15,0-8-336 16,0-7-412-16,4-10-392 0,-1-2-1137 16,1-27-2787-16</inkml:trace>
  <inkml:trace contextRef="#ctx0" brushRef="#br0" timeOffset="-173941.928">15451 17789 7120 0,'0'0'2632'16,"0"0"-763"-16,0 0-229 0,0 0-384 31,0 0-384-31,0 0-280 0,92 0 88 0,-81 13-172 0,6 3-72 16,-10 6-152-16,-3 0-124 0,-4 7-96 0,0-1-52 15,0 4 56-15,-8-3-68 0,-4 3-136 16,4-7-96-16,0-6-252 16,5-7-164-16,-1-8-44 0,4-4-64 15,7-6-432-15,5-6-176 0,4-12-304 16,8 6-205-16,0-5-319 0,-4 4-192 15,4 0 364-15,-5 6 2020 0,-6 4 1580 0,-1 3 488 16,-5 2-156-16,2 2-240 0,-9 2-151 16,4 0 183-16,-4 0-52 15,0 0-304-15,4 0-432 0,-4 0-404 16,4 0-228-16,-1-5-212 0,5-1-72 0,1-2-72 16,-1 1-152-16,-1 0-212 0,-3 4-24 0,0 1 72 15,1 2 72-15,-5 0 40 0,0 5 276 16,0 9 324-16,0-2-44 0,0 7-52 0,-5-3 68 15,-3 3-44-15,4-3-188 0,1-4-64 16,3-2-224-16,0-7-336 0,3-3-372 16,9 0-384-16,12-10-264 0,4-5 448 0,8-1 307 31,-1-6-571-31,6-1 112 0,-13 5-1316 0,23-18-2468 0</inkml:trace>
  <inkml:trace contextRef="#ctx0" brushRef="#br0" timeOffset="-173510.184">16411 17468 4680 0,'0'0'4176'0,"0"0"-1607"0,0 0-789 0,4 83-560 0,-4-45-336 16,0 7-40-16,0 0-144 15,0 2 36-15,4-3 152 0,0-6 148 0,4-3-632 16,-4-10-404-16,0-2-420 0,0-4-184 16,0-3 184-16,3 0 188 15,-7-7-4-15,4 1-48 0,1-7-64 0,-5 0-36 0,0-3 48 16,0 0-40-16,0 0-80 15,0 0 52-15,-5 0-36 0,-2 0 188 16,-9 0 88-16,4 0-128 0,0 0 292 0,4 0 64 16,0 0 140-16,4 3 48 0,0 0 112 15,0 1-24-15,4-4-124 0,0 3-140 16,0-3-4-16,4 0 56 0,4-3-128 16,4-7-240-16,7-6 76 15,2-4-276-15,3-1-128 16,4-5-104-16,4 1 76 0,-4 3-84 0,3 3 80 15,-3 3 600-15,-1 9 232 0,1 4 264 16,0 3 80-16,-3 3 72 0,-9 4-64 16,-1 5-16-16,-7 1 36 0,1 0 88 15,-9 3-240-15,0-4-204 0,0-1-88 16,0-3-60-16,0-4-100 0,0-1-8 0,0 1-104 0,0-4-36 16,4 0-64-16,3 6 212 15,1 0 76-15,1 1 48 0,-2-1-124 0,1 2-104 16,-4 3-60-16,0-5-528 0,0 0-856 15,-4-6-3081-15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7T02:46:41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2346 1463 11057 0,'0'0'2040'16,"0"0"-1380"-16,0 0 100 0,0 0-228 16,0 0 24-16,0 0 44 0,0 0-96 15,0 0-16-15,52-9 68 0,-5 12 272 16,13 3-16-16,13 1-260 0,10-4-200 16,4 0-44-16,9-3-52 15,8 3-76-15,-4-3-180 0,-1 0-72 16,0 0 12-16,-2-6-172 0,-14 0-208 0,-11 0-292 0,-8-4-252 15,-17 3-580-15,-11 4-1420 16,-12-3-3097-16</inkml:trace>
  <inkml:trace contextRef="#ctx0" brushRef="#br0" timeOffset="213.983">2780 1524 12301 0,'0'0'1380'15,"-4"72"-796"-15,4-14 212 16,0 18 592-16,0 13-296 16,4 13-460-16,0 5-124 0,-4 4-240 0,5 1-268 15,-5-7-188-15,0-7-96 16,4-13-96-16,-4-14 80 0,4-14 4 0,-4-20-12 16,4-8-568-16,-4-13-624 0,3-13-380 15,1-3-881-15,-4-6-379 0,0-26-808 16</inkml:trace>
  <inkml:trace contextRef="#ctx0" brushRef="#br0" timeOffset="365.798">2757 2139 11717 0,'0'0'1320'15,"0"0"-684"-15,0 0 768 0,91 13 32 16,-51 0-652-16,0-1-460 16,3 2-76-16,2-2 0 0,-2-2-248 0,5 3-36 15,-4-4-64-15,-4 1-212 0,0 2-496 16,-12 4-308-16,-9 0-600 0,-6 6-1176 15,-9-3-1701-15,-21 16-1491 0</inkml:trace>
  <inkml:trace contextRef="#ctx0" brushRef="#br0" timeOffset="499.873">2801 2660 732 0,'0'0'8912'16,"0"0"-7091"-16,0 0-949 0,0 0 252 0,0 0-96 16,-32 77-256-16,56-65-420 0,12 2 48 15,7-6 68-15,13 2-20 0,4 0-12 16,3-7-400-16,5-1-36 15,8-2-196-15,-1 0-716 0,6 0-248 0,1-12-652 0,-17 3-2349 16,18-14-3491-16</inkml:trace>
  <inkml:trace contextRef="#ctx0" brushRef="#br0" timeOffset="875.63">4032 2298 14645 0,'0'0'1408'0,"0"0"-1392"0,0 0 376 0,-104 76 752 16,68-37-20-16,-4 8-300 15,5 4-188-15,7 1 180 0,3-5-184 0,10-6-167 16,6-6-465-16,9-7-12 0,0-9-232 16,13-8-85-16,2-6 169 0,6-5 28 15,3-5 4-15,4-12 128 16,4-8 0-16,-5-4-240 0,5-3-224 0,-4-2-344 16,-5 2-224-16,2 1-192 15,-9 8 124-15,3 4 332 0,2 9 288 0,-6 7 240 16,1 6 240-16,1 13 52 0,-2 9 328 15,2 7 260-15,-2 10 76 0,1 5-204 16,0 10-4-16,0 9 312 0,0 8-464 0,0 2-160 16,0 7 112-16,-9 2 72 0,2 2-160 0,-5-5 308 15,-4 0-80-15,0-2-104 16,-8-4-344-16,-4-10 84 0,-4-5 328 16,0-11-95-16,0-8-317 0,-4-11 0 0,0-6 64 15,-8-8-64-15,-8-4-48 0,-7-10-413 16,-9-3-247-16,-16-7-192 0,-12-12-268 15,-12-9-716 1,21 6-2200-16,-64-23-1905 0</inkml:trace>
  <inkml:trace contextRef="#ctx0" brushRef="#br0" timeOffset="1105.666">1581 3588 10648 0,'0'0'1173'16,"-96"19"183"-16,77-16 620 0,-1-3-876 0,3 0-828 0,14 0 116 15,3-7 716-15,16 0-648 0,12-1-368 0,19-3-88 16,21-3 184-16,23-7 100 0,21 2 12 16,20 1-288-16,19-1 136 0,13 0-144 15,11 6 0-15,4 0-132 0,5 4 20 0,-5 0 64 16,8-4 48-16,0-1-160 0,1 2 0 16,-1-3 148-1,-8-2-172-15,-7 2-272 0,-13-1-252 0,-11 0-200 0,-17 0-348 16,-15 0-608-16,-37 3-957 0,9-6-2447 15</inkml:trace>
  <inkml:trace contextRef="#ctx0" brushRef="#br0" timeOffset="1337.893">5179 2517 16877 0,'0'0'1880'16,"0"0"-1880"-16,0 0-108 0,0 0-460 16,0 0 568-16,0 0-8 0,0 0-104 15,64 67-696-15,-57-60-1440 0,-2-2-1624 0,-5-1-2729 16</inkml:trace>
  <inkml:trace contextRef="#ctx0" brushRef="#br0" timeOffset="1492.069">5231 2895 17561 0,'0'0'2008'16,"0"0"-1912"-16,0 0 236 0,0 0 228 15,0 0-20-15,40 68-540 0,-28-56-64 16,4-3-140-16,8 1-324 0,0 3-388 0,8-4-376 0,-9 1-2556 0,13 2-4305 15</inkml:trace>
  <inkml:trace contextRef="#ctx0" brushRef="#br0" timeOffset="9975.02">8240 1489 4864 0,'0'0'5380'15,"0"0"-4631"-15,0 0-661 0,-41-70 620 0,26 51 408 16,2 3 80-16,-2 3-184 0,2 0-272 16,-2 7-60-16,3 0-180 0,-4 4-264 15,-5 2-224-15,2 0 112 0,-5 8 24 0,-4 9 88 16,0 2 236-16,-4 9 8 0,0 10-196 16,0 10-40-16,4 8 88 0,-3 7 144 0,6 14-216 15,2-1-80-15,3 10-8 16,4-7 36-16,4 1 12 15,8-7 216-15,4-13-23 0,4-9-133 16,8-6-60-16,4-11-64 0,-1-5-24 16,6-7-48-16,3-6 16 0,0-7-28 15,-1-2-72-15,5-3-4 0,4-4 0 16,-4 0 4-16,0-11-108 0,0 2-196 16,-8-7-192-16,-4 4-29 0,-4-5-59 0,-4-1-208 0,-8 2-520 0,0-6-820 15,-13 0-880-15,2 3-1517 16,-17-17-535-16</inkml:trace>
  <inkml:trace contextRef="#ctx0" brushRef="#br0" timeOffset="10119.64">7853 2013 4348 0,'0'0'1288'16,"0"0"3948"-16,0 0-3335 0,0 0-185 15,0 0-40-15,0 0-152 0,0 0-304 0,0 0-176 16,0 0-252-16,84 63-208 0,-69-59-280 16,-2-2-216-16,2-2-88 0,-2 0-180 15,2 0-332 1,-4 0-208-16,6-9-184 0,-2 3-352 15,-2-4-1088-15,2-3-1688 0,-6 4-149 16,-1 0-943-16</inkml:trace>
  <inkml:trace contextRef="#ctx0" brushRef="#br0" timeOffset="10238.447">8079 2089 4680 0,'0'0'4052'15,"0"0"-2048"-15,-19 85-215 0,10-46 435 16,5 8-852-16,-3 1-332 0,-1-4-320 0,0-2-76 16,3-1-92-16,5-9-476 0,0-7-76 15,0-6-248-15,13-9-564 0,6-4 104 16,9-6-312-16,9-10-340 0,-5-3-1160 0,19-21-2985 15</inkml:trace>
  <inkml:trace contextRef="#ctx0" brushRef="#br0" timeOffset="10408.436">8852 1902 5592 0,'0'0'11185'16,"0"0"-9549"-16,0 0-1156 0,0 0 48 0,0 0-12 15,104 19 300-15,-72-19-268 0,8-4-316 16,-1-5-232-16,6 3-352 16,-2-7-428-16,2 7-372 0,-6-1-884 15,-7 1-2532-15,-4 6 367 0,-17 0-3871 0</inkml:trace>
  <inkml:trace contextRef="#ctx0" brushRef="#br0" timeOffset="10555.192">8949 2149 9804 0,'0'0'5605'0,"0"0"-4733"0,0 0-772 0,0 0 624 0,0 0 108 16,0 0 80-16,0 0 116 16,99 42-392-16,-52-49-636 0,5-6-304 0,8-6 12 15,4 0-592-15,0-3-1296 0,-16 3-2156 0,19-10-2141 16</inkml:trace>
  <inkml:trace contextRef="#ctx0" brushRef="#br0" timeOffset="10908.047">9845 1679 11597 0,'0'0'5148'0,"0"0"-4340"0,79 6-544 16,-31-2 228-16,8-4 272 0,4 0 60 0,4 0-372 16,0 0-208-16,3 0-244 0,4-4-124 15,2 2-72-15,-9 2-108 0,-1 0-28 16,-16 2 64-16,-6 8-272 0,-18 3-40 0,-10 3 160 15,-13 9 420-15,-17 7 160 16,-15 3-32-16,-11 9-128 0,-13 4 0 16,-11 7 44-16,-6-2 92 0,-2 7 136 0,4 1 72 15,7-2 124 1,4-1 20-16,16-4-48 0,12-4 24 16,12-8 232-16,12-7 57 0,8-7-197 15,8-2-132-15,12-4-156 0,12-3-16 0,7-3 256 16,9 1-160-16,8-11-240 0,4 0-60 15,0-4-48-15,-4-2-144 0,-1-2 60 16,-7-8-300-16,-8 1-244 0,-4-3-28 16,-9-5-104-16,-2 1-325 0,-1-3-811 0,-9-6-1908 0,-2 9-1925 15,-2-22-3371-15</inkml:trace>
  <inkml:trace contextRef="#ctx0" brushRef="#br0" timeOffset="11090.649">10701 1905 6748 0,'0'0'7425'0,"0"0"-5997"0,-51 91-876 0,23-52-36 16,0 8 676-16,-4 1 140 0,-4 3-156 15,-8 0-384-15,4-4-464 0,-3 4-240 16,-5-4-88-16,4-3-144 0,0-2-224 16,4-3-128-16,8-4-152 0,8-9-272 0,9-5-512 15,6-9-948 1,5-1-776-16,4-11-2521 0</inkml:trace>
  <inkml:trace contextRef="#ctx0" brushRef="#br0" timeOffset="11293.868">11327 2013 13609 0,'0'0'3156'16,"0"0"-2252"-16,12 85-356 15,-12-46 460-15,0 1 228 0,0-1-140 0,4-4-451 16,4-4-585-16,4-2-60 0,12-7-216 16,8 1-77-16,7-5-59 0,10-8-260 15,6-6-204 1,4-4-412-16,1-7-768 0,-15-3-2196 0,22-15-3405 16</inkml:trace>
  <inkml:trace contextRef="#ctx0" brushRef="#br0" timeOffset="11492.204">11913 1880 9580 0,'0'0'7253'15,"0"0"-6185"-15,-92 91-856 0,53-49 156 16,-10 8 568-16,1 1 496 0,-3 0-327 0,-1 0-389 16,-4 0-412-16,5-1-240 0,2-4-64 15,1-2-208-15,5-10-216 0,7-2-193 16,12-7-87-16,0-6-140 0,12-9-260 0,8-4-88 15,1-6-500-15,3 0-928 0,7-12-3621 0</inkml:trace>
  <inkml:trace contextRef="#ctx0" brushRef="#br0" timeOffset="11823.696">12343 1885 9592 0,'0'0'5585'16,"103"0"-4933"-16,-47 0-652 0,8-5 0 15,7-2 804-15,-2 1-116 0,-2-4-356 16,-3 1-256-16,0-1 12 0,-8 4 132 0,-5 2-180 16,-11 4 20-16,-8 0 176 15,-16 13 328-15,-9 3-48 16,-7 3 132-16,-15 10-48 0,-13 3-112 16,-12 5-184-16,-16 8-184 0,-7 3-36 0,-5 2 4 0,1 4-19 0,-2 1-69 15,9-2 0-15,9 1 0 0,11-6 280 16,17-10 156-16,6-3 520 0,9-10-412 15,8 0-184-15,4-2-48 0,8 2 40 0,8 0 56 16,4 1-144-16,8-1-252 16,0-2-12-16,4-4-80 0,12-3 32 0,-1-4 0 15,9-6-144 1,-4-6-24-16,3 0-168 0,-7-12-76 0,1-1-72 16,-2-6-144-16,1 0-316 15,0-6-833-15,-17 3-2067 0,14-9-3013 16</inkml:trace>
  <inkml:trace contextRef="#ctx0" brushRef="#br0" timeOffset="12025.198">13339 1924 5004 0,'0'0'8697'0,"0"0"-7037"0,0 0-704 0,-72 67 92 0,37-37 496 16,-2 9-108-16,-6 6-244 15,-1-1-307-15,-4 1-361 0,-4 2-284 0,-8 1-192 16,0 2-48-1,-7-1-72-15,7-5-120 0,0 0-416 0,13-6-217 0,2-3-211 16,18-7-468-16,7-5-800 0,9-7-1640 16,6-4-949-16,10-12-2962 0</inkml:trace>
  <inkml:trace contextRef="#ctx0" brushRef="#br0" timeOffset="12185.242">13251 2698 6432 0,'0'0'8349'16,"0"0"-7269"-16,0 0-816 0,0 0-212 0,-92 79 300 0,64-60-12 15,0-2-216-15,5-2-124 16,-1 2-564-16,4-5-1200 0,4-2-2157 0,-4-1-3339 16</inkml:trace>
  <inkml:trace contextRef="#ctx0" brushRef="#br0" timeOffset="12961.42">16531 1461 3876 0,'0'0'8289'16,"0"0"-6373"-16,0 0-264 0,0 0-396 15,0 0-388-15,0 0-388 0,0 0 164 16,31 83 116-16,-15-27-76 0,-4 17 0 0,-4 12-52 16,-4 14-87-16,-4 7-109 0,-8 1-96 0,-4 0-220 15,-8 2-120-15,0-11-72 0,5-6-108 16,-2-10-40-16,10-14-276 0,7-12-161 16,0-14-23-16,11-17-128 0,13-11-652 15,12-14-1276-15,-8 0-2377 0,28-42-2311 16</inkml:trace>
  <inkml:trace contextRef="#ctx0" brushRef="#br0" timeOffset="13221.87">17363 1794 8432 0,'0'0'5817'16,"-87"54"-4997"-16,38-26-164 0,-6 10 300 15,-5 4 272-15,-3-2-192 0,3 2-360 16,8-4-356-16,0-3-248 0,12-7-64 0,4 2-8 15,5-8-108-15,3 0-296 16,7-7-4-16,10-2-20 0,3 0 80 0,8-4-20 16,0 4 96-16,8 3 272 0,11 3 72 15,5 3 236-15,4 1-8 0,8 2-68 16,4-3-72-16,-4 1 24 0,8-1 112 0,-5-3 36 16,6-7-160-16,-2-2-172 0,1-4-48 0,0-6-212 15,0 0-588 1,3-13-388-16,-11 4-1184 0,12-16-4049 0</inkml:trace>
  <inkml:trace contextRef="#ctx0" brushRef="#br0" timeOffset="13379.26">17826 2060 11385 0,'0'0'6480'15,"0"0"-5384"-15,0 0-296 0,0 0 348 0,0 0-588 16,0 0-304-16,79 13-115 0,-55-13-141 15,4-3-437-15,-4-4-211 16,4 1-340-16,-4 0-512 0,-9-1-1432 0,6 1-3025 16</inkml:trace>
  <inkml:trace contextRef="#ctx0" brushRef="#br0" timeOffset="13527.338">17749 2289 11805 0,'0'0'5016'16,"0"0"-4156"-16,0 0-480 0,0 0 300 0,0 0-4 15,0 0 24-15,0 0-32 0,112 15-344 0,-60-27-324 0,-1-4-356 32,5 0-316-32,0 1-564 0,-7-4-1108 0,-10 6-2892 15,5-4-3977-15</inkml:trace>
  <inkml:trace contextRef="#ctx0" brushRef="#br0" timeOffset="20474.466">19474 1432 4180 0,'0'0'8989'0,"0"0"-7001"0,0 0-700 0,0 0 152 16,0 0-96-16,0 0-280 0,0 0 8 0,0 0-63 15,-3 31-113-15,-9-8-208 16,-12 8 24-16,-8 7-264 0,-7 9-196 0,-17 8-156 16,-4 2-24-16,-8 6 48 0,-8-2-112 15,1 3 40-15,-2-3 48 0,2-3-60 16,4 1-36-16,7-2-216 0,4-3 96 16,12-4-12-16,9-2 24 0,7-4 48 15,11 0-60-15,14-2 0 0,7 2 12 0,7 1-16 16,14-1 76-16,7-2-12 0,7-1 60 15,5-3 4-15,8-3 104 16,3-6-8-16,1-3-52 0,4-1 60 0,0 0-60 16,-1 0 36-1,1-3-84-15,-4 4-120 0,0-1 24 0,-12-3-24 16,0 3 44-16,-12-6-128 0,-4 4-216 0,0-4-76 16,-9-3-120-16,6-6-316 0,-6-4-397 15,1-3-703-15,0-6-1800 16,0-10-1185-16,-4 1-2315 0,8-18 5740 0</inkml:trace>
  <inkml:trace contextRef="#ctx0" brushRef="#br0" timeOffset="20872.556">20260 1965 6764 0,'0'0'4521'0,"0"0"-1977"0,0 0-1076 0,0 0-224 0,0 0-48 15,0 0-108-15,-88-7 16 0,68 20-264 16,-8 0-328-16,5 10-196 0,-5 5-47 16,0 7-1-16,0 6 72 0,4 4 72 15,4 6-100-15,4-1-144 0,4 4-44 0,4 4-76 16,4-8-8-16,4 4-40 0,0-6-108 31,12-6-64-31,8-9-20 0,8-1-52 0,3-9-92 16,14-1-320-16,2-9-209 0,5-4-611 15,12-6-1020-15,-21 1-2404 16,30-8-2233-16</inkml:trace>
  <inkml:trace contextRef="#ctx0" brushRef="#br0" timeOffset="21748.81">21328 2575 9200 0,'0'0'4973'16,"0"0"-3145"-16,0 0-528 0,0 0 332 16,0 0-356-16,0 0-92 0,-13 70-167 15,10-55-361-15,-1 4-440 0,4-3-216 0,-4 3-36 0,0 0-192 16,4-3-244-16,-5 0-245 0,1 0-587 0,-3-1-1136 15,-1-1-2492-15,4-5-3141 0,-5-2 2994 16</inkml:trace>
  <inkml:trace contextRef="#ctx0" brushRef="#br0" timeOffset="22993.953">23407 2803 7564 0,'0'0'7865'16,"0"0"-6897"-16,0 0-704 0,0 0-92 0,-52 76 288 16,33-51 136-16,-5-2 8 0,0 2-588 15,4-2-16-15,-4 2-272 0,4-2-324 16,-4-1-448-16,1 0-868 0,2-3-1905 15,5-7-3031-15,-3 1 3640 0</inkml:trace>
  <inkml:trace contextRef="#ctx0" brushRef="#br0" timeOffset="23445.056">24105 2070 11465 0,'0'0'2224'0,"0"0"-564"0,0 0-256 0,-20 93-332 15,4-47-148-15,-4 8-88 0,0 4-248 16,-4 5-284-16,4 1-84 0,0 2 120 15,8-3 172-15,5-2-171 0,7-4-341 16,0-6-109 0,19-6-279-16,5-10-64 15,8-7-36-15,11-9 96 0,2-13-12 0,2-3-84 0,1-6-228 16,-4-13-544-16,0-9-1064 16,-12 6-2273-16,4-19-3107 0</inkml:trace>
  <inkml:trace contextRef="#ctx0" brushRef="#br0" timeOffset="25268.594">27846 1821 1736 0,'0'0'9413'15,"0"0"-7285"-15,0 0-428 0,0 0-188 0,12 68-96 0,4-43-168 0,8 0-232 16,8 5-308-16,11-5-148 0,9 2-99 0,8 3 171 16,8-5-112-16,-1-3-340 0,9 1-84 0,-4 0-88 15,-1-2 4-15,-2-2-4 16,-6 4-4-16,-7-4-4 0,-5 0-72 16,-10-1-12-16,-5-2 0 0,-13 3-72 0,-3 4 32 15,-8-5-32-15,-8 8 36 0,-4 0 108 16,-16 4 0-16,-12 6 12 0,-12 2-4 0,-12 4 4 15,-7 2-148-15,-13 3-68 16,-12 7-221-16,-4 1-259 16,-3 4-216-16,-5-1-872 0,21-10-2540 15,-29 19-2457-15</inkml:trace>
  <inkml:trace contextRef="#ctx0" brushRef="#br0" timeOffset="36371.714">22384 1921 12149 0,'0'0'2080'16,"0"0"100"-16,0 0-1420 15,0 0-348-15,0 0 56 0,0 0 384 16,0 0 496-16,0 0-372 0,0 0-223 15,91 9-169-15,-72 17 104 0,6 9 36 16</inkml:trace>
  <inkml:trace contextRef="#ctx0" brushRef="#br0" timeOffset="38378.053">20874 1848 5472 0,'0'0'8'15,"0"0"3932"-15,0 0-2415 16,0 0-73-16,0 0-200 0,0 0 64 15,0 0-108-15,0 0-220 0,0 0-84 0,0 0-148 16,0 0-216-16,-8-13-208 0,8 19-100 16,0 7 84-16,0 6 160 0,-5 13 132 0,5 7-144 0,-4 8-247 0,0 6-9 15,-3 5-124-15,-1 5-80 16,-5 4 8-16,2-1-12 0,-2 1 0 0,5 0-96 16,-3-4-24-16,3-2-100 15,-1-1-253-15,2-6-39 0,3-3-12 16,0-3-76-16,0-7-12 0,-1-3-300 15,5-10 8-15,9-6-864 0,3-6-712 16,0-9-2333-16,11-7-2283 0</inkml:trace>
  <inkml:trace contextRef="#ctx0" brushRef="#br0" timeOffset="38795.131">21969 2032 15381 0,'0'0'1820'0,"0"0"-1264"0,0 0-492 0,0 0-64 15,0 0 332-15,0 0 520 0,12 85 520 0,-12-53-664 16,0 3-356-16,-4 9-112 16,4 1-55-16,-8 6-65 0,4 2 4 0,-4 2-112 15,0 2-12-15,0-2-36 0,0 1-64 31,0-5-57-31,-3 0-87 0,6-7-96 16,1-2-48-16,4-9-76 0,0-3-76 0,0-5-144 16,13-3-304-16,-2-6-440 15,1-7-800-15,8-2-808 0,-8-4-1585 16,8-3-2007-16</inkml:trace>
  <inkml:trace contextRef="#ctx0" brushRef="#br0" timeOffset="39295.005">22324 1921 716 0,'0'0'11005'0,"0"0"-8885"0,0 0-1232 0,0 0-536 16,0 0 104-16,0 0 248 0,0 0 308 16,0 0-328-16,91 6-328 0,-71 4-120 15,4-1-40-15,4 8-24 0,-4 4-48 0,0 4 84 16,-1 7 0-16,1 3 36 0,-3 3-36 16,3 4-84-16,-9-4 12 0,2 3-100 31,-6 0-36-31,2 0-8 0,-6 0-68 0,1-5 28 15,-8 2-84-15,4-7 32 0,-4-2-60 16,0 0-60-16,-4-4 0 0,0 0-148 0,-3 0-52 16,-6-2-84-16,1-1-56 0,0-3-12 15,-4 0-244-15,0 0-256 16,-3-3-500-16,2-3-556 0,-2-1-441 0,3-2-215 16,-9-3-2204-16</inkml:trace>
  <inkml:trace contextRef="#ctx0" brushRef="#br0" timeOffset="41162.318">24945 2057 80 0,'0'0'8796'0,"0"0"-6768"0,0 0-291 0,0 0-373 0,0 0-228 15,0 0-280-15,0 0-240 16,0 0 84 0,0 0-32-16,0 0-76 0,8 80 72 0,-4-46 36 0,1 8-236 15,2 5-52-15,-7 1-156 0,0 2-144 0,0 2-100 16,-3-2-12-16,-6 4-12 0,-3-3-24 0,-4 0 28 15,4-4 8-15,1-6-184 16,2-1-192-16,1-9-140 0,4-6-132 0,4-4-16 0,0-4-336 16,8-7-960-16,1-7-1196 0,14-3-1621 15</inkml:trace>
  <inkml:trace contextRef="#ctx0" brushRef="#br0" timeOffset="41348.862">25543 2657 6928 0,'0'0'4697'15,"0"0"-2853"-15,0 0-208 0,0 0 172 0,0 0-408 16,-16 70-512-16,8-48-252 16,-4-2-244-16,4 2-300 0,0-3-92 0,5-1-172 0,-2-1-356 15,5-5-356-15,0-6-588 0,5 1-888 0,-2-4-1540 16,9-9-1777-16</inkml:trace>
  <inkml:trace contextRef="#ctx0" brushRef="#br0" timeOffset="41983.211">27200 2304 2480 0,'0'0'10181'15,"0"0"-8005"-15,0 0-304 0,45 90-248 16,-34-58-380-16,6 2-448 0,-2 4-140 16,1 1-252-16,-4 1-176 0,0-1-228 0,-4 2-52 15,-8 0-80-15,0-2 20 16,-16 1-116-16,-4-1-152 16,-12 2-44-16,-8-6-32 0,-3 3-180 0,-5 1-348 15,-5-5-232-15,-2 1-328 0,-4-3-224 16,-1-4-536-16,-4-5-2653 0</inkml:trace>
  <inkml:trace contextRef="#ctx0" brushRef="#br0" timeOffset="51792.785">26535 2388 11377 0,'0'0'1960'16,"0"0"-1020"-16,0 0-80 0,0 0 464 0,0 0-168 15,0 0-168-15,0 0-288 0,-68 75-268 16,60-52-104 0,0 5 28-16,-3 10-40 0,2 1-84 15,-2 5-36-15,3 0-40 0,3 1-8 16,5 0-16-16,0-11 4 0,9 1 81 15,2-10 3-15,2-6-100 0,2-3-48 16,-3-6-72-16,8-4 0 0,-3-3-60 0,6-3 56 16,5-6-80-16,0-7-136 0,7-6-45 0,1-6-51 15,1-3-196-15,-2-7 36 0,-3-4-76 16,0 1-72-16,0-3-76 0,-8 0-56 16,-5 0-148-16,-6 2 328 0,-9 1 296 15,0 6 256-15,-4 1 24 0,-12 1 12 0,-4 9 40 16,-5-2 164-16,-2 9 20 0,-5 3-60 15,-4 8-176-15,-8 3-148 16,-4 3-192-16,-8 10 100 0,-4 6-48 0,-2 4-80 0,-11 2-288 31,5 3-980-31,13-6-973 0,-29 13-3651 0</inkml:trace>
  <inkml:trace contextRef="#ctx0" brushRef="#br0" timeOffset="52908.727">9550 4686 288 0,'0'0'1264'16,"0"0"-976"-16,0 0-288 0,0 0-224 15,39-67-1236-15</inkml:trace>
  <inkml:trace contextRef="#ctx0" brushRef="#br0" timeOffset="53446.438">9713 4610 3016 0,'0'0'328'0,"0"0"4012"0,0 0-3588 0,16-79 776 15,-8 53-227-15,5-2 267 0,-2 5-208 16,-3 4-96-16,0 3-144 0,4 7-164 16,-8 0-52-16,4 4-32 0,-4 5-184 0,4 0-224 15,0 5-184-15,0 7-60 0,4 10 24 16,-4 10 48-16,3 15 0 15,-3 11 13-15,1 15-173 0,-5 10 60 0,-4 12-32 16,0 10-40-16,0 2-36 0,-4 5-72 16,4-8 60-16,-4-2-72 15,4-4-76-15,0-9 16 0,8-13-292 0,3-12 40 16,6-16-29-16,-2-20 25 0,2-9-100 16,2-9-204-16,1-10-276 0,0-4-520 15,0-11-840-15,-4-1-900 0,12-31-3269 0</inkml:trace>
  <inkml:trace contextRef="#ctx0" brushRef="#br0" timeOffset="53719.391">10407 4873 9712 0,'0'0'4477'16,"0"0"-3845"-16,0 0-188 16,-100 55 372-16,52-24 424 0,1 7-348 15,-5 3-300-15,-1 5-212 16,6 1-284-16,3-3-88 0,4-3 92 0,5 0-100 15,7-2 0-15,0-4-124 0,11-5-12 16,6-3 100-16,11-2 36 16,0-6 12-16,20-3 136 0,3 0 112 0,14 4 20 0,6-6 24 15,1 5-68-15,8 0-20 0,0-2 152 0,0 2 44 16,3-3-376-16,-3-6-36 0,0-1-72 16,-9-3-96-1,6-3-356-15,-10-3-296 0,1 0-324 16,-4-3-864-16,-12-3-2696 0,4-13-4925 0</inkml:trace>
  <inkml:trace contextRef="#ctx0" brushRef="#br0" timeOffset="53897.891">10893 5220 14661 0,'0'0'4052'0,"0"0"-3228"0,0 0-248 0,0 0 384 0,92 28-119 16,-69-25-441-16,5-3-168 15,0 0-232-15,0-6-148 0,3-1-481 16,1 4-271-16,-4-3-372 0,-4 6-996 0,-8 0-2316 16,-16 0-4045-16</inkml:trace>
  <inkml:trace contextRef="#ctx0" brushRef="#br0" timeOffset="54062.885">10876 5534 10981 0,'0'0'5240'31,"0"0"-4664"-31,0 0-252 0,0 0 804 0,53 73 224 16,-25-64-68-16,11-2-628 0,5-4-303 16,12-3-233-16,11-10-108 0,5-3 4 15,8-5-16-15,0-8-757 0,7-5-523 16,1-8-352-16,4-2-1100 0,-25 9-3229 16,37-23-3715-16</inkml:trace>
  <inkml:trace contextRef="#ctx0" brushRef="#br0" timeOffset="54316.68">12551 4626 5532 0,'0'0'8925'0,"0"0"-7717"0,0 0-892 0,-84 0 100 0,43 22 408 15,-2 16 524-15,-1 10-120 16,-8 9 92-16,4 13-543 0,4 9-73 0,1 4 44 16,3 5-168-16,8 2-108 0,0-5-196 15,13-10-140-15,6-4-128 0,9-11 124 16,8-12-12-16,16-10 36 0,8-9-60 0,8-7-52 15,11-6-40-15,5-10 76 16,4-6 40 0,4-3-96-16,4-16-24 0,-8-3-312 0,0-10-60 15,-9-3-280-15,-7-2 48 0,-9-2-168 0,-10-2-333 16,-10-1-919-16,-11-3-740 0,-4 1-1648 16,-11 3-1045-16,-1 10-1475 0,-24-8 6824 0</inkml:trace>
  <inkml:trace contextRef="#ctx0" brushRef="#br0" timeOffset="54447.838">12351 5181 1408 0,'0'0'5280'15,"0"0"1197"-15,0 0-4285 16,-60 70-548-16,60-54-344 0,0-4-180 16,13 1 56-16,10-7-168 0,9-6-219 0,12 0-301 15,3-9-296-15,5-3-192 0,0-8-72 0,0 1-244 16,-8-3-340-16,-1 7-353 0,-7-5-335 0,-8 5-872 16,-4-1-456-16,0 6 112 15,-12 1-3233-15,-4 6 373 0</inkml:trace>
  <inkml:trace contextRef="#ctx0" brushRef="#br0" timeOffset="54563.866">12801 5194 2164 0,'0'0'1268'0,"0"0"6845"16,-48 104-5341-16,28-55-828 0,4 1-440 0,0 7-368 16,1 0 40-16,3 0-248 0,7 1-112 15,1-4-271-15,4-6-545 16,0-8-48-16,9 2-132 0,6-10-393 0,2-4-167 16,2 0-288-16,1-4-980 0,-4-10-2736 0,8 9-3545 0</inkml:trace>
  <inkml:trace contextRef="#ctx0" brushRef="#br0" timeOffset="54715.412">13423 5936 17137 0,'0'0'2908'16,"0"0"-1956"-16,0 0-208 16,0 0-515-16,0 0-229 0,0 0-133 0,-96 4-171 15,68-4-376-15,-7 0-888 0,10 0-2320 16,-23 3-2341-16</inkml:trace>
  <inkml:trace contextRef="#ctx0" brushRef="#br0" timeOffset="55064.922">8876 6543 5956 0,'0'0'11181'0,"0"0"-10437"0,0 0-740 32,96-12-4-32,-32-4 296 0,16 0 124 0,7 1 0 0,17-5-88 15,8 4-52-15,15-3 356 0,4 7 316 0,13-1-175 16,0 0-389-16,6 3-108 15,10-5-148-15,7-1-72 0,9-3-48 0,19-3 52 16,16-7-60-16,12-3-4 0,9-3-100 0,11 3-272 16,-1 1 116-16,1 5-84 15,-11 7 83-15,-13 6 113 0,-16 5-320 16,-16 4 12-16,-20-3-48 0,-15 4-60 0,-21 3-412 16,-15 0-976-16,-36 0-2056 0,-5 0-3549 0</inkml:trace>
  <inkml:trace contextRef="#ctx0" brushRef="#br0" timeOffset="68414.117">17491 4753 1540 0,'0'0'3208'15,"0"0"-3104"-15,0 0 2680 0,15-80-464 16,-10 55-1083-16,-1 0-169 15,0 3 324-15,-4 3 164 0,4 3-320 0,-4 3-240 0,0 2-156 16,0 5 24-16,0 4 28 16,0 2-208-16,0 0-64 15,0 0 49-15,0 2-269 0,-4 4-264 0,-9 5-128 0,2 8 64 16,-5 6-72-16,-4 10 4 16,-4 10 52-16,0 2-56 0,0 10-108 0,-4 4-52 15,0 2-8-15,1 4-52 0,2-1 52 0,1-6 23 0,9-8-39 16,-2-14 24-16,10-10 76 0,3-12-72 15,4-10-16-15,0-6-84 0,11 0 8 16,6-9 240-16,7-4-168 0,-1-2-68 16,1-5-220-16,-4-2-40 0,5 3 148 0,-10 0 144 15,1 7-20-15,0 6 48 0,-5 6 20 32,6 0 4-32,-6 11 160 0,2 9 360 15,-1 7 48-15,0 6-188 0,0 2 40 0,-5 6-76 16,1-2 160-16,5-1-40 0,-9 0-84 15,3 0-96-15,-3 0-64 0,-4-7-60 16,4-2-196-16,1-7 36 0,-1-6-340 16,3-3-312-16,1 0-28 0,1-7-1060 0,-1-3-912 15,-1-3-2169-15,5 0-2739 16</inkml:trace>
  <inkml:trace contextRef="#ctx0" brushRef="#br0" timeOffset="70427.147">17961 4842 3848 0,'0'0'848'0,"0"0"-708"0,0 0 3152 0,0 0-1296 16,0 0-451-16,0 0-341 0,0 0 96 0,0 0-188 16,0 0-168-16,0 0-268 0,31 12 156 15,-14 7-104-15,-2 4-196 0,6 5-116 16,-6 4-72-16,1 0-88 0,0 3-48 15,0-4-60-15,1 1-100 0,-6-1-48 16,1-1 0-16,0-2-96 0,-4-6-64 0,0-3 0 16,-1-3-160-16,2-6-168 0,-1-7-140 15,0 0-200-15,4-3-492 0,0-6-520 0,-1-10-1272 16,2 6-2725-16</inkml:trace>
  <inkml:trace contextRef="#ctx0" brushRef="#br0" timeOffset="70599.004">18316 4835 5840 0,'0'0'116'15,"0"0"5261"-15,0 0-3993 0,0 0-32 0,0 0-4 16,-45 89-152-16,34-60-224 16,-6-1-268-16,6 4-212 0,-1-3-160 0,0-1-120 15,-4 0-212-15,0 2-64 0,4-5-120 0,-4 0-220 16,4 0-364-16,4-5-312 15,0-1-740-15,0-7-944 0,8-2-2269 0</inkml:trace>
  <inkml:trace contextRef="#ctx0" brushRef="#br0" timeOffset="70799.456">18495 5121 2584 0,'0'0'1340'15,"0"0"3640"-15,0 0-3172 0,0 0-367 16,0 0-177-16,0 73-120 0,0-51-72 16,0 0-52-16,0 4-548 0,0-1-384 0,0-3-88 15,0 1-64-15,0-4 52 0,0-6-212 16,0-4-556-16,4-3-288 16,0-2-376-16,0-4-1116 0,3-4-3269 0</inkml:trace>
  <inkml:trace contextRef="#ctx0" brushRef="#br0" timeOffset="71347.65">18952 5168 3088 0,'0'0'6508'16,"0"0"-4815"-16,0 0-461 0,0 77 16 16,-3-52-4-16,-1 3-204 0,0-2-184 0,-4 3-184 15,4-4-176-15,-4 4-116 0,0-7-132 16,0 0-192-16,0 0-56 0,4-6-124 16,-4 0-24-16,4-4-232 0,0-1-364 15,0-5 20-15,1-4-508 0,3-2-972 16,0-5-2621-16</inkml:trace>
  <inkml:trace contextRef="#ctx0" brushRef="#br0" timeOffset="71648.011">19319 4801 7656 0,'0'0'3264'31,"0"0"-931"-31,0 0-1353 0,0 0-348 0,0 0 348 16,0 0-76-16,80-10-356 16,-52 10-224-16,0 0-88 0,0 0-28 0,4 3-72 15,0 4 28-15,0 2-28 0,0 7-52 0,-1 0 140 16,-3 6 20-16,0 6 76 0,-1 1 108 16,-6 6 0-16,-1 3-160 0,-5 0-36 15,-2 0-72-15,-5 1 8 0,-5-1-92 16,1-4-76-16,-4-2-4 0,0-3-120 0,0-7 16 15,0-7-76-15,4-5-84 0,0-3-368 0,1-5-248 16,3-2-336-16,-1-2-456 0,10-15-760 16,-6 5-2429-16,13-20-2471 0</inkml:trace>
  <inkml:trace contextRef="#ctx0" brushRef="#br0" timeOffset="71815.672">20037 4810 7020 0,'0'0'4289'0,"0"0"-1897"0,0 0-1288 0,-80 79-132 16,48-44 504-16,-4 9-152 0,1-2-232 0,-6 2-284 16,9-2-380-16,0-4-220 0,4-4-208 15,0-1-148-15,9-5-424 0,-1-3-236 16,1 0-236-16,2-6-728 0,10-3-1360 16,3-2-2789-16,4-11-1403 0</inkml:trace>
  <inkml:trace contextRef="#ctx0" brushRef="#br0" timeOffset="72001.26">20116 5166 1264 0,'0'0'1332'0,"0"0"5936"0,0 0-4783 0,0 0-749 0,84-13-220 0,-76 13-276 15,-4 0-492-15,-1 6-204 0,-3 3 172 0,0 4 144 32,-3 7-312-32,-5 2-144 0,0 0-28 0,-4 3-132 15,4-6-96-15,0-3-148 0,4-4-68 0,4-1-16 16,0-5-60-16,12-6-176 0,4 0 64 0,7 0-168 15,5-10-324-15,4-5-408 0,0-5-408 16,5-5-1288-16,-10 9-3521 16</inkml:trace>
  <inkml:trace contextRef="#ctx0" brushRef="#br0" timeOffset="72518.705">20702 4582 912 0,'0'0'10957'16,"0"0"-9141"-16,0 0-360 0,0 0-156 15,84 19-468-15,-56-17-472 0,-4 5-100 0,-1-4-88 16,-3 0-84-16,1 0-80 0,-6 1-8 16,-7-4-12-16,0 3-88 0,-4-3 96 15,0 0 4 1,-4 0 76-16,0 0-28 0,0 0-36 15,0 0-12-15,0 0 0 0,0 3-36 16,0-3 24-16,0 0 12 0,0 0-100 16,0 3 16-16,0 3 84 0,0 4 136 0,-4 2 12 15,0 5 36-15,1 4 12 0,-6 5-60 16,1 3 24-16,-3 2 124 0,2 5 24 16,-7 1-128-16,0 4-56 0,1 4-40 0,-6 0 16 15,6-1-88-15,-5 1 112 16,4-5-16-16,0 2-20 0,4-7 92 0,3-6 64 0,6-7 72 15,-1-3-204-15,4-10-112 0,0-3-4 16,7-1-312-16,2-3-64 0,3 1 88 16,4-3-88-16,0 0 196 15,4 0-96-15,-5-3-40 0,6 1 72 16,-6 2 88-16,-2 0-36 0,2 0 124 16,-2 5 72-16,-2 2 64 0,-3 2-4 0,1 3 76 15,-6 2 12-15,1-2 12 0,0 4-12 16,0-3-104-16,-4 0-44 0,0-1-136 15,0-2-156-15,-4-1-80 0,-4-2-36 16,0 2-12-16,0-3-228 0,-7-2-344 16,2-1-444-16,-2-3-336 0,2 0-281 0,1 0-939 0,-4-7-3604 15</inkml:trace>
  <inkml:trace contextRef="#ctx0" brushRef="#br0" timeOffset="72789.996">21671 4940 11489 0,'0'0'6936'0,"0"0"-5952"0,0 0-688 0,0 0 120 15,0 0 20-15,110 19 16 0,-65-17-72 0,-2 5-320 16,2-3-60-16,-2-1-88 0,-3-3-104 16,-5 0-420-16,-3 3-412 0,-12-3-344 15,-3 3-1152-15,-9 1-3625 0</inkml:trace>
  <inkml:trace contextRef="#ctx0" brushRef="#br0" timeOffset="72934.385">21781 5201 9352 0,'0'0'6369'16,"0"0"-5153"-16,0 0-284 0,0 0 336 0,0 0-312 16,0 0-236-16,109 15-268 0,-70-18-452 15,9-7-12 1,-4 4-524-16,4 0-308 0,-5-4-408 16,-3 4-1396-16,-12-1-3337 0</inkml:trace>
  <inkml:trace contextRef="#ctx0" brushRef="#br0" timeOffset="73782.584">23611 4561 468 0,'0'0'496'15,"0"0"-104"-15,0 0 220 16,0 0-192-16,0 0-200 0,0 0 212 16,0 0 1260-16,0 0 456 0,0 0-912 0,0 0-328 0,0 0 24 15,19-59 177-15,-15 59 47 0,-4-4-260 16,0 4-132-16,5 0-68 0,-5 0 48 0,4 0-40 16,-4 0-212-16,4 0 8 0,-1 0 32 15,1 0 52 1,0 0-140-16,-4 4-88 0,4-1-108 0,-4 9-16 15,0 2 112-15,-4 11 12 0,-7 3 120 0,-10 14-296 0,-7 2-176 16,-4 3-4 0,-3 2-120-16,-1 1 20 0,-3 1-20 15,2-1 36-15,5-1-16 0,0-5 96 0,4-3-104 16,9-3 36-16,-1-13 68 0,12 1-44 0,0-7 40 16,4 0 4-16,4-3-44 0,0 3 48 15,12 3 48-15,3 0 28 16,6 0-68-16,10 4 48 0,1 0-44 0,4-1 84 15,5-3 100-15,-2 3-112 0,-3-5-76 16,3-1-8-16,-7-4-96 16,-4 5-52-16,0-5-352 0,0 2-568 0,-4-2-604 15,-3 1-2272-15,-6-3-2929 0</inkml:trace>
  <inkml:trace contextRef="#ctx0" brushRef="#br0" timeOffset="74295.255">24152 4648 10816 0,'0'0'2233'0,"0"0"-709"0,0 0-24 0,0 0-152 16,0 0-444-16,0 0-264 0,0 0-108 0,-15 69-144 0,11-27-44 16,-1 12 180-16,1 6 24 15,0 3-220-15,4 2-132 16,0-5-111-16,0-7-85 0,0-8-121 15,0-7 33-15,13-9-68 0,-2-7-40 0,6-6 88 16,2-3-208-16,9-6-100 0,-4-7-120 16,4 0-140-16,-5-7-60 0,1-3-540 15,1-6-1220-15,-9 3-2161 0,11-15-2091 16</inkml:trace>
  <inkml:trace contextRef="#ctx0" brushRef="#br0" timeOffset="74520.167">24527 4635 6564 0,'0'0'4204'0,"0"0"-1703"0,0 0-673 15,0 0-496 1,0 0-212-16,0 0-116 0,0 0-32 0,0 0-116 16,4 79-368-16,4-46-88 0,-4 8-120 15,0 0-84-15,-4 3-39 0,0 4-25 16,0-1-132-16,0 5 0 0,-4-8-168 15,-4 1 11-15,4-4-199 0,-4-6-252 16,8-4-232-16,0-9-364 0,4-6-668 0,8-6-1088 16,0-4-1869-16,12-9-2459 0</inkml:trace>
  <inkml:trace contextRef="#ctx0" brushRef="#br0" timeOffset="74675.724">24929 5077 6168 0,'0'0'3936'0,"0"0"-1887"0,0 0-989 0,-8 66 124 15,0-41 504-15,1-2-16 0,-2 2-240 0,5-3-564 16,-4-3-672-16,5-3-196 0,-1 0-160 16,0-7-216-16,4 2-424 0,0-9-384 15,0-2-892-15,0 0-2096 0,8-8-2409 0</inkml:trace>
  <inkml:trace contextRef="#ctx0" brushRef="#br0" timeOffset="74882.126">25327 4629 4060 0,'0'0'6784'16,"0"0"-4295"-16,0 0-613 0,0 0-404 0,9 82-8 0,-9-51-148 0,4 8-408 15,0 0-360-15,0 2-244 0,-1 1-132 0,1-5-160 0,-4 4-12 16,0-6-104-16,0 0-152 15,-4-2-376-15,1-6-272 0,-5-2-204 16,8-5-616-16,0-8-1244 0,0-8-2497 0,0-4-2778 16</inkml:trace>
  <inkml:trace contextRef="#ctx0" brushRef="#br0" timeOffset="75150.152">25954 4638 1852 0,'0'0'9657'15,"0"0"-7089"-15,0 0-740 0,24 83-552 16,-17-51-332-16,1-4-180 16,0 4-212-16,-4 3-280 0,1-4-140 0,-5 4-76 0,0 0-56 15,-9 1-52-15,-3-1-44 0,-4 6-16 16,0 3-72-16,-8 1 52 0,0 2 132 15,-4-9 252-15,-4-6-252 16,4-7-112-16,1-6-120 0,-1-6-40 0,4-1-280 16,0-1-428-16,4-8-708 15,4-3-1532-15,9-7-3561 0</inkml:trace>
  <inkml:trace contextRef="#ctx0" brushRef="#br0" timeOffset="75351.903">26364 5178 6368 0,'0'0'2196'0,"0"0"2629"0,0 0-3785 0,-80 79-596 16,53-57-28-16,-1 4 12 0,0-3-204 16,0 2-224-16,7-6-336 0,2-3-840 0,6-3-784 15,2-4-1249-15,11-6-5131 0</inkml:trace>
  <inkml:trace contextRef="#ctx0" brushRef="#br0" timeOffset="75642.646">26961 4511 7416 0,'0'0'6269'0,"0"0"-4297"0,0 0-780 0,0 0 52 0,12 90-136 15,-8-53-92-15,0 9-236 0,4 4-292 16,-8 4 73-16,4 6 103 0,-4 1-288 16,0-2-184-16,0 2-72 0,-4-4-120 15,-4-3 0-15,-3-3-60 0,-2-7-36 16,5-2-180-16,1-8-112 0,3-2-196 15,4-3-109 1,0-10-267-16,7-3-880 0,5-10-1016 16,1-3-2097-16,10-9-2475 0</inkml:trace>
  <inkml:trace contextRef="#ctx0" brushRef="#br0" timeOffset="75969.497">27503 4889 2632 0,'0'0'6704'16,"0"0"-4187"-16,0 0-1225 0,0 0 108 0,-11 72 96 16,-2-42-144-16,-2 5-176 15,-2 0-412-15,-2 2-348 16,-1-1-76-16,-1-2-80 0,-2 1-144 16,3-3-116-16,4-6-144 0,-4-1-248 0,12-6-284 0,0-7-220 15,4-1-380-15,4-5-884 0,0-6-1925 0,12 0-2335 16</inkml:trace>
  <inkml:trace contextRef="#ctx0" brushRef="#br0" timeOffset="76469.008">27973 4740 6836 0,'0'0'2016'0,"0"0"1861"15,0 0-2665-15,0 0 104 0,-51 92-60 16,31-51 284-16,-1 0-220 0,6 1-280 16,2-7-396-16,6-3-216 0,3-7-136 0,4-6-111 0,0-7-57 0,4-2-52 15,3-3 36-15,6-5-108 0,2-2 0 16,6 0-156-16,7-12-185 0,0-4-255 15,7-6-76-15,1-3-72 0,-4-4 56 16,0 3 60-16,-8-2 0 0,-4-1 56 16,-8 4 184-16,-8-4 388 0,-4 1 0 15,-4 2 312 1,-13 1 172-16,-2 6-76 0,-13 2-408 0,-7 9 0 16,-6 2-96-16,-7 6 96 0,-3 3 12 15,-5 6-12-15,4 7-64 0,0-4-132 16,0 1-312-16,5 3-772 0,7-3-1860 0,-20 0-4153 15</inkml:trace>
  <inkml:trace contextRef="#ctx0" brushRef="#br0" timeOffset="76737.791">26682 4432 432 0,'0'0'4712'16,"0"0"3929"-16,0 0-6925 0,0 0-784 0,-60 85 16 15,49-46 264-15,-5 2-144 16,4 7-160-16,0 5-400 0,0 8-140 16,-4 3 45-16,8-1 131 0,-4 0-216 0,4-2-132 15,4-4-188-15,4-3-8 0,4-9 0 16,8-8-88-16,8-2-284 0,4-9-236 0,8-6-97 0,4-6-63 15,7-7-520-15,13-7-1100 0,-15 0-2732 16,30-9-3257-16</inkml:trace>
  <inkml:trace contextRef="#ctx0" brushRef="#br0" timeOffset="76968.455">28403 4736 168 0,'0'0'9384'0,"0"0"-7483"16,0 0-1173-16,32 90 92 0,-15-52 1036 15,-10 3-184-15,1 1-800 16,1-1-684-16,-5 0-184 0,-4 0-4 16,-4 0-116-16,-9-2-268 0,2-8-380 15,-10-2-608-15,2-4-940 0,7-12-1617 16,4-4-3027-16</inkml:trace>
  <inkml:trace contextRef="#ctx0" brushRef="#br0" timeOffset="77724.059">29296 4346 940 0,'0'0'12045'0,"0"0"-10013"0,0 0-952 0,99 50 368 0,-66-30-172 15,-1 2-392-15,0-3-92 0,-9 3-72 16,1 1-136-16,-8-1-99 0,0 3-181 16,-4 1-148-16,-4-4 16 0,0 4 20 15,-4-4 12-15,0 3-44 0,-1-6-4 16,2 3-84-16,-1-5-60 0,-4 2 36 15,4-5-40-15,-4 0 4 0,4-5-4 16,-4 1-4-16,0-1 8 0,4-2-8 16,-4-4 0-16,0 0 4 0,0 1-8 0,0-4 4 15,0 0 0-15,0 0-4 0,0 0-4 16,0 0-92-16,0 0-36 0,0 0-24 16,0 0 8-16,0 0 28 0,0 0-36 0,0 0-4 0,0 0-8 15,0 0 24-15,0 0 48 31,0 0 44-31,0 0 48 0,0 0 0 0,0 0 4 16,0 0 0-16,0 0 48 0,0 0 16 16,0 0-4-16,0 0-48 0,0 0-12 15,0 0-12-15,0 0-60 0,0 0-16 16,0 0 28-16,0 0 12 0,0 0-36 0,0 0-24 0,0 0 20 16,0 0 84-16,0 0 4 0,0 0 4 15,0 0 8-15,0 0 52 0,0 0-4 16,0 0-12-16,0 0-36 0,0 0 48 15,0 0-12-15,0 0-48 0,0 0-4 16,0 0-8-16,0 0 4 16,0 0-4-16,0 0-36 0,0 0 0 0,4 0-4 15,-4 0 52-15,3 0 72 0,-3 0 0 0,5 0-64 0,-5 0 0 16,0 0 52-16,0 0-56 0,0 0 4 16,0 0 40-16,0 0-40 0,0 0 0 15,0 0 32-15,0 0-40 0,0 0-52 16,0 0 48-16,0 0-4 0,0 0-52 15,0 0 12 1,0 0-24-16,0 0-36 0,0 0 36 0,0 3 72 0,0 3 0 16,-12 7 112-16,-9 2 32 0,-6 12 16 15,-13 0-64-15,-16 9-12 16,-12 2-84-16,-3 6-80 0,-9-3-44 16,1 3-8-16,3 3-292 0,8 2-281 0,4-2-247 0,8-1-828 15,9-6-1264-15,15-11-1553 16,-4 2-1491-16</inkml:trace>
  <inkml:trace contextRef="#ctx0" brushRef="#br0" timeOffset="78688.126">23611 6686 692 0,'0'0'2192'16,"0"0"3016"-16,0 0-3212 0,0 0-783 15,0 0-389-15,47-73 184 0,-39 51 148 0,1 3-44 16,-2 0 60-16,-7 0-28 16,0 7-156-16,0-5-20 0,0 4-136 0,-4 1-100 15,-3-4-256-15,-6 4-163 0,2-1-105 16,-2 3-40-16,1 3-56 0,1 4 32 0,-6 3-144 15,2 7-88-15,-5 12 4 0,-4 9 84 16,4 10 204-16,0 10 124 16,0 3 108-16,4 0 180 0,4-1-268 0,4-5-156 15,4-10-184-15,4-9 0 0,0-11 48 0,0-9-56 16,4 1-72-16,8-7-36 0,0 0 96 16,9-10-36-16,2-6-72 0,1-9-96 15,4-6-136-15,0-8-24 16,0 1-68-16,4-6 20 0,-1-1-12 15,1 1-53-15,0-4-107 0,-4-3-196 0,0 1-128 16,0-4 0-16,-9 0-136 0,2-3 236 16,-10 3 152-16,-2 3 668 0,-1 9 224 0,-5 7 132 0,-3 10 316 0,0 9-112 31,0 7 208-31,0 6-116 0,0 3-88 16,4 0-160-16,-4 3-48 15,0 6-176-15,0 7 152 0,4 9 216 0,-4 7 73 16,0 10-101-16,0 2 36 0,0 7 24 0,0 3-204 15,0 0-76-15,0 0-120 16,0 3-180-16,-4 1-60 0,-3-5-36 0,-1-2-12 16,-5-4-232-16,2 2-200 0,3-9-68 15,-5-5-104-15,6-3-105 0,3-7-267 0,0-8-548 16,4-5-316-16,0-12-636 0,4 0-408 16,11-5-2505-16</inkml:trace>
  <inkml:trace contextRef="#ctx0" brushRef="#br0" timeOffset="78852.664">24049 6677 4760 0,'0'0'8349'16,"0"0"-6925"-16,0 0-692 16,4 66 436-16,-4-34 204 0,0-3-116 0,0 5-140 15,0 1-396-15,0-2-416 0,4-3-184 16,-1 3-120-16,1-11 0 0,1 0-84 16,3-6-208-16,3-3-292 15,6-6 68-15,2-4-256 0,1-3-240 16,5-7-908-16,3-9-2748 0,-9 4-5549 15</inkml:trace>
  <inkml:trace contextRef="#ctx0" brushRef="#br0" timeOffset="79053.753">24491 6597 5396 0,'0'0'10605'0,"0"0"-8917"16,0 0-724-16,0 0 508 0,0 0-144 15,0 0-139-15,84 32-341 0,-49-32-404 0,10 0-308 16,2-7-136-16,1-2-136 16,-4-4-248-16,-5 4-404 0,2-1-84 0,-13 4-441 0,-5 3-1355 31,-10 3-3040-31,-10 0-4485 0,-10 3 8186 0</inkml:trace>
  <inkml:trace contextRef="#ctx0" brushRef="#br0" timeOffset="79197.925">24555 6823 7068 0,'0'0'5533'0,"0"0"-2789"16,0 0-1376-16,0 0-112 0,0 0 48 15,0 0-300-15,0 0-332 0,0 0-260 16,91 44-336-16,-59-44-76 0,0-3-428 0,0 0-216 16,4 1-396-16,0-3-924 15,-13 3-2496-15,14-2-3985 0</inkml:trace>
  <inkml:trace contextRef="#ctx0" brushRef="#br0" timeOffset="80893.815">25587 6397 548 0,'0'0'10377'16,"0"0"-8005"-16,0 0-812 0,0 0-480 16,0 0-188-16,0 0-144 0,0 0-204 0,0 0-148 15,0 0-40-15,0 0 136 0,24 92 48 16,-20-50-112-16,4 5-160 0,-5 4 36 16,1-3-108-16,-4-1-88 15,0-2-108-15,0-4-12 0,0-3-36 16,0-6-40-16,0-1 4 0,0-6-24 15,0-2-76-15,4-4-416 16,0-3-120-16,5-3-168 0,-2-3-360 0,5-1-1048 0,-3-3-1893 16,2-3-1735-16</inkml:trace>
  <inkml:trace contextRef="#ctx0" brushRef="#br0" timeOffset="82545.261">23690 7956 1172 0,'0'0'2116'16,"0"0"5504"-16,0 0-5755 15,0 0-313-15,0 0 0 0,0 0-212 16,-83-53-288-16,74 49 56 0,2 1-152 16,7 3-444-16,-4 0-208 0,0 3-124 0,0 9-68 15,-1 11 68-15,1 6 137 0,4 5 131 16,-4 7-84-16,4 1-120 0,0-7-100 0,0-3-72 16,4-10-60-16,0-3 48 15,1-10 0-15,-1-2-60 0,7-7-216 0,6 0 0 0,2-13 44 16,9-9-68-16,0-6-208 15,0-5-149-15,0-7-99 0,0-2-132 0,-4 1-68 16,-1-1-4-16,-2-2-16 0,-1 2 92 16,-1 2-20-16,-6-5 176 0,-2 1 188 15,-7 2 380-15,0 5 100 0,-4 1 172 16,-4 8-108-16,-4 3 212 0,1 6 40 0,3 9 240 0,-1 3 124 16,5 5 16-16,0 2-112 0,0 6-176 15,0 7-124-15,-4 12 76 0,4 10 68 16,0 7 224-16,0 4-16 0,-4 8-148 15,0 0-124-15,1 3-72 0,-5-3-120 16,-1 4-172-16,1-7-44 0,5-7-28 0,-5-6-280 31,8-6-292-31,-4-7-176 0,4-6-88 16,4-9-676-16,0-4-1392 0,7-6-2597 0</inkml:trace>
  <inkml:trace contextRef="#ctx0" brushRef="#br0" timeOffset="82801.624">24152 7963 5168 0,'0'0'9005'16,"0"0"-7477"-16,0 0-376 0,0 0 388 15,0 0-472-15,0 0-296 0,0 0-100 0,0 0-260 16,0 0-276-16,84 38-136 16,-76-26-8-16,0 1-80 0,0 4 4 0,-4-6-60 15,-4 6-64-15,0 2-12 0,0-1 100 16,-8 5 68-16,0 2 52 0,-4-3 8 15,4 1 0-15,5 0-4 0,-2-9 4 16,5 3 92-16,0-1-44 0,8-7-52 16,4 4-8-16,4-5 4 0,4-1-120 0,4-3-272 15,4-4-220-15,0-6-372 16,0-7-664-16,0-9-2300 0,-9 6-2865 0,9-15 653 16</inkml:trace>
  <inkml:trace contextRef="#ctx0" brushRef="#br0" timeOffset="82993.352">24734 7908 6460 0,'0'0'7493'0,"0"0"-5789"0,0 0-560 0,0 0 688 15,0 0-528-15,88 3-524 0,-64-3-244 16,8-5-292-16,-4-2-244 0,-5 1-204 0,1 2-272 16,-4 1-304-16,-8 0-224 15,0 3-404-15,-8 0-996 0,-4 3-1748 16,0 10-1373-16,-12-1 1637 0,4 2 3380 0,-16 8 508 15</inkml:trace>
  <inkml:trace contextRef="#ctx0" brushRef="#br0" timeOffset="83118.054">24786 8118 2048 0,'0'0'3208'0,"0"0"3621"0,0 0-4685 0,0 0-480 16,0 0-212-16,0 0-128 16,0 0-36-16,79 51-348 0,-51-51-356 0,4 0-232 15,5-3-291-15,-2-7 11 0,5 1-144 16,-4-4-269-16,-1-6-707 0,1 0-52 0,-8 3-1196 15,20-15-4665-15</inkml:trace>
  <inkml:trace contextRef="#ctx0" brushRef="#br0" timeOffset="83302.535">25619 7575 1096 0,'0'0'10337'0,"0"0"-8249"0,0 0-428 0,28 86 96 0,-17-51-180 0,2 3-228 16,-2 6-284-16,1 2-360 16,1 4-387-16,-6 4-197 0,-3 0-120 0,0 2-88 15,-4 5-265-15,-4 0-435 0,-7 3-376 16,-2 9-508-16,1-20-964 0,-4 33-4213 16</inkml:trace>
  <inkml:trace contextRef="#ctx0" brushRef="#br0" timeOffset="90324.176">3111 8868 7172 0,'0'0'4557'16,"0"0"-3213"-16,0 0-528 0,0 0-308 16,12-74-4-16,-12 62 392 0,0 2 156 15,0 1-156-15,-4-1 44 0,0 7-216 0,-4-3-196 16,4 3-212-16,-8 0-48 0,4-1-48 15,-3 4-36-15,-6 0-56 16,2 0-128-16,-5 0-84 16,-8 13-48-16,-8 6-52 0,0 3 36 0,-8 14 100 15,-3 8 48-15,-9 6 12 0,3 14 72 16,2 9 28-16,-1 6 32 16,0 13-44-16,9 7-4 15,3 5 368-15,12 1 33 0,4 0-229 0,16-10-124 16,8-9-136-16,4-10 56 0,12-9-16 15,4-13-36-15,8-9 72 0,8-11 0 0,-1-5 0 0,10-10 40 16,-2-6-4-16,5-7-108 0,0-3-12 16,-4-3 0-16,-4-9-8 0,-1-4-128 0,-7 0-224 15,-4-6-28-15,-4 0-13 0,-9-3-111 16,-2 2-160-16,-9-2-392 0,-4 0-944 16,0-3-1988-16,-8 6-2021 0,-12-10-1438 15</inkml:trace>
  <inkml:trace contextRef="#ctx0" brushRef="#br0" timeOffset="90495.303">2645 9782 8052 0,'0'0'4829'0,"0"0"-3529"0,0 0-628 0,0 0 360 15,0 0 468-15,0 0-76 0,88 42-332 16,-56-37-228-16,0 2-328 0,0-4-280 16,-5-3-244-16,5 0 0 15,-8 0-12-15,3-3-436 0,-2-4-224 0,-1 2-120 16,0-6-352-16,-5 2-704 0,1-1-1064 15,-8 4-1765-15,1-3-995 0</inkml:trace>
  <inkml:trace contextRef="#ctx0" brushRef="#br0" timeOffset="90624.628">3051 9804 1656 0,'0'0'1148'0,"0"0"6000"0,0 0-5319 0,-28 79-741 0,25-44-44 16,-5 4 224-16,4 5-212 0,0 1-120 16,-1 5-300-16,-2-2-316 0,3 0-196 15,0-8-124-15,4-4-100 0,0-4-120 16,8-10-588-16,8-3-444 0,7-10-592 0,1-2-788 15,21-14-2173-15</inkml:trace>
  <inkml:trace contextRef="#ctx0" brushRef="#br0" timeOffset="90911.893">3669 9629 14129 0,'0'0'2524'16,"0"0"-1592"-16,0 0-636 15,0 0 360-15,0 0 340 16,112 3-152-16,-69-3-236 0,6 0-180 15,-6 0-284-15,9-3 0 0,-9 0-136 0,2 1-8 0,-2-2-100 16,-7 1-56 0,-4-4-296-16,0 4-216 0,-12-3-104 0,0 6-224 0,-8-2-652 0,-5 2-1324 15,-7 0-2477-15,0 0-1667 0,-24 5 5876 16</inkml:trace>
  <inkml:trace contextRef="#ctx0" brushRef="#br0" timeOffset="91091.823">3805 9855 1828 0,'0'0'11237'0,"0"0"-8953"0,0 0-1732 16,0 0-196-16,0 0 776 0,0 0 264 0,83 26-364 15,-47-26-248-15,4 0-272 16,4 0-220-16,4-5-232 0,-5-3-60 16,5-3-292-16,-4 3-440 0,-1-2-184 15,-2 0-316-15,-9 5-1436 0,11-8-3569 0</inkml:trace>
  <inkml:trace contextRef="#ctx0" brushRef="#br0" timeOffset="91688.959">4808 9226 5824 0,'0'0'6897'16,"0"0"-5165"-16,0 0-484 0,92 3-332 0,-52-3 168 15,12 0-196-15,-4 0-396 0,7 0-148 16,1 0-148-16,4 0-188 15,-4 0-4-15,-4 0-8 0,-9 7-4 0,-3 6-112 0,-8 0-40 16,-8 1 48-16,-17 9-72 16,-2 6 112-16,-5 3 60 0,-20 9-108 15,-8 3-188 1,-8 7-88-16,-8 0 36 0,-3 6 224 0,-5 3 76 16,-4 1-64-16,1 2 56 0,-1 0 68 0,7-2 52 15,6-4 196-15,11-2 108 0,8-8-96 0,9-3-148 16,6-6 12-16,9-6 24 15,9-4 136-15,10-2 108 0,13-3 0 0,3-4 220 16,10-4 32-16,6-2-168 0,5-7-208 16,4-3-87-16,-4-3-57 0,4-6-80 15,-4-3-44-15,-5-4-48 0,-7-3-245 16,-4-3-219-16,-5-4-184 0,-3 2-168 0,-4-5-652 16,-8 7-2300-16,1-13-3137 0</inkml:trace>
  <inkml:trace contextRef="#ctx0" brushRef="#br0" timeOffset="91912.795">5673 9506 8008 0,'0'0'4741'16,"0"0"-3669"-16,0 0-844 15,-51 73-124-15,31-39 640 0,-5 10 552 0,1 5-96 31,-4 2-296-31,1 5-508 0,-6 2-236 0,2-1-100 0,-1 0-52 0,-4 1-8 16,-3-8-136-16,3 1-84 0,4-7-224 16,0-8-128-16,8-5-48 0,4-10-144 0,4-4-356 0,9-10-692 15,7-7-989-15,0 0-2135 0,7-13-128 16</inkml:trace>
  <inkml:trace contextRef="#ctx0" brushRef="#br0" timeOffset="92123.597">6131 9624 6704 0,'0'0'2464'0,"0"0"69"0,0 0-845 16,92 75-128-16,-60-40 712 16,-4 0-172-16,0 0-880 15,-4 4-644-15,-1-6-176 0,1 0-108 0,4-2-179 0,0-5-113 16,0-4-181-16,4-6-343 0,0-7-96 0,0-5-16 15,3-4-212-15,6-13-968 0,-14 1-2408 16,13-21-3457-16</inkml:trace>
  <inkml:trace contextRef="#ctx0" brushRef="#br0" timeOffset="92304.835">6674 9483 1120 0,'0'0'11137'0,"0"0"-9517"15,-96 83-960-15,55-42 372 0,-6 14 548 0,3 1 28 0,-7 1-124 0,6 7-460 0,2-7-427 16,-2 0-281-16,6 1-172 0,-1-12-144 0,9 3-36 16,-1-11-364-16,8-10-257 0,3-8-147 15,14-11-164-15,7-9-260 0,0-2-968 16,11-9-2176-16,17-20-2513 0</inkml:trace>
  <inkml:trace contextRef="#ctx0" brushRef="#br0" timeOffset="92643.24">7080 9506 6292 0,'0'0'4853'0,"95"-23"-2853"0,-55 16-1580 0,12 2 0 15,0-2 1188-15,-9 5 256 0,-3 2-640 16,-16 0-536-16,0 6-176 16,-8 0 176-16,0 7 4 0,-1-1-400 0,-2 1-220 0,-1 6 16 15,-5 0 57-15,6 3 11 16,-5 0-92-16,-5 8-56 0,1-3 124 0,-4 5-84 15,0 3-36-15,-7 4-12 0,-14 3 0 16,-2-2-48-16,-9 4-12 0,-3 4-12 16,-2-4-40-16,1 1 40 0,12-8 64 15,5 2-28 1,6-10 36-16,9 3 232 0,4-7 44 16,13 0 28-16,6-3 312 0,9 0-12 15,8 1-276-15,1-7-88 0,2-3-140 16,8-4-100-16,-2-3-48 15,2-6-24-15,-2 0-120 0,2-6-208 16,-7-6-168-16,0-7-144 0,-1-4-137 0,-7 1-211 0,4-3-800 16,-8-4-1116-16,-8 10-2045 0,8-13-2027 0</inkml:trace>
  <inkml:trace contextRef="#ctx0" brushRef="#br0" timeOffset="92847.082">7948 9613 6856 0,'0'0'7305'16,"0"0"-6257"-16,-80 90-656 0,44-53 336 0,1 8 768 0,-9 2-92 15,0 2-496-15,-3-2-520 0,-2 4-280 16,2-6-108-16,-1 2-148 0,4-3-280 0,4-2-256 16,4-7-56-16,4-3-224 15,13-10-884-15,3-4-924 0,8-6-1905 16,4-5-1887-16,4-7 5756 0</inkml:trace>
  <inkml:trace contextRef="#ctx0" brushRef="#br0" timeOffset="93464.478">8459 9626 1396 0,'0'0'11977'16,"0"0"-9677"-16,67 77-980 15,-39-43-664-15,0 8 36 0,-5-4 136 16,1 2-120-16,-7-4-252 0,-2-4-296 16,-2-4-160-16,-2-9-120 0,1-6-628 0,4-4-396 0,0-9-292 15,0 0-1128-15,8-9-3297 0</inkml:trace>
  <inkml:trace contextRef="#ctx0" brushRef="#br0" timeOffset="93645.504">8769 9671 8748 0,'0'0'4937'0,"-67"73"-3381"0,35-32-940 0,-9 10-208 0,2 6 464 16,-6 3 380-16,6-2-304 0,-1-5-412 15,8-8-536-15,4-7-168 0,8-9-656 16,9-13-124-16,7-7-396 0,4-6-1000 16,4-6-2053-16,7-6-2355 0,17-20 4104 0</inkml:trace>
  <inkml:trace contextRef="#ctx0" brushRef="#br0" timeOffset="93975.342">9359 9457 11453 0,'0'0'2568'0,"0"0"-776"0,0 0-276 16,79-6-268-16,-55 6-436 0,0 0-324 15,0 0-192-15,-4 0-164 0,4 6-128 0,0 8-4 16,-8-2 0-16,0 8 40 0,-5 5 8 16,-6 4 12-16,-5 6-48 15,-13 5-12-15,-15 9-40 0,-3 1-68 0,-13 7-16 16,-4 1 52-16,1 2-28 0,-2-3 52 0,6 4 48 0,7-9 156 15,8 0 40-15,8-4 84 0,9-6 96 16,11-9 452-16,3 3-235 0,13-8-181 16,8-2-120-16,12-1-40 0,3-3-68 0,9-9-28 15,1-3-156-15,6-10 0 16,-3 0-204-16,4-12-100 0,-4-8-84 16,-5-2 148-16,-2-4-489 0,-2-2-243 0,-4-4-264 15,-3-3-848-15,-16 12-1896 0,5-14-2201 16</inkml:trace>
  <inkml:trace contextRef="#ctx0" brushRef="#br0" timeOffset="94152.897">9972 9588 8008 0,'0'0'5557'15,"0"0"-4137"-15,0 0-840 0,-80 88-292 16,45-42 380-16,-5 4 600 0,0 4 16 15,-4 3-400-15,-4 4-432 0,1-4-292 16,3-1-120-16,-4-4-40 0,0-2-380 16,4-2-368-16,1-4-136 0,6-5-452 0,1-4-1568 0,12-13-4381 15</inkml:trace>
  <inkml:trace contextRef="#ctx0" brushRef="#br0" timeOffset="95236.712">812 7624 4516 0,'0'0'7741'15,"0"0"-6517"-15,0 0-688 0,0 0 8 0,108-74 540 16,-68 55 220-16,-1 6-296 16,5 1-132-16,4 5-200 0,4 4-176 0,8-1-36 0,0 1-84 15,-5 3-188-15,1-3-104 0,-8-1-80 16,-4 2-8-16,0 0-8 0,-5-9-176 16,2-2-328-16,-6-5-208 0,-3-1-216 15,-4-4-396-15,-9 4-1200 0,-10 0-1781 16,-5 4-1335-1,-8-2 1108-15</inkml:trace>
  <inkml:trace contextRef="#ctx0" brushRef="#br0" timeOffset="95387.795">1263 7506 6584 0,'0'0'6433'0,"-36"69"-5297"0,23-27-580 0,2 2 264 0,3 13 472 16,0-3 12-16,0 0-184 0,4 0-420 0,-4 0-444 15,4-6-256 1,4-4-144-1,-4-9-172-15,4-6-64 0,0-11-136 0,0-1-88 16,0-8-576-16,0 0-992 0,0-2-2469 0,0-1-2547 16,-16-6 4129-16</inkml:trace>
  <inkml:trace contextRef="#ctx0" brushRef="#br0" timeOffset="95546.977">1019 8045 4924 0,'0'0'8685'16,"0"0"-7241"-16,0 0-1240 0,0 0 208 0,0 0 696 15,96-9 20-15,-60 5-596 0,4 1-296 16,-4 0-236-16,3 1-80 0,-7-3-264 16,0 3-376-16,-8-2-76 15,-4 4-344-15,-8 0-720 0,-4 4-1333 0,-12 8-3443 16</inkml:trace>
  <inkml:trace contextRef="#ctx0" brushRef="#br0" timeOffset="95694.025">1107 8325 7400 0,'0'0'5709'0,"0"0"-3969"0,0 0-824 0,0 0-552 0,0 0 192 0,0 0 576 16,0 0-132-16,0 0-180 0,56 63-256 16,-24-63-272-16,8-3-268 0,4-10-24 0,3-9-352 15,5-3-260-15,-1-10-384 0,5-6-828 16,-15 11-3236-16,14-17-5973 0</inkml:trace>
  <inkml:trace contextRef="#ctx0" brushRef="#br0" timeOffset="95974.905">1816 7943 5564 0,'0'0'9629'0,"0"0"-8073"0,-67 67-1080 0,43-34 304 15,0 0 844-15,4-1-144 0,8-6-543 0,4-7-661 16,8-6-276-16,0-4-132 0,0-2-64 16,4-4-9-16,7-3 21 0,6 0 76 0,3-3-124 15,3-7 100-15,1-2-16 0,1-7-36 16,-1 0-44-16,-5-2-92 0,1 6-20 15,-3 0-16-15,2 5-12 0,-3 6-124 16,4 4 328-16,-4 11 164 0,3 4 256 16,2 8-44-16,-5 2-52 0,-1 7-52 15,-2-1 4-15,-1 4 12 0,-9 4 32 0,-3-1 64 16,0-1-24-16,-11-1-36 16,-2 2-156-16,-6-10 72 15,-5 1 20-15,-4-4-96 0,-8-2-320 0,-8-4-388 0,-7-4-560 16,-5 1-1684-16,7-6-2417 0,-30 2-4043 0</inkml:trace>
  <inkml:trace contextRef="#ctx0" brushRef="#br0" timeOffset="96202.857">585 8671 4268 0,'0'0'2436'0,"0"0"-80"16,0 0-147-16,-80 22-197 15,76-16-272-15,4-6-544 0,4 0-348 16,16 0-64-16,8 0 32 0,12 0 216 0,12 0-56 15,12 0-244-15,7 0-199 0,9-6-169 16,8 0-72-16,7-5-88 0,9 3-204 16,8-3-48-16,3 5-84 0,9-2-24 0,-1 1 68 0,9-3 16 15,-1 4 0-15,0-4-184 16,1-3-61-16,-4 4-83 0,-5-7-160 16,-3 4-248-16,-9-5-504 0,1-1-808 0,-32 5-1752 15,27-9-1645-15</inkml:trace>
  <inkml:trace contextRef="#ctx0" brushRef="#br0" timeOffset="97113.723">10992 10274 4348 0,'0'0'6901'15,"0"0"-5069"-15,0 0-280 0,-7 92-104 0,7-54 88 16,-4 4-364-16,-5-1-508 0,5-3-368 16,-7-4-296-16,3-1-124 0,3-7 16 0,1-5-200 15,4-2-160-15,0-6-124 0,4-8-236 16,12 0-564-16,5-5-80 0,11-16-732 15,-5 2-2365-15</inkml:trace>
  <inkml:trace contextRef="#ctx0" brushRef="#br0" timeOffset="97334.181">12287 9518 11865 0,'0'0'4388'15,"0"0"-3552"1,0 0-116-16,-36 89 624 0,29-39-24 0,2 15-272 16,5 12-187-16,0 5-301 0,5 6-188 0,-1 7-128 15,3 0-208-15,1 1-36 16,-8-4-168-16,4-7-364 0,0-8-112 0,1-14-97 16,2-15-87-16,9-13-148 0,4-16-392 15,12-17-504-15,-4-2-1240 0,15-25-3621 16</inkml:trace>
  <inkml:trace contextRef="#ctx0" brushRef="#br0" timeOffset="97627.604">12972 9862 1892 0,'0'0'12573'16,"0"0"-11277"-1,-116 60-1196-15,69-29-36 0,-13 10 0 0,0-3 292 16,5 4-44-16,3-1 24 15,4-3-176-15,0-3-152 0,8 3-8 0,-3-2-148 16,2-5-4-16,10 1 64 0,4-7 88 16,6-6 12-16,9-3-12 0,12 0 12 15,0-4 164-15,8 7 32 0,8 4 80 16,12 5 108-16,8 4-24 0,12 3-40 0,4-7-48 0,3 1-136 16,1-7-96-16,8-2-52 15,-5-4-88-15,5-5 88 16,-8 3 80-16,4-8-80 0,-8-2-788 0,-1-4-128 0,5-4-56 15,-20-2-2076-15,16-13-5401 0</inkml:trace>
  <inkml:trace contextRef="#ctx0" brushRef="#br0" timeOffset="97837.998">13614 10140 8704 0,'0'0'9489'16,"0"0"-7901"-16,0 0-612 0,95 36-440 15,-50-30-48-15,2-3-123 0,1-3-137 16,0 0-128-16,-4-9-100 0,-1-4-72 0,2 0-156 16,-10-3-417-16,-3 4-487 15,-9-1-660-15,-10 3-2928 0,-13 1-4949 16</inkml:trace>
  <inkml:trace contextRef="#ctx0" brushRef="#br0" timeOffset="97989.919">13586 10382 7856 0,'0'0'9805'32,"0"0"-8237"-32,0 0-1076 0,0 0 44 0,0 0 52 15,108 38 396-15,-61-38-291 0,5-2-381 0,0-9-312 0,0-2-264 16,0-2-501-16,-5 2-259 0,-3 0-392 15,-8 1-1492-15,4 2-3697 0</inkml:trace>
  <inkml:trace contextRef="#ctx0" brushRef="#br0" timeOffset="100499.421">15522 9687 1292 0,'0'0'10233'16,"0"0"-8161"-16,0 0-740 0,0 0-476 16,0 0 420-16,0 0 76 0,0 0-356 0,0 0-224 15,0 0-284-15,0 0-232 0,0 0-72 16,64-13-16-16,-68 22-32 0,-7 11 8 0,-14 5-84 15,-3 7-60-15,-7 7-108 0,-10 1-40 16,6 2 4-16,-5-1 60 0,0 3-4 0,4 1 76 16,-4 1 0-16,8 3 4 0,1 2-40 15,7-1 0-15,4-2 36 0,8 0 0 16,8-4-36-16,8-3-12 0,0 0 60 16,16-2 0-1,12-1 0-15,4-3 72 0,7 0-64 0,6-4-8 16,-2-2-36-16,5-3-76 15,-4-5-168-15,0-4-392 0,-8-2-224 16,0 1-860-16,-12-3-2564 0,-5 7-4293 0</inkml:trace>
  <inkml:trace contextRef="#ctx0" brushRef="#br0" timeOffset="108307.814">16590 9811 1800 0,'0'0'796'16,"0"0"5384"-16,0 0-4744 0,0 0-247 16,0 0-317-16,0 0 88 15,0 0 44-15,0 0-220 0,0 0-156 16,-87 82-112-16,74-63-88 0,5 0-92 16,1-3 24-16,-1 3-24 0,4 3-52 15,4 1-48-15,-5 2-24 0,5 3-52 0,0 1-40 16,0 3 4-16,0 0-60 15,0 3 8-15,0-3 4 0,5-1-76 16,-5 1 0-16,0-1-8 0,4-2 4 0,-4 3-44 16,4-4 36-16,0-3-48 0,3-2-384 0,1-4-12 0,5 0 32 31,-2 0-172-31,6-3-244 0,-2-3-420 0,1 3-924 16,0-7-2137-16,-4 1-2707 0,4-4 6076 15</inkml:trace>
  <inkml:trace contextRef="#ctx0" brushRef="#br0" timeOffset="111579.474">17268 9843 2964 0,'0'0'8861'0,"0"0"-6729"0,0 0-756 0,0 0-428 0,0 0-148 16,0 0-8-16,0 0-64 0,0 0-88 15,0 0-124-15,39 79-76 0,-35-44-48 16,0 7-52-16,-4 5-36 0,0 3-108 16,0 1-116-16,-8 3-80 0,1-4-48 15,-6 2-24-15,5-8-40 0,1-6 4 0,3-5-136 16,4-8-404-16,0-6-256 0,0-7-92 16,0-5-1104-16,0-5-2496 0,4 2-3121 0</inkml:trace>
  <inkml:trace contextRef="#ctx0" brushRef="#br0" timeOffset="111757.851">17745 10315 8292 0,'0'0'7821'0,"0"0"-6829"0,-24 67-720 0,13-38-264 15,-5 3 92-15,4-1 308 0,-4-2 64 0,0-4-336 16,4-3-136-16,4-3-856 0,4-6-312 31,0-7-712-15,4 0-2749-16,0-6-4111 0,8-2 8740 0</inkml:trace>
  <inkml:trace contextRef="#ctx0" brushRef="#br0" timeOffset="112124.02">18220 9940 8596 0,'0'0'5073'0,"0"0"-3957"0,0 0-800 0,0 0-64 0,0 0 628 0,96 0 304 16,-73 4-316-16,1 2-336 15,0 1-288-15,0 2-144 16,0 4-40-16,-8 2 64 0,-5 4-52 0,-6 4-12 0,-5-2-60 0,-5 9 12 15,-10-2 0-15,-5 4 0 0,-4 0-4 16,-4 2-8-16,-3-1 0 0,7-5 0 16,-1-2-8-16,5-4 8 0,12-7 48 15,1-2-48-15,7-4-4 0,0-2-36 0,0-1 40 16,7 4 108-16,10-4 52 0,-2 0-24 16,6 1-52-1,-2-7-72-15,5 3 36 0,4-3-48 16,-4 0-72-16,0-3-260 15,4-4-268-15,0-5-176 0,4-4-152 0,4-3-852 0,-12 6-2512 16,15-12-4209-16</inkml:trace>
  <inkml:trace contextRef="#ctx0" brushRef="#br0" timeOffset="119769.009">18642 10401 7612 0,'0'0'4313'16,"0"0"-2065"-16,0 0-1652 0,0 0-344 15,0 0 388-15,0 0-148 16,0 0 320-16,16 80-264 16,-12-61-188-16,0-4-176 0,-4 4 28 0,0 4 24 15,0-4 20-15,-8-1-44 0,4 1-68 16,-4 0-92-16,0-2-48 0,-4-4-4 15,5-1-100-15,-2-5-24 0,1-1-356 16,4-3-284-16,1 0-268 0,-1-3-616 16,4-6-1012-16,0 2-2601 0,4-14-1675 0</inkml:trace>
  <inkml:trace contextRef="#ctx0" brushRef="#br0" timeOffset="120133.335">19144 10024 808 0,'0'0'11781'0,"0"0"-9681"0,0 0-1044 0,0 0-212 0,0 0 236 15,0 0-16-15,-83 82-192 0,66-54-332 16,6 4-320-16,-1 6-40 0,3 1 4 16,2-6 48-16,-1 0-96 15,4-8-132-15,4-6 0 0,0-6-4 0,4-3 12 16,7-4 72-16,2-3-40 15,2-3-44-15,10-3-8 0,-5-7-188 16,7-9-8-16,1 0-40 0,0-3 24 0,0-7-112 16,0 4 52-16,0-4-76 15,-4 1 36-15,0-1 76 0,-9 1 32 0,2-4 116 16,-9 3 88-16,-5 1-96 0,-3-3 104 0,0 1 0 16,-3 5 100-16,-5 6 60 15,-5 3 84-15,2 7-132 0,-6-1-16 0,2 10-84 16,-2 0 84-16,-2 0-36 0,-1 10-60 0,-4 2-40 15,0 4-156-15,4 0-24 0,-8 0-384 16,4 3-288-16,4 1-988 0,-3-1-1296 16,6-11-2605-16</inkml:trace>
  <inkml:trace contextRef="#ctx0" brushRef="#br0" timeOffset="120686.886">19802 9624 7552 0,'0'0'4093'15,"0"0"-2661"-15,0 0 20 16,0 0-320-16,80 22 160 0,-53-4-136 0,1 5-280 16,0 2-44-16,0 7-160 15,0 3-256-15,-8 3-100 0,-1 2 0 0,-2 2-60 0,-6-1-39 0,-7 1-117 16,1 0-4-16,-5-2-92 0,0-1-4 15,-9 2 8-15,-2-3-8 0,-10 0-96 0,-7 0-52 16,-4-3-93-16,1 0-99 0,-1-4 20 16,4-5-20-16,5-4-24 0,6-5-88 15,2-5-88-15,6-5-260 0,5-1-388 16,4-6-1396 0,4 0-2573-16,16-6-4043 0</inkml:trace>
  <inkml:trace contextRef="#ctx0" brushRef="#br0" timeOffset="120919.977">20550 10407 6156 0,'0'0'7173'16,"0"0"-4957"-16,0 0-1184 0,0 0-296 0,0 0 240 15,-4 80-164-15,-3-58-184 0,-1 0-212 16,-1-3-264-16,-2 0-152 16,-6 0-72-16,6 4-112 0,-10-5-428 15,-2 4-348-15,-5 3-264 0,0-1-896 0,4-6-2349 16,-15 11-1803-16</inkml:trace>
  <inkml:trace contextRef="#ctx0" brushRef="#br0" timeOffset="121463.538">21420 9757 1420 0,'0'0'10813'15,"0"0"-8481"-15,0 0-860 0,0 0-380 16,0 0 12-16,0 0-232 0,0 0 12 0,0 0-176 15,-17 98-172-15,10-50-12 0,-2 6-51 16,5 2-73-16,-8 5-24 16,5 2-88-16,3-1-44 0,-1 3-76 0,5-1-84 0,0 0-76 15,5-5 36-15,3-1-44 16,7-8-156-16,1-5-60 0,9-10-76 16,-2-3-180-16,8-10-60 0,6-3-77 0,7-6-147 15,4-4-364-15,3-6-864 0,-10 1-2588 16,13-4-4901-16</inkml:trace>
  <inkml:trace contextRef="#ctx0" brushRef="#br0" timeOffset="122629.449">22228 10017 10540 0,'0'0'2145'0,"0"0"-1009"0,0 0-488 16,0 0-28-16,0 0 84 0,0 0 112 0,-72 79 116 0,53-41-112 15,2 7-292-15,2 2-148 16,2 1 100-16,5-7 96 15,5-6-152-15,3-6-120 0,0-9-96 0,11-8 0 16,6-3-76-16,3-9-124 0,12 0-8 16,3-7-60-16,5-7-184 0,3-9-84 15,2-6-72-15,-10 0-4 0,-3 1 84 0,-4 0 64 16,-4 2 24-16,-8 1 84 0,0-1 12 16,-12 0 52-16,0 4 32 0,-4-3-132 31,0 0 24-31,-8 2-60 0,-4 2 20 0,4 2-132 0,0 6-16 15,-4 6-60-15,8 4 32 0,-4 3-112 0,0 10 60 0,1 5 52 16,2 5-940-16,1-2-1020 16,0 1-2453-16,0 4-1699 0</inkml:trace>
  <inkml:trace contextRef="#ctx0" brushRef="#br0" timeOffset="122816.358">22769 10379 7656 0,'0'0'6949'0,"0"0"-5529"0,0 0-428 0,0 0 160 16,0 67 80-16,-7-48-472 0,3-1-444 15,-4-1-316-15,4-2-88 0,-4 1-244 0,4 0-120 0,0-4-260 16,0 1-620-16,4-7-1644 0,0-2-4121 16</inkml:trace>
  <inkml:trace contextRef="#ctx0" brushRef="#br0" timeOffset="123430.19">23451 9826 12529 0,'0'0'1972'15,"0"0"-1176"-15,0 0-144 0,0 0 380 0,80 55-152 16,-64-37-212-16,0 5-188 0,-5-1-200 0,2 0-132 16,-6 4-60-16,-3-5-48 0,-4 5-36 15,0-1-4-15,-11 1 0 0,-2 2 0 0,-10 1-72 32,-5 3-52-32,-8 2-24 0,-4 2 24 0,-4-2 76 0,5 1-12 15,2-6-16-15,10-7 76 0,7-6 0 16,8-2 12-16,4-6 0 0,4 3 40 0,4-3 20 15,0-2 136-15,8 5 64 0,8 1 44 16,8-5-108 0,4-1-24-16,8 0-84 0,3-6-88 0,1 0-12 15,4 0-124-15,-4-9-340 0,-1-1-408 16,2-2-488-16,-13 1-1588 0,11-8-5769 0</inkml:trace>
  <inkml:trace contextRef="#ctx0" brushRef="#br0" timeOffset="123606.665">23965 10401 11057 0,'0'0'5776'15,"0"0"-4744"-15,0 0-500 0,-36 70 464 16,25-48 360-16,2-6-332 0,1 0-515 16,1-4-509-16,3-5-256 15,4-1-521-15,0 1-99 16,0-5-92-16,0 2-1020 0,4-4-2680 15,7 0-3245-15</inkml:trace>
  <inkml:trace contextRef="#ctx0" brushRef="#br0" timeOffset="123934.529">24384 10185 2540 0,'0'0'9701'16,"0"0"-6777"-16,0 0-1028 0,-52 83-580 15,40-58-124-15,3-3-92 0,5-6-260 0,4-3-319 16,0-4-181-16,13-3-108 0,6-2-156 16,5-4-76-16,8-4-168 0,4-5-124 15,0-4-48-15,4-6-37 0,0 1 1 16,-1-1-4-16,-7 0 88 0,-4 0 0 0,0 0 36 16,-8-1 60-16,0 1 184 0,-8-3 12 15,-4-1 68-15,-4 1 68 0,0 0 20 16,-4 0-56-16,-4 3-4 0,-4 3 76 31,0 3 36-31,-8 4-100 0,4 3-108 0,-4 2-8 16,1 4-40-16,-2 0 0 0,-2 4-76 15,-5 2-20-15,0 3-76 0,-4 1-184 0,0 3-184 0,0 0-484 16,-4-1-1440-16,4 1-2849 16,9-4-3771-16,-6 1 8440 15</inkml:trace>
  <inkml:trace contextRef="#ctx0" brushRef="#br0" timeOffset="124458.982">25611 9763 3392 0,'0'0'3308'0,"0"0"2201"0,0 0-4233 16,0 0-524-16,0 0 196 0,96 73 260 15,-73-45-324-15,1 7-152 0,0 6-4 0,-4 7 144 16,-4 0 216-16,-4-1-356 16,0-2-211-16,-4 3-193 0,-8-4-96 0,3 0-124 0,-3-2-108 15,-7 2 0-15,-5-6-120 0,-4 0-208 16,-4-2-49-16,-8-2-75 0,-3-2-180 16,-10-1-148-16,1-2-116 0,-8 1-724 15,1-5-1444-15,11-6-2993 0</inkml:trace>
  <inkml:trace contextRef="#ctx0" brushRef="#br0" timeOffset="125029.128">26710 10312 5444 0,'0'0'7145'16,"0"0"-6277"-16,0 0-640 0,0 0-24 15,-19 76 380-15,10-53 424 0,-3 2-176 0,-4-3-368 16,4 1-316-16,-3-1-140 15,3-3-4-15,-4-4-4 0,7-2-60 0,-2 0-252 0,-1-7-244 0,7 3-172 32,-2-5-360-32,3-1-544 0,-4-3-965 0,4 0-2907 15,0 0 2440-15</inkml:trace>
  <inkml:trace contextRef="#ctx0" brushRef="#br0" timeOffset="125657.837">26113 9518 5004 0,'0'0'8877'15,"0"0"-6809"-15,0 0-688 0,0 0-352 0,60 76 64 0,-41-50-64 16,5 0-88-16,4 2-55 0,4 1-217 16,4-1-284-16,0-2-104 0,4-1-100 0,3-3-72 15,5 0-8-15,4 1-52 0,7-1-44 16,-3-3-4-16,4 0-12 0,0-3-36 15,-4-1-4-15,0-2 40 16,-5 0-60-16,-3 0-24 0,-8-4-36 0,-4 4-12 16,-8-1-4-16,-4 1-32 15,-13 4 0-15,-2-3-16 0,-5 5-20 16,-8 4 108-16,-9 3 108 0,-10 2 0 0,-9 7 48 16,-8 1-40-16,-4-2-8 0,-8 8-4 15,-4-5-44-15,1 8-28 0,-9-1-20 0,0 6-196 16,4 2 27-16,0-2-211 0,9 1 12 0,3-4 160 15,5 2-148-15,11-8-308 0,4-3-456 16,8-3-352-16,4-3-4 0,7-7-348 16,6-3-801-16,3-6-2459 0,0-6 1100 15</inkml:trace>
  <inkml:trace contextRef="#ctx0" brushRef="#br0" timeOffset="129606.063">13013 12332 3696 0,'0'0'0'16,"0"0"128"-16,0 0 4552 0,0 0-3396 15,0 0-71-15,0 0-313 16,11-76-56-16,-7 63-76 0,0 0-132 16,0 4-56-16,0-4-76 0,1 2-36 0,-2 3-32 15,1 2-4-15,0-1 104 0,0-3 8 16,0 4-136-16,-4 3 64 0,4 3-164 0,-4-4-52 0,0 4-132 0,0 0-112 16,0 0 0-16,0 0-8 0,0 0-4 15,0 0 4-15,0 0 36 16,0 0-40-16,0 0-108 0,-4 4-40 0,-4 5 12 15,-3 4 0-15,-6 10-12 0,-3 5 52 16,-3 7-28-16,-5 6 60 0,0 6 56 16,0 4-116-1,-4 7-24-15,0-1-24 0,0-4 60 16,4 2 52-16,4-8-12 0,4-9 72 0,8-6 0 16,8-12-88-16,4-8 40 0,0-2-40 15,4-7 88-15,8-3 52 0,4 0 132 16,8 0-96-16,-4 0-12 0,0 0-64 15,0-3-12-15,-4 0-52 0,4 3-108 16,-8 6 124-16,4 7 36 0,-1 6 172 0,-2 3 40 16,-2 6-76-16,-3 7 0 0,1 0-76 0,-9 7 136 15,0-2 28-15,0 2-112 0,0-7-112 16,0-1-4-16,-5-4 0 0,1-5-108 16,0-3-24-16,4-6 24 0,0-7-244 0,0-2-216 15,0-4-172-15,8-3-300 16,1-3-672-16,2-4-264 15,1-2-1053-15,8-14-2779 0</inkml:trace>
  <inkml:trace contextRef="#ctx0" brushRef="#br0" timeOffset="129853.365">13419 12656 2468 0,'0'0'1044'15,"0"0"2976"-15,0 0-3088 16,0 0 68 0,0 0-20-16,0 0 553 0,0 0 27 0,0 0-292 15,0 0-336-15,83 91-164 0,-63-55-208 0,0 4 136 16,0 2-152-16,0-1-380 0,-4-3-164 16,0-6-124-16,0-4 16 0,-4-9-264 15,3-2-188-15,2-8-148 0,-1-9-212 0,-1 0-392 0,2-9-404 16,2-8-857-16,-2 5-2567 0</inkml:trace>
  <inkml:trace contextRef="#ctx0" brushRef="#br0" timeOffset="130036.991">13821 12550 888 0,'0'0'9000'0,"0"0"-7115"0,0 0-593 0,-76 61-284 0,53-26 140 15,-5 6 12-15,4 4-240 0,-4 2-260 16,4 4-192-16,-4-3-232 15,0 2-236-15,5-2-44 0,-5-3-188 0,3-4-164 16,5-6-112-16,5-7-40 0,2-6-192 16,6-5-492-16,-1-9-648 15,8-1-685-15,4-7-1779 0,0 0-724 0,12-13 4272 16</inkml:trace>
  <inkml:trace contextRef="#ctx0" brushRef="#br0" timeOffset="130210.378">13980 12922 10464 0,'0'0'1685'16,"0"0"-549"0,0 0-116-16,0 0 152 0,21 76-276 15,-21-51-284-15,0 7-140 0,-9 0-188 16,1 0-272-16,4 0-12 0,-3-4-124 16,-2-3-296-16,5-2-316 0,4-4-284 0,0-7-600 15,0-2-1284-15,9-7-2545 0,-1-3-30 16</inkml:trace>
  <inkml:trace contextRef="#ctx0" brushRef="#br0" timeOffset="130453.348">14475 13030 8020 0,'0'0'5293'0,"0"0"-4025"0,-17 70-912 0,13-42-156 0,0 8 380 16,-3-2 112-16,-1 1-356 0,-1-6-336 15,5-4 0-15,-3-6-436 0,3-3-372 16,0-6-404-16,0-3-864 16,4-7-2189-16,0 0-2219 15,0-14 5900-15</inkml:trace>
  <inkml:trace contextRef="#ctx0" brushRef="#br0" timeOffset="130779.908">14996 12674 7444 0,'0'0'6165'15,"0"0"-4633"-15,0 0-332 0,0 0 116 0,0 0-324 16,0 0-344-16,0 0-280 0,104-22-184 0,-69 6-184 16,6-4-60-16,-1-1-124 15,-1 5-208 1,2 1 36-16,-6 8 160 0,-3 3 96 0,0 4 100 16,-4 16 112-16,-4 6 180 0,-1 3 92 0,-2 11 68 0,-5 2 76 15,-5 4 300-15,-3-2-392 0,-4 4-179 16,-4-2-61-16,4 0-196 0,-4-3-16 15,0-6-80-15,0-3-25 0,0-9-15 16,5-1-116-16,-1-11-140 0,3-3-132 0,-3-2-84 16,4-4-8-16,1-7-208 0,6-8-900 15,1-4-1164-15,4-11-1985 0,-8 8-2435 16</inkml:trace>
  <inkml:trace contextRef="#ctx0" brushRef="#br0" timeOffset="130938.829">15749 12639 5700 0,'0'0'7749'0,"0"0"-6229"0,-47 67-976 0,23-34-56 16,0 4 800-16,-4 3-148 0,-4 6-204 16,4-5-324-16,5-3-268 0,-5-7-284 0,4 1-60 15,-1-3-368-15,6-4-452 0,-1-5-252 16,0-1-544-16,8-7-1504 16,4-5-3689-16,8-7 521 0</inkml:trace>
  <inkml:trace contextRef="#ctx0" brushRef="#br0" timeOffset="131158.554">15813 12922 5868 0,'0'0'5833'0,"0"0"-2685"0,80-13-2344 0,-56 10-592 16,4 0 272-16,-9 3 164 0,5 0-104 15,-7 6-132-15,-2 4 204 0,-7-1 440 16,1 4-760-16,-6 4-128 0,-3-3-124 16,-12 9-44-16,-3 3-8 0,-2-1 4 15,2-3 0-15,3-3-12 0,3-3-44 0,2-10 48 16,7 1-36-16,0-4 0 0,0-3-4 15,4 0-288-15,12 0-16 0,3-3-136 16,9-4-124 0,4-2-228-16,4-7-128 0,-8 7-2832 0,7-11-3445 15</inkml:trace>
  <inkml:trace contextRef="#ctx0" brushRef="#br0" timeOffset="131324.344">16287 13008 7428 0,'0'0'6981'0,"0"0"-6045"16,0 0-512-16,0 0 220 0,0 82 392 15,0-60-208-15,-3 0-296 0,-10-3-324 0,5 4-208 16,1-4-4-16,-10 0-168 0,2 0-372 16,-5-3-384-16,4 0-460 0,0-6-1256 0,4-7-3269 15</inkml:trace>
  <inkml:trace contextRef="#ctx0" brushRef="#br0" timeOffset="131660.81">16750 12512 4528 0,'0'0'9365'15,"0"0"-7333"-15,0 0-1540 0,0 0-216 0,0 0 260 16,35 67 392-16,-11-57-112 0,4-4-264 16,8 1-160-16,4-1-236 0,-1 2-80 0,2 3-32 15,-5 5-44-15,-5-1 0 0,-3 8 124 16,-7 2 80-16,-2 8 16 0,-7-3 12 16,-4 9 196-16,-4-4 129 0,0 0-145 15,-4-1-180-15,0-5-148 0,-4-6-84 0,0-4-4 16,0-4-68-16,4-5-100 0,0-7-188 15,0 0-165-15,0-3-155 16,0 0-40 0,0-10-52-16,8 1-608 0,0-10-1484 0,-1 1-2237 15,-2-1-2591-15</inkml:trace>
  <inkml:trace contextRef="#ctx0" brushRef="#br0" timeOffset="131787.771">17259 12665 6868 0,'0'0'7245'0,"0"0"-6269"0,-75 82-676 0,43-50 280 0,0 3 648 16,-4 0-164 0,5-6-388-16,3-4-436 0,0-3-240 15,4-6-604-15,-1 1-312 0,6-6-544 0,3 3-2488 0,8-14-4189 16</inkml:trace>
  <inkml:trace contextRef="#ctx0" brushRef="#br0" timeOffset="132028.497">17351 12811 1096 0,'0'0'10489'16,"0"0"-9105"-16,80-14-1092 0,-48 12-128 0,-4 2 436 16,0 0 564-16,-4 7 144 15,-9-1-412-15,-2 7-412 0,-2-4-348 0,-7 4-12 16,-4 6 148-16,0 0 60 0,0 0 0 0,-7 0 88 16,3-4-140-16,0-2-208 15,-5-2-72-15,9-3-8 0,0-2 8 16,0 1 12-16,4-3 136 0,9 2 36 0,-2 0-48 15,5 1-128-15,4-5-8 0,4 2-52 16,-8-4-388-16,4 0-160 16,-4-4 24-16,-4-2-252 0,-5-1-452 0,2-1-1220 15,-5 1-2221-15,-4-5-147 0</inkml:trace>
  <inkml:trace contextRef="#ctx0" brushRef="#br0" timeOffset="133159.025">17630 12939 3636 0,'0'0'2460'0,"0"0"1416"0,0 0-3516 0,0 0-352 16,0 0 72-16,0 0 280 15,0 0 337-15,0 0-57 0,0 0-216 0,0 0-52 0,0 0 292 16,8 8 376-16,-4-4-32 16,4-2-152-16,0 3-108 0,0 1-4 0,4-4-188 15,-4 1-288-15,0 4-80 0,0-4-68 16,0 1-44-16,-1 2-16 15,-3-4 28-15,5 5 20 16,-1-1 40-16,-1 1-12 0,6 3-28 0,-1-1 28 16,-1-3 48-16,2 4-64 0,2-1 16 0,2 1-4 0,-2-4-68 31,1 7-56-31,-4-7-8 0,4 7-12 0,-4-4-52 16,-4 4 4-16,-5 3-12 0,2 1 64 15,-5-3-152-15,-8 5 52 0,-4-2 44 0,-8 2 52 16,-3 0-36-16,-1-3 40 0,-1 0-40 15,1-1-148-15,0-5-88 16,5-4-204-16,2-3-80 0,6-3-124 0,3-3-292 0,4-6-560 16,4-7-1164-16,4 3-2173 0,12-15-2718 15</inkml:trace>
  <inkml:trace contextRef="#ctx0" brushRef="#br0" timeOffset="134423.87">18140 12372 11245 0,'0'0'2940'15,"0"0"-988"-15,0 0-500 0,0 0-204 16,0 0-292-16,0 0-368 0,0 0-248 15,88 44-48-15,-68-30-84 0,-1 2 0 0,6 3 8 16,-1-3-32-16,4 0-75 0,-5 2-49 16,5-1-8-16,0-5-40 0,0 4 84 0,0-4-12 15,0-1 12-15,-8-3-12 16,-5 3 4-16,2-5-28 0,-6 2 0 0,-3-1-56 16,1-3-4-16,-5 2-4 0,3-3-4 15,-3 4-4 1,-4-4 0-16,4-3-72 0,0 3 72 0,-4 0-52 15,4-3 56-15,-4 4 4 0,0-4-8 16,0 2-36-16,0-2 36 0,0 0-36 16,0 0 44-16,0 0-4 0,0 0-4 15,0 0 4-15,0 0-100 0,0 0 24 16,0 0 76-16,0 0-44 0,-4 0 40 16,4 4 0-16,0-1-88 0,-4 0 100 15,0 0 68-15,4 0-68 0,-4 4 0 16,1-1 0-16,-5 0 4 0,-1 1 56 15,1 2-56-15,-3 4 12 0,-6-1-12 0,6 5-4 16,-6 1-4-16,2 2 4 0,-1 2 8 16,0 0-8-16,0 3-76 0,0-2 76 15,4 2 72-15,4 1 48 0,0-5 12 16,0 2-12-16,4-4-20 0,0-3 8 16,4 0-24-16,0 0 0 0,0-7-36 15,0 1 16-15,8-4-56 0,-4 1-8 16,4-4-4-16,0 3-72 0,0-6-80 15,4 0-24-15,4 0-28 0,0-3-60 16,3-7-33-16,2 1 45 0,-1-4 0 0,-5 0 36 16,2 0 64-16,-2 1-16 0,2 3 76 15,-10-2-28-15,5 6 64 0,-4 2 60 0,-4-1 0 0,-4 4 72 16,4 0 12-16,-4 0-20 0,0 4 20 16,4-1 124-16,0 2-40 0,0 2 4 15,0 3-52-15,0 3 28 0,-4 2 44 16,4-2-31-16,0 6-5 0,-4 3-8 31,0 0 80-31,4 0 4 0,-4 4-52 0,0 0-68 16,0-1-16-16,0 4-84 0,-4-4-4 15,4 0 4-15,0-3 52 0,0 0-64 16,0 2 0-16,0-3 12 0,0 2-12 0,0-4-8 16,0 0 4-16,0-1 0 0,0-1 4 15,0-2 4-15,0-2-4 0,0-4 0 16,0 4-4-16,-4-4-80 0,-4 1-148 0,0-3-20 15,0 0-136-15,-3-1-113 0,-6-4-7 0,-3 2-64 16,1-2 56-16,-2-2-44 16,-3 0-80-16,5-6-224 0,-1-2-340 15,3-6-608-15,6-5-1180 0,-1-3-2429 0,3 3-599 16</inkml:trace>
  <inkml:trace contextRef="#ctx0" brushRef="#br0" timeOffset="138501.517">19383 12972 7948 0,'0'0'5517'15,"0"0"-3629"-15,0 0-868 0,0 0-572 0,0 0-100 16,84-19 412-16,-45 7-380 0,2-1-244 15,-2-3-136-15,1 1-196 0,-4 2-300 16,-5 0-324-16,-3 4-976 0,-11 3-2028 16,-6 6-2681-16</inkml:trace>
  <inkml:trace contextRef="#ctx0" brushRef="#br0" timeOffset="138670.808">19499 13158 1616 0,'0'0'9280'0,"0"0"-7227"16,0 0-625-16,0 0-320 0,0 0-36 0,0 0-80 16,0 0-284-16,87 0-448 0,-47-7-260 15,0 0-200-15,4-5-168 0,-1 2-664 16,2 4-764-16,-13-1-2461 0,11 1-3671 16</inkml:trace>
  <inkml:trace contextRef="#ctx0" brushRef="#br0" timeOffset="139587.842">21268 12037 1068 0,'0'0'1280'16,"0"0"5356"-16,0 0-4363 0,0 0-501 16,0 0-552-16,0 0 92 0,0 0-68 15,0 0-76-15,0 0-244 0,0 0-248 0,0 0-176 31,0-29-204-31,0 29-128 0,-5 6-156 0,-6 3-12 16,-10 11-228-16,2 8 4 0,-13 13 16 16,4 11 28-16,-3 7 180 0,3 8-4 0,-4 7-72 15,0 1-20-15,-4 1-16 16,4 0 52-16,4-9-40 0,8-13 100 16,9-15 0-16,2-14 92 0,9-12-92 0,0-5-124 15,9-1-132-15,2-3-4 0,6-1 100 0,-6 0 84 0,9-3-168 16,-4 2 56-16,4-2 28 15,-5 7 88-15,10 3 72 0,-5 9 48 0,-1 7 112 16,1 8 76-16,-3 7 196 16,-2 8-112-16,-3 1-160 0,-3 4-28 15,-6 0 28-15,-3 0-72 0,0 3-88 0,0 0-4 0,-7-2-96 16,-2-5-8-16,1-6-28 0,1-9-36 16,3-6-148-16,4-10-272 0,0-3-588 15,0-6-1424-15,11-7-3181 0</inkml:trace>
  <inkml:trace contextRef="#ctx0" brushRef="#br0" timeOffset="140974.599">21981 12397 9944 0,'0'0'2205'16,"0"0"-433"-16,0 0-644 0,0 0 4 0,0 0 44 15,0 0 12-15,0 0-364 0,0 0-384 16,0 0-268-16,0 0-36 15,0 0-132-15,-20 68 44 0,12-30 60 16,1 3 64-16,2 10-12 0,1 0-28 16,0 3 4-16,0-1-16 0,0 5-32 15,4-1 20-15,0-3-24 0,0-7-72 16,0-5 28-16,4-7-40 0,4-6-4 0,4-7-44 16,4-10-208-16,0-2-168 0,3-4-188 15,6-6-76-15,3 0-60 0,0-6-256 0,0-7-756 0,0-3-912 16,-9 4-1613-16,9-14-1663 0</inkml:trace>
  <inkml:trace contextRef="#ctx0" brushRef="#br0" timeOffset="141380.281">22443 12433 9608 0,'0'0'1925'15,"0"0"-925"-15,0 0-156 16,0 0 540-16,0 0-40 0,0 0-352 0,0 0-408 0,0 0-288 15,0 0-112-15,0 0 40 16,8 13 132-16,-4-7 148 0,0 4-88 0,0 2-144 0,1 4-28 16,2 6 24-16,-3 5 0 0,0 0 24 15,0 4-48-15,0 5-72 0,-4 2-124 16,3-3 24-16,-3 0-72 0,0 0 0 16,0-3-8-16,0-4-52 0,0-2-52 15,0-4 4-15,5-3-76 0,-1-6-376 16,0-4-124-1,4-2-160-15,-1 0-180 0,2-7-900 0,3 0-1036 16,-1 0-2517-16,2-7-1027 0</inkml:trace>
  <inkml:trace contextRef="#ctx0" brushRef="#br0" timeOffset="141892.16">23080 12741 4152 0,'0'0'7745'0,"0"0"-6149"0,0 0-732 0,0 0 124 0,0 0 344 16,0 0-76-16,0 0-260 16,0 0-368-16,0 0-272 15,5 67-176-15,-5-42-44 0,0-2-136 0,-5-1-4 16,1 3-120-16,-3-6-8 0,-1 0-40 15,0-2-392-15,3-3-124 0,-2-3-192 16,-1-5-188-16,8 0-632 0,-4-6-728 0,4 0-2545 16,4-12-1675-16</inkml:trace>
  <inkml:trace contextRef="#ctx0" brushRef="#br0" timeOffset="142144.523">23407 12395 4668 0,'0'0'7845'0,"0"0"-6381"0,0 0-348 0,0 0 480 0,0 0-32 0,28 67-284 0,-20-45-328 16,5 6-392-16,-2 1-180 16,1 2-52-16,-4 1-75 15,4 0-81-15,-4 0-100 0,-4 0-68 0,0-4-4 0,-4 4-12 16,0-6-96-16,0-1-245 0,0-3-147 15,0-6-120-15,-4-3-124 0,4-4-128 16,0-2-348-16,0-4-904 0,0-3-1112 16,4 0-2937-16</inkml:trace>
  <inkml:trace contextRef="#ctx0" brushRef="#br0" timeOffset="142583.423">23873 12795 6716 0,'0'0'7413'0,"0"0"-6237"16,0 0-860-16,0 0 172 16,0 0 540-16,0 0 136 0,0 0-288 0,21 73-424 0,-21-54-280 15,-4 6-168-15,-5-3-4 0,1 4-12 0,1-3-124 16,-1-8-60-16,4-2-356 0,-1-3-396 0,5-4-260 16,0-3-700-16,5-3-960 0,3-7-2097 15,3 0-879-15,10-14 4677 0</inkml:trace>
  <inkml:trace contextRef="#ctx0" brushRef="#br0" timeOffset="143054.325">24260 12522 8960 0,'0'0'5141'15,"0"0"-3125"-15,0 0-1360 0,0 0-260 16,0 0 584-16,0 0 400 0,-35 82-280 0,35-56-360 15,-5-4-336-15,5-3-247 0,0 3-33 16,0-6-76-16,8 0-40 0,-4-2 52 0,0-6-52 16,0-2-8-16,4 1-12 0,0-3-124 15,-4-2 4-15,4 1 120 0,-4-3-73 0,4 3-39 16,-5-3 16-16,2 0-48 16,3 0-16-16,-4 0-36 0,3 0 16 0,2 0 68 15,-1 0 16-15,0 0 8 0,-1 0-20 16,2 0 32-16,3-3 76 0,-1-2 12 0,2-6 64 0,2 2-64 15,2-3-60-15,-2-5-72 16,1 2 44 0,0-7-56-16,0 0-64 0,0-1-24 0,-4-6-28 0,0 1 16 31,-4-4-16-31,0 0 76 0,-4 4 72 0,-4-4 100 16,0 3 12-16,0 3 72 0,-12 1-20 0,4 3 72 15,-4 4-16-15,0 5 28 0,-4 0-36 0,4 7 36 16,-4 6-64-16,-4 0-72 0,1 9-12 15,-2 7-64-15,-3 6 32 0,0 7 44 16,1 6 64-16,-1 0-64 0,0 3-76 16,4-3-256-16,0 3-272 0,0-6-436 15,5 0-956-15,6-10-880 0,5-3-2221 16,0-7-843-16,8-8 5312 0</inkml:trace>
  <inkml:trace contextRef="#ctx0" brushRef="#br0" timeOffset="143335.024">24842 12237 7808 0,'0'0'4329'16,"0"0"-2681"-16,0 0-776 15,0 0 692-15,0 0 192 0,87 72-228 0,-59-47-464 0,-4 1-360 16,4 3-252-16,0-2-199 15,-4 6-21-15,-5-1-52 0,2-1-104 0,-10 4-8 16,2 4-68-16,-6-2-124 0,1 5 40 0,-4 2 84 16,1-2-48-16,-5-4-12 0,-9-6-136 0,-6-1-217 15,-6-5-59-15,-3-1-28 16,-4-6 12-16,1 0-100 0,-4-2-100 16,-1-6-312-16,-1-4-1160 0,6 0-2356 0,7-7-2841 15,-1-4 3518-15</inkml:trace>
  <inkml:trace contextRef="#ctx0" brushRef="#br0" timeOffset="143540.032">25750 12916 19241 0,'0'0'2428'0,"0"0"-2428"0,0 0-788 0,0 0 788 16,0 0 180-16,-20 75 540 0,16-52-379 16,-4-1-341-16,0 0-461 0,1 1-219 15,-6-1 108-15,-2-3-284 0,-2 6-1168 0,2-8-2264 16,-13 5-2433-16</inkml:trace>
  <inkml:trace contextRef="#ctx0" brushRef="#br0" timeOffset="144129.066">26698 12202 5336 0,'0'0'5088'16,"0"0"-2379"-16,0 0-1045 0,0 0-408 16,0 0-64-16,0 0-40 0,-16 88-156 0,16-50-188 15,-4 3-224-15,0 6-120 0,4 8-88 16,-4-1-23-16,-7 7 11 0,2 2-24 0,-2 0 144 0,-1-9-144 0,3-4-220 16,2-8-112-16,7-13-8 0,0-4-120 15,0-9-100-15,7-3-164 16,6-10-64-16,2 0-112 0,6-6-97 0,7-9-295 15,0-8-516-15,7-5-1180 0,-11 3-2144 0,16-16-2533 16</inkml:trace>
  <inkml:trace contextRef="#ctx0" brushRef="#br0" timeOffset="144442.066">27105 12503 8112 0,'0'0'6473'0,"0"0"-5149"0,-44 83-296 0,28-48 856 0,4-4 12 15,0-2-447-15,8-10-589 16,0-7-584-16,4-5-252 0,8-7-24 0,8 0-132 16,4 0-24-16,4-10-40 0,4-6-80 15,0-6-184-15,-1-3-149 0,1-5-219 16,-3 3 60-16,-6 4-68 0,-3-2 108 0,-4 3 184 16,-3 3 272-16,-6 0 272 0,-3 0 24 15,0 0 240-15,-3-1 128 0,-10 1 4 31,1 4-28-31,0 5-24 16,0 3 40-16,1 4-92 0,-2 3-204 0,2 7-88 0,-6 8-96 16,2 5-28-16,-2-1-8 0,6 3-64 15,-2 0-236-15,6-3-256 16,3 3-240-16,-4 2-1592 0,4-10-2193 16,-8 12-3875-16</inkml:trace>
  <inkml:trace contextRef="#ctx0" brushRef="#br0" timeOffset="144606.676">27578 12751 6384 0,'0'0'9397'0,"0"0"-7277"0,0 0-1552 0,0 0-356 16,0 0 440-16,9 76 608 16,-9-60-544-16,-4 3-568 0,-1-3-148 15,5-4-416-15,0 4-316 0,0-3-72 0,0 0-356 16,0-4-992-16,0-3-2396 15,0 0-2429-15</inkml:trace>
  <inkml:trace contextRef="#ctx0" brushRef="#br0" timeOffset="144955.679">27937 12303 588 0,'0'0'6764'15,"0"0"-1919"-15,0 0-2653 0,0 0-632 16,0 0-120-1,0 0 32 1,28 83-172-16,-24-53-144 0,0 6-207 0,0 2-161 16,1 4-280-16,-5-2-208 0,4-1-104 0,-4-1-156 0,3-3-40 15,1-4-72-15,-4-2-232 0,4-1-216 16,0-5-132-16,0-4-101 0,0 0-111 0,1-6-332 16,-2-3-676-16,1-4-1096 15,0-6-1989-15,0 0-2567 0,4-4 5868 0</inkml:trace>
  <inkml:trace contextRef="#ctx0" brushRef="#br0" timeOffset="145135.173">28340 12789 9020 0,'0'0'7989'0,"0"0"-5705"0,0 0-1560 0,0 0-224 0,-24 67 512 15,20-52-51-15,-8 1-501 16,8 0-460-16,-3-3 0 0,-2-4-472 0,1 0-269 15,0 1-283-15,1-3-616 0,-2 0-2092 16,-3-5-1505-16,5 2-3795 0</inkml:trace>
  <inkml:trace contextRef="#ctx0" brushRef="#br0" timeOffset="145506.709">28783 12372 10708 0,'0'0'4789'16,"0"0"-4361"-16,0 0-376 0,0 0 924 16,-28 90 896-16,15-55-172 0,5 0-568 15,1 2-655-15,7-4-297 0,0-8-96 0,0-3-72 16,3-6-12-1,9-3-128-15,4-4-88 0,4-6-101 16,0-3-47-16,8 0-100 0,0-9-12 0,4-4-88 16,0-3-24-16,-4-3-76 15,0-3-24-15,0 0 204 0,-5-1 320 16,-7 1 164-16,-4 0 8 0,-4-3 116 0,-4-1 0 16,-4 1 52-16,-7 0-164 0,-6 1 236 0,1 6-40 15,-8 5 104-15,5 7-32 0,-9 6-108 16,-4 0-172-16,0 9-92 15,0 5-44-15,-4-6-24 0,8 5 0 0,0-1-472 16,0-5-560-16,8 0-2708 0,-3-4-2785 0</inkml:trace>
  <inkml:trace contextRef="#ctx0" brushRef="#br0" timeOffset="145737.879">29348 12183 7564 0,'0'0'7729'16,"0"0"-6257"-16,0 0-728 0,0 0 604 15,96 75 60-15,-72-52-212 0,-9 2-395 0,5 1-437 16,-3 6-340-16,-6-1-24 0,1 4-156 0,-12 0-40 16,0 6-32-16,0 3-153 0,-16-3 5 15,0 4-48-15,-8-3-76 0,-8-1-28 16,-4-3-256-16,-3 0-400 0,-9-3-976 0,12-9-1872 15,-28 8-1741-15</inkml:trace>
  <inkml:trace contextRef="#ctx0" brushRef="#br0" timeOffset="146327.758">29866 12786 6108 0,'0'0'1432'16,"0"0"3317"-16,0 0-3053 0,0 0-180 15,32 82 164-15,-32-53-20 0,-8 2-644 0,-8 5-624 16,-8 2-392-16,-4 3-24 0,0-3-196 16,-8 0-516-16,0-4-360 0,8-4-872 15,-23 10-4145-15</inkml:trace>
  <inkml:trace contextRef="#ctx0" brushRef="#br0" timeOffset="148883.192">30575 12153 1396 0,'0'0'376'16,"0"0"3932"-16,0 0 260 0,0 0-2895 0,0 0-625 15,0 0-108-15,0 0-44 0,0 0-92 16,0 0 200-16,0 0-284 16,0 0-188-16,0 0-16 0,0 77 40 15,-4-51-56-15,1 2-84 0,-6 3-72 16,1 4-64-16,-3 4-72 0,2-5-16 0,1 5-68 16,0-1-52-16,5 1-60 0,-1-6-12 15,4 3-80-15,0-5 16 0,4-2-8 16,3-7-12-16,10-3-296 0,2-3-92 15,5-2-180-15,0-9-144 0,4 2-340 0,-1-7-776 16,6 0-1204-16,-14-4-3369 0</inkml:trace>
  <inkml:trace contextRef="#ctx0" brushRef="#br0" timeOffset="149236.315">30965 12332 3724 0,'0'0'7573'16,"0"0"-5637"-16,0 0-780 0,0 0-136 15,0 0 212-15,0 0-88 0,0 0-316 16,-55 84-324 0,46-57-172-16,6-5-84 0,-1 0-4 0,4-3-36 0,0-6-24 0,0 0-100 15,0-4-76-15,0-3-8 0,7 0 0 16,-2-6-160-16,7 0-48 0,-1 0 0 15,6-3-48-15,2-6-76 0,5-7-72 0,0 0-52 16,4-3-28-16,-4 0-36 0,0-3-40 16,-4 3-52-16,-4-3-16 0,0 0-16 0,-9 0-16 15,2-1 116-15,-9 1 356 0,0 6 188 0,-4 0 180 16,-8 7 228-16,0 2-56 0,-4 4-160 0,0 3-116 16,0 3-76-16,-3 4-140 15,2 5-12-15,-3-2-40 0,5 2-352 16,-2 4-1116-16,2 0-2925 0,2-7-1623 0</inkml:trace>
  <inkml:trace contextRef="#ctx0" brushRef="#br0" timeOffset="149413.647">31372 12503 2672 0,'0'0'4548'0,"0"0"1413"0,0 0-4297 0,0 0-80 15,0 0 84-15,-8 69-180 0,0-52-472 0,0-2-616 0,0 2-400 16,0-5-156-16,4-2-260 0,0-1-344 16,0-3-284-16,4 1-416 15,0-1-1368-15,0-6-2037 0,4 3-1615 0</inkml:trace>
  <inkml:trace contextRef="#ctx0" brushRef="#br0" timeOffset="149781.847">31743 12281 7584 0,'0'0'3969'0,"0"0"-1629"0,0 0-1452 0,0 0-396 0,0 0 412 15,-41 69 484-15,37-47-328 0,1 3-456 16,-1-1-248-16,4 1-148 0,0-3 60 15,0-3-48-15,4 0-12 0,3-3-96 0,2-6-64 16,-5 2-48-16,4-6-52 16,3-3-204-16,2-3-112 0,-2 0 12 15,6 0 24-15,2-9-12 0,5-7 12 0,0 0-12 0,0-3-112 16,-1-3-68-16,2-3-124 16,-1-5-80-16,-8 3 88 0,0-2 148 0,-5-3 276 15,-6 4 216-15,-5-1 252 0,0 7 204 16,-9 3 44-16,-6 5 56 0,-5 6-216 15,-5 8-116-15,2 0-152 0,-5 8-56 0,4 6-4 16,0 2-12 0,5 0-128-16,-1 0-132 15,7 3-544-15,1-10-900 0,-3 10-3965 0</inkml:trace>
  <inkml:trace contextRef="#ctx0" brushRef="#br0" timeOffset="150351.819">32280 12471 3588 0,'0'0'2304'16,"0"0"3561"0,0 0-3465-16,0 0-612 0,13 70-160 0,-13-45-148 0,0 4-72 0,-9-3-228 15,-2 2-487-15,-1-6-305 0,-1 0-168 16,2-3-172-16,-2 1-48 0,2-8-44 16,7-3-104-16,0-5-348 0,0-1-317 15,4-3-187-15,0 0-360 0,4-3-852 0,0-3-2352 16,7-11-2049-16</inkml:trace>
  <inkml:trace contextRef="#ctx0" brushRef="#br0" timeOffset="150582.439">32714 12081 1344 0,'0'0'8092'0,"0"0"-3923"0,0 0-2009 0,0 0-272 0,4 79-184 16,1-50-212-16,-5 5-299 16,0 5-333-16,0 2-184 0,4 0-96 0,-4 1-232 15,0-5-236-15,0-2-112 0,0-6-84 16,0-4-204-16,0 2-136 0,0-9-108 0,4-3-192 16,-4-4-89-16,4-3-259 0,0-4-644 0,-1-4-972 15,1 0-3169-15,5-6-3947 0</inkml:trace>
  <inkml:trace contextRef="#ctx0" brushRef="#br0" timeOffset="150895.4">33117 12065 3860 0,'0'0'364'15,"0"0"2136"-15,0 0 1721 0,0 0-2489 16,0 0-328-16,52 76 84 0,-41-51-68 16,2 6-232-16,-5 2-228 0,-1-1-148 15,2 3-116-15,-1 0-208 0,-4-1-208 16,0-3-148-16,-4 2-120 0,0-5-12 0,0 1-84 15,-8-4-232-15,0 2-208 0,-4-9-272 0,-4 1-332 0,0-4-668 16,0-4-2036-16,-4-2-1509 0,4-6-2398 16,0-3 7739-16</inkml:trace>
  <inkml:trace contextRef="#ctx0" brushRef="#br0" timeOffset="151553.074">33408 11649 2980 0,'0'0'76'0,"0"0"7624"0,0 0-5287 15,0 0-753-15,0 0-260 0,0 0-204 0,0 0-192 16,0 0-364-16,0 0-196 0,0 0-140 15,0 0-144-15,16 35-44 0,-8-32-116 16,0 0-4-16,0-3-44 0,-1 3 40 16,2 0-64-16,-1 1-28 0,0 2 16 15,-1 0 0-15,-3 4 8 0,5 2 8 16,-5 7 68-16,-4 4 72 0,0 5 28 16,-8 7-16-16,-5 7-12 0,2 2 16 15,-9 0 20-15,0 3 28 0,0 2-12 16,0-2-40-16,8-2-36 0,-4-5-40 0,8-4 104 15,4-4 56-15,4-4-80 0,0-2-4 0,0-1 60 16,0-5 88-16,0 2 585 16,0 0-285-16,4 0-216 15,-4 0-76-15,4 4-132 0,-4-4-36 0,0 3-72 0,0-3-44 16,0 3-220-16,0-6-256 0,4 6-40 16,0-5 39-16,0 2 33 0,4 4 36 0,-4-4 88 15,0 4 192 1,-4-1 172-16,0 4 12 0,0 1 332 15,0 6 56-15,0 5-44 0,-4 5 224 16,0-2 149-16,4-4-121 16,0-1-608-16,0-4-108 0,-4 0-268 0,4-7 36 15,-4 3 24-15,0-6-73 0,4-1-75 0,-4-2-192 16,0-6-336-16,0-7-736 0,4-3-2884 16,-8-6-5029-16</inkml:trace>
  <inkml:trace contextRef="#ctx0" brushRef="#br0" timeOffset="151669.044">33152 13449 15529 0,'0'0'6745'16,"0"0"-6745"-16,0 0-1169 15,0 0 521-15,0 0 136 16,-75-9-1220-16,51 2-4196 0</inkml:trace>
  <inkml:trace contextRef="#ctx0" brushRef="#br0" timeOffset="154290.648">21368 14979 156 0,'0'0'1228'0,"0"0"-876"0,0 0 6408 0,0 0-4071 16,0 0-561-16,0 0-592 0,0 0-152 15,0 0-160-15,-77-47-296 0,58 44-164 0,-5-1-212 16,0 4-212-16,-4 4-156 0,4 5 72 16,-3 7 124-16,3 7 336 15,7 5-375-15,-2 7-85 0,2 4-16 16,6 1 284-16,-2-1-164 0,6-1-200 0,-1-7-112 15,8-6-40-15,0-5-8 0,0-5-72 16,0-9-76-16,4 1-60 0,3-7 208 16,6 0 12-16,-1-3-12 0,3-10-168 0,9-6 8 15,-4-6-104-15,5-4-88 0,-2-3-49 16,1-3-135-16,0-2-244 0,4-2-212 16,-4-5-116-1,4-1-168-15,4-9-264 0,-9-3 60 16,5-6-60-16,-4-3 60 0,-4-1 255 0,0 0 229 0,-4 3 384 0,-4 4 612 15,-4 9 300-15,-4 10 400 0,4 10 88 16,-8 12 193-16,4 8 191 0,-4 5 104 0,0 6-8 31,0 0-56-31,0 0-96 0,0 6-260 16,0 7-140-16,0 6-136 0,0 7 56 0,0 6 0 16,4 5-136-16,-4 8 0 0,0 6 57 0,0 6-157 15,0 3-48-15,0 7-144 0,-4 3-88 16,-8-3-36-16,3-1-72 15,-2-2-12-15,3-7-64 0,-4 0-32 0,0-7-100 0,4-8-152 16,1-1-128-16,-2-11-57 16,5-5-151-16,4-10-96 0,0-8-300 0,13-4-564 15,-2-3-1564-15,5-6-3221 0,4-13-1190 0</inkml:trace>
  <inkml:trace contextRef="#ctx0" brushRef="#br0" timeOffset="154461.928">21762 15137 664 0,'0'0'12141'0,"0"0"-9981"16,0 0-1328-16,0 0 208 0,0 87 608 15,0-62-308-15,0-2-532 0,-5-5-408 0,5 1-312 16,0-2-88-16,0-6-184 0,0 0-436 16,0-5-252-16,0-2-88 0,0-4-76 15,0 0-904-15,5 0-2208 0,3-21-2377 16</inkml:trace>
  <inkml:trace contextRef="#ctx0" brushRef="#br0" timeOffset="154691.849">22077 14913 11429 0,'0'0'5680'15,"0"0"-4392"-15,0 0-648 0,0 0 268 16,0 0 556-16,0 0-435 0,0 0-337 16,107 16-376-16,-70-20-316 0,2-2-52 0,-7 0-188 15,0-3-244-15,-8-2-232 0,-1 5-209 16,-10 3-687-16,-6 0-1284 0,-3 3-2789 0,-8 6-2255 16</inkml:trace>
  <inkml:trace contextRef="#ctx0" brushRef="#br0" timeOffset="154843.58">22152 15090 6412 0,'0'0'2468'16,"0"0"1917"-16,0 0-3341 16,0 0-48-16,0 0 548 0,0 0 44 0,0 0-224 0,0 0-324 15,88 57-396-15,-64-57-304 0,4 0-303 16,-4-6-37-16,4-6-281 0,-5-1-255 16,1-6-292-16,0 3-424 0,1-6-988 31,-10 9-3408-31,9-9-5137 0</inkml:trace>
  <inkml:trace contextRef="#ctx0" brushRef="#br0" timeOffset="155109.059">22853 14509 3636 0,'0'0'8021'0,"0"0"-5225"0,0 0-580 0,0 0-320 0,0 0-228 0,49 89-316 16,-38-54-307-16,-3 9-209 0,1 1-208 0,-2 5-208 15,1 5-228-15,0-1-92 0,-4 3-100 16,1-4 0-16,-2 2-88 0,1-1-236 16,-4-10-136-16,0-2-120 15,0-7-96-15,0-10-197 16,0-3-479-16,4-6-880 0,4-3-2504 0,-4-6-4089 0,0-4 5957 15</inkml:trace>
  <inkml:trace contextRef="#ctx0" brushRef="#br0" timeOffset="156326.498">27140 14789 340 0,'0'0'10649'0,"0"0"-8201"0,0 0-1128 0,0 0-428 15,0 0 76-15,0 0 104 0,-83-19 0 0,71 19-224 16,0 2-284-16,-4 9-148 16,4 2-112-1,-8 9 12-15,1 9 244 0,-2 4-3 16,1 10-217-16,1 3-48 0,6-4 32 16,2 0-44-16,3-9-112 0,3-6-96 15,5-7-72-15,0-7-12 16,5-9-120-16,7 1-12 0,4-7 20 15,3-7 4-15,5-4-180 0,8-9-124 0,0-9-24 16,4-2-173-16,0-4-183 16,-5 0-148-16,1-4-32 0,0 5-28 15,-4-7-232-15,0-1-192 0,0-2 80 0,-4-7-200 0,-4 0 151 0,0-3 669 0,-8 1 376 16,-4 4 360-16,-4 5 76 16,0 6 224-16,-4 10 280 0,0 9 321 0,0 9 243 0,0 7-24 15,0 3-308-15,0 0 72 0,0 7 208 16,0 8-180-16,0 7-172 0,-8 10-160 15,4 6-88-15,-5 7 60 0,2 6 108 16,-5 0-184-16,0-1-344 0,-4 0-132 16,5-1-356-1,-10-5-412-15,5-2-176 0,0-8-216 16,0 2-1064 0,4-8-2673-16,1-9-4155 0,6 0 8100 0</inkml:trace>
  <inkml:trace contextRef="#ctx0" brushRef="#br0" timeOffset="156523.593">27396 14998 3876 0,'0'0'4796'16,"0"0"413"-16,0 0-3969 0,0 0-296 0,0 0 752 16,0 0-156-16,83 26-472 0,-70-20-436 0,-2 1-292 15,-3-1-200-15,1 0-140 0,-2 0-96 16,1 4-112-16,0-1-120 0,-4 1-4 16,-4 6 140-16,0 0 56 0,0 0 136 15,0-1 8-15,0 1 188 0,4-2 12 16,0-2 36-16,0-3-52 0,4-2-44 0,3-4-148 15,2-3-160-15,7 0-376 0,3-10-76 0,5-5-172 16,4-5-324-16,-8 4-1328 16,8-12-3137-16</inkml:trace>
  <inkml:trace contextRef="#ctx0" brushRef="#br0" timeOffset="156709.827">27885 14707 7292 0,'0'0'5145'0,"0"0"-2529"0,0 0-1404 0,0 0-68 15,80 11 364-15,-48-7-256 16,0-1-532-16,4-3-428 0,-4 0-292 0,3 0-244 16,-7-7-440-16,0 5-344 0,-8-5-304 15,-4 7-1468-15,-7 0-3813 0</inkml:trace>
  <inkml:trace contextRef="#ctx0" brushRef="#br0" timeOffset="156870.977">27986 14938 5488 0,'0'0'9517'16,"0"0"-7633"-16,0 0-1104 0,0 0 912 15,0 0-152-15,0 0-519 0,83 32-485 0,-59-32-488 16,8-7-48-16,-4-5-424 0,3-4-269 15,1 0-367-15,0-3-932 0,-8 3-3252 16,4-9-4701-16</inkml:trace>
  <inkml:trace contextRef="#ctx0" brushRef="#br0" timeOffset="157226.825">28727 14507 7796 0,'0'0'4189'0,"0"0"-3229"16,0 0-704-16,0 0 444 0,103-4 1168 0,-75 10-252 15,0 3-736-15,-4 12-472 0,4-2-128 16,-5 2-156-16,-3 5-24 15,-3 2-88-15,-6 4 72 16,-3 0-20-16,-4 10-60 0,0-4 352 0,-4 3 864 0,-12 0-636 0,-3-3-392 16,-6-3-144-16,1-1-48 0,9-2-48 15,-2-3 48-15,13-4 293 0,0-5-109 16,9-5 372-16,6-2-192 0,9-4-308 0,12 1-56 16,12-4-72-16,8-6-36 0,12 0-452 0,-1-3-497 15,9-7-431-15,-24 5-1412 0,28-9-6785 16</inkml:trace>
  <inkml:trace contextRef="#ctx0" brushRef="#br0" timeOffset="165724.015">27679 9750 6492 0,'0'0'3888'15,"0"0"-1115"-15,0 0-1169 0,0 0-724 16,0 0-288-16,0 0 432 0,99 3-268 16,-71-3-312-16,4-6-344 0,0-1-100 0,0-2-296 0,-4 0-336 15,0-4-412-15,-4 0-1084 0,-5 4-2449 16,-6-2-3679-16</inkml:trace>
  <inkml:trace contextRef="#ctx0" brushRef="#br0" timeOffset="165876.246">27703 9887 6952 0,'0'0'6293'0,"0"0"-4605"0,0 0-620 0,0 0-252 0,0 0 92 0,0 0-128 16,0 0-512-16,99 9-268 0,-59-15-592 15,8-8-360-15,-1 2-716 0,-15-1-1480 16,20-6-3725-16</inkml:trace>
  <inkml:trace contextRef="#ctx0" brushRef="#br0" timeOffset="179017.196">23100 12611 4144 0,'0'0'1144'15,"0"0"3412"-15,0 0-3139 0,0 0-185 16,0 0-56-16,0 0 64 0,0 0-268 16,0 0-356-16,0 0-516 0,0 0 0 15,0 0 0-15,40-64 12 0,-24 51 36 0,-4 4-36 0,1-4 52 16,-2 7 32-16,1-3 80 0,-4 2 116 15,4 1 80-15,-4 0-80 0,0-1-160 16,0 1-108-16,0-1-76 0,0 1 64 16,0 3 0-16,0-3-100 0,0 2 36 0,-1-2-44 15,-2 3 8-15,3-4-8 16,0 5-4-16,-1-3-60 0,2 3-40 0,-1-1 16 0,3 0 72 16,-3 3 12-16,1 0 64 0,-2 0-52 0,1 0 100 15,1 3-64-15,-1 2 24 16,-1 2-68-16,1 0 4 0,1 2 40 15,-2-2-48-15,1 3 16 0,-4-4 32 0,4 0-44 16,0 0 0-16,-4 4-4 16,4-4-4-16,-4 1 4 15,5 2 12-15,-6 4 0 0,5 0 36 0,-4 2 40 0,-4 4 44 16,4 1 148-16,-4 2-132 16,0 0-140-16,-4 0 40 0,0 4 12 0,0-4-60 15,-3 0-4-15,2-3-44 0,-3 4 36 16,4-4 4-16,0-5 0 15,0 3-4-15,1-1 8 0,-2 0-56 0,1-4 52 0,0 5 0 16,-4-5-40-16,4 1 48 16,1-1 0-16,-6 1 4 0,5-4-4 15,0 4-16-15,0-2 16 0,0-3-12 0,1 2-60 16,-1-3 60-16,4-4-36 16,0 0 36-16,-4-1-36 0,4 2-52 15,-5-4-48-15,5 3 28 0,0 1 36 0,-4 2 20 16,0 0-8-1,0 1-16-15,-3 2 76 0,3-3 0 16,-5 1-36-16,5-1 48 0,0-6 12 0,1 3-4 16,-1 0 52-16,4-3-8 0,0 0 44 15,0 0-8-15,0 0-16 16,0 0-12-16,0 0 112 0,0 0-12 0,0 0-16 16,4 0-8-16,-1 0-40 0,9 0 4 0,1-3 20 15,2-3 112-15,5 0-12 0,1-1-40 16,-2-3 28-16,5 3 37 0,-4 2 55 0,8-2-80 15,-5-2-40-15,5 3-32 0,0 3-52 16,0-4 0-16,-4 4 0 0,4-4 0 16,-3 4-24-16,-6 1-8 0,1-2-60 15,-4 2-4-15,-4 2-8 0,0-5-4 0,-5 5-4 16,-2 0-56 0,-1 0 60-16,0 0-60 0,-4 0-36 15,0 0-36-15,0 0-40 0,0 0-20 16,0 0-16-16,0 0 4 0,0 0-76 0,0 0-61 15,0 0-59-15,0 0-4 16,-4 0-24-16,4 0-96 0,-4 0-276 0,-5 0-212 16,2-2-712-16,-5 2-1056 0,0-4-2545 15,-8 4-2678-15,88 6 8014 0</inkml:trace>
  <inkml:trace contextRef="#ctx0" brushRef="#br0" timeOffset="188006.557">2999 13602 5640 0,'0'0'10273'0,"0"0"-8525"0,0 0-1104 0,0 0-396 15,-43-80 132 1,31 61 224-16,0 3 348 0,0 4-292 0,0 2-116 16,-4 7-127-16,5-1-117 0,-6 4-80 15,6 0-4-15,-6 0-68 0,-3 0-40 16,1 7-108-16,-5 3-40 0,-8 12-92 0,-4 9-40 15,-4 20 16-15,0 13 24 0,0 18 32 0,9 9 100 16,-1 5 24-16,11 0 232 0,10-4-124 16,7-6 4-16,4-13 20 0,8-10-12 15,7-13-48-15,5-4-32 0,1-15-56 0,7-6 108 32,0-6 244-32,3-5-164 0,1-9-76 15,4-1-84-15,0-4-36 0,-4-7-84 0,-1-2-48 0,-3-7-4 16,-4 0-104-16,-4-3-124 0,-8-3-84 15,0 0-264-15,-8-4-677 0,-4 0-1027 16,0 5-2652-16,-16-8-2097 0</inkml:trace>
  <inkml:trace contextRef="#ctx0" brushRef="#br0" timeOffset="188151.249">2673 14252 12657 0,'0'0'5492'15,"0"0"-3980"-15,0 0-800 0,0 0 104 0,0 0 337 16,0 0-257-16,0 0-364 0,96-6-292 15,-68-7-240-15,0-6-460 0,-5 0-352 16,5-6-437-16,-8-1-767 0,0 1-852 16,-8 6-2164-16,-4 3-2049 0</inkml:trace>
  <inkml:trace contextRef="#ctx0" brushRef="#br0" timeOffset="188299.311">2936 14164 5532 0,'0'0'6857'0,"0"0"-3837"0,0 0-1576 0,0 72-808 16,3-46 416-16,2-1 296 0,3 4-260 0,-4-4-332 15,4 0-271-15,-1-2-181 0,-2-7-184 16,-1 0-120-16,0-4-348 0,4 1-345 16,-5-4-183-16,6 1-136 0,-1-4-564 15,7-6-1460-15,2-3-2901 0,-6-6-1635 16,17-20 6396-16</inkml:trace>
  <inkml:trace contextRef="#ctx0" brushRef="#br0" timeOffset="188552.429">3848 13598 6916 0,'0'0'6577'16,"0"0"-4765"-16,0 0-1096 15,-31 92-160-15,14-47 908 0,-6 6 52 0,3 6-332 0,-8 9-488 16,-4 4-432-16,0 3-152 16,-8 10-112-1,-8 6-84-15,-8 5-100 0,-4 12-60 16,-7 2 52-16,-8 6 180 0,-2 4 12 0,-2 2 72 15,-1-2 96-15,5-8-116 0,6-1-28 16,6-7-16-16,8-11 124 16,7-12-132-16,4-9-48 0,7-9-48 0,14-13-52 0,7-16 64 15,4-10-220-15,8-13-64 0,4-9-388 16,0-6-648-16,12-17-656 0,0 4-848 16,8-35-2493-16</inkml:trace>
  <inkml:trace contextRef="#ctx0" brushRef="#br0" timeOffset="188792.662">3378 14865 3920 0,'0'0'1784'0,"0"0"5593"0,0 0-5533 0,0 0-864 16,40 76 732-16,-28-38-24 0,0 7-440 0,-4 3-344 15,3 2-307-15,-2 0-213 0,-1 5-240 16,-4-1-144-16,-4-3-184 0,0 0-152 15,0-4-165-15,-8-9-47 16,4-2 72-16,4-14-108 0,0-4-16 0,0-11-236 16,8-7-216-16,0-3-976 0,4-16-880 15,4-6-1565-15,0 2 37 0,12-25 920 16</inkml:trace>
  <inkml:trace contextRef="#ctx0" brushRef="#br0" timeOffset="189036.762">3936 14859 1580 0,'0'0'2268'15,"0"0"3432"-15,0 0-1119 0,0 0-3617 16,-48 82-564-16,24-44 140 0,-3 4 276 16,-1-1 104-1,0 4-204-15,4-1-284 0,-4-4-76 0,7-1-148 16,2-7-100-16,7-4-104 0,4-2 0 16,0-7 132-16,4 0 8 0,4-7-8 0,0 5 24 15,4-4 256-15,4 2-28 0,0-2-108 16,4 3-84-16,4-1-40 0,0-2 4 15,3 3-75-15,2-3-73 0,-5-3 36 16,-1 2-48-16,2-2-165 0,-6-2-227 0,6 3-180 16,-2-5-208-16,2 1-532 0,-6-5-1276 15,13-2-3181-15</inkml:trace>
  <inkml:trace contextRef="#ctx0" brushRef="#br0" timeOffset="189686.878">5059 15265 10500 0,'0'0'1585'16,"0"0"-845"-16,0 0-112 0,77-86 716 16,-49 58-72-16,3 2-272 0,1 5-252 15,0 4-108-15,4 2-60 0,-1 5-76 0,1 0-52 16,5 4-196-16,-2 3-96 0,-3 3-100 0,0 0-12 16,-1 3 76-16,1 6-4 0,-3 4 64 15,-1 3-64-15,0 4 28 16,-1-5-76-16,1 3-12 0,-4-1 28 0,-5-1-16 15,5-3-24-15,-7-5-36 0,-1 3-12 0,-5-5-60 16,2-3-112-16,-2 0-288 0,-7-3-52 16,4 0 48-1,-4 0-16-15,-4 0-244 0,0 0-276 16,-4 0-688-16,-4 0-764 0,0 0-781 16,-16 7-1843-16</inkml:trace>
  <inkml:trace contextRef="#ctx0" brushRef="#br0" timeOffset="189864.849">5506 15577 3828 0,'0'0'8169'0,"0"0"-6177"0,0 0-1140 0,-48 75-336 0,48-62 892 16,0-6-44-16,12 0-220 0,11-5-324 15,5 1-124-15,8 0-196 0,5-3-136 16,10-3-107-16,1-7-169 0,4-2-88 16,0-4 0-16,4-3-157 0,-4 0-183 15,-1 2-184-15,-3 3-72 0,0-2-236 0,-5 3-512 16,1 2-1072-16,-12 7-1816 0,11 4-1649 15</inkml:trace>
  <inkml:trace contextRef="#ctx0" brushRef="#br0" timeOffset="196365.845">7785 14230 12449 0,'0'0'4356'0,"0"0"-3164"0,0 0-772 0,0 0-260 0,0 0 248 0,0 0 572 16,0 0-28-16,0 0-332 0,96 44-207 0,-49-31-97 16,5 0 144-16,8-4-144 15,7-2-100-15,1-5-208 0,0-2 4 0,4 0-12 0,-9 0-48 0,1-6-48 16,-12 3-24-16,-5 1 36 0,-10-2-4 16,-5 1-152-16,-17 3-28 0,-7 0-120 15,-8 7 83-15,-4 2 233 16,-15 14 24-16,-9 4-48 0,-16 15-124 0,-7 9-12 15,-5 8 232 1,-4 9 36-16,-4 1 24 0,4 8 16 0,4-4 32 16,4 1 0-16,5-6 136 0,6-1 73 15,14-7-97-15,7-2-52 0,12-13 16 0,8-8-76 16,20-11-108-16,8-7-72 16,11-6 48-16,9-6 24 0,12-7 4 15,4 0 68-15,0-5-72 0,3-4-72 0,-3-4-220 16,-8-2-133-16,0-1-87 15,-13 0-96-15,-2-3-272 0,-9-1-656 0,-1-2-1272 0,-11 3-2273 0,4-19-3323 16</inkml:trace>
  <inkml:trace contextRef="#ctx0" brushRef="#br0" timeOffset="196581.361">8912 14487 15353 0,'0'0'1668'0,"0"0"-1668"0,0 0 188 0,-96 96 628 16,57-55 268-16,-1 3-152 0,-8 6-432 16,1 4-192-16,-5 4-188 0,0-1-108 15,4 0-12-15,4-3-256 0,1-3-160 16,7-3 4-16,4-8 8 0,4-5-260 0,8-9-28 16,8-6-276-16,4-11-320 0,8-6-936 15,0-3-2021-15,8-12-2279 0</inkml:trace>
  <inkml:trace contextRef="#ctx0" brushRef="#br0" timeOffset="196828.617">9589 14318 14929 0,'0'0'2988'16,"-99"65"-2296"-16,43-24-480 0,-15 16 168 15,-17 15 464-15,-12 11-172 0,1 13-476 16,-9 5-192 0,1 7-4-16,-1 10 0 0,8 2 0 0,1 1 0 15,4 0-12-15,3-5-148 0,8-1-108 0,9-6 24 16,6-11-112-16,9-9-96 16,13-7-272-16,8-12 216 0,11-14-532 15,7-7-376-15,10-17-860 0,6-10-869 0,5-16-3919 16</inkml:trace>
  <inkml:trace contextRef="#ctx0" brushRef="#br0" timeOffset="197298.234">8816 15818 8384 0,'0'0'8085'16,"0"0"-7673"-16,0 0-364 0,81-29-48 0,-34 13 648 15,1-3-80-15,4 3-136 0,-5 7-112 16,-2-1-136-16,-13 10-136 16,-9 0 4-16,-3 0 8 0,-12 7 16 15,-4 5-64-15,-4 6-12 0,-4 5-172 0,-12 13-172 0,-4-2-4 0,-4 4 104 16,-8 4 156-16,-4-4 88 0,5 3 0 16,3-3 56-16,0 0 56 0,5-3 112 15,6-3 32-15,9-6 4 16,5-1 120-16,3-6-48 0,11 0-160 0,6-3-16 15,11 2-20-15,3-1 12 0,9-4 216 32,3-5 40-32,9-8-272 0,1 0-132 0,2-8-244 0,0-12-204 15,1-8-152-15,-3-1-284 0,-6-6-768 16,-15 6-1400-16,8-15-3689 0</inkml:trace>
  <inkml:trace contextRef="#ctx0" brushRef="#br0" timeOffset="197584.217">9662 15706 536 0,'0'0'15809'0,"0"0"-13785"0,0 0-1864 15,0 0 160-15,0 0 244 0,0 0 548 0,0 0-208 0,0 0-492 16,0 0-243-16,83 73-161 16,-71-61 0-16,-4 2 8 15,-4 2-8-15,-4 6 0 0,0 9-8 0,-8 4 0 0,-8 10-136 16,-4 3 76-16,-4 6 56 0,-4-4-4 15,0 0-5-15,0 2-47 0,5-4 60 16,-1 0 8-16,8-7 40 0,4-6 37 16,8-4 39-16,4-5 8 0,0-4-132 15,12-9-48-15,8-4-12 0,8-3-4 0,4-6-32 16,4 0 36-16,7-15-329 0,-2-5-51 16,2-8-144-16,0-3-148 0,-2-8-192 0,-5 1-348 15,-5 1-780-15,-6 4-1884 0,3-11-2373 0</inkml:trace>
  <inkml:trace contextRef="#ctx0" brushRef="#br0" timeOffset="197764.447">10004 15821 13449 0,'0'0'2164'0,"0"0"-1560"0,0 0-292 0,-39 85 252 16,26-53 204-16,2 3-200 0,-6 7-272 0,2-5-124 15,-2 4-112-15,2 1-60 0,-5 3 0 16,-1 2-96-16,-2-2-248 0,-1-1-128 0,-4 1-132 15,4-1 4-15,0-3-88 16,-4-3-496-16,9-6-836 0,2-6-857 0,-2-1-2171 16</inkml:trace>
  <inkml:trace contextRef="#ctx0" brushRef="#br0" timeOffset="198300.156">10459 15116 12237 0,'0'0'2040'0,"0"0"-124"0,60 98-852 0,-37-47 224 15,5 7-380-15,0 5-244 16,-4-3-252-16,0 1-132 0,-5-5-72 0,5-8-208 16,-3-10-96-16,7-13-368 0,0-8-292 0,7-15-44 15,5-2-272-15,3-14-716 0,-11-6-748 16,20-21-2905-16</inkml:trace>
  <inkml:trace contextRef="#ctx0" brushRef="#br0" timeOffset="198453.611">11108 15112 4912 0,'0'0'10561'16,"0"0"-8733"-16,-80 60-1132 0,44-24-252 0,-3 8 232 16,-6 8 184-16,-2 2-372 0,3 2-304 0,0 2-184 31,0-7 0-31,8-4-112 0,8-6-264 16,5-6-260-16,3-9-252 0,12-11-224 15,8-9-1016-15,0-1-2288 0,8-16-2873 16</inkml:trace>
  <inkml:trace contextRef="#ctx0" brushRef="#br0" timeOffset="198817.737">11602 15008 14085 0,'0'0'2296'0,"0"0"-1336"0,0 0-488 0,92-19 368 0,-53 9-32 15,5-3-428-15,8 1-304 0,4-1-76 0,7-3-60 16,5 4 0-16,-4 3 12 0,-1 2-28 15,-11 7 64-15,-8 3 0 0,-16 10-72 16,-12 6 84-16,-12 7 72 0,-4 7 136 16,-20 9-24-16,-8 6-124 0,-12 8-60 15,-3 12-76-15,-13 1 4 16,4 1 8-16,-8 4-80 0,9-5 104 16,-1-2 40-16,7-6 132 15,6-4 124-15,11-3-36 0,12-7-124 0,9-5-92 16,7-1-4-16,19-4 352 0,9-1 100 0,15-4 413 15,9-1-589-15,12-8-116 16,4-1 128-16,4-7 136 0,3-5-180 16,2-7-244-16,-6-3-36 0,4 0-112 0,-6-9-56 0,-6-4-112 15,-7-3-264-15,-12 0-225 0,-5-6-203 16,-7 0-352-16,-12-1-508 0,1-5-568 0,-10 10-1533 16,1-21-1739-16</inkml:trace>
  <inkml:trace contextRef="#ctx0" brushRef="#br0" timeOffset="199019">12785 15081 9924 0,'0'0'4621'0,"0"0"-3725"0,0 0-472 0,0 0 96 16,0 0 476-16,-84 91 132 0,65-55-292 15,-9 8-348-15,0 11-220 0,0 1-96 16,-12 8 48-16,-4 6-36 0,-3 3-184 0,-6 3-12 15,-2 4-500-15,-5-1 168 0,0-3-108 0,0-6 32 16,5 0-156-16,3-10-304 0,0-6-632 16,8-6-1296-16,16-13-1961 0,-11 3-3059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8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customXml" Target="../ink/ink1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customXml" Target="../ink/ink15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customXml" Target="../ink/ink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customXml" Target="../ink/ink20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irch_and_Swinnerton-Dyer_conjecture" TargetMode="External"/><Relationship Id="rId7" Type="http://schemas.openxmlformats.org/officeDocument/2006/relationships/image" Target="../media/image33.png"/><Relationship Id="rId2" Type="http://schemas.openxmlformats.org/officeDocument/2006/relationships/hyperlink" Target="https://en.wikipedia.org/wiki/Rank_of_an_elliptic_curve" TargetMode="Externa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60.png"/><Relationship Id="rId7" Type="http://schemas.openxmlformats.org/officeDocument/2006/relationships/customXml" Target="../ink/ink26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customXml" Target="../ink/ink25.xml"/><Relationship Id="rId4" Type="http://schemas.openxmlformats.org/officeDocument/2006/relationships/image" Target="../media/image1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image" Target="../media/image200.png"/><Relationship Id="rId7" Type="http://schemas.openxmlformats.org/officeDocument/2006/relationships/image" Target="../media/image38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5" Type="http://schemas.openxmlformats.org/officeDocument/2006/relationships/image" Target="../media/image37.png"/><Relationship Id="rId4" Type="http://schemas.openxmlformats.org/officeDocument/2006/relationships/customXml" Target="../ink/ink28.xml"/><Relationship Id="rId9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customXml" Target="../ink/ink3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5" Type="http://schemas.openxmlformats.org/officeDocument/2006/relationships/image" Target="../media/image44.png"/><Relationship Id="rId4" Type="http://schemas.openxmlformats.org/officeDocument/2006/relationships/customXml" Target="../ink/ink3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5" Type="http://schemas.openxmlformats.org/officeDocument/2006/relationships/image" Target="../media/image48.png"/><Relationship Id="rId4" Type="http://schemas.openxmlformats.org/officeDocument/2006/relationships/customXml" Target="../ink/ink3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6. Free abelian groups</a:t>
            </a:r>
          </a:p>
          <a:p>
            <a:endParaRPr lang="en-US" sz="4000" dirty="0"/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EFBE5-1914-4874-9FDC-E2D198AD5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dirty="0"/>
              <a:t>Definition of free Abelian group by Universal property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ECF4A-B933-4FC1-A298-7B091D0738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MY" dirty="0"/>
                  <a:t>Let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be an abelian group,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dirty="0"/>
                  <a:t> be a subset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. </a:t>
                </a:r>
              </a:p>
              <a:p>
                <a:pPr marL="0" indent="0">
                  <a:buNone/>
                </a:pPr>
                <a:r>
                  <a:rPr lang="en-MY" dirty="0"/>
                  <a:t>We say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is a free abelian group with basis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dirty="0"/>
                  <a:t> if the following universal property holds: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ECF4A-B933-4FC1-A298-7B091D0738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7BBE87-CF06-422C-841E-3D76134BF22A}"/>
                  </a:ext>
                </a:extLst>
              </p14:cNvPr>
              <p14:cNvContentPartPr/>
              <p14:nvPr/>
            </p14:nvContentPartPr>
            <p14:xfrm>
              <a:off x="3783600" y="2770560"/>
              <a:ext cx="4874400" cy="2726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7BBE87-CF06-422C-841E-3D76134BF2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74240" y="2761200"/>
                <a:ext cx="4893120" cy="274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288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2AEB-16AD-41B2-AD3E-A3D3A9A5B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 of a free abelian group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ABC1AEA-DDC9-49D5-9E49-A1934B6842F4}"/>
                  </a:ext>
                </a:extLst>
              </p14:cNvPr>
              <p14:cNvContentPartPr/>
              <p14:nvPr/>
            </p14:nvContentPartPr>
            <p14:xfrm>
              <a:off x="738720" y="1392120"/>
              <a:ext cx="10838160" cy="5137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ABC1AEA-DDC9-49D5-9E49-A1934B6842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9360" y="1382760"/>
                <a:ext cx="10856880" cy="515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304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6847D-6B1A-4AE7-81BE-CEF894F25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37E2F-433A-40AD-B8A3-104303DC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54FB0F-DE9F-4DD8-AFC4-1AC74AE87270}"/>
                  </a:ext>
                </a:extLst>
              </p14:cNvPr>
              <p14:cNvContentPartPr/>
              <p14:nvPr/>
            </p14:nvContentPartPr>
            <p14:xfrm>
              <a:off x="785880" y="297000"/>
              <a:ext cx="11116800" cy="6216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54FB0F-DE9F-4DD8-AFC4-1AC74AE872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6520" y="287640"/>
                <a:ext cx="11135520" cy="623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3093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8.1 Theorem &#10;Let X be a subset of a nonzero abelian group G. The following conditions on X are &#10;equivalent. &#10;. Each nonzero element a in G can be expressed uniquely (up to order Of &#10;summands) in the forma -4- n2X2 + + nrxr for n, O in Z and &#10;distinct xi in X. &#10;2. &#10;X generates G, and n IXI + + = 0 forni e Z and distinct &#10;x, EX ifandonly if n, = &quot;2 = • ">
            <a:extLst>
              <a:ext uri="{FF2B5EF4-FFF2-40B4-BE49-F238E27FC236}">
                <a16:creationId xmlns:a16="http://schemas.microsoft.com/office/drawing/2014/main" id="{3C40D0BF-F263-4838-8877-90667AB85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82" y="456690"/>
            <a:ext cx="9597647" cy="2277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002E21E-8303-4A86-B7C3-45516785C6BC}"/>
                  </a:ext>
                </a:extLst>
              </p:cNvPr>
              <p:cNvSpPr/>
              <p:nvPr/>
            </p:nvSpPr>
            <p:spPr>
              <a:xfrm>
                <a:off x="3032259" y="2734321"/>
                <a:ext cx="521509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</a:rPr>
                  <a:t>3. The natural map </a:t>
                </a:r>
                <a14:m>
                  <m:oMath xmlns:m="http://schemas.openxmlformats.org/officeDocument/2006/math">
                    <m:r>
                      <a:rPr lang="en-MY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]→</m:t>
                    </m:r>
                    <m:r>
                      <a:rPr lang="en-MY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</a:rPr>
                  <a:t> is an isomorphism.</a:t>
                </a:r>
                <a:endParaRPr lang="en-MY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002E21E-8303-4A86-B7C3-45516785C6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259" y="2734321"/>
                <a:ext cx="5215096" cy="369332"/>
              </a:xfrm>
              <a:prstGeom prst="rect">
                <a:avLst/>
              </a:prstGeom>
              <a:blipFill>
                <a:blip r:embed="rId3"/>
                <a:stretch>
                  <a:fillRect l="-935" t="-10000" b="-2666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16B666-6FFD-4E09-849D-6FDA99308BD9}"/>
                  </a:ext>
                </a:extLst>
              </p14:cNvPr>
              <p14:cNvContentPartPr/>
              <p14:nvPr/>
            </p14:nvContentPartPr>
            <p14:xfrm>
              <a:off x="255240" y="1195560"/>
              <a:ext cx="10795320" cy="5203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16B666-6FFD-4E09-849D-6FDA99308B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5880" y="1186200"/>
                <a:ext cx="10814040" cy="522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15FD394-E09F-4D8D-8F81-1718C58EDBA5}"/>
                  </a:ext>
                </a:extLst>
              </p14:cNvPr>
              <p14:cNvContentPartPr/>
              <p14:nvPr/>
            </p14:nvContentPartPr>
            <p14:xfrm>
              <a:off x="586440" y="462960"/>
              <a:ext cx="6581160" cy="2378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15FD394-E09F-4D8D-8F81-1718C58EDB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7080" y="453600"/>
                <a:ext cx="6599880" cy="239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0891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78F3B-68F0-4BE9-9000-8644C31D1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326E6-48F8-4A33-A4E1-BF88FB64C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DECAD5-D282-4F55-BA0C-8AE709D4ED2E}"/>
                  </a:ext>
                </a:extLst>
              </p14:cNvPr>
              <p14:cNvContentPartPr/>
              <p14:nvPr/>
            </p14:nvContentPartPr>
            <p14:xfrm>
              <a:off x="1630800" y="412560"/>
              <a:ext cx="10217160" cy="5561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DECAD5-D282-4F55-BA0C-8AE709D4ED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1440" y="403200"/>
                <a:ext cx="10235880" cy="558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5724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6E51-422F-45D2-BFC3-9C3EEAC80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73B1F-F9A2-461E-B00B-DCAACC2DD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66078E-F096-4F8C-A4F8-DFE072D8B792}"/>
                  </a:ext>
                </a:extLst>
              </p14:cNvPr>
              <p14:cNvContentPartPr/>
              <p14:nvPr/>
            </p14:nvContentPartPr>
            <p14:xfrm>
              <a:off x="354240" y="172440"/>
              <a:ext cx="10658880" cy="6372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66078E-F096-4F8C-A4F8-DFE072D8B7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4880" y="163080"/>
                <a:ext cx="10677600" cy="63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578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38.2 Definition An abelian group having a generating set X satisfying the conditions described in &#10;Theorem 38.1 is a free abelian group, and X is a basis for the group. ">
            <a:extLst>
              <a:ext uri="{FF2B5EF4-FFF2-40B4-BE49-F238E27FC236}">
                <a16:creationId xmlns:a16="http://schemas.microsoft.com/office/drawing/2014/main" id="{C384BB98-EC09-4A5E-B7BA-246B995EC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76" y="328474"/>
            <a:ext cx="10462847" cy="75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38.7 Definition If G is a free atRIian group, the rank of G is the numtwr of elements in a basis for G _ &#10;(All bases have the same number of elements.) ">
            <a:extLst>
              <a:ext uri="{FF2B5EF4-FFF2-40B4-BE49-F238E27FC236}">
                <a16:creationId xmlns:a16="http://schemas.microsoft.com/office/drawing/2014/main" id="{EDDC41DA-1A0E-48A1-B35E-9EBDCADD9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76" y="3604889"/>
            <a:ext cx="10496091" cy="87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FAA7EC7-3CB8-46EA-9954-FF15B9781A34}"/>
                  </a:ext>
                </a:extLst>
              </p14:cNvPr>
              <p14:cNvContentPartPr/>
              <p14:nvPr/>
            </p14:nvContentPartPr>
            <p14:xfrm>
              <a:off x="3191400" y="1028520"/>
              <a:ext cx="7932240" cy="5034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FAA7EC7-3CB8-46EA-9954-FF15B9781A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82040" y="1019160"/>
                <a:ext cx="7950960" cy="505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1535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8F7699-103A-463E-A6D4-309F98190FEA}"/>
                  </a:ext>
                </a:extLst>
              </p:cNvPr>
              <p:cNvSpPr txBox="1"/>
              <p:nvPr/>
            </p:nvSpPr>
            <p:spPr>
              <a:xfrm>
                <a:off x="772357" y="443883"/>
                <a:ext cx="100051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Theorem: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sz="2400" dirty="0"/>
                  <a:t> be a free abelian group. Suppose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MY" sz="2400" dirty="0"/>
                  <a:t> are two basis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sz="2400" dirty="0"/>
                  <a:t>.</a:t>
                </a:r>
              </a:p>
              <a:p>
                <a:r>
                  <a:rPr lang="en-US" sz="2400" dirty="0"/>
                  <a:t> </a:t>
                </a:r>
                <a:r>
                  <a:rPr lang="en-MY" sz="2400" dirty="0"/>
                  <a:t>                 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MY" sz="24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8F7699-103A-463E-A6D4-309F98190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57" y="443883"/>
                <a:ext cx="10005134" cy="830997"/>
              </a:xfrm>
              <a:prstGeom prst="rect">
                <a:avLst/>
              </a:prstGeom>
              <a:blipFill>
                <a:blip r:embed="rId2"/>
                <a:stretch>
                  <a:fillRect l="-975" t="-5882" b="-1617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F6A2C2-9BE2-4E34-AFCD-47F137970AC2}"/>
                  </a:ext>
                </a:extLst>
              </p14:cNvPr>
              <p14:cNvContentPartPr/>
              <p14:nvPr/>
            </p14:nvContentPartPr>
            <p14:xfrm>
              <a:off x="519120" y="956520"/>
              <a:ext cx="11670120" cy="4284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F6A2C2-9BE2-4E34-AFCD-47F137970A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760" y="947160"/>
                <a:ext cx="11688840" cy="430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39BE2F-BA87-4BD5-96D5-196B85C134DC}"/>
                  </a:ext>
                </a:extLst>
              </p14:cNvPr>
              <p14:cNvContentPartPr/>
              <p14:nvPr/>
            </p14:nvContentPartPr>
            <p14:xfrm>
              <a:off x="2294640" y="3247200"/>
              <a:ext cx="9361080" cy="2189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39BE2F-BA87-4BD5-96D5-196B85C134D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5280" y="3237840"/>
                <a:ext cx="9379800" cy="220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2102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70590BA-F72E-4CA5-9BC0-C5187D767A20}"/>
                  </a:ext>
                </a:extLst>
              </p14:cNvPr>
              <p14:cNvContentPartPr/>
              <p14:nvPr/>
            </p14:nvContentPartPr>
            <p14:xfrm>
              <a:off x="614880" y="81000"/>
              <a:ext cx="11400840" cy="6574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70590BA-F72E-4CA5-9BC0-C5187D767A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5520" y="71640"/>
                <a:ext cx="11419560" cy="659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0230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2FB0B11-2386-4927-A835-3C83195872A4}"/>
                  </a:ext>
                </a:extLst>
              </p14:cNvPr>
              <p14:cNvContentPartPr/>
              <p14:nvPr/>
            </p14:nvContentPartPr>
            <p14:xfrm>
              <a:off x="618120" y="269640"/>
              <a:ext cx="11271240" cy="3303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2FB0B11-2386-4927-A835-3C83195872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760" y="260280"/>
                <a:ext cx="11289960" cy="332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6563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 descr="38.11 Theorem &#10;Let G be a nonzero free abelian group of finite rank n , and let K be a nonzero subgroup of &#10;G _ Then K isfree abelianofranks &quot;-Furthermore, there exists a basis {Xl, x,2, • , &#10;for G and positive integers, dl,d2, , d, where di divides di+l for i = I, • &#10;such that d2X2, , is a basis for K. ">
            <a:extLst>
              <a:ext uri="{FF2B5EF4-FFF2-40B4-BE49-F238E27FC236}">
                <a16:creationId xmlns:a16="http://schemas.microsoft.com/office/drawing/2014/main" id="{6B94F35F-D258-4ABB-BAC8-3A2658A7C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17" y="275208"/>
            <a:ext cx="11105966" cy="147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E0513E-C7A6-49CC-A202-B48046D11B06}"/>
              </a:ext>
            </a:extLst>
          </p:cNvPr>
          <p:cNvSpPr txBox="1"/>
          <p:nvPr/>
        </p:nvSpPr>
        <p:spPr>
          <a:xfrm>
            <a:off x="692458" y="2237173"/>
            <a:ext cx="3053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</a:t>
            </a:r>
            <a:endParaRPr lang="en-MY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A64A96-5C1C-4379-83D8-FD15B39D6180}"/>
                  </a:ext>
                </a:extLst>
              </p14:cNvPr>
              <p14:cNvContentPartPr/>
              <p14:nvPr/>
            </p14:nvContentPartPr>
            <p14:xfrm>
              <a:off x="2461320" y="1117800"/>
              <a:ext cx="9069480" cy="4321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A64A96-5C1C-4379-83D8-FD15B39D61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1960" y="1108440"/>
                <a:ext cx="9088200" cy="433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4D2181-ADF0-45E0-A2A5-42E5266181BE}"/>
                  </a:ext>
                </a:extLst>
              </p14:cNvPr>
              <p14:cNvContentPartPr/>
              <p14:nvPr/>
            </p14:nvContentPartPr>
            <p14:xfrm>
              <a:off x="151920" y="113040"/>
              <a:ext cx="2597760" cy="1036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4D2181-ADF0-45E0-A2A5-42E5266181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2560" y="103680"/>
                <a:ext cx="2616480" cy="105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4911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6ED0D8-4C4B-47F2-9DD7-74641F64C971}"/>
                  </a:ext>
                </a:extLst>
              </p14:cNvPr>
              <p14:cNvContentPartPr/>
              <p14:nvPr/>
            </p14:nvContentPartPr>
            <p14:xfrm>
              <a:off x="148680" y="261720"/>
              <a:ext cx="11700720" cy="6484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6ED0D8-4C4B-47F2-9DD7-74641F64C9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320" y="252360"/>
                <a:ext cx="11719440" cy="65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26E773-09AE-41AD-99EB-E7E67764E4AB}"/>
                  </a:ext>
                </a:extLst>
              </p14:cNvPr>
              <p14:cNvContentPartPr/>
              <p14:nvPr/>
            </p14:nvContentPartPr>
            <p14:xfrm>
              <a:off x="2579040" y="1569240"/>
              <a:ext cx="2181600" cy="891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26E773-09AE-41AD-99EB-E7E67764E4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69680" y="1559880"/>
                <a:ext cx="2200320" cy="91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229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7A13B2-A317-4BB2-B8AA-BEB1D072FD44}"/>
                  </a:ext>
                </a:extLst>
              </p14:cNvPr>
              <p14:cNvContentPartPr/>
              <p14:nvPr/>
            </p14:nvContentPartPr>
            <p14:xfrm>
              <a:off x="412920" y="323280"/>
              <a:ext cx="11331720" cy="6259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7A13B2-A317-4BB2-B8AA-BEB1D072FD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3560" y="313920"/>
                <a:ext cx="11350440" cy="627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2958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 descr="38.12 Theorem Every finitely generated abelian group is isomorphic to a group of the form &#10;where mi divides mi+l for i = I, ">
            <a:extLst>
              <a:ext uri="{FF2B5EF4-FFF2-40B4-BE49-F238E27FC236}">
                <a16:creationId xmlns:a16="http://schemas.microsoft.com/office/drawing/2014/main" id="{F24DFBF5-CBCD-4792-84C6-59560FBBD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78" y="195309"/>
            <a:ext cx="10358466" cy="155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343A558-3096-4744-9C33-7597998079F7}"/>
                  </a:ext>
                </a:extLst>
              </p14:cNvPr>
              <p14:cNvContentPartPr/>
              <p14:nvPr/>
            </p14:nvContentPartPr>
            <p14:xfrm>
              <a:off x="196560" y="1209240"/>
              <a:ext cx="6232320" cy="1506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343A558-3096-4744-9C33-7597998079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200" y="1199880"/>
                <a:ext cx="6251040" cy="15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038AFF0-728A-4FEE-91C5-4039DF5671C7}"/>
                  </a:ext>
                </a:extLst>
              </p14:cNvPr>
              <p14:cNvContentPartPr/>
              <p14:nvPr/>
            </p14:nvContentPartPr>
            <p14:xfrm>
              <a:off x="1779840" y="90360"/>
              <a:ext cx="10040760" cy="6435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038AFF0-728A-4FEE-91C5-4039DF5671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70480" y="81000"/>
                <a:ext cx="10059480" cy="64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61D162-BF59-4AE7-BA6C-96F309FB0E76}"/>
                  </a:ext>
                </a:extLst>
              </p14:cNvPr>
              <p14:cNvContentPartPr/>
              <p14:nvPr/>
            </p14:nvContentPartPr>
            <p14:xfrm>
              <a:off x="2859840" y="613800"/>
              <a:ext cx="8408520" cy="1143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61D162-BF59-4AE7-BA6C-96F309FB0E7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50480" y="604440"/>
                <a:ext cx="8427240" cy="116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3929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DDC7160-749E-4E08-B17A-01E8826BED27}"/>
                  </a:ext>
                </a:extLst>
              </p14:cNvPr>
              <p14:cNvContentPartPr/>
              <p14:nvPr/>
            </p14:nvContentPartPr>
            <p14:xfrm>
              <a:off x="717120" y="207720"/>
              <a:ext cx="11040120" cy="6636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DDC7160-749E-4E08-B17A-01E8826BED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7760" y="198360"/>
                <a:ext cx="11058840" cy="665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0611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55888D-BAB3-4561-B999-34A1BECBA7D0}"/>
                  </a:ext>
                </a:extLst>
              </p14:cNvPr>
              <p14:cNvContentPartPr/>
              <p14:nvPr/>
            </p14:nvContentPartPr>
            <p14:xfrm>
              <a:off x="645120" y="19080"/>
              <a:ext cx="11116800" cy="5893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55888D-BAB3-4561-B999-34A1BECBA7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760" y="9720"/>
                <a:ext cx="11135520" cy="591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8717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151282-0211-4877-A4B1-061205586A37}"/>
              </a:ext>
            </a:extLst>
          </p:cNvPr>
          <p:cNvSpPr/>
          <p:nvPr/>
        </p:nvSpPr>
        <p:spPr>
          <a:xfrm>
            <a:off x="945744" y="350214"/>
            <a:ext cx="5506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MY" dirty="0">
                <a:hlinkClick r:id="rId2"/>
              </a:rPr>
              <a:t>https://en.wikipedia.org/wiki/Rank_of_an_elliptic_curve</a:t>
            </a:r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E3575B-3A37-49BF-9DFC-A209B29B7CCC}"/>
              </a:ext>
            </a:extLst>
          </p:cNvPr>
          <p:cNvSpPr/>
          <p:nvPr/>
        </p:nvSpPr>
        <p:spPr>
          <a:xfrm>
            <a:off x="874722" y="6049678"/>
            <a:ext cx="4455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MY" b="1" dirty="0">
                <a:solidFill>
                  <a:srgbClr val="202122"/>
                </a:solidFill>
                <a:latin typeface="Arial" panose="020B0604020202020204" pitchFamily="34" charset="0"/>
                <a:hlinkClick r:id="rId3"/>
              </a:rPr>
              <a:t>Birch and </a:t>
            </a:r>
            <a:r>
              <a:rPr lang="en-MY" b="1" dirty="0" err="1">
                <a:solidFill>
                  <a:srgbClr val="202122"/>
                </a:solidFill>
                <a:latin typeface="Arial" panose="020B0604020202020204" pitchFamily="34" charset="0"/>
                <a:hlinkClick r:id="rId3"/>
              </a:rPr>
              <a:t>Swinnerton</a:t>
            </a:r>
            <a:r>
              <a:rPr lang="en-MY" b="1" dirty="0">
                <a:solidFill>
                  <a:srgbClr val="202122"/>
                </a:solidFill>
                <a:latin typeface="Arial" panose="020B0604020202020204" pitchFamily="34" charset="0"/>
                <a:hlinkClick r:id="rId3"/>
              </a:rPr>
              <a:t>-Dyer conjecture</a:t>
            </a:r>
            <a:r>
              <a:rPr lang="en-MY" dirty="0">
                <a:solidFill>
                  <a:srgbClr val="202122"/>
                </a:solidFill>
                <a:latin typeface="Arial" panose="020B0604020202020204" pitchFamily="34" charset="0"/>
                <a:hlinkClick r:id="rId3"/>
              </a:rPr>
              <a:t> 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B97DE6-AD8E-46D0-9D62-1D579B33B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44" y="986774"/>
            <a:ext cx="3143689" cy="44583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F8E6E7-35CE-46C1-827B-759063713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433" y="986774"/>
            <a:ext cx="3672309" cy="38071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6579939-71F9-48E1-818F-688DAD690400}"/>
                  </a:ext>
                </a:extLst>
              </p14:cNvPr>
              <p14:cNvContentPartPr/>
              <p14:nvPr/>
            </p14:nvContentPartPr>
            <p14:xfrm>
              <a:off x="414360" y="99360"/>
              <a:ext cx="11778120" cy="6421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6579939-71F9-48E1-818F-688DAD6904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5000" y="90000"/>
                <a:ext cx="11796840" cy="644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234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 descr="38.11 Theorem &#10;Let G be a nonzero free abelian group of finite rank n , and let K be a nonzero subgroup of &#10;G _ Then K isfree abelianofranks &quot;-Furthermore, there exists a basis {Xl, x,2, • , &#10;for G and positive integers, dl,d2, , d, where di divides di+l for i = I, • &#10;such that d2X2, , is a basis for K. ">
            <a:extLst>
              <a:ext uri="{FF2B5EF4-FFF2-40B4-BE49-F238E27FC236}">
                <a16:creationId xmlns:a16="http://schemas.microsoft.com/office/drawing/2014/main" id="{6B94F35F-D258-4ABB-BAC8-3A2658A7C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17" y="275208"/>
            <a:ext cx="11105966" cy="147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7AD9B4-E930-4B03-836F-5E32CC6F70C0}"/>
                  </a:ext>
                </a:extLst>
              </p:cNvPr>
              <p:cNvSpPr txBox="1"/>
              <p:nvPr/>
            </p:nvSpPr>
            <p:spPr>
              <a:xfrm>
                <a:off x="710213" y="2112886"/>
                <a:ext cx="61611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Proof by induction on the rank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sz="28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7AD9B4-E930-4B03-836F-5E32CC6F7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13" y="2112886"/>
                <a:ext cx="6161103" cy="523220"/>
              </a:xfrm>
              <a:prstGeom prst="rect">
                <a:avLst/>
              </a:prstGeom>
              <a:blipFill>
                <a:blip r:embed="rId3"/>
                <a:stretch>
                  <a:fillRect l="-2079" t="-11765" b="-3411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38BDBE-16C4-4E87-9B7C-088E611571E2}"/>
                  </a:ext>
                </a:extLst>
              </p:cNvPr>
              <p:cNvSpPr txBox="1"/>
              <p:nvPr/>
            </p:nvSpPr>
            <p:spPr>
              <a:xfrm>
                <a:off x="710213" y="3898423"/>
                <a:ext cx="61611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Initial case: rank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sz="2800" dirty="0"/>
                  <a:t> = 1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38BDBE-16C4-4E87-9B7C-088E61157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13" y="3898423"/>
                <a:ext cx="6161103" cy="523220"/>
              </a:xfrm>
              <a:prstGeom prst="rect">
                <a:avLst/>
              </a:prstGeom>
              <a:blipFill>
                <a:blip r:embed="rId4"/>
                <a:stretch>
                  <a:fillRect l="-2079" t="-11765" b="-3411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AA0F33C-DBC3-4CEB-816F-41A85A562A6C}"/>
                  </a:ext>
                </a:extLst>
              </p14:cNvPr>
              <p14:cNvContentPartPr/>
              <p14:nvPr/>
            </p14:nvContentPartPr>
            <p14:xfrm>
              <a:off x="2227320" y="1071720"/>
              <a:ext cx="8607960" cy="5268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AA0F33C-DBC3-4CEB-816F-41A85A562A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17960" y="1062360"/>
                <a:ext cx="8626680" cy="528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8D6B52-526F-498A-B6A7-4FD8813B9315}"/>
                  </a:ext>
                </a:extLst>
              </p14:cNvPr>
              <p14:cNvContentPartPr/>
              <p14:nvPr/>
            </p14:nvContentPartPr>
            <p14:xfrm>
              <a:off x="226440" y="28440"/>
              <a:ext cx="2048400" cy="834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8D6B52-526F-498A-B6A7-4FD8813B931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7080" y="19080"/>
                <a:ext cx="2067120" cy="85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4234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6489192-58E1-4AA6-82D9-542E147F869F}"/>
                  </a:ext>
                </a:extLst>
              </p:cNvPr>
              <p:cNvSpPr txBox="1"/>
              <p:nvPr/>
            </p:nvSpPr>
            <p:spPr>
              <a:xfrm>
                <a:off x="488271" y="223068"/>
                <a:ext cx="10449018" cy="3638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Proof of the theorem with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Induction Hypothesis: </a:t>
                </a:r>
              </a:p>
              <a:p>
                <a:r>
                  <a:rPr lang="en-US" sz="2800" dirty="0"/>
                  <a:t>               Assume the theorem holds for abelian group with rank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Consider: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: </m:t>
                          </m:r>
                          <m:f>
                            <m:fPr>
                              <m:type m:val="noBar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∃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𝑏𝑎𝑠𝑖𝑠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,⋯, 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</m:num>
                            <m:den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+⋯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MY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6489192-58E1-4AA6-82D9-542E147F8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71" y="223068"/>
                <a:ext cx="10449018" cy="3638817"/>
              </a:xfrm>
              <a:prstGeom prst="rect">
                <a:avLst/>
              </a:prstGeom>
              <a:blipFill>
                <a:blip r:embed="rId2"/>
                <a:stretch>
                  <a:fillRect l="-1167" t="-167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94A3A76-B22B-4F99-BC6F-C3C4748CF680}"/>
                  </a:ext>
                </a:extLst>
              </p14:cNvPr>
              <p14:cNvContentPartPr/>
              <p14:nvPr/>
            </p14:nvContentPartPr>
            <p14:xfrm>
              <a:off x="503280" y="2419920"/>
              <a:ext cx="11581200" cy="3142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94A3A76-B22B-4F99-BC6F-C3C4748CF6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3920" y="2410560"/>
                <a:ext cx="11599920" cy="316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8446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AE06BF-88AB-4B61-8BA8-405C1EED7845}"/>
                  </a:ext>
                </a:extLst>
              </p:cNvPr>
              <p:cNvSpPr txBox="1"/>
              <p:nvPr/>
            </p:nvSpPr>
            <p:spPr>
              <a:xfrm>
                <a:off x="871491" y="542665"/>
                <a:ext cx="1044901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Cambria Math" panose="02040503050406030204" pitchFamily="18" charset="0"/>
                  </a:rPr>
                  <a:t>Define </a:t>
                </a:r>
                <a:endParaRPr lang="en-US" sz="2800" b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|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}</m:t>
                          </m:r>
                        </m:e>
                      </m:func>
                    </m:oMath>
                  </m:oMathPara>
                </a14:m>
                <a:endParaRPr lang="en-MY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AE06BF-88AB-4B61-8BA8-405C1EED7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91" y="542665"/>
                <a:ext cx="10449018" cy="954107"/>
              </a:xfrm>
              <a:prstGeom prst="rect">
                <a:avLst/>
              </a:prstGeom>
              <a:blipFill>
                <a:blip r:embed="rId2"/>
                <a:stretch>
                  <a:fillRect l="-1225" t="-636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C73EA72-62F7-4FC5-91FA-CF5137610DA6}"/>
                  </a:ext>
                </a:extLst>
              </p:cNvPr>
              <p:cNvSpPr/>
              <p:nvPr/>
            </p:nvSpPr>
            <p:spPr>
              <a:xfrm>
                <a:off x="871491" y="1887803"/>
                <a:ext cx="10375037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Calibri" panose="020F0502020204030204" pitchFamily="34" charset="0"/>
                  </a:rPr>
                  <a:t>Claim: Suppose </a:t>
                </a:r>
                <a14:m>
                  <m:oMath xmlns:m="http://schemas.openxmlformats.org/officeDocument/2006/math">
                    <m:r>
                      <a:rPr lang="en-MY" sz="28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MY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sz="2800" i="1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MY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MY" sz="28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latin typeface="Cambria Math" panose="02040503050406030204" pitchFamily="18" charset="0"/>
                  </a:rPr>
                  <a:t>is a basis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80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</a:rPr>
                  <a:t> such that there exists </a:t>
                </a:r>
                <a:endParaRPr lang="en-MY" sz="2800" dirty="0">
                  <a:latin typeface="Calibri" panose="020F0502020204030204" pitchFamily="34" charset="0"/>
                </a:endParaRPr>
              </a:p>
              <a:p>
                <a:r>
                  <a:rPr lang="en-US" sz="2800" dirty="0">
                    <a:latin typeface="微软雅黑" panose="020B0503020204020204" pitchFamily="34" charset="-122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sz="2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MY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MY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sz="2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MY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sz="2800" i="1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MY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MY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MY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MY" sz="28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MY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latin typeface="Cambria Math" panose="02040503050406030204" pitchFamily="18" charset="0"/>
                  </a:rPr>
                  <a:t>with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800" i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MY" sz="28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MY" sz="2800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MY" sz="2800" i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MY" sz="28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MY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MY" sz="2800" dirty="0">
                  <a:latin typeface="Calibri" panose="020F0502020204030204" pitchFamily="34" charset="0"/>
                </a:endParaRPr>
              </a:p>
              <a:p>
                <a:r>
                  <a:rPr lang="en-US" sz="2800" dirty="0">
                    <a:latin typeface="Calibri" panose="020F0502020204030204" pitchFamily="34" charset="0"/>
                  </a:rPr>
                  <a:t>          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sz="2800" i="1">
                        <a:latin typeface="Cambria Math" panose="02040503050406030204" pitchFamily="18" charset="0"/>
                      </a:rPr>
                      <m:t>| </m:t>
                    </m:r>
                    <m:sSub>
                      <m:sSubPr>
                        <m:ctrlPr>
                          <a:rPr lang="en-MY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2800" i="1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MY" sz="280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MY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MY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MY" sz="2800" i="1">
                        <a:latin typeface="Cambria Math" panose="02040503050406030204" pitchFamily="18" charset="0"/>
                      </a:rPr>
                      <m:t>=2, 3, ⋯,</m:t>
                    </m:r>
                    <m:r>
                      <a:rPr lang="en-MY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MY" sz="28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C73EA72-62F7-4FC5-91FA-CF5137610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91" y="1887803"/>
                <a:ext cx="10375037" cy="1384995"/>
              </a:xfrm>
              <a:prstGeom prst="rect">
                <a:avLst/>
              </a:prstGeom>
              <a:blipFill>
                <a:blip r:embed="rId3"/>
                <a:stretch>
                  <a:fillRect l="-1234" t="-5727" b="-1189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3CFD97-0871-45A8-8A73-A4674C01122E}"/>
                  </a:ext>
                </a:extLst>
              </p14:cNvPr>
              <p14:cNvContentPartPr/>
              <p14:nvPr/>
            </p14:nvContentPartPr>
            <p14:xfrm>
              <a:off x="256680" y="202320"/>
              <a:ext cx="11431800" cy="6420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3CFD97-0871-45A8-8A73-A4674C0112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7320" y="192960"/>
                <a:ext cx="11450520" cy="64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67FF892-F0D9-470E-A611-C9DFD122172D}"/>
                  </a:ext>
                </a:extLst>
              </p14:cNvPr>
              <p14:cNvContentPartPr/>
              <p14:nvPr/>
            </p14:nvContentPartPr>
            <p14:xfrm>
              <a:off x="1682280" y="2816640"/>
              <a:ext cx="4234680" cy="126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67FF892-F0D9-470E-A611-C9DFD12217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72920" y="2807280"/>
                <a:ext cx="425340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7DF4776-0CA6-4495-9FDA-2B7FF68101B2}"/>
                  </a:ext>
                </a:extLst>
              </p14:cNvPr>
              <p14:cNvContentPartPr/>
              <p14:nvPr/>
            </p14:nvContentPartPr>
            <p14:xfrm>
              <a:off x="346680" y="905040"/>
              <a:ext cx="7628400" cy="1462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7DF4776-0CA6-4495-9FDA-2B7FF68101B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7320" y="895680"/>
                <a:ext cx="7647120" cy="148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2373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487659-EEFB-488A-88B2-EA077850E89F}"/>
                  </a:ext>
                </a:extLst>
              </p14:cNvPr>
              <p14:cNvContentPartPr/>
              <p14:nvPr/>
            </p14:nvContentPartPr>
            <p14:xfrm>
              <a:off x="190440" y="214560"/>
              <a:ext cx="10854360" cy="5121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487659-EEFB-488A-88B2-EA077850E8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080" y="205200"/>
                <a:ext cx="10873080" cy="514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2185D6B-D65C-46A3-AF9B-538FC35D8EEF}"/>
                  </a:ext>
                </a:extLst>
              </p14:cNvPr>
              <p14:cNvContentPartPr/>
              <p14:nvPr/>
            </p14:nvContentPartPr>
            <p14:xfrm>
              <a:off x="2366280" y="4244040"/>
              <a:ext cx="9271080" cy="1985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2185D6B-D65C-46A3-AF9B-538FC35D8E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56920" y="4234680"/>
                <a:ext cx="9289800" cy="200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9047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AE06BF-88AB-4B61-8BA8-405C1EED7845}"/>
                  </a:ext>
                </a:extLst>
              </p:cNvPr>
              <p:cNvSpPr txBox="1"/>
              <p:nvPr/>
            </p:nvSpPr>
            <p:spPr>
              <a:xfrm>
                <a:off x="871491" y="542665"/>
                <a:ext cx="1044901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Cambria Math" panose="02040503050406030204" pitchFamily="18" charset="0"/>
                  </a:rPr>
                  <a:t>Define </a:t>
                </a:r>
                <a:endParaRPr lang="en-US" sz="2800" b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⋯,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MY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AE06BF-88AB-4B61-8BA8-405C1EED7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91" y="542665"/>
                <a:ext cx="10449018" cy="954107"/>
              </a:xfrm>
              <a:prstGeom prst="rect">
                <a:avLst/>
              </a:prstGeom>
              <a:blipFill>
                <a:blip r:embed="rId2"/>
                <a:stretch>
                  <a:fillRect l="-1225" t="-636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C73EA72-62F7-4FC5-91FA-CF5137610DA6}"/>
                  </a:ext>
                </a:extLst>
              </p:cNvPr>
              <p:cNvSpPr/>
              <p:nvPr/>
            </p:nvSpPr>
            <p:spPr>
              <a:xfrm>
                <a:off x="871491" y="1728005"/>
                <a:ext cx="1037503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Calibri" panose="020F0502020204030204" pitchFamily="34" charset="0"/>
                  </a:rPr>
                  <a:t>Claim: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sz="2800" dirty="0">
                    <a:latin typeface="Calibri" panose="020F0502020204030204" pitchFamily="34" charset="0"/>
                  </a:rPr>
                  <a:t>is an isomorphism. 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C73EA72-62F7-4FC5-91FA-CF5137610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91" y="1728005"/>
                <a:ext cx="10375037" cy="523220"/>
              </a:xfrm>
              <a:prstGeom prst="rect">
                <a:avLst/>
              </a:prstGeom>
              <a:blipFill>
                <a:blip r:embed="rId3"/>
                <a:stretch>
                  <a:fillRect l="-1234" t="-10465" b="-3255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0591C87-9007-46EF-88EC-609EAD856209}"/>
                  </a:ext>
                </a:extLst>
              </p14:cNvPr>
              <p14:cNvContentPartPr/>
              <p14:nvPr/>
            </p14:nvContentPartPr>
            <p14:xfrm>
              <a:off x="600840" y="251280"/>
              <a:ext cx="10439640" cy="6045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0591C87-9007-46EF-88EC-609EAD8562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1480" y="241920"/>
                <a:ext cx="10458360" cy="60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FCE0B10-A0BB-4AE0-B5A9-9386CFB1D0E3}"/>
                  </a:ext>
                </a:extLst>
              </p14:cNvPr>
              <p14:cNvContentPartPr/>
              <p14:nvPr/>
            </p14:nvContentPartPr>
            <p14:xfrm>
              <a:off x="7517160" y="1073520"/>
              <a:ext cx="2952360" cy="572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FCE0B10-A0BB-4AE0-B5A9-9386CFB1D0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07800" y="1064160"/>
                <a:ext cx="2971080" cy="59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9290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D471728-7037-4DCC-B353-899387415A71}"/>
                  </a:ext>
                </a:extLst>
              </p14:cNvPr>
              <p14:cNvContentPartPr/>
              <p14:nvPr/>
            </p14:nvContentPartPr>
            <p14:xfrm>
              <a:off x="461880" y="309600"/>
              <a:ext cx="10731960" cy="6046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D471728-7037-4DCC-B353-899387415A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520" y="300240"/>
                <a:ext cx="10750680" cy="606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1453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3683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AE06BF-88AB-4B61-8BA8-405C1EED7845}"/>
              </a:ext>
            </a:extLst>
          </p:cNvPr>
          <p:cNvSpPr txBox="1"/>
          <p:nvPr/>
        </p:nvSpPr>
        <p:spPr>
          <a:xfrm>
            <a:off x="764959" y="1403799"/>
            <a:ext cx="10449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</a:rPr>
              <a:t>Apply the induction hypothesis. </a:t>
            </a:r>
            <a:endParaRPr lang="en-MY" sz="28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BC83C4-3A43-4129-A25F-B44CBF3D6856}"/>
                  </a:ext>
                </a:extLst>
              </p14:cNvPr>
              <p14:cNvContentPartPr/>
              <p14:nvPr/>
            </p14:nvContentPartPr>
            <p14:xfrm>
              <a:off x="2007720" y="369000"/>
              <a:ext cx="5290200" cy="619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BC83C4-3A43-4129-A25F-B44CBF3D68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98360" y="359640"/>
                <a:ext cx="5308920" cy="63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F0214F-E49B-4D88-9CB9-5FDAB6A4AECB}"/>
                  </a:ext>
                </a:extLst>
              </p14:cNvPr>
              <p14:cNvContentPartPr/>
              <p14:nvPr/>
            </p14:nvContentPartPr>
            <p14:xfrm>
              <a:off x="707040" y="281880"/>
              <a:ext cx="11286000" cy="4536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F0214F-E49B-4D88-9CB9-5FDAB6A4AE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7680" y="272520"/>
                <a:ext cx="11304720" cy="45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29AA88-96E3-45CC-8417-6345D5EB23C1}"/>
                  </a:ext>
                </a:extLst>
              </p14:cNvPr>
              <p14:cNvContentPartPr/>
              <p14:nvPr/>
            </p14:nvContentPartPr>
            <p14:xfrm>
              <a:off x="1966320" y="1780920"/>
              <a:ext cx="7293960" cy="4570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29AA88-96E3-45CC-8417-6345D5EB23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6960" y="1771560"/>
                <a:ext cx="7312680" cy="458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5736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C73EA72-62F7-4FC5-91FA-CF5137610DA6}"/>
                  </a:ext>
                </a:extLst>
              </p:cNvPr>
              <p:cNvSpPr/>
              <p:nvPr/>
            </p:nvSpPr>
            <p:spPr>
              <a:xfrm>
                <a:off x="908481" y="467376"/>
                <a:ext cx="1037503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Calibri" panose="020F0502020204030204" pitchFamily="34" charset="0"/>
                  </a:rPr>
                  <a:t>Claim: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|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MY" sz="28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C73EA72-62F7-4FC5-91FA-CF5137610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481" y="467376"/>
                <a:ext cx="10375037" cy="523220"/>
              </a:xfrm>
              <a:prstGeom prst="rect">
                <a:avLst/>
              </a:prstGeom>
              <a:blipFill>
                <a:blip r:embed="rId2"/>
                <a:stretch>
                  <a:fillRect l="-1175" t="-11765" b="-3411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CC02AE-1710-4431-AB31-AAFBBAF248D1}"/>
                  </a:ext>
                </a:extLst>
              </p14:cNvPr>
              <p14:cNvContentPartPr/>
              <p14:nvPr/>
            </p14:nvContentPartPr>
            <p14:xfrm>
              <a:off x="618120" y="1197720"/>
              <a:ext cx="10332000" cy="5498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CC02AE-1710-4431-AB31-AAFBBAF248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8760" y="1188360"/>
                <a:ext cx="10350720" cy="551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7424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C014FB-9F36-491C-945B-0DA3590A34FD}"/>
                  </a:ext>
                </a:extLst>
              </p14:cNvPr>
              <p14:cNvContentPartPr/>
              <p14:nvPr/>
            </p14:nvContentPartPr>
            <p14:xfrm>
              <a:off x="180360" y="483840"/>
              <a:ext cx="11881440" cy="5480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C014FB-9F36-491C-945B-0DA3590A34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00" y="474480"/>
                <a:ext cx="11900160" cy="549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1897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270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883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8628-07C6-48AC-81D2-08D9BA84B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/>
              <a:t>Quiz</a:t>
            </a:r>
            <a:endParaRPr lang="en-MY" sz="7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A48D69-1BF1-4883-8931-1C561D644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478872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202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604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594938C8331CC42A4FCEDC9F70D2D1C" ma:contentTypeVersion="2" ma:contentTypeDescription="新建文档。" ma:contentTypeScope="" ma:versionID="e04eca8eebcf54bd5d5f972163244f82">
  <xsd:schema xmlns:xsd="http://www.w3.org/2001/XMLSchema" xmlns:xs="http://www.w3.org/2001/XMLSchema" xmlns:p="http://schemas.microsoft.com/office/2006/metadata/properties" xmlns:ns3="6af921c6-6f3c-4d56-a22a-8f189f1aa588" targetNamespace="http://schemas.microsoft.com/office/2006/metadata/properties" ma:root="true" ma:fieldsID="9a6e61eae7039aed613ea92bc091f735" ns3:_="">
    <xsd:import namespace="6af921c6-6f3c-4d56-a22a-8f189f1aa5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921c6-6f3c-4d56-a22a-8f189f1aa5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2A8F1E-2A26-43B2-B3CF-F15D3482FB5D}">
  <ds:schemaRefs>
    <ds:schemaRef ds:uri="6af921c6-6f3c-4d56-a22a-8f189f1aa588"/>
    <ds:schemaRef ds:uri="http://schemas.microsoft.com/office/infopath/2007/PartnerControls"/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3CD5EA-B1B5-4A67-8E15-8363C8FC8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f921c6-6f3c-4d56-a22a-8f189f1aa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3221</TotalTime>
  <Words>255</Words>
  <Application>Microsoft Office PowerPoint</Application>
  <PresentationFormat>Widescreen</PresentationFormat>
  <Paragraphs>34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等线</vt:lpstr>
      <vt:lpstr>等线 Light</vt:lpstr>
      <vt:lpstr>微软雅黑</vt:lpstr>
      <vt:lpstr>Arial</vt:lpstr>
      <vt:lpstr>Calibri</vt:lpstr>
      <vt:lpstr>Calibri Light</vt:lpstr>
      <vt:lpstr>Cambria Math</vt:lpstr>
      <vt:lpstr>Office Theme</vt:lpstr>
      <vt:lpstr>MAT205: Abstract Algebra II </vt:lpstr>
      <vt:lpstr>Definition of free Abelian group by Universal property </vt:lpstr>
      <vt:lpstr>The model of a free abelian group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Quiz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405</cp:revision>
  <dcterms:created xsi:type="dcterms:W3CDTF">2021-09-19T05:52:48Z</dcterms:created>
  <dcterms:modified xsi:type="dcterms:W3CDTF">2023-04-27T02:50:33Z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</Properties>
</file>