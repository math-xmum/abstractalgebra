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3" r:id="rId12"/>
    <p:sldId id="265" r:id="rId13"/>
    <p:sldId id="266" r:id="rId14"/>
    <p:sldId id="268" r:id="rId15"/>
    <p:sldId id="269" r:id="rId16"/>
    <p:sldId id="271" r:id="rId17"/>
    <p:sldId id="272" r:id="rId18"/>
    <p:sldId id="281" r:id="rId19"/>
    <p:sldId id="273" r:id="rId20"/>
    <p:sldId id="274" r:id="rId21"/>
    <p:sldId id="275" r:id="rId22"/>
    <p:sldId id="282" r:id="rId23"/>
    <p:sldId id="276" r:id="rId24"/>
    <p:sldId id="283" r:id="rId25"/>
    <p:sldId id="284" r:id="rId26"/>
    <p:sldId id="285" r:id="rId27"/>
    <p:sldId id="279" r:id="rId28"/>
    <p:sldId id="277" r:id="rId29"/>
    <p:sldId id="278" r:id="rId30"/>
    <p:sldId id="280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6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76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13T08:56:29.73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21519 5511 6808 0,'0'0'5925'0,"0"0"-4981"16,0 0-564-16,0 0-100 0,0 0 240 0,0 0 172 15,0 0 64-15,0 0-208 0,0 0-84 16,-48-69-32-16,36 59-24 0,0-2-24 16,4-1-16-16,-7 0-84 0,-2 0-88 15,2 0-24-15,-6-2-76 0,1-2-32 16,-8 2-16-16,0-1-36 0,-8-3 0 0,-3 0 0 15,-4 3-4-15,-2-6 4 0,-11 3-12 16,-4 0-4-16,-3-4-56 0,-9 5 12 16,-3-4 40-16,-5 3-104 0,-4-1 68 15,1 1 44-15,-5 0 0 0,0 3 0 16,1 1-44-16,-5-2 40 0,4-1 0 16,-7 1-108-16,3-2-36 0,-7 4-96 0,3-2 180 15,-3 3 4-15,2-3 48 16,-2-2-112-16,3 3 52 0,-3 0-16 0,3-3-24 15,1 4-60-15,-1-2 168 0,0 1 0 16,-4 1-8-16,5-2 4 0,-1 5-40 16,1-1 48-16,-1 0 0 0,5 1-52 15,-5-1 48-15,4 0-80 0,1 4 8 16,-1 0-48-16,1-1 116 0,3 1-68 16,-4 2 76-16,0-2 16 0,5 3-16 0,-9-1 4 15,4 1-68-15,1 2 48 16,-5 2 16-16,1-2 0 0,-1 4 4 0,1 0 44 15,-1 0-48-15,4 0-48 0,1 4 40 16,-1 2-104-16,4 3 24 16,1-3 16-16,-5 7-64 0,0-3-28 0,4 2 104 15,-3 1-12-15,-1 3 68 0,0-4 8 16,5 7-8-16,0 0 0 0,-1-2 4 16,0 5 8-16,4-3 4 0,5 3 0 0,-1 1 0 15,0-1 40-15,1 0-52 16,-1 6-40-16,1-3 36 0,2 5-44 15,2-2 44-15,3 4 4 0,0-1-64 0,5 4-8 16,-1-3 56-16,5 3-44 0,-2 0 48 16,6 0 12-16,-1 0-8 0,0 4-4 15,1-2-76-15,-5 3 0 0,4 2 80 16,-4 0 0-16,1-1 8 0,3 4 52 16,-4-1-52-16,1 4-8 0,-2-4 8 15,5 4 0-15,1-4-8 0,3 4 0 16,0-1 4-16,0 2-8 0,4-2-36 15,1 3 44-15,-1 1 0 0,0 1 4 0,1-2 16 16,3 1 44-16,0-1-8 0,4 1-48 16,0 0 156-16,4 0-48 0,4 1-48 15,4-2-20-15,4-3-44 0,5 1 0 16,7-4 0-16,8 0 8 0,0-5 76 16,8-1-80-16,0 0-4 0,8-7 0 0,4 1 0 15,4 4-44-15,0-8 40 0,4 1 4 16,0-1-4-16,3-2-12 0,1 2-80 15,0-2 92-15,1 2-136 0,3 1 140 16,3-1 60-16,-4 1-60 0,10-1 0 16,-1-3 8-16,3 4 56 0,6-4-64 15,2-2-4-15,9-2 0 0,0-1 4 0,8-1 0 16,7 0 76-16,0-3 12 0,6 0-80 16,2 0 68-16,1-4-76 15,0 5 0-15,3-6 40 0,-3 6-40 0,4-1-4 16,-1 0 0-16,1 3-8 0,0-3-40 15,7 0 48-15,1-1 4 0,4 1 64 16,7 0-16-16,5-2-36 0,7-3 52 16,4 3 72-16,1-2-36 0,4-3 12 0,3 5-40 15,-4-6-72-15,1 6-12 16,-1-3 12-16,1 0 64 0,4 2 8 0,0-1-20 16,-5 1-44-16,8 3 176 0,1 0-172 15,-5-4 0-15,9 4-12 0,-5-4 0 0,9 2-4 16,3-5 4-16,5-3 0 15,3 4 112-15,4-3-12 0,1-2-56 0,3 2-44 16,-8 0-104-16,-3-4 104 0,-9 3 4 16,-3-3-4-16,-12 4 4 15,-9-5 8-15,-8 2 76 0,-11-1-88 0,-12 0 0 0,-13 0-148 16,-11-3-224-16,-16 0 164 16,-12 0-240-16,-12-3-360 0,-17 3 100 15,-3-6 456-15,-7 0 100 0,-9-1-12 0,-8-2-264 16,0-5-624-16,-8-1-364 15,-3-1-297-15,7 4-1107 0,-16-18-2728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13T08:56:30.0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18483 7454 11777 0,'0'0'1524'0,"0"0"-1360"0,0 0-76 16,0 0-88-16,0 0 752 0,91 26-72 15,-63-20-236-15,8 0-232 0,-4 5-48 16,8-3 100-16,0 5 28 0,3-1-144 16,-2 5 4-16,2 2-80 0,-7 0-60 15,0 7-12-15,-5 0-48 0,-3 2-24 0,-7 4 68 16,-10 6 4-16,-2 3 0 0,-9 3 148 15,-9 4-76-15,-6 3-8 0,-13 2-16 16,-8 1 28-16,-8 7-12 16,-3-4 60-16,-13 3-40 0,-4 1 0 0,-5-4-84 15,2-3-12-15,-4 0-64 0,-1-3-36 16,4 0-284-16,4-4-360 0,0-3-160 0,8 1-400 16,21-16-1088-16,-13 9-3269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13T08:56:38.53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22081 6252 3588 0,'0'0'2812'0,"0"0"-540"0,0 0-1456 16,0 0-220-16,0 0 76 0,0 0 345 0,0 0-97 0,0 0-256 16,0 0-192-16,0 0-92 15,3-10-36-15,-3 10 24 0,4 0-28 16,0 0-64-16,0 0-88 0,1 0-52 15,-1 3-32-15,0-3-20 0,-1 7-20 16,5-2 52-16,-4 5-16 0,5 0 36 16,-2-1-136-16,1 3-52 0,0-1 52 15,1 2 64-15,-2-1 24 0,-3 4-16 0,4 3 92 16,-4 6-76-16,4 3-28 0,-4 4 52 16,0 0-60-16,-4 10-44 0,0-4-8 15,0 3 0-15,0-3-136 0,0 3-40 16,-4-3 12-16,0 1-72 0,1-5 100 0,-2-2 32 15,5-2-96-15,-4-9 36 16,4-2-12-16,0-3-40 0,0-7-96 0,0 1-56 16,0-8-124-16,0 3-68 0,0-5-140 15,0 0-144-15,0 0-276 16,0-5-509-16,4 3-535 0,-4-10-2352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13T08:56:39.0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21678 6280 5772 0,'0'0'1392'0,"0"0"-276"0,0 0 12 16,0 0 60-16,0 0-195 0,0 0-289 16,0 0-128-16,0 0-76 15,75 29-96-15,-66-27-32 0,-1 4-84 0,-4 1-60 16,0-3 64-16,-1 2-16 0,1 3 28 16,5 1 36-16,-5 3-16 0,0 6 44 15,0 0 16-15,-1 3-108 0,-3 4-128 16,4 6 24-16,0 1-8 0,-4 6-40 0,0 5-24 15,0 1-96-15,5-1-4 0,-5 1 0 16,0 3-4-16,4-4-80 0,-4 0 32 16,0 1-32-16,0-1 32 0,0-3-8 15,0 1-140-15,0 0-148 0,0-9-48 16,0-3-32-16,0-5-164 0,0-6-124 0,0-6-272 16,0 0-468-16,4-6-1081 0,0-5-2399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13T08:54:28.30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9888 3309 2888 0,'0'0'6448'0,"0"0"-5024"16,0 0-727-16,4-86 227 0,4 59 312 0,1 2 184 0,-2 6-388 16,1 0-192-16,1 3-108 15,-5 4 12-15,0 2-80 16,-4 7 48-16,0 3-164 0,0 0-204 0,0 3-344 0,-4 7 0 16,-9 8 0-16,-2 8 132 15,-6 16-80-15,-7 5-44 0,-3 13-8 16,-1 5-64-16,0 1-56 0,0-3 108 0,8-6-60 15,9-6 20-15,-2-10-68 0,9-9 60 16,5-7 8-16,-1-9-68 0,4-3 8 16,0-3-108-16,7-5 12 0,1-1-24 15,9 2 72-15,-2 1 76 0,5-1 8 16,1 4-96-16,-2-1 60 0,1 3 64 0,-1 5 40 16,2 2-52-16,-9 3 60 15,0 3 0-15,-5 8 172 0,1-5-12 0,-3 3-152 16,-5 1 128-16,0 0-16 0,0-3 4 15,-9 2-36-15,2 2 20 0,-1-5-36 16,0 0-20-16,-4-2-44 0,4-1-8 16,4-6-4-16,0-6-96 0,-1-3 16 0,5-8-236 15,0-2-256-15,0 0-32 0,0-9-172 16,9-7-336-16,-1-6-620 16,-1-7-956-16,6 4-2597 0,2-29-851 0</inkml:trace>
  <inkml:trace contextRef="#ctx0" brushRef="#br0" timeOffset="211.142">10386 3495 6656 0,'0'0'7489'16,"0"0"-5913"-16,0 0-944 0,0 0 16 0,0 0 552 15,0 0-128-15,0 0-384 0,0 0-176 16,80-3-12-16,-40 3 48 0,4 3-219 0,0-3-221 15,8 3-104-15,-5-3-4 0,5 4-40 16,-8-4-93-16,0 0-195 16,-4 0-136-16,-5-4-120 0,-3 4-136 15,-8-3-164-15,-3 3-764 0,-10 0-2492 0,-7 0-2913 16</inkml:trace>
  <inkml:trace contextRef="#ctx0" brushRef="#br0" timeOffset="416.042">10669 3556 1540 0,'0'0'10361'0,"0"0"-8841"0,0 0-744 0,-4 85 488 15,8-49 280-15,1 1-304 0,-5 5-368 16,0-2-392-16,0 6-296 0,0-4-108 16,0-2-76-16,0-1-48 0,0-8-136 15,0-2-208-15,0-7-64 0,-5-7-84 16,5-2-180-16,0-7-248 0,0 1-568 15,-4-4-968-15,0-3-1621 0,4 0-1191 0</inkml:trace>
  <inkml:trace contextRef="#ctx0" brushRef="#br0" timeOffset="571.669">10609 3971 6460 0,'0'0'4925'16,"0"0"-3257"-16,0 0-880 0,0 0 380 15,0 0 268-15,92 0-492 0,-64-3-236 16,0-2-104-16,0-2-188 0,4 0-244 0,-4-2-172 15,0 3-108-15,-4-4-200 0,-5 3-272 16,-3 4-164-16,-8 3-400 0,-4 0-468 16,-4 7-948-16,-4 6-1313 0,-7-5-239 15,-17 15 164-15</inkml:trace>
  <inkml:trace contextRef="#ctx0" brushRef="#br0" timeOffset="715.165">10669 4142 784 0,'0'0'7292'0,"0"0"-4860"0,0 0-1423 0,0 0-369 16,0 0 436-16,0 0 168 0,0 0-272 15,0 0-164-15,41 71-36 16,-13-68-128-16,7 0-208 0,1-3-264 0,4 0-172 16,4 0-48-16,-1-6-4 0,2 0-268 15,2 0-324-15,1-4-460 0,-12 3-1028 0,15-6-3345 16</inkml:trace>
  <inkml:trace contextRef="#ctx0" brushRef="#br0" timeOffset="1832.688">12383 3276 8916 0,'0'0'4681'0,"0"0"-4325"16,0 0-164-16,0 0 8 0,0 0 508 15,91-57 172-15,-74 45-176 16,2 1-252-16,-3 3-228 0,0 2-176 0,4-5-48 15,-4 9-48-15,-4-2-128 0,-4 4-12 16,0 0 40-16,-5 10-16 0,-3 6 164 16,-3 9 376-16,-9 10 20 0,-8 3-260 0,0 3-84 15,-4 0 60-15,0 1-108 16,4-7 68-16,-3-1-20 0,6-2 108 16,2-6-72-16,6-3 108 0,-2-4-84 0,7-5-40 15,0 3-64-15,4-7-8 16,0 2-48-16,0-2 0 0,0 2-16 0,0 4 24 15,0 0 40-15,4 0 12 0,0 6 64 16,3-3 8-16,1 3-72 0,1 1-4 16,-2-1-4-16,1 3 0 0,1 1-4 15,-1-1-12-15,-1 0 0 0,1 1-36 16,1-1 48-16,-9 1-8 0,4-1 4 16,-4 1 4-16,0-1 12 0,-4 3 48 15,-5-2-52-15,1 2 44 0,4-2-40 0,-3-5 0 16,-2-4 36-16,1-4-48 0,4-1-4 15,-3-5-380-15,-2-1-196 0,5 0-240 16,-4-3-172-16,1-3-384 0,3 0-736 16,-5 0-1761-16,5-3-2231 0,-7-9 5528 15</inkml:trace>
  <inkml:trace contextRef="#ctx0" brushRef="#br0" timeOffset="3567.391">15494 3638 5916 0,'0'0'2816'0,"0"0"-499"0,0 0-1765 0,0 0-204 16,0 0 752-16,0 0 20 0,0 0-224 16,80 13-52-16,-56-10-52 0,7-3-196 15,6 0-136-15,3 0-76 0,8 0-124 16,3 0-12-16,9 0-28 0,7-3-96 16,2 0-4-16,10 0-44 0,1-1-4 0,8 1 16 15,4-3-88-15,7 3 48 0,0 0-48 16,8 0-124-16,-2 3 28 15,7 0-4-15,-1 0 100 0,4 0-8 0,1 0 0 16,8 3-40-16,-1 0 48 0,-3 3 84 16,-5-3-72-16,0 4-12 0,-11-7-8 15,0 3 4-15,-9-3-52 0,1 0 56 0,-8 0 0 16,-9 0-12-16,-3-3-136 16,-8-1-124-16,-9 1 76 0,-10 3-16 15,-14-3-32-15,-7 0 20 0,-8 3 76 0,-8 0 48 16,-8 0-72-16,0 0-180 0,-4 0-72 15,0 0-40-15,-4-3-140 0,-4 3-204 16,-4 0-832-16,-9-3-1289 0,10 0-3223 16</inkml:trace>
  <inkml:trace contextRef="#ctx0" brushRef="#br0" timeOffset="3877.424">18458 3495 10941 0,'0'0'1040'0,"0"0"-912"16,0 0 320-16,0 0 268 0,101-3-4 16,-78 6-116-16,1 4-28 0,0 0 112 0,0 5-112 15,-1-3-268-15,5 3-124 0,-7 5-112 16,-1-5-64-16,-8 5-76 0,-5-2-60 15,-3 5 48-15,-4-2 80 0,-11 5 8 16,-10 2-76-16,-6 3 64 0,-9 1-28 0,-8 0 36 16,-4 3-108-16,1-4 0 0,-2-3-108 15,2-1 20-15,7-10-136 16,8 2-296-16,0-6-240 0,4-6-404 0,1-2-316 16,3-2-825-16,0 0-2119 0</inkml:trace>
  <inkml:trace contextRef="#ctx0" brushRef="#br0" timeOffset="4431.319">17152 2775 4912 0,'0'0'3160'0,"0"0"-660"0,0 0-1251 16,0 0-237-16,0 0 300 15,0 0-24-15,0 0-220 0,0 0-208 0,0 0-264 16,12-64-288-16,-9 51-196 0,2 1-40 15,3-1-20-15,0-3-52 0,3 0-88 16,2 1 0-16,2-8-48 0,2 4 40 0,7-2 84 16,-5-3-112-16,1 6 36 15,4-1 40-15,-4 3 48 0,0 0 0 16,-4 0-8-16,0 3 0 0,0 4 8 0,-4-4-8 16,-1 7-60-16,-2 0-20 15,-1-1 0-15,0 3-8 0,-5 4 8 16,1 0 80-16,1 0 8 0,-1 4 44 0,0 6 44 15,4-1-88-15,-5 10 136 16,5 0 24-16,5 3-72 0,-6 7 84 0,1 7-96 16,5-3 120-16,-6 9-72 0,10 2 260 15,-6 4-52-15,5-1-52 0,-4 2-60 16,4-2-48-16,-4-3-48 0,4-2-116 16,-4-7-8-16,0-3 12 0,-4-4-20 15,4-6 8-15,-4-3-8 0,0-3-152 0,-5-6 64 16,1-1-348-16,1-6-108 0,-1 0-164 15,-4 1-252-15,0-4-576 0,0 0-992 16,0-4-1641-16,-9-8-2523 0</inkml:trace>
  <inkml:trace contextRef="#ctx0" brushRef="#br0" timeOffset="4630.166">17566 2898 1552 0,'0'0'7288'0,"0"0"-5760"0,0 0-703 0,0 0-53 15,0 0 560-15,0 0-176 0,0 0-388 16,-79 58-316-16,55-39-100 0,-4 2-84 16,4 6-168-16,-4-5-88 0,1 3 40 0,-1 0-52 15,0 1-112-15,0-3 24 0,4-2-204 16,3 2-340-16,6-8 16 16,-2 1-244-16,10-3-364 0,3-4-629 0,0-2-1435 15,4-4-3476-15,0 0 6344 0</inkml:trace>
  <inkml:trace contextRef="#ctx0" brushRef="#br0" timeOffset="6052.888">20522 2886 7476 0,'0'0'4629'15,"0"0"-3733"-15,0 0-360 0,0 0 152 0,9-73 408 16,-9 60-48-16,0 1-276 16,0 5-40-16,4-3-224 0,-4 8-152 0,0-2-108 15,0 2 20-15,0 2-60 0,0 0-208 16,0 2-24-16,0 8-284 0,-4 3-96 0,-5 6 392 15,-2 9 12-15,-10 10 124 0,2 6-4 16,-9 8-116-16,0-2 44 0,0 4-44 16,4-4-8-16,5-2-104 0,-1-6 60 15,3-1-16-15,6-9 16 0,3-4 0 16,-1-2-52-16,5-7-148 0,0-3 28 16,4-7-100-16,0 1 56 0,0-4-44 0,0 1 8 15,4-1-12-15,5 0 76 16,-1 1 160-16,-1 2 64 0,1 4 12 0,5 3 0 15,-9 2 52-15,3 5-52 0,-3 2 148 16,0 1-36-16,-4 2 52 0,0 1-152 16,0 3 136-16,0-4-36 0,0 4-104 0,-4-3-8 15,-4 0 124-15,5-4-124 16,-1-3-4-16,-4 0 0 0,3-6 4 0,5 0-4 16,0-3-108-16,0-4 24 0,0-3 4 15,0 0-180-15,0-2-60 16,0-1 44-16,0 1-72 0,0-1-48 0,0-3-104 15,0 0-232-15,5 0-348 0,-1 0-544 16,4 0-773-16,-5-3-2291 16</inkml:trace>
  <inkml:trace contextRef="#ctx0" brushRef="#br0" timeOffset="9948.337">21455 2956 392 0,'0'0'1760'0,"0"0"-1592"15,0 0 120-15,0 0-280 0,0 0 2236 0,0 0 124 16,0 0-1096-16,0 0-312 0,0 0-96 15,0 0-23-15,0 0-85 16,12 13-88-16,-12-7 8 0,0 7-104 0,0 2 24 0,4 1-52 16,-4 10-104-16,4 2-12 0,-1 4 52 15,-3 3 20-15,0 7-64 0,0-1-64 16,0 3-148-16,0 3-100 0,-3-5-64 16,-5-2-60-16,0-4 0 15,4-1-44-15,1-7 40 0,-2-6-4 0,5-2-40 16,0-11-4-16,0 1-60 0,0-7-172 15,0 1-164-15,0-4-64 0,0 0-228 16,0 0-420-16,0-7-836 0,0 0-825 16,0-2-2271-16,0 3 436 0</inkml:trace>
  <inkml:trace contextRef="#ctx0" brushRef="#br0" timeOffset="10122.97">21431 3363 2856 0,'0'0'92'0,"0"0"4252"0,0 0-2488 0,0 0-652 15,0 0-251-15,0 0 203 0,0 0 120 0,0 0-48 16,0 0-348-16,96-4-384 16,-68 8-36-16,4-4-88 0,-1 0-36 15,1 0-112-15,0 0-140 0,0-7-84 0,-4 0-124 0,0 2-572 16,0-2-360-16,-4-3-340 16,-5 0-680-16,-2 2-1929 0,-6-3-3059 15,-3-1 6152-15</inkml:trace>
  <inkml:trace contextRef="#ctx0" brushRef="#br0" timeOffset="10365.078">21854 3070 6584 0,'0'0'2140'0,"0"0"97"16,0 0-1477-16,0 0-492 0,0 0 436 15,0 0 192-15,0 0-8 0,0 0-144 16,0 0-164-16,19 86-112 0,-15-54-108 15,1 6-108-15,-5 0-4 0,0 3-136 0,-5 0-24 16,-3 4-40-16,1-4-40 0,-6 0-8 16,1-2-52-16,5-5 44 0,3-5-340 15,0-4-176-15,4-6-120 0,0-3-36 16,4-6-116-16,7-4-272 0,1 0-532 16,1-6-1229-16,-2 0-1891 0</inkml:trace>
  <inkml:trace contextRef="#ctx0" brushRef="#br0" timeOffset="10718.738">23069 3152 8096 0,'0'0'5189'0,"0"0"-4045"16,0 0-1144-16,0 0-60 0,0 0 60 0,0 0 396 15,-80 23 168-15,53-10-8 0,-5 2-76 16,-5 5-144-16,1-2-136 16,-3 5-100-16,3 2-12 0,0 0-4 0,0 1-8 0,4-3 36 15,0 2-104-15,4-3 116 16,9 0 36-16,2-3 100 0,6-3 212 16,-2-4-188-16,9 1-76 0,4-3-12 0,0 2-24 15,9 1 48-15,3-3 52 0,8 2-40 0,-1 4-84 16,9-4 20-16,-4 2-44 15,8-2-112-15,-4 1-12 0,-4-3-96 16,4 2-4-16,-5 1-48 0,1 0-268 16,1 0-124-16,-1 2 224 0,-9 2-388 15,2-5-252-15,-6 1-636 0,2-5-1108 16,-9-1-2905-16</inkml:trace>
  <inkml:trace contextRef="#ctx0" brushRef="#br0" timeOffset="12682.254">11642 3521 2988 0,'0'0'6372'0,"0"0"-4127"16,0 0-821-16,0 0-292 0,0 0-184 16,0 0-268-16,0 0-164 0,0 0-228 15,0 0-140-15,0 0-48 0,-96 19-24 0,72-3-76 16,-4 3-4-16,-4 2 4 16,0 6-12-16,-7 1-88 0,3 3 92 15,-4 1 4-15,8 0 4 0,0-3 8 0,0-1 52 16,13-5 56-16,-2-4-32 0,10-4 28 15,2-5-40-15,9-1-72 0,0-2 0 0,0 2 4 16,13 1 120-16,2 2 76 16,5 1 60-16,1-3 0 0,6 3-40 15,1-3-20-15,0-2-80 0,0 3 116 0,4-2 20 16,-8 1 40-16,4-4-76 16,-4-3-72-16,-1 3-76 0,1-6-20 15,0 3-52-15,-4-3-8 0,0 0 4 0,-4 0-108 16,3-3-316-16,-2-3-140 0,-2-1-144 15,-2-2-232-15,2-3-360 0,2-2-908 16,-6-1-1805-16,-2 2-2095 0,-5-6 3684 0</inkml:trace>
  <inkml:trace contextRef="#ctx0" brushRef="#br0" timeOffset="12951.119">11857 3363 6656 0,'0'0'4172'0,"0"0"-2655"0,0 0-1237 16,0 0-112-16,0 0 608 0,0 0 392 15,0 0 28-15,4 88-328 16,-4-53-272-16,4 6-160 0,-4 0-92 0,3 7-84 16,-3 0-76-16,0 2-72 0,-3 1-112 15,-1 0-4-15,-4-3-8 0,4 0 0 16,-5-7-88-16,6-6-172 0,-1-7-160 15,0-2-64-15,4-8-136 0,0-1-72 0,0-8 12 16,0-6-52-16,4 0-324 0,3-3-924 16,6-6-1021-16,-1-7-2239 0,-4 0 2176 15</inkml:trace>
  <inkml:trace contextRef="#ctx0" brushRef="#br0" timeOffset="13282.963">12188 3584 10672 0,'0'0'1277'0,"0"0"-1033"16,0 0-80-16,0 0 260 0,-80 16 148 15,59-3 28-15,2 0-260 0,-5 2-212 0,4 1-64 16,0 4-64-16,0 1-4 0,0-2-96 16,1 1 100-16,6-1-104 15,-2-4 104-15,7-2 44 0,-1-3 172 0,5-1-80 16,4 1 44-16,0-4 32 0,0 4 104 15,4-1 12-15,5 4 108 0,-1 3 120 16,3-4-144-16,2 1-140 0,2 4-12 0,2-5-72 16,-2 1 8-16,1-5-72 15,4 3-36-15,0-1 20 0,0-5-56 16,0 2-44-16,0 0-8 0,4-5-48 16,-5 2-312-1,5-4-100-15,0 3-136 0,-3-3-232 0,2 0-352 0,1 0-868 16,-4 0-2721-16,-8 3-1791 0,0-3 5001 0</inkml:trace>
  <inkml:trace contextRef="#ctx0" brushRef="#br0" timeOffset="14666.647">24252 3163 364 0,'0'0'1580'0,"0"0"4088"0,0 0-3644 16,0 0-928-16,-4-74-207 0,0 58 99 15,-4 3-44-15,0 1-80 0,0-1-68 16,-4 4-80-16,1-1-160 0,-6 1-184 0,6 2-132 16,-6 3-16-16,2 2-40 15,-2 2 4-15,2 0-92 0,-5 0-80 16,-1 9 44-16,-2 7-52 0,-1 3-8 0,-4 10 48 16,0 2 52-16,4 11 84 0,-4 9-108 0,0 3 72 15,5 10 148-15,-1 2 332 16,3 0-188-16,6-2-108 0,6-4-76 15,2-6-24-15,7-9-100 0,0-7 16 0,12-6-4 16,4-7-8-16,4-7-16 16,4-1 52-16,-1-4-4 0,5-4 4 15,4-6-39-15,-4-3-49 0,4 0-20 0,-4-9-64 16,0 0-136-16,0-8-33 0,0 1-135 16,-4 0-148-16,-9-2-180 0,2-2-152 15,-6 1-188-15,-7 1-388 0,-4-2-720 16,0 1-884-16,-11 0-1709 0,-2 3-355 15,-6 1 3668-15,6 2 344 0</inkml:trace>
  <inkml:trace contextRef="#ctx0" brushRef="#br0" timeOffset="14966.338">23997 3537 1864 0,'0'0'720'0,"0"0"-564"0,0 0 6488 15,0 0-4359-15,0 0-533 0,0 0-344 16,0 0-236-16,0 0-92 0,0 0 72 16,0 0-204-16,0 0-264 0,104 3-268 15,-77-3-232-15,6-3-112 0,-6-4-72 16,1-2-48-16,-4 2-208 0,-4-2-296 0,-4 2-220 15,0-2-188-15,-4 2-236 0,0 1-564 16,-4 0-1024-16,-4 0-1313 0,0-1 89 16,-4 4 788-16,0 0 2337 0,0 3 883 15,-8 0 0-15,4 0 7 0,-5 9 1949 16,-2 1-1108-16,3 2-560 0,-1 4 4832 16,2 3-3140-16,-5 1-511 0,4 6-33 15,0-5-104-15,0 5-32 0,0-1-132 0,4-3-276 16,1 3-200-16,3-2-224 0,0-7-332 15,0 0-136-15,3-1-12 0,1-4-148 16,4-3-148-16,0 3-184 0,4-5-92 16,-4 2-100-16,0-3-268 0,4 1-560 0,0-6-1104 15,-1 3-2325-15,-2-3-651 16,3 0 4353-16</inkml:trace>
  <inkml:trace contextRef="#ctx0" brushRef="#br0" timeOffset="15999.019">24882 3133 1344 0,'0'0'1200'0,"0"0"728"0,0 0 2156 0,0 0-2324 0,0 0-111 16,0 0-241-16,0 0-152 16,0 0-136-16,0 0-176 0,0 0-224 15,11-44-172-15,-15 44-128 0,4 0-148 0,-4 3-140 16,-3 7-80-16,-6 5 8 16,2 8 52-16,-1 2 84 0,-4 10 88 15,0 6-64-15,0 4 24 0,0 6 172 0,0 3 108 16,4 0-256-16,-4-1-112 0,8-2-56 15,1-4-92-15,2-5 0 16,5-3-4-16,8-11-4 0,0 1 0 0,9-7-4 16,-2-7 0-16,5-2-4 0,3-3-92 15,5-3-180-15,-4-7 24 0,4 0-120 16,0 0-136-16,-3-10-104 0,-6 1-232 16,5-8-388-16,0 1-848 0,-4-6-1892 0,0 0-1529 15</inkml:trace>
  <inkml:trace contextRef="#ctx0" brushRef="#br0" timeOffset="16223.626">25181 3196 6776 0,'0'0'6789'0,"0"0"-5657"0,0 0-920 16,0 0 644-16,0 0 276 0,0 0 32 15,103 20-248-15,-67-20-340 0,3 0-220 16,2 0-112-16,-2 0-112 0,1-3-132 0,0-3-112 16,-4-1-364-16,0-2-408 15,-1 0-304 1,-7-2-512-16,-7 5-1504 0,-6-3-3525 0</inkml:trace>
  <inkml:trace contextRef="#ctx0" brushRef="#br0" timeOffset="16414.46">25491 3194 3116 0,'0'0'9557'0,"0"0"-8093"0,0 0-676 16,-44 92 468-16,32-57 428 0,1 0-108 0,6-3-400 15,-3-1-472-15,4-2-364 0,4-4-143 16,-3-3-185-16,3 0-12 16,-4 1-69-16,0-4-91 0,-1-3-360 0,-3 3-164 15,1 0-148-15,-5 0-76 0,-1 0-628 16,-2 0-1444-16,3-7-2505 15,0-2-1471-15,4-7 5324 0,-4-3 1525 0</inkml:trace>
  <inkml:trace contextRef="#ctx0" brushRef="#br0" timeOffset="16721.957">25368 3521 1212 0,'0'0'6688'16,"0"0"-4008"-16,0 0-1379 0,99-29-329 16,-67 23 212-16,0 2-20 0,0 1-144 15,-4 0-220-15,0 3-240 0,0 0-212 16,-9 0-348-16,1-3-52 0,-8 3-120 0,0 0-152 15,-4 0-136-15,0 0-256 16,-8 3-164-16,0 3-244 0,0 1-492 16,-12 2-28-16,-8 7-489 0,-3 0-687 0,-5 0-464 15,-4 3 924-15,0 0 2360 0,-4 0 128 16,0-3-116-16,4 0 1160 16,4 0-76-16,0 0 1928 0,9-4 1384 0,6-2-2707 15,2-1-309-15,7 2-132 0,4-6-64 16,4 4-116-16,7-2 12 0,6 3-92 0,7-4-56 15,4 0-260-15,4-2-232 0,7-4-172 16,1 0-144-16,4-7-88 0,-1-2-48 16,1-1-216-16,4-3-160 0,0-2-52 15,-4-5-356-15,4 2-196 0,-1-1-544 16,-2-7-1304-16,-10 10-3129 0</inkml:trace>
  <inkml:trace contextRef="#ctx0" brushRef="#br0" timeOffset="16998.429">26407 3003 10904 0,'0'0'2945'0,"0"0"-2309"0,0 0-56 16,0 0 364-16,-39 92 608 0,19-54-196 0,0 6-448 15,-4 5-368-15,-4 7-188 0,-8 6-48 16,0 1-108-16,-8 3-100 15,1 1-52-15,-1-4-44 0,8-2-96 0,0-4 12 16,4-3-64-16,8-3-192 0,-3-7 204 16,7-5 16-16,-1-11 12 0,10-6-100 15,3-13-136-15,-1 1-220 0,9-6-112 0,0-4-80 16,0-4-188-16,9-6-284 16,-1-2-656-16,7-14-1089 0,2-2-1887 0,-2 3-432 15,13-26 4697-15</inkml:trace>
  <inkml:trace contextRef="#ctx0" brushRef="#br0" timeOffset="17183.472">26423 3344 9108 0,'0'0'5437'0,"0"0"-4553"0,0 0-132 16,81-17 672-16,-50 11-288 15,5 2-400-15,-4-2-148 0,7 0-172 0,-3-1-196 16,0 1-220-16,4 0-104 0,-4-1-264 15,0 1-244-15,-4 0-88 0,-8-1-176 16,0-2-500-16,-9 3-1008 0,-7 2-2161 16,-3-2-2663-16</inkml:trace>
  <inkml:trace contextRef="#ctx0" brushRef="#br0" timeOffset="17418.608">26678 3365 5652 0,'0'0'3928'15,"0"0"-1043"-15,0 0-1445 0,-32 89-136 0,21-54 92 0,3-1 72 16,-1 2-224-16,2-1-280 0,3 0-364 0,-4-4-212 16,4 1-180-16,-1-1-124 0,5-5-84 15,-3-4-4-15,3-2-56 0,0-1-12 16,0-3-196-16,8 3-136 0,-4-7 208 16,8 1-280-16,-8-4-404 0,3-4-68 15,-2-5-328-15,-1 0-1088 0,4-7-1877 0,-5-3-543 16,1 3-264-16</inkml:trace>
  <inkml:trace contextRef="#ctx0" brushRef="#br0" timeOffset="17564.618">26667 3616 404 0,'0'0'9080'16,"0"0"-7259"-16,0 0-625 0,0 0 356 16,0 0 152-16,0 0-276 0,95-13-336 15,-67 10-416-15,0-1-368 0,4-4-208 0,-4 2-100 16,4-5-168-16,-4 3-336 15,0-3-212-15,-5-1-292 0,1 2-320 0,0 1-912 16,-4 0-1993-16,-8 2-375 0,3-6 624 16</inkml:trace>
  <inkml:trace contextRef="#ctx0" brushRef="#br0" timeOffset="18033.516">27288 3079 7012 0,'0'0'2724'0,"0"0"-907"0,0 0-89 0,0 0-52 15,0 0-304-15,96 35-412 0,-80-16-204 16,3 0 48-16,1 11-104 0,1 1-224 15,-2 4-168-15,1 3-104 0,-4 3-68 16,-4 3 24-16,-4 1-76 0,0-1-72 0,-4 1 48 16,-4-4-48-16,-12 4-12 15,-3-7-60-15,-6 0 48 0,1-7-100 16,-4 1-240 0,5-6-52-16,-2-7-144 0,6-3-56 0,2-4-12 15,2-2-52-15,3-7-140 0,4 0-284 0,-4-3-536 0,4 0-968 16,4-12-2041-16,-4-1-987 0,4 1 5480 15</inkml:trace>
  <inkml:trace contextRef="#ctx0" brushRef="#br0" timeOffset="19014.888">27898 2775 1736 0,'0'0'208'16,"0"0"156"-16,0 0-180 0,0 0 24 0,0 0 3820 15,0 0-2376-15,0 0-592 0,0 0-204 16,0 0 33-16,0 0 139 0,0 0-44 16,0-10-132-16,0 10-52 0,0 0-84 15,4 0-76-15,-4-2-84 0,7 2-48 16,-3-5 0-16,9 3-184 0,-2-5-140 16,2 4-60-16,2-4-40 0,2-2-68 15,-2 3-8-15,2-1-8 0,-2 4-4 0,5-3 4 16,-4 0 12-16,4 2 72 0,-5 1 4 15,-2 3-4-15,-1 0 52 0,-5 0-12 16,-2 0-64-16,-1 0-52 0,4 7 4 16,-4 2 0-16,-1 7 236 0,-3 6-40 15,0 6 0-15,0 8-48 0,-7 5 132 0,-5 7-24 16,-4-1-72-16,-8 0-60 0,0 5 8 16,0-5-60-16,0-2-68 15,0-1-8-15,5-2-8 0,-2-8-4 16,10-2-8-16,2-7-4 0,1-2 4 0,5-7-36 15,3-1-12-15,0-4-48 0,0-5-272 16,0 2-24-16,0-1 76 0,0 0 120 16,0 2 108-16,3 4 4 0,-3 0-4 15,4-1-36-15,4 4 64 0,1 3 72 0,-2 1 48 16,1-2-48-16,5 4 0 0,-6 1 44 16,5 2-40-16,4-2 0 15,-8 5-4-15,9 0 0 0,-10 2-48 0,5 1 44 16,-4 4 4-16,-4 0 0 0,-4 3 48 15,0-2 40-15,0 1 48 0,-8-2-16 0,0-3-20 16,-4-1-36-16,-4-2-60 0,1 0-8 16,-2-1-88-16,2-5-156 0,-6-2 76 15,-3-2-24-15,4-3 0 16,1 1 36-16,-5-5-160 0,0-2-424 0,0-4-1020 16,-4 0-2568-16,4-3-3177 0,-11-3 4337 15</inkml:trace>
  <inkml:trace contextRef="#ctx0" brushRef="#br0" timeOffset="20282.976">21379 5096 4092 0,'0'0'180'0,"0"0"6605"0,0 0-5141 0,0 0-856 16,0 0-76-16,0 0 500 0,0 0-64 16,17 65-328-16,-14-25-140 0,-3 4-48 0,0 3 140 15,0 8-96-15,-3 1-152 0,-10 2-136 16,1-2-8-16,1-1 8 15,-2-1-95-15,2-10-113 0,3 1-36 0,-1-10-68 16,5-4 20-16,1-2-84 0,3-4-12 16,0-6-4-16,0-3 0 0,0 0-44 0,0-6-24 15,0-3-16-15,0-5-200 16,0 2-141-16,0-4-115 0,0 0-28 16,0 0 44-16,0-6-8 0,0-1-204 0,0-3-372 15,3-6-636-15,1 0-640 0,0-6-473 16,1 0-1179-16,-1-3 968 15,0-1 396-15,-4 7 2184 0,4-12 113 0</inkml:trace>
  <inkml:trace contextRef="#ctx0" brushRef="#br0" timeOffset="20446.994">21411 5561 1708 0,'0'0'912'0,"0"0"1228"0,0 0 2336 0,0 0-2515 16,0 0-445-16,0 0-16 16,0 0-72-16,92 0-148 0,-68 5-212 15,4-5-228-15,0 0-240 0,7 0-232 0,1 0-196 16,0 0-172-16,-1-7-44 0,6 1-188 15,-9-4-284-15,0 3-160 0,-4-1-116 16,0-3-252-16,-5 3-632 0,-7-3-1044 16,0-1-2001-16,-4-1-1327 0,-8 4 5368 15</inkml:trace>
  <inkml:trace contextRef="#ctx0" brushRef="#br0" timeOffset="20699.662">21941 5279 484 0,'0'0'704'0,"0"0"508"15,0 0 4272-15,0 0-2956 0,0 0-559 16,0 0-529-16,0 0-324 0,0 0-60 16,0 0-76-16,0 0 36 0,12 68-200 15,-12-40-116-15,0 7-76 0,0 3-112 16,-7 6-124-16,-2 0-8 0,1 5 69 0,-3 1-85 16,-2 1-120-16,-2-3-188 0,-2-1-56 15,2-2-4-15,-2-4-72 0,2 1 28 16,2-8-120-16,6-2-196 0,3-3-125 15,0-7-55-15,4 3-80 0,0-6-84 16,0-3-216-16,0 1-700 0,4-5-1308 0,-4-3-2697 16,0-2-1403-16,0-4 5768 0</inkml:trace>
  <inkml:trace contextRef="#ctx0" brushRef="#br0" timeOffset="21765.927">20192 5763 1016 0,'0'0'836'0,"0"0"-144"0,0 0-444 16,0 0 4476-16,0 0-3256 0,-84-35-872 16,60 31-272-16,-8 2 64 0,-3-3 164 15,-1 3 173-15,-5-2-45 0,-2 2-196 0,0 2 0 16,-6-4-24-16,6 2-104 16,-9-3-104-16,4 3-36 0,0-2-52 0,-4 1 0 15,1 0-88-15,-5-3 88 0,0 3-24 16,0-4 48-16,-4 1-112 15,-3-1 12-15,-5 1-36 0,5 0 48 0,-1 0-88 16,-4-1 40-16,0 1-52 0,0 0 0 16,1-1-8-16,-1 1-4 0,4-1-60 0,-4 5 20 15,-3-5 44-15,3 1-68 0,1-1 64 16,-6 4-76-16,2-4-64 16,-5 5-36-16,-4-3-76 0,0 3 36 0,-3-1 24 15,-1 0-12-15,0 3-124 0,-3-3 96 16,4 3 144-16,-1-3-4 0,4 3 52 15,1 0 52-15,-2-4 0 0,6 4 8 0,3 0 48 16,0-3-56-16,1 3-12 16,0-4-88-16,2 4 36 0,-2-2 52 15,3 2-52-15,-4 0-40 0,4 0-48 0,1 0 24 16,-1 0 76-16,4 0 52 16,5 0 140-16,-1 2 16 0,4 2-4 0,9-4 116 15,-2 0-64-15,10 3 12 0,3-3-40 16,3 0-36-16,6 0-24 0,7 0 36 0,4 0-92 15,4 0-44-15,4 0 32 16,4 0 28-16,4 0 40 0,0 0-40 16,0 0-64-16,0 0 76 0,0 0 12 0,0 0 0 15,4 0-24-15,-4 0 24 16,0 0 28-16,0 0-128 0,4-3-176 0,0-3-532 16,0-4-256-16,4 1-440 0,0-1-837 15,0-3-2367-15,4 5-204 0,4-9 4277 16</inkml:trace>
  <inkml:trace contextRef="#ctx0" brushRef="#br0" timeOffset="22065.843">16391 5248 380 0,'0'0'1708'0,"0"0"5756"15,0 0-4807-15,0 0-1469 0,0 0-376 0,0 0-64 16,0 0-120-16,-92-16-248 15,64 16-64-15,-4 6-104 0,-3 7 24 0,-1 0 64 16,-4 7-12-16,0-1 20 0,-4 6-36 16,1 0-72-16,-1 3-4 0,4 4-132 15,-4 0 68-15,8-4-44 0,4 2 60 16,4-2-12-16,5-6-40 0,10 0 4 16,6-3-52-16,3-3 16 0,4 0-64 15,8 0 96-15,8-1 76 0,3-2 48 0,9 3 40 16,4-4-92-16,8 1-56 15,0-2-72-15,4 1-40 0,0-6-148 0,-1 4-424 16,-3-1-192-16,-4-2-212 0,-5 2-440 16,-3 4-1176-16,-11-7-3021 0</inkml:trace>
  <inkml:trace contextRef="#ctx0" brushRef="#br0" timeOffset="22989.58">12235 4807 5744 0,'0'0'8237'16,"0"0"-6381"-16,0 0-964 0,0 0-220 0,0 0 36 15,0 0 68-15,0 0-88 0,0 0 72 16,0 0-4-16,20 82-236 0,-20-43-155 16,0 11-61-16,0 7 0 0,0 6 36 0,0 5 192 15,-4-2-184-15,4 0-192 16,-3 2-148-16,3-8-8 0,0 0-48 0,0-6 0 15,-4-6 40-15,4-7-40 0,0-3-12 16,0-7-12-16,-5-5-192 0,5-7-28 16,0-6-24-16,0-6-132 0,0-4-73 0,0-3-99 15,5 0 72-15,2-13-124 16,1-4-224-16,9-8-632 0,-2-9-992 16,9-11-2221-16,-8 11-1379 0,12-30 1925 0</inkml:trace>
  <inkml:trace contextRef="#ctx0" brushRef="#br0" timeOffset="23330.998">12841 4936 8856 0,'0'0'4977'0,"0"0"-4013"0,0 0-396 16,0 0 260-16,0 0 408 0,0 0-380 0,0 0-264 16,0 0-176-16,0 0-180 0,0 0-188 15,-99 58-40-15,63-36 0 0,-1 0-8 16,2 1 4-16,-1 0-4 0,4 2-12 15,0-3-48-15,0 0-4 0,0 0 56 16,1-3-4-16,6-3-48 0,5-3 56 16,1-1 4-16,6-2 8 0,2 2-4 15,3-2 44-15,0 0 52 0,4 2 32 0,4 2-8 16,0-3-28-16,0 6 40 0,4-1-36 16,8 3-40-16,3 0 24 0,2-1 28 15,7 2-40-15,-1-5-12 0,1 1-48 16,0 0 0-16,0-2-12 0,-4-6-8 15,-4 3 0-15,4-3-100 0,-4-2-344 0,-4-2-64 16,0-1-48-16,0 1-164 16,0-1-276-16,-4 0-312 0,0-3-908 15,-5 0-2837-15,1 2-2043 0,-4-2 5864 0</inkml:trace>
  <inkml:trace contextRef="#ctx0" brushRef="#br0" timeOffset="23618.495">12798 5350 3724 0,'0'0'9725'15,"0"0"-8181"-15,0 0-1100 16,0 0-32-16,0 0 320 0,0 0 500 0,7 70-100 16,-7-42-236-16,0 8-308 0,0 1-172 0,0 3-148 15,0 6 12-15,-4-5 8 16,1 0-43-16,3-2-109 0,-5-8-128 15,5-2-8-15,-4-1-52 0,4-5-32 0,0-8-121 16,0 1-99-16,0-6-64 16,0-4-68-16,0-3-64 0,0-3-124 15,0 0-16-15,0 0-136 0,0-3-316 0,4-3-492 16,1-4-656-16,-2-6-509 0,1-3-1183 16,0-3 40-16,4-6 2640 0,-4 9 584 15</inkml:trace>
  <inkml:trace contextRef="#ctx0" brushRef="#br0" timeOffset="23766.609">12869 5651 3460 0,'0'0'340'0,"0"0"7001"0,0 0-5493 16,0 0-828-16,0 0-72 0,0 0 388 16,0 0-176-16,0 0-196 0,95 16-372 15,-70-19-284-15,3-4-152 0,0-2-156 16,-1-4-184-16,1 1-332 0,0-4-224 16,-4 0-252-16,-4 0-388 0,3 0-936 15,-7-3-1825-15,-4 0-1795 0,1 7 3772 0,-6-11 1061 16</inkml:trace>
  <inkml:trace contextRef="#ctx0" brushRef="#br0" timeOffset="23943.838">13279 5361 3828 0,'0'0'1928'0,"0"0"2948"15,0 0-3691-15,0 0-265 0,0 0 228 16,0 0 244-16,-19 81-24 0,10-56-308 16,1 0-284-16,1 7-96 0,-6 0-32 15,5 0-96-15,-3 3-188 0,-6-4-120 0,2 4-124 16,2-2-120-16,-2-5-88 0,-1 0-80 15,4-2-284-15,-4-1-172 0,4 0-160 16,0 1-80-16,4 3-264 0,4-4-608 16,0 4-368-16,0-11-4389 0,4 5 165 15</inkml:trace>
  <inkml:trace contextRef="#ctx0" brushRef="#br0" timeOffset="25982.656">16084 7722 3300 0,'0'0'52'0,"0"0"4048"16,0 0-2336-16,0 0-624 0,0 0-379 0,0 0 175 16,0 0 244-16,0 0-52 15,0 0-140-15,0 0-148 0,36 3-324 16,-12-3-68-16,4 0 0 0,4-3-52 0,-1 3-112 15,1 0-48-15,4 0-64 0,1 0-88 16,2 0-32-16,5 0-4 0,4 0-40 16,3 0-4-16,5 3-4 0,0 3-8 15,4-3-4-15,7 4 0 0,1-5 4 16,0 5-4-16,8-4-40 0,0 4-20 16,-1-1 64-16,9 0-56 0,-5 0-20 0,5 1-4 15,4-1-8-15,0 4 32 16,-1-4 16-16,5 4-16 0,0-1-84 0,-5-3 40 15,4 5 92-15,1-2 16 0,3-4 8 16,-3 6-4-16,5-5-4 0,-7 3 0 16,2 1-4-16,-4-4 4 0,-4 3 0 15,-4-2 4-15,-1 3 44 0,-7-4-48 0,0-1-72 16,-5 0-24-16,-3-3 96 16,-8 2 0-16,-4-1 0 0,-9-3-48 0,-7 0 0 15,-4 0 44-15,-4 0 4 0,-8 0 80 16,-1 0-76-16,2-3 4 0,-1-1-8 15,-8 2-188-15,4-5-96 0,-8 4-192 16,3-3-176-16,-2-1-24 0,-5 0-44 16,0-1-168-16,0 1-640 0,-4-3-557 0,0 2-611 15,-8-2-24-15,-5-1-288 0,2 6 2680 16,-1-2 40-16,-4 0-260 0</inkml:trace>
  <inkml:trace contextRef="#ctx0" brushRef="#br0" timeOffset="26299.406">19399 7801 1304 0,'0'0'508'0,"0"0"-104"15,0 0-88-15,0 0-56 0,0 0 4176 0,0 0-2828 16,0 0-492-16,0 0-420 16,0 0-39-16,0 0 63 0,0 0 88 15,-32-16 8-15,32 16 32 0,8 0-152 0,0 3-132 16,4 0-224-16,0 0-24 0,4 0-40 16,4 1-28-16,0-1-84 15,0 3-64-15,-1-3 12 0,2 3 12 0,-1 1-28 16,-1-1-84-16,2 0-4 0,-1 5 56 0,-5-6-16 15,-3 5-48-15,0-3 0 16,-4 0 0-16,-4 1 0 0,0 5 0 16,-4-4-32-16,-4 5 32 0,-8 0 112 0,0 3 0 15,-7-1 0-15,-9 3 48 16,3 0 24-16,-6 0-84 0,-1 4 24 16,4-4-12-16,0-1-100 0,0 2 0 0,8-4 0 15,0 3 0-15,4-7-12 16,4 1-12-16,1-4-76 0,2 4-160 0,5-7-456 15,0 4-192-15,4-4-296 0,0-3-732 0,0 1-2785 16,0-2-3355-16,4-2 7724 0</inkml:trace>
  <inkml:trace contextRef="#ctx0" brushRef="#br0" timeOffset="27366.077">21547 7547 808 0,'0'0'484'15,"0"0"688"-15,0 0-272 0,0 0 4188 16,0 0-3276-16,28-65-355 16,-28 50-329-16,4 0-120 0,-4-1-324 0,0 4-80 15,0-8-312-15,-4 4-40 0,-1 3 8 16,-3 1-132-16,-3-4-28 0,-2 5 16 0,2 3 36 15,-10-3 8-15,2 9 64 0,-1-2 28 16,-8 4-16-16,4 0 12 0,-8 11-16 16,0 3 80-16,0 6-40 0,-3 6 72 15,3 9-84-15,0 2 20 0,0 8-56 16,4 6 80-16,0 3 184 0,9-1 24 16,-1 5-192-16,7-1-128 0,5-5-8 0,4-5-16 15,4-7-32-15,17-4-15 16,-2-1-1-16,13-10-8 0,4 0 80 0,4-6-96 15,8-2 4-15,-4-5-88 0,3-2-8 16,-6-7-4-16,-1-3-172 16,-1 0 76-16,-3-7-60 0,0-3-88 0,0-2-97 15,-4-1-83-15,0-6-236 0,-4 0 12 16,-5-3-76-16,-6 0-188 0,-2 0-752 0,-11-7-1112 16,0 4-2073-16,-7 6-1587 0,-18-12 5732 15</inkml:trace>
  <inkml:trace contextRef="#ctx0" brushRef="#br0" timeOffset="27697.845">21355 7775 4608 0,'0'0'6056'0,"0"0"-3399"16,0 0-1297-16,0 0-656 0,0 0 216 0,0 0 276 15,0 0-96-15,0 0-44 16,0 0-136-16,84 29-336 0,-45-26-304 16,2-3-184-16,-5 0-96 0,3 0-8 0,-3 0-260 15,1-3-168-15,-10 0-188 0,-3-1-148 16,-4 1-164-16,-12 0-252 0,-1 0-576 15,-7 0-504-15,0 3-373 0,-3-3-443 16,-5 3 508-16,-4 0 672 0,-4 0 1644 16,1 0 260-16,2 3 1876 0,-2 3 312 15,6 7-84-15,-3 0-204 0,1-1-167 16,2 11-293-16,5-4-212 0,-4 6-184 0,5 1-108 16,3-1-156-16,0 3-160 15,0-2-180-15,3-1-144 0,5-6-112 0,0 0-100 16,4-3-84-16,0-3-4 0,1-5-352 15,2-1-60-15,1 0-100 0,0-7-128 16,4 0-200-16,-1 0-324 0,2-4-816 16,-1-6-1169-16,-5 5-2467 0,9-11 1432 15</inkml:trace>
  <inkml:trace contextRef="#ctx0" brushRef="#br0" timeOffset="27974.418">22224 7553 2996 0,'0'0'7156'0,"0"0"-4711"0,0 0-1705 16,0 0-460-16,0 0 356 15,0 0 676-15,0 0 44 0,-84 41-324 0,68-11-316 16,1 0-128-16,-2 9-60 0,6 4-88 16,-1-1-84-16,-4-1-16 15,8-3-84-15,0 4-148 0,-1-7-96 0,6 0 48 16,-1-3-60-16,4-7-8 0,0 0-40 0,0-5 36 15,4-1-120-15,8-8-148 16,0-1-12-16,3-3 8 0,2-3 16 0,3-4-72 16,3 0-104-16,5-11-96 0,0-1-128 15,4-7-260-15,3 0-676 16,2-10-1060-16,-5 1-1989 0,-4 2-2671 0,-1-18 6816 16</inkml:trace>
  <inkml:trace contextRef="#ctx0" brushRef="#br0" timeOffset="28219.636">22683 7391 8520 0,'0'0'3885'0,"0"0"-3081"16,0 0-204-16,-21 91 616 16,9-49 368-16,0 3-80 0,1-1-384 15,-6 7-348-15,2-4-236 0,-5 5-216 0,3-2-176 16,-2-6-136-16,-1 2 4 15,4-6-12-15,-4-5-84 0,8-3-40 16,0-4-336-16,8-2-216 0,0-10-48 0,4 0 160 16,0-11-56-16,8 0-212 0,4-5-596 15,4-5-776-15,4-6-2001 0,4-5-999 16,-5-1 2036-16,17-14 2868 0</inkml:trace>
  <inkml:trace contextRef="#ctx0" brushRef="#br0" timeOffset="28514.295">23009 7680 6080 0,'0'0'6605'0,"0"0"-5725"0,0 0-624 15,0 0 36-15,0 0 416 0,-96 28 500 16,72-18-452-16,0 0-456 0,1-2-216 0,-1 3-80 16,0-2-4-16,3 4-124 15,-2 0 12-15,3-4 108 0,5 4-8 0,-2-7-24 16,9 3 36-16,5-2 88 0,3-1 36 15,0 0 84-15,0 1 68 0,0 5-4 16,7-1 24-16,-3 1 24 0,8 1 0 16,-4 2-60-16,4-1-16 0,0-2-8 15,4 1-76-15,-1-4-52 0,6 1-96 16,-1-1-12-16,4-2-232 0,-1-1-88 0,5-3 136 16,0-3-356-16,0 0-400 0,4 0-392 15,-4 0-348-15,0-3-920 16,4-3-2245-16,-12-1-703 0,7-8 5180 0</inkml:trace>
  <inkml:trace contextRef="#ctx0" brushRef="#br0" timeOffset="28816.528">23551 7429 7264 0,'0'0'6197'0,"0"0"-5117"0,0 0-892 15,0 0 240-15,0 0 464 0,0 0 360 16,0 0-88-16,-40 82-340 0,20-46-356 16,-4 5-188-16,-4 3-36 0,-4 4 12 0,-3 3-48 15,3 3-12-15,-8-3-48 16,4-4-96-16,0 1-52 0,4-7-64 16,0 0 4-16,0-5-72 0,4-2-100 0,0-2-124 15,5-4-32-15,3-2-56 0,3-7-108 0,6-3 60 16,3-3 36-16,0-6-80 15,4-5-184-15,4-2-324 0,0-2-356 16,12-5-872-16,4-9-825 0,8-3-1511 0,-4 0 2128 16,20-16 1228-16</inkml:trace>
  <inkml:trace contextRef="#ctx0" brushRef="#br0" timeOffset="29149.831">23647 7671 1200 0,'0'0'184'16,"0"0"1824"-16,0 0 3244 0,0 0-3792 15,0 0-195-15,-45 72-109 0,37-52 132 16,1-1-48-16,-1 3-220 0,-1 3-244 0,-2 0-104 15,3 4-76-15,-1-1-116 0,2 4-124 16,-1 0-144-16,0-3-28 0,-4 3-88 16,8-4-20-16,-4 1-72 0,0-4-4 15,5 0 0-15,-2-5-52 0,1-1-68 16,4-7-200-16,0-2-88 0,0-4-72 16,0-3-52-16,4 1-212 0,8-4-300 0,4-4-316 15,4-5-728-15,8-7-633 0,4-3-1811 16,0 0-48-16,-4 3 4580 0,19-12 0 15</inkml:trace>
  <inkml:trace contextRef="#ctx0" brushRef="#br0" timeOffset="29414.128">23965 7849 1032 0,'0'0'4316'16,"0"0"500"-16,0 0-3615 0,0 0-393 16,0 0 128-16,-96 5 220 0,68 2-80 0,0 3-96 15,0 2-344-15,5-2-272 0,3 3-116 16,0-1-124-16,1 1-76 15,2-3 36-15,6 2-84 0,-6 1-8 0,9 3 8 16,1-4 72-16,3 1 76 0,-1-1 100 16,5 5 36-16,0-4 24 0,9-1-52 15,-2-2-96-15,5-1-60 0,4-3-100 0,0 1-24 16,8-1-172-16,0-4-124 16,0 3-100-16,4-3-100 0,4 1 124 15,-4 1-76-15,4 3-568 0,-5-4-1016 0,1 0-2257 31,0 3-1847-31,-8-4 4804 0</inkml:trace>
  <inkml:trace contextRef="#ctx0" brushRef="#br0" timeOffset="29679.909">24105 7936 6816 0,'0'0'5865'0,"0"0"-4741"0,0 0-540 16,0 0 184-16,-4 77 532 0,-5-47 16 15,-2 3-104-15,-1 2-320 0,3 1-244 0,-2-1-220 16,3 0-244-16,3-3-76 0,2-5-108 16,-1-2-4-16,0-1-80 0,4-6-232 15,0 2-172-15,0-8-100 0,0-2-24 16,0-4-68-16,0-3-148 0,0-3-672 15,4 0-984-15,3-6-1745 0,-2-3-1459 16,-1 2 4372-16,0-9 8 0</inkml:trace>
  <inkml:trace contextRef="#ctx0" brushRef="#br0" timeOffset="29815.521">24133 8245 5380 0,'0'0'2028'16,"0"0"3473"-16,0 0-4089 0,0 0-832 15,0 0-24-15,79-16 276 0,-51 11 28 16,4-9-364-16,0 5-472 0,3-7-24 15,1 3-432-15,-3-3-392 0,-1 1-372 0,-5-1-488 16,1-3-1125 0,-8-1-2839-16,-4 5 1116 0</inkml:trace>
  <inkml:trace contextRef="#ctx0" brushRef="#br0" timeOffset="30002.277">24519 7960 1696 0,'0'0'4728'0,"0"0"1517"0,0 0-4781 15,-44 83-364-15,28-52 48 16,1 1 392-16,-2 3-108 0,6-4-428 0,-2 1-516 16,5-4-260-16,4-3-212 0,-3 1-12 15,-2-8-4-15,5 3-184 0,0-5-256 16,0-4-220-16,1-2-200 0,3-4-64 16,0-3-392-16,0-3-860 0,7 0-2085 15,-3-3-2091-15,9-13 4424 0</inkml:trace>
  <inkml:trace contextRef="#ctx0" brushRef="#br0" timeOffset="30280.752">25097 7703 3436 0,'0'0'6368'0,"0"0"-4703"0,0 0-461 15,52 69 336-15,-41-40 276 0,-3 6-228 16,0 0-340-16,-8 5-424 0,0 2-264 16,0-1-280-16,0 3-60 0,-8-2-84 15,-3 3-76-15,-2-1-60 0,-2-3 4 16,-10-2-4-16,1-5-116 0,-7 1-20 16,-9-6-108-16,-7-1-124 0,-5-6-96 15,-8 1-52-15,-4-7-48 0,0-1-128 16,-8-4-328-16,4-2-740 0,13-6-1268 0,-28-1-3225 15</inkml:trace>
  <inkml:trace contextRef="#ctx0" brushRef="#br0" timeOffset="38031.9">884 2298 4180 0,'0'0'8465'0,"0"0"-7393"16,0 0-692-16,-80 0 316 0,65-6 424 16,-2-4-364-16,2 1-332 0,-1-1 132 15,8-2 324-15,0-4-316 0,8-3-564 16,0-3 0-16,4-7-84 0,8-6 84 15,4 0 8-15,7-6-8 0,5-4-88 16,4-6 40-16,4 1 40 0,0-7-40 16,0-3-16-16,0-1 56 0,3 1 0 15,2-3-4-15,-2-5-136 0,5-1-24 16,4-1-224-16,3-3 48 0,1-3-48 0,4-1 48 16,0 1 12-16,4 3-56 0,-4 0 128 15,3 4 256-15,-3-1-128 0,-4 9-4 16,0 7 76-16,-9 7 64 0,-7 12 36 15,-4 9-36-15,-8 13 0 0,-8 5 0 16,0 4 288-16,-5 4-288 0,2 0-144 0,-1 9 144 16,0 7 124-16,4 7 64 0,0 8-100 15,-1 14 164-15,-2 5-88 16,-1 13-28-16,-1 5-136 0,-2 4-12 0,-1 2-452 16,-1-1 36-16,-3-7-76 0,-4-5 140 15,0-10 364-15,-8-10 80 16,-8-3-80-16,-7-7 264 0,-5-1-76 0,-4-2 12 0,-9-2-112 15,-6-4-12-15,-5-7-24 0,-8 1 20 16,-7-3-68-16,-5-3 64 0,-12-3 48 16,-3 1 12-16,-5-2 8 0,-4 1 216 15,5-1-104-15,-1 0-36 0,4-2-212 16,5-1-120-16,7 1-32 0,1-4 80 16,11 0-16-16,8 0 80 0,12 0 8 15,12-7 112-15,13 0-12 0,10 4-16 0,9-3-84 16,5-4-200-16,10-1-288 0,17-9 232 15,16-6 32-15,12-2 224 16,19-7 120-16,13-4 124 0,7-2-232 0,17-3 64 0,0 0 0 16,7-4 48-16,-3 0-124 15,3 1-4-15,-7-4-72 0,-5 6 72 0,-7 5-72 16,-8 1-164-16,-13 4-164 0,-11 4 16 16,-12 2 84-16,-13 10 52 15,-15 0 68-15,-11 12 184 0,-18 0 164 0,-3 7 240 16,-15 7 0-16,-9 3-404 0,-12 9-12 15,-8 10 12-15,-8 5 164 16,-12 11 40-16,0 5 48 0,-7 11-40 0,-4 6-60 0,-5 3-104 16,-4 9 64-16,-8 3 16 15,0 7-16-15,-3 4 136 0,-1 2 12 16,5 0 48-16,-1-3-184 0,13-9 40 0,6-11-20 16,10-11-144-16,11-11-136 15,12-8-260-15,8-11-100 0,8-5-292 16,9-3-180-16,7-9-536 0,3 0-1468 0,5-4-3049 0</inkml:trace>
  <inkml:trace contextRef="#ctx0" brushRef="#br0" timeOffset="40563.634">20376 6029 3344 0,'0'0'40'0,"0"0"312"0,0 0 1964 0,0 0-1300 16,0 0-576-16,0 0-48 0,0 0-296 16,0 0-88-16,0 0 1240 0,-84-35 316 15,71 29-983-15,-2-1-365 0,-6 1 52 16,2-3-264-16,-5-1 80 0,0 4 428 16,-4-4 624-16,4 1-576 0,-8-5-560 15,-4 2-116-15,1-1-200 0,-1 1 316 16,-9 2 332-16,6-3-332 0,-8 1-40 0,2-4-252 15,-2 3 292-15,-5 1 276 0,4 2-48 16,-3-3-192-16,2 0-36 16,2-2-108-16,-5 2 108 0,4 1 252 0,0-5-100 15,-4 4-152-15,5-1-88 0,-9-3-76 16,4 1 164-16,-8 0 12 0,4-3 0 16,-4 3-12-16,0 1-124 0,2-4 124 15,-7 3 24-15,1-3 0 0,-3 3-24 0,-1-1-76 16,1 3 28-16,3-3-4 0,-4 4 52 15,4-3-4-15,0 4 8 0,0 2 88 16,1-3-84-16,3 4-8 0,-4 0 0 16,4-1 4-16,-3 1 12 0,3-1-12 15,-4 1-4-15,4-2-12 0,-3 6 12 16,3-2-76-16,-4-3 28 0,-3 5 40 0,-1-1 8 16,1-1-4-16,-2 0 4 0,-2 2 48 15,-1 0-44-15,0 3-4 16,1-2 0-16,-5 4 16 0,4 0 84 0,1 0-92 15,-1 0-8-15,0 6-40 0,0 1 40 16,-3-1 92-16,7 5-20 0,-4-3-72 16,1 2-104-16,-5 3-36 0,0 3 40 15,-4 0 100-15,1 3 12 0,3 3 76 16,1-3 80-16,2 6-156 0,6-3-8 16,-1 1 8-16,1 2-12 0,3 1-48 0,-5 2-12 15,6 0 48-15,-1 1 4 0,-3 0 8 16,3 2 0-16,-4 1 4 0,5-3-4 15,-1 3-4-15,0-1 0 0,8 1 4 16,4 0 8-16,5-1 44 0,3 1-44 16,8 0-8-16,0 0-84 0,8 0 72 15,4-1 4-15,0 4 0 0,1-4 4 16,3 2 0-16,-1-2 4 0,-2 1 0 0,3-3 124 16,0 2 4-16,0 1 24 0,0-3-28 15,4-1 56-15,0 1-56 0,5-4-44 16,6-1-80-16,-3-6-48 0,8 1 44 15,0 0-144-15,0 0 144 0,0 0 8 16,0 0 176-16,0-3-4 0,4 3-76 16,5-7-36-16,-2 4 24 0,5-3-36 0,4 3-48 15,0 4-4-15,4-5-76 16,0 8 76-16,3-2 152 0,2-1 60 0,-1 2-124 16,7 0-40-16,1 0 28 0,4 1-64 15,4-5 140-15,4 4 16 0,3 1-108 16,5-4 24-16,0 0-80 0,8 3 116 15,0-6-44-15,11 3 24 0,1-3-40 16,4 0-32-16,7-4-28 0,5 1 0 0,4-3 52 16,-1-1 12-16,1 1-64 15,-4-3 0-15,3 1 0 0,-3-2 4 0,8 1 52 16,-5 0-56-16,5-2 0 0,3 2-124 16,-3 3 36-16,4-4-136 15,-4 1 52-15,-1-1 160 0,1 0 12 0,-5 1 4 16,-3-1 8-16,0 0 136 0,-5-3 76 0,-3 4 28 15,0-4-80-15,-5 0 0 16,-3 1-60-16,0 3-48 0,-4-5 96 0,-5 1-160 16,-3 3-60-16,-4 1-28 0,-9-4 76 15,-2 4 12-15,-6-5 0 0,-7 5 0 16,0-4 48-16,-4 4-44 0,0-4 132 16,-4 0-44-16,-1 0-84 0,-2-3 96 0,3 0-56 15,-5 0-36-15,-3 0 100 16,5-3-112-16,-6-3 0 0,-2-1 0 15,-2 4 0-15,5-4-4 0,-4 5-80 0,4-1 84 16,0-4 12-16,-1 3-12 0,2-2-88 16,-2 3-60-16,-2 0 60 0,2 1 84 15,2-3 0-15,-2 3 0 0,2-2-8 0,-2 4-100 16,1-3 112-16,-4 0-12 16,0 0-52-16,4 3-8 0,-8-4 8 15,0 1-172-15,4 0-124 0,-8 3-188 0,0-3-96 16,-4 0-36-16,0-3-4 15,0-1-28-15,0-5-604 0,-8-4-573 0,0-3-987 16,0 0-1244-16,-4-4 1336 0</inkml:trace>
  <inkml:trace contextRef="#ctx0" brushRef="#br0" timeOffset="40879.142">18236 6899 10796 0,'0'0'1045'0,"0"0"-597"0,0 0-292 15,0 0 328-15,0 0 204 0,0 0 228 16,99 57-200-16,-75-41-148 0,8-3 76 16,0 6-84-1,0 1-124-15,-1 1-240 0,-3 1-20 0,0 0-168 0,0 0 52 16,-3 1 264-16,2-1-116 0,-7 0-208 0,-8 0-4 16,0-3 4-16,-8 4 52 15,0-4 16-15,-4 3-60 0,0 1 56 0,-16 2 60 16,0-3-24-16,-12 0 20 0,-8 0 4 15,-7-2-24-15,-13-1-96 0,0-1 4 16,-8-1 76-16,0-6-20 0,5 6-52 16,-5-5-12-16,8 1-88 0,5-3-168 15,6-1-176-15,6-2-124 0,-1-4-212 16,7 0-320-16,6 1-640 0,7-4-1156 16,-4 0-3817-16</inkml:trace>
  <inkml:trace contextRef="#ctx0" brushRef="#br0" timeOffset="154411.495">1669 9249 8384 0,'0'0'752'0,"0"0"2189"0,0 0-1549 16,0 0-428-16,0 0 236 0,0 0 80 15,12 91-100-15,-4-52-428 0,4 8-272 16,4 8-140-16,-1 4 88 0,2 11 52 0,-2 7-164 15,6 5-136-15,-10 4-92 0,5 6-52 16,-8 4-32-16,0-2-8 0,1 1-40 16,-6 1-4-16,1-6-52 0,-4-8 4 15,0-13 8-15,0-2-44 0,0-10-40 16,0-9-48-16,0-7 0 0,-4-12-48 0,4-4-36 16,0-10-40-16,0-8-88 15,0-3-148-15,0-4-336 0,0-7-640 16,0-9-428-16,0-9-576 0,0 0-1821 0,0-27-1415 15</inkml:trace>
  <inkml:trace contextRef="#ctx0" brushRef="#br0" timeOffset="154696.44">1749 9474 4364 0,'0'0'5804'0,"0"0"-4103"0,0 0-573 15,0 0 108-15,0 0 140 0,0 0-236 16,0 0-280-16,99-50-252 0,-75 50-176 16,4 0-64-16,0 2-12 0,-1 8-76 15,1-1-60-15,-7 3-60 0,-1 7-36 16,-5 4 48-16,-2 6-136 0,-9 3-36 16,-4 9-112-16,-4 4-108 0,-13 2-60 15,-3 7-40-15,-3-7-60 0,-5 2-52 0,4-5 28 16,0-13 68-16,0-2 16 0,8-13-4 15,0-4-64-15,4-8-72 0,4-4-196 16,-4 0-464-16,4-10-392 0,-3-2-424 16,2-1-1157-16,-3-13-1523 0</inkml:trace>
  <inkml:trace contextRef="#ctx0" brushRef="#br0" timeOffset="154987.38">2135 9506 1528 0,'0'0'5016'0,"0"0"-3652"0,0 0 128 16,0 0-20-16,91-10 197 0,-70 10-381 15,3 7-424-15,-9 2-224 0,2 7-36 0,-2 0-48 16,-6 3-96-16,2 6-84 0,-7 0-116 16,0 5-88-16,-4 1-36 15,0 1-36-15,0-1-24 0,0-2-4 0,-4-7-60 16,0-3 36-16,4-9 0 0,0-3-48 15,0-7-64-15,0 0 4 0,0 0 12 16,0 0 40-16,4-11-204 0,4 2 212 0,1-7 24 16,6-6 124-16,-3-4-148 0,4-2-272 15,-1-3-188-15,-2 1-100 16,2 5-68-16,-2 3-276 0,2 0-500 0,2 3-768 16,-6 6-997-16,6-3-1523 0</inkml:trace>
  <inkml:trace contextRef="#ctx0" brushRef="#br0" timeOffset="155261.792">2637 9676 9940 0,'0'0'1833'0,"0"0"-1013"0,8 77-132 16,-8-55 316-16,4-3 572 15,0-2-356-15,4-8-652 0,0-5-404 0,0-4 68 16,7 0-168-16,2-11-64 0,3-1-36 16,3-7-200-16,1-6-248 0,1-4-164 15,-1 0-80-15,-5 1 112 0,1 3 136 0,-8-1 12 16,0 7 24-16,-8 3 408 15,-4 0 36-15,0 4 304 0,-4 2 12 16,-8 0 112-16,-4 1 88 0,-4 6-24 0,5 0 112 16,-6 3 20-16,1 3-4 0,1 6-100 15,2 1-116-15,-2 6-120 0,-1 3 36 0,3 1-28 16,2-2-204-16,-1 1-88 16,4-4-208-16,4 2-344 0,1-4-460 15,-2 2-516-15,9-5-744 0,-4-1-1857 0,4-9-747 16</inkml:trace>
  <inkml:trace contextRef="#ctx0" brushRef="#br0" timeOffset="156245.603">1071 10296 10152 0,'0'0'2853'0,"0"0"-1781"16,0 0-480-16,0 0-12 0,0 0-48 15,0 0-28-15,0 0-292 0,0 0 64 0,0 0 120 16,88-15 276-16,-48 10 56 16,7 3-260-16,13-1-112 0,12 0-36 0,7-1-28 15,9 2-72-15,12-2-24 0,8-3-76 16,4 2-112-16,6-5 128 0,11 0-52 16,2 2-12-16,4-3-68 0,5-2-8 0,3 1 8 15,8-1 52-15,1 1 84 0,-1-1-140 16,4 0-12-16,-7 0-32 0,-4 1 44 15,-5 5 0-15,-12-2-68 0,-7 2-92 16,-16 0-20-16,-5 5 56 0,-16-4-36 16,-6 2-72-16,-14 2 48 0,-7-3 52 15,-16 5-112-15,-12-2 20 0,-8-2-80 16,-8 4-128-16,-9-2-36 0,1-1-128 0,-4 0-128 16,0-4-152-16,0-3-412 0,0 4-1120 15,-7-10-2917-15</inkml:trace>
  <inkml:trace contextRef="#ctx0" brushRef="#br0" timeOffset="158543.765">3008 9662 40 0,'0'0'4076'0,"0"0"-2564"0,0 0-316 0,0 0-144 15,0 0-220-15,0 0-196 0,0 0-300 0,0 0-16 16,0 0-84-16,0 0-20 16,-4-7-60-16,4 7-12 0,0 0 24 15,0 0 37-15,0 0 79 0,0 0 88 0,0 0-40 16,0 0-88-16,0 0-52 0,0 0-52 16,0 0-12-16,0 0-36 0,0 0-16 15,0 0 0-15,0 0-76 0,0 0-40 16,0 0-188-16,0 0-208 0,0 0-100 15,0 0-96-15,0 0-181 0,-5 7-455 16,5-5-1288-16,-7 10-2632 0,19-33 3824 0</inkml:trace>
  <inkml:trace contextRef="#ctx0" brushRef="#br0" timeOffset="162727.748">3059 9668 928 0,'0'0'584'0,"0"0"7160"16,0 0-6272-16,0 0-1071 0,0 0-53 16,0 0 116-16,0 0 264 0,0 0-152 15,0 0-272-15,0 0-88 0,-8 44 28 16,8-34 400-16,-3-4-36 0,3 3-268 16,-4 1-152-16,4 0-76 0,0-4 76 0,-4 3-88 15,4-2-32-15,0-4-68 0,0 3-52 16,0-2-12-16,4-2 52 0,0 3 0 15,-1-5 8-15,1 2-56 0,0-2 60 16,5 0 8-16,-1 0-8 0,-5-7-164 16,5 1 76-16,5 0 24 0,-6-4-72 15,1 1-68-15,-4-1-8 0,5 1 84 0,-6-4-36 16,1 4 88-16,-4-7-36 0,4 3-116 16,-4-4-12-16,0 3-28 15,0-2 52-15,-4-1 40 0,0 5 160 0,1 2-44 16,-6 2 120-16,5 3 120 0,-4 5-40 15,4 0 176-15,1 0-176 0,-6 0-128 16,5 0-12-16,-4 7-124 0,1-4 36 16,3 3-4-16,-5 1-84 0,5 0-80 15,4-5 92-15,-4 4-208 0,4 1-472 0,0-3-593 16,0 2-687-16,0-4-992 0,0 2-1904 16</inkml:trace>
  <inkml:trace contextRef="#ctx0" brushRef="#br0" timeOffset="162911.37">3446 9620 2904 0,'0'0'6040'0,"0"0"-4808"0,0 0-123 0,0 0 351 16,0 0-132-16,79 9-672 0,-59-12-392 15,5-6 104-15,3-1-168 0,-1-9-48 16,5 0-152-16,4 0-844 0,0-6-552 15,-4-1-600-15,-4 10-2005 0,-4-12-2555 16</inkml:trace>
  <inkml:trace contextRef="#ctx0" brushRef="#br0" timeOffset="163262.16">3661 9251 6732 0,'0'0'3204'0,"0"0"-1423"15,0 0-745-15,0 0-180 0,0 0-56 0,0 0 108 16,0 0-104-16,0 0-324 0,0 0-220 16,-20 74 116-16,20-49 84 0,0 4-28 15,0 2-160-15,0 4-24 0,9 3-244 16,-6 7 192-16,-3 2-184 0,4 4 68 16,0 10-80-16,-4-1-72 0,4 10 60 15,-4 0-76-15,4 2 40 0,0 8-112 16,0-1 160-16,0 2 60 0,4-9-48 0,-4-9 76 15,0-9-84-15,0-6 8 0,0-10 36 16,-4-3-44-16,3-7 72 16,-3-2-16-16,0-7-52 0,0-2 68 0,-3-5-68 15,-1-5-8-15,-8-1-64 0,0-4-96 16,-4 1-36-16,0-3 84 0,-4 0-208 16,-7-9-136-16,-1 0-192 0,0-8-124 15,-4 5-160-15,0-7-396 0,0 0-704 16,8 6-893-16,-16-6-2343 0</inkml:trace>
  <inkml:trace contextRef="#ctx0" brushRef="#br0" timeOffset="176576.487">12087 2607 1944 0,'0'0'1732'0,"0"0"2328"16,0 0-3568-16,0 0-348 0,0 0 60 0,0 0 496 15,0 0 324-15,0 0 21 16,0 0-213-16,0 0-204 0,-55-13-116 0,55 13-56 16,0 0-8-16,0 0-8 0,0 0-24 15,0 0-36-15,0 0-92 0,0 0-48 16,0 0-28-16,0 0-8 0,0 2-28 16,8 2-76-16,0 3 36 0,4-4 28 15,4 3-68-15,4-3 16 0,8-1 40 0,4 3 20 16,0-3-36-16,11 2-128 15,-3-1 68-15,12 0 36 0,0 0-24 0,4 1-88 16,4-1 4-16,0 0-4 0,-2 0 0 16,2 0-64-16,0 3-108 15,0-2-28-15,0-1 16 0,0 0-68 0,-1 0-120 16,-7-3 208-16,4 3 104 0,-4 0-64 16,-8-3-72-16,-1 4 60 0,-3-1-16 15,-3-3-36-15,-6 3-48 0,-4-3 84 0,-2 0 0 16,-5 3 40-16,-5-3-40 15,-2 0 36-15,-2 3 16 0,-7-3-52 0,5 0-76 16,-5 0-100-16,-4 0-92 0,0 0-180 16,0 0-412-16,0-3-817 0,0 3-1139 15,-9-3-3136-15,-6 0 5624 0</inkml:trace>
  <inkml:trace contextRef="#ctx0" brushRef="#br0" timeOffset="184413.388">5697 9194 1188 0,'0'0'9000'0,"0"0"-7315"16,0 0-645-16,0 0 512 15,0 0-156-15,0 0 8 0,0 0-364 0,-8-66-188 16,8 63-264-16,0 3-88 0,0 0-120 15,0 0-160-15,4 9-136 0,4 7 0 16,3 9 64-16,6 17 72 0,-1 9 44 16,4 12 89-16,-8 10-49 0,4 6-96 15,-9 4-88-15,6 0-36 0,-5-4-84 16,-1 4-56-16,6-11 44 0,-2-2 12 16,6-6-4-16,-2-7-4 0,2-13 4 0,-2-3 0 15,5-12 4-15,-4-10 0 0,-4-6-4 16,4-9 4-16,0-4 60 0,3-13 36 15,2-10 88-15,3-8-64 0,-5-11-108 16,9-16 60-16,-4-5-72 0,4-13-72 16,-4-3-36-16,-4 0-172 0,0 0 76 0,-4 2-16 15,0 13 40-15,0 7 8 16,-4 10-33-16,-1 12 81 0,2 6 28 16,-5 7 0-16,-1 6-4 0,-3 7 4 0,5-1-24 15,-5 7-100-15,-4 0-84 0,4 0-164 16,-1 3-264-16,-3 0-388 0,0 6-484 15,4 0-776-15,-4 1-2229 0,0 8-3027 16</inkml:trace>
  <inkml:trace contextRef="#ctx0" brushRef="#br0" timeOffset="184926.792">6865 9899 3624 0,'0'0'12'15,"0"0"7084"-15,0 0-5283 0,0 0-385 16,0 0 100-16,0 0-220 0,0 0-252 0,0 0-264 15,0 0-80-15,0 0-76 0,75 41-36 16,-55-44-188-16,4-3-204 16,0-10-100-16,3 0-96 0,1-7-12 0,4 2 0 15,-4-5-84-15,-4-2-36 0,0 2-64 16,-8 4 36-16,0 0-80 0,-8 3-28 16,-8 3 96-16,0-4-60 0,-8 8 132 0,-3-1-96 15,-13 5-144-15,-1-3 228 16,-3 5-84-16,0 6 112 0,-3 0-80 15,3 10 152-15,-4 5 48 0,4 10 160 0,4 8 100 16,1 5 0-16,-2 7-4 0,5 2 64 16,1 4-64-16,2 3-24 0,10-4-24 15,-1-5-36-15,3-8 32 0,5-7-43 16,13-8-89-16,2-10-44 0,9-5-76 16,8-7 60-16,4 0 60 0,4-13-32 0,4-6-88 15,-5-6-312-15,6-3-213 16,-6-8-59-16,1-2 24 0,-3 0-136 0,-2 0-364 15,-3-3-596-15,-4-1-848 0,-9 12-1757 16,5-25-1039-16</inkml:trace>
  <inkml:trace contextRef="#ctx0" brushRef="#br0" timeOffset="185151.87">7518 9071 3544 0,'0'0'1432'0,"0"0"4368"0,0 0-4371 16,0 0-229-16,0 0 524 0,0 0-328 15,4 98-128-15,-4-50-292 0,0 3-224 16,0 9 44-16,0 4-80 0,-4 6-264 16,0 2-184-16,-8 1-123 0,4 1-145 15,-4-5-24-15,1-6-49 0,6-5-111 16,1-11-228-16,4-8-64 0,0-14 172 0,4-3 60 16,8-9-148-16,4-4-136 15,4-6-184-15,-5-8-152 0,9-12-332 0,-3-8-656 16,3-10-720-16,-9 6-1909 0,6-18-1555 15</inkml:trace>
  <inkml:trace contextRef="#ctx0" brushRef="#br0" timeOffset="185926.601">5729 9715 4348 0,'0'0'1132'0,"0"0"3832"0,0 0-3391 16,0 0-601-16,0 0 172 0,0 0 148 16,0 0-176-16,0 0-304 0,0 0-268 15,0 0-148-15,0 0-36 0,20-51 92 16,-1 49 4-16,9-5-76 0,4 7-124 0,13-4-84 16,-2 4-56-16,5 4-116 0,0 3-12 15,4-1-48-15,0 0-24 16,-1 3-200-16,5 1-84 0,-4-7-356 0,8 4-312 15,0-4-256-15,0 0-964 0,-17 0-2729 16,28-3-4398-16</inkml:trace>
  <inkml:trace contextRef="#ctx0" brushRef="#br0" timeOffset="186386.448">8100 9217 536 0,'0'0'9440'16,"0"0"-7647"-16,0 0-821 0,0 0 264 0,0 0 204 16,0 0-92-16,16 73-332 0,-21-38-360 15,-6 3-40-15,7 6 108 0,-4 4-100 16,-1 3-184-16,2 3-112 0,-1 3-160 0,0 0-32 15,-1 3-136-15,6-2 0 16,3-4 0-16,0-4-60 0,0-6 56 16,16-5-8-16,-1-7-112 0,6-11 112 15,-1-2-60-15,-1-8-40 0,2-5 28 0,-2-6 0 16,1-4-112-16,0-5-72 0,0-7-148 16,0 1-108-16,-4-8-104 0,-4 1 0 15,-4-4-328-15,-5-2-936 0,-3 9-2420 16,-11-16-2973-16</inkml:trace>
  <inkml:trace contextRef="#ctx0" brushRef="#br0" timeOffset="186533.468">7804 9662 2600 0,'0'0'7812'0,"0"0"-6215"16,0 0-781-16,0 0 128 0,0 0 160 16,0 0 28-16,0 0-340 0,0 0-244 0,105 9-252 15,-54-18-112-15,5-2-184 16,7-1-300-16,1-1-684 0,1 0-740 15,-14 4-2164-15,25-1-5045 0</inkml:trace>
  <inkml:trace contextRef="#ctx0" brushRef="#br0" timeOffset="186890.948">9243 9664 3788 0,'0'0'4144'0,"0"0"165"16,0 0-2841-16,32 96-336 0,-20-62 48 0,-4 8-28 15,-4-2-184-15,0-1-240 16,-4-1-212-16,0-6-208 0,0-6-152 16,0-5-156-16,0-7-88 0,0-5-60 15,0-2-132-15,0-7-436 0,0 0-296 16,4-5-320-16,-4-1-1080 0,0-16-3173 0</inkml:trace>
  <inkml:trace contextRef="#ctx0" brushRef="#br0" timeOffset="187071.915">9228 9451 4744 0,'0'0'8181'15,"0"0"-6465"-15,0 0-696 0,0 0-52 0,79-22-184 16,-51 19-224-16,0-3-560 0,0 3-264 15,0-1-444-15,0 4-472 0,0 0-588 16,-5 4-1264-16,1 5-2157 0,-8 1-123 16,0 16 4936-16</inkml:trace>
  <inkml:trace contextRef="#ctx0" brushRef="#br0" timeOffset="187312.895">9554 9769 2692 0,'0'0'7992'0,"0"0"-6039"0,0 0-617 0,-24 63 68 15,20-46 264-15,0-9-220 16,4-1-500-16,0-3-468 0,8-4-284 0,4 0 84 15,0-4 148-15,8-5-64 0,4-3-108 16,4-7-232-16,4-4-24 0,4 1-244 0,-5 0-172 16,1 5 16-16,-4 5 44 0,-5 2 88 15,-2 10-24-15,-1 0 120 0,-1 4 160 16,-6 8 12-16,-2 4 0 16,2 3 160-16,-5 4 232 0,-1 2-36 0,-3-3-28 15,0 3-84-15,1-2 12 0,-1-1-48 0,0-6-72 16,-1 3-68-16,1-6-68 0,0-1-124 15,4-6-56-15,4 4-444 16,0-7-328-16,8 1-524 0,-8-4-1424 0,16-7-3741 16</inkml:trace>
  <inkml:trace contextRef="#ctx0" brushRef="#br0" timeOffset="187580.038">10590 9271 10092 0,'0'0'7729'15,"0"0"-6793"-15,-4 67-728 0,4-30 260 16,0 8 804-16,0 3 177 0,-4 6-373 16,4-1-544-16,0 4-252 0,0 1-100 15,0 2-96-15,4-3-84 0,0 0-4 16,0-3-92-16,0-3 12 0,-1-9-184 0,5-7-312 15,5-7 24-15,-2-6-136 0,6-9 63 16,2-4-139-16,-3-5-432 16,0-4-812-16,-7-7-1836 0,2 1-1529 0,-11-20-1459 0</inkml:trace>
  <inkml:trace contextRef="#ctx0" brushRef="#br0" timeOffset="187724.53">10741 9817 11085 0,'0'0'4856'0,"0"0"-3924"0,0 0-88 16,0 0 648-16,83 9 12 0,-50-9-227 15,-1 0-453-15,8 0-388 0,-1-9-132 16,6-4-160-16,2-6-144 0,1-3-116 16,-1-1-404-16,-2-2-124 0,-6-3-169 15,-3 3-319-15,-8-1-756 16,-4 10-2064-16,-5-12-2281 0</inkml:trace>
  <inkml:trace contextRef="#ctx0" brushRef="#br0" timeOffset="187893.687">11288 9429 6704 0,'0'0'5329'16,"0"0"-3897"-16,0 0-796 0,-21 96 452 16,14-58 708-16,-2 3 36 15,1 4-400-15,0-1-480 0,1 3-283 0,-2 1-221 0,1 0-240 16,1-1-112-16,-1-2-96 16,-5 2-8-16,6-2-148 0,3-8-172 0,0-1-353 15,-1-4-479-15,5-7-456 0,0 1-1300 16,5-10-2257-16,3 3-1827 0</inkml:trace>
  <inkml:trace contextRef="#ctx0" brushRef="#br0" timeOffset="188508.222">12662 9881 4712 0,'0'0'6072'0,"0"0"-3175"0,0 0-1237 16,0 0-768-16,0 0-28 0,0 0 400 16,0 0-232-16,0 0-336 0,52 63-192 15,-33-50-92-15,9-4-132 0,0-6-208 0,0 0-68 16,8-3-4-16,-1-9-12 0,2-7-340 16,-1-3-268-16,-5-3-224 15,1-3-324-15,-8-1-796 0,-8 7-2076 0,0-13-2317 16</inkml:trace>
  <inkml:trace contextRef="#ctx0" brushRef="#br0" timeOffset="188778.438">12948 9474 4880 0,'0'0'4456'0,"0"0"-1347"16,0 0-1353-16,0 0-340 0,-43 83-100 15,31-48 0-15,3 5-220 0,2 9-340 16,3 1-228-16,-4 7-80 0,-1 4-80 0,2 2-52 15,-1 4-111-15,0-3-45 0,0 2-4 0,-4-3-60 16,8-6-20-16,-4-3-28 16,5-6-36-16,-2-7 108 0,1-2-60 15,4-7-60-15,-4-7-12 0,4-6-48 16,0-3 56-16,0-7-44 0,0-3-12 16,-4-2-76-16,4-4-240 0,0 0-169 15,0-4-63-15,0-5-40 0,0-10-248 0,0-6-200 16,0-11-704-16,0-5-928 0,0 6-2193 15,8-28-2327-15</inkml:trace>
  <inkml:trace contextRef="#ctx0" brushRef="#br0" timeOffset="188949.609">13311 9851 4224 0,'0'0'7161'15,"0"0"-5801"-15,0 0-212 0,0 0 708 0,0 0 96 16,32 77-376-16,-32-61-596 0,0-1-420 15,-4-2-240-15,0 0-224 0,4-4-96 16,-4 1-108-16,0-3-148 0,0-1-428 16,-4-3-296-16,4 1-412 0,-4-4-772 15,4 0-2909-15,-8-13-3651 0</inkml:trace>
  <inkml:trace contextRef="#ctx0" brushRef="#br0" timeOffset="189147.122">13295 9662 3208 0,'0'0'8657'0,"0"0"-6817"0,0 0-332 0,0 0 624 0,100 19-356 16,-72-7-428-16,4-2-408 15,-1 2-359-15,1-2-277 0,0-1-292 0,-4-3-12 16,4-2-72-16,-4 2-60 0,-4-3-321 16,-1 1-323-16,-3-1-300 0,-3 0-412 0,2-3-1040 15,-11 3-2048-15,4-3-1977 16</inkml:trace>
  <inkml:trace contextRef="#ctx0" brushRef="#br0" timeOffset="189273.203">13773 9813 5744 0,'0'0'4800'0,"0"0"-2719"0,0 0-1197 15,-4 77-188-15,4-49 556 0,4 1 364 16,0-1-128-16,5-2-492 0,-2-3-568 16,1-8-248-16,5-3-180 0,-2 1-112 0,1-6-340 15,4-7-224-15,3 0-236 16,-2-3-356-16,-2-1-1072 0,9-17-3429 15</inkml:trace>
  <inkml:trace contextRef="#ctx0" brushRef="#br0" timeOffset="189444.224">13953 9794 1828 0,'0'0'6680'0,"0"0"-2227"16,0 0-3677-16,0 0-16 0,-100 68 488 0,72-47 428 15,0 5-252-15,-4-4-480 16,4 4-260-16,4-4-196 0,1 0-316 0,-1-3-172 15,8 4-344-15,-4-4-388 0,0-5-160 16,4 6-232-16,0-4-720 0,5-3-1356 16,-6-1-3601-16</inkml:trace>
  <inkml:trace contextRef="#ctx0" brushRef="#br0" timeOffset="190359.232">15140 9915 1356 0,'0'0'132'16,"0"0"8704"-16,0 0-7227 0,0 0-581 0,0 0-200 16,0 0 72-16,0 0 44 0,0 0 12 15,0 0-108-15,0 0-280 0,-60-44-284 16,48 49-60-16,-4 9 20 0,0 5 64 16,1 6 220-16,-2 4-172 0,6 2 60 15,-6-1-52-15,10-3-108 0,3-4-84 16,0-7-172-16,4-3 0 0,0-4-148 15,8-6 64-15,3 0 76 0,5-3 8 0,0-3-84 16,8-6-184-16,0-7-124 0,4-6-160 16,0-3-60-16,0-1-92 0,0-3 124 15,0 0 48-15,-5 1 8 0,-2 3 96 16,-1 0 36-16,-5 1 204 0,-2 3 92 16,-2 5 96-16,-7 7 240 0,0 2 84 15,-4 7 132-15,0 0 44 0,0 7-32 16,0 6-56-16,-4 6 68 0,-4 6 12 0,5 6-84 15,-6 1 8-15,1-4 48 0,4 1 12 16,4-4-112-16,0-6-364 0,0-2-36 16,4-9-108-16,4 3 68 0,8-8-228 15,0-3 60-15,0-3-160 0,8-8-120 16,-1-3-288-16,2-5-464 0,-5-4-908 0,-5 4-1864 16,9-10-1793-16</inkml:trace>
  <inkml:trace contextRef="#ctx0" brushRef="#br0" timeOffset="190638.652">15657 9264 4652 0,'0'0'1300'0,"0"0"3681"0,0 0-3325 16,0 0-176-16,0 70 96 15,0-38 164-15,0 6-316 0,-3 3-372 0,3 7-100 16,-4-1-244-16,4 5-3 0,-4-1-113 0,0 2-264 16,-4 1-172-16,3 0-100 0,-6-3-56 15,3 0-72-15,0-7-72 16,0 0-124-16,4-6-180 0,0-2-12 0,4-5 95 16,0-5-59-16,0-7-52 0,4 0-96 15,0-3-116-15,4-3-492 16,0-4-964-16,0-3-1748 0,0-2-1557 0</inkml:trace>
  <inkml:trace contextRef="#ctx0" brushRef="#br0" timeOffset="191659.741">15156 10013 3420 0,'0'0'600'16,"0"0"860"-16,0 0 3524 15,0 0-3595-15,0 0-593 16,0 0-80-16,0 0 72 0,0 0 60 0,0 0-144 0,0 0-100 15,0 0-28-15,-64-34 32 0,64 30-24 0,0 4-56 16,0 0-108-16,0 0-16 0,0 0 0 16,0 0 0-16,0-3-88 0,4 3-32 0,-4 0-80 15,4 0-44-15,0-3-40 16,4 3 76-16,0-6 0 0,7 0 81 16,-2-1-33-16,6-6-136 0,2 1-100 0,-5-7-8 15,3 3-68-15,2-3-148 0,-1-1-4 16,-5 1 23-16,2 0-83 0,-6 5 52 15,1-6 8-15,-4 7 108 0,-4-3 64 0,-4 6 48 16,0 1 12-16,0 3 64 16,0-1-72-16,-4 4 68 0,-4-3 12 0,0 3 4 15,-4 0-88-15,0-1-4 0,-4 4-12 16,0 0 16-16,1 0 8 0,-6 0 40 16,6 7-40-16,-5 2 52 0,-1 4 48 15,6 3 28-15,-5 3-4 0,4 6-24 16,-4 0 4-16,8 8 33 0,-4-3-45 15,8 6 20-15,-3-1-36 0,2 0 0 16,5 0 0-16,0-3 16 0,4-5-16 0,0 0-72 16,4-8 48-16,4-4 36 15,4 1 12-15,4-6 16 0,0-1-40 0,4-2-84 16,4-7-104-16,0 0-92 0,4 0-104 16,4-7-40-16,0-6-125 0,3 1-115 15,1-4-140-15,4 0-64 0,0-3-496 16,3-1-936-16,-15 8-2304 0,13-13-2825 15</inkml:trace>
  <inkml:trace contextRef="#ctx0" brushRef="#br0" timeOffset="192032.803">16104 9503 5168 0,'0'0'6321'0,"0"0"-3993"0,0 0-1276 0,0 0-232 15,0 0 332-15,-28 101 80 16,12-56-64-16,-4 5-236 0,0 8-236 0,1-2-40 16,3 2 73-16,4-1-269 0,3-6-168 15,5-4-160-15,4-5-132 0,0-7 0 16,0-4-4-16,9-6 0 0,3-5-8 0,-1-5-60 16,2-5-48-16,-2-1-28 15,1-4-140-15,0-5-224 0,0 0-21 16,1 0-151-16,-10-5-220 0,1-7-556 0,-4-1-1296 15,0 4-2241-15,-12-11-1475 0</inkml:trace>
  <inkml:trace contextRef="#ctx0" brushRef="#br0" timeOffset="192195.41">15762 9931 3284 0,'0'0'2488'0,"0"0"3257"16,0 0-3965-16,0 0-156 0,0 0-276 15,0 0-152-15,0 0-268 0,0 0-348 0,0 0-212 16,91-22-100-16,-47 16-244 0,0-4-24 15,3 0-172-15,2 3-452 0,-6-1-156 16,5-3-184-16,0 3-268 0,-8 2-328 16,4-5-776-16,-9 5-1645 0,-7 4-379 0</inkml:trace>
  <inkml:trace contextRef="#ctx0" brushRef="#br0" timeOffset="192411.516">16439 9817 3812 0,'0'0'4208'0,"0"0"-2032"0,0 0-231 0,0 0-237 15,0 0-112-15,0 0-252 0,0 0-164 16,0 0-256-16,-56 76-112 15,40-60 16-15,4 3-96 0,4 0-256 0,1-3-147 16,2 3-125-16,1-2-60 0,4-3-44 16,0 2-28-16,0 4 0 0,9-5-68 0,-6 2 0 15,5-5-4-15,0 4 0 0,-4-3-4 16,4-1-8-16,-8 1-36 0,4-1 0 16,-4 1-24-16,0 0-208 0,-8 1-72 15,-4-2-137-15,0 1-31 0,-4-1-92 16,1-2-48-16,-2-5-152 0,2 2-572 0,-5-3-912 15,3-2-2189-15,-6-2-2851 0</inkml:trace>
  <inkml:trace contextRef="#ctx0" brushRef="#br0" timeOffset="192863.261">17167 10032 7876 0,'0'0'5013'0,"0"0"-3661"15,0 0-128-15,0 67 320 0,0-41-208 0,0 2-216 16,-7-2-360-16,3 2-332 0,-4-6-196 16,4-2-160-16,4-7-72 0,-4-1-72 15,4-5-88-15,0-5-132 0,0 2-356 16,0-4-272-16,0 0-392 0,-4-4-1028 16,4 2-2397-16,-4-15-3575 0</inkml:trace>
  <inkml:trace contextRef="#ctx0" brushRef="#br0" timeOffset="193011.433">17216 9829 3040 0,'0'0'8557'0,"0"0"-6869"0,0 0-784 16,0 0-320-16,0 0-108 16,0 0-476-16,84-22 0 0,-73 22-1160 15,2 0-104-15,-6 6-104 0,1 5-725 0,-4 1-1815 16,4 7-36-16</inkml:trace>
  <inkml:trace contextRef="#ctx0" brushRef="#br0" timeOffset="193249.832">17356 10004 3828 0,'0'0'4332'0,"0"0"-1964"0,0 0-451 16,-21 67-237-16,17-51-76 0,1-4-112 0,3 1-392 15,0-7-372-15,0 1-272 0,3-4-92 16,1 0-8-16,4-3-172 0,5 0-52 16,2 0-120-16,1-3-12 0,4-3-144 15,0-4-112-15,-1 1 0 16,2-1-40-16,-1 0 28 0,-9 3-16 0,2 2 12 15,-1 5 52-15,-9 0-76 0,1 0 36 0,0 0 260 16,0 5 148-16,1 9 64 16,-1-5 8-16,-4 7 88 0,4 0-12 15,-4 0-76-15,3 0-84 0,-3-3-64 0,8 3-72 16,-4-7-48-16,1 3-124 0,-1-1-284 16,0-6-456-16,3 2-368 0,-3-4-796 15,0 1-2177-15,0-4-2979 0</inkml:trace>
  <inkml:trace contextRef="#ctx0" brushRef="#br0" timeOffset="193787.482">18236 9668 3436 0,'0'0'1692'0,"0"0"4028"16,0 0-4303-16,0 0-77 0,31 72-72 0,-27-33 64 15,-4 6-44-15,0 5-224 0,0 4-192 16,-4 3-136-16,-3 1 116 16,-1-2-108-16,-1 2-295 0,-2-8-169 0,-1 1-180 0,3-9-100 15,2-1-108-15,3-6-124 16,4-7-265-16,0-6-171 0,8-5-100 0,12-9-40 15,0-8-584-15,-1 0-1672 0,17-15-3641 16</inkml:trace>
  <inkml:trace contextRef="#ctx0" brushRef="#br0" timeOffset="194047.135">18698 10007 6596 0,'0'0'3992'16,"0"0"-2063"-16,0 0-1149 0,-111 39-120 0,70-28 568 0,2 8 192 15,-1-2-336-15,3-1-528 16,6 0-248-16,7-1-136 0,4 2-36 0,9-2-124 16,2 1-12-16,1-3-100 15,8 4 100-15,0-3 0 0,0 0 136 16,8 2 60-16,5-2-48 0,6 3 88 0,1-1 20 16,0 0 208-16,8 0-60 0,-1-4-236 15,-3 1-104-15,4-3-64 0,0-1-108 16,0-2-112-16,-3 0-400 0,2-2-216 15,-3 2-272-15,0-5-716 0,-8-2-1388 16,3 0-3805-16</inkml:trace>
  <inkml:trace contextRef="#ctx0" brushRef="#br0" timeOffset="194261.721">18845 10376 7020 0,'0'0'7537'0,"0"0"-6229"16,-24 67-840-16,13-36 108 0,-6 7 836 16,6 0 344-16,-2 0-476 0,5 0-487 0,5-2-357 15,3-8-184-15,0 0-252 0,3-5-48 16,10-5-276-16,-1-1 44 0,-1-4-233 16,6-8-131-16,-6 0-124 0,6-5-260 15,-6-5-884-15,-3 0-2328 0,4-15-3301 0</inkml:trace>
  <inkml:trace contextRef="#ctx0" brushRef="#br0" timeOffset="194410.412">18933 10613 5976 0,'0'0'9597'16,"0"0"-8177"-16,0 0-664 0,0 0 232 16,0 0 32-16,79 11 104 0,-55-17-312 15,4-5-531-15,0-2-281 0,0-3-169 0,0 1-535 16,0-4-248-16,0 0-212 15,-5 0-628-15,-6 6-2260 0,-2-9-2821 0</inkml:trace>
  <inkml:trace contextRef="#ctx0" brushRef="#br0" timeOffset="194593.15">19196 10341 3572 0,'0'0'8073'0,"0"0"-6081"0,0 0-800 0,0 0-308 0,-12 79 396 16,8-48 192-16,0-1-48 0,-4 1-348 15,4 4-320-15,0-4-199 0,-4 2-205 16,4-5-228-16,-4 1-124 0,0-1-240 16,-4-2-453-16,5-1-343 0,-2-3-100 15,-3 1-400-15,9-4-1616 0,-5 2-4221 16</inkml:trace>
  <inkml:trace contextRef="#ctx0" brushRef="#br0" timeOffset="195026.59">20543 10366 1316 0,'0'0'7200'0,"0"0"-2047"16,0 0-3521-16,0 0-548 0,0 0-64 0,0 0-140 15,0 0-116-15,112 33-88 16,-65-25-212-16,9 3-208 0,4-5-108 0,7-4-92 16,4 1-56-16,6-3-84 0,-6 0-112 15,2 0-284-15,-14-3-108 0,-8 1-148 16,-2-2-204-16,-17 2-548 0,-13-3-1200 0,-7 3-2845 15</inkml:trace>
  <inkml:trace contextRef="#ctx0" brushRef="#br0" timeOffset="195206.957">20651 10550 4576 0,'0'0'392'15,"0"0"6981"-15,0 0-5285 16,0 0-536-16,0 0-104 0,0 0-344 0,0 0-232 0,86 51-40 15,-30-51-284-15,12-7-316 16,4-9-184-16,4-5-48 0,0-5-364 0,-5-2-308 16,-7-1-184-16,-8-2-316 15,-9 1-636-15,-19 5-2084 0,0-10-3357 0</inkml:trace>
  <inkml:trace contextRef="#ctx0" brushRef="#br0" timeOffset="195452.822">21080 10064 860 0,'0'0'5476'0,"0"0"-4088"16,0 0 2925-16,0 0-2817 0,0 0-128 15,88 51-124-15,-53-29-252 0,10 0-284 16,-2 4-204-16,2 2-144 0,-2 2-116 16,-7-2-172-16,-8 4-72 0,-4-1-160 15,-4 1 112-15,-8-4 40 0,-5 4-80 16,-7 4-60-16,-3-5-172 0,-9 1 24 15,-8 0 184-15,-4-1 60 0,-3 1-72 0,-1-1-96 16,-4 1-16-16,-5-3-252 0,5 0-52 16,0-4-176-16,1 1-192 0,6-7-400 15,10-6-844-15,-1-5-2901 0</inkml:trace>
  <inkml:trace contextRef="#ctx0" brushRef="#br0" timeOffset="196216.936">23196 9651 6624 0,'0'0'2340'0,"0"0"1893"16,0 0-2557-16,0 0-496 0,0 0 48 15,0 0 24 1,0 0-332-16,0 0-112 0,0 0-172 0,0 0-188 16,48 99 65-16,-48-55 7 0,0 11-96 0,0 5-84 0,-8 0-136 15,-4 7 40-15,-3-4-28 0,2 4-60 16,-6-4-20-16,2-2-40 0,2-1-92 16,-2-3 4-16,1-6-8 0,4-3 0 15,1-10-48-15,7-6-24 16,-1-7-12-16,1-2-40 0,4-11-152 0,0-2-196 0,0-5-144 15,0-5-65-15,4 4 13 0,-4-4-40 16,5 0-296-16,-1-6-448 0,0-7-684 16,3-3-748-16,-3 3-1737 0,4-16-1239 15</inkml:trace>
  <inkml:trace contextRef="#ctx0" brushRef="#br0" timeOffset="196376.215">23132 10287 3788 0,'0'0'728'0,"0"0"5208"0,0 0-3887 16,0 0-521-16,0 0-300 0,0 0 52 15,0 0 64-15,92-36-196 16,-60 34-304-16,0-1-208 0,7 0-112 0,2-1-12 16,-2-3-171-16,5 1-133 0,0 0-112 15,-1-3-92-15,2-3-4 0,-2-2-60 16,-3-2-148-16,-3 4-265 0,-2-5-235 16,-3 5-96-16,-4-4-264 0,-5 3-576 15,-6 4-1172-15,-1-7-3029 0</inkml:trace>
  <inkml:trace contextRef="#ctx0" brushRef="#br0" timeOffset="196611.949">23821 9874 836 0,'0'0'4064'0,"0"0"-2580"16,0 0 3669-16,0 0-3681 15,0 0 92-15,0 0 8 0,13 70-132 16,-9-42-256-16,-4 4-236 0,0 3-300 0,0 2-112 15,0 5-100 1,0-1-96-16,-4 1-131 0,0 3-113 0,0-4-32 0,-5 0-64 16,-2 0-44-16,3 1-28 0,-1-4-133 15,-2-4-403-15,-1 1-260 0,0-3-184 16,4 0-392-16,4-10-1120 16,0-2-2493-16,4-8-3319 0</inkml:trace>
  <inkml:trace contextRef="#ctx0" brushRef="#br0" timeOffset="197150.86">25228 9912 6808 0,'0'0'4413'0,"0"0"-1969"15,0 0-964-15,0 0-472 0,0 0 16 16,0 0 32-16,0 0-220 0,0 0-224 16,0 0-364-16,0 0-116 0,-84 25-68 15,52-12-4-15,0 6 24 0,-3 4 16 0,-5-2 44 16,4 5-8-16,1 3-4 0,-2-4-8 16,1 4-40-16,4-1-72 0,5 1 0 0,3-4 112 15,4-3-16-15,0 1 0 16,12-4-32-16,0 0 8 0,0-3 12 0,8-1 76 15,0 1 337-15,5 0-205 0,2 0-100 16,9 6-8-16,0-3-28 16,8 0-12-16,4 1-8 0,4-1-28 0,0-3-48 15,4-1 12-15,-1-2-84 0,1 0 0 16,4-1 0-16,-4-2 0 0,0-1 0 16,0-3-252-16,-5 1-136 0,1-4-168 0,-4 4-136 15,-4-5-345-15,0-2-687 16,-8 4-2464-16,-4-4-3717 0</inkml:trace>
  <inkml:trace contextRef="#ctx0" brushRef="#br0" timeOffset="199343.697">26479 9696 1840 0,'0'0'4852'0,"0"0"-784"0,0 0-2743 0,0 0-353 16,0 0-220-16,0 0-4 0,0 0 160 0,0 0-52 15,0 0-256-15,0 0-188 0,-12-50-128 16,8 47 28-16,0-1 44 16,0 1 64-16,-3-1-76 0,-1 1-160 15,-5 0-180-15,-2 3-4 0,-9 0-12 0,0 6 12 16,-4 8 56-16,-4 2 92 0,4 5 60 15,-4 5 52-15,4 5-4 0,0 8-60 0,5 6-40 16,-5 5 52-16,4 4 24 16,0 3-24-16,0 4 60 0,4-1-4 15,4-3 65-15,4-2-73 16,8-2 12-16,4-6-52 16,0-2 40-16,4-4-28 0,8-6 40 0,4-3-76 0,4-7-36 15,8-3-60-15,-1-6 4 0,5-3-28 0,4-3-32 16,1-4-40-16,2-6-120 0,-7 0 8 15,4 0-80-15,-8-6-24 0,0-4-28 16,0-3-8-16,-9 1-52 0,1-1-48 16,-3 0-60-16,-6-2-97 0,-3-1-187 15,0-3-208-15,-8-3-408 0,0-1-1128 0,0 7-1704 16,-12-10-1625-16</inkml:trace>
  <inkml:trace contextRef="#ctx0" brushRef="#br0" timeOffset="199504.061">26216 10182 1580 0,'0'0'1824'16,"0"0"4908"-16,0 0-4507 0,0 0-513 16,0 0-48-16,0 0-208 0,0 0-172 0,92 36-116 15,-60-34-360-15,3-2-320 16,2 0-220-16,-1 0-160 0,-5-7-108 0,1-2-268 16,-4-1-352-16,-5 1-372 0,-2 0-264 15,-5-4-760-15,0 7-1200 0,-4-7-2657 16</inkml:trace>
  <inkml:trace contextRef="#ctx0" brushRef="#br0" timeOffset="199676.382">26571 10213 3604 0,'0'0'1016'0,"0"0"4832"0,-20 74-3803 16,12-46-377-16,0 7-28 0,4 3 0 0,0-6-196 16,0 3-216-16,0-7-448 0,4-2-368 15,0-7-264-15,0-3-148 0,4-3 0 0,8-7-160 16,-4 0-216-16,8-3-160 0,0-3-224 15,4 0-296-15,3-6-580 16,-2-1-1184-16,14-11-3257 0</inkml:trace>
  <inkml:trace contextRef="#ctx0" brushRef="#br0" timeOffset="199959.165">27097 9763 3268 0,'0'0'4272'16,"0"0"429"-16,0 0-2989 0,-56 66-320 0,41-31-12 15,-2 7-12-15,1 5-100 0,4 1-180 16,4 8-188-16,-4-1-155 0,8 5-57 16,0-3-180-16,0 4-144 0,0-7-172 15,4-4-180-15,0-5-8 0,0-8 0 16,0-7-8-16,8-5-52 0,0-6-112 15,4-3 24-15,-4-6-88 0,9-1-128 0,2-2-28 16,1-5-48-16,4-2-101 0,-1-2-219 16,5-12-416-16,0-5-936 0,-4 4-2004 15,8-17-2925-15</inkml:trace>
  <inkml:trace contextRef="#ctx0" brushRef="#br0" timeOffset="200201.9">27492 9801 1604 0,'0'0'9701'0,"0"0"-7281"0,0 82-548 16,-4-40-268-16,4 8-120 16,-9 4-100-16,5 4-164 0,-7-1-367 0,2 0-261 15,-3 0-168-15,-3-3-108 16,2-7-172-16,-2-5-120 0,2-4-24 15,2-9-72-15,3-10-84 0,4-3-160 0,4-10-252 16,4-3-233-16,8-3 57 0,8-3-160 16,3-10-260-16,9-7-1016 0,-8 6-1952 15,24-22-3417-15</inkml:trace>
  <inkml:trace contextRef="#ctx0" brushRef="#br0" timeOffset="200494.188">27937 10026 7200 0,'0'0'3240'0,"0"0"-759"16,0 0-1553-16,0 0-380 0,0 0 208 16,0 0 532-16,0 0-344 0,0 0-520 0,0 0-240 15,-99 6 12-15,75 8 52 16,-4 2-12-16,0-2 72 0,-4 6 36 0,4 2-16 16,0 0-20-16,1 1-64 0,3 2 24 0,8-2 24 15,0-5 64-15,7 4 92 16,6-5-180-16,-1-2-99 0,4 5 39 15,7-5-76-15,6 1-72 0,2 0-48 0,6 0 100 16,-1-3-44-16,3-4-68 16,1-3-84-16,0 1-28 0,0-4-188 15,1-3-153-15,-2 0-179 0,5 0-160 0,4 0-188 16,-1 0-276-16,10 0-272 0,-2 0 40 16,-11-3-2865-16,20-13-6019 0</inkml:trace>
  <inkml:trace contextRef="#ctx0" brushRef="#br0" timeOffset="200788.523">28654 9718 1656 0,'0'0'5744'0,"0"0"1193"0,0 0-5249 16,0 0-620-16,-19 76 120 0,3-34 80 0,-4 3-96 15,-8 5-224-15,0 4-255 0,0 4-157 16,-7 5-32-16,-1 0 40 0,-5 7-168 16,-2 0-124-16,-5 3-84 0,0 0-68 15,-4 0-16-15,0 0-24 0,-3-9-60 16,7-4 0-16,5-7-96 0,2-7-52 16,13-5-116-16,5-10-72 0,14-9-124 15,2-3-132-15,7-6 120 0,0-6-72 0,0-7-137 16,7 0-259-16,10-7-480 0,-2-12-984 15,5-3-1776-15,-3 3-1933 16</inkml:trace>
  <inkml:trace contextRef="#ctx0" brushRef="#br0" timeOffset="201215.395">28686 10236 6612 0,'0'0'6289'0,"0"0"-3365"16,0 0-1272-16,-11 86-736 0,7-49 104 0,0 11 228 15,-4 7-55-15,-1-2-237 0,-2 1-252 16,-1 3-172-16,4-2-100 0,-4-5-116 15,-1-3-148-15,6-5-72 0,-5-4-96 16,8-6-8-16,0-7-136 0,0-6-160 16,4-6-176-16,0-7-208 0,8 0-136 0,0-6-25 15,7 0-687-15,10-9-2224 16,-9 0-2665-16,20-20-3595 0</inkml:trace>
  <inkml:trace contextRef="#ctx0" brushRef="#br0" timeOffset="201495.623">29097 10483 6432 0,'0'0'5313'0,"0"0"-3293"0,0 0-1144 0,-92 20-184 15,57-14 744-15,-2 7 88 0,5-1-368 16,0 1-544-16,4-1-340 0,1 1-128 16,3 3-8-16,4-3-76 0,5 6-48 15,-2-3 84-15,9-3-32 0,1 3 32 16,-2-5 24-16,9 3-20 0,0-1 8 0,0-1 64 15,0 1-40-15,9 0-12 16,2 3 65-16,6-4-53 0,-2 1 40 0,9-1-88 16,0-2-24-16,-4-3-60 0,4 0-56 15,-4-7-100-15,-1 2-125 0,2-2-155 16,-6 0-284-16,9 0-244 0,-4-2-280 16,5-5-428-16,-6-3-1292 0,-3 3-4073 0,8-5 437 15</inkml:trace>
  <inkml:trace contextRef="#ctx0" brushRef="#br0" timeOffset="201728.699">29208 10620 1632 0,'0'0'7740'0,"0"0"-3051"0,0 0-3637 0,-23 80 28 0,14-49 568 15,2 4 380-15,-1 3-248 16,0-3-515-16,3 2-481 0,1-1-360 15,1-4-124-15,3-4-108 0,0-1-132 0,0-8-60 16,0-5-72-16,3 0-84 16,1-9-264-16,-4 2-136 0,0-3-172 0,0-4-24 15,5 0-185-15,-5 0-575 0,0-11-1356 16,0-1-1896-16,0 3-1841 0,0-14 1869 16</inkml:trace>
  <inkml:trace contextRef="#ctx0" brushRef="#br0" timeOffset="201867.058">29232 10832 364 0,'0'0'12225'0,"0"0"-9697"16,0 0-1280-16,0 0 196 0,0 0-88 16,0 0-48-16,0 0-356 15,84 11-443-15,-60-18-325 0,4-3-184 0,-1-2-208 16,6-3-377-16,-6 1-279 0,-3-5-272 16,4 0-568-16,-4 0-1268 0,-8 3-3277 0,0-9-2150 15</inkml:trace>
  <inkml:trace contextRef="#ctx0" brushRef="#br0" timeOffset="202078.049">29583 10515 1212 0,'0'0'2048'15,"0"0"4460"-15,0 0-4111 0,-31 84-673 16,22-54 260-16,-3 9 112 0,5-4-276 0,-2 3-320 16,-3-1-319-16,5-1-349 15,-2-4-168-15,1-2-132 0,4 0-268 0,0-8-196 16,1-3-68-16,-1-2-52 0,0-5-116 15,-1-3-216-15,5 1-292 0,0-1-136 16,0-2 24-16,0-4-233 0,0 1-935 16,0-2-2060-16,0-2-1513 0,13 0-2351 0</inkml:trace>
  <inkml:trace contextRef="#ctx0" brushRef="#br0" timeOffset="202508.537">30288 9799 12293 0,'0'0'2624'16,"0"0"-1228"-16,56 65-248 0,-32-30 172 16,4 3-56-16,0 7-164 0,0-1-335 15,-4 4-257-15,-1 3-132 0,-3 3-12 0,1-1 0 16,-10 2-52-16,1-1-140 15,-4-1-124-15,-4-1 0 0,-4-2-48 16,0-5 8-16,-12-1 40 0,-4-5-40 0,-8-1-8 16,-4-7-120-16,-4 1-16 0,1-4-104 15,-9-3-112-15,-4 1-56 0,-4-4-212 16,-4 1-121-16,5-4-231 0,-5 0-500 16,0-3-504-16,4-1-904 0,4-2-1669 15,12-3-2507-15,-11-1 4413 0</inkml:trace>
  <inkml:trace contextRef="#ctx0" brushRef="#br0" timeOffset="-210967.283">3370 12081 3496 0,'0'0'3164'0,"0"0"-1592"0,32-86-600 15,-20 60-196-15,-4-2 2449 0,3-1-1461 0,-2 7-620 16,-5 3-216-16,4-1 88 16,-4 8-28-16,-1-1-116 0,2 3-224 0,-1 8-176 15,-4-1-20-15,4 3-100 0,-4 0-183 16,0 0-169-16,4 9-8 15,4 8 8-15,4 11 72 0,4 13 120 0,0 17-24 16,-1 11-44-16,2 13-16 0,-9 11-48 16,-5 5-48-16,1 4-12 0,0-7-4 15,0-7-44-15,9-11-12 0,-6-13 0 0,5-17 56 16,4-12-92-16,1-13-64 0,2-6-144 16,1-6 99-16,-1-10-27 0,9 0 88 15,0-13-124-15,0-9 24 0,4-10 96 16,0-6-20-16,0-4-140 0,-4-5 100 0,-4 0 0 15,-4-2-36-15,-4-1 84 0,0 2-60 16,-8 1-100-16,0 3 100 16,-1 5 36-16,-2 7-16 0,-1 10 140 0,0 10 60 15,0 5 132-15,0 7-36 0,3 7 4 16,6 12 172-16,-2 6 48 16,6 10 108-16,-6 5-36 0,1 9-72 0,-3-2-128 0,-2 1 40 15,-3-6-108-15,4-9-28 16,1-3 12-16,-2-11-108 0,5-10-40 0,-4-2-32 15,0-4 72-15,4-3 44 0,-1-3 44 16,2-7 44-16,-1-9 112 16,8-6 60-16,0-11-159 0,3-5-85 0,1-6-60 15,1-4 0-15,-1-4 4 0,-5 2-4 16,1-7-8-16,4 6-4 0,-4-4-109 16,0 8-51-16,0-1-80 0,-1 6-16 0,2 8-24 15,-1 1-112-15,-1 11-280 16,2 3-556-16,-6 3-1088 0,-2 6-2072 15,-2 1-2969-15</inkml:trace>
  <inkml:trace contextRef="#ctx0" brushRef="#br0" timeOffset="-210744.604">4916 11995 11597 0,'0'0'4608'0,"0"0"-3892"15,0 0-528-15,0 0 468 0,96 28 764 16,-56-25-52-16,-1-3-552 0,9 0-536 16,0-3-192-16,-4-4-88 0,3-1-4 15,-2-3-144-15,-6 3-240 0,-3-5-100 0,-4 3-184 16,-8 4-284-16,-4-1-588 16,-4 1-1060-16,-13 0-1917 0,-3 2-1619 15</inkml:trace>
  <inkml:trace contextRef="#ctx0" brushRef="#br0" timeOffset="-210568.932">5235 12001 10376 0,'0'0'2149'0,"0"0"-1241"0,0 0-196 0,-28 67 400 15,20-38 380-15,4 6-24 0,0 2-388 0,0 5-256 16,4 5-68-16,-4 1-52 0,4 3-203 16,-4 3-249-16,0-3-180 15,0-7-72-15,0 0 0 0,4-11-228 0,0-8-249 16,0-6-127-16,8-7-44 0,8-8 12 15,4-4-112-15,4-7-460 16,8-13-716-16,-4 6-1304 0,15-24-3077 0</inkml:trace>
  <inkml:trace contextRef="#ctx0" brushRef="#br0" timeOffset="-210286.491">5980 11976 8200 0,'0'0'6681'16,"0"0"-5205"-16,0 0-828 0,0 0 60 0,0 0 588 15,-75 73 112-15,47-51-228 0,-4 7-463 0,4-4-209 16,0-3-156-16,7 3-96 16,10-6-136-16,3 1-112 0,4-1-8 15,4-3-72-15,0 3 68 0,12 0 0 0,-1 0-56 16,2 0-4-16,2 3-8 16,2-2 60-16,-6-1 4 0,6-5-88 0,-9 3-72 15,-1-1-52-15,1 0 16 0,-3-4-4 0,-5 4-56 16,0 0 44-16,-13 0 63 15,-2 6-87-15,-5 0-120 0,-8 4-172 16,0 0 44-16,-8 2-44 0,-7 0-288 0,-2 4-772 16,-2 0 16-16,-13-1-204 0,16-8-1237 15,-39 9-2995-15</inkml:trace>
  <inkml:trace contextRef="#ctx0" brushRef="#br0" timeOffset="-209820.307">2948 13195 5228 0,'0'0'4032'0,"0"0"-2688"15,0 0 97-15,0 0 399 0,0 0-184 16,0 0-376-16,88 16-272 0,-56-11-180 16,3 0-92-16,5 1-148 0,8-3-124 15,3-3-48-15,13 0-52 0,5 0-48 16,10 0-36-16,5 0-87 0,7 0-33 0,5-3-76 16,3 3-84-16,9-4-56 0,-1 4 56 15,9 0 96-15,8-2 88 16,-1 2-52-16,8-5-128 0,1 0 44 0,4 2 12 15,-1-1 0-15,-3 2-60 0,-5-2-92 16,1 1 44-16,-5-1 48 16,-3 2-8-16,-9-1-4 0,-3 0-60 0,-13-1 0 15,-7 1-28-15,-9-1 16 0,-6 1-24 16,-13 3 0-16,-13-3 8 0,-3 3-105 16,-16-2-3-16,-5 2-24 0,-6-4 4 0,-6 4 56 15,-7 0 36-15,-4 0 40 16,0 0 0-16,0 0-100 0,0 0-96 0,0 0-64 15,-8 0-100-15,1 0-280 0,-10 0-552 16,6 4-1284-16,-10-2-3465 0</inkml:trace>
  <inkml:trace contextRef="#ctx0" brushRef="#br0" timeOffset="-205044.357">7968 11687 7292 0,'0'0'1196'0,"0"0"1429"0,0 0-753 0,0 0-524 16,79-3-248-16,-51 6-388 0,4 0 32 15,0 0-112-15,4 0-136 0,-3-3-236 16,2 0-52-16,5 0-144 0,-8 0-52 15,3-6-12-15,-3 0-48 0,-4 3-140 16,-4-4-316-16,-3 1-256 0,-6 3-192 16,-7-4-204-16,-4 4-724 0,-4 3-2085 15,-8 0-2711-15</inkml:trace>
  <inkml:trace contextRef="#ctx0" brushRef="#br0" timeOffset="-204570.369">8012 11719 6856 0,'0'0'3268'0,"0"0"-1467"15,0 0-649-15,0 0 20 0,0 0 104 16,0 0-160-16,0 0-232 0,0 0-264 16,32 78-76-16,-29-55-104 0,1 0 4 15,1 2-128-15,-1 3-8 0,0 4-52 16,-4 0-36-16,0 3-88 0,0 0-44 15,-8 3 32-15,-1 3-120 0,-2 0-4 0,-1 4-4 16,0-3 0-16,4-1-40 0,0-4-12 16,0-5 56-16,8-3-8 0,0-3 12 15,0-7 0-15,0-1 48 0,0-1 0 16,5-5 12-16,-5 1 4 0,3-1 8 16,1 1 24-16,0 0 0 0,-4 0-8 0,4-1-28 15,0-3-12-15,0 4 12 0,-1-7-60 16,2 5-4-16,3-5-4 15,-4-4-52-15,4 4 56 0,-1-1 4 0,6-3 12 16,-2 2 48-16,2-1-12 0,-1 0-36 16,4-1 40-16,-1 3-40 15,2-3-4-15,-2 2 4 0,2-1 0 0,2-3-4 16,1 3-8-16,1-3-56 0,2 0-248 0,1 0 36 16,4-6-36-1,-4 2-40-15,4-3-96 0,0-1-120 0,-1 2-228 0,1-5-300 16,0 3-576-16,0-6-952 15,-8 5-2401-15,8-7-1959 0</inkml:trace>
  <inkml:trace contextRef="#ctx0" brushRef="#br0" timeOffset="-204028.598">9243 11760 6292 0,'0'0'3204'0,"0"0"-1383"0,0 0-689 16,0 0-72-16,0 0 232 0,-8-67-236 16,1 61-236-16,2 3-212 0,-3 0-24 15,0 0-88-15,1 3-200 16,-6 0-88-16,1 0-36 0,1 9-60 0,-6 4 20 15,2 6-44-15,-1 9 20 0,-5 3-8 16,6 7-4-16,-9 11 16 0,4 1 12 0,-4 7 132 16,4 1 24-16,0 2-12 0,4-3 12 15,4-2 60-15,0-5 12 16,5-2 77-16,7-7-105 0,-4 1-104 0,4-9-52 16,4-3-32-16,7-5-16 0,2-3-24 15,6-3-36-15,1-3 72 0,8-3-68 16,4-4-4-16,0-2-60 0,0-4-44 0,0-3-68 15,-1-7 16-15,1-2-132 16,0-7-76-16,-4 0-72 0,-4-6-108 0,-5 0-89 16,2-3-159-16,-14-2-304 0,1 2-840 15,-8 3-904-15,0 3-1561 16,-19-6-915-16</inkml:trace>
  <inkml:trace contextRef="#ctx0" brushRef="#br0" timeOffset="-203870.819">9063 12216 716 0,'0'0'6828'0,"0"0"-4740"15,0 0-527-15,0 0-21 16,0 0 180-16,0 0-224 0,0 0-156 0,0 0-348 16,81 7-116-16,-53-7-216 0,3 0-196 15,1-7-180-15,0-1-236 0,0-3-48 16,-4-1-464-16,-4-4-160 0,4 4-104 0,-9-4-332 16,2 3-476-16,-2 0-976 15,-7 4-2045-15,4-4-1439 0</inkml:trace>
  <inkml:trace contextRef="#ctx0" brushRef="#br0" timeOffset="-203686.345">9434 12106 8128 0,'0'0'2264'0,"0"0"-959"0,0 0-37 15,-28 70 244-15,20-44 124 0,4 5-224 16,1-2-312-16,3 2-152 0,0-2-116 16,0 2-188-16,0-5-180 0,0-3-220 15,3-2-176-15,1-5-68 0,0 1-136 0,0-5-348 16,5-2-76-16,-2-1-28 15,1-3-144-15,0 1-256 0,1-1-536 0,2-6-844 16,-3 0-1829-16,1 0-2383 0</inkml:trace>
  <inkml:trace contextRef="#ctx0" brushRef="#br0" timeOffset="-203113.669">9976 11767 6960 0,'0'0'4185'0,"0"0"-2773"16,0 0-440-16,0 0-120 0,0 0 56 15,0 0 312-15,0 0-384 0,0 0-292 16,0 0-100-16,0 0 12 0,0 0-36 16,-11-23-100-16,2 39-52 0,1 9-24 0,-3 10-72 15,-2 3 24-15,2 4 72 0,-6 2 36 16,6 3-24-16,-1 5-24 16,-1-5-60-16,2 4-51 0,3-3-37 0,-4-4-96 15,8 1 28-15,4-11-40 0,0 1-72 16,0-6-37-16,7-8-11 0,6-2-76 15,2-2-132-15,2-4 0 0,6-7-40 0,1 0 76 16,4-6-124-16,4 0-220 16,4-6-228-16,0-7-364 0,0-3-592 15,-4-3-704-15,-4 4-1929 0,0-8-1855 0</inkml:trace>
  <inkml:trace contextRef="#ctx0" brushRef="#br0" timeOffset="-202913.514">10442 11728 3312 0,'0'0'6660'0,"0"0"-5615"0,0 0-569 16,0 0 908-16,-4 67 636 0,4-32-284 15,0 3-480-15,-3 6-392 0,-1 4-200 16,0 0-40-16,-1 0-48 0,-3-1-128 0,4-3-228 15,-3-6-220-15,-1-2-72 0,3-5-172 16,-3-5-280-16,5-4-40 0,3-10-60 16,0 1-152-16,0-6-164 0,7-5-380 15,6-2-788-15,-5 0-1076 0,12-9-2921 16</inkml:trace>
  <inkml:trace contextRef="#ctx0" brushRef="#br0" timeOffset="-202569.53">10901 11858 11805 0,'0'0'1996'0,"0"0"-1096"16,0 0-508-16,0 0-52 0,0 0 336 0,-84 42 328 0,56-30-408 16,5 4-460-16,-9 0-88 15,4 0-48-15,0 0-52 0,-4 3 0 16,0 2 44-16,0 2-128 0,0-4 52 0,8 1-40 15,4-5 124-15,5-2 72 16,6 0 152-16,5-4 0 0,0-3-64 0,4 4-60 16,0-1-28-16,8 2 76 0,1 1 12 15,6 1 136-15,1 0 148 0,4-1-16 16,4 1-124-16,0-1-96 0,0 1-48 0,4-3-40 16,-1-1-108-16,1-2-12 15,-4-1-132-15,4-3-260 0,-4 0-120 0,-4 0-40 16,0-3-52-16,4 4-116 0,-4-1-236 15,-4 0-488-15,0 0-932 0,-4 0-2225 16,8 3-1887-16</inkml:trace>
  <inkml:trace contextRef="#ctx0" brushRef="#br0" timeOffset="-201936.178">11546 11750 7960 0,'0'0'2796'0,"0"0"-895"15,0 0-613-15,0 0 152 0,0 0 104 16,0 0-316-16,0 0-316 16,0 0-212-16,0 0-136 0,-48 70-152 0,29-39-20 15,-9 11-16-15,0 6 37 0,-8 2-73 16,0 5-48-16,-4 2-100 0,0 0-72 16,-3-1-32-16,-2 2-76 0,2 0-12 0,-5-1-8 15,4-7-116-15,0 1-68 16,8-7-28-16,4-6-68 0,8-6-53 15,5-6-207-15,2-7-160 0,6-6-84 0,3-7-340 16,8-3-512-16,0-3-900 0,0 0-2121 16,4-9-2283-16</inkml:trace>
  <inkml:trace contextRef="#ctx0" brushRef="#br0" timeOffset="-201385.276">11327 12202 1880 0,'0'0'7256'0,"0"0"-5215"0,0 0-337 0,0 0-188 15,0 0 20-15,51 82-296 16,-46-47-212-16,3 6-164 0,-8 3-152 0,0 4-16 15,0 0-136-15,-4 2-132 0,-5 2-136 0,-2-5-99 16,-1 1-33-16,-4-6-76 0,4-5-84 16,4-5-8-16,0-7-200 15,4-6-301-15,4-9-99 0,0-4-112 0,0-3-4 16,8-3-260-16,4-9-480 0,0-4-1444 16,0 0-2733-16,11-19-2379 0</inkml:trace>
  <inkml:trace contextRef="#ctx0" brushRef="#br0" timeOffset="-201112.826">11745 12332 2520 0,'0'0'9617'0,"0"0"-7781"0,0 0-1264 0,0 0-92 16,-87 44 464-16,54-25 468 16,1 0-420-16,-3 0-536 0,7 4-296 15,0-5-88-15,5 1-72 0,2-3-24 0,1 3-172 16,1 0 48-16,6 0 12 15,2 1 0-15,7-2 136 0,0 1 0 16,4 1 60-16,0-1 128 0,11 0 132 0,2-3-112 16,6 2 60-16,2-1-60 0,-2-2-36 15,5-2 36-15,4-4-24 0,0 1-160 16,0 0-24-16,0-8-144 0,0 2-116 16,0-4-204-16,-5 0-164 0,1 0-208 15,-7-6-248-15,2 0-560 0,-7-1-1192 16,0-5-2985-16</inkml:trace>
  <inkml:trace contextRef="#ctx0" brushRef="#br0" timeOffset="-200868.66">11797 12528 8308 0,'0'0'4785'0,"0"0"-3553"16,0 0-512-16,0 74-28 0,0-43 776 0,0 7 140 15,0-3-432-15,0 6-396 0,0-5-280 16,0-5-136-16,0-2-156 16,0-4-155-16,0-3-53 0,0-3-209 0,0-6-251 15,0-3-40-15,0-3 12 0,4-5-112 16,-4-2-220-16,0 0-356 0,4-2-512 0,-4-9-636 16,4-1-405-16,0-1-247 0,0-6 24 15,0 6 540-15,4-9 24 16</inkml:trace>
  <inkml:trace contextRef="#ctx0" brushRef="#br0" timeOffset="-200741.927">11837 12753 900 0,'0'0'4064'15,"0"0"-1320"-15,0 0-616 0,0 0-195 16,0 0-169-16,0 0-156 0,0 0-172 16,0 0-304-16,0 0 16 0,0 0-216 0,0 0-248 15,83-28-268-15,-62 28-196 16,-2 0-160-16,5 0-60 0,-4-10-256 16,5 1-220-16,-2-4-184 0,-3-2-324 0,0-5-496 15,-4 1-892-15,0 7-2161 0,0-13-2439 16</inkml:trace>
  <inkml:trace contextRef="#ctx0" brushRef="#br0" timeOffset="-200568.116">12207 12484 1304 0,'0'0'10305'0,"0"0"-8361"16,0 0-1180-16,-8 82-120 0,1-53 464 0,3 3 516 16,-5-1-184-16,5-2-432 15,0-4-412-15,0-3-280 0,4-3-276 16,0-6-40-16,0 0-464 0,0-6-256 0,0-2-80 15,8-1-48-15,-4-4-132 0,9 0-496 16,-2-6-1196-16,-2-4-2489 0,6-9-2179 16</inkml:trace>
  <inkml:trace contextRef="#ctx0" brushRef="#br0" timeOffset="-200248.719">12725 11769 10136 0,'0'0'2829'0,"0"0"-901"15,52 93-796-15,-36-52-164 0,4 6-24 16,0 0-144-16,-8 2-284 0,4-2-184 15,-8 1-172-15,0-4 0 0,-1 1-64 0,-7-4-88 16,0 0 76-16,-3-3 16 0,-9 1-100 16,-4-5 0-16,-4 1-72 0,-4-3-64 15,-4 0-60-15,0-4 12 0,-4 1-84 0,4-6-16 16,-3-9-148-16,-1 3-232 16,0-4-280-16,0-7-424 0,4 0-832 0,4-2-2565 15,-4-4-2707-15</inkml:trace>
  <inkml:trace contextRef="#ctx0" brushRef="#br0" timeOffset="-199510.48">13371 12081 3496 0,'0'0'7453'0,"0"0"-5005"0,0 0-824 16,0 0-376-16,0 0-152 0,0 0-280 15,84 19-344-15,-73-19-332 16,2 3-140-16,-2 0-172 0,1-3-408 0,0 0-448 16,-4 3-452-16,-4-3-1016 0,4 0-2925 15,-8 3-2135-15</inkml:trace>
  <inkml:trace contextRef="#ctx0" brushRef="#br0" timeOffset="-199388.296">13410 12350 10888 0,'0'0'1773'0,"0"0"-853"16,0 0 108-16,0 0 684 0,0 0-68 0,24 66-524 16,-11-59-568-16,6 0-244 0,5-7-308 15,0 0-252-15,8 0-264 0,0-7-324 16,0-2-508-16,-8 3-1168 0,12-11-4193 0</inkml:trace>
  <inkml:trace contextRef="#ctx0" brushRef="#br0" timeOffset="-198767.591">14622 11674 4760 0,'0'0'4368'16,"0"0"-2640"-16,0 0-195 0,0 0-193 15,0 0 52-15,0 0-220 0,0 0-236 0,0 0-204 16,32 79-92-16,-32-54-72 0,0 11-92 16,0 1-8-16,0 8 44 15,-8 6-100-15,3 6-96 0,-6 1-48 0,3 2-11 16,-4-3-49-16,0 1-52 0,4-8-112 0,-4 2-40 15,4-8-8-15,4-4 0 16,0-1-44-16,0-11-36 0,4-6-112 16,0-2-73-16,0-8-131 0,4-3-112 0,0-2 24 15,4-7-196-15,0 0-260 0,0-7-344 16,0-2-904-16,-4-3-1028 16,12-11-2609-16</inkml:trace>
  <inkml:trace contextRef="#ctx0" brushRef="#br0" timeOffset="-198595.678">14697 12172 9652 0,'0'0'2193'15,"0"0"-1065"-15,0 0-124 0,0 0 336 0,80 17 80 16,-52-9-104-16,8-1-464 16,0-3-348-16,0-4-172 0,-1 0-108 0,2-4-224 15,2-5-232-15,-7-3-260 0,4-5-172 16,-4-2-288-16,0 0-168 0,-4 0-680 15,-8 0-2153-15,3-6-2559 0</inkml:trace>
  <inkml:trace contextRef="#ctx0" brushRef="#br0" timeOffset="-198354.934">15195 11871 6836 0,'0'0'2856'0,"0"0"-691"0,0 0-629 16,0 0-192-16,-4 89-20 0,4-60-100 15,0 8-220-15,0 2-116 16,-3-1-128-16,3 3-100 0,0-2-136 0,-4 1-124 16,-4-1-108-16,4-1-159 0,-5 1-85 15,2-2-48-15,-1-5-84 0,0-1-281 16,3-5-303-16,2-7-76 0,-1 0-28 16,4-3-16-16,0-7-436 0,12 2-580 15,0-9-476-15,3-2-197 0,-2 0-2179 0</inkml:trace>
  <inkml:trace contextRef="#ctx0" brushRef="#br0" timeOffset="-197818.638">15678 11801 8400 0,'0'0'2212'0,"0"0"-1271"16,0 0-361-16,0 0 160 0,0 0 332 0,0 0-352 16,88-54-404-16,-64 44-100 15,-1 1-52-15,1 0-64 0,4-1-36 16,-4 4-64-16,0-1 4 0,-5 7 96 0,2 0 100 15,-5 0 0-15,-4 0 44 0,-1 10 80 0,-2-4 24 16,-1 4-60-16,-4 2-28 16,-1 1-60-16,1 4-40 0,-4 4-100 15,0 2 52-15,0 8 48 0,0 1-12 0,0 6 52 16,-4 3-4-16,4 4 124 16,-3-1 280-16,3 1-148 0,0-1-144 0,0 4-28 15,-4-3 12-15,4-1-48 0,-4 0-24 16,0 0-16-16,-1-2-92 0,1-1-68 15,0 1-44-15,4-1-96 0,-3 0 84 16,3-4 12-16,-4-1 36 0,4-7-36 16,-4-1-76-16,0-6 4 0,-5 0-36 0,5-3-16 15,-3 0 16-15,-1-2 36 16,-1-4-40-16,2-1 100 0,-1-3 0 0,-4 1 0 16,4-4-96-16,-4 1 60 0,0-4-28 15,4-3-68-15,-8 0-40 16,4 0-36-16,-4 0-48 0,-4-3-64 0,1-4-72 15,-1-2-136-15,-8-7-104 0,0-1-208 16,-4-4-452-16,0-4-844 0,8 6-1017 0,-12-20-2651 16</inkml:trace>
  <inkml:trace contextRef="#ctx0" brushRef="#br0" timeOffset="-197390.578">16754 12204 5244 0,'0'0'6293'16,"0"0"-4069"-16,0 0-680 0,0 0-348 15,95 19-152-15,-55-15-176 0,0-4-228 0,4 0-260 16,0 0-120-16,-1 0-80 16,6 0-104-16,-2 0-76 0,5-4-160 0,-1-3-268 15,1 2-124-15,0 2-216 0,-8-3-184 16,-5-1-468-16,-2 3-956 0,-14 2-1981 16,-3 2-1867-16</inkml:trace>
  <inkml:trace contextRef="#ctx0" brushRef="#br0" timeOffset="-197211.37">16785 12471 2672 0,'0'0'7344'0,"0"0"-5503"16,0 0-841-16,0 0-260 0,0 0 540 16,0 0-236-16,120 16-104 0,-64-16-352 15,8-3-292-15,7-3-296 0,5-7-36 0,0 0-336 16,4 0-300-16,-9-3-184 0,0 1-380 15,-7-2-672-15,-19 5-1349 0,10-10-3543 16</inkml:trace>
  <inkml:trace contextRef="#ctx0" brushRef="#br0" timeOffset="-196894.524">18295 11737 5488 0,'0'0'8969'0,"0"0"-6481"16,0 0-1072-16,4 74-200 15,-4-39-92-15,0 3-76 0,0 10-127 0,0 3-329 16,-4 5-132-16,-3 8-60 0,3 5 20 15,-5 2-56-15,-2 1-112 0,3 4-156 0,-5-2-96 16,6-5-88-16,-1-1-164 0,0-5-148 16,-1-6-68-16,6-7-112 15,-1-6-76-15,4-4-168 0,0-6-245 0,0-2-703 16,0-7-1028-16,4-8-2997 0,-1 2-4519 16</inkml:trace>
  <inkml:trace contextRef="#ctx0" brushRef="#br0" timeOffset="-192020.73">19455 12208 7232 0,'0'0'1440'0,"0"0"-300"15,0 0-572-15,0 0 437 0,0 0 1527 0,0 0-888 16,0 0-336-16,0 0-352 0,0 0-144 16,16-17-12-16,4 17-40 15,4 0-140-15,8 0-204 0,4 0-64 0,3 4-156 16,5-2-111-16,0 3-49 0,-5-5-36 0,6 2-48 15,-2-2-37-15,6 0 85 16,-2-2-148-16,1-5 64 0,-1-3-232 16,-2 1-148-16,-6-1-132 0,-3 4-64 0,-12-4-228 15,-4 7-520-15,-8 0-752 16,-8 3-1664-16,-4 0-2017 0</inkml:trace>
  <inkml:trace contextRef="#ctx0" brushRef="#br0" timeOffset="-191821.69">19725 12397 8432 0,'0'0'2945'0,"0"0"-1405"15,0 0-852-15,0 0 60 0,0 0 516 0,0 0-96 16,0 0-336-16,0 0-224 0,101 39-80 16,-58-39-72-16,-3 0-112 0,8-3-76 15,-5-7-168-15,6 1-100 0,-6-3-68 16,-2-4-224-16,-2 2-152 0,-7-1-144 15,0-3-280-15,-8 1-212 0,0-2-568 16,-12 3-1396-16,-1-6-3577 0</inkml:trace>
  <inkml:trace contextRef="#ctx0" brushRef="#br0" timeOffset="-191553.16">20105 11874 11445 0,'0'0'1296'15,"0"0"-352"-15,0 0-360 0,0 0 100 0,0 0 360 16,0 0 20-16,0 0-368 0,103-6-212 16,-64 16-176-16,2-1-148 0,2 4-76 15,2 2 104-15,-2 7-188 0,-3 5-76 16,-5 4-20-16,-2 0-128 0,-10 5 16 16,-2 2-16-16,-6 3-72 0,-6 3-28 15,-9 4-72-15,0 0 8 0,-4-1-48 0,-9 1 156 16,-2-3 4-16,-2-1 116 0,6-6-4 15,-6-2-12-15,6-9-64 16,3-4-192-16,3-8-352 0,5-3-864 0,5-5-1421 16,14-9-3247-16</inkml:trace>
  <inkml:trace contextRef="#ctx0" brushRef="#br0" timeOffset="-191087.519">21626 11633 14397 0,'0'0'1764'15,"0"0"-1248"-15,0 0-456 0,0 0 452 16,0 0 244-16,0 0 32 0,0 0-404 0,0 0 144 15,0 0-64-15,60 104-112 0,-36-56-84 16,-9 6-36-16,-2 7 84 0,-1 5 112 16,0 1-235-16,-4 3-193 0,0-4 0 15,-1-2-60-15,2-4-121 0,-1-9-175 0,-4-6 28 16,3-7-36-16,2-13-64 16,-5-6-108-16,4-6-216 0,-5-10-368 0,5-3-324 15,-4 0-500-15,1-9-80 0,-1-7-201 16,0-3-263-16,-1-3 108 0,-3-4 464 15,0-3 432-15,0 2 1484 0,0-3 300 16,-3 5 1784-16,-1-1 232 0,0 11-40 16,4-1-364-16,0 5-75 0,4 9-421 0,7-1-304 15,6 3 48-15,6 0-52 0,9 0-180 16,0 0-240-16,4 0-284 16,4 0-120-16,-1 0-112 0,2-7-160 0,-2-2-12 15,1-1-52-15,-4 1-312 0,-1-7-240 16,-3 0-208-16,-4-3-232 0,-4-3-496 15,-7 6-1560-15,-2-9-4485 0</inkml:trace>
  <inkml:trace contextRef="#ctx0" brushRef="#br0" timeOffset="-190878.066">22268 11750 9428 0,'0'0'2541'0,"0"0"-1325"0,0 0-708 16,0 0 316-16,11 66 688 0,-2-36-12 0,-1 2-384 15,3 2-392-15,6 7-160 0,-6 7 32 16,6 0-144-16,-6 0-220 0,-3 2-136 16,1 0-92-16,-9 2-4 0,4-1-68 15,-4-4 20-15,0-5-196 0,0-1-96 16,3-9-200-16,1-10-144 0,4-3-40 0,1-13-68 16,2-3-552-16,-3-3-1356 0,12-12-3037 15</inkml:trace>
  <inkml:trace contextRef="#ctx0" brushRef="#br0" timeOffset="-190708.065">22806 12093 13133 0,'0'0'1564'0,"0"0"-1072"16,0 0-216-16,83 7 352 0,-51-7 548 0,0 0-160 15,-4 0-364-15,4 0-468 16,-4-3-184-16,0-4-564 0,-4 1-400 15,-5 0-180-15,-3-1-268 0,-8 1-1336 0,-8 3-3989 16</inkml:trace>
  <inkml:trace contextRef="#ctx0" brushRef="#br0" timeOffset="-190536.657">22769 12293 13953 0,'0'0'1980'0,"0"0"-1488"0,0 0-116 16,0 0 208-16,0 0 456 0,0 0-8 15,105 19-552-15,-73-25-200 0,3 0-220 16,1-4-60-16,-4 1-316 0,3-1-408 16,6 1-224-16,-1-1-140 0,3 1-392 15,-11 3-2884-15,20-8-3589 0</inkml:trace>
  <inkml:trace contextRef="#ctx0" brushRef="#br0" timeOffset="-190071.346">24511 11576 10736 0,'0'0'1725'0,"0"0"-489"0,0 0-688 16,0 0 552-16,0 0 516 0,0 0-768 15,-76-19-468-15,57 34-56 0,-2 10 56 16,1 8 248-16,-3 8-68 0,-1 7-168 15,-4 9-64-15,0 6-32 0,0 7-104 0,0 4 28 16,5-1 12-16,2-4-15 0,5-5 3 16,4-7-64-16,9-6-20 15,3-7-28-15,7-6 24 0,6-6-48 0,10-4-76 16,1-5-8-16,4-7-44 0,4-4-28 16,0-9-48-16,3-3-28 0,1 0-44 15,-4-9-112-15,5-10-157 0,-10 0-87 16,1-6-160-16,-4-1-200 0,-4 0-296 15,-12 1-448-15,-8 3-608 0,0-3-448 16,-4 9-1581-16,-20-9-195 0</inkml:trace>
  <inkml:trace contextRef="#ctx0" brushRef="#br0" timeOffset="-189923.853">24256 12150 9368 0,'0'0'1977'16,"0"0"-425"-16,0 0-444 0,0 0 116 15,0 0-64-15,0 0-264 0,0 0-276 0,96 26-160 16,-64-26-92-16,0-4-84 15,-1-2-284-15,1-7-112 0,0 1-492 0,-4-4-64 16,0 0-264-16,-9 0-224 0,2 1-704 16,-5-1-816-16,-8 3-1845 0,3 1-455 15</inkml:trace>
  <inkml:trace contextRef="#ctx0" brushRef="#br0" timeOffset="-189770.807">24627 12058 7188 0,'0'0'2724'0,"0"0"-791"15,0 0-525-15,-20 83-36 0,16-52-88 16,0 5-192-16,4-1-260 0,-4-4-104 15,4 4-76-15,0-5-64 0,0-3-196 0,4-2-320 16,4-5-72-16,-1-4-208 0,2-7-256 16,3 1-4-16,-1-4-24 0,2-2-224 15,6-4-324-15,-3 0-532 16,0-4-1196-16,8-9-2933 0</inkml:trace>
  <inkml:trace contextRef="#ctx0" brushRef="#br0" timeOffset="-189496.361">25085 11576 6232 0,'0'0'3920'16,"0"0"-2527"-16,0 0-9 0,0 0 268 15,-28 89-180-15,28-54-292 16,0 6-312-16,0 7-240 0,4 2 0 0,0 7 32 15,-4 4 120-15,4-2-96 0,3 3-187 16,-3-6-145-16,5-1-144 0,3-7-100 16,4-4-104-16,3-6-4 0,5-7-8 0,4 2-40 15,0-12-124-15,4-2-176 16,-4-9-165-16,8-4-107 0,-4-6 24 16,3 0-188-16,1-12-396 0,-4-7-808 0,-8 2-1812 15,4-14-2613-15</inkml:trace>
  <inkml:trace contextRef="#ctx0" brushRef="#br0" timeOffset="-189260.059">25516 11633 6280 0,'0'0'5229'0,"0"0"-4269"16,15 67-332-16,-7-30 1124 0,0 9 308 15,0 4-340-15,-4 1-380 0,0-1-560 16,0 1-280-16,0 1-136 0,-4-8-180 16,0 0-131-16,0-9-53 0,0-4-149 0,0-6-275 15,0-8-148-15,8-7-260 0,4-7-148 16,8-3-244-16,3-7-600 0,5-5-1076 16,-4-1-2397-16,8-16-2231 0</inkml:trace>
  <inkml:trace contextRef="#ctx0" brushRef="#br0" timeOffset="-189004.801">25954 11764 12597 0,'0'0'1756'15,"0"0"-1272"-15,0 0-372 0,-84 40 280 16,52-21 764-16,8 1 276 0,0-1-732 16,0 0-524-16,8 0-112 0,4-4-64 15,4-2-60-15,4 0 44 0,4 3 16 16,0-4 132-16,0 2 104 0,0-2-16 15,9 4 36-15,-2-4 40 0,1 2-76 0,8 1-36 16,-4-5-52-16,8 2-8 0,3-5-124 16,2-1-4-16,2-3-168 0,5-3-208 15,4 0-328-15,1 0-240 0,2-6-256 16,5 0-36-16,4-4-816 0,-16 4-2741 16,19-4-4286-16</inkml:trace>
  <inkml:trace contextRef="#ctx0" brushRef="#br0" timeOffset="-188670.928">26854 11382 5672 0,'0'0'5072'0,"0"0"-3007"0,0 0-193 16,-20 66-352-16,4-24-232 0,-8 12-124 15,-4 6 184-15,0 10-468 0,-4 6-116 0,0 4 401 16,-3 2-461-16,-9 7-488 16,-4 3-108-16,0 4-60 0,-3 5 0 15,2 0-48-15,10 1-68 0,3-6 60 0,12-7-64 16,4-14-72-16,12-7-112 0,0-14-56 15,8-13-232-15,0-10-124 0,8-12-173 16,-4-6-599-16,8-9-1488 0,-8-4-2796 16,8-17-4317-16</inkml:trace>
  <inkml:trace contextRef="#ctx0" brushRef="#br0" timeOffset="-188199.9">26989 11985 5716 0,'0'0'5080'16,"0"0"-3191"-16,0 0-361 0,12 71-164 15,-8-37-56-15,0 8-216 16,-4 2-204-16,0 3-212 0,4 4-76 0,-4 3-160 16,0 1-100-16,0 1-36 0,-4 2-36 15,-4-5 97-15,5-1-97 0,-2-11-268 0,1-6 0 16,4-7-280-16,4-9-245 0,4-5-155 15,0-6-104-15,9-8-256 16,-2-3-668-16,1-2-1112 0,8-22-2557 0</inkml:trace>
  <inkml:trace contextRef="#ctx0" brushRef="#br0" timeOffset="-187934.184">27316 12202 10164 0,'0'0'2265'0,"0"0"-1141"15,0 0-448-15,-75 41 56 16,47-26 388-16,0 5 44 0,0-5-456 16,4 4-412-16,3 1-160 0,2-5-12 0,7 2-88 15,4-2-36-15,0 1-76 0,8-3 76 16,0 0 4-16,4-1 84 0,8 1-28 16,4-1-8-16,3 1-40 0,2-3 36 15,3-1-36-15,0 1 36 0,4-4 4 16,0 0 8-16,-1 1-60 0,1-4-132 15,0 0-52-15,0-3-224 0,-8 0-208 0,4-3-156 16,-1-7-420-16,-3 1-808 0,-4-1-2365 16,4-5-3551-16</inkml:trace>
  <inkml:trace contextRef="#ctx0" brushRef="#br0" timeOffset="-187720.979">27520 12312 10152 0,'0'0'2229'0,"0"0"-701"16,-9 79 116-16,5-43 48 0,0 5 0 15,0-3-232-15,4-3-620 0,0-4-524 0,0 1-196 16,0-6-120-16,0-7-44 16,0 0-248-16,0-6-168 0,0-7-52 0,4 0-200 15,-4-6-320-15,4 0-652 0,-4-3-1200 16,0 0-1877-16,4-10-1207 0</inkml:trace>
  <inkml:trace contextRef="#ctx0" brushRef="#br0" timeOffset="-187583.751">27527 12500 4044 0,'0'0'6532'0,"0"0"-4899"0,0 0-561 16,0 0 264-16,0 0 84 0,0 0 20 16,0 0-304-16,79 9-484 15,-54-12-332-15,-1-6-320 0,0-7-196 0,4 0-380 16,-5-3-376-16,1-4-316 0,0-3-644 15,-4 12-1152-15,0-16-2877 0</inkml:trace>
  <inkml:trace contextRef="#ctx0" brushRef="#br0" timeOffset="-187421.443">27850 12237 4244 0,'0'0'4884'0,"0"0"-3348"16,-20 72-363-16,16-40 183 0,-4 3 332 0,4 3 88 15,0-3-300-15,0 0-280 16,0 0-280-16,4-7-256 0,0-3-416 15,0-2-244-15,4-4-368 0,4-6-132 0,4-4 220 16,-4-6-420-16,8 1-396 16,0-4-540-16,-1-7-1356 0,2 1-2981 15,7-13-1323-15</inkml:trace>
  <inkml:trace contextRef="#ctx0" brushRef="#br0" timeOffset="-186974.454">28448 11564 11985 0,'0'0'2460'0,"0"0"-1160"16,0 0-256-16,88 94-52 0,-61-56 60 15,1 3-72-15,-4 5-368 16,0-3-332-16,-4 9-84 0,-4-2-52 0,-5 0 28 16,2-2-52-16,-6 4-8 0,-3-8-40 15,-4 0 16-15,-4-2-88 0,-3-1-204 16,-14-6 8-16,-7 3-96 0,0 0-12 0,-11-3 36 16,-1 0-64-16,-8 0 172 15,-3-3-268-15,-1-4-236 0,-4-3-324 0,0-3-504 16,12-5-1404-16,-27 5-3869 0</inkml:trace>
  <inkml:trace contextRef="#ctx0" brushRef="#br0" timeOffset="-76233.51">8000 14300 12 0,'0'0'720'0,"0"0"-524"0,0 0 48 15,0 0-412-15,0 0 168 0,0 0-8 0,0 0 8 16,0 0 52-16,0 0 444 16,-40-45-340-16,32 45-144 0,4 0-12 0,0 0 104 15,0 0 316-15,1 0-420 0,-1-3-128 16,-1 3 124-16,5-3-84 16,-4 0-328-16,0-3 376 0,0 2 40 0,0 1 0 0,-3 0-180 15,3 3-16-15,-5-3-260 16,1 3 140-16</inkml:trace>
  <inkml:trace contextRef="#ctx0" brushRef="#br0" timeOffset="-75108.945">7690 14318 2644 0,'0'0'0'0,"0"0"-312"16,0 0 312-16,0 0 180 0,0 0 2560 15,0 0-1312-15,0 0-424 0,0 0-280 0,0 0 92 16,0 0 104-16,0 0-95 15,-4-2-129-15,4 2-132 0,0 0-168 16,0 0-176-16,0 0-80 0,0 0-40 0,0 0 16 16,0 0 36-16,0 0 40 15,0 0 12-15,0 0 12 0,0 0 0 0,0 2-52 16,0-2-12-16,0 0-24 0,0 0-4 16,0 0-20-16,0 0-28 0,0 0 24 15,0 0-24-15,0 0-68 0,0 0 4 16,0 0 40-16,0 0-44 0,0 0-8 0,0 0-8 15,0 0-80-15,0 0 0 0,0 0 12 16,0 0 0-16,0 0-12 0,0 0-4 16,0 0-60-16,0 0-36 0,0 0-52 15,0 0-80-15,0 0-200 0,0 0-172 16,4 0-152-16,-4 0-45 0,3 0-391 16,1 0-548-16,4 0-188 0,-4 0-704 0,0 0 356 15,-4 0 2156-15,5 0 156 0,-37 0-304 16</inkml:trace>
  <inkml:trace contextRef="#ctx0" brushRef="#br0" timeOffset="-74870.576">7821 14351 1228 0,'0'0'532'0,"0"0"-256"0,0 0-184 15,0 0 64-15,0 0 832 0,0 0 1384 16,0 0-1356-16,0 0-716 16,0 0-224-16,0 0 56 0,-8 0 36 0,8 0-168 0,0 0-40 15,-4 0-180-15,-1 0-64 16,1 0 48-16,4 0 0 0,-3 0-180 16,-1 2-652-16,-4-2-532 0,4 0-436 0,0 5 1932 15,-4-5-392-15,60-7-104 0</inkml:trace>
  <inkml:trace contextRef="#ctx0" brushRef="#br0" timeOffset="-72627.897">7626 14281 2780 0,'0'0'0'0,"0"0"0"15,0 0 4548-15,0 0-3016 0,0 0-252 0,0 0-467 16,0 0-81-16,0 0 192 16,0 0-16-16,0 0-148 0,0 0-112 15,-5 6-44-15,5-6-64 0,0 0-100 0,5 0-92 16,-1 0-48-16,3 0-40 0,5 0 128 16,4 0 264-16,5 3-148 0,-2 4-172 15,5-4-48-15,0 0-136 0,0-3-16 16,3 4 52-16,-3-4 0 0,4 0-60 15,0-4-16-15,-3-2-60 0,-1-1 56 16,-1-2-104-16,-3 2-52 0,-3-2-20 16,-2 3-172-16,1-4 0 0,-4 4-60 0,-4-1-236 15,-1 4-112-15,-7 0 8 0,5 0-40 16,-5 3-148-16,0 0-344 0,-5-3-684 16,-2 3-1145-16,-1 0-1647 0,-4 0-448 15,-4 3 5092-15</inkml:trace>
  <inkml:trace contextRef="#ctx0" brushRef="#br0" timeOffset="-72074.076">7662 14332 3604 0,'0'0'1956'0,"0"0"2104"0,0 0-3352 0,0 0-476 16,0 0 313-16,0 0 611 0,0 0-32 15,0 0-424-15,0 0-360 16,0 0-160-16,-4 0 72 0,4 3 36 0,-4-3 28 16,4 4 0-16,0-2-4 0,0 1-8 15,0 6-28-15,-5-2-92 16,5 5-8-16,-4 5-88 0,0-1-12 0,0 3-28 0,1 3 40 16,-1 3-4-16,0 1 68 15,-5 5-48-15,5 1-100 0,-3 6 92 16,3 0-32-16,-4 0 8 0,-1 4-60 0,2 0 64 15,-1-2-76-15,4-5 184 16,-5 0-84-16,2-3-52 0,3-3 16 0,0 0-64 16,0-1 0-16,4-3-8 0,0 1-44 15,0-4-20-15,0 0 68 0,0-3-48 16,0 0 4-16,8-6 48 0,-4-1 4 0,-1-2 84 16,6-1-80-16,-5-2 0 15,0 0 0-15,0-1-4 0,3-3 52 16,1 0 20-16,1 4 36 0,-1-5-40 0,3 2-24 15,2 2 52-15,-6-3 12 0,10 0-52 16,-6 1-48-16,5-4 40 0,0 3-4 16,5-3 12-16,-2 0 4 0,5 0 20 15,4 0-24-15,-4-3 16 0,-1-1-64 0,1 1-12 16,0-3 0-16,1 3-60 16,-6-1-16-16,1 2-8 0,-3 2-200 15,-2-5-60-15,-2 5 8 0,-2-2 16 0,-3 2-88 16,-1-3-92-16,2 0-136 0,-5 3-180 15,4-4-372-15,-4-3-748 0,-1 5-1209 16,1-5-2667-16</inkml:trace>
  <inkml:trace contextRef="#ctx0" brushRef="#br0" timeOffset="-70590.05">8689 14268 548 0,'0'0'9020'0,"0"0"-7483"15,0 0-689-15,0 0-184 0,0 0 436 16,0 0 444-16,0 0-288 0,0 0-396 16,0 0-288-16,0 0-128 0,0 0-24 15,0 13-4-15,0 0-12 0,0 5 0 16,0 9-160-16,0 6-132 0,0 13 8 15,0 4-44-15,0 4 168 0,0 7-100 0,0 5-48 16,0 1 4-16,0-4-52 0,0 4-36 16,-8-6-12-16,5-2 0 0,-1-11-8 15,4-3-76-15,0-11 8 0,0-8-32 16,4-8-124-16,-1-1-96 0,5-10-4 16,0-2-32-16,1-5-68 0,2 0-84 0,-3-5-64 15,4-9-212-15,4-8-384 16,-4-3-840-16,4-7-1825 0,-5 7-1691 0,2-16 848 15</inkml:trace>
  <inkml:trace contextRef="#ctx0" brushRef="#br0" timeOffset="-70189.626">9155 14507 6020 0,'0'0'5349'16,"0"0"-4309"-16,0 0-1040 0,0 0-808 0,0 0 808 15,0 0 692-15,0 0-24 0,0 0-668 16,0 0 0-16,-83-17-92 16,67 27 20-16,-8 2 72 0,1 4 0 0,-2 3 168 15,-3 4-80-15,0 2 40 0,-3 1-12 16,3-1 176-16,0 1 76 0,3-1 164 16,1 0 48-16,1-3-176 0,7-2-64 0,0-1-76 15,4 0-12-15,0-3-40 0,5-4 52 16,7 1-64-16,0-1-28 15,0-2 28-15,0 4 24 0,11-3-112 0,1 3 84 16,4-2 52-16,0 4 0 0,8-4 60 16,-4 5 36-16,8-1-60 0,-4-4-100 15,-1 4-28-15,1-3-140 0,0-1-4 16,1 1-12-16,-6-1-12 0,5-2 8 0,-4 4-60 16,0-6-32-16,0 2-140 15,0 0-144-15,-8-5-76 0,4 2-100 0,-4-4-136 16,4 0-196-16,-4 1-384 0,3-4-884 31,-6 0-1829-31,-2-7-2439 0</inkml:trace>
  <inkml:trace contextRef="#ctx0" brushRef="#br0" timeOffset="-69708.826">9649 14716 6988 0,'0'0'6609'0,"0"0"-5633"15,0 0-444-15,0 0-524 0,0 0 356 0,0 0 340 0,0 0 112 16,0 0-272-16,0 0-256 16,0 0-252-16,76 23-36 0,-64-18-112 15,-4 2-72-15,0 2-164 0,0 1-364 0,-4-1-204 16,0 3-312-16,0 2-616 15,-4-1-1105-15,0-1-2315 0,-8 4 2116 16</inkml:trace>
  <inkml:trace contextRef="#ctx0" brushRef="#br0" timeOffset="-69542.133">9722 14979 1812 0,'0'0'9096'0,"0"0"-7771"0,0 0-505 15,0 0-260-15,0 0 532 0,0 0 252 0,0 0-376 16,86 42-420-16,-73-42-352 15,-5 0-196-15,4 0-200 0,0 0-112 16,3-7-136-16,-2 1-180 0,2-4-352 0,2-2-756 16,3-2-1385-16,-9 3-3335 0,5-6 2577 15</inkml:trace>
  <inkml:trace contextRef="#ctx0" brushRef="#br0" timeOffset="-68891.4">10135 14344 1252 0,'0'0'9452'15,"0"0"-8307"-15,0 0-953 0,0 0 284 16,0 0 504-16,0 0 164 0,0 0-412 0,0 0-280 15,0 0-200-15,0 0 40 0,0 0 8 16,49 51-76-16,-49-41-36 16,4-1-52-16,-4 1 0 0,0-1 100 0,0 1 36 15,0-1-88-15,0-2-24 0,0-1 4 0,0-3-16 16,0 0-40-16,0-3-32 0,0 0-64 16,0 0-8-16,3 0 44 0,-3 0-40 15,0 0 4-15,0 0 0 0,0 0 52 16,0 0-56-16,0 0 0 0,0 0-4 15,0 0-4-15,0 0-12 0,0 0-48 16,0 0-52-16,0 0 24 0,0 0-20 0,0 0-16 16,0 0 60-16,0 0-48 0,0 0 40 15,0 0-16-15,0 0-36 16,0 0 40-16,0 0-4 0,0 0-36 0,0 0-24 16,0 0-28-16,0 0 64 0,0 0 52 15,0 0 8-15,0 0 52 0,0 0 0 0,0 0 52 16,0 0 8-16,0 0 40 0,0 0 24 15,0 0 0-15,0 0 12 16,0 0-24-16,0 0-12 0,0 0-36 0,0 0-4 16,0 0 0-16,0 0-52 0,0 0-4 15,0 3 0-15,4 4 56 16,0 5 136-16,0 4-120 0,0 7 36 0,1 5 184 0,-1 3-164 16,3 8-8-16,-7 3 12 15,4 4 24-15,0 2-112 0,-4 4-48 16,0 2 4-16,0-1 40 0,0-1-40 0,0-2-4 15,4-9-84-15,-4-2 24 16,9-9-4-16,-2-6-44 0,-3-6-40 16,8-8-76-16,-4-1-56 0,0-5-92 0,0-4-212 15,0 0-12-15,4-11-88 0,-4-1-388 16,3-9-816-16,-2-5-1117 0,-1 6-2903 16,-1-13 2648-16</inkml:trace>
  <inkml:trace contextRef="#ctx0" brushRef="#br0" timeOffset="-68567.108">10697 14602 8096 0,'0'0'5341'0,"0"0"-4949"16,0 0-224-16,0 0 8 0,0 0 468 0,0 0-100 15,-96 38-304-15,77-26-240 0,-5 4 0 16,-4 0 0-16,4 4 100 0,-4-2-100 15,0 4-12-15,5-2 8 0,-5 2-52 16,4 0 56-16,3-3 236 0,2 0-20 16,7 0-36-16,0-5 92 0,8 4 52 15,4-2 88-15,0-4 136 0,0 4-216 16,4 1-136-16,8-5 40 0,0 1 0 16,4 0-16-16,4-1-36 0,4-2-48 0,-1-1-112 15,1 1-24-15,4-1-76 0,-4 0-56 16,1 1-80-16,-6-1-192 15,1-2-52-15,-1-1-104 0,2 0-36 0,-5 1-100 16,-1 0-416-16,6-5-852 0,-10 1-1969 16,6 1-2383-16</inkml:trace>
  <inkml:trace contextRef="#ctx0" brushRef="#br0" timeOffset="-68208.242">10904 14929 4636 0,'0'0'8605'0,"0"0"-7233"0,0 0-956 16,8 69 176-16,-8-37 688 0,0 6 256 0,0 1-492 15,-4 1-564-15,0-1-296 16,1-4-100-16,-1-4-84 0,4-2-12 16,-4-3-196-16,4-1-136 0,0-6 4 0,0-4-192 15,0-4-120-15,0-5-216 0,4-6-344 16,0 0-504-16,3-13-192 0,-3 1-37 15,5-11-7-15,-1 0 444 0,-1-5 520 0,-3-1 912 16,0 4 76-16,1 0 192 16,-1 6 668-16,0 3 648 0,7 7 276 15,-3 2 133-15,4 0-217 0,0 7-260 0,4 0-220 16,0 0-176-16,4 0-192 0,-4 0-148 16,8 0-200-16,-4 0-248 0,4-6-256 15,-1 0-100-15,-3-4-440 0,1 1-160 16,-2-7-188-16,1 3-344 0,-4-2-848 15,-4-5-1861-15,-4 8-1679 0,0-4 2192 0</inkml:trace>
  <inkml:trace contextRef="#ctx0" brushRef="#br0" timeOffset="-68037.19">11275 14909 1228 0,'0'0'9853'16,"0"0"-8377"-16,0 0-808 0,0 0-84 15,0 87 404-15,0-59 420 0,0 3-184 16,0 4-368-16,0 0-324 0,0 1-92 15,-4-1-84-15,0-7-232 0,0 3-124 16,-4-5-228-16,8 0-400 0,-4-4-236 0,4-3-80 16,0-4 56-16,4-8 372 0,8-7-932 15,0-7-3345-15,4-2-3199 0,12-22 7496 16</inkml:trace>
  <inkml:trace contextRef="#ctx0" brushRef="#br0" timeOffset="-67505.77">11905 14328 13973 0,'0'0'2208'0,"0"0"-1904"16,0 0-304-16,0 0 0 0,0 0 536 15,0 0-40-15,0 0-496 16,0 0-136-16,64-69 136 0,-45 59-8 0,1 4-116 0,-4-1 60 16,0 1 52-16,-4 6 0 15,0-3 12-15,-4 3 12 0,4 0-4 16,-4 6 8-16,-4 4 120 0,4 2 72 0,-4 4-8 16,3 0 0-16,-2 4-4 15,3 1 160-15,0 4-192 0,-4 1 32 16,3 3-12-16,-2-1 24 0,-1 4 12 0,4 3-72 15,-5 3 36-15,5 4-36 0,-4-1-16 16,1 3-20-16,-1 2-28 0,3-2 64 16,-3 3-140-16,0-3 0 0,5 4-8 15,-5-1-36-15,3-2 32 0,-3-1-120 0,0-3 4 16,0-6 8-16,-4-3 100 16,4-3-108-16,-4-8-16 0,5-1 64 15,-5-1-16-15,0-6 88 0,0-1 0 0,0-2 0 16,0-3 8-16,0 0-8 0,0-5-132 15,-5-2-28-15,-3 3-40 0,-3-3-32 16,-2 0-160-16,-6 0-68 0,-2-3 76 16,-6-4 12-16,-5 1 36 0,-4-3-148 15,0-1-20-15,1-6-288 0,-2 1-232 16,-3-1-584-16,5-3 172 0,3-1-945 0,8 4-4287 16,-12 1 6096-16</inkml:trace>
  <inkml:trace contextRef="#ctx0" brushRef="#br0" timeOffset="-66323.879">15156 14252 3752 0,'0'0'156'0,"0"0"4364"0,0 0-2128 16,0 0-555-16,0 0-549 15,0 0-224-15,0 0-160 0,0 0-124 0,0 0-208 16,-92-44-76-16,73 50-124 0,-2 4 0 16,-3 2-64-16,-4 7-52 0,0 7 52 15,0 5-28-15,-3 4 16 0,-5 13-64 16,4 6 48-16,0 6-24 0,4 8-12 15,4 1-48-15,5 3 24 0,2 1 20 16,6-2-80-16,11-8-3 0,0-9 3 0,4-3-100 16,11-9-60-16,5-7 4 15,4-7 4-15,4-2 4 0,8-8 0 0,8-1-8 16,0-8 56-16,8-6-12 0,-1-3-48 16,1-6-40-16,0-7 32 0,-4-4-92 15,-4-1-96-15,-8-4-157 0,-1-1-207 0,-10 1-36 16,-6 0-52-16,-3 3-212 15,-8 0-336-15,-8 0-704 0,0 0-896 16,-15 2-1653-16,2 8-883 0,-15-7 3640 0</inkml:trace>
  <inkml:trace contextRef="#ctx0" brushRef="#br0" timeOffset="-66152.995">14948 14849 2868 0,'0'0'352'15,"0"0"4248"-15,0 0-2292 0,0 0-391 16,0 0 23-16,0 0-436 0,0 0-172 0,97 10-128 15,-58-10-240-15,1 0-400 16,8-10-332-16,-1-2-232 0,-2-4-308 0,-2 3-512 16,-7-4-232-16,-4 5-144 0,-8 3-492 15,-8-1-1128-15,0 4-2437 0,-12 3-355 16,-4 3 4812-16</inkml:trace>
  <inkml:trace contextRef="#ctx0" brushRef="#br0" timeOffset="-66008.506">15335 14862 784 0,'0'0'9948'0,"0"0"-7903"0,0 0-1053 15,-8 67-140-15,8-45 344 0,0 4 344 16,4-1-108-16,4 0-644 16,0 0-420-16,0 2-64 0,0-6-280 0,-4 1-24 15,4 0-392-15,-4-3-292 0,-1 1-276 16,2-1-320-16,-1-3-616 0,0-4-1988 0,0 7-2745 16</inkml:trace>
  <inkml:trace contextRef="#ctx0" brushRef="#br0" timeOffset="-64423.729">16200 14316 3696 0,'0'0'456'0,"0"0"-364"16,0 0 3840-16,0 0-2560 0,0 0-348 15,0 0-331-15,0 0 67 0,0 0 112 0,0 0-32 16,0 0-16-16,0 0-156 0,0 0 60 15,0-16 80-15,-8 28-136 16,-5 8-44-16,2 8-72 0,-6 10 24 0,6 4-104 16,-5 8-8-16,4 4-92 0,0 7-32 15,8-1-100-15,1 4-100 0,-2-4-60 16,5 0-72-16,0-2 76 0,5-11-80 0,2-3-8 16,5-5-4-16,0-8-180 15,4-6 64-15,4-6 20 0,3-6-68 16,5-3-64-16,4-10-100 0,5 0-84 0,-2-3-96 15,5-10-80-15,0-6-160 16,0 0-252-16,-4-7-540 0,-4 1-1004 16,0-3-1689-16,-5-2-1427 0,-7 9 3668 0</inkml:trace>
  <inkml:trace contextRef="#ctx0" brushRef="#br0" timeOffset="-64172.475">16754 14208 808 0,'0'0'7508'16,"0"0"-3575"-16,0 0-1957 0,-4 66-200 15,4-33-116-15,0 7-336 0,7 8-160 16,-3 6-188-16,0 4-235 0,1 1-133 16,-5 5-160-16,0-4-100 0,-5 1-140 15,1-4-172-15,-3-6-36 0,3-3-232 0,4-11-44 16,0-4-196-16,0-8-88 0,4-6 15 15,3-10-27-15,6-6-172 0,-2-3-412 16,6-6-684-16,6-10-660 0,5-9-524 16,4-7-1737-16,0-6-55 0,-8 9 4556 15,15-21-536-15</inkml:trace>
  <inkml:trace contextRef="#ctx0" brushRef="#br0" timeOffset="-63923.083">17227 14421 3160 0,'0'0'1760'0,"0"0"3812"16,0 0-4283-16,0 0-85 15,0 0-172-15,0 0-60 0,0 0 136 0,-91 22-204 16,64-6-220-16,-1 2-252 0,-4 5-124 16,4-1-48-16,-4 3-112 15,0 0-64-15,4 1-72 0,4 0 52 0,0-1 8 0,5 3-12 16,6-5 4-16,5-1 72 0,4 0 36 16,4-2-16-16,4-1 164 15,8-4 228-15,4 5-144 0,4-5-148 0,4 1-48 16,8 0-64-16,-1 0-48 0,1-4-92 15,4-1-4-15,1-6-108 0,2-1-112 16,1-1-180-16,-1-3-260 0,2 0-308 16,2-7-324-16,-2-2-968 0,-2-1-2737 0,-7 1-3023 15,8-7 5880-15</inkml:trace>
  <inkml:trace contextRef="#ctx0" brushRef="#br0" timeOffset="-63553.979">18267 14084 52 0,'0'0'4048'0,"0"0"1156"0,0 0-2111 16,-59 67-1373-16,31-32-632 0,0 0-232 16,-4 9 284-16,-4 3-140 0,0 7-296 15,-7 4-348-15,-1 2-36 0,-9 9-88 16,2 2 48-16,-1-2-72 0,-4 8-60 16,1-4-52-16,-1 3-32 15,4-6-64-15,4-7-4 0,8-6-192 0,9-5 48 16,6-11-24-16,10-13 16 0,2-3-128 15,10-8-84-15,3-8-208 0,0-3-116 16,3-3-176-16,2-3-108 0,3-3-268 0,0-5-584 16,-1-6-921-16,2 1-2675 0</inkml:trace>
  <inkml:trace contextRef="#ctx0" brushRef="#br0" timeOffset="-62888.045">18076 14786 756 0,'0'0'11125'15,"0"0"-9005"-15,8 76-620 0,-4-38-616 16,5 6 136-16,-2 8 180 0,-3-5-192 15,0 3-360-15,-4-6-244 0,0 2-160 16,4-5-100-16,-4-10-144 0,0 1-4 16,0-7-152-16,0-5-160 0,4-4 8 0,1-6-120 15,2-5-136-15,5-5-320 0,-4-5-428 16,8-9-712-16,-1-4-952 0,6-8-2201 16,-10 5-311-16,10-18 4604 0</inkml:trace>
  <inkml:trace contextRef="#ctx0" brushRef="#br0" timeOffset="-62606.813">18458 14818 4500 0,'0'0'808'16,"0"0"-420"-16,0 0 4696 0,0 0-3195 0,0 0-501 15,0 0-336-15,0 0 16 0,0 0-328 16,0 0-108-16,-79 61-332 0,51-40-140 16,0 8-48-16,0-4-28 0,0 4-40 0,0-4-44 15,4 0-64-15,1-3 60 16,7 2 0-16,0-6 4 0,8 1 52 0,4-3 108 15,4-4 12-15,0 2-24 0,4-2-12 16,8 4 24-16,7 0 12 16,2 0 72-16,3-1 64 0,8-2-88 0,-4 3-104 15,7-6-116-15,-3 2-44 0,4-3 40 16,3 2-4-16,-2-3-324 16,-1 3-20-16,0-5-376 0,-5-3-324 0,-3 2-320 0,-4-1-620 15,-4-4-1000-15,0 3-2877 0</inkml:trace>
  <inkml:trace contextRef="#ctx0" brushRef="#br0" timeOffset="-62168.051">18778 14941 6156 0,'0'0'380'0,"0"0"2008"16,0 0 325-16,0 0-949 16,0 0-420-16,23 92-60 0,-18-51-56 0,-1 4-152 15,-4-1-188-15,0 4-240 0,0-4-156 16,-4-2-164-16,-1-4-168 0,-3-7-148 15,4-1-12-15,1-8-216 16,3-3-88-16,0-10-76 0,0-3-208 0,3-6-260 16,1 0-156-16,0-3-408 0,0-9-808 15,1-1-1613-15,-1 3-663 0,-4-13-1063 0</inkml:trace>
  <inkml:trace contextRef="#ctx0" brushRef="#br0" timeOffset="-62025.113">18845 15205 5440 0,'0'0'4272'0,"0"0"-1963"0,0 0-357 15,0 0-208-15,0 0-168 0,0 0-264 16,92 16-424-16,-72-16-364 0,3 0-268 0,2-7-256 16,3-5-292-16,-4-4-444 15,0-4-284-15,-1 1-396 0,-3-3-800 0,-4 6-2309 16,-4-6-2119-16</inkml:trace>
  <inkml:trace contextRef="#ctx0" brushRef="#br0" timeOffset="-61872.774">19132 14983 6340 0,'0'0'3064'0,"0"0"-743"16,0 0-557-16,-4 85-180 0,8-49-12 16,-4-3-192-16,4 7-220 15,0-3-316-15,0 1-124 0,0-6-196 0,0-4-412 0,-4-3-112 16,4-1-488-16,-4-6-196 16,4-6-172-16,-4-1-288 0,0-2-848 15,0-2-2452-15,0-1-3321 0</inkml:trace>
  <inkml:trace contextRef="#ctx0" brushRef="#br0" timeOffset="-53257.957">19698 14179 900 0,'0'0'8884'16,"0"0"-7287"-16,0 0-429 0,0 0-260 15,0 0 20-15,0 0 132 0,0 0-164 0,0 0-100 16,0 0-28-16,0 0-52 0,-16-60-160 16,24 60-80-16,8 0 40 0,-1 6 144 15,6 1-164-15,3 2-156 0,4 3-131 16,0 7-25-16,-5 7 44 0,5 6-32 16,-4 6 56-16,0 6-8 0,-5 4-148 15,2 6-52-15,-9 3-40 0,4 4 40 0,-9-2-44 16,-3 2-12-16,-4-4 12 0,0-2-8 15,-7-1-124-15,-5-4-124 0,-8-2 40 16,-4-3-4-16,-8-1-132 0,0-3-13 16,-4-3-23-16,1-3-28 0,-5-3 40 15,-1-4-188-15,6-2-316 0,3-4-516 16,-4-6-504-16,8 0-492 0,8-7-809 0,-12-3-2799 16</inkml:trace>
  <inkml:trace contextRef="#ctx0" brushRef="#br0" timeOffset="-31736.125">12586 16868 6168 0,'0'0'3288'15,"0"0"-1351"-15,0 0-657 0,0 0 108 16,0 0 68-16,0 0-276 0,0 0-408 0,0 0-252 16,0 0 0-16,0 0-52 0,-16-12-100 15,4 28-260-15,-4 3-96 0,-3 9 64 16,-2 7-68-16,-7 6-4 0,4 7 104 0,0 7 4 15,-3-5 36-15,3 4-148 16,0-4 0-16,4-4-8 0,4-6 4 16,5-8 4-16,2-10 104 0,5-2-104 0,4-11-12 15,0-9-148-15,0 0-96 0,8 0-160 16,0-6 72-16,4-7-4 0,4 0 92 16,4-3 68-16,-4 4-8 0,-4 2 48 15,4 4 24-15,-4 6 124 0,-5 3 108 16,1 10 44-16,1 2 56 0,2 8 116 15,-3 5 32-15,-3 7-84 0,3 3-140 16,-1 4-132-16,1-1-12 0,1 3-72 16,-2-3 84-16,1 1-4 0,-4-4-64 0,0 0-16 15,5-6 60-15,-6-7 12 16,5-3 12-16,-4-6-160 0,0-6-236 0,0-7-272 0,4-3-80 16,-4-3-40-16,4-9-156 15,-4-5-244-15,4-5-396 0,-4 6-757 16,4-16-2251-16</inkml:trace>
  <inkml:trace contextRef="#ctx0" brushRef="#br0" timeOffset="-31325.889">13036 16964 3420 0,'0'0'5664'0,"0"0"-3663"0,0 0-525 15,0 0 16-15,0 0-164 0,0 0-284 0,0 0-332 16,0 0-180-16,0 0-48 0,0 0 36 15,4 70-40-15,1-48-112 0,-2 6-100 16,1 5-36-16,0 8 12 0,0 3 48 16,0 6 380-16,0 10-356 0,-4 1-172 15,0 3-84-15,0-1-60 0,0-2-124 0,0-1-104 16,0-2-64-16,0-11 72 16,0-9 0-16,4-7-48 0,4-8-148 0,0-7-12 15,0-10-4-15,-1-6-156 0,6-10-304 16,-1-6-580-16,-4-12-800 15,8-7-644-15,-5 7-1941 0,6-16-1199 16</inkml:trace>
  <inkml:trace contextRef="#ctx0" brushRef="#br0" timeOffset="-30992.11">13363 17227 1384 0,'0'0'1316'0,"0"0"5060"0,0 0-4375 15,0 0-509-15,0 0-284 0,0 0-16 16,0 0-212-16,0 0-248 0,0 0-248 15,0 0-248-15,0 0-236 0,-68 73-60 0,52-50-76 16,-3-1 36-16,-2 6 88 16,5 1-140-16,-3-1-8 0,-1 1 8 15,4 3 4-15,0-4 148 0,4-2 112 16,0-1 148-16,4-6-32 0,4-3-56 0,4-7-12 16,0 4-24-16,0-6-48 0,4-4-36 15,7 3-48-15,-2 0-4 0,3-1-12 16,4-3-4-16,0 4 8 0,0 0 8 15,3 1 96-15,-2-1-84 0,2 4 136 16,-3-3-24-16,-4 1-52 0,0 3-72 16,0-5-52-16,-4 0-56 0,4 1-56 15,-4-1-72-15,0-3-108 0,-1 0-44 0,2 3-172 16,-5-6-300-16,0 0-300 0,0 0-508 16,0 0-1129-16,-4 0-2295 0</inkml:trace>
  <inkml:trace contextRef="#ctx0" brushRef="#br0" timeOffset="-29780.061">13814 17338 860 0,'0'0'1188'0,"0"0"912"0,0 0 3252 15,0 0-2911-15,0 0-1061 0,0 0-364 16,0 0-144-16,0 0-16 0,0 0-68 0,0 0-300 15,0 0-264-15,35 23-116 0,-27-17-8 16,0 0-88-16,-1 1-8 0,-2-4-4 16,3 3-184-16,-4 0-212 0,0-2-304 15,0-1-320-15,-4 3-532 0,0-2-1084 16,0 5-2505-16</inkml:trace>
  <inkml:trace contextRef="#ctx0" brushRef="#br0" timeOffset="-29610.643">13845 17573 2632 0,'0'0'896'16,"0"0"5584"-16,0 0-4819 0,0 0-685 15,0 0-264-15,0 0-12 0,0 0-140 0,0 0-420 16,0 0-140-16,0 0-380 16,83 61-360-16,-70-58-484 0,-5-3-729 15,3 0-2983-15</inkml:trace>
  <inkml:trace contextRef="#ctx0" brushRef="#br0" timeOffset="-29185.52">14200 17002 1252 0,'0'0'9192'0,"0"0"-7503"0,0 0-833 16,0 0-232-16,0 0 340 15,0 0 284-15,0 0-244 0,31 89-208 16,-23-51-228-16,5 3-108 0,-10 6-156 0,5-2-56 16,-4 5-100-16,0 2-40 0,1-1-20 15,-1-1-16-15,-4-3-72 0,0-1-40 16,0-9-168-16,0-8-212 0,3-6-48 15,1-8-12-15,0-5-228 0,0-3-136 16,4-7-240-16,4-4-512 0,-4-12-552 0,4 4-989 16,8-23-2207-16</inkml:trace>
  <inkml:trace contextRef="#ctx0" brushRef="#br0" timeOffset="-28937.978">14570 17183 4196 0,'0'0'232'0,"0"0"3764"16,0 0-1684-16,0 0-807 0,0 0-569 15,0 0-184-15,0 0-84 0,0 0-100 16,0 0-136-16,0 0-84 0,-68 60-172 0,48-38-164 16,5 0 92-16,-2 3 12 0,2 5-28 15,2-2-80-15,-2-3-4 0,7 1 8 16,0-4 160-16,4-3 68 0,4 0-44 16,0-2-8-16,0-5-12 0,7 1-104 0,2 0-8 15,3-1-64-15,4-2-56 16,-4-1-80-16,3-3-100 0,2 1-36 0,-1-4-92 15,3-3-40-15,-2 0-184 0,-2 0-284 16,1 0-436-16,0 0-948 16,0-3-3053-16</inkml:trace>
  <inkml:trace contextRef="#ctx0" brushRef="#br0" timeOffset="-28538.472">14749 17437 6352 0,'0'0'964'0,"0"0"4357"0,0 0-3869 15,0 75-416-15,4-45 60 0,0 1 28 16,-4-2-320-16,4 3-212 0,0-4-284 16,-4-3-208-16,0 0-100 0,0 1-172 0,5-3-200 15,-1-4-108-15,-1-7-140 16,-3-2-112-16,4-4-112 0,0-2-100 15,0-4-80-15,-4-4-188 0,4-2-144 0,-4-10-389 16,0 0-355-16,4 0 372 0,-4-2 920 16,5-1 808-16,-5 3 624 0,3-1 496 15,-3 5 192-15,8 2 76 0,0 2 20 16,1 3 81-16,2 3 119 0,1 2 96 16,4 0-100-16,0 0-428 0,0 0-376 15,3 0-176-15,2 0-156 0,-1 0-188 0,4-7-184 16,-1 1-96-16,1-7-96 0,0 0-52 15,0-3-204-15,-4-3-348 0,-4 0-308 16,-4-4-268-16,0 2-744 0,-4 5-1228 16,-4-6-2597-16</inkml:trace>
  <inkml:trace contextRef="#ctx0" brushRef="#br0" timeOffset="-28383.199">15124 17317 4060 0,'0'0'2812'0,"0"0"-904"0,0 0-276 16,0 0-255-16,0 0 275 0,4 72-92 15,0-40-356-15,-4 6-288 0,0 1-72 0,0 1 56 16,0 2-176-16,0-1-224 16,0 0-180-16,0-5-160 0,0-3-160 0,0 0-100 15,-4-5-252-15,4-6-236 0,0-2-28 16,0-5-36-16,0-5-164 0,0-7-488 16,0 0-1004-16,0-3-2505 0,0-6-3451 15</inkml:trace>
  <inkml:trace contextRef="#ctx0" brushRef="#br0" timeOffset="-27625.818">15554 16948 4852 0,'0'0'3276'15,"0"0"-431"-15,0 0-1621 0,0 0-664 16,0 0 68-16,0 0 148 0,0 0-56 15,80-61-356-15,-64 49-200 0,0-1-76 0,0 0 0 16,0 1-80-16,-4 5 40 0,-1 1-48 16,-2 6 124-16,-5 0 16 0,0 10 112 15,-4 5 64-15,0 4-4 0,-4 6-112 16,-9 11-28-16,2-1 16 0,-5 3-16 16,4 0-60-16,-4 3-112 0,4-3-4 15,0 1-84-15,4-5 88 0,3-2 52 0,-2 0-4 16,3-4-40-16,4-6 44 0,-4 1 20 15,4-4-20-15,0 0-52 0,0 0-136 16,4 0 136-16,0 0 44 0,-4 0-44 16,4 3 0-16,-1-3-4 0,6 3-72 15,-5 1 16-15,4-4-76 0,-1 0-28 16,6 0-44-16,-1 0 8 0,4-3 48 16,-4 3 116-16,4 0 36 0,-1-3 0 0,-2 3 4 15,2-3-4-15,-7 0-52 16,5 0-32-16,-6-4 20 0,1 4-36 0,-4-3-104 15,5-1-84-15,-6 1 76 0,-3 0 60 16,4 0 72-16,-4-4 80 0,0 4 88 16,0-1 24-16,-4-1 16 0,1-3 108 0,-6 3 84 15,1-8-76-15,0 0-244 16,-4-3-324-16,-3 0-360 0,-6 0-224 16,2-6-360-16,-9-8-356 0,8 9-1529 0,-12-18-4319 15</inkml:trace>
  <inkml:trace contextRef="#ctx0" brushRef="#br0" timeOffset="-19157.866">10665 16106 3664 0,'0'0'5524'0,"0"0"-3099"0,0 0-1245 16,0 0-340-16,0 0 176 0,0 0-96 15,0 0-12-15,0 0-100 0,0 0-52 16,0 0-112-16,92 13-140 0,-72-3-136 16,-4-4-64-16,8 4-32 0,-4 1-4 15,8 3 0-15,-4-1 0 0,3 6-48 16,1 0-76-16,0 3-84 0,4 3 40 0,0 5-28 15,8 3 12-15,0 6 52 0,3 2-27 16,-2 4-25-16,2-1 0 0,2 1-68 16,2-1-8-16,-4 1-8 0,2-4-12 15,2 1 0-15,-3-1-36 0,0-6-24 16,-4-1 60-16,0-2-73 0,-1-4-27 16,1 2 4-16,-3-5-12 0,-6-3 20 0,-3-3 40 15,-4-7-12-15,-4 4-72 0,-4-6-88 16,-4-1-48-16,-1-5-4 15,-2-1-56-15,-5 0 20 0,-4-3-24 0,0 0-36 16,0 0-52-16,0-3-148 0,-9-7-300 16,-2-6-348-16,-1-2-412 15,-8-8-364-15,3 4-521 0,-10-19-1707 0</inkml:trace>
  <inkml:trace contextRef="#ctx0" brushRef="#br0" timeOffset="-18706.881">11112 16062 6520 0,'0'0'2068'0,"0"0"-996"16,0 0-100-16,0 0 261 0,0 0 215 15,0 0-204-15,0 0-224 0,0 0-88 16,0 0-84-16,0 0-116 0,0 0-176 16,28-16-80-16,-24 16-20 0,0 0-28 15,-1 0-60-15,5 0-64 0,1 6-48 0,-1-2-60 16,3 2-40-16,6 4 16 16,-2-1-28-16,1 8 4 0,4-3-39 15,0 3-61-15,4 5 48 0,0 0 4 0,4 1-28 16,-1 5-12-16,1 0 0 0,9 4 0 15,-5 0 40-15,7 3-52 0,1 3 12 16,-1-3-12-16,-2 0-48 0,3-3 0 16,-5 0-12-16,1-1-36 0,0-2 0 15,0-1-28-15,-4-2 4 0,0-4-36 16,-4 0-12-16,-5 1-52 0,5-8 15 0,-11 1-27 16,2 0 4-16,-3-6-40 0,-4 2 24 15,-3-5-48-15,-6-1-72 0,1-3-100 16,-4 1-60-16,0-4-140 0,0 3-356 15,0-3-912-15,-4 0-1280 0,-8 0-3033 16</inkml:trace>
  <inkml:trace contextRef="#ctx0" brushRef="#br0" timeOffset="-16913.949">12805 14681 5396 0,'0'0'6785'15,"0"0"-4869"-15,0 0-528 0,0 0-644 16,0 0-132-16,0 0 272 0,0 0-120 16,96 19-136-16,-57-12-256 0,6-5-140 15,6 3-88-15,-3-3-68 0,4-2-20 0,3 2-56 16,5 2-88-16,-4-1 80 0,4 1 8 15,-4-1-88-15,0 0-96 0,-13-3-12 16,-3 0-60-16,-4 0-152 0,-4-3-184 0,-5 0-324 16,-6-8-312-16,-9 7-548 0,0-3-816 15,-9 0-1481-15,-3 4-503 0</inkml:trace>
  <inkml:trace contextRef="#ctx0" brushRef="#br0" timeOffset="-16673.069">12901 15087 9440 0,'0'0'2761'16,"0"0"-1269"-16,0 0-640 16,0 0 4-16,0 0-24 0,0 0-144 0,112-3-140 15,-73 0-176-15,5 1-52 0,8-5-96 16,0 0-4-16,-1 1-132 0,1 2-88 0,0-2-120 15,-8 3-116-15,-1 0-208 0,-2 0-112 16,-6 0-128-16,-3 3-148 16,-4 0-316-16,0 0-604 0,-9 0-1025 0,18 9-2419 15</inkml:trace>
  <inkml:trace contextRef="#ctx0" brushRef="#br0" timeOffset="6657.602">15977 15726 8400 0,'0'0'2380'0,"0"0"-1079"15,0 0-813-15,0 0 8 0,0 0 436 16,0 0-84-16,0 0-344 0,0 0-252 0,0 0-16 16,0 0-8-16,-45 0 24 0,45 0 0 15,-3 3 72-15,-1-1 84 0,0 5 40 16,-8-1-28-16,0 4 0 0,-4 2 0 16,-8 5-64-16,0 2-100 0,-8 3-96 15,0 3-100-15,-7 0 16 0,-2 7 8 16,-6 0-80-16,-1 0 8 0,0 6 84 15,-4-3-92-15,0 1-8 0,5 1 4 16,3-2-112-16,0-3 104 0,8 0-64 0,5-4-88 16,7-6 112-16,3-3-64 15,10-5-60-15,-1-2-124 0,3-3-96 0,2-2 12 16,3-2 8-16,4-5-36 0,0 4-140 16,0-4-188-16,0 0-324 0,8 0 88 15,4-4 72-15,4 2-48 0,4-8-92 0,-1-3-677 16,1 5-851-16,8-9-1564 0</inkml:trace>
  <inkml:trace contextRef="#ctx0" brushRef="#br0" timeOffset="6925.23">16037 15973 7916 0,'0'0'1776'16,"0"0"-616"-16,0 0-143 15,0 0-29-15,0 0 96 0,0 0-312 0,0 0-292 16,0 0-116-16,0 0-88 0,0 0-100 16,0 0-124-16,-88 45 32 0,60-26-72 0,0 0 104 15,-8 6-8 1,-3 3-108-16,-6 1 0 16,-2 3-76-16,-1 0 72 0,-4 3-4 0,0 0-100 15,0-1 96-15,4-2-64 0,1 0-112 0,2-4-12 16,6-5-64-16,7-1 112 0,4-6-364 0,13-3-232 15,2-6-272-15,5-2-968 0,5-2-2017 16,-1-3-2003-16</inkml:trace>
  <inkml:trace contextRef="#ctx0" brushRef="#br0" timeOffset="28957.808">20969 13958 6584 0,'0'0'52'0,"0"0"5529"0,0 0-4341 16,0 0-160-16,0 0-84 0,0 0 96 15,0 0-108-15,-13 78-304 0,10-55-160 0,-1 2-80 16,4 3-12-16,-4 4-12 16,0 1-60-16,0 4-136 0,0-2-36 15,1 6-88-15,-2 4 12 0,1 3 100 0,-4 2 156 16,0 4-143-16,1 3-101 0,-2 4-60 16,-3 6-56-16,1 2 8 0,2 4 32 15,-2 3-40-15,3 0-4 0,-1 7 0 0,5 0 4 16,0 3 0-16,1 3 68 0,3-5-68 15,0 6 8-15,3 2 0 0,5 0-4 16,1 4-4-16,2-1 0 0,-3 0 0 16,5 0 68-16,-2 1-68 0,1-1-4 15,0-1-12-15,0 5-48 0,1-3 52 16,-2 2 4-16,1 1-8 0,0-1 0 0,0 0-96 16,-5-2 48-16,6-5 56 15,-5 2-100-15,-4-1-5 0,8-3 37 0,-8-1 8 16,4 2 56-16,-1-5 8 0,1 1-4 15,1-1 0-15,-1-1-56 16,-1 1 52-16,1-6-4 0,5 1-32 0,-2-1 44 16,-2-6 0-16,-1 3-68 0,-1-2 64 15,1-5-120-15,1 1 112 16,-2-4-96-16,1-2-28 0,0-4 88 0,1 0-48 16,-2-6 36-16,5 1-40 0,0-11 16 15,0-9 84-15,4-16-8 0,-4-9-140 0,-1-10 52 16,2 0-24-16,-5 0-28 0,-4 0-60 15,-1 0-112-15,1 0-144 0,-4 0-140 16,0 0-160-16,0 0 228 0,0 0 100 16,0 0 12-16,-4 0-204 0,1-12-736 15,-1-24-712-15,0 1-1109 0,0-47-2459 0</inkml:trace>
  <inkml:trace contextRef="#ctx0" brushRef="#br0" timeOffset="30072.828">21323 13995 548 0,'0'0'4368'16,"0"0"-3364"-16,0 0-576 0,0 0 2844 0,0 0-1519 15,0 0-481-15,0 0-456 0,0 0-232 16,0 0-88-16,0 0 44 16,0 0 228-16,-11 23-336 0,31-18-84 0,3 2 16 15,14-1-16-15,2 1-88 0,8-1-24 16,2-3-112-16,11 0 24 0,-1 1-100 16,9 2 64-16,8-3-100 0,3 0-12 0,13 0 76 15,3 0-72-15,10 4 72 0,9-7-76 16,6 3 0-16,7-3-4 15,6 0-4-15,2 0 8 0,5 0 0 0,2 3-48 16,6 1 48-16,0-4 12 0,7 3 0 0,0 0 36 16,5 0-44-1,3-3 72-15,5 3-76 0,-2 0-12 0,2 0-36 16,3-3 44-16,1 0-36 0,-1 4 36 0,4-4-68 16,1 0 60-16,3 0-108 15,-4 0-128-15,1 0 172 0,-1 0 64 16,0 0 8-16,4 0-84 0,-3-4 88 0,3 4 0 0,-8-3-84 15,5 0 72-15,-5 3 12 16,4-3 12-16,-3 3 60 0,3-3-60 16,-4 3 16-16,-4-3-28 0,5 0-48 0,-5-1 48 15,1-2 40-15,-1 3-32 16,-3-1-16-16,-1-2 4 0,0 0-12 16,-4 0-316-16,5-1 144 0,-5-2 76 0,1-1-100 15,-1 0 112-15,-4 1 16 0,-3-3 32 16,-5 1-36-16,1-1 0 0,-5-1 44 15,-3 5 44-15,-2-3 8 0,-2-1 4 16,-4-1 64-16,-5 3-68 0,-7-3 0 16,-1 4 56-16,-7-4-64 0,-5 1 4 0,-7 2-4 15,-5 1-4-15,-7-1-40 0,-4 1 44 16,-4-2 0-16,-12 6 0 0,-5-1-56 16,-3-4 56-16,-9 4 0 0,-2 0 0 15,-10 0 0-15,-7-1 0 0,-8 3-52 16,-4-2-8-16,-8 4-68 0,-8-3 28 15,-4 5-16-15,0 0 68 0,-4 0-28 16,-12 0 64-16,0 0-264 0,-12 0-380 16,-11 0-536-16,7 0-1160 0,-45 5-2753 0</inkml:trace>
  <inkml:trace contextRef="#ctx0" brushRef="#br0" timeOffset="30989.744">22459 14991 1800 0,'0'0'1944'0,"0"0"-696"16,0 0-672-16,0 0-108 0,12-66 2132 15,-12 50-1396-15,-3 0-340 0,-6 2-143 16,5 0 35-16,-4 1 180 0,-4 1-8 15,4 2-232-15,0-2-116 0,-3 2-88 16,-2 4 40-16,2 0-84 0,-2 1-12 0,1 3-4 16,1 2-8-16,-6 0-192 0,2 9-44 15,-5 4-40-15,-4 6-88 0,-1 6-48 16,2 10 112-16,-1 7 0 0,0 5 32 16,4 4 80-16,4 3-88 0,5 3-52 15,-2-2-24-15,6-2 52 0,7-2-40 0,0-7-20 16,7-5-52-16,6-4 36 0,6-13-48 15,1-3-108-15,8-10 104 16,0-5 0-16,4-4-4 0,4-7 4 0,3-9-68 16,1-9-160-16,1-3-100 15,-2-10-160-15,1-1-124 0,0-6-176 16,-4-2-372-16,0-1-68 0,-5 1-736 0,-6 8-1105 0,-1-21-2291 16</inkml:trace>
  <inkml:trace contextRef="#ctx0" brushRef="#br0" timeOffset="31233.466">22801 14468 1852 0,'0'0'4560'0,"0"0"-2116"0,0 0-724 15,0 0-47-15,0 0-205 0,0 0-264 0,0 0-48 16,0 0-204-16,0 0-96 16,9 85-52-16,-9-52-44 0,0 5-124 15,0 3-172-15,0 10-36 0,-4 3-100 16,-1 6-60-16,-6 0-120 0,-1 4-64 15,0 3-84-15,0-1-4 0,-4-6-144 16,4 1-20-16,4-10-196 0,5-10-52 0,3-6-36 16,0-9 48-16,7-10-96 0,9-4-92 15,4-5-160-15,4-5-340 0,0-2-668 16,8 0-576-16,4-7-789 0,-13 2-1591 16,21-8-259-16</inkml:trace>
  <inkml:trace contextRef="#ctx0" brushRef="#br0" timeOffset="31572.354">23260 15161 1880 0,'0'0'9141'16,"0"0"-7649"-16,0 0-512 0,0 0-140 15,0 0 372-15,0 0 120 0,0 0-428 16,-88 22-308-16,69-3-128 0,2 3 60 0,2 3-100 16,-2-2-84-16,6-2-224 0,3-2-44 15,-1-5-4-15,5-3 0 0,1-7-72 16,3-1-64-16,0-3-84 15,7 0-36-15,6-7 136 0,2-1 0 0,6-5-36 16,3-3-4-16,-1 0-44 0,1-3-16 16,0 3 0-16,-4 7 88 0,0-1 48 15,0 4-88-15,-9 6 12 0,2 0 88 16,-1 3 68-16,-5 7 104 0,2 2 48 0,-1 4 36 16,-4 3 16-16,-4 1-28 15,3 2-12-15,-3-4-52 0,4-1-128 0,0-5-52 16,5-2-136-16,-5-4-84 0,7 1-96 15,-3-7-124-15,5 0-64 0,-2-5-76 16,2-3-232-16,-2-5-320 0,1-3-868 16,0-1-1204-16,-4-1-2297 0</inkml:trace>
  <inkml:trace contextRef="#ctx0" brushRef="#br0" timeOffset="31732.511">23591 15074 5288 0,'0'0'6653'0,"0"0"-5045"0,0 0-540 0,-4 92-172 0,-4-53 508 16,-1-4 232-16,-2-1-396 16,3-4-652-16,-1-5-564 0,5-6-24 15,1-4-308-15,3-5-340 0,0-4-176 0,0-6-288 16,0 0-712-16,0 0-1360 0,0-13-2913 16</inkml:trace>
  <inkml:trace contextRef="#ctx0" brushRef="#br0" timeOffset="31881.648">23607 14932 80 0,'0'0'10696'15,"0"0"-8795"-15,0 0-1069 0,0 0-580 0,0 0 80 16,0 0 96-16,0 0-124 0,0 0-304 16,0 0-128-16,0 0-380 0,79 59-420 15,-71-52-760-15,-4-3-1505 0,1 5-2519 0</inkml:trace>
  <inkml:trace contextRef="#ctx0" brushRef="#br0" timeOffset="32255.388">23766 15281 9732 0,'0'0'2369'0,"0"0"-1217"0,0 0-336 16,0 0 472-16,-12 77-44 0,12-69-472 16,0-1-724-16,4-3-48 0,4-4-72 15,4 0 20-15,-1-7-72 0,6-2-48 16,-2-1 48-16,2-6-152 0,3 4 128 0,-5 1-4 15,-2 3 48-15,-2 4-136 16,-3 4 80-16,-4 0 160 0,0 7 160 0,-4 2 172 16,5 1-32-16,-5-1-40 0,0 4 28 15,0 0-76-15,0-8-40 0,0 2-172 16,0-1-36-16,4-6-100 0,7 0 132 16,-3 0-60-16,12-2 64 0,-3-5 72 15,2-2-72-15,1-1 0 0,-1-4-76 0,2 6-48 16,-5-2 52-16,-4 3 64 0,-5 4 4 15,2 3 8-15,-5 0 92 0,0 0 264 16,0 3 64-16,-4 1 8 0,3 6 12 16,-3-4 32-16,4 3-68 0,-4 4-128 15,0-4-108-15,0 1-116 0,0 0-56 16,0-4-124-16,0 1-192 0,0-1-224 0,0 3-136 16,0-2-116-16,-4-1-252 0,-7 0-576 15,7 1-1012-15,-12 5-2825 0</inkml:trace>
  <inkml:trace contextRef="#ctx0" brushRef="#br0" timeOffset="34082.614">25256 14907 4652 0,'0'0'4368'0,"0"0"-415"16,0 0-2277-16,0 0-292 0,0 0-104 0,0 0-132 16,76 18-152-16,-44-11-344 15,0 2-188-15,0-3-248 0,7-2-20 16,-3-1-24-16,0-3-168 0,-1 0-4 0,2-3-24 15,-10-4-64-15,6 1 4 0,-10-3-268 16,1-1-200-16,-4 0-132 16,-8 1-176-16,1-1-156 0,-10 1-296 0,1 2-780 15,-4 1-980-15,-4 3-2909 0</inkml:trace>
  <inkml:trace contextRef="#ctx0" brushRef="#br0" timeOffset="34391.166">25479 14961 6444 0,'0'0'4084'0,"0"0"-2375"0,0 0-441 0,0 0 64 16,-19 66 164-1,19-44-124-15,0 3-472 0,0 1-260 0,0 3-184 16,0 3-68-16,3 5-56 0,1 5-64 0,-4-1-12 16,0 4-72-16,4-5-4 0,-4 5-120 15,0-4-44-15,4 0-12 16,-4-1 0-16,4-3 4 0,0-2-4 0,4-3 8 0,-4-1 0 15,4-1-4-15,5-9-8 16,-2-2 0-16,5-1-12 0,0-8-88 16,4 1-32-16,3-9 60 0,1-2-40 0,4 0-68 15,0-6-40-15,8-4-60 16,-4-5-52-16,4-2-144 0,-1-2-64 16,-3 5-200-16,1-5-140 0,-6-1-548 0,1 1-844 15,-8 3-2125-15,4-6-1579 0</inkml:trace>
  <inkml:trace contextRef="#ctx0" brushRef="#br0" timeOffset="34714.948">26156 14865 5652 0,'0'0'1692'0,"0"0"2505"0,0 0-2353 15,0 0 156-15,20 89-368 0,-12-52-428 16,5 5-268-16,-2 6-128 0,-3 8-184 16,1 3-124-16,-5 0-76 0,-1 5-144 15,-3-4-87-15,-7 4-189 0,-2-7-4 16,-3 1-40-16,0-8-105 0,0-6-51 15,5-5-48-15,3-7-48 0,0-7 12 0,4-10-120 16,0-5-88-16,8-10-152 0,3 0-136 16,6-17-224-16,7-8-388 15,-1-6-628-15,5-7-964 0,-4 6-1737 0,8-19-867 16</inkml:trace>
  <inkml:trace contextRef="#ctx0" brushRef="#br0" timeOffset="34989.24">26603 15166 4152 0,'0'0'1016'15,"0"0"3216"-15,0 0-2427 0,0 0-161 0,0 0-28 16,0 0-192-16,0 0-360 0,0 0-32 16,0 0-428-16,-96 77-148 15,72-55-148-15,4 0-100 0,-3 3-116 0,3-2-92 16,-5 3-60-16,5-4 12 0,5 0-40 16,3-3 40-16,4 0 48 0,0-7 124 15,8 5 20-15,0-5 28 0,0 1 24 0,8-1-84 16,0 2 84-16,8-2 24 15,-5 1-16-15,9 0-32 0,-3-4-52 16,2 4-56-16,1-5-64 0,-4-1 0 0,4 3-88 16,0-7-240-16,-4 4-60 0,4-4-68 0,-1 0-68 15,2 0-68-15,3 0-172 16,0-3-268-16,4 0-96 0,-5 0-624 16,-3 0-2441-16,4-9-2963 0</inkml:trace>
  <inkml:trace contextRef="#ctx0" brushRef="#br0" timeOffset="35259.172">26934 15211 7176 0,'0'0'7313'0,"0"0"-5637"15,0 0-588-15,0 0-392 0,0 0-156 16,0 0-204-16,0 0-336 0,0 0 0 0,0 0-680 16,0 0-288-16,0 0-460 0,75 63-936 15,-75-58-2913-15,-4 6-2595 0</inkml:trace>
  <inkml:trace contextRef="#ctx0" brushRef="#br0" timeOffset="35401.168">26914 15535 4728 0,'0'0'6297'0,"0"0"-4153"0,0 0-620 0,0 0 76 16,0 0-168-16,0 0-272 0,0 0-520 16,75 63-376-16,-55-63-264 0,0 0-12 15,0-7-492-15,0-1-380 0,0-5-444 0,0 1-692 16,-4 2-2469-16,-1-5-3291 0</inkml:trace>
  <inkml:trace contextRef="#ctx0" brushRef="#br0" timeOffset="35749.083">27460 14855 8384 0,'0'0'3177'0,"0"0"-417"0,15 64-1348 15,-11-25-120-15,0 8 108 0,1 7-48 16,-1 3-300-16,-1-1-336 0,1 5-291 0,-4-4-97 15,4 1-108-15,0-4-64 16,4-7-96-16,-3 1-60 0,2-8-68 16,-3-4-40-16,-4-4-208 0,4-7-121 0,0-6-135 15,0-6-136-15,0-3-136 0,0-3-172 16,4-7-320-16,0 0-480 0,3-11-696 16,-2 2-1801-16,7-13-1703 0</inkml:trace>
  <inkml:trace contextRef="#ctx0" brushRef="#br0" timeOffset="36019.534">27917 15043 536 0,'0'0'5048'0,"0"0"897"0,0 0-5113 16,-91 44-484-16,59-24 188 0,0 5 772 0,5 1 176 15,-5-1-480-15,4 0-556 0,8 0-288 16,-4-3-12-16,8 2-60 15,4-6-88-15,0 4-44 0,8-4 44 0,0 3 104 16,4-2 68-16,0 0 60 0,0-1 16 16,4 1 24-16,4-3 12 15,0 3-16-15,4-3 52 0,4 0 32 0,0-4-20 0,-1-1-124 16,9-1-196-16,-3-6-12 0,2 3-208 16,-3-3-148-16,4-4-180 0,0 0-252 15,-4 0-360-15,0 0-776 0,-5-4-2352 16,6-3-3493-16</inkml:trace>
  <inkml:trace contextRef="#ctx0" brushRef="#br0" timeOffset="36456.692">28220 15418 8612 0,'0'0'3101'0,"0"0"-1057"0,0 0-664 0,0 0-208 16,0 0-88-16,0 0-80 0,41 69-280 16,-34-37-184-16,-3 3-112 0,0 2-48 15,-4 5-12-15,0-1-76 0,0 1-100 16,0-2-116-16,-4-5-76 0,0-5-88 15,-3-8-300-15,3-6-112 0,4-7-88 16,0-9-160-16,0 0-224 0,0-6-520 16,0-4-1040-16,0-2-2945 0,0-10-2439 0</inkml:trace>
  <inkml:trace contextRef="#ctx0" brushRef="#br0" timeOffset="36598.189">28236 15589 7868 0,'0'0'3121'0,"0"0"-789"0,0 0-620 15,0 0-140-15,76 29-240 16,-52-20-152-16,0-3-272 0,0 1-480 0,4-7-428 16,-9 0-48-16,5-7-540 0,1-2-84 15,-1-7-180-15,-1-1-336 0,1-1-656 16,-8 6-2412-16,4-12-2861 0</inkml:trace>
  <inkml:trace contextRef="#ctx0" brushRef="#br0" timeOffset="36774.78">28567 15462 8112 0,'0'0'3285'0,"0"0"-985"0,0 0-780 15,-8 86-112-15,8-55-4 0,0 8-72 16,-4-5-488-16,4 5-356 0,0-4-208 0,-4 0-120 16,4 0-160-16,0-7-36 15,-4-3-404-15,4-2-292 0,0-8-360 16,0-9-528-16,0 1-1248 0,0-7-3417 0</inkml:trace>
  <inkml:trace contextRef="#ctx0" brushRef="#br0" timeOffset="37473.504">28957 14884 7264 0,'0'0'1052'16,"0"0"1056"-16,0 0-1387 0,0 0-281 0,0 0 60 15,0 0 204-15,0 0-68 16,0 0-252-16,0 0-92 0,0 0-12 0,32-3-52 16,-23 1-16-16,-2 2 56 0,1 0-68 15,4 0 64-15,0 0 12 0,-4 0-88 16,5-5-12-16,-2 5-84 0,5-2-84 15,-4-2-8-15,4 1-8 0,0 0 8 16,-4 0-4-16,0 3-76 0,0 0 32 0,-1 6 32 16,-2 3 16-16,-1 4 192 0,-1 7-40 15,-3 5-40-15,0 1 24 0,5 7-72 16,-5 3 24-16,-4 2 224 0,3 4 120 16,-3 2-24-16,0-4-24 0,4 6-40 15,-4-4-36-15,0 2 0 0,0-4-40 16,0 5-8-16,0-4-16 0,0 1 0 0,-4-4-36 15,1-1-16-15,-1 2-32 0,0-4-12 16,-1-1-28-16,1-2-60 16,4 0 52-16,0 0-28 0,0-6-24 0,0-1-56 15,0-3-4-15,0-3-4 0,0-2-4 16,4-5-64-16,-4-3 24 16,0 0 48-16,5 1 4 0,-5-3-4 0,0-4-64 0,0-1 56 15,0 2-40-15,0-1-60 16,-5-3-40-16,1 0 28 0,0 0 48 15,1 0-52-15,-1 0 16 0,-4 0-88 0,-1 0-108 16,2-3-128-16,-5-1-80 16,-4-1-104-16,4-5-112 0,-4 0-68 0,-4 2-456 15,4-9-748-15,0 8-1125 0,-8-14-2587 0</inkml:trace>
  <inkml:trace contextRef="#ctx0" brushRef="#br0" timeOffset="38438.88">30671 15177 4820 0,'0'0'1380'0,"0"0"-68"16,0 0 1980-16,0 0-1291 0,0 0-485 16,0 0-356-16,0 0-176 0,0 0-52 15,0 0-100-15,0 0-228 0,0 0-188 0,28 12-72 16,-28-10 36-16,-8 5-148 15,-1 3-12-15,-2 0-160 0,-6 2-60 16,-2 7-96-16,-1-3 36 0,-4 3-4 0,1 1-56 16,2-1 20-16,1-5-72 15,1 3 52-15,2-1-16 0,2 0 40 0,-5 0-4 16,8-4 52-16,0 1 40 0,4-3-68 16,-5 2 68-16,6-6 4 0,3 1 4 15,0 3 8-15,0-3 80 0,0-5-4 16,4 4 28-16,-4-2 24 0,4 2-16 15,0-3 16-15,0 1-52 0,0 1-20 16,0-2 8-16,8 1 12 0,4 3 4 0,4 3 32 16,3-6 16-16,5 3 8 0,1 0-56 15,-1 0-28-15,4-2-60 0,-5-2-8 16,5 4-40-16,-4-3-4 0,0-2 44 16,0-2-172-16,-5 4-16 0,-2-4-96 15,-6 0-40-15,6 3-60 0,-9-3 36 16,-1 0-200-16,-3 0-184 0,0 0-328 0,-4 3-884 15,0-3-1288-15,-4 0-2797 0</inkml:trace>
  <inkml:trace contextRef="#ctx0" brushRef="#br0" timeOffset="38687.647">30276 15783 6948 0,'0'0'3160'0,"0"0"-651"16,0 0-1005-16,0 0-292 0,0 0-152 0,0 0 60 0,0 0-156 15,84 25-284-15,-60-18-156 16,-1-1-108-16,2 3-208 0,3-2 36 16,0 2-60-16,-4-3-84 0,4 4 44 0,0-4-60 15,-1 5-76-15,-7-6-8 0,0 2 0 16,-1-5-192-16,-6 5-112 15,2-3-176-15,-2-2-116 0,-1 4-144 0,-5-2-196 16,6-1-348-16,-5 1-704 0,-1-1-2001 0,6-3-2859 16</inkml:trace>
  <inkml:trace contextRef="#ctx0" brushRef="#br0" timeOffset="39336.86">31436 14779 1448 0,'0'0'4500'0,"0"0"-1420"0,0 0-551 15,0 0-813-15,0 0-128 0,0 0-140 0,0 0-312 16,0 0-160-16,36 70-200 0,-32-45-164 16,3 8-72-16,2 4-52 0,-1 5-76 15,-1 5-72-15,-3 4-132 0,-4 2-27 16,0 6-45-16,0 0-64 0,0 9 60 16,-7-2 40-16,-1 0-52 0,-5-2-24 0,6 3-36 15,-5-7-12-15,3-2-48 0,2-6 4 16,3-3-4-16,4-8-4 15,0-3-44-15,0-10-144 0,7-5-124 0,-3-4 0 16,5-6-61-16,-5-7-123 0,4-2-108 16,-1-4-148-16,6-10-276 15,-5-6-652-15,7-9-860 0,-6 5-2165 0,6-21-2331 0</inkml:trace>
  <inkml:trace contextRef="#ctx0" brushRef="#br0" timeOffset="39620.185">31870 15005 5196 0,'0'0'1344'0,"0"0"4121"0,0 0-3753 0,0 0-196 15,0 0-304-15,0 0-192 16,47 88 32-16,-38-56-156 0,-1 9-196 0,-4 1-116 15,-4 2-180-15,0 4-88 0,0-4-40 16,0 1-79-16,-4-4-89 0,-4-3-48 16,-1 1-60-16,2-9-172 0,-1-4-181 15,-5-3-71-15,10-11-40 0,-1-2-148 0,0-3-184 16,0-7-252 0,4 0-392-16,-4-10-1064 0,4 3-1821 0,0-8-1403 15</inkml:trace>
  <inkml:trace contextRef="#ctx0" brushRef="#br0" timeOffset="39768.331">31886 15402 3332 0,'0'0'1628'16,"0"0"-964"-16,0 0 3608 0,0 0-2675 16,0 0-73-16,0 0-8 0,0 0-56 15,100-19-256-15,-73 25-152 0,1 1-128 16,0-5-200-16,0 2-200 0,0-4-160 0,0 0-264 16,-4-4-100-16,4-5-464 0,-9-7-208 15,2 1-188-15,-1-6-388 0,-5 3-700 16,-2 3-1940-16,-2-10-2901 0</inkml:trace>
  <inkml:trace contextRef="#ctx0" brushRef="#br0" timeOffset="40039.094">32284 15027 1564 0,'0'0'5260'0,"0"0"-307"0,0 0-3189 0,-8 66-320 0,8-34-32 16,0 1 92-16,0 5-160 15,0 3-364-15,-3-4-236 0,3 5-172 16,0 3-123-16,-4-4-97 0,4-3-96 0,-4 3-112 16,4-3-64-16,-4-3-80 0,-1-3-72 15,5-7-84-15,-4 1-196 16,0-11-97-16,4-2 21 0,0-4-20 0,0-4-100 0,0-5-176 16,8 0-368-16,1-14-568 15,-1-2-780-15,3 4-2001 0,6-20-2295 16</inkml:trace>
  <inkml:trace contextRef="#ctx0" brushRef="#br0" timeOffset="40360.156">32615 14879 1760 0,'0'0'5140'0,"0"0"217"15,0 0-3001-15,0 0-432 0,0 0-556 16,40 72-160-16,-32-46-116 0,0-1-128 16,0 6-271-16,-1 1-221 0,-3 3-96 15,1 0-108-15,-1 2-40 0,-4 5-20 16,0-1-76-16,0 1-48 0,0-2-12 16,-9 6-64-16,5-5 40 0,-3-3-48 15,3 0 0-15,-4-3 0 0,4-4-48 16,-4 1 48-16,8 0-84 0,-4-3-12 0,4 3-24 15,0 0 44-15,0-7-20 0,4 0-96 16,-4-2-172-16,0-4-24 0,0-1-85 16,0-5 49-16,0 0 104 0,-4-4 16 15,4 2-12-15,0-9-172 0,-4 4-260 16,0-6-520-16,0 0-1008 0,-4 0-2268 16,4 0-3381-16</inkml:trace>
  <inkml:trace contextRef="#ctx0" brushRef="#br0" timeOffset="44976.312">21901 17117 7584 0,'0'0'4689'0,"0"0"-3285"16,0 0-452-16,0 0-384 0,0 0 172 16,0 0 240-16,0 0 100 0,0 0-264 0,99 9-216 15,-54-9-12-15,2 3-160 0,1-3-24 16,5 0-64-16,-2 0-184 15,-7 0-20-15,-1-3-96 0,-3 0-40 0,-12-3-48 16,0 1-208-16,-4-1-196 0,-7 4-72 16,-2-4 0-16,-4 1-44 0,-6 5-132 15,-1-2-276-15,-4 2-452 0,0 0-628 16,-12 2-656-16,0 3-1413 0,-12 3-191 0</inkml:trace>
  <inkml:trace contextRef="#ctx0" brushRef="#br0" timeOffset="45163.262">22105 17230 1644 0,'0'0'2308'0,"0"0"3452"0,0 0-4327 0,0 0-109 16,0 0-176-16,0 0-32 0,0 0 16 0,0 0-112 15,0 0-164-15,75 68-188 16,-43-60-224-16,3-2-88 0,2-1-48 16,-1-3-176-16,0-2-132 0,-5 0-36 0,1-2-208 15,-8-3-284-15,1-1 20 16,-6-2-184-16,-3-3-164 0,0 3-352 0,-4-3-852 15,-8 2-1989-15,-4-3-1579 0</inkml:trace>
  <inkml:trace contextRef="#ctx0" brushRef="#br0" timeOffset="45466.772">22348 16726 4304 0,'0'0'168'15,"0"0"5036"-15,0 0-3771 0,0 0-21 16,0 0-72-16,0 0-24 0,0 0-72 16,79 85-372-16,-51-62-224 0,4 2-244 15,3 0-92-15,1-3-80 0,1 1-160 0,-1-1 16 16,-1 0-88-16,-7 0-88 0,-7-2-8 16,-2 2 96-16,-7 3-8 0,-4-3-60 15,-8 4 68-15,0-1 8 0,-12 4 8 16,-4-1-16-16,-4 1-96 0,-3 2 8 15,-1 1-20-15,-8-4 8 0,4 5-124 16,0-5-44-16,0 1-8 0,0-4 52 0,0-3-60 16,4-3-200-16,8-3-224 0,-4-2-296 15,5-6-440-15,2 3-696 0,1-9-2197 16,1-2-2107-16</inkml:trace>
  <inkml:trace contextRef="#ctx0" brushRef="#br0" timeOffset="46253.49">23574 16424 1228 0,'0'0'1276'0,"0"0"80"0,0 0-820 0,0 0 4212 16,0 0-2980-16,0 0-159 0,0 0-361 16,0 0-168-16,5 69-64 0,-5-52-108 15,0-1-224-15,0 0-164 0,0 3-52 16,0 0-84-16,4 3-52 0,0 3-100 16,0 4-60-16,-1 2-36 0,1 8-16 0,0-2-32 15,1 8-4-15,-5 6-24 0,0 2 40 16,0 2 8-16,-5 2-32 0,-3-2-68 15,1-3 44-15,-6 0-52 0,2-5-100 16,3-2 16-16,0-8-52 0,-1 2 16 16,2-10-52-16,7-4-96 0,-4-3-176 0,4-6-160 15,0-5-124-15,4-6-104 0,0-2-312 16,3-3-496-16,6-6-708 16,-5-1-2229-16,3-12-2231 0</inkml:trace>
  <inkml:trace contextRef="#ctx0" brushRef="#br0" timeOffset="46771.592">24264 16751 2948 0,'0'0'640'15,"0"0"-68"-15,0 0 4512 0,0 0-3303 0,0 0-277 16,0 0-472-16,0 0-216 0,0 0-124 16,0 0 28-16,0 0-164 0,0 0-60 15,-88-39-96-15,77 46-92 0,-6 9 4 16,2 3 48-16,-2 3 56 0,-3 10 176 16,1 3-124-16,-1 6-104 0,4 4-68 15,-4-1-40-15,4 4-52 0,4-4 4 16,0 1-12-16,4-7-52 0,4-3-44 0,4-3-4 15,0-4 0-15,9-3 4 0,2-2-3 16,1-4-93-16,4 0-4 0,0-6-85 16,0-1-27-16,4-2 4 0,-4-4-100 15,0-3-44-15,-1-3-44 0,-3 0-32 16,4-6-12-16,1-7-52 0,-2-3-112 16,-3 1-272-16,0-4-276 0,-4-4-588 15,-4 1-596-15,0 3-497 0,0 3-1575 0,-4-6-272 16</inkml:trace>
  <inkml:trace contextRef="#ctx0" brushRef="#br0" timeOffset="47058.048">24077 17129 4528 0,'0'0'4188'0,"0"0"-1255"0,0 0-1093 16,0 0-644-16,0 0-264 0,0 0-16 0,0 0-116 16,79 41-356-16,-55-41-444 0,-4-6-124 15,0 0-100-15,0-7-384 16,0 3-260-16,-4-2-340 0,-4-5-276 0,0 4-436 15,-5 1-589-15,2-1-727 0,-9 7 160 0,0 0 572 16,0 6 2504 0,0 0 2048-16,-5 0 692 0,1 6-192 0,1 0-432 15,-5 5-295-15,4 1-141 0,0 3-420 0,-1 2-288 16,2 2-104-16,-1 0-164 16,4 3-144-16,-4-3-152 0,4 3-60 15,-4-3-52-15,4 0 0 0,0-2-64 0,0-3-120 0,0 3-112 16,0-8-100-16,0 1-356 15,0-1-208-15,0-5-208 0,0-1-244 16,0 0-576-16,0-3-1108 0,8 0-2569 0</inkml:trace>
  <inkml:trace contextRef="#ctx0" brushRef="#br0" timeOffset="47405.862">24694 16767 2784 0,'0'0'1536'0,"0"0"-1104"15,0 0 4796-15,0 0-3463 0,0 0-545 16,0 0-176-16,0 0-84 0,-52 82-4 15,41-47-128-15,-2 7-192 0,2 5-164 16,-1 4-16-16,-1 0 76 0,2-3 8 0,-2-1-136 16,6-2-172-16,3-8-48 0,0-5-124 15,4-4-60-15,4-5-8 0,7-7-176 16,2-3-24-16,6-4-168 0,1-2-140 16,5-4-116-16,-1-3-208 0,-1 0-204 15,1-3-508-15,0-10-864 0,-4 7-1737 16,4-7-1375-16</inkml:trace>
  <inkml:trace contextRef="#ctx0" brushRef="#br0" timeOffset="47746.838">24949 16672 3220 0,'0'0'380'0,"0"0"4960"0,0 0-2639 0,0 0-645 15,0 0-612-15,-20 70-372 16,16-42-24-16,4 10 28 0,-4 6-116 15,4 8-284-15,-8-2-152 0,5 1-60 0,-1 0-100 16,-5-7-132-16,5-2-108 0,-4-4-124 16,5-7-96-16,-1-5-160 0,0-4-84 15,4-9-36-15,0-1-176 0,0-5-96 16,8-7-140-16,3 0-224 0,2-7-500 0,6-9-812 16,-3 0-1797-16,9-15-1811 15</inkml:trace>
  <inkml:trace contextRef="#ctx0" brushRef="#br0" timeOffset="48003.467">25196 16900 6188 0,'0'0'2272'0,"0"0"1881"16,0 0-3397-16,0 0-492 0,-79 70 44 0,59-51 248 16,-1-6 112-16,6 0-312 15,3-1-356-15,0 1-176 0,8-4 80 0,-4 4 96 16,8-3 228-16,-4 2 76 0,4 2 20 15,0-6 20-15,0 5 240 0,0-1 200 16,0 2-108-16,0-1-120 0,8-4-112 16,-4 0-116-16,8 1-84 0,0-4-36 15,4-3-208-15,0 1-96 0,3-4-308 0,-2 0-76 16,2-7-84-16,1 1-176 0,1-4-228 16,-2 4-236-16,-3-3-308 0,5-1-668 15,-14 1-2225-15,9-2-1719 0</inkml:trace>
  <inkml:trace contextRef="#ctx0" brushRef="#br0" timeOffset="48319.319">25703 16576 3588 0,'0'0'404'0,"0"0"5536"0,0 0-3391 16,0 0-209-16,-69 96-664 0,50-64-568 16,-1 9-232-16,-1 3-148 15,-6 7-152-15,-1 2-88 0,-3 8-156 0,-10 3-28 16,1 2-148-16,-8 1-68 0,1-1-88 16,-5 1-48-16,8 0-124 15,-4-3-12-15,12-4 76 0,1-9-88 0,3-10-96 0,8-3-100 16,8-13-24-16,0-6-16 15,8-6-60-15,4-7-276 0,4-2-388 16,0-4-1100-16,0-10-2261 0,4-9-2999 0</inkml:trace>
  <inkml:trace contextRef="#ctx0" brushRef="#br0" timeOffset="48866.43">25694 17106 2696 0,'0'0'676'0,"0"0"4920"16,0 0-3231-16,0 0-929 0,0 0-228 0,0 0-4 15,0 0 68-15,0 0-68 0,52 80-312 16,-44-49-168-16,4 8-96 0,-8 3-68 15,-4 2 12-15,0 3-132 0,-4 1-184 16,-8-1-15-16,4-2-97 0,-3-7-144 0,-2-3-88 16,5-13-225-16,1-6-103 15,7-2 64-15,0-12-64 0,0-2-108 16,0 0-212-16,3-7-432 0,5-5-700 0,0-7-748 16,4 3-1521-16,4-16-851 0</inkml:trace>
  <inkml:trace contextRef="#ctx0" brushRef="#br0" timeOffset="49107.439">25933 17252 3544 0,'0'0'364'0,"0"0"5400"16,0 0-3919-16,0 0-477 0,0 0-220 0,0 0-84 15,0 0-124-15,0 0-296 16,0 0-220-16,0 0-104 0,-84 79-44 0,73-59-56 16,-1-4-68-16,0 0-80 0,0 3 4 15,8-4 32-15,0 2 68 0,0-4-28 16,4 2 72-16,0-2 172 0,0-4 24 0,4 5-60 15,4-6-172-15,0 3-72 16,3-2-4-16,6 1-48 0,-6-4-60 16,10-3-60-16,-5 0-136 0,3-3-132 0,2 0-200 15,-2-6-208-15,1 0-192 0,-3-4-256 16,-2-4-652-16,-2 6-1060 0,-2-5-2905 16</inkml:trace>
  <inkml:trace contextRef="#ctx0" brushRef="#br0" timeOffset="49341.719">26105 17252 4972 0,'0'0'2732'0,"0"0"2865"16,0 0-4289-16,0 0-428 0,0 0-120 15,0 79 396-15,0-52 8 0,0 1-388 16,0-2-396-16,0 2-260 0,-5 0-120 15,1 2 0-15,-3-2-64 0,-1-3-132 0,0-3-220 16,0 0-100-16,4-5-64 0,0-2-28 16,4-5-76-16,0-4-8 0,0-6-388 15,0 0-572-15,8-6-1197 0,-5-1-2295 16,6-9-136-16</inkml:trace>
  <inkml:trace contextRef="#ctx0" brushRef="#br0" timeOffset="49465.328">26148 17498 560 0,'0'0'2400'16,"0"0"-1644"-16,0 0 4948 15,0 0-3267-15,0 0-341 0,0 0-380 0,0 0-324 16,0 0-140-16,0 0-292 0,0 0-408 0,0 0-308 0,84-4-244 16,-72-3-304-16,4-1-468 15,-4-9-352-15,4 4-344 0,0-6-892 0,-5 6-2405 0,6-9-2183 16</inkml:trace>
  <inkml:trace contextRef="#ctx0" brushRef="#br0" timeOffset="49654.892">26403 17249 1500 0,'0'0'5744'0,"0"0"-887"16,0 0-3261-16,0 0-556 0,-11 80-68 16,7-55 320-16,0 4-4 0,0 0-216 0,-1 2-300 15,1-2-272-15,1 3-76 16,3-7-120-16,-4 4-144 0,-4-7-160 16,4-3-208-16,-5-4-400 0,6-5-296 0,-1-4-176 15,0-2-356-15,0-4-684 16,4 0-1020-16,0-4-3205 0</inkml:trace>
  <inkml:trace contextRef="#ctx0" brushRef="#br0" timeOffset="49983.708">26706 16808 3096 0,'0'0'1056'16,"0"0"6009"-16,0 0-5197 0,0 0-492 0,52 67-268 16,-36-42-24-16,0 1-68 0,0 2-148 15,-4 4-120-15,0 0-256 0,-5-1-28 16,-2 4 84-16,-5-2-36 15,0-2-148-15,-8 4-179 0,-4-3-137 0,-4 0 0 16,0 2-48-16,-8-3-113 0,0 5-83 0,-4-1-144 16,1-1-160-16,-6 3-132 0,6-4-16 15,-5-1-116-15,-1 3-88 0,2-6-304 16,4-4-388-16,2-6-640 0,5-3-1721 16,-4-5-3215-16</inkml:trace>
  <inkml:trace contextRef="#ctx0" brushRef="#br0" timeOffset="50771.722">28276 16789 5324 0,'0'0'12'0,"0"0"6461"0,0 0-4553 0,0 0-404 16,0 0-504-16,0 0-240 0,0 0-100 16,0 0-140-16,0 0-164 0,0 0-144 0,-28 67-216 15,0-42 4-15,-4 4 48 0,0-4-48 16,4 1 36-16,-3-1-40 0,3 0-4 16,1-2-4-16,2-1 12 0,1-3 0 15,4-3-12-15,5-1-76 0,2-2-44 16,5-3-4-16,8-4-24 0,0 4 24 15,4-1 124-15,13 4 24 0,-2 0 112 0,9 2 24 16,4 1 48-16,0 0 88 16,4 0-36-16,-4 0-64 0,0 0 24 0,0-4-100 15,-5-1-108-15,-3-3-12 0,-3-2-120 16,-2-6-396-16,-2 5-100 16,-6-5-124-16,1 0-128 0,-4 0-344 0,-4 0-732 15,0 0-1285-15,-4-5-2479 0</inkml:trace>
  <inkml:trace contextRef="#ctx0" brushRef="#br0" timeOffset="50940.045">27890 17386 5372 0,'0'0'220'0,"0"0"5701"16,0 0-4017-16,0 0-292 0,0 0-240 0,0 0-140 0,0 0-132 15,92 70-216-15,-69-54-184 16,5-7-300-16,0 4-180 0,-4-3-220 15,4-2-60-15,0-1-452 0,-4 0-100 0,-1-2-112 16,1 2-336-16,-7-3-508 0,-2-1-1084 16,-2-3-2801-16</inkml:trace>
  <inkml:trace contextRef="#ctx0" brushRef="#br0" timeOffset="51456.708">27168 16538 4932 0,'0'0'132'0,"0"0"5809"0,0 0-4337 15,0 0-292-15,0 0-272 0,0 0-60 16,0 0 76-16,0 0-248 0,52 92-216 16,-40-60-100-16,4 10-36 0,-4 5-76 0,1 10-52 15,-6 10 40-15,1 9 132 16,0 7 180-16,-4 2-375 0,-4 4-73 0,0 1-220 16,0 1 32-16,-4-1-44 15,-8-8-84-15,1-3-160 0,-2-2-217 0,1-11-75 16,5-2 0-16,-2-10 92 0,5-7-32 15,4-6 48-15,4-9-252 0,5-6-100 16,6-11-352-16,2-5-164 16,6-7-568-16,-3-3-1273 0,16-9-3231 0</inkml:trace>
  <inkml:trace contextRef="#ctx0" brushRef="#br0" timeOffset="51985.935">28878 16627 3268 0,'0'0'876'0,"0"0"5832"0,0 0-4587 16,0 0-381-16,0 0-356 0,0 0-144 16,8 77-276-16,0-50-76 0,-5 9-104 15,1 5-308-15,5 10-136 0,-5 2-72 16,-4 8 24-16,0 3 36 0,0-3-71 0,-4-1-13 15,-5-1-112-15,2-1-132 0,-1-7-40 16,0-4 32-16,-1-3-64 16,2-5-172-16,3-4 27 0,-4-9-163 0,8-5 4 15,0-1-172-15,0-11-76 0,0-3-212 16,8-2-372-16,3-4-828 16,2-7-676-16,-5-2-2237 0,12-7-903 0</inkml:trace>
  <inkml:trace contextRef="#ctx0" brushRef="#br0" timeOffset="52300.577">29252 16767 3800 0,'0'0'1212'16,"0"0"3472"-16,0 0-2375 0,0 0-269 0,12 92-412 16,-12-53-432-16,4 1-192 0,-4 5-116 15,0-1-88-15,0 1-164 16,0-5-184-16,-4 2-124 0,0-10-144 0,0 3-88 16,0-7-96-16,-3-5-8 15,-2 3-124-15,5-7-200 0,-4-5-168 16,1 0-96-16,3-8-68 0,-1-3-52 0,5-3-164 15,0 0-316-15,0-6-824 16,5-7-712-16,-1 4-2089 0,3-11-31 0</inkml:trace>
  <inkml:trace contextRef="#ctx0" brushRef="#br0" timeOffset="52492.614">29280 17106 3208 0,'0'0'992'0,"0"0"-576"0,0 0 2576 15,0 0-968-15,0 0-603 0,0 0-433 16,0 0-128-16,0 0 32 0,0 0 144 15,0 0-104-15,44-13 12 0,-28 18-172 16,-4-3-204-16,4 2-108 0,0 2-152 16,0-6-200-16,0 0-56 0,0 0-44 15,-1 0-8-15,6-4-212 0,-2-2-168 0,1-3-324 16,0-1-204-16,0-3-312 0,-4 1-408 16,0 3-984-16,-4 2-2373 0,0-3-1267 15</inkml:trace>
  <inkml:trace contextRef="#ctx0" brushRef="#br0" timeOffset="52773.96">29739 16789 2856 0,'0'0'1472'15,"0"0"-520"-15,0 0 3308 0,0 0-2775 0,0 0 223 16,-28 86-128-16,24-57-168 0,-5 5-268 16,2 4-176-16,-5 1-152 15,-1 2-228-15,2 3-148 0,-1-2-24 0,0-1-240 16,0-3-176-16,0 0-72 0,4-6-88 16,0 0-144-16,4-4-52 15,0-6-112-15,4 0-232 0,0-5-256 0,0-5-548 0,0-2-1536 16,0-7-4589-16</inkml:trace>
  <inkml:trace contextRef="#ctx0" brushRef="#br0" timeOffset="53489.4">29910 16596 392 0,'0'0'2712'0,"0"0"-1188"0,0 0 4596 0,0 0-4231 15,0 0-161-15,0 0-228 0,20 66-196 0,-16-53-276 16,0-4-92-16,-1 0-248 16,1 2-284-16,0-3-112 0,1 6-60 0,-1-2-36 15,4 4 48-15,-5 3 12 0,1 4 145 16,5 2-13-16,-9 3-84 0,4 4-64 15,-4 4-32-15,0-2 8 0,0 4-36 16,0-3-8-16,0 3-52 0,-4-2 12 0,4-5-36 16,0 1-8-16,0-4-84 0,0 4 8 15,0-1-4-15,0 8-8 16,0-1-12-16,0 3-64 0,0 1 68 0,-5 2-76 16,1-2-96-16,0-2 36 0,1 2 8 15,-1-1-104-15,-4-3 36 16,3-6 140-16,5 0 56 0,-4-7-76 0,4 0-12 0,0-6 12 15,0 1 0-15,0-5-4 16,0 1-8-16,0-5-72 0,-4-3-64 0,4-2-37 16,0 1-83-16,-3-3-72 0,3-4-152 15,-4 0-228-15,4 0-588 16,-8-4-652-16,4-3-992 0,-1 1-2445 0,1-7-2066 16</inkml:trace>
  <inkml:trace contextRef="#ctx0" brushRef="#br1" timeOffset="62272.861">22292 9309 9852 0,'0'0'4501'0,"0"0"-3653"16,0 0-684-16,0 0-100 0,0 0 336 0,0 0 780 15,0 0 220-15,0 0-380 0,0 0-320 16,56 6-104-16,-48 10-72 0,-1 3-112 0,6 6-119 16,-5 4-37-16,-5 3-40 0,1 3 4 15,-4 3-136-15,0 0 36 16,0 7-32-16,0-1-80 0,-7 3-8 15,-1 4-52-15,-1 0 48 0,5 0-4 0,-3 6-8 16,3 0 4-16,-4 0-36 16,8 4-36-16,-5-4 24 0,1 0-12 0,0 4-36 15,1-4 100-15,-1 0-92 0,4-3 88 16,-4 0-156-16,0-4 60 0,-1-2 8 16,1-7-69-16,0 1 109 0,1-7-100 15,3-1-32-15,-4-2 8 0,4-1 52 16,-4-2-16-16,0-4 40 0,0 1 8 15,-5-3 16-15,6-1 72 0,-5-3-36 0,0 0 48 16,-4-1 0-16,4-1 108 0,0-4-108 16,-4 2 0-16,4-5-160 0,4 0 64 15,0-4 88-15,0-4 8 0,4 3 0 16,0-5-12-16,0 0-48 0,0 0 56 16,0 0 4-16,0 0 0 0,0 0 0 15,4 0 72-15,0 0 12 0,4 0 4 0,-4 0-80 16,4 0 40-16,-4 0 0 15,4 0-36-15,0 0 0 0,4 0 36 0,-4 0 28 16,3 2-4-16,6-2 12 0,-6 0-76 16,10 4 80-16,-1-4 8 0,3 0-36 15,5 0-48-15,0 0 60 0,4 0-60 16,7 3 196-16,2-3-148 0,2 2 28 0,6-2-4 16,2 3-76-16,1 1-8 15,0-1 12-15,8 4-20 0,0-4 8 0,0 0 0 16,7 0 0-16,1 1 0 0,3-1-56 15,5-1 52-15,3-2 4 16,5 4-4-16,0-1 8 0,4 0-80 0,-1-3 76 0,9 3-4 16,-4 1 4-16,0-1 0 15,3 0 0-15,-3 0-4 0,3 0-92 16,-3-3 92-16,0 3-36 0,3 1 40 0,-3-1 0 16,3-3 0-16,1 0-8 0,-1 0-4 15,-3 0 0-15,7 0-36 0,-3 0 40 16,4 0 8-16,0-3-4 0,-1-1-228 15,1 1 108-15,-5 0 76 0,2-3-12 16,-2 3 48-16,-3-4 0 0,-1 1 4 0,5 0-40 16,-8-1 36-16,-1 1-100 15,0 0 16-15,-3-1 60 0,-5 3-12 0,1-1 48 16,-8-2-52-16,4 5-8 0,-8-3-12 16,-1-1 12-16,6 4 52 15,-10-2 8-15,5 4 0 0,-5-2-60 0,5-2 52 16,-4 4-28-16,-4-3 32 0,-1 3 8 15,1 0 4-15,0-4-8 0,0 4 8 16,0 0 32-16,-4 0-28 0,3 0 108 0,1-3-120 16,4 3-60-16,-4-3 8 0,3 1 48 15,1-2 4-15,0 1-48 0,-1 0 0 16,5 3 44-16,0-4 4 0,-1 4 44 16,2-3-44-16,-2 3 0 0,1-4 48 15,-1 4-36-15,6 0 0 0,-6-2-4 0,1 2 64 16,3-4 0-16,5 4-68 15,0 0-4-15,0 0 0 0,3-3-12 0,1 3-48 16,-1 0 0-16,1 0 60 0,0 0 0 16,-1 0 0-16,1 3 100 0,0 1-92 15,0 2-8-15,-5-3 8 0,1 4-4 16,-1-4-8-16,2 3 12 0,-2 0 96 16,1 1-44-16,-1-1-60 0,2 0 48 15,2 0-44-15,-3 1 0 0,-1 0 4 0,1-5 0 16,0 5 0-16,-9 0-8 15,6-1 0-15,-10-3-8 0,1 4 4 16,-4-4-32-16,0-1 36 0,-5 2 8 0,-3 2 0 16,-4-3 64-16,-5 1-72 0,1 2-4 15,-4-3 4-15,-4 0 4 0,0 0 4 16,-4 1-8-16,-4-1 124 0,0 0-124 16,-8-3 0-16,-5 0-48 0,-7 0 48 0,1 0 0 15,-6 0 60-15,-3 0 36 16,0 0 4-16,0 0-40 0,0 0-60 0,0 0 4 15,0-3 44-15,0 3 0 0,0-3-40 16,0-1 0-16,0 1 4 0,0 3-4 16,0-3 4-16,0 3 88 0,0-3-16 15,0 0-72-15,0 0 0 0,0-4-8 16,0 1 44-16,4-3 0 0,0-1-44 0,0-7 0 16,0 3-4-16,5-9-72 15,-2-6-148-15,1-3 16 0,4-3-28 16,0-7-12-16,0 2 36 0,0-7-24 0,-4-5 12 15,4 2 36-15,-4-8 60 0,4-2-72 16,-4 0 148-16,-1-3-60 0,2-4 20 16,3 0 16-16,-1 4 8 0,-2-4 4 0,6 0-76 15,-2 1-60-15,2 2 24 0,-2 4-112 16,-2-1-76-16,5 1-60 16,-8 6-276-16,0 3 144 0,0 3 112 0,-4 7 348 15,-4 0 80-15,0 6-228 0,0 4-152 16,-4-1 292-16,0 4 100 15,-4 2 136-15,4-3-136 0,1 4-104 0,-2 0-96 16,5-1-4-16,-4 1 204 0,4-5 0 0,-4 5-52 16,0-3-300-1,0 3-336-15,1-4 128 0,-1 4 112 0,-5-1 296 16,1 3 68-16,-3 2 84 0,-6 2 244 0,2 0 12 16,-5 6-12-16,-1-3 112 15,6 10 64-15,-5-4-116 0,4 4-12 16,0 3 12-16,4 0 12 0,4-1 64 0,0 4-40 0,8 0-28 15,-4 0-84-15,4 0-40 16,-4 0-88-16,4 0-48 0,0-3-48 16,0 3 0-16,0 0 44 0,0 0 4 0,-4 0-4 15,0 0-48-15,0 0-4 16,-4 0 0-16,-4 0 4 0,-3 0 0 0,2 0-4 16,-2 3 4-16,-2 1-4 0,2-1 4 15,-5-3 8-15,3 3 76 0,-2 0-84 16,-1-3-8-16,-4 0 8 0,0 0 4 15,0 3 84-15,-4-3-76 0,-3 0-12 16,-5 0-4-16,-5 0-148 0,-2 3 40 16,-1-3 112-16,-4 4 28 0,-4-1-28 0,5-3-212 15,-9 3-72-15,0 0 284 0,0-3 116 16,1 0-52-16,-1 4-52 0,0-4 36 0,-4 0 4 16,-3 0 12-16,3 0-56 15,-4 0 48-15,-4-4 20 0,0 4-64 16,4-3-4-16,-3 3-4 0,-5 0-4 15,5 0-52-15,-6 0 48 0,2 0-84 16,0 0 16-16,-2 3-4 0,2-3 76 0,-1 4 0 16,4-2 4-16,0-2 0 0,1 0 0 15,3 3 0-15,-3-3 0 0,3 0 48 16,-4 0-52-16,4 0-4 0,0-3-60 16,4 3 52-16,-3-6-140 0,-1 6-12 15,4-3-64-15,-4 0 104 0,1 0-64 16,-1 3 24-16,-4 0 48 0,1 0 16 15,-5 0 24-15,4 0 76 0,-3 3 0 0,-1-3 0 16,0 3-4-16,0 0 0 0,1-3 0 16,-1 4-52-16,-4-4-60 15,4 2-24 1,1-2 132-16,-1 0-68 0,1 0-36 0,2 0-92 0,-6 0 4 16,4 0 8-16,-2 0 76 0,-2 0 44 15,-1 0 72-15,1 0 0 0,-2 0 4 0,2 3 60 0,-1-3-64 16,-3 4 0-16,3-1 0 0,-4 0 4 15,4-3 48-15,1 3-52 0,-1-3 0 16,0 0-4-16,1 0 0 0,-1 0-96 16,5 0-28-16,-2 0 100 15,2-3 28-15,-1 0 52 0,5 0 36 0,-2-1 20 0,2 1-108 16,-1 1-12-16,-3-2 12 16,2 1 12-16,-2 3 0 0,0-3-12 0,-2 3 4 15,2 0 112-15,-4 0-108 0,2 3-8 16,-2 0 12-16,-1 3-12 15,4-6 4-15,-3 7-4 0,3-7 12 16,0 3 52-16,1 0-64 0,-1 0 12 0,4 4-12 16,0-7 0-16,1 7-8 0,3-5 8 15,-4 1-52-15,4 4 4 0,0 0 48 0,5-1 48 16,4 0 28-16,-1 1-24 16,0-1 12-16,3 0 0 0,2 0-60 0,3 1-4 15,0-1 0-15,1 4-4 0,-2-4 4 16,6 1 40-16,-5-2-40 0,8 2-4 15,1-4-8-15,-2 4 4 0,5-4 8 0,1 0 4 16,3 0-4-16,0 0-4 16,0 0 4-16,0 1-4 0,0-1 0 15,1 3-72-15,-1-3 76 0,-4 3-4 16,0 1 4-16,0-1-88 0,-4 0 36 16,4 1 40-16,-3 2 12 0,-2 1 64 0,-2-1 12 15,3 0-72-15,0 4 108 0,0-7 40 16,-3 8 12-16,2-9-60 0,6 2 32 15,-1 3-8-15,4-4 36 16,4-2 0-16,4-1 36 0,5 0-72 0,-2 0-28 16,10-3 12-16,2 0 36 0,1 0-60 15,8 0-24-15,-3 0-16 0,3 0-48 16,0 0-56-16,0 0-8 0,3 0 56 16,5 0-104-16,1 0-64 0,6 0-60 0,-2-3-332 15,6 0-380-15,1 3-672 0,-8-3-3809 16,8 3-835-16</inkml:trace>
  <inkml:trace contextRef="#ctx0" brushRef="#br1" timeOffset="65967.351">23181 16398 1148 0,'0'0'980'0,"0"0"5304"0,0 0-4484 16,0 0-251-16,0 0-297 0,0 0-4 16,0 0-312-16,0 0-272 0,0 0-156 15,0 0-48-15,-17-22 0 0,21 22 36 0,0 0-100 16,5 0-148-16,-2 10 48 0,1 0 24 15,0 5-12-15,4 7-4 16,0 10-20-16,0 3-40 0,0 7 84 0,0 5-156 16,0 4-40-16,0 2-56 0,-5 8-76 15,6 6 100-15,-5-1-96 0,-1 8-8 0,2-1-64 16,-5 3-4-16,0-3-28 16,-4 3-108-16,0-4-36 0,0 2-36 15,0 0 60-15,0-5 24 0,0 4 60 0,0-3-108 16,0 0-28-16,0-1-32 0,0-1 44 15,0 1 72-15,4-6-8 0,-4 1 48 16,0-4 100-16,0-6-52 0,0-3 24 16,0-6-36-16,0-1-12 0,0-6 40 15,0-3-80-15,0-2-36 0,0-6 52 16,0 2 140-16,0-8-56 0,0 3-8 0,0-6 8 16,0-2-24-16,3-3 40 15,1-1-16-15,0-2 0 0,0-3-24 0,-4 2 0 16,0-2-116-16,0 0-120 0,0-2 32 15,0-2 204-15,0 4 40 0,-4-7 44 0,4 4-8 16,-4-4 4-16,4 0 0 16,0 0-52-16,0 0 56 0,0 0-4 15,0 0 8-15,8-4 56 0,-3 1 136 0,6-4 60 16,-3 4-40-16,5-4-152 0,2 2-44 16,-2-6 108-16,2 5-60 15,5 0 24-15,-4-1 16 0,0 1-56 0,4 0 52 16,-4 0-100-16,4-1 0 15,3 4 12-15,-2 0-12 0,3 0 112 0,0 0 152 16,3 3-204-16,1-4 48 0,0 4-108 0,0-3-24 16,0 0 24-16,7-3 52 15,-3 3-52-15,4 0 0 0,5-1 48 16,-2-2 88-16,5 3-120 0,4-3-16 0,0 1-12 16,-1 3-48-16,2-1 60 15,-2 0 0-15,1-1 48 0,-1 2-48 0,2 2 12 16,-2-4-12-16,5 1-4 0,-4-1-4 15,3 2 4-15,-2-1 0 0,3-4-96 16,-1 4 32-16,-3-1 68 0,3 1 12 16,1-2 36-16,0 1-48 0,1 2 0 0,-2-5 0 15,1 3-4-15,0-2-44 0,-1 4 36 16,1-5-116-16,0-3 116 0,3 4 0 16,-3-1-88-16,0-3 40 0,1 4 60 15,2 0-8-15,-3-4-20 0,4 1 28 16,0-1 48-16,3 1-44 0,-4 0 52 0,5 2 20 15,0-3-76-15,-4 8-48 16,0-5-16-16,0 4 64 0,-1 0 0 16,5-1 52-16,-8-2-52 0,4 6 96 0,0-3-96 15,0-3 0-15,-5 3 56 0,5 0-56 16,0-4-4-16,4 0 4 0,-4 2 28 16,3-6-28-16,0 5 0 0,1-2 0 15,0-3 224-15,4 5-220 0,-1-4 108 16,2 1 36-16,-1-1-72 0,-1 1-28 0,5-4-32 15,-5 4-16-15,1-1 4 0,0 1-8 16,0-4 4-16,-1-1 0 16,1 2-8-16,0-1 8 0,-1-2-100 0,6 3 100 15,-6-5-4-15,5-2 4 0,0 3 0 16,3-3 68-16,1 0-60 16,0 0 0-16,-1 0 56 0,5-1-16 0,0 1-44 0,-4 1 60 15,3 3-60-15,-3-5 64 16,0 4-64-16,-4 0 76 0,-1 1-80 15,1-2-4-15,-5 5-76 0,6-1 72 0,-6 1 16 16,1-1-20-16,0-1 24 16,-4 6-24-16,3-5 76 0,1 4-64 15,0-1 60-15,-4 3 16 0,3-2 48 0,1 2-124 16,-4 1 8-16,0 3 40 0,-5 0-40 16,1-4 92-16,-1 5-88 0,-2-2 76 0,-5 4-64 15,-1-3-16-15,1 3-16 16,-4 0-36-16,-5 0-16 0,6 0 52 15,-6 0 0-15,2 3 4 0,-6-3-84 0,-3 4-32 16,0-4 120-16,-9 2 0 0,1-2 0 16,-3 0 16-16,-10 0 144 0,2 0-52 15,-5 0-8-15,-1 0 36 0,-3 0-36 16,-4 0-4-16,4 0 40 0,-4 0-12 16,0 0-64-16,0-2-8 0,0 2-40 15,0-4 48-15,0 1 0 0,0 3-8 0,-4-3 8 16,0 0 40-16,4-1 8 0,-4 1-36 15,4 3-72-15,0-6 0 0,0 3-48 16,0-3 36-16,0-1 0 0,0 4 4 16,0-4-4-16,0 1 8 0,0 0-68 15,0 0 8-15,0-1 56 0,0-2-76 16,0-1 20-16,0 1 60 0,0-4-4 0,0 1-112 16,4-1-52-16,-4-4 120 15,0-2-68-15,4-2 8 0,-4-2-24 0,4-6-60 16,1-5-40-16,-1-1 64 0,-4-4-116 15,4 1 56-15,-4-3 56 16,3 0 100-16,-3 3 76 0,0-4-12 0,0-2-100 16,0 3 12-16,0-3 88 0,0-4-48 0,4 0-52 15,-4 1-100-15,0-1 24 0,0 0 8 16,0 4 28-16,0-1-8 0,0 4-4 16,-4 0-64-16,1-1 16 0,-1 4-256 15,-5 3 176-15,5 7 80 0,-4-1 108 16,5 9 104-16,-1 2 288 0,-4 6 68 15,3 2-104-15,-3 4 48 0,1 2-292 0,3 2 156 16,0-2-152-16,0 4 0 0,4 0-12 16,-5 0-4-16,5 0-88 15,0 0-8-15,0 0 24 0,0 0 64 0,0 0 12 16,0 0 0-16,-4 0 88 0,4 4 0 16,-3-2 0-16,-1 2-12 15,0 2-12-15,0-3 12 0,0 4 60 0,-1-4-12 16,-2-1-108-16,3 2 44 0,4-1-60 15,-4-3-36-15,0 0 24 0,0 0-40 0,4 0-84 16,-4 0-4-16,-1 0 88 0,2 0 52 16,-1 0 60-16,0 0-44 15,-4 0 56-15,0 0-8 0,0 0 12 0,-4 0-68 16,1 0-8-16,-2 0-8 0,-2-3-56 16,-6 3 16-16,-3-4-404 0,0 2 136 15,-3-1 316-15,-1 0 212 0,-4-1 4 0,0 1-104 16,-4-1-24-16,0 2-84 15,-7 2-4-15,-2-4-52 0,-2 2 52 16,-1 2-12-16,-8 0-88 0,1 0 96 0,-5 0-208 16,0 0 124-16,-7 0-76 15,2 0 164-15,-3 0 40 0,1 0-32 16,3 0 68-16,0 2 0 0,-3-2 64 0,3 4-76 16,1-2-64-16,-1-2-52 0,-1 4-88 15,2-1-72-15,-5 4-104 0,4-4 88 16,-7 3-228-16,3 1-16 0,-8 2 232 15,1 1-28-15,-5-4 88 0,1 3-12 16,-1 1 120-16,0 0 72 0,-3-1 92 16,2-3 60-16,1 1 104 0,1-1 88 0,-1 0-88 15,1-3-104-15,-1 1 0 0,-4-1 0 16,9 0 64-16,-5-3-140 0,1 3-68 16,-1-3 28-16,0 0-36 0,0 0-140 15,5 0-24-15,-1 0 100 0,1 0-60 16,-2-3 36-16,2 3-40 0,-1-3 24 0,4 3-8 15,-4-3 112-15,1 3 100 16,4-4-12-16,-2 1 16 0,6 0-96 0,-5 0 56 16,9 0-64-16,-5-3-12 0,3 2-52 15,2-2 24-15,3 3 40 0,1-3 0 16,3 3 0-16,4-4 8 0,0 1 208 0,5-1-204 16,-2 1 60-16,2 0-72 15,3-1-228-15,0 4 164 0,-4-3-12 16,1-1-64-16,2 4 128 0,2-1-40 0,-1 2 52 15,0-1-8-15,-4 0 8 0,4-1-4 16,1 1-84-16,-1 3-92 16,0-4 40-16,0 2 24 0,0-2 116 0,1 2 0 0,-1-2-164 15,0 2 164-15,0 2 116 16,0-5-64-16,0 3 12 0,-3 2 24 16,7-4-88-16,-4 1-8 0,0 3-56 0,-4 0-24 15,5 0 76-15,-6 0-140 0,2 7 52 16,-5-5-44-16,0 3-60 15,1 1 196-15,-1 0 0 0,0 0-4 0,-4 1 12 16,5-1 204-16,-2 0-64 0,1-3 92 0,1 4-16 16,-1-4-88-1,4 0-128-15,1 0-60 16,-2-1 60-16,2 3 52 0,3-3-4 0,0 2 56 16,1-1-92-16,2 3 0 0,2-2 92 0,-1-1-104 0,4 0-64 15,0 0 56-15,0 1 8 16,4-1 8-16,-3-1 56 0,3 2 48 0,4-1-60 0,-4 0-44 15,4-3 192-15,4 3-196 16,-4-3 56-16,9 4 80 0,-2-4 60 16,6 3 4-16,2-3-4 0,2 0 16 0,3 3 24 15,3-3-40-15,1 0-36 16,4 0-36-16,0 0-56 0,0 0 44 0,0 0-56 16,0 0-20-16,0 0-40 0,4 0-64 15,1 0 64-15,3 0 76 0,-4 0 64 16,7 0-12-16,-2 0-16 0,-1-3 36 0,-1 3-144 15,-3-3-4-15,4-1-88 16,-3 1-100-16,-1 0-28 0,-1 0-184 16,1-3-520-16,0-4-844 0,0 0-3261 0,0-12-2982 15</inkml:trace>
  <inkml:trace contextRef="#ctx0" brushRef="#br1" timeOffset="66921.489">21849 8794 912 0,'0'0'9568'15,"0"0"-6963"-15,0 0-685 0,0 0-484 0,-4 74-244 16,4-49-140-16,4 0-204 0,-4 4-236 16,5 3-200-16,-5-4-204 0,0-3-196 15,0 0 64-15,0-6-76 0,0 1-124 16,0-4-8-16,0 0 44 0,0-6-104 16,0-4-104-16,0-3-168 0,0-3-212 15,0 0-88-15,0 0-104 0,0 0-296 0,0-6-476 16,4-7-536-16,0 1-853 0,3-5-1871 15,-3-6 1940-15,0 9 2568 16,-4-12 300-16</inkml:trace>
  <inkml:trace contextRef="#ctx0" brushRef="#br1" timeOffset="67339.603">21770 8738 1148 0,'0'0'300'0,"0"0"260"0,0 0 6000 15,-76 6-4552-15,49 6-503 0,3 7-201 16,-1 3-24-16,1 5-8 0,5 6-116 0,-5 3-192 15,7 5-196-15,6 4-92 16,3 0-116-16,-1 2-96 0,9 0-96 16,0 1-52-16,4-4-196 0,9-3 28 0,-2-5-28 15,10-5-116-15,-1-11-4 0,3-5-100 16,5-8 16-16,4-7-28 0,4 0 16 16,4-7-40-16,0-8 16 0,3-8-64 15,2 1-84-15,-2-3 36 0,1-5-48 16,-4 2 60-16,-1-3-24 0,2 2 36 0,-5-3-16 15,-1-3 40-15,1 3-36 0,-8-2 48 16,4-1-16-16,-8-3-8 0,0 0 24 16,-8-4 24-16,0 2 148 0,-8-5 12 15,-1 0 48-15,-3 4 128 0,-4-1-4 16,-4 4 112-16,-7 4 124 0,-2 5-104 16,-2 1 76-16,-5 3-96 0,4 2-4 15,-8 4-72-15,0 2-48 0,0 5-88 16,-8 10 16-16,-4 2-100 0,-3 2-12 15,-6 15-148-15,-2 2-24 0,-5 6-48 0,1 6-24 16,-5 1-196-16,4 6-260 16,0 0-188-16,-3 7-420 0,3 2-872 0,-1 4-2249 15,14-13-3811-15,-25 29 7728 0</inkml:trace>
  <inkml:trace contextRef="#ctx0" brushRef="#br1" timeOffset="68370.352">22599 16100 132 0,'0'0'11809'0,"0"0"-9945"0,0 0-988 15,0 0-224-15,0 0 104 0,0 0-16 0,79-67-56 16,-67 61-212-16,-4 3-100 0,0 0-116 15,-4 3-188-15,4 0-68 16,-4 0-76-16,-4 0 76 0,0 9 88 0,0 4 24 16,0 3-28-16,-7 6-72 0,-6 6 76 15,1 1-84-15,-4 6 68 16,1 0 76-16,2 3-64 0,-2 0 28 0,2 1-40 0,5-1-8 16,4-6 32-16,1-4 64 0,3-3 0 15,7-6-64-15,10-5-84 16,2-6 40-16,5-4 20 0,4-4 36 0,4-4 52 15,0-9 12-15,0 1-76 0,-4-7-96 0,0 0-52 16,-4-3-192-16,-9 3-88 16,2-3-180-16,-6 3-4 0,-3 0-48 15,1-4-92-15,-9 2-376 0,3-2-488 0,-3 0-724 16,0-2-933-16,0 6-1991 16,-12-14 1436-16</inkml:trace>
  <inkml:trace contextRef="#ctx0" brushRef="#br1" timeOffset="68756.086">22459 15967 4484 0,'0'0'4160'15,"0"0"-1371"-15,-56 76-1173 0,37-40-788 0,-2 11-16 16,6 4 284-16,2 9 120 0,6 7-284 16,7 2-328-16,0 1-272 0,7-1-112 15,10-8-48-15,-6-4-172 0,10-8 100 16,-2-9-92-16,5-11 64 0,4-4-8 15,0-9-64-15,8-3 0 0,-1-7 0 16,6-3 4-16,2-3 44 0,6-9-48 16,-2-7-100-16,5-3-192 0,0-10 8 15,-5-3 76-15,2-2 20 0,-2-4 104 0,-8-3-52 16,2-4 12-16,-5 1-12 0,-1-4-24 16,-3 3 12-16,-4-3-16 0,-8 1 80 15,0-1-16-15,-8 1 12 0,-4-4-100 16,0 4 92-16,-8-2 96 0,0-1 68 15,-8 3 8-15,0-1-72 0,-8 3 108 16,-3 7 112-16,-2 3-88 0,-7 3 24 16,0 9-24-16,-7 2 0 0,-1 5-48 15,-9 3 36-15,-2 0-124 0,-5 1-284 0,-4 5-448 16,1 1 160-16,-1 0-184 0,0 0-124 16,0-1-376-16,0-2-764 0,-4-1-2373 15,17 4-459-15,-21-10 4264 0</inkml:trace>
  <inkml:trace contextRef="#ctx0" brushRef="#br1" timeOffset="69727.634">29610 11753 10784 0,'0'0'2169'0,"0"0"-1313"0,0 0-84 16,0 0 288-16,0 0 296 0,0 0-20 16,0 0-400-16,0 0-348 15,0 0-96-15,0 0 20 0,17 14 36 0,-21-12-136 16,-4 1-107-16,-4 1-65 0,-8-2-104 16,-4 5-132-16,-11 3-4 0,-2-4-36 15,-6 7 28-15,-6-4-48 0,-2 1-52 16,3 3-48-16,-8-4-28 0,5 4-57 15,-1-3-39-15,8-1-72 0,9 0 68 16,2-2 68-16,13-1-28 0,8-3-76 0,4 0-156 16,0-3-76-16,8 0-64 0,0 0-92 15,0 0-272-15,8 0-780 0,9 0-1080 16,6-3-2093-16,-3 3-15 0,20-3 4284 0</inkml:trace>
  <inkml:trace contextRef="#ctx0" brushRef="#br1" timeOffset="70008.074">29675 12056 5612 0,'0'0'9229'0,"0"0"-7605"16,0 0-1064-16,-96 28-164 0,64-19 360 16,-4 1 512-16,0-4-312 0,1 4-396 15,3-4-292-15,-4 1-268 0,4 0 0 16,4-5-84-16,-4 4-124 0,1 4 12 0,-1-3 40 15,4-2 56-15,0 2-44 0,4 0 32 16,0-1-168-16,0-4-76 0,4 4-36 16,-4-1 108-16,0-3-36 0,5 2 0 15,-2-1-112-15,1-3-100 0,9 0-156 16,-1 0-216-16,3 0-116 0,2 0-200 0,7 0-532 16,0-9-713-16,0-2-1523 0,0-1 92 15,7 2 3320-15,2-15 80 0</inkml:trace>
  <inkml:trace contextRef="#ctx0" brushRef="#br1" timeOffset="70356.058">29121 11690 1252 0,'0'0'1800'16,"0"0"2228"-16,0 0-1976 15,0 0-372-15,0 0-291 0,0 0-49 0,0 0-172 16,0 0-300-16,0 0-316 0,0 0-220 0,0 0-72 16,-76 88 52-16,56-58 24 0,0 5-40 15,-4 0-96-15,0 2-112 16,-4 5 72-16,-4-2-148 0,4 6 0 0,-3-5 64 16,3 0 44-16,4 0 92 0,4 1 48 15,5-4 228-15,6-3 52 16,5-7-244-16,4 2-128 0,4-9-8 0,9 2-88 0,2-2 28 15,9-4-16-15,8-2-36 16,8-2-36-16,4-4-12 0,12-2 0 16,3-4-316-16,1-3-112 0,3-3-184 0,-3-4-224 15,-8 1-328-15,0-3-700 16,-16 2-2264-16,7-2-3077 0</inkml:trace>
  <inkml:trace contextRef="#ctx0" brushRef="#br1" timeOffset="70839.288">30755 11537 8264 0,'0'0'4529'0,"0"0"-2889"16,0 0-440-16,0 0-532 16,0 0 132-16,-17 81 424 0,10-41-28 0,-1 5-120 15,-5 9-336-15,6 0-179 0,-5 0-125 16,3 0-108-16,2-7-148 15,7-5-180-15,-4-7-84 0,4-10-48 0,0-6-64 16,0-6-116-16,4-4-105 0,0-9-139 16,3 0-140-16,2-3-172 15,-1-10-376-15,-1-6-704 0,6-6-1228 0,-5-1-2873 0,-1-12-83 16</inkml:trace>
  <inkml:trace contextRef="#ctx0" brushRef="#br1" timeOffset="71325.884">30531 11404 1188 0,'0'0'5064'0,"0"0"-1052"0,-75 4-2823 16,47 11 639-16,0 5 24 0,0 8-104 0,0 10-324 15,0 6-352-15,5 7-228 16,2 7-148-16,-3 2-4 0,13 3 25 16,-2 1-197-16,5-1-192 0,8-6-100 0,0-6-104 15,4-6-40-15,13-7-76 16,-2-7-8-16,5-5 0 0,4-3-4 0,1-4-8 15,2-5-96-15,1-3-16 0,0-1 112 16,7-8-144-16,2-2-72 0,-1 0-16 16,3 0-32-16,5-6-64 0,-4-4-1 15,0 1 37-15,-1-8 12 0,-3 3-24 0,1-5-40 16,-2-4-32-16,-3-3-4 0,0-2 0 16,-4-1-52-16,0-3 48 0,-9-5 52 15,5 1 0-15,-3-5 168 0,-6 3 176 16,-2-6 4-16,-2-1 208 0,-3 1-40 15,-4-1 28-15,1-2-16 0,-5 2 36 16,0 1 16-16,-5 6 60 0,-7 3-200 16,4 6 52-16,-4 10 24 0,-3 6 48 15,-2 5-48-15,2 4 36 0,-6 4-148 16,-3 0 64-16,1 6 8 0,-9 4-84 0,4 8 40 16,-4 2-4-16,1 2-28 0,3 3-56 15,-4 1 0-15,4 0-48 0,0-1-148 16,0-3-192-16,0 3-80 0,8-6-168 15,0 1 32-15,4-5-152 0,8-2-424 16,4-4-144-16,4-2-308 0,12-4-364 0,12 0-641 16,8 1-1667-16,-8-2 524 0,28-2 3584 15</inkml:trace>
  <inkml:trace contextRef="#ctx0" brushRef="#br1" timeOffset="71515.832">31504 11839 4516 0,'0'0'10233'0,"0"0"-8245"16,0 0-1104-16,0 0-20 0,0 0 120 15,0 0-76-15,95 12-152 16,-63-14-308-16,4-8-300 16,-1 1-148-16,6-1-124 0,-2-2-300 0,1-4-88 15,-4 0-88-15,-5 0-160 0,-3-3-384 0,-3 0-632 0,-9 6-1296 16,-8-12-2813-16</inkml:trace>
  <inkml:trace contextRef="#ctx0" brushRef="#br1" timeOffset="71788.841">31687 11437 328 0,'0'0'8868'0,"0"0"-6019"16,0 0-1137-16,-28 82-292 0,24-44 288 0,-4 2 24 15,3 6-148-15,-2 1-400 0,3 0-287 16,4-1-289-16,-4 1-416 0,0-6-108 16,4-3-84-16,0 0-8 0,0-9-136 15,0-4-64-15,0-3-116 0,0-2-52 16,0-1-41-16,4-7-67 0,0-2-4 16,0-1-84-16,3-2-236 0,-2-4-412 15,3 0-472-15,-4-3-652 0,4 0-704 16,-1 0-2153-16,-2-3 729 0,3-7 3300 15</inkml:trace>
  <inkml:trace contextRef="#ctx0" brushRef="#br1" timeOffset="72314.637">32308 11433 9068 0,'0'0'4041'0,"0"0"-1973"16,0 0-1364-16,0 0-700 16,0 0-4-16,0 0 528 0,92-25 244 0,-60 25 60 15,0 0-336-15,3 6-200 0,1 6-52 16,-4 5-72-16,1 5 0 0,-10 3-12 0,-3 0-12 15,-8 4-144-15,-4-4-4 0,-8 3-104 16,0-2-20-16,-12 0 16 16,-12-1 60-16,0 1-64 0,-7-1-12 0,-10 0 28 15,2 1 8-15,-5-5 80 0,4-2 0 16,8 2 8-16,0-7 184 0,13 3 172 0,6-7-48 16,5-1-112-16,8 0-40 0,0-5-56 15,8 2 8-15,8-3-44 16,8 0 44-16,4-3 64 0,3 0-172 15,6-6-196-15,7-7-184 0,-5-2-96 0,2-5-136 16,-6 1-216-16,5-6-400 16,-8-4-732-16,-8 8-2469 0,0-18-3471 0</inkml:trace>
  <inkml:trace contextRef="#ctx0" brushRef="#br1" timeOffset="72858.795">32320 11197 2996 0,'0'0'6992'0,"0"0"-4403"15,-55 86-885-15,35-41 24 0,-1 9 156 16,-2 7-112-16,-5 2-328 0,4 7-363 16,-8 0-353-16,0 3-196 0,4-7-172 15,-3 0-152-15,6 2-124 0,1-9-84 16,9-4 0-16,-2-4-12 0,14-3-60 0,3-8 8 15,0 2-20-15,7-7-60 0,10 0 60 16,3-7 12-16,3-6-48 0,9-3-28 16,5-6-68-16,2-10-76 0,5-3 4 15,4 0-40-15,-1-9 24 0,1-4 47 16,4-2-23-16,-4-8-12 0,4 1-12 16,0 0 0-16,-5-6 24 0,5 2-40 15,-1-9-72-15,-2 0 48 0,-1-3 36 0,-1-3 100 16,1-5-136-16,-4 2-188 0,-1-6 96 15,-2 2 188-15,-2-3 248 16,1 0 96-16,-3 1 40 0,-2-1 124 0,-3-6-48 0,4 0 24 16,-8 0 36-16,4-4 12 15,3 0-148-15,-3-5-136 16,0 2-372-16,-8 1 200 0,-8 0 84 0,-8 9 88 0,-8 4 76 16,-8 4 156-16,-8 5 16 0,-4 10-76 15,-8-1-24-15,-8 10 124 16,-7 0-64-16,-5 9-48 0,-5 3-52 0,-10 8-108 15,-1 2 0-15,-7 5-60 0,-1 9 48 0,0 4-48 16,-3 4-52-16,-2 3-108 16,2 7-124-16,0 0-64 0,-1-1-320 15,-4 5-504-15,4-4-1688 0,1 3-1941 0,15-10-1091 16,-31 13 5352-16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13T09:03:03.64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3470 2448 8460 0,'0'0'752'0,"0"0"1753"16,0 0-1057-16,0 0 24 0,4-71 0 0,-4 52-132 15,-8-2-328-15,0-2-336 0,-4 1-108 16,-1 0-80-16,-2 3-84 0,-1 0-88 16,0 3-120-16,-4 0-40 0,1 7-68 15,-2-1-88-15,1 3 0 0,1 4 48 16,-1 3-40-16,-5 0 4 0,6 10 32 0,-9 0-40 15,4 8-8-15,-4 5 0 0,0 5-68 16,0 7-16-16,4 7 88 0,5 9 0 16,-2 2 52-16,6 10 72 0,6 4 44 15,2 7-20-15,7 5 9 0,3 0-21 16,10 0 68-16,2-5 16 0,10-4-88 0,6-14-132 16,5-5-44-16,4-13-76 0,0-9 68 15,4-10-44-15,4-6-24 16,-1-7 120-16,5-6 48 0,-5-3-48 0,2-13-192 15,-1-7-65-15,-1-2-47 0,-2-6-96 16,-6-4-136-16,-3-3-88 0,-4-6-236 0,0-4-260 16,-4-4-676-16,-12 11-1292 0,3-25-3345 15</inkml:trace>
  <inkml:trace contextRef="#ctx0" brushRef="#br0" timeOffset="257.392">3908 1939 5320 0,'0'0'4412'0,"0"0"-3536"16,0 0 565-16,0 0 779 15,0 0-356-15,0 0-612 0,0 0-396 16,0 0-156-16,-16 93-24 0,16-45-40 0,0 5-24 16,0 8-64-16,5 8-111 15,-5 7-169-15,0 11-124 0,0 4-60 16,-5 5-4-16,-3 2-80 0,8-2-12 0,-4-8-36 15,4-12-60-15,0-12-96 0,8-13-101 16,1-14-123-16,2-11-44 0,1-6-52 16,4-12-112-16,3-8-104 0,2 0-368 0,7-12-528 15,4-7-848-15,-8 0-2033 0,15-19-2283 16</inkml:trace>
  <inkml:trace contextRef="#ctx0" brushRef="#br0" timeOffset="616.524">4642 2730 10212 0,'0'0'4657'0,"0"0"-4117"0,0 0-236 16,0 0 688-16,0 0 696 0,0 0-216 0,-77 9-568 15,58 4-244-15,-5 6-67 0,0 6-165 16,-4 7-116-16,4 0-68 0,4 6 20 16,4 1 28-16,4-1-16 0,5 0-68 15,7-6-16-15,0-1-192 0,0-2-76 16,7-11-132-16,1-1-116 0,8-5-28 15,-4-6 4-15,8-1-52 0,0-5 0 0,0-7 11 16,4-5-3-16,4-5 28 0,0-8-64 16,-5-4 16-16,5 1 80 0,-4-4 124 15,0 1 124-15,-1 5-28 0,-6 3-36 16,-1 11 24-16,-4 2 52 0,-4 7 72 16,-1 3 252-16,2 3 128 0,-1 7 180 0,3 6 64 15,-2 3-76-15,-1 2-99 16,-1 9-25-16,-3-5 36 0,0-3-36 15,1 0-144-15,-1-6-280 0,0-3-160 0,-4-10-224 16,4 0-128-16,-1-3-57 0,-3-3-123 16,4-7-456-16,-4 1-916 0,4-4-2116 15,0-12-2333-15</inkml:trace>
  <inkml:trace contextRef="#ctx0" brushRef="#br0" timeOffset="785.059">4944 2777 4364 0,'0'0'9693'0,"0"0"-8325"16,0 0-576-16,12 80 1064 0,-12-55 512 0,0 1-411 16,0-4-757-16,0-3-560 0,0-5-508 0,0-6-132 15,0-2-312-15,0-1-244 0,0-3-172 16,0-2-120-16,0 0-381 16,0 0-951-16,0-2-2292 0,-8-11-2289 15</inkml:trace>
  <inkml:trace contextRef="#ctx0" brushRef="#br0" timeOffset="922.935">5020 2556 6472 0,'0'0'5469'0,"0"0"-4841"0,0 0-168 16,0 0 708-16,0 0-92 0,0 0-764 16,75-10-312-16,-62 10-488 0,2-2-588 15,1 2-364-15,5 0-1005 0,-10 0-1539 0,9 0-412 16</inkml:trace>
  <inkml:trace contextRef="#ctx0" brushRef="#br0" timeOffset="1315.681">5327 2810 11009 0,'0'0'2064'16,"3"76"-892"-16,-3-39-48 0,0 3 420 15,0 0 276-15,0-5-568 0,-3-9-472 16,3-4-340-16,0-13-256 0,0-2-180 0,7-7-4 16,-3 0-232-16,9-4-36 0,-2-8 36 15,6-1 48-15,-2-9-48 16,2 3-136-16,-2-6-144 0,1 2-28 0,0 4 20 15,-4 6 76-15,0 5 72 0,-4 1 136 16,-5 7 112-16,6 0 124 0,-5 3 160 16,0 3 264-16,-4 0 68 0,4 0-20 15,0 1-80-15,-1-1-72 0,1-2-136 16,1-4-184-16,-1 2-64 0,4-2 64 0,-1 0 56 16,6-2-56-16,-1-4-64 0,-1 0-108 15,6-8 60-15,3 5 0 0,-5-4 4 16,6 3 104-16,-2 1-84 0,-3 3 16 15,8-1 8-15,-4 7 64 0,0 0 0 16,0 0 136-16,-4 9 124 0,-5 1 8 0,6 3 16 16,-10 4 44-16,6 2 28 0,-2 2-100 15,6 2-12-15,-6-2 388 16,1-1-119-16,-3-4-513 0,-2-1-88 0,-7-2-277 16,0 0-231-16,0-1-124 0,-3 1-136 15,-10 1-252-15,-2 0-540 0,-6 3-836 0,6-4-2657 16,-22 6-2103-16</inkml:trace>
  <inkml:trace contextRef="#ctx0" brushRef="#br0" timeOffset="1684.341">3362 3660 8096 0,'0'0'5857'0,"0"0"-3853"0,0 0-612 0,0 0-404 16,0 0-420-16,0 0-176 0,88-3 224 15,-21-3 176-15,14 0 204 0,6 2-315 0,9 1-377 16,-1 3-296-16,5 0 52 16,-1 0 76-16,5 3-52 0,3 4-76 15,5 2 136-15,8 1-132 0,4 0 72 16,-1 2 60-16,4-3 4 0,5 2-148 0,-5-6 0 15,-4-2-124-15,5 1 16 0,-9-4 60 16,-3 0-24-16,4 0-120 0,-13 0 8 16,1-9 52-16,-9 2-48 0,-7-6-52 15,-8 3-36-15,-13-2-205 0,-7-1-87 16,-8-3-48-16,-8 4-152 0,-8-1-224 0,-4 0-452 16,-8 1-888-16,-4 3-2181 15,-5-8-2895-15</inkml:trace>
  <inkml:trace contextRef="#ctx0" brushRef="#br0" timeOffset="2880.622">8298 2260 5488 0,'0'0'4592'16,"0"0"-3391"-16,0 0-613 16,0 0 1176-16,0 0-28 0,0 0-144 15,0 0-288-15,0 0-308 0,0 0-372 0,0 0-48 16,80-15 144-16,-27 18-160 0,3 0-183 15,2 3-161-15,2-3-68 0,0-3-76 16,-4 0-72-16,0 0-36 0,0-3-160 16,-5-3-216-16,-7 0-245 0,0-4-111 15,-7 3-320-15,-10 0-452 0,-11 2-924 16,-5 5-2317-16,-11 0-3147 0</inkml:trace>
  <inkml:trace contextRef="#ctx0" brushRef="#br0" timeOffset="3251.001">8538 2374 9216 0,'0'0'2017'0,"0"0"-745"15,0 0 204-15,0 0 332 0,0 0-344 16,0 0-496-16,0 0-352 0,0 0-176 16,0 0-48-16,-20 86-72 0,20-54-4 15,0 3 40-15,4 7-28 0,-4 2 36 16,0 3-72-16,0 4-83 0,0 7-65 15,0 1 4-15,-8 5-76 0,0 2-24 16,0 2 0-16,-3-2 0 0,2-2-48 0,-3-1-8 16,1-6-76-16,2-3 76 0,5-7-124 15,0-1-16-15,4-12 88 0,4-2-61 16,4-4-99-16,8-5 88 0,8 0 32 16,0-9 52-16,3 3 48 0,5-1 104 15,5-7-100-15,-1 1 92 0,7-4-12 16,-3-3 76-16,4-3-160 0,3 0 0 0,2-6-4 15,-1-3-8-15,-1-4-208 0,-7 3-132 16,4-6-100-16,-1 0-144 16,-2 0-164-16,-1 1-188 0,-5-1-452 0,1 0-924 15,-8 3-2173-15,0 3-2739 0</inkml:trace>
  <inkml:trace contextRef="#ctx0" brushRef="#br0" timeOffset="6344.909">10104 2181 2460 0,'0'0'1996'0,"0"0"-1096"0,0 0-276 16,0 0 116-16,0 0 208 0,0 0-168 16,0 0-224-16,0 0-232 0,0 0 12 0,0 0-48 15,0-37-84-15,0 32-24 16,0 5 597-16,0 0-377 0,0-2-236 0,0 2-84 15,0 0 8-15,0 0 0 0,0 0-88 16,0 0-80-16,0 0-48 0,0 2 0 16,0-2 24-16,0 0 4 0,0 0 84 15,0 0 16-15,0 0 44 0,0 5 8 16,0-5 0-16,0 0-40 0,0 0 64 16,0 0-24-16,0 0 12 0,0 0 12 0,0 0 28 15,0 0 0-15,0 0-16 0,0 0-12 16,0 0-12-16,0 0-48 0,0 0-16 15,0 0-104-15,0 0-344 0,0 0-481 16,0 0-387-16,0 0-772 0,-8 2-2928 16,16-4 2660-16</inkml:trace>
  <inkml:trace contextRef="#ctx0" brushRef="#br0" timeOffset="6940.429">10068 2019 1356 0,'0'0'8004'15,"0"0"-6660"-15,0 0-919 0,0 0 127 0,0 0 500 16,0 0 32-16,0 0-56 0,0 0-84 16,0 0-176-16,0 0-60 0,4 44 0 15,0-15 20-15,0 6-28 0,-4 7-236 16,3 5-108-16,2 10-52 0,-5 3-72 0,0 10 24 15,0 6-84-15,-5 10-76 16,-2 3-36-16,-5 3-56 0,0 0 48 0,0-3-52 16,0-9-4-16,4-8-60 0,0-18-8 15,8-12-84-15,0-10 44 0,0-16-20 16,4-4-148-16,4-9-88 0,4-3-72 16,0 0-160-16,4-9-152 0,3-10-188 15,2-3-348-15,3-8-640 0,-5 5-1913 0,5-19-2083 16</inkml:trace>
  <inkml:trace contextRef="#ctx0" brushRef="#br0" timeOffset="7267.26">10601 2407 9168 0,'0'0'4933'0,"0"0"-4577"15,0 0-204-15,0 0 24 0,0 0 504 16,-95-4-4-16,67 14-72 0,0 3-92 15,0 6-228-15,-4-1-184 0,4 5-88 16,1 2-12-16,-1 1 52 0,0 2-44 16,0 3 0-16,4 1-8 0,0 3-64 15,1-3 16-15,3 3 12 0,7-2 36 0,5-5 236 16,8-3 156-16,0-3-8 0,8 0-76 16,8 0 0-16,5 4-28 0,2-4 16 15,5 4 20-15,4-5 40 16,0-2-124-16,4 4 0 0,0-4-112 0,0-3-24 15,3-3-96-15,-3 2-8 0,1-2-52 16,-6 0 56-16,-4-4-208 0,1 4 4 16,-4-3-280-16,-3 2-112 0,3-1-164 15,-5-5-184-15,1 2-284 0,-4-1-528 0,0-3-1120 16,5-4-3393-16</inkml:trace>
  <inkml:trace contextRef="#ctx0" brushRef="#br0" timeOffset="7469.156">11159 2739 13937 0,'0'0'2396'0,"0"0"-1508"15,0 0-664-15,0 0 456 0,0 0 452 16,80 30-236-16,-68-24-544 0,0 3-352 15,0-2-84-15,-4-2-208 0,0 2-544 16,0 3-332-16,-4-2-572 0,-4 3-2300 0,0 2-3545 16</inkml:trace>
  <inkml:trace contextRef="#ctx0" brushRef="#br0" timeOffset="7633.998">11228 3023 11641 0,'0'0'5000'0,"0"0"-4560"0,0 0-316 0,0 0 220 15,0 0 376-15,0 0 80 16,83 53-160-16,-63-53-580 0,4 0-60 0,8-3-468 16,-4-6-328-16,8-4-368 0,-1-6-664 15,-11 6-2212-15,12-12-4581 0</inkml:trace>
  <inkml:trace contextRef="#ctx0" brushRef="#br0" timeOffset="7881.893">12084 2232 16025 0,'0'0'2208'0,"0"0"-1604"0,0 0-592 16,12 63 232-16,-8-28 480 0,0 9 472 0,0 10-15 15,-4 7-441-15,7 8-208 16,-2 11-124-16,-1 6-176 0,4 3-160 15,-4 6-72-15,-4-3-8 0,4-3-64 0,3-13-208 16,2-12-92-16,2-14 8 0,6-12-48 16,-2-11-108-16,6-15-197 15,3-9-367-15,-5-6-500 0,9-9-672 0,-12-5-764 16,12-21-3165-16</inkml:trace>
  <inkml:trace contextRef="#ctx0" brushRef="#br0" timeOffset="8184.19">12706 2486 13953 0,'0'0'1704'15,"0"0"-1516"-15,0 0-60 16,-92 63-128-16,52-35 540 0,0 5 108 16,1 2-124-16,-2-1-104 0,1 1-160 0,5 0-192 15,3 0-68-15,0 0-148 0,4 0-148 16,0 0 112-16,8-3 20 0,8-4 164 15,5-2 200-15,3-7 144 0,4 0-60 16,11-4-48-16,6 2 8 0,2-2 40 16,9 1 84-16,4 0 12 0,4-3-24 0,4-4-52 15,-4 4-108-15,3-7-88 16,1 1-108-16,-3-3-100 0,-2-2-352 0,-3-2-380 16,-4 0-92-16,0 0-236 0,-1 0-592 15,-3 0-1228-15,-7 0-3381 16</inkml:trace>
  <inkml:trace contextRef="#ctx0" brushRef="#br0" timeOffset="8450.505">13088 2832 11641 0,'0'0'5220'0,"0"0"-4112"16,-12 95-848-16,12-57 256 0,0 10 444 0,4 6 432 16,0-4-311-16,0 8-393 15,0-1-252-15,0 0-204 0,0-2-104 0,-1-5-128 16,-3-3-132-16,5-6-148 0,-1-9 16 16,0-4-88-16,0-7-72 0,4-9 60 15,0-5-13-15,0-7-51 0,-4-5-192 16,7-7-284-16,-2-7-304 0,-1-6-552 15,0-10-560-15,-5 6-1797 0,-3-25-2703 0</inkml:trace>
  <inkml:trace contextRef="#ctx0" brushRef="#br0" timeOffset="8637.725">13184 3076 10556 0,'0'0'3181'15,"0"0"-1689"-15,0 0-688 0,0 0 348 0,0 0 236 16,87 45 84-16,-59-33-228 15,4-1-355-15,0-3-273 0,0 3-180 16,0-9-156-16,-4 2-220 0,0-2-60 0,0-2-328 16,-5-2-264-16,-3-9-76 0,4 2-169 0,-8-3-251 15,0-4-348-15,-4 0-896 16,-4 3-1860-16,0-6-1957 0</inkml:trace>
  <inkml:trace contextRef="#ctx0" brushRef="#br0" timeOffset="8849.901">13622 2876 10844 0,'0'0'2209'0,"0"0"-1141"16,0 0-80-16,0 0 384 0,0 0 144 15,-8 82 0-15,8-52-392 0,0 1-284 16,0 1-183-16,4 3-125 0,3 2-156 16,-2 3-100-16,-1 0-68 0,0 5-52 15,-4-4-116-15,0 0-40 0,0-2-96 0,-4-5-196 16,-5-2-192-16,6-3-156 0,-1-4-137 15,0-2-307-15,4-8-328 0,0-2-1028 16,0-7-2208-16,11-3-4393 0</inkml:trace>
  <inkml:trace contextRef="#ctx0" brushRef="#br0" timeOffset="9583.483">14514 2092 4332 0,'0'0'7613'0,"0"0"-5813"0,0 0-648 16,0 0-284-16,0 0 88 0,0 0-284 0,0 0-336 15,0 0-236-15,84-35-96 16,-52 22 0-16,4 1 40 0,-5-1-32 0,5 3-8 16,-4 3-4-16,-4 5 0 0,-4 2-4 15,0 0 4-15,-4 9 148 0,-4 1-24 0,0 6 36 16,-4 3-24-16,3 3 64 0,-6 7-52 15,3 5-4-15,-5 4 4 16,-2 11 60-16,3 4 40 0,0 1-52 16,-5 7-88-16,5-1-100 0,-3 3 0 0,3 4 4 15,-5-3 0-15,-3 2-24 0,4-3 12 16,-4-2 0-16,0-4 0 0,4-3 100 16,-4-7-16-16,4-2 40 0,0-7-40 15,1-3 52-15,-1-3-64 0,-1-3-24 16,1-4 40-16,-4 1-88 0,4-4 8 15,-4-6-8-15,0 2-8 0,0-5 0 0,0 1 8 16,0-9 0-16,0 4-148 0,-4-5 28 16,4-1-4-16,-4-3 124 0,1 4 40 15,-6-4 52-15,-3 0-92 0,-3 0-64 16,-1-4-44-16,-5 1-28 0,-7-3-48 16,5-4 76-16,-5 1-124 0,0-4-52 0,-4 3-244 15,4-2 60-15,0-1-352 16,0-3 336-16,0 4-668 0,4-1 296 15,1 0-1256-15,7 7-1961 0,-8-6-695 16</inkml:trace>
  <inkml:trace contextRef="#ctx0" brushRef="#br0" timeOffset="10068.07">16351 2377 4244 0,'0'0'7773'0,"0"0"-5477"0,0 0-620 15,0 0-264-15,0 0-200 0,0 0-388 16,0 0-200-16,0 0-12 16,0 0-272-16,0 0 136 0,-20 71-172 0,-20-37-304 15,-3 5-100-15,-5 5-68 0,-1-2 84 16,6-4-28-16,3-1-56 0,5-5-52 15,7-2 96-15,8-5 52 0,8 0 68 0,3-6-68 16,9 0 12-16,0 0-4 16,13-3 64-16,6 3 76 0,5-1 104 15,4 1 128-15,4 4-104 0,8-4-44 0,-4-2 68 16,8-3-55-16,-9 0-149 0,1-5-24 0,-4 0-97 16,-4-2-355-16,-12-1-228 15,-4-2-152-15,-8-1-420 0,-4 0-1136 16,0 0-2624-16,-16 3-2805 0</inkml:trace>
  <inkml:trace contextRef="#ctx0" brushRef="#br0" timeOffset="10234.57">15881 3146 9972 0,'0'0'2445'16,"0"0"-1169"-16,0 0-540 0,0 0 412 15,0 0 320-15,0 0-140 0,0 0-172 16,107 73-228-16,-62-57-268 0,6-3-296 15,1 3-148-15,4-4-216 0,0 1-88 16,-5 0-472-16,1 2-364 0,0 2-340 0,-8-2-728 16,-12-1-2276-16,11 7-3525 0</inkml:trace>
  <inkml:trace contextRef="#ctx0" brushRef="#br0" timeOffset="10754.281">17682 1994 1736 0,'0'0'8332'0,"0"0"-6119"16,0 0-313-16,0 0-160 15,32 69-152-15,-25-30-192 0,-2 11-280 16,-1 14-176-16,-4 12 169 0,0 6-385 0,-4 4-192 16,4 10-84-16,-9-4 108 15,6 6-136-15,-9-3-176 0,4 1-136 0,-4-7-96 16,4-4-12-16,0-8-120 0,3-11-184 15,2-9 4-15,3-9 12 0,0-11-16 16,3-7-56-16,2-11-40 0,3-10-72 16,0-6-172-16,-1-3-193 0,6-16-239 15,2-9-384-15,2-9-700 0,-2-14-876 0,2 12-2605 16,-2-27-1655-16</inkml:trace>
  <inkml:trace contextRef="#ctx0" brushRef="#br0" timeOffset="11067.832">18462 2149 8716 0,'0'0'5297'0,"0"0"-3897"15,0 0-684-15,-4 79 376 0,-3-37 344 16,3 5-88-16,0 7-276 0,0 3-412 15,-5 7-187-15,6 2-109 0,-5 2-36 16,0 1-40-16,0 1-132 0,-4-3-156 16,-4-4-72-16,4-6-216 0,0-6-40 0,0-6-60 15,4-11 12-15,0-5 83 0,5-10 113 16,3-3-52-16,0-6-148 16,0-3-156-16,0-5-136 0,0-2-224 0,0-2-304 15,3-12-412-15,1-2-524 0,8-3-476 16,-3-6-321-16,-2 3-255 15,5-17-1452-15</inkml:trace>
  <inkml:trace contextRef="#ctx0" brushRef="#br0" timeOffset="11214.169">18407 2763 3360 0,'0'0'4736'0,"0"0"-2496"15,0 0-627-15,0 0-129 0,0 0 112 16,0 0-160-16,79-14-156 0,-47 14-132 16,0 3-156-16,9 1-184 0,-2-4-164 0,5 0-204 15,0-4-247-15,3-4-61 16,-6-6-132-16,2 1-293 0,-3-6-351 0,0 0-224 15,-4-6-160-15,4-1-512 0,-5-2-1480 16,-11 5-3209-16,8-8-2250 0</inkml:trace>
  <inkml:trace contextRef="#ctx0" brushRef="#br0" timeOffset="11419.449">19089 2270 7776 0,'0'0'2888'0,"0"0"-1227"0,-13 67-117 15,5-30 200-15,4 8-28 16,1 9-36-16,-1 3-408 0,4 4-368 0,-4-1-235 16,4 0-137-16,-4 0-132 0,4 1-180 0,-5-4-136 15,5 0-72-15,0-7-12 16,0-5 12-16,0-10-12 0,0-9-436 16,9-11-461-16,-5-5-455 0,3-10-488 15,1 0-1288-15,9-6-3473 0</inkml:trace>
  <inkml:trace contextRef="#ctx0" brushRef="#br0" timeOffset="11719.588">19730 2102 12405 0,'0'0'4416'16,"0"0"-3112"-16,12 69-280 0,-8-27 100 15,-4 12 24-15,0 6-7 0,0 7-281 16,0 2-172-16,-4 7-112 0,0 6-140 0,0 1-160 16,-5 4-120-16,9 1-72 0,-4 4 0 15,1-6-84-15,-1-6-52 0,0-7-224 16,0-10-120-16,4-9-220 0,-4-6 48 15,0-7 36-15,-1-6-156 0,2-10-261 0,-1-6-867 16,0-5-2132-16,0-6-2873 0</inkml:trace>
  <inkml:trace contextRef="#ctx0" brushRef="#br0" timeOffset="24321.658">1708 4498 6824 0,'0'0'6177'0,"0"0"-4877"0,9 68-544 16,-5-31 236-16,4 11 384 15,-1 6-248-15,2 7-292 0,3 8-248 16,-5 7-232-16,2 7-88 0,-1 2-52 0,-1 2-56 16,1-2-48-16,-4 0-104 15,5-5 28-15,-6-4-36 0,1-2-8 0,0-11 0 16,-4-3 0-16,4-2-44 0,-4-11-44 16,0-2-24-16,0-11-212 15,0-4-204-15,0-9-140 0,0-9-136 0,0-8-164 16,4-4-348-16,5-4-756 0,-2-10-1016 15,1-3-1609-15,8-27-1363 0</inkml:trace>
  <inkml:trace contextRef="#ctx0" brushRef="#br0" timeOffset="24661.147">2390 4961 12285 0,'0'0'1952'0,"0"0"-1600"0,0 0-336 16,-80 42 348-16,45-22 468 0,-10 5-104 0,-2 0-400 16,-1 5-328-16,-3 1-184 0,2-4 120 15,2 6 16-15,7-4-140 0,0-1 36 16,4 0 72-16,8-2-8 16,8 0 44-16,1-7 44 0,6-1 0 0,6-1 8 0,3-1 116 15,0-1-4-15,4-2-32 16,4 3 60-16,7 3 76 0,6 3 52 0,2 1 120 15,13 2 100-15,0-3 0 0,8 3 20 16,4-3-220-16,0-2-160 16,3-1-16-16,-2-4-56 0,-2 1-60 0,0-3 8 15,-2-1 0-15,-9-1-12 0,4-3-136 0,-9-1-416 16,-2-3-128-16,2-4-324 16,-7 0-928-16,0-4-2401 0,-4-15-3227 0</inkml:trace>
  <inkml:trace contextRef="#ctx0" brushRef="#br0" timeOffset="24861.247">2522 5220 7384 0,'0'0'5797'0,"0"0"-4933"16,0 0-268-16,0 0 1120 0,75 22-28 0,-51-19-576 15,4 3-588-15,-4-6-340 0,4 3-176 16,-5-3-8-16,5 0-72 0,-4 0-392 16,-3-3-536-16,-6 3-588 0,-2 0-1528 0,-13 0-3837 15</inkml:trace>
  <inkml:trace contextRef="#ctx0" brushRef="#br0" timeOffset="25032.783">2537 5496 9520 0,'0'0'1729'16,"0"0"-765"-16,0 0 644 0,0 0 640 16,0 0-476-16,0 0-540 0,0 0-164 0,76 44-240 15,-48-44-440-15,4 0-260 0,4 0-128 16,0-6-136-16,-5-4-336 16,1-3-384-16,4 5-480 0,-12-3-1240 0,8-2-2937 0</inkml:trace>
  <inkml:trace contextRef="#ctx0" brushRef="#br0" timeOffset="26682.426">3410 4575 5184 0,'0'0'4412'0,"0"0"-2335"0,0 0-833 0,0 0-252 15,0 0 376-15,0 0 212 16,0 0-300-16,0 0-516 0,0 0-384 16,0 0-156-16,8 0-68 0,-4 7 40 0,0 2 76 15,3 3-16-15,-2 1-72 0,-1 3 8 16,4-3 40-16,0 2-36 0,-5-2 36 16,2 0-16-16,-1-7-7 0,0 4-77 15,-4-1-8-15,4-3-4 0,0 5-24 0,-4-8-24 16,4 2-68-16,-4-1 8 15,0-4-4-15,3 0-8 0,-3 2 0 0,0-2-12 16,0 0-48-16,0 0 0 0,0 0 0 16,4 0 0-16,-4 0-24 0,0 0 20 15,0 0-20-15,0 0 36 0,5 0-25 16,-5 0 13-16,0 0 8 0,0 0 44 16,0-2 0-16,0 2-4 0,0 0-36 15,0 0 36-15,0 0-60 0,0 0 24 0,0 0-12 16,0 0-4-16,0 0-8 15,0 0 0-15,0-4-12 0,0 4 8 0,0-2 28 16,4 2 40-16,-4-3 4 0,0 0-4 16,4-4-4-16,0 0-72 0,-4 4 72 15,4-3 0-15,-1 3 0 0,-3-1 0 16,4 2-40-16,-4-2 48 0,4 4 4 16,-4-3 4-16,0 0 4 0,0 3 44 0,0 0-52 15,0 0 0-15,5 0-52 0,-5 0-8 16,4 0 52-16,4 0 8 0,-1 0 36 15,10-2 52-15,-2 2 20 0,9 0-60 16,0 0 28-16,0 0-76 0,4 0 0 16,-4 0-4-16,4 0-8 0,-4-5-48 0,0 5 48 15,0-2-84-15,-5-2-4 16,-2 4-348-16,-2-3-92 0,-7 3-12 16,1 0-112-16,-9 0-348 0,0 0-600 0,0 0-828 15,-9 0-1957-15,-7 3-547 0</inkml:trace>
  <inkml:trace contextRef="#ctx0" brushRef="#br0" timeOffset="27099.786">3446 4645 872 0,'0'0'2560'0,"0"0"3704"0,0 0-4871 16,0 0-621-16,0 0 60 0,0 0 444 15,0 0-236-15,0 0-288 0,0 0-184 0,0 0-80 16,0 0 84-16,8-16 48 16,-8 16-88-16,0 0-140 0,0 0-84 15,0 0 0-15,0 0-16 0,0 0 4 0,0 0-4 16,0 0 12-16,0 0-36 16,0 0-24-16,0 0-24 0,0 0-28 0,0 0-20 15,0 3-39-15,0 0-61 0,0 4-8 16,4 5 68-16,-1 7 48 0,2 6 64 15,3 11 24-15,-4-2-40 0,0 8-84 16,-4 9-48-16,0 2 4 0,0 8 20 16,0 2-16-16,0 4-104 0,0-4-48 0,0 4 44 15,0-4-4-15,0-2-64 0,0 0 0 16,0-4 68-16,0-6-44 0,4-7-52 16,-1-6 4-16,-3-6-36 0,4-10-36 15,1-6-136-15,-5-4-96 0,4-6-85 16,-4-6-63-16,0 0-24 0,4 0-148 0,0-6-336 15,0-2-168-15,-1-9-512 16,1-5-716-16,0 3-1929 0,-4-13-747 0</inkml:trace>
  <inkml:trace contextRef="#ctx0" brushRef="#br0" timeOffset="27304.058">3474 5143 3344 0,'0'0'404'0,"0"0"5980"16,0 0-4647-16,0 0-533 0,0 0 260 0,0 0 120 16,0 0-284-16,92 25-372 0,-73-18-272 15,9-4-204-15,0 4-108 0,0-4-148 16,4-3-196-16,0 0-12 0,3 0-124 16,6-3-204-16,-5-4-388 0,3 1-296 0,1-5-320 15,0 3-812-15,-12 2-2605 16,12-5-3119-16</inkml:trace>
  <inkml:trace contextRef="#ctx0" brushRef="#br0" timeOffset="27732.333">4370 4728 5776 0,'0'0'5040'16,"0"0"-2591"-16,0 0-1129 0,0 0-700 0,0 0 32 16,0 0 292-16,0 0-36 15,0 0-228-15,-56 98-212 0,49-54-76 16,-6 7-60-16,9 6 48 0,0 3-24 0,1 5-4 16,-1-2 24-16,0 0-32 0,4 0-140 15,0-8-204-15,0-8-8 0,0-6-64 16,8-12-60-16,-1-7-100 0,10-5-244 15,-2-11-280-15,5-4-128 0,5-2-176 16,6-13-456-16,-7 1-1316 0,12-26-3817 16</inkml:trace>
  <inkml:trace contextRef="#ctx0" brushRef="#br0" timeOffset="28120.021">4889 4670 9020 0,'0'0'2593'16,"0"0"-1489"-16,0 0 144 0,0 0 596 16,19 96-56-1,-14-61-296-15,-2 9-500 0,1 3-232 0,-4 4-92 0,0 7-131 16,0-2-141-16,-7 1-176 0,-6 4-100 16,2-10-72-16,-6 0-48 0,6-11-4 0,-6-4-4 0,6-8 8 15,3-2-72-15,-5-7 60 16,2 0-60-16,-2-7-172 0,2-5-240 15,-1-1-77-15,-1-6-35 0,6 0 24 0,-1-3-64 16,0-7-100-16,3-2 56 16,2-4 236-16,3-3-140 0,-4-3-100 0,4 0 264 15,-4-4 372-15,4 3 48 0,0 2 100 16,0 4 152-16,0 5-164 16,0 6 188-16,4 2 24 0,3 1-40 15,2 3 212-15,3 0 172 0,4 3-92 16,3 4-172-16,6-1 16 0,-1 8 56 0,0-2 12 15,3 1-52-15,-3-1-44 0,4-2-164 0,-4-5-196 16,4 2-8-16,0-3-132 0,-4-4-392 16,-1-4-184-16,5-3-196 15,-4-5-452-15,-8-1-1092 0,8-9-4121 0</inkml:trace>
  <inkml:trace contextRef="#ctx0" brushRef="#br0" timeOffset="28310.998">5323 5032 6960 0,'0'0'4937'0,"0"0"-3401"15,7 71-204-15,-7-40 304 16,0 3 56-16,0 5-364 0,0-1-420 0,-7-4-472 16,-6 8-400-16,-2-2-36 0,-6 2-328 0,-7 3-196 15,0-1-520-15,-7 0-128 0,-9-2-400 16,13-10-1056-16,-25 9-2813 0</inkml:trace>
  <inkml:trace contextRef="#ctx0" brushRef="#br0" timeOffset="28781.825">1609 5956 5076 0,'0'0'8373'16,"0"0"-7017"-16,0 0-1004 0,0 0 28 16,0 0 284-16,0 0 240 0,0 0-248 15,0 0-196-15,0 0 32 0,0 0-36 16,0 0 168-16,88 19-184 0,-49-6-84 15,17-1 20-15,8 4 24 0,8-3-120 0,11 0-11 16,9-1-25-16,12-2-112 0,3-1-48 16,9-2-72-16,8 2 88 15,3-2-52-15,13-5 24 0,3 3 24 0,12-3 96 16,9-2-188-16,3 4 52 0,5-4-8 16,-2 0-48-16,2 2-12 15,-9-2-36-15,0 0 48 0,-4 4-48 0,-2-2 48 0,-14 3-8 16,0-3-4-16,-11 2-108 15,-13-1-96-15,-12-3 32 0,-6 0 40 16,-18 0 72-16,-15 0 68 0,-13 0-132 0,-14 0-21 16,-13 0-15-16,-13 0 16 15,-7 0-52-15,-3 0-36 0,-5-3-132 16,-5 3-160-16,-3-4-272 0,-7-3-288 0,-6 5-492 16,5-4-1480-16,-16 0-2945 0</inkml:trace>
  <inkml:trace contextRef="#ctx0" brushRef="#br0" timeOffset="33760.259">5809 5254 5764 0,'0'0'6969'16,"0"0"-5149"-16,0 0-724 0,0 0-252 0,0 0 252 16,0 0-20-16,0 0-216 0,0 0-80 15,0 0-168-15,0 0-164 0,71 16-104 16,-50-9-43-16,-2-5-21 0,1 3-12 15,0-3-28-15,4 1-92 0,-4-3-88 16,4 0-60-16,-1 0-8 0,1 0-212 0,0-5-168 16,-3 0-72-16,-2-1-149 0,-3 0-131 15,-8 3-140-15,0 0-560 16,-3-1-1004-16,-5 4-1976 0,-5 0-1985 0</inkml:trace>
  <inkml:trace contextRef="#ctx0" brushRef="#br0" timeOffset="33936.989">5856 5498 2888 0,'0'0'1356'0,"0"0"4056"0,0 0-3655 0,0 0-309 15,0 0-60-15,0 0-12 16,0 0-132-16,0 0-440 0,52 68-320 0,-31-66-224 16,6-2-260-16,1 0-76 0,7-9-564 15,6 0-504-15,-2-7-356 16,-11 6-1360-16,21-9-4869 0</inkml:trace>
  <inkml:trace contextRef="#ctx0" brushRef="#br0" timeOffset="34499.013">6653 4692 4192 0,'0'0'324'16,"0"0"6781"-16,0 0-5069 0,0 0-732 15,0 0-184-15,0 0 180 0,0 0-148 0,0 0-268 16,0 0-124-16,28 86-76 0,-20-44-112 16,-4 8-111-16,-4 4 11 15,0 7-108-15,0 2-96 0,-4 0-64 0,-4 7 52 16,4 0-112-16,-3-4-48 0,-2 2-96 0,1-2 0 16,4-8-40-16,1-8-44 15,3-6-24-15,0-8-28 0,7-8-92 0,-3-9-208 16,4-2-84-16,-3-9-29 0,-1-2-11 15,3-1 12-15,-3-3-148 16,4-2-408-16,1-2-668 0,-2-9-516 0,1-4-1589 16,0 5-1359-16,4-15 556 0</inkml:trace>
  <inkml:trace contextRef="#ctx0" brushRef="#br0" timeOffset="34943.477">7327 4928 3056 0,'0'0'924'15,"0"0"16"-15,0 0 4528 0,0 0-3599 0,0 0-709 16,0 0-244-16,0 0 68 16,0 0-344-16,0 0-132 0,-80 12-196 15,48 4-164-15,-4 0 64 0,0 3-76 0,-7 3-84 16,-1 3-52-16,-4 1-60 0,0-1 12 16,0 3 36-16,4 2-64 0,5-5 72 15,7 0 4-15,4-2 160 0,8-8-8 16,4 1-16-16,4-3 48 0,8 0 40 15,0-1 144-15,4 2-8 0,8 0-4 16,8 5-48-16,0 1-4 0,8 2-44 16,0 3 32-16,4 1 24 0,-4 2 76 15,3-1-100-15,-3-2-96 0,4 0-64 0,-8-6-48 16,5 3-84-16,-6-3 8 0,1-3-8 16,-5 0-52-16,-2-3-104 0,-5-4-320 15,-1-3-168-15,1 1-116 0,-3-1-164 16,-5-3-312-16,0 0-492 0,0-3-932 15,0 0-2409-15,-5 0-1983 0</inkml:trace>
  <inkml:trace contextRef="#ctx0" brushRef="#br0" timeOffset="35213.879">7123 5420 2632 0,'0'0'9729'0,"0"0"-7677"0,0 0-880 0,0 0 148 16,0 0 92-16,0 72-120 0,0-36-216 15,0 2-296-15,-4 6-195 0,0 0-113 0,1 5-60 16,-1-5-112-16,0-3-116 16,-5-3-88-16,5-3-96 0,0-4-8 15,1-8-128-15,3-4-104 0,-4-3-88 16,4-7-192-16,0-2-245 0,0-7-135 0,0 0-188 15,0 0-688-15,7-10-1092 16,1 1-1969-16,5-10-1423 0</inkml:trace>
  <inkml:trace contextRef="#ctx0" brushRef="#br0" timeOffset="35364.933">7192 5670 2720 0,'0'0'1656'0,"0"0"208"0,0 0 2672 0,0 0-3043 15,0 0-329-15,0 0 228 0,0 0 272 0,0 0-184 16,0 0-396-16,0 0-396 0,86 7-336 15,-61-7-156-15,-1 0-196 0,0-4-144 16,-1-2-420-16,5-7-308 0,-4-2-452 16,0-4-492-16,-3 6-2312 0,-2-13-2789 15</inkml:trace>
  <inkml:trace contextRef="#ctx0" brushRef="#br0" timeOffset="35556.929">7518 5451 4880 0,'0'0'560'15,"0"0"4844"-15,0 0-3951 0,0 0-301 16,-36 77 180-16,28-49 456 0,0 1-124 16,0 2-408-16,0 4-364 0,4 0-284 15,-3 1-132-15,-2-2-100 0,1-2-167 16,1 0-197-16,-6-4-12 0,1-3-112 16,5-2-205-16,-2-4-167 0,5-6-224 0,0-1-232 15,0-2-416-15,4-4-1088 0,0-3-3065 16,-3 1-4631-16</inkml:trace>
  <inkml:trace contextRef="#ctx0" brushRef="#br0" timeOffset="36088.119">7948 4807 1564 0,'0'0'9208'16,"0"0"-6947"-16,0 0-1029 0,0 0-424 15,0 0 148-15,0 0 248 0,0 0-164 16,0 0-276-16,0 0-224 0,-60 70-28 15,49-38-60-15,-6 8-36 0,2 8-52 0,2 3-36 16,-2 6 37-16,-2-1 11 0,2 6-108 16,2-1-76-16,2-2-128 0,3-5-64 15,1 0 84-15,7-2-12 0,0-8-72 16,11-6-4-16,9-3-80 0,3-10-148 16,5-3-20-16,8-9-212 0,5-4-93 15,-2-9-87-15,5 0-260 0,4-12-412 16,-5-8-1096-16,-6 5-2869 0,6-20-3955 15</inkml:trace>
  <inkml:trace contextRef="#ctx0" brushRef="#br0" timeOffset="36500.21">8506 4903 4804 0,'0'0'5992'15,"0"0"-3031"-15,12 72-1189 16,-4-31-304-16,-4 4 4 0,0 8-132 0,-4 1-204 16,0 4-284-16,0 0-259 0,-4-6-193 15,-8 6-108-15,0-4-64 0,-4-4-44 16,-4-1-124-16,-4-8-60 0,0-3 4 16,1-3 8-16,-5-7-12 0,4-6-4 0,-4-2-264 15,0-11-228-15,0 1-96 0,5-7-77 16,-2-3 25-16,5-3-40 0,9-7-124 15,-2-6-40-15,5-3 32 0,4 0 160 16,1-6 216-16,3-4-36 0,0 0 224 16,0-6 252-16,3 3 36 0,5 1 216 15,0-1 152-15,4 4 44 0,0 3-136 0,1 6 48 16,6 3-176-16,1 6 64 0,0 3 100 16,7 5 56-16,1 2-12 15,9 6-8-15,-1 7 128 0,-1 5 124 0,5 5 152 16,-4 2-107-16,-1 3-125 0,2-2-48 15,-5 3-120-15,-4-7-144 16,0-3-160-16,-9 0-84 0,1-6-4 0,-4 0-288 0,0-7-252 16,-4-3-168-16,4-3-141 15,-4 0-239-15,4-6-784 0,-4-1-1928 0,-1-11-2993 16</inkml:trace>
  <inkml:trace contextRef="#ctx0" brushRef="#br0" timeOffset="36768.628">9080 5105 11189 0,'0'0'4484'0,"0"0"-3064"0,0 0-368 0,36 80 156 16,-29-49 64-16,2 4-240 0,-1-2-363 15,-4 4-317-15,-4 1-120 0,0 0-16 16,0 3-48-16,-4 0-60 0,-4-3-56 15,-5 4-40-15,-2 2 56 0,-1 1-68 16,-5-1-8-16,2 0-88 0,-5 1 92 16,0-6-324-16,-8-5-252 0,0-2-4 0,-4-3-109 15,-3-1-99-15,-2-3-136 0,2 1-352 16,-8 0-828-16,10-7-2380 0,-23 6-3585 16</inkml:trace>
  <inkml:trace contextRef="#ctx0" brushRef="#br0" timeOffset="44784.598">10514 5873 6928 0,'0'0'272'0,"0"0"1028"16,0 0-744-16,0 0 544 0,0 0 501 16,0 0 35-16,0 0-204 0,0 0-300 15,0 0-264-15,48 23-196 0,-48-23-76 16,4 2-80-16,-4-2-24 0,4 0-24 15,-4 0-28-15,0 0-48 0,0 0-64 0,0 0-72 16,0 0-48-16,0 0-52 16,0 0-44-16,0 0-4 0,0 0-24 0,0 0-20 15,0 0-64-15,0 0-8 0,0 0-200 16,-4 0-232-16,4 0-376 16,-4 0-484-16,-4-2-692 0,0-2-2552 0,-4-2-5797 15,48 18 8273-15</inkml:trace>
  <inkml:trace contextRef="#ctx0" brushRef="#br0" timeOffset="45433.516">12678 4857 8564 0,'0'0'3229'0,"0"0"-1465"0,0 0-724 16,0 0 32-16,0 0 272 0,0 0-168 15,0 0-164-15,0 0-68 0,0 0-164 16,55 99-124-16,-43-54-71 0,-8 8-89 16,0 7-120-16,-4 7-76 0,0 3-56 15,-4 7-124-15,-7 2-112 0,-2 0 64 0,-2 1-36 16,2-1-36-16,2-2-72 0,3-8 60 16,4-6-72-16,4-6 72 0,0-9 12 15,4-3-8-15,4-10-4 0,-1-7 8 16,6-6-4-16,-2-6 8 0,5-6 20 15,0-1-16-15,1-2-4 0,2-4 0 16,1-1-4-16,4 2 4 0,3 3 48 0,1-4-40 16,4 0 0-16,-4 0-8 15,0-3-4-15,4 0-44 0,-4 0-132 0,0-6-352 16,0-8-112-16,-4 2-85 0,0-3-243 16,-4-5-364-16,0 1-924 0,-9 3-2392 15,2-6-3573-15</inkml:trace>
  <inkml:trace contextRef="#ctx0" brushRef="#br0" timeOffset="45593.698">13260 5800 2480 0,'0'0'9525'0,"0"0"-7725"0,0 0-360 16,15 77 208-16,-11-58 60 15,9-4-260-15,2-4-568 0,1-9-528 0,8-2-352 0,4-2-256 16,3-11-204-16,5-10-140 15,5-2-272-15,-2-7-472 0,6 0-528 16,-6 1-836-16,1-4-1497 0,-12 13-363 0</inkml:trace>
  <inkml:trace contextRef="#ctx0" brushRef="#br0" timeOffset="45800.317">13749 5486 588 0,'0'0'7568'0,"0"0"-4816"0,0 0-775 16,0 0-677-16,0 0-136 0,0 0-84 15,-87-25-8-15,71 43-180 0,0 8-92 16,-4 9-64-16,4 6-88 0,0 7-4 15,0 3 61-15,0 5-85 0,4-1-28 16,0 2-84-16,4-7-184 0,5-5-140 0,3-7-28 16,3-6-60-16,9-10-96 0,8-6-96 15,1-3-216-15,2-7-196 0,9-6-112 16,-1-6 40-16,6-13-41 0,6-6-315 16,-3-7-532-16,4-6-1204 0,-12 10-2752 15,12-24-3517-15</inkml:trace>
  <inkml:trace contextRef="#ctx0" brushRef="#br0" timeOffset="46034.725">14308 5098 8824 0,'0'0'3241'16,"0"0"-1317"-16,-17 74-584 0,9-33 156 0,1 10 116 15,-2 6-296-15,-3 7-472 0,0-1-200 16,0 0-84-16,1-2-111 0,-2-1-145 15,6-6-64-15,-1-4-92 0,4-5-52 0,0-6-36 16,4-5 12-16,0-4 12 16,8-9-84-16,7-2-44 0,2-7-28 0,2-5-168 15,-3-3-236-15,1-4-92 0,-6-7-41 16,1-5-147-16,-3-5-208 0,-9-2-540 16,0-3-780-16,-13-3-592 0,5 2-2077 0,-24-11-1811 15</inkml:trace>
  <inkml:trace contextRef="#ctx0" brushRef="#br0" timeOffset="46180.848">13829 5578 4180 0,'0'0'4752'15,"0"0"-3136"1,0 0-251-16,0 0 67 0,0 0-96 0,80 35-228 16,-40-28-228-16,7-7-332 0,5 0-216 0,4 0-120 0,-4-4-212 15,-1-2-88-15,-3-1-780 16,-4-2-604-16,-12 0-976 0,3-1-2805 0</inkml:trace>
  <inkml:trace contextRef="#ctx0" brushRef="#br0" timeOffset="46776.634">13614 5479 1068 0,'0'0'4988'15,"0"0"-3076"-15,0 0-604 0,0 0-168 0,0 0-19 16,0 0-57-16,0 0-272 0,0 0-104 16,0 0-32-16,0 0-12 0,0 0-28 15,52 19-136-15,-37-12-20 0,-2 3-24 16,2-1-40-16,2 1-84 0,-2 3-16 16,-2-1-148-16,2 1-52 0,-7-4 28 0,4 1-48 15,-8-1 32-15,0 1-8 16,-4 0 8-16,0 2 28 0,0-2-12 15,0 2-76-15,-8 1-40 0,0 4-8 0,-4-3-40 16,-3 3-20-16,-2 2-28 0,-3-3-32 16,-3 0-104-16,-5-1 16 15,4 1-52-15,-4-3-72 0,-4-1-40 0,4 1-24 0,0 0-188 16,0-4-220-16,0-2-480 16,9-1-1060-16,-9-3-2921 0</inkml:trace>
  <inkml:trace contextRef="#ctx0" brushRef="#br0" timeOffset="47574.84">15626 5536 11849 0,'0'0'2224'16,"0"0"-1152"-16,0 0-228 0,0 0 272 0,0 0 96 15,0 0-140-15,100 52-228 0,-60-42-284 16,-1-8-204-16,2-2-112 0,-2 0-124 16,1 0-72-16,-8-2-48 0,3-8-60 15,-7-3-268-15,4-1-136 0,-4-4-208 16,-4-1-124-16,0 0-336 0,-4-7-684 0,-4 11-1232 15,-1-14-3157-15</inkml:trace>
  <inkml:trace contextRef="#ctx0" brushRef="#br0" timeOffset="47981.702">16243 4985 8808 0,'0'0'3249'0,"0"0"-1257"0,0 0-728 0,0 0 244 0,0 0-180 15,0 0-268-15,0 0-312 16,-87 9-260-16,79 0-136 0,-4 8-84 0,4 1 0 16,-4 5 0-16,4 5 13 0,0 4-1 15,1 6-28-15,-6 4-56 0,5 2-28 16,1 3-84-16,-2 4-84 0,1 0 0 16,4 0-8-16,-3 2-40 0,-2 2 44 0,5 2-4 15,0-3-4-15,-3 4 4 0,3-2-40 16,0-5 0-16,4 4 40 15,-4-5-40-15,4-3 36 0,0 1 0 0,0-7-48 16,0 0 0-16,0-2-16 0,0-8 68 16,0-2 0-16,-5-4-40 0,5-3 44 15,-4 1-8-15,0-7-108 16,1-1-24-16,-1 2-16 16,0-5 39-16,0-5-15 0,0-1 16 0,-5 0-52 0,2-2 4 0,-1-4 120 15,-1 0 36-15,-2 0 8 0,-1 0-96 16,-4-7-92-16,0-2-104 0,0-7-68 15,0-4-40-15,0-5-136 0,1 0-100 16,-2-4-400-16,2 1-52 0,2-7-472 16,6 0-96-16,-5 10-1205 0,7-14-2131 15</inkml:trace>
  <inkml:trace contextRef="#ctx0" brushRef="#br0" timeOffset="48453.905">16841 5385 8796 0,'0'0'3997'0,"0"0"-2117"16,0 0-708-16,0 0 108 0,0 0 20 15,0 0-376-15,0 0-216 0,0 0-180 16,-84 35-128-16,73-10-60 0,-2 3 12 0,6 10 53 16,-1 7-29-16,0 2-76 0,3 4-8 15,5 0-64-15,0 0-8 0,0-7-88 16,0 1-24-16,5-10-24 0,3-4-80 16,0-6-4-16,-1-5-60 0,6-8-228 15,-2-2-148-15,6-3-196 0,-2-4-57 16,2-3-55-16,-2-3-244 0,5-7-584 15,-4-2-1084-15,-4 2-2625 0,4-9-3243 0</inkml:trace>
  <inkml:trace contextRef="#ctx0" brushRef="#br0" timeOffset="48731.219">16925 5600 7868 0,'0'0'3093'16,"0"0"-1217"-16,0 0-516 0,0 0 116 15,0 0-56-15,0 0-440 16,83-19-340-16,-59 16-172 0,1-3-100 0,-1 0-160 16,4-1-100-16,-5 1-52 0,5 3-56 15,-4 0-76-15,-4 3-32 0,-1 6 44 16,2 2 64-16,-1 9 60 0,-1 5-52 16,-2 4 88-16,-6-1 4 0,6 8-40 15,-10-6 36-15,1 5-32 0,-4-3 8 16,0-1-60-16,-4-2 100 0,5-1-56 0,-5-6-56 15,0-3-160-15,0-4-132 0,0-1-172 16,0-5-324-16,0-4-400 16,0-2-500-16,-5 0-996 0,5-6-2989 0</inkml:trace>
  <inkml:trace contextRef="#ctx0" brushRef="#br0" timeOffset="48949.364">17442 5524 8732 0,'0'0'2781'0,"0"0"-1129"16,-55 70-432-16,31-35 204 15,-4 9 128-15,-7 0-192 0,3 2-404 16,-4 1-332-16,3-6-244 0,-2 0-172 0,-1-5-196 16,0-1-12-16,4-7-344 0,4-6-252 15,4-3-176-15,9-6-52 0,2-10-68 16,9-3-216-16,1-3-736 0,3-7-2745 15,3-12-2191-15</inkml:trace>
  <inkml:trace contextRef="#ctx0" brushRef="#br0" timeOffset="49225.981">17710 5461 9368 0,'0'0'4125'0,"0"0"-2401"16,0 0-588-16,0 0-104 0,84 63-16 16,-69-44-156-16,2 4-308 0,-6-1-232 0,2 3-112 15,-6 1-88-15,1-1-48 16,-4 0-60-16,-4 3 76 0,0-2-88 0,-8 3 48 16,-3-1-48-16,-6 1 4 0,-3-1 0 15,1 1-4-15,-5-4-4 0,-4-2-104 16,3-1-52-16,2-3-12 0,-1-3-108 15,4 0-184-15,0-3-188 0,0-4-236 0,4-3-232 16,-3-2-400-16,6-4-1016 16,-2 0-2781-16</inkml:trace>
  <inkml:trace contextRef="#ctx0" brushRef="#br0" timeOffset="49677.522">18092 5610 9972 0,'0'0'4501'0,"0"0"-2777"16,0 0-536-16,0 0 88 0,0 0-184 16,91 16-68-16,-54-13-280 0,3-3-343 0,3 0-217 15,2 0-124-15,-2 0-4 16,1-3-56-16,0-3-132 0,-9 2-149 16,-7-2-219-16,0 3-60 0,-3-4-124 0,-6 5-248 15,-3 2-248-15,-8-4-540 0,-4 4-1136 16,-4 0-3209-16</inkml:trace>
  <inkml:trace contextRef="#ctx0" brushRef="#br0" timeOffset="49848.509">18211 5800 3920 0,'0'0'7689'0,"0"0"-5285"0,0 0-976 15,0 0-296-15,0 0-52 0,96 42-140 16,-55-39-212-16,2-3-348 0,5 0-380 15,-1-10-112-15,2 1-404 0,-2-1-408 16,-3 1-328-16,-4-4-684 0,-12 7-2281 16,8-1-3211-16</inkml:trace>
  <inkml:trace contextRef="#ctx0" brushRef="#br0" timeOffset="51216.97">19614 4911 3192 0,'0'0'1864'0,"0"0"-668"0,0 0-144 16,0 0-464-16,0 0-44 0,0 0 2301 16,0 0-1309-16,0 0-564 0,0 0-164 15,0 0 104-15,-7 0-80 0,7 0-60 0,0 0-52 16,4 0-68-16,-4 0-132 16,0 0-128-16,3 0-36 0,1 0-52 0,0 0-20 15,4 3 32-15,8 4 0 0,0 0 12 16,8-1-60-16,0 0-48 0,8-3-51 15,7 3-33-15,6-2-16 0,2-1-48 16,5-3-60-16,8 0 48 0,7 0-60 16,5 0 48-16,12 0 52 0,0 0-100 0,4 0-84 15,-1-3 24-15,-4-1-48 0,1-2 48 16,-9-1-100-16,-2-1-45 0,-9 1-75 16,-1-3-72-16,-11 2 0 0,-4 1-40 15,-9 0 12-15,-7 2-48 0,-8-2-72 0,-4 0-116 16,-8 1-100-16,-8 3-44 15,-4-1-128-15,0 4-284 0,-8 0-792 0,-11 0-529 16,2 0-1487-16,-14 0-660 0</inkml:trace>
  <inkml:trace contextRef="#ctx0" brushRef="#br0" timeOffset="51582.958">20144 5026 3648 0,'0'0'5720'0,"0"0"-3691"0,0 0-685 15,0 0-96-15,0 0 44 0,0 0-60 16,0 0-200-16,0 88-200 15,0-59-180-15,0 3-124 0,0 9-28 0,0 4 136 0,0 5 8 16,-8 7-316-16,5 7-59 16,-6 0-73-16,5 1-112 0,-8 0-72 15,5-2-4-15,-6-2 4 0,5-4-12 0,1-10-48 16,3 2-12-16,0-12-88 16,4-5-105-16,0-4-39 0,0-8-76 15,0-8-20-15,0-2-76 0,4-4-36 0,0-6-128 16,0 0-244-16,-1-3-308 0,1-7-300 15,9-9-596-15,-5 7-925 0,3-17-2679 16</inkml:trace>
  <inkml:trace contextRef="#ctx0" brushRef="#br0" timeOffset="51922.92">20518 5064 5764 0,'0'0'1740'0,"0"0"-388"15,0 0 1641-15,0 0-1077 0,0 0-484 16,0 0-260-16,-3 89-128 0,3-57-140 16,0-1-188-16,0 7-188 0,0 4-64 15,0 2-120-15,0 4-52 0,0-1-72 16,0 4-40-16,0 3-68 0,0-3-64 15,0 0-44-15,0 3 4 0,0-7 0 16,-4 1-8-16,0 0 0 0,-4-7-48 0,-1 1-60 16,2-5-76-16,3-2-72 0,-4-3-88 15,-1-4 4-15,6-2-64 16,-1-3-28-16,0-9-84 0,4 0-76 0,-4-5-112 16,4-2-132-16,0-4-360 0,4 0-628 15,0-3-1205-15,8-6-2531 0</inkml:trace>
  <inkml:trace contextRef="#ctx0" brushRef="#br0" timeOffset="52671.316">21730 5035 5744 0,'0'0'1576'0,"0"0"-968"0,0 0 3481 0,0 0-2405 15,0 0-492-15,0 0-284 0,0 0 120 16,0 0-60-16,0 0-176 0,0 0-188 16,0 0-164-16,-84 63-84 0,72-33-52 15,4 3 16-15,0 13 8 16,1 1-12-16,-2 10-48 0,1 4-72 0,1 5-3 0,-5 1-21 15,-1 3-4-15,6 0-36 16,-1-6-56-16,3-5 8 0,5-11-76 16,0-3-8-16,5-10-72 0,10-7-136 0,2-5-132 15,6-7-193-15,1-1-55 0,8-8 4 16,4-4-112-16,8-3-560 16,-12-3-1288-16,24-10-4005 0</inkml:trace>
  <inkml:trace contextRef="#ctx0" brushRef="#br0" timeOffset="53848.349">21989 5311 7340 0,'0'0'1660'0,"0"0"1513"0,0 0-1841 0,0 0-824 16,0 0 72-16,0 0 380 0,0 0 36 15,95-41-348-15,-63 28-416 0,0-9-232 16,0 0-40-16,4-3-196 0,0-2-112 16,0 2 84-16,-4 3 80 0,-4 4 84 15,-5 1 44-15,1 2-20 0,-4 2 64 16,0 7 12-16,-8-1 0 0,4 1 164 0,-4 6 84 15,-4 0 16-15,3 0-64 16,6 3-52-16,-6 10 52 0,10 3 60 0,-6 4 0 16,5 7-88-16,-3 9 0 0,-6 2-24 15,1 6 76-15,1 0-4 0,-6 7 40 16,1 0 120-16,-4 0 148 0,1-4-212 0,-1 1-96 16,-1-8-176-16,5-3-44 15,0-9-108-15,1-3-88 0,2-9-256 16,1-3 0-16,0-1-164 0,0-6-160 0,-4-6-356 15,4 0-576-15,0 0-848 0,-5-2-2505 16,6-14-2191-16</inkml:trace>
  <inkml:trace contextRef="#ctx0" brushRef="#br0" timeOffset="54079.259">22957 5150 4104 0,'0'0'1864'0,"0"0"-1020"0,0 0 2424 0,0 0-939 16,0 0-493-16,0 0-224 0,-83 76-332 0,66-45-264 16,-2 1-216-16,-1 7-148 15,-4 1-148-15,-4 2-176 0,0 5-60 16,-8 1-72-16,0 0-100 0,-3-1-48 0,-6-2-48 16,6-6-132-16,-1-1-64 15,0-7-156-15,8-6-88 0,9-6-160 16,-1-3-104-16,11-7-184 0,5-5-320 0,4-4-200 15,1 0-776-15,3-6-2313 16,0-10-1547-16</inkml:trace>
  <inkml:trace contextRef="#ctx0" brushRef="#br0" timeOffset="54321.287">23252 5486 7460 0,'0'0'3136'0,"0"0"-7"0,0 0-1009 15,0 0-456-15,84 12-268 0,-61-12-256 0,5 0-260 16,4 0-392-16,0 0-248 0,4 0-156 16,0-6-84-16,0 0-100 0,-1-3-140 15,1-1-212-15,-4 4-120 0,0-4-140 16,-4 1-256-16,0 2-480 0,-8 1-636 15,-5 0-928-15,-2-1-2953 0</inkml:trace>
  <inkml:trace contextRef="#ctx0" brushRef="#br0" timeOffset="55164.672">24910 5029 5228 0,'0'0'1756'0,"0"0"2745"16,0 0-2681-16,0 0-224 0,0 0-8 16,0 0-120-16,0 0-396 0,0 0-264 15,0 0-72-15,0 0-152 0,0 0-196 0,-56 38-108 16,28-19-75-16,0 6-9 0,-4 0-52 16,0 7-32-16,-4 1-16 15,4 1-84-15,-3 4 48 0,-1 0-52 16,4 7 52-16,0 2-12 0,-4 1 12 15,8-1 4-15,5 2-64 0,6-8 0 0,2-3-4 16,11-7-8-16,-1-8-48 0,5-5-12 16,5-5 24-16,-1 0-48 0,7-3-100 15,1-4-44-15,4 1 32 0,0-7-33 16,4 0 9-16,4 0 0 0,0-7-12 16,4-5-84-16,-1-1-52 0,-3 1 52 0,4-5-64 15,-4 4 72-15,-3-3 24 0,-6 1 76 16,2 2 36-16,-6-3 48 0,-7 3 100 15,0-2 24-15,-4 2 24 0,0 0 60 16,0 1 52-16,-8 1 12 0,0 6 48 16,-4-2-184-16,0 0-56 0,-4 7 44 0,4 0-124 15,-8 0 24-15,5 7 12 16,-2 3-36-16,2-1 4 0,-2 1-4 0,6 3-312 16,-1-4-732-16,4 1-736 0,0-4-1136 15,8 3-3317-15</inkml:trace>
  <inkml:trace contextRef="#ctx0" brushRef="#br0" timeOffset="55450.609">25503 5223 5228 0,'0'0'2772'0,"0"0"-908"0,0 0 1005 16,0 0-1037-16,-79 73-232 0,59-41-312 0,3 1-164 15,-2 9-140-15,2 0-152 0,-2 5-224 16,3 1-48-16,4 0-59 16,4-4-153-16,0-3-164 0,4-3-176 0,4-6-8 15,0-7-196-15,12-2-8 0,0-7-245 0,4-7-235 16,4-3-20-16,4-6-288 15,-1 0-600-15,-3-6-1364 0,16-13-4257 0</inkml:trace>
  <inkml:trace contextRef="#ctx0" brushRef="#br0" timeOffset="55859.96">25982 5181 8172 0,'0'0'1736'0,"0"0"3001"0,0 0-3085 0,11 83-320 16,-11-51-184-16,0 3-164 0,0 2-176 0,0 2-212 15,-4-1-208-15,-7 3-180 0,-6 1-51 16,1-4-85-16,-7 3-60 0,-1-3 36 16,-4-3-48-16,0-4 0 0,0-6 4 15,4 2-4-15,0-12-4 0,0-2-253 0,0-4-23 16,4 1-196-16,4-10-48 15,-4 0-36-15,5 0 8 0,2-6 24 0,5-4 60 16,5-6-76-16,3 1 36 0,0-8 24 16,0-6 208-16,7 2-100 15,1-3 160-15,5 2 216 0,-2 2 152 16,2 4 24-16,2 5-88 16,2 9-24-16,-2 2 124 0,1 6 172 0,4 0 36 0,-4 6 28 15,8 7-28-15,-4 2 60 0,4 2 12 0,-4 1 8 16,4-2-72-16,-5 0-132 0,5-3-212 15,-8-4-60-15,4 1-36 16,0-6-380-16,-4-2-148 0,4-2-164 0,-4-2-208 16,0-5-472-16,-4-3-1132 0,0-6-3153 0</inkml:trace>
  <inkml:trace contextRef="#ctx0" brushRef="#br0" timeOffset="56102.689">26440 5296 2508 0,'0'0'9497'0,"0"0"-6973"16,0 0-1088-16,27 76-396 16,-18-51 88-16,-2 4-116 0,-3 2-268 0,0-2-328 15,-4 0-196-15,0-4-96 0,0 1-52 16,0-1-72-16,-8-3-124 0,-3-3-280 15,-6 0-136-15,2-3-12 0,-2 1-200 0,-3-5-396 16,1-3-608-16,-1 1-872 16,8-3-1901-16,-8-7-1563 0</inkml:trace>
  <inkml:trace contextRef="#ctx0" brushRef="#br0" timeOffset="56432.842">27101 5029 8096 0,'0'0'7173'0,"0"0"-5777"16,43 74-664-16,-23-43 48 0,-3 7 292 15,-2 0-140-15,-3 3-236 0,-3 0-236 16,-6 1-228-16,-3 2-12 0,0 4-15 0,0-4 27 16,-12 1-76-16,-4-1-32 0,0-3-40 15,-3-2-84-15,-1-1-112 16,-8 0-132-16,0 3-24 0,0-3 220 0,-8 0-173 16,0-3-155-16,0 1-184 0,-12-3-292 15,-3 3-340-15,-1-4-480 0,-8 3-728 0,13-10-2249 16,-25 9-3439-16</inkml:trace>
  <inkml:trace contextRef="#ctx0" brushRef="#br0" timeOffset="58228.119">20000 6617 3712 0,'0'0'612'0,"0"0"2460"0,0 0 76 16,0 0-1207-16,0 0-741 0,0 0-388 0,0 0-116 0,0 0 32 15,0 0-84-15,-35 0-208 0,19 2-76 16,0 8-64-16,-8 3 40 0,-3 4 72 0,-1 1 96 16,0 8 0-16,-4 2-112 15,-4 4-24-15,3-1-40 0,-2 7-60 16,3 0-72-16,0 1-72 0,4-1-52 0,9-3-72 16,2 0 0-16,10-7 0 0,3-2 12 15,4-5 48-15,0-4-20 0,7-2-40 16,1-5-84-16,9-1-64 0,-2-5-96 15,1 2-48-15,9-6 48 0,-6 0-24 0,9-3-100 16,-4-6 112-16,0-1-4 16,0-4-84-16,-1 3-36 0,-2 1-52 0,-10-2 48 15,6-1-28-15,-10 3-24 0,1 1-24 16,-3 2 52-16,-1 0 144 0,-4 1 164 16,0 0 100-16,0 4 252 0,-9-5 48 15,1 3-8-15,1-2-52 0,-6 3-192 0,5-4 28 16,-3 4-76-16,-2 0-8 15,5 0-216-15,-3 3-44 0,3 0 16 0,-1 3-188 16,6 0-300-16,-1 3-568 16,0-2-572-16,0-1-2033 0,4 3-2059 0</inkml:trace>
  <inkml:trace contextRef="#ctx0" brushRef="#br0" timeOffset="58543.256">20546 6722 4212 0,'0'0'1992'0,"0"0"3197"0,0 0-3705 0,0 0-476 15,-75 25-132-15,51-9 268 0,0 3 8 16,0 6-196-16,1 3-264 0,2 4-200 15,5 0 0-15,-3 5 20 0,6 5 0 16,5-3-72-16,1-2-172 0,7-2-112 16,0-7-72-16,4 2-8 15,3-11-76-15,6 0-40 0,-5-7-164 0,7 1-52 16,-6-6-144-16,2-5 20 0,1-2-120 0,0 0-176 16,0-2-172-16,1-5-376 0,-2-6-1024 15,-3 4-2557-15,0-10-2491 0</inkml:trace>
  <inkml:trace contextRef="#ctx0" brushRef="#br0" timeOffset="58716.32">20275 6953 1708 0,'0'0'4732'0,"0"0"-4420"16,0 0 5237-16,0 0-3585 0,0 0-388 16,0 0-220-16,0 0-416 0,0 0-164 0,0 0-136 15,84 35 8-15,-48-29-232 0,8-3-308 16,-4-3-108-16,-1 0-304 0,2-3-248 15,-5-3-232-15,-4-4-312 0,-4 1-472 16,-5-1-1044-16,5-6-3701 0</inkml:trace>
  <inkml:trace contextRef="#ctx0" brushRef="#br0" timeOffset="58959.489">20902 6673 3132 0,'0'0'5160'16,"0"0"589"-16,0 0-3805 0,-9 90-208 0,5-53-380 15,0 1-32-15,0 4-216 0,-3 2-211 16,3 1-277-16,-9 3-196 0,5-4-196 16,-3 1-156-16,-6-4-72 0,6-3-56 15,-6-6-196-15,6-4-184 0,3-6-60 16,-4-6-52-16,8-3-85 0,-4-3-119 15,8-5-388-15,-4-1-784 0,4-4-860 0,0 0-2013 16,0-7-1619-16</inkml:trace>
  <inkml:trace contextRef="#ctx0" brushRef="#br0" timeOffset="59106.178">20881 7061 5108 0,'0'0'1780'0,"0"0"532"0,0 0 653 0,0 0-821 16,0 0-496-16,84 16-280 0,-65-13-356 0,6-3-320 15,-1 0-416-15,0 0-276 0,-1-9-452 16,5-1-216-16,-4-6-448 0,4 0-612 16,-8 0-2256-16,8-6-3345 0</inkml:trace>
  <inkml:trace contextRef="#ctx0" brushRef="#br0" timeOffset="59348.738">21340 6711 612 0,'0'0'10677'0,"0"0"-6853"0,0 0-2116 15,-17 71-232-15,13-43-72 0,0 7-76 16,4 0-279-16,0 2-289 0,-3 2-252 16,3 2-108-16,-4 4-144 0,0 2-112 0,0 5-84 15,-1-2-52-15,1 4 4 16,-3 0-4-16,3-6-8 0,-8-4-48 15,0-6-400-15,0-3-384 0,-4-3-80 0,0 0-205 0,-4-7-927 16,5-9-2968-16,-10 9-4901 0</inkml:trace>
  <inkml:trace contextRef="#ctx0" brushRef="#br0" timeOffset="105232.091">2761 7956 1472 0,'0'0'680'0,"0"0"4352"0,0 0-4056 0,0 0-20 15,0 0 144-15,0 0 165 0,0 0 131 16,0-70-160-16,0 67-224 0,4 0-256 16,0 3-40-16,0 0-116 0,3 0-92 15,2 0-16-15,-1 3 4 0,3 7-92 16,-3 3 4-16,5 3-80 0,-6 5-20 15,1 5-52-15,-4 6-24 0,-4 3-12 16,0 5-88-16,0 2 16 0,-8 0-40 0,-3-1-48 16,-6-4 28-16,2-1-4 0,-2-9-84 15,-2 3-52-15,-5-8-108 0,0 0-96 16,-8 0-72-16,4-6 132 0,-4 0 40 16,0-7-4-16,4-2 148 0,4-7 0 15,5 0-100-15,-1-7 64 0,4-5-88 16,0-1 52-16,0-3-76 0,8-2 52 15,0 2 8-15,4-4 88 0,4 5-124 0,0-1 80 16,4 1 56-16,12-2 108 0,0 1 52 16,8 1-24-16,0 2 24 15,4 3-88-15,-1 3 52 0,1 5-76 0,0 2 88 16,4 2-52-16,0 8 124 0,-1 6-112 16,-3 3 4-16,0 7-28 15,0-1-12-15,-3 3-60 0,-6 4-92 0,1-6-312 0,4 2 12 16,0-6-60-16,-1-2-176 15,5-8-88-15,4-5-136 0,0-4-328 0,5-3-596 16,-2-6-520-16,5-10-1821 0,0-6-1047 16,-12 2 2656-16</inkml:trace>
  <inkml:trace contextRef="#ctx0" brushRef="#br0" timeOffset="105467.888">3558 8024 196 0,'0'0'3236'0,"0"0"5265"0,0 0-6925 16,0 0-776-16,0 0 576 15,0 0 212-15,0 0-312 0,-97 25-380 0,78-10-248 16,-1 7-96-16,4 0-140 0,0 6-80 16,4 5-92-16,0-1-56 0,4 3-63 15,4 3-117-15,1 0 4 0,-1-7-8 16,4-2-12-16,0-10-109 0,0-6-3 16,4-4-92-16,-1-2-16 0,5-3-24 0,0-4 36 15,0 0-108-15,4 0-124 0,0 0-172 16,0-4-140-16,0-6-348 15,0-3-716-15,-4 1-756 0,4-4-617 0,-4-3-1343 16,-4 3-96-16,-4-3 4324 0</inkml:trace>
  <inkml:trace contextRef="#ctx0" brushRef="#br0" timeOffset="105598.817">3446 8245 2128 0,'0'0'1004'0,"0"0"5596"0,0 0-4051 16,0 0-1081-16,0 0-620 16,0 0 176-16,0 0 416 0,0 0-176 15,0 0-292-15,92 29-236 0,-60-23-296 0,-4-3-244 16,-1 1-124-16,5-4-72 0,0-4-12 15,0-5-428-15,-4-4-292 0,8-3-228 16,-4-3-340-16,-1-3-1044 0,-3 3-2249 16,8-13-3523-16</inkml:trace>
  <inkml:trace contextRef="#ctx0" brushRef="#br0" timeOffset="105804.545">3987 7772 13225 0,'0'0'2000'15,"0"0"-1332"-15,0 0 260 0,0 0 572 16,-7 71-120-16,7-40-344 0,7 3-352 0,2 8-187 16,3 2-25-16,-5 5-96 0,2 1-36 15,-5 4-268-15,-4 0-72 0,0 0-44 16,0-1-236-16,0-5-252 0,0-3-101 16,0-14-155-16,0-6-140 0,8-8-324 15,-1-8-744-15,6-5-980 0,2-4-1901 16,-2-11-1227-16,10-14 4932 0</inkml:trace>
  <inkml:trace contextRef="#ctx0" brushRef="#br0" timeOffset="106039.581">4442 7915 1528 0,'0'0'11821'0,"0"0"-9993"16,0 0-1476-16,-79 21 480 0,51-1 548 15,-8 6 28-15,4 2-392 0,4 5-432 16,0-5-240-16,4 2-104 0,8 3-176 0,0-4-64 15,8-4-40-15,5 4-44 16,3-8-12-16,0 2 96 0,3-8-112 16,9 6-56-16,4-6 144 0,4-2 24 0,4 0 48 15,0-4-48-15,4 0-60 0,-5 1-28 16,5-4-204-16,0 1-440 0,-4-4-348 16,0 3-668-16,0 3-3156 0,-8 1-5029 15,4 15 9085-15</inkml:trace>
  <inkml:trace contextRef="#ctx0" brushRef="#br0" timeOffset="106376.959">2606 9455 5488 0,'0'0'6589'0,"0"0"-5273"15,0 0-960-15,0 0 52 0,0 0 500 16,0 0 368-16,0 0-332 0,0 0-260 16,0 0-80-16,0 0 72 0,99-10 24 0,-71 36-164 15,0 6-96-15,4 5 24 0,0 5 93 16,-4 2 3-16,0 1-224 15,-1-1-196-15,-7-9-140 0,4-3-72 0,-5-3-136 16,-2-11-96-16,-1-4-72 0,3-6-133 16,-2-4-99-16,2-4-160 0,1 0-424 15,1-12-748-15,-2-7-2292 0,-3 2-1937 0,-4-21-383 16</inkml:trace>
  <inkml:trace contextRef="#ctx0" brushRef="#br0" timeOffset="106565.057">3068 9417 5500 0,'0'0'7989'16,"0"0"-6593"-16,-64 64-1120 0,36-33 40 16,0 7 740-16,0 0 660 0,0 3-596 15,4-2-592-15,4-8-384 0,1-2-144 0,6-4-80 16,1-6-164-16,5-3-348 16,-1-3-244-16,3-3-168 0,1-4-308 0,4 1-748 15,0-7-933-15,0 0-2335 0,4-7 476 16,13-6 4708-16</inkml:trace>
  <inkml:trace contextRef="#ctx0" brushRef="#br0" timeOffset="106716.441">3287 9553 3252 0,'0'0'9005'0,"0"0"-6345"16,88-13-1744-16,-57 7 188 16,5 3 792-16,0 0-340 0,-4 0-508 0,-4 3-367 15,0 0-233-15,-4 0-184 0,3 0-252 16,-3 0-12-16,-4-3-276 0,4 3-296 15,-4-4-169-15,-4 4-183 0,-4 0-192 0,0 0-700 16,-4 0-2240-16,0 0-2373 0</inkml:trace>
  <inkml:trace contextRef="#ctx0" brushRef="#br0" timeOffset="107413.233">4339 9118 10756 0,'0'0'1889'0,"0"0"-1021"0,0 0 160 0,7 79 444 0,-7-44 4 16,0 7-180-16,0 2-300 0,0 4-252 15,0 3 48-15,-7-4-183 16,-1 1-113-16,-5 0-120 0,2-7-132 0,-6-3-240 15,2-6 68-15,-5-4-60 0,-1-5-12 16,-2-5-228-16,3-5-88 16,0-3-36-16,0-10 48 0,4 0-73 0,4-6 61 15,1-4-124-15,-2-6 16 0,2-3 56 0,2-3 64 16,1 0 144-16,4-3 48 16,1 2-48-16,3 2 24 0,0 4 124 15,3 4 12-15,9 1 236 0,4 5 156 0,1 4 48 16,2 0-100-16,1 3-84 15,4 0-36-15,3 3 72 0,-2 7-24 0,3 2-60 16,-4 1-15-16,0 4-57 0,-5-3-52 0,5 5-84 16,-3 0-48-16,3 4-24 15,3-1-393-15,4 0-71 0,2 0 12 16,3 1-280-16,4-4-328 0,-1 0-988 0,6 0-1660 16,-2-3-1057-16,-11-3-1327 0,12-5 5472 15</inkml:trace>
  <inkml:trace contextRef="#ctx0" brushRef="#br0" timeOffset="107763.674">5319 9185 1592 0,'0'0'900'0,"0"0"7136"0,0 0-6223 15,0 0-1109-15,0 0-132 0,0 0 556 16,0 0 156-16,0 0-280 0,0 0-396 16,-80 86-336-16,59-51 148 0,2 3 24 15,-5 3 100-15,4 3-8 0,-3 3-192 0,2 2-16 16,5-5 4-16,4 0 128 0,5-6 4 16,7-2-271-16,0-5-105 0,7 1 8 15,14-7 48-15,-2 4-16 0,9-7-128 16,4-2 0-16,8-9 4 0,0 0 8 0,-1-11-12 15,6 0-88-15,-2-6-32 16,1-7 0-16,-4-7-112 0,-8 2-157 16,0-1-231-16,-8-4-176 0,-5-2-256 0,-6 3-556 15,-5-1-948-15,-5 0-1845 0,-3 9-2131 16</inkml:trace>
  <inkml:trace contextRef="#ctx0" brushRef="#br0" timeOffset="107939.29">5246 9624 4636 0,'0'0'2616'16,"0"0"3137"-16,0 0-4201 0,0 0-468 15,88 25 72-15,-60-25 172 0,4-10-220 0,-4 0-544 16,-4-6-356-16,4 2-208 0,-9-6-60 16,2-2-432-16,-5-1-120 0,-4 1-140 0,-1-3-240 15,-7 2-652-15,1-2-920 16,-5-1-2157-16,0 5-1495 0,-9-11 4756 15</inkml:trace>
  <inkml:trace contextRef="#ctx0" brushRef="#br0" timeOffset="108196.338">4960 8820 1396 0,'0'0'1172'0,"0"0"6968"16,0 0-5563-16,0 0-1101 0,43 92-120 15,-22-51 192-15,7 7 44 0,0 8-368 16,0 5-348-16,0 9-167 0,0 4-213 16,-1 2-144-16,0 10-148 0,-2-1 24 15,-1 0-180-15,0-3-48 0,0 2-144 16,-5-8-96-16,5-6-256 0,-3-7 96 16,2-6 144-16,-3-2-109 0,4-5-195 15,0-5-184-15,4-8-152 0,-5-4-124 0,2-8-492 16,-1-3-1060-16,0-9-2417 0,-9-7-1971 15,2-6 6632-15</inkml:trace>
  <inkml:trace contextRef="#ctx0" brushRef="#br0" timeOffset="108977.58">6434 8680 3648 0,'0'0'5328'16,"0"0"-2591"-16,0 0-1137 0,0 0-660 0,0 0-44 16,0 0 376-16,0 0-76 0,36 83-268 0,-16-39-204 15,3 11-136-15,-2 8-160 0,3 6 36 16,0 13 36-16,-9 2-88 0,6 5-95 0,-10 0-169 16,-2-3-16-16,-1-4-132 15,3-6-40-15,-3-12-116 0,1-11-89 16,-2-15 25-16,-3-9 100 0,4-10-196 0,-4-10-244 15,1-4-248-15,2-5-112 0,1-11-128 16,3-5-664-16,2-12-964 16,7-7-1857-16,-8 7-2015 0,12-27 6340 0</inkml:trace>
  <inkml:trace contextRef="#ctx0" brushRef="#br0" timeOffset="109247.007">6988 9024 6868 0,'0'0'5789'0,"0"0"-3817"0,0 0-1088 15,0 0-484-15,0 0 156 0,0 0 204 0,-84 66 256 16,60-38-316-16,1 4-344 0,3 0-156 16,-5 3-104-16,10-3-84 0,-1-1-12 15,0 1-48-15,4 0-64 0,4-1 40 16,0-2 24-16,8 3 48 0,0-4 40 0,0 4 20 16,12-6 52-16,0-1 8 0,0 0 40 15,3-3-100-15,6-3 64 16,-5-3-52-16,3-6-20 0,2-3-52 0,-1-4-220 15,-1-3-224-15,1 0-144 0,0-3-116 16,0-7-112-16,-4 0-424 0,-4-6-1004 16,4 0-2301-16,-8 1-2211 0,4-11 6028 0</inkml:trace>
  <inkml:trace contextRef="#ctx0" brushRef="#br0" timeOffset="109579.708">7100 9443 116 0,'0'0'7660'0,"0"0"-3751"0,0 0-2205 0,32 88 424 15,-24-50 48-15,3 0-564 16,2 4-496-16,-6 2-192 0,5-3-267 16,-3-3-121-16,-2-3-112 0,-7-3-292 0,4-7-132 15,0-2-192-15,-4-7-124 16,4-4-96-16,-4-2-125 0,0-7-119 0,0-3-124 16,0 0-272-16,0-6-504 0,4-4-696 15,-4-6-84-15,4-4 243 0,-4 1 313 16,5-2 312-16,-5-2 560 0,0-2 792 15,3 3 116-15,1 3 1064 0,4 3 324 0,0 3 268 16,0 4 65-16,4 6 163 0,-1 0-32 16,6 3-280-16,-2 0-312 15,2 0-168-15,3-4-264 0,-5 1-280 0,-3 0-220 16,4-7-191-16,-4-2-137 0,4-2-253 16,-4 0-163-16,1-9-192 0,-2 2-224 15,1-3-172-15,-4-1-516 0,0 0-1040 16,-4-1-1693-16,0 1 181 0,-4 2-1008 15,0 1 4196-15</inkml:trace>
  <inkml:trace contextRef="#ctx0" brushRef="#br0" timeOffset="109699.168">7478 9385 32 0,'0'0'2228'0,"0"0"-1808"16,0 0 3940-16,0 0-83 15,-7 66-2929-15,7-36-532 0,0 1-180 0,0 7 236 16,-5 0 336-16,5 3-220 0,0 1-180 16,0 2-128-16,5-2 20 0,-2 2 168 0,-3-9-696 15,4 0-172-15,-4-7-552 0,0-5-316 16,8-5-208-16,0-5-588 15,0 0-220-15,-4-4-4673 0,8-2-1254 0</inkml:trace>
  <inkml:trace contextRef="#ctx0" brushRef="#br0" timeOffset="110182.384">7490 8763 744 0,'0'0'1356'0,"0"0"5220"16,0 0-4620-16,0 0-375 0,0 0-165 15,0 0 44-15,0 0-64 0,0 0-164 16,0 0-232-16,0 0-264 0,0 0-184 16,12 16-64-16,24-16-96 0,0 0-88 15,3 0-84-15,2-4-40 0,-2-2-124 16,-3-3-56-16,-4 2-108 0,-4-5-292 0,0 2-248 16,-9-3-184-16,1 3-112 15,-3 1-404-15,-9-3-960 0,-1 5-1576 0,-3 1-1549 16,0 0 253-16,-4 6 4684 0</inkml:trace>
  <inkml:trace contextRef="#ctx0" brushRef="#br0" timeOffset="110396.55">7721 8824 404 0,'0'0'3000'0,"0"0"4124"16,-16 85-5079-16,12-50-365 0,0 9 20 0,4-3-100 16,0 6-216-16,0 5-232 0,0 2-200 15,0 2-208-15,8-1-175 0,-4-1-109 0,5-7-108 16,-2-5-148-16,9-7-56 15,0-10-52-15,-1-3 12 0,6-3-48 16,3-6-60-16,-5-6-4 0,5-4-128 0,4-3-268 16,-4-7-204-16,4-6-245 0,0-5-39 15,-3-11-260-15,-2-2-948 16,-3 5-2516-16,-5-22-2797 0</inkml:trace>
  <inkml:trace contextRef="#ctx0" brushRef="#br0" timeOffset="110562.144">8184 8912 4592 0,'0'0'7845'16,"0"0"-6277"-16,0 0-584 0,71 95 380 0,-47-57 400 15,4-3-32-15,0 1-412 16,0-5-603-16,-1-6-473 0,-3-3-244 0,0-9-136 16,0-3-217-16,-4-3-179 0,4-7-260 15,-4-4-200-15,-5-9-624 0,6-2-1544 16,-5-5-3093-16,-4 5-1783 0,-1-14 8032 0</inkml:trace>
  <inkml:trace contextRef="#ctx0" brushRef="#br0" timeOffset="110732.087">8506 8887 3148 0,'0'0'1784'16,"0"0"3548"-16,0 0-3171 0,-68 76-349 16,44-38 16-16,0 4-32 0,1 5-256 15,-1-3-256-15,3-3-176 0,2-6-367 16,3-2-365-16,4-8-376 0,0-10-376 15,4-2-220-15,4-10-97 0,0-3-51 0,4-9-332 16,0-10-836-16,4 3-2068 16,4-22-1717-16</inkml:trace>
  <inkml:trace contextRef="#ctx0" brushRef="#br0" timeOffset="111088.652">8646 8683 6720 0,'0'0'2844'0,"0"0"-1271"0,0 0-557 15,0 0-20-15,79-57 48 0,-63 48-260 16,0 5-268-16,0 4-200 0,3 0-116 16,-2 4-88-16,-1 5 20 0,0 8 128 15,4 2 52-15,-9 2 160 0,6 4 0 16,-6 8-136-16,6 1 120 0,-6 8 108 0,5-2 248 16,0 6 52-16,0-2-316 0,-4 3-256 15,4-3-108-15,0 5-39 0,0-2 147 16,0-2-136-16,-5 0 40 0,-2-5-196 15,-1-1-36-15,-4-4-72 0,0-4 32 16,-1-1 4-16,-3-5-12 0,0-4-48 16,0 2-28-16,0-8 51 0,-3 1 1 0,-1-3 8 15,0-3-32-15,-4-1-4 0,-4 0-20 16,4-2-88-16,-8-1-60 16,0-2-76-16,-8-1-12 0,-4 3-48 0,-8-3-52 15,-7 0 0-15,-9 4 12 0,-4-4-164 16,-12 3-572-16,-8-2-636 0,-3-2-740 15,15 3-1557-15,-40 3-2143 0</inkml:trace>
  <inkml:trace contextRef="#ctx0" brushRef="#br0" timeOffset="112746.739">2299 10766 312 0,'0'0'8100'16,"0"0"-3839"-16,0 0-2733 0,0 0-328 0,0 0-68 0,0 0 40 15,0 0-172-15,0 0-176 16,0 0-312-16,0 0-168 0,19 6-100 16,-3-6-88-16,9 0-56 0,6 0-52 0,13 4 12 15,-1 2-12-15,13 1-48 16,0-2-48-16,4 5 36 0,4-3 8 15,3 0-68-15,6-1 72 0,2 0-72 0,9-6 68 16,4 0 0-16,3 0 4 0,1 0-124 16,7 0-108-16,1-4 48 0,3 2 16 15,5 2 168-15,4-4 0 0,7 4-148 16,-4 0-184-16,9 0 248 0,-1-2 36 0,5 2 36 16,4 0-40-16,-1 0 44 15,0-4-52-15,1 4-16 0,4-3 68 0,-5-1-176 16,0-2 88-16,5-1-28 0,-5-2-60 15,4 0 84-15,-2-1-48 16,2 3 64-16,-4-2-16 0,1 6 100 0,-4-3-124 16,-5 2 64-16,-3 1 8 0,-1 3 40 15,-4-3 12-15,-3 0 8 0,-5 0 44 16,-3 0 32-16,0-4-20 0,-9 4-4 16,-3 0-4-16,-8 0-56 0,-4-3-8 15,-9 2 8-15,-7-2 0 0,-4-1 0 0,-13 5-48 16,-6-3-24-16,-10 5-128 0,-6 0-132 15,-14 0-168-15,-3 0-472 0,-8 0-276 16,0 0 96-16,-4 0 4 0,-4 7-252 0,-4-3-1337 16,0-1-2991-16,-8 0 5048 15</inkml:trace>
  <inkml:trace contextRef="#ctx0" brushRef="#br0" timeOffset="119915.624">10609 8026 3676 0,'0'0'52'15,"0"0"4824"-15,0 0-2704 0,-8 96-679 16,12-55-293-16,5 3-32 0,3 4-172 16,4 5-116-16,-4 8-144 0,3-4-116 15,1 4-124-15,-4 2-68 0,-3 4-256 16,-2 3-96-16,1 3-68 0,-8-1-8 15,4 5-8-15,-4 2-4 0,0 4 0 16,0-1-24-16,4 8 36 0,-4-5 84 0,0 4-24 16,0-3-8-16,0-1 8 0,0-2 28 15,-8 3-84-15,4-7 44 16,-7-3-48-16,-2 0 8 0,-2-7 4 0,-2 2 72 16,-2-5-32-16,-5 2-52 0,0-2-196 15,-4 0 196-15,-4-2 8 16,4 0 188-16,0-1-100 0,0-5-8 0,-4 2-88 0,4-4 8 15,-4-1-8-15,1-4 0 0,-5-1 48 16,4-6 76-16,-4 1-52 0,1-6 48 16,-1-1-56-16,-5-7 68 0,2 1-80 15,3-4 32-15,-8-3-76 16,4 1 64-16,-3-3-72 0,-6-4-12 0,-3 3 4 0,5 0 8 16,-9-3-12-16,4 3 12 15,-7-3 48-15,3 4-48 0,-7-4 0 16,-1 3 0-16,-1-7 0 0,-6 5 12 0,-1-4 100 15,-4-4-52-15,-3-2 12 16,-5 3 52-16,-4-4-16 0,-3 0-32 0,-1 1 8 0,-11 0-84 16,0 0 0-16,-6-1-148 15,-6 0 148-15,0 3-12 0,-9-1-108 16,1 4 120-16,-1-1 68 16,-8 0-68-16,1 0-4 0,-4 2-44 0,-5-1 40 15,-8 1-92-15,1 0 100 0,-9-3 8 0,-3-1-4 16,0 2 92-16,0-5-36 0,-4-2-52 15,-1-1 28-15,1 2-36 0,-9-1-144 16,1 0 136-16,-1-2-176 0,2 5 100 16,-2 3 76-16,1-3-4 0,-1 6-52 15,5-3 4-15,-1 2 52 0,2 1 8 16,1 3 8-16,6-3 40 0,4 0 64 0,3 2 32 16,6-1-40-16,2-4-100 0,4-1-4 15,5-2 8-15,12-3 76 0,11-1 76 16,5-6-152-16,7 3 76 0,8-3 48 15,12 0-8-15,5-3-116 0,7-3-8 16,4-1-60-16,8 0-88 0,9 0-60 16,2 2-20-16,10-2-16 0,3 4 0 15,9-3-40-15,6 2-32 0,9 2-100 16,5-2-116-16,3-3-392 0,7-2-632 0,9-10-1248 16,16-6-2397-16,-8 0-967 0,36-24 4033 15</inkml:trace>
  <inkml:trace contextRef="#ctx0" brushRef="#br0" timeOffset="121147.741">12686 9213 6200 0,'0'0'1676'0,"0"0"952"0,0 0-1427 15,0 0-601-15,-64-75 196 0,44 62 92 16,4-3 188-16,-4 6-32 0,0 1-140 0,4 6-148 16,-4-1-112-16,1 4-28 15,2 0-88-15,-3 0-172 0,-3 10-40 0,-1 3-120 16,0 6 12-16,0 6 12 0,0 10-16 16,0 4-8-16,4 11 96 0,0 10 25 15,4 5-49-15,5 7-64 0,2 4-68 0,9-3-76 16,0 0-12-16,4-6-40 15,8-7-4-15,4-9 44 0,8-13 32 16,4-10-80-16,8-8-48 0,3-11-72 16,2-9-112-16,-2-7-8 0,5-15-89 0,-4-9-135 15,-4-11-168-15,0-5-152 0,-1-7-184 16,-3 0-516-16,-4-4-884 0,-4 1-1668 16,-7 16-849-16,2-16 321 0</inkml:trace>
  <inkml:trace contextRef="#ctx0" brushRef="#br0" timeOffset="121373.405">12929 8851 3572 0,'0'0'5572'0,"0"0"-1591"0,0 0-3065 16,0 0-372-16,0 0 352 0,32 83 600 0,-29-45-84 16,5 10-280-16,-4 6-388 0,5 10-196 15,-2 5 0-15,-3 7-23 16,0 7-209-16,0-4-76 0,0 4-240 0,-4-7 0 15,0-6-96-15,0-10-180 0,-4-6-225 16,0-13-119-16,4-8-12 0,0-12-20 16,4-8 76-16,9-6-272 0,-2-7-568 15,9-7-1776-15,-8-2-2989 0,20-16-855 16</inkml:trace>
  <inkml:trace contextRef="#ctx0" brushRef="#br0" timeOffset="121711.739">13522 9575 8688 0,'0'0'6445'0,"0"0"-5097"16,0 0-416-16,-91 76-176 0,63-44 328 15,-4 7 264-15,4-1-144 0,4-4-499 16,8-2-405-16,0-9-152 0,12-8-148 0,0-5-52 16,4-8-36-16,0-2-44 0,0 0-60 15,8-2-76-15,4-8-60 16,0 1-1-16,4-7-71 0,0 1 8 0,4-8-8 15,-5 1-16-15,2 3-48 0,3-1-52 16,-4 5 60-16,0 5 72 0,-1 7 360 16,2 0 24-16,-6 3 208 0,6 3 164 0,-6 7 144 15,1 5-12-15,-3 5-16 16,2-2-84-16,-3 6-28 0,-4 1-84 0,4-6-12 16,-4 2-24-16,0-2-63 0,0-6-93 15,0-3-100-15,0-4-60 0,0-6-221 16,0 0-243-16,0 0-220 0,0-6-24 15,0-7-116-15,0-4-416 0,4-2-1268 16,0 1-2885-16,0-8-3203 0</inkml:trace>
  <inkml:trace contextRef="#ctx0" brushRef="#br0" timeOffset="121864.409">13829 9668 12713 0,'0'0'1756'0,"0"0"-924"16,0 0-4-16,-4 82 612 0,-4-57 64 15,0 1-524-15,0-10-844 0,0-4-136 0,4-2-476 16,-4-6-224-16,4-1-236 16,-4-3-420-16,4-3-1176 0,0-1-2909 15,-8-9-2291-15</inkml:trace>
  <inkml:trace contextRef="#ctx0" brushRef="#br0" timeOffset="122004.745">13865 9451 5652 0,'0'0'9009'0,"0"0"-7737"0,0 0-828 16,0 0-196-16,0 0-24 0,0 0 28 16,0 0-252-16,0 0-88 15,80-2-1080-15,-72 2-456 0,-1 0-1060 0,-3 0-2545 16,9 0 485-16</inkml:trace>
  <inkml:trace contextRef="#ctx0" brushRef="#br0" timeOffset="122365.574">14100 9728 28 0,'0'0'11989'0,"0"0"-10137"15,0 89-892-15,-4-63-216 0,0 2 524 16,0-6 208-16,0-3-280 0,4-9-500 0,0-4-328 16,0-3-244-16,0-3-124 0,4-3-96 15,0-7-76-15,4 1-196 0,4-7-144 16,0-1-40-16,0 3 96 0,-1-2-88 16,2 2-88-16,-1 6 72 0,-5 4 160 15,2 1 276-15,-5 3 124 0,4 0 348 0,-8 3 200 16,3 6 124-16,-3-2-16 0,0 3-140 15,0-5-76-15,4 1-84 0,-4-1-160 16,4-5-196-16,-4 0-64 0,5 0-232 16,3-7-72-16,-1 1 76 15,5-4 68-15,8 0 212 0,0 1 12 0,5 0 224 0,-2 2-172 16,-3 4-52-16,0 3 0 16,3 0 84-16,-2 3 88 0,-1 4 196 15,-1 6 88-15,2-5-80 0,-5 6-32 0,-5-3-28 16,1 3-124-16,-3 2-180 0,-2-4-12 15,-3-2-156-15,-4 3-208 0,0-4-136 16,0 4-136-16,-4-4-188 16,-3 1-164-16,-2 2-440 0,1-2-1008 0,-3-1-1741 15,2 1-2223-15,-2-1 5500 0</inkml:trace>
  <inkml:trace contextRef="#ctx0" brushRef="#br0" timeOffset="122771.485">15590 9601 132 0,'0'0'12089'0,"0"0"-9845"0,0 0-908 16,0 0-156-16,4 80 452 0,16-62 24 15,12-2-280-15,7-3-331 0,6-1-209 16,6-2-220-16,5-7-304 0,4-3-132 16,0 0-180-16,-4-9-72 0,-4-7-240 0,-9-3-148 15,0-3-168-15,-6-3-148 16,-5-5-169-16,-9 2-579 0,-3-4-1140 0,-3 7-2440 16,-13-10-2229-16</inkml:trace>
  <inkml:trace contextRef="#ctx0" brushRef="#br0" timeOffset="123113.015">16044 9150 10320 0,'0'0'1981'0,"0"0"-905"15,0 0 168-15,0 0 556 0,0 0 64 0,-48 93-340 16,44-53-436-16,4 5-224 16,0 9 21-16,0 3-317 0,0 3-228 15,4 4-136-15,1 2-132 0,3 1-72 0,-4 3-36 16,3-4 36-16,1 5-12 15,1-5 4-15,-2 1-4 0,1-4-36 16,-4-5 40-16,0-2-4 0,-4-5-36 0,0-3-12 16,0-3-24-16,0-8 24 0,0-2 8 15,-4-6-8-15,0-11-12 0,0-1 60 16,0-10-132-16,-3-4-48 0,-2-3 44 16,-3 0 64-16,-3-3 12 0,-5-7 12 15,-8-4 12-15,-4 0-52 0,-4-9-8 16,0 2-24-16,0-9-16 0,4-1-33 0,5-1-63 15,-1 0-72-15,8-3-172 0,3 1-96 16,10-2-312-16,3-2-532 0,4 0-932 16,0 0-1740-16,7 0-1253 15</inkml:trace>
  <inkml:trace contextRef="#ctx0" brushRef="#br0" timeOffset="123352.318">16582 9585 9700 0,'0'0'5977'0,"0"0"-4557"0,0 0-172 0,-8 96 524 15,0-52-19-15,1 0-361 0,3 11-424 0,4-8-268 16,0 4-208-16,4-7-248 0,7-3-244 16,6-5-84-16,-2-8-84 15,5-3-60-15,-4-9-36 0,0-6-112 0,3-7-44 16,-6-3-88-16,2 0-108 0,2-10-160 15,-6-6-597-15,2-7-759 16,-5-2-1772-16,-1 3-1325 16,1-8-2375-16</inkml:trace>
  <inkml:trace contextRef="#ctx0" brushRef="#br0" timeOffset="123515.154">16834 9620 1396 0,'0'0'900'15,"0"0"6792"-15,0 0-4671 0,0 0-573 16,55 79-544-16,-43-50-260 15,4 3-16-15,0-4-231 0,-4 1-365 0,4-7-380 0,-1-4-424 16,2-1-228-16,-2-8-204 16,6-2-24-16,-6-4 68 0,1-3-128 15,0-6-416-15,0-5-317 0,1-8-575 0,2-2-1284 16,-3 5-2912-16,4-10-3029 0</inkml:trace>
  <inkml:trace contextRef="#ctx0" brushRef="#br0" timeOffset="123701.318">17172 9528 3464 0,'0'0'11049'0,"0"0"-8905"16,0 0-756-16,-72 73-216 0,44-35 64 15,-4 6 92-15,0 7-223 0,-3 3-309 0,-1-3-228 16,0-3-112-16,8-7-260 0,0-10-196 16,4-2-24-16,9-13-352 0,-2-3-252 15,6-6-48-15,7-7-12 0,0 0-113 16,4-13-575-16,0-6-836 0,8-7-2032 15,-4 4-1477-15,16-16-1367 0</inkml:trace>
  <inkml:trace contextRef="#ctx0" brushRef="#br0" timeOffset="123912.676">17419 9483 664 0,'0'0'10072'0,"0"0"-8231"0,87 10-593 15,-55 3 344-15,9-1 204 0,-10 7 144 0,-3 4-520 16,-5 2-716-16,-2 3-216 0,-9 5-195 15,-4 2-161-15,0 6-24 16,-4-3 52-16,-4 3-52 0,-12 1-108 0,-4-2-12 16,-9-1-100-16,-2-2-32 0,-4-2-60 15,-6-3-4-15,1-7-157 16,-3 0-171-16,3-8-132 0,-5-1-300 0,2-7-252 16,-1 1-964-16,9-7-2100 0,6-3-2493 0,-3 0 2289 15</inkml:trace>
  <inkml:trace contextRef="#ctx0" brushRef="#br0" timeOffset="124469.857">18737 9392 2872 0,'0'0'1916'0,"0"0"3828"0,0 0-3663 16,0 0-1201-16,0 0-320 0,0 0 252 15,0 0 296-15,-87 44-120 0,63-18-80 16,0 5-216-16,-4 10-16 0,4 4 144 16,1 5-148-16,3 4-88 0,3 0-35 0,10-3-65 15,3 4-24-15,4-11-60 0,0-3-96 16,7-6-136-16,6-6-120 16,2-4-40-16,6-6 44 0,3-6-52 0,4-5-96 15,-1-1 24-15,5-7 24 0,-4 0-84 16,3-13-196-16,-6-2-180 0,-1-4-232 15,-4-6-209-15,-8-4-395 0,-1 0-776 16,-2 1-2012-16,-9-2-1313 0,0 9-1071 16,-13-10 5161-16</inkml:trace>
  <inkml:trace contextRef="#ctx0" brushRef="#br0" timeOffset="124629.891">18490 9696 3256 0,'0'0'1120'0,"0"0"5204"16,0 0-3899-16,0 0-369 0,0 0-388 0,49 67-168 15,-18-61-156-15,9 0-356 0,4-6-308 16,4 0-300-16,0-6-380 16,-5-6-24-16,2-5-464 0,-6 2-340 0,-3-1-348 15,-4-3-428-15,0 0-1520 0,-8 5-3109 16,4-4-871-16</inkml:trace>
  <inkml:trace contextRef="#ctx0" brushRef="#br0" timeOffset="128523.251">22311 5089 0 0</inkml:trace>
  <inkml:trace contextRef="#ctx0" brushRef="#br0" timeOffset="128558.81">22311 5089 0 0,'-32'79'0'0,"-39"23"0"0</inkml:trace>
  <inkml:trace contextRef="#ctx0" brushRef="#br0" timeOffset="128809.942">17766 8382 2316 0,'0'0'0'16,"0"0"-456"-16,0 0-952 0</inkml:trace>
  <inkml:trace contextRef="#ctx0" brushRef="#br0" timeOffset="129698.654">19742 8838 12165 0,'0'0'4144'0,"0"0"-3644"0,0 0-388 16,0 0-76-16,-8 77 524 0,8-39 208 0,-4 3-104 15,-1 10-148-15,5 7-136 16,0 5-12-16,0 9-76 0,5 8-108 16,-5 3-64-16,0 9-32 0,0-3-80 0,-9 3-8 15,-2 0-76-15,-6-7-12 0,6-5 4 0,-1-4-208 16,0-12 20-16,4-4 52 16,0-12-96-16,5-7 108 0,3-12-52 15,0-10-48-15,3-13-172 0,9-6-176 0,0-6-176 16,12-16-564-16,4-13-348 15,-8 3-996-15,19-29-2737 0</inkml:trace>
  <inkml:trace contextRef="#ctx0" brushRef="#br0" timeOffset="130015.388">20204 9471 4620 0,'0'0'7437'0,"0"0"-6117"15,0 0-636-15,0 0 28 0,0 0-84 16,0 0-60-16,-75 54-176 0,43-29-192 0,-9 7-188 15,2-1 36-15,-5 2-44 0,4-3 0 16,0 3 104-16,1-2-44 0,2-2-16 16,-3 1-44-16,5-3 96 0,3 2-100 15,4-8 76-15,0 2 72 0,9 0 76 16,-2-5-12-16,10-1 96 0,-2-2 64 16,9-2-12-16,4 1-140 0,4-2-96 0,9 3 84 15,6-2 60-15,5 3 28 16,4-3-28-16,4 0-12 0,-4-1-36 0,4 1-72 15,-4-1-52-15,0 1-96 0,-9 0-12 16,1 0-60-16,1-1-76 0,-6 1-32 16,-3-3-164-16,0 2-108 0,0 2-188 15,0-6-148-15,4 5 68 0,-4-1-832 16,-4-5-1268-16,4-1-4389 0</inkml:trace>
  <inkml:trace contextRef="#ctx0" brushRef="#br0" timeOffset="130430.149">20264 9994 11849 0,'0'0'5232'0,"0"0"-4872"15,0 0-360-15,0 0 0 0,0 0 568 16,0 0 492-16,0 0-16 15,28 89-580-15,-24-57-272 0,-4 10-68 0,0 0-4 0,0 2-116 16,0-4 8-16,0 2-8 16,0-4-4-16,-4-7-72 0,0-1-112 15,0-5-252-15,-1-6-56 0,1-6-96 0,0-1-64 16,4-9-164-16,-3 1-212 16,3-4-156-16,0 0-64 0,0-10-316 0,3-4-633 15,1-4-603-15,5-4 188 0,-1-7 1176 16,-1-2 1136-16,1 2 300 0,-3-3 640 15,-1 4 964-15,0 5 568 0,3 8 92 0,-3 5-255 16,4 7-181-16,-3 3-224 16,6 0-160-16,1 0-204 0,4 3-332 15,5 1-220-15,2-1-172 0,1-3-152 0,4 0-96 16,0 0-132-16,4-10-136 0,-4 0-40 16,0-3-228-16,0-1-280 0,0-3-160 15,-5 1-228-15,-7 0-360 0,0 0-760 16,-8 4-2232-16,-4-1-3365 0</inkml:trace>
  <inkml:trace contextRef="#ctx0" brushRef="#br0" timeOffset="130621.929">20694 9992 6340 0,'0'0'5365'0,"0"0"-3933"16,0 0-820-16,0 0 100 0,0 0 536 15,0 79 180-15,0-51-312 0,0 1-428 0,0 2-220 16,-4 2-112-16,0 1-64 0,4 2-144 15,-4-2-88-15,0 4-60 16,-4 0 0-16,0-3-96 0,1-3-396 0,3 0-268 16,-1-7-140-16,1-3-464 0,4-3-1056 15,0-6-2297-15,0 0-2415 0</inkml:trace>
  <inkml:trace contextRef="#ctx0" brushRef="#br0" timeOffset="131558.666">21256 9160 4608 0,'0'0'6056'0,"0"0"-4011"0,0 0-529 15,0 0-168-15,0 0 120 0,0 0-288 0,0 0-380 16,0 0-348-16,0 0 88 0,0 0 156 16,87 12-112-16,-34 1-36 0,3-4-219 15,-2 1-113-15,-1-1-140 0,-5-2 8 16,-1-3-84-16,-7-2-96 0,0 1 8 0,-8-3-44 16,0 0-417-16,-8-3-167 15,-5 1-152-15,-6 2-296 0,-5 0-864 16,-5 0-2268-16,-3 0-2601 0</inkml:trace>
  <inkml:trace contextRef="#ctx0" brushRef="#br0" timeOffset="131814.12">21491 9312 6700 0,'0'0'1324'0,"0"0"3013"0,0 0-2717 15,-28 89-88-15,24-54-104 0,4 0-212 16,0 0-204-16,0 3-156 15,0 0-220-15,8 4-76 0,3-4-124 0,-2 3-43 16,3-4-189-16,4 5-8 0,-4-4-76 16,-1-3-108-16,2 0 36 0,-2-7-48 15,2-2 0-15,-1-4-8 0,-1-6-4 16,2-4-48-16,2-2-12 0,-2-3 20 0,2-7-32 16,5 0-132-16,0-4-309 0,8-4-83 15,0-12-148-15,0-2-260 0,3-4-540 16,1-2-1072-16,-8 6-2113 0,8-20-2995 15</inkml:trace>
  <inkml:trace contextRef="#ctx0" brushRef="#br0" timeOffset="132005.93">22311 9420 8748 0,'0'0'6517'15,"0"0"-5385"-15,0 0-684 0,45 79 100 16,-30-44 676-16,1-3 188 0,0-4-144 15,0 2-611-15,0-5-365 0,4-3-200 16,0-3-92-16,-1-3-84 0,9-4-196 16,-3-5-277-16,6-4-115 0,-3-3-96 15,4-3-128-15,-4-7-412 0,0-6-1132 0,-7 4-2805 16,2-13-4059-16</inkml:trace>
  <inkml:trace contextRef="#ctx0" brushRef="#br0" timeOffset="132190.882">22746 9399 7068 0,'0'0'7345'0,"0"0"-6033"0,-63 72-756 16,39-44-132-16,-8 10 696 15,4 0 308-15,0-3-288 0,0-2-532 0,7-5-256 0,6-6-200 16,2-6-152-16,6-3-184 16,3-4-460-16,4-6-76 0,0 0-140 15,0-3-484-15,8-6-1220 0,0-3-2433 0,12-14-3651 16</inkml:trace>
  <inkml:trace contextRef="#ctx0" brushRef="#br0" timeOffset="132632.603">23172 9238 7432 0,'0'0'4361'0,"0"0"-3593"0,0 0-24 15,0 0 652-15,0 0-12 16,0 0-320-16,88-46-480 0,-68 39-164 15,0 1 36-15,-4 2-60 0,8 4-188 0,-9 0-124 16,5 0 40-16,-3 7 60 0,-6 3 24 16,1 5 160-16,-3 2 60 0,-2 4-28 15,-3 2-72-15,-4 2-24 0,0 0 25 16,0 7 107-16,0-3 12 0,0-1-144 16,0 1-124-16,-4 3-32 0,4 3-76 15,0-1-12-15,-3 4-48 0,3 7 60 16,0-1 36-16,-4 4-96 0,-1-3-12 0,1 2-4 15,-4 4-4-15,4-3-4 0,1-4 12 16,-1 1 12-16,0-8-4 0,4-4-8 16,-5-5-8-16,5-3-64 0,0-6 24 15,0-3 48-15,0 0-4 0,0-6 4 16,0-4 4-16,0-3 8 0,0 0 36 16,-4-3 12-16,4 0 12 0,0 4 40 0,-4-4-16 15,4 0-36-15,-4 0-16 16,-3 0-44-16,-2 0-96 0,-6 0 36 0,3 0-40 15,-8-4-80-15,-1 1-96 0,-2 0-88 16,-9 0-36-16,-4 0-36 0,-8 3-61 16,-8 0-75-16,-4 3-136 0,-7 3-108 0,-5 3-56 15,1 4-452-15,14 0-1636 16,-26 3-2749-16</inkml:trace>
  <inkml:trace contextRef="#ctx0" brushRef="#br0" timeOffset="133751.663">15060 9468 11309 0,'0'0'4556'15,"0"0"-3300"-15,0 0-848 0,0 0 200 0,0 0 600 16,0 0 88-16,0 0-396 0,0 0-463 15,0 0-293-15,0 0-140 0,8 13-8 16,1-7 4-16,-2 0-293 0,1 0-339 16,0-6-244-16,-4 4-240 0,-4-1-736 0,0 3-1264 15,-4 0-1753-15,-4 4-439 16,-7 9 1412-16,-2-98 3732 0</inkml:trace>
  <inkml:trace contextRef="#ctx0" brushRef="#br0" timeOffset="133895.603">14961 9744 3160 0,'0'0'8797'0,"0"0"-7073"15,0 0-872-15,0 0 16 0,0 0 628 16,11 67 28-16,-7-58-332 0,5 0-544 0,2 1-512 16,-3-3-136-16,5-2-208 15,2-1-440-15,-2 3-412 0,2-1-712 16,-3-3-3080-16,0 2-6713 0</inkml:trace>
  <inkml:trace contextRef="#ctx0" brushRef="#br0" timeOffset="145529.683">4853 12614 1604 0,'0'0'11169'0,"0"0"-9869"15,0 0-936-15,0 0 432 16,0 0 488-16,0 0-112 0,0 0-296 0,0-67-152 16,0 64-84-16,0 0-104 0,0 1-184 15,0 2-132-15,0 0-116 0,0 0-104 16,4 8-148-16,0 11 148 0,3 6 72 0,10 7 172 15,-6 13-36-15,6-1-88 0,2 10-32 16,-3 1-4-16,4 2-35 16,-4 6-49-16,3-2-29 0,-2 5 29 0,-1-2 8 15,-4-1-4-15,3-3 1 0,-2-9-5 0,2-4 48 16,-2-9-40-16,2-8-8 16,2-8 4-16,2-7 0 0,-3-2 44 15,4-9-36-15,4-4 0 0,0-7 136 0,4-12 68 16,4-14-56-16,3-4-64 0,1-10-96 15,1-10-12-15,-2-4-36 0,-3-2-64 16,-4-1-104-16,-9 0-100 0,2 7-1 0,-10 0 25 16,2 6-36-16,-9 7-36 15,0 2-100-15,-4 9-112 0,0 3-172 16,-4 5-280-16,-4 9-556 0,-8 4-532 0,4 5-892 16,-16 1-3105-16</inkml:trace>
  <inkml:trace contextRef="#ctx0" brushRef="#br0" timeOffset="145741.119">4944 13036 3980 0,'0'0'8573'0,"0"0"-7845"16,0 0-676-16,0 0 1280 0,0 0 572 15,0 0-428-15,96-6-536 16,-60-1-256-16,-1 5-168 0,9-3-28 0,-4 0-160 15,0 2-316-15,-1-1 0 0,6 2-8 16,-2-2-4-16,2 1-244 0,-6-1-500 16,1 4-272-16,-1 0-232 0,-2 0-900 15,-14 0-2821-15,14 0-4359 0</inkml:trace>
  <inkml:trace contextRef="#ctx0" brushRef="#br0" timeOffset="146035.046">6354 12769 4396 0,'0'0'7141'0,"0"0"-5885"0,0 0-260 15,0 0 672-15,0 0-24 0,0 0-320 0,92 54-488 16,-60-47-296-16,8-1-148 16,0-6 0-16,7 0-164 0,-3 0-212 0,0-3-12 15,0-3-4-15,-8 0-196 0,0-1-392 16,-12 4-292-16,0 0-144 0,-9-1-564 16,-2 4-1456-16,-9 0-3081 0,-4 0-1262 0</inkml:trace>
  <inkml:trace contextRef="#ctx0" brushRef="#br0" timeOffset="146294.323">6681 12862 2752 0,'0'0'600'0,"0"0"1744"0,0 0 1884 15,0 0-2411-15,-56 66-265 0,45-47-144 16,-2 3-224-16,2-2-120 0,-1 5-204 16,-1-3-120-16,6 4-76 0,-1-1-148 15,-1 0-28-15,2 2-108 0,3-2-76 16,4-3-36-16,0 0-24 0,0 0-40 0,0-3 16 15,7-3-11-15,2-3-29 0,3 2-48 16,-5-5 4-16,10-1-68 0,-6-2-68 16,6-1-4-16,-2-3-44 0,9-3 0 15,-3 0-4-15,2 0-68 0,5-3-208 16,-4-3-205-16,4-1-151 0,0-5-84 16,0 2-300-16,0-2-676 0,-9 5-2304 15,13-6-2917-15</inkml:trace>
  <inkml:trace contextRef="#ctx0" brushRef="#br0" timeOffset="146801.794">7877 12804 3940 0,'0'0'2500'15,"0"0"2861"-15,0 0-3685 0,0 0-620 0,0 0 16 16,0 0 96-16,0 0-212 0,0 0-352 16,-100 12-220-16,72 5-28 15,0 6 48-15,0 2 52 0,0 6-164 0,4 1-24 16,0 3 0-16,1 2 24 0,3 2-48 15,3-4 24-15,6 0-48 0,7-2-15 16,4-2-69-16,0-6-132 0,4 1 68 16,12-4-24-16,0-3-44 0,4-7 0 15,3 1-4-15,1-7 8 0,4-2-8 16,4-1 4-16,0-3-4 0,-4-7-84 0,4-2-196 16,-1-4-317-16,-3 1-207 0,-7-4-148 15,-6 3-340-15,-6-3-812 0,-5 6-1680 16,-8-5-2681-16</inkml:trace>
  <inkml:trace contextRef="#ctx0" brushRef="#br0" timeOffset="146979.724">7574 13122 3636 0,'0'0'716'0,"0"0"4396"0,0 0-3395 16,0 0-357-16,0 0 68 0,0 0 492 15,0 0-544-15,80-13-472 0,-44 4-408 16,-1-1-216-16,9-5-44 0,0-2-236 15,-1 2-52-15,2 2-240 0,-6-1-584 16,1 2-368-16,-12 6-808 0,4-3-3105 0</inkml:trace>
  <inkml:trace contextRef="#ctx0" brushRef="#br0" timeOffset="148225.533">8514 12493 1760 0,'0'0'1188'16,"0"0"3340"-16,0 0-1564 0,0 0-1007 0,0 0-681 16,0 0 28-16,0 0 108 0,0 0-316 0,0 0-268 15,0 0-200-15,20-41-196 0,-16 41-88 16,-1 10 20-16,1-1 40 15,5 10 48-15,-1 6-76 0,-4 4-12 0,-1 6-107 16,1 0-1-16,1 3 36 0,-5 3-52 16,0 5 28-16,0-2-64 0,-5 0-60 15,1 4-20-15,-3-1-124 0,-1 0-8 0,-5-2-48 16,2-1 52-16,3-5 4 16,0-4-8-16,0-7 0 0,8-5-40 15,-4-8-12-15,4-2-12 0,0-8-36 0,0 2-48 16,0-7-172-16,0 0-168 0,4 0 7 15,-4-7-119-15,8 2-100 0,-4-8-208 16,0-2-524-16,0-2-896 0,0-2-1748 16,-4 6-1905-16</inkml:trace>
  <inkml:trace contextRef="#ctx0" brushRef="#br0" timeOffset="148532.744">8514 12986 1304 0,'0'0'1148'0,"0"0"-116"0,0 0 3176 0,0 0-1968 16,0 0-679-16,0 0-405 0,0 0-84 15,0 0 4-15,0 0-108 0,0 0-212 16,0 0-180-16,4-17-80 0,-4 14-28 0,4 3-20 16,0 0-104-16,0 0-64 0,7 0 16 15,2 0-24-15,-1 0 8 0,8 0-12 16,4 0-84-16,-1 0 12 0,1 0 0 15,4 0-148-15,0 0-44 0,0 0 56 16,0 0 20-16,0 0-80 0,-5 0-192 0,1 0-16 16,-3 0-84-16,-6 0-28 0,2 0-180 15,-2 3-188-15,-2-3-216 16,-2 3-152-16,-3-3-348 0,4 4-468 0,-8-4-472 16,0 3-785-16,0-3-1355 0</inkml:trace>
  <inkml:trace contextRef="#ctx0" brushRef="#br0" timeOffset="150250.023">9179 12408 364 0,'0'0'1488'0,"0"0"-276"16,0 0-1004-16,0 0-48 0,0 0 2224 0,0 0-604 16,0 0-844-16,0 0-264 0,0 0-12 15,0 0 180-15,8 0 137 0,-8 0-217 16,0 0-200-16,0 0-140 0,0 0-88 16,0 0-104-16,0 0-88 0,0-4-64 15,0 4-12-15,0 0-60 0,0 0 48 0,0 0-52 16,0 0-8-16,0 0-80 0,0 0 12 15,0 0-16-15,0 0 4 16,0 0 12-16,0 0 0 0,0 0 24 0,0 0-76 16,0 0 64-16,0 0 56 0,0 0-4 15,0 0 0-15,0 0 8 16,0 0 4-16,0 0 12 0,0 0 52 0,0 0 0 16,0 0-52-16,0 0 40 0,0 0-52 15,0 0 0-15,0 0-88 0,0 0-28 16,0 0-36-16,0 0-128 0,0 0-68 0,0 0-8 15,0 0-44-15,0 0-20 0,0 0-8 16,0 4 199-16,0-4 45 16,0 0 44-16,0 0 12 0,0 0-80 0,0 0 208 15,0 0 0-15,0 0 52 0,0 0 24 0,0 0 28 16,0 0 12-16,0 0 12 0,0 0 4 16,0 0-15-16,0 0-17 15,0 0-36-15,0 0 52 0,0 0 80 0,0 0-44 16,0 0-36-16,0 0 76 0,0 0-24 15,0 0 24-15,0 0 76 16,0 0 52-16,0 0 24 0,0 0-36 16,0 0-28-16,0 0 36 15,0 0-12-15,0 3-52 0,0 0 16 0,4 4 72 0,-4 2 64 16,0 4-16-16,0 9 176 0,0 0-64 0,0 6-176 16,0 7 120-16,0 1-48 15,0 5-24-15,0 3-64 0,-4 0-100 16,0 5 12-16,-7-2-48 0,3 0-160 0,-5 1 60 15,2-1-72-15,-2-5 8 0,2-1-4 16,3 1-4-16,-1-8 0 0,1 1 64 0,1 4-56 16,-1-9 100-16,-1 3 16 15,2-4-64-15,3-7 0 0,0-3-60 16,0-4-12-16,0 2-36 0,0-4-12 0,4-1-24 16,0-2 32-16,0-1-92 0,0-2 92 15,0-4 4-15,0 0 40 0,0-3-76 16,0 0-116-16,4 0-20 0,-4 0-88 15,4 0-136-15,-4-3-100 0,4-4-48 16,-4 0-132-16,0-5-296 0,0 2-1260 16,0-8-4349-16</inkml:trace>
  <inkml:trace contextRef="#ctx0" brushRef="#br0" timeOffset="150614.979">9976 13353 9080 0,'0'0'4233'0,"0"0"-4233"0,0 0-716 0,0 0 716 0,0 0 588 15,0 0 580-15,0 0-308 16,0 0-540-16,-4 70-316 0,4-60-4 15,-3 0 56-15,-1-1-56 0,-1 1-16 0,-3 3-196 16,0-4-292-16,-3 4-104 0,2-4-280 16,-2 1-520-16,-2-4-1161 0,1-3-2543 15</inkml:trace>
  <inkml:trace contextRef="#ctx0" brushRef="#br0" timeOffset="151300.914">11945 12797 1644 0,'0'0'7740'0,"0"0"-5183"0,0 0-1077 16,0 0-436-16,0 0-12 0,0 0 76 15,0 0 136-15,0 0-320 0,91 33-248 16,-63-27-196-16,8 7-88 0,0-6-88 0,3 2-12 16,2-6-12-16,-2 4-72 15,-3-7-136-15,4 0-12 0,0 0 12 16,-4 0-68-16,-1-7-4 0,1-3-256 0,-4 1-276 16,-4 3-140-16,0-7-176 0,-4 4-380 15,-8-1-808-15,-4-4-1888 0,-4 8-1857 16</inkml:trace>
  <inkml:trace contextRef="#ctx0" brushRef="#br0" timeOffset="151594.44">12422 12811 2948 0,'0'0'808'16,"0"0"5396"-16,0 0-4143 0,0 0-605 15,0 0-212-15,0 0-36 0,0 0 108 16,0 0-300-16,0 0-328 0,-43 79-208 15,39-57-124-15,-4 5 84 0,3-2-72 16,-2 6 56-16,-1 1-44 0,4-1-40 16,-4 1-99-16,4-3-81 0,0 3-76 15,0-4-72-15,0 1 0 0,4-4 56 0,0 0-68 16,0-5-60-16,8 2 48 0,0-6-108 16,0 0-52-16,4-4 39 0,4-3-135 15,7-2-132-15,-3-3-28 0,8-4-24 16,-3 0-60-16,3-6-248 0,-5-8-180 0,5-2-224 15,-4 0-508-15,0-6-916 0,-4 10-2261 16,7-17-1523-16</inkml:trace>
  <inkml:trace contextRef="#ctx0" brushRef="#br0" timeOffset="151925.879">13108 12753 2936 0,'0'0'624'0,"0"0"1852"16,0 0 2785-16,0 0-3377 0,0 0-552 0,0 0-272 16,0 0-92-16,0 0-132 0,0 0-240 15,0 0-212-15,-24 49-64 16,12-24 108-16,0 4 4 0,-3 5-16 0,-2 1-36 15,2 6-28-15,2-3-24 0,-2 4-48 16,2-1 12-16,2-3-48 0,3 1-51 16,-1-8-57-16,9-3-132 0,0-2-4 0,0-4-12 15,4-3-72-15,9-3-40 16,2-3 3-16,1-4-291 0,9-3-88 0,-2 1-36 16,1-7-64-16,4 0-148 0,-4-2-448 15,4-12-792-15,-13 8-1180 0,10-16-2741 16</inkml:trace>
  <inkml:trace contextRef="#ctx0" brushRef="#br0" timeOffset="152130.471">13292 13071 496 0,'0'0'2792'0,"0"0"3428"0,0 0-3823 0,0 0-441 15,0 0-328-15,0 0-356 0,0 0-204 0,75 51-108 16,-43-51-320-16,3 0-380 15,6-6-260-15,2-7-256 0,1-3-76 16,0-3-368-16,-8 0-292 0,0 0-164 16,-9 0-548-16,-6 3-1268 0,-2-7-3533 15</inkml:trace>
  <inkml:trace contextRef="#ctx0" brushRef="#br0" timeOffset="152480.197">13550 12772 1892 0,'0'0'1408'0,"0"0"3360"0,0 0-699 15,0 0-2537-15,-32 67-328 0,28-48 92 16,1 4-96-16,-1 2-184 0,4 3-328 16,-5 4-256-16,5 4-116 0,-4-2-60 15,0 8 40-15,0-1-4 0,0 0-24 16,-3 3-48-16,-2 4 12 0,5 0-88 0,-4 3-12 15,5-4 4-15,-5 4 121 0,3 0 91 16,1-4-92-16,0-3-256 0,1-2-4 16,3-1-44-16,-4-3 40 15,0-9-40-15,4 0-36 0,0-10-124 0,-4 0-24 16,4-6 124-16,-4-4 48 0,4 1-37 16,0-7-51-16,-5 0 100 0,1-3 36 0,-7 0-60 15,-1 0-124-15,-4-6-60 16,-4-4-84-16,0-4 12 0,-4 0-136 0,-4-2-176 15,4-6-208-15,-4-1-240 16,5-9-292-16,-1 0-372 0,7 7-968 0,-2-19-2649 16</inkml:trace>
  <inkml:trace contextRef="#ctx0" brushRef="#br0" timeOffset="152807.147">13861 12830 116 0,'0'0'9024'16,"0"0"-6303"-16,0 0-1057 0,0 0-344 15,80 60-100-15,-61-41-220 0,1 6-240 0,1 1-228 16,-6 0-116-16,2 2-72 0,-6 1-96 15,1-1 32-15,-4 1-120 0,-4-1 0 16,0 2-28-16,0-2 4 0,-4-3-64 16,0 0-72-16,-8-3 0 0,-4 1-4 15,-4-1-104-15,-4 0-100 0,1-3-60 0,-5 3 32 16,-4 1-8-16,4-4-52 16,-8 0-12-16,4-3-12 0,-4-4-172 0,4 1-180 15,4-4-212-15,1-5-428 0,2-4-848 16,6 0-1961-16,2-13-2183 0</inkml:trace>
  <inkml:trace contextRef="#ctx0" brushRef="#br0" timeOffset="153196.066">14538 12991 4364 0,'0'0'1692'0,"0"0"3917"0,0 0-3641 16,0 0-448-16,0 0 28 0,96 25-232 15,-68-14-232-15,0-2-360 0,4 1-296 16,3-1-172-16,-3-2-108 0,4-1-52 16,0-3-88-16,0-3-8 0,-4 4-128 15,4-4-216-15,-8 0-572 0,-9 0-428 16,-3 0-852-16,-12 0-2212 0,-4 3-2341 0</inkml:trace>
  <inkml:trace contextRef="#ctx0" brushRef="#br0" timeOffset="153363.142">14546 13322 1068 0,'0'0'1580'0,"0"0"336"0,0 0 4080 0,0 0-3835 15,0 0-369-15,0 0-88 0,0 0-384 0,80 57-404 16,-44-53-312-16,7-4-236 0,5 0-208 15,4-4-160-15,0 1-48 0,-4-4-408 16,-5 4-456-16,2-3-340 0,-10 4-656 16,-11-3-2413-16,4 5-4019 0</inkml:trace>
  <inkml:trace contextRef="#ctx0" brushRef="#br0" timeOffset="160631.763">15657 12539 3268 0,'0'0'6280'0,"0"0"-4187"0,0 0-545 15,0 0-468-15,0 0-32 16,0 0 48-16,0 0-160 0,0 0-204 15,0 0-80-15,0 0-100 0,81-7-48 0,-57 7-64 16,4 2-84-16,3 3-40 0,5-3-36 16,8-2-48-16,4 0-28 0,4 0-80 15,7 0-64-15,9-2 25 0,0-5-73 16,11 0 148-16,1 1-112 0,0-4-12 16,3 1-36-16,-3-4-48 0,0 4 44 15,-4-4-44-15,-5 0-64 0,-3 4 52 16,-9-1-61-16,-3 4 9 0,-7 0-156 0,-14-1-108 15,-3 4-76-15,-4 0-48 0,-13-1-64 16,-2 4-72-16,-5 0-156 0,-8 0-212 16,0 0-224-16,-12 0-336 0,-4 4-360 15,-8-1-949-15,-3 2-2559 0,2-5 1409 16</inkml:trace>
  <inkml:trace contextRef="#ctx0" brushRef="#br0" timeOffset="160930.673">16267 12539 1892 0,'0'0'1564'0,"0"0"3704"0,0 0-3288 16,0 0-527-16,0 0-301 0,4 77-48 15,-4-54 120-15,4 6-120 0,1 3-156 16,-5 7-132-16,0-2-192 0,0 3-108 15,0 6-36-15,0 1-140 0,0 4-72 16,0-3-96-16,0 2-64 0,4-2-48 0,-4-3-60 16,3-1-8-16,1-3 8 0,0-2-48 15,0-8-12-15,5-3 0 16,-2-2-76-16,1-10-192 0,4-3-296 0,-4-4-24 16,4-5-104-16,0-4-240 0,0-4-296 15,4-8-524-15,-4-8-768 16,0 5-2009-16,0-17-1187 0</inkml:trace>
  <inkml:trace contextRef="#ctx0" brushRef="#br0" timeOffset="161211.295">16694 12639 680 0,'0'0'2920'0,"0"0"2016"15,0 0-3280-15,0 0 57 0,0 0-89 16,-8 67-216-16,8-41-176 0,0 2-292 16,0 3-308-16,0 5-100 0,0 2-40 15,0 3-12-15,0 0-136 0,0 1-124 0,-4-4-60 16,4 0-100-16,-4 0-52 0,-1-2-4 16,2-3-4-16,-1-1-68 0,0-3 56 15,0-4-48-15,0 1-52 0,0-4-180 16,4 0-116-16,0-3-96 0,-5-6-76 15,5-1-200-15,0-1-424 0,5-5-660 0,-1 0-1308 16,4-6-3145-16</inkml:trace>
  <inkml:trace contextRef="#ctx0" brushRef="#br0" timeOffset="162796.727">18028 12465 1472 0,'0'0'316'0,"0"0"1052"0,0 0 4476 15,0 0-3956-15,0 0-651 0,0 0-329 16,0 0 44-16,0 0 24 0,0 0-56 16,0 0-268-16,0 0-188 0,0 0-104 15,-32 13-12-15,25-1 24 0,-5 4 32 16,-1 6-20-16,2 3 44 0,-1 8-72 15,4 4 60-15,0 5-48 0,0 5 36 16,-1 7-16-16,6 1-84 0,-1-1-72 16,4 3-87-16,0-6-137 0,0-1-4 15,4-8-4-15,8-5-12 0,4-8-85 0,4-6 1 16,8-11-248-16,4-5-128 16,7-7-308-16,1-4-376 0,4-11-584 0,-12 2-2056 15,8-16-3373-15</inkml:trace>
  <inkml:trace contextRef="#ctx0" brushRef="#br0" timeOffset="163045.83">18391 12674 3104 0,'0'0'104'0,"0"0"7448"0,0 0-5587 0,0 0-753 0,0 0-88 15,0 0 112-15,0 0-128 16,88 13-424-16,-60-10-352 0,4 4-160 15,-4 2 12-15,3 4 16 0,-3 2 32 0,4 4 12 16,-8 0 40-16,-1 6 20 16,2 5-48-16,-9-5-48 0,-4 4-72 0,-5-1-8 15,2-3-128-15,-5-1-120 0,-4-6 20 16,0-3-156-16,4-4-96 0,-4-5-128 16,4-3-232-16,-1-3-252 0,1 0-620 15,9-9-760-15,-5-2-2485 0,3-14-3311 0</inkml:trace>
  <inkml:trace contextRef="#ctx0" brushRef="#br0" timeOffset="163247.7">18921 12633 2844 0,'0'0'5952'16,"0"0"-3511"-16,0 0-1185 0,0 0-132 15,-72 67 524-15,52-45 184 0,-3 3-408 0,-1 0-516 16,-4 0-344-16,-4 5-148 15,4-1-88-15,-8-1-132 0,4-3-196 16,1 0 0-16,-1 1-96 0,4-7-332 0,7-3-220 16,2-3-152-16,10-5-308 0,2-3-576 15,3-5-1020-15,4-5-2785 0</inkml:trace>
  <inkml:trace contextRef="#ctx0" brushRef="#br0" timeOffset="163447.144">19168 12884 340 0,'0'0'9128'0,"0"0"-6231"16,0 0-781-16,0 0-48 0,95 0-196 15,-75 0-300-15,1 0-340 0,3 0-431 16,-1 0-313-16,1 3-176 0,0-3-140 0,0 0-172 16,4 0 0-16,-1 0-60 15,1-3-184-15,0 0-216 0,4-3-257 0,0-1-271 16,0 4-356-16,0-4-1132 0,-4 1-3084 15,0 3-4873-15</inkml:trace>
  <inkml:trace contextRef="#ctx0" brushRef="#br0" timeOffset="163979.781">20324 12541 3100 0,'0'0'6720'15,"0"0"-4247"-15,0 0-877 0,0 0-468 16,0 0 132-16,0 0 120 0,0 0-72 16,47 75-252-16,-14-61-420 0,10-1-284 15,0-7-60-15,10-3-72 0,3-3-64 16,0 0-92-16,3-6-64 0,-8-4-12 0,2 1-124 15,-5-2-448-15,-9-1-220 0,-3 3-276 16,-8-3-300-16,-4 1-896 16,-8 3-1944-16,-9-6-2425 0</inkml:trace>
  <inkml:trace contextRef="#ctx0" brushRef="#br0" timeOffset="164191.683">20706 12662 1228 0,'0'0'1288'0,"0"0"188"0,0 0 3800 15,0 0-3195-15,-64 77-365 0,52-56-216 0,0-2-28 16,4 6-68-16,0 1-208 0,1 0-224 0,-2-1-236 16,5 3-200-16,4 2-160 15,-4-5-132-15,4-3-88 0,4 0-68 16,5-3 21-16,2-3-61 0,5-4-48 16,8 1-81-16,0-6-187 0,4-4-208 0,4 0-180 15,0-3-212-15,7-6-412 16,6-4-1012-16,-13 0-2957 0,19-9-4171 0</inkml:trace>
  <inkml:trace contextRef="#ctx0" brushRef="#br0" timeOffset="164558.878">21590 12595 2948 0,'0'0'324'0,"0"0"5656"16,0 0-3683-16,0 0-873 0,0 0-380 16,0 0 104-16,0 0 200 0,0 0-104 15,-84 51-328-15,65-29-340 0,-1 3-48 16,-4 4 60-16,5 2-40 0,-2 5-36 15,1 2-27-15,1 0-97 0,-2 0-72 16,10-7-76-16,-2 1-104 0,6-7-68 16,7-2-68-16,0-4-96 0,3-3 48 15,5 0-64-15,9-3 40 0,3-4-108 0,-1-3-160 16,9-2-49-16,0-1-111 0,4-3-144 16,0-3-176-16,0-7-368 0,-4 1-684 15,0 2-672-15,-4 1-484 0,-5-1-1141 16,-3 1-331-16,-4 0 1945 0</inkml:trace>
  <inkml:trace contextRef="#ctx0" brushRef="#br0" timeOffset="165203.012">21328 12856 820 0,'0'0'1540'0,"0"0"-692"15,0 0-716-15,0 0 5468 0,0 0-3752 16,0 0-687-16,0 0-293 0,0 0-36 16,0 0 68-16,0 0 32 0,0 0-292 15,51 15-236-15,-31-5 72 0,-4-4 120 0,8 4-64 16,-4 2-188-16,-1-2-36 0,2-1-48 15,-5 4-52-15,0-3-12 0,0 3 24 16,-8-5-48-16,3 6-84 0,-2-5-40 16,-1 4-48-16,-4 0 8 0,-1-1-8 15,-3-2 12-15,0 2-12 0,0 1 0 16,-3 3 0-16,-9-3-60 0,-1 2-112 0,-2-2 12 16,-5 3 112-16,3-4-40 0,-2-1-84 15,3-3-84-15,4-4-152 0,1 3-256 16,2-7-180-16,5 0-236 0,0 0-380 15,0-4-1112-15,4-6-4049 0</inkml:trace>
  <inkml:trace contextRef="#ctx0" brushRef="#br0" timeOffset="165848.593">22224 12703 2552 0,'0'0'328'0,"0"0"3620"16,0 0 333-16,0 0-2769 0,0 0-336 15,0 0-88-15,0 0 20 0,0 0 108 0,0 0-312 16,0 0-324-16,0 0-188 16,-8-6-96-16,8 12-88 0,-8 6 36 0,0 7 40 15,-4 7 8-15,0 5 84 0,-3 1 124 16,-2 3-124-16,2 4-119 0,2-4-37 16,-2-1-76-16,2 2-36 0,2-2-96 15,3-2-12-15,3-3-40 0,1-7-20 16,4 0 12-16,9-5-144 0,6-6-113 15,6 3-183-15,7-8-120 0,4-6-28 0,3 0-284 16,5-10-708-16,-8 0-1384 0,12-8-3013 16</inkml:trace>
  <inkml:trace contextRef="#ctx0" brushRef="#br0" timeOffset="166262.058">22810 12732 5776 0,'0'0'6989'0,"0"0"-6137"0,0 0-140 15,4 72 940-15,-4-43 320 0,0 0-288 16,-4-1-620-16,-5 4-564 0,2-1-136 16,-1 5-47-16,-5-4-97 0,-2-1-88 0,-5 1-48 15,0-4-76-15,-4 1-8 0,0-6 0 16,0-1-48-16,5-10-12 15,-5 1-24-15,3-3-160 0,2-8-109 0,-1 2-11 16,-1-4-76-16,6 0 64 0,-1-4-104 16,4-8 4-16,4-1-28 0,0 1 36 0,8-8 84 15,0-2 12-15,0 0-60 0,0-3-68 16,12 3 116-16,-4 2 164 16,3 5 20-16,2 5-12 0,-1 3 36 0,4 5 176 15,3 2 364-15,-2 2 128 0,7 5 8 16,-5 3 8-16,5-1 0 15,0 4 36-15,1-4-136 0,-2 1-88 0,-3-1-124 0,4-6-84 16,-5 1-112-16,5-4-52 16,-3 0-440-16,3-4-468 0,-5-5-656 15,-2 0-2452-15,2-8-4053 0</inkml:trace>
  <inkml:trace contextRef="#ctx0" brushRef="#br0" timeOffset="166464.808">23244 12843 3252 0,'0'0'300'0,"0"0"5496"16,0 0-2819-16,0 0-989 0,12 69-524 0,-12-53-276 16,0 3-192-16,0 0-96 0,0 1-272 15,-4-4-300-15,-4 3-180 0,-4-4-100 16,0 1-48-16,-4 3-208 0,-4-6-380 15,0 3-236-15,-4 0-252 0,-4-4-604 16,5 1-1160-16,-9-1-3705 0</inkml:trace>
  <inkml:trace contextRef="#ctx0" brushRef="#br0" timeOffset="167430.568">24085 12439 144 0,'0'0'9492'0,"0"0"-6875"16,0 0-809-16,0 0-468 0,76 76-20 0,-57-47-40 15,5 3-184-15,-3 6-176 0,-2 0-296 16,-3 3-100-16,0 0-52 0,0 1-83 15,-4-2-109-15,0 0-84 0,-8-3-112 0,0-2-84 16,-4 3-8-16,0-2-64 16,-8 2 64-16,-8 0-92 0,-4 0-8 0,-8 4-172 15,-4-5-49-15,-8 4-95 0,-3-6-16 16,-9 3-44-16,0-3-104 16,-8 0-160-16,0-3-376 0,-8-3-960 0,12-7-1136 0,-27 6-3197 15</inkml:trace>
  <inkml:trace contextRef="#ctx0" brushRef="#br0" timeOffset="168428.088">16248 13989 52 0,'0'0'7528'0,"0"0"-4356"16,0 0-1399-16,0 0-637 0,0 0-124 0,43-70-28 16,-39 63-28-16,-4 1-308 0,0 3-176 0,0 3-52 15,-4 0-24-15,0 0-152 16,-3 0-44-16,-10 6-192 0,2 4 124 15,-5 6 40-15,-8 2 76 0,0 12 96 16,-4 1 180-16,4 7-72 0,0 4-160 16,4 3-36-16,1-1-64 0,6-3-32 15,6-3-152-15,3-3-8 0,8-10-44 0,0-3-32 0,4-6 28 16,7-4-84-16,6-5-124 16,2-3-12-16,1-4-24 0,8 0-24 15,-4-11-40-15,3-1-36 0,-2-1 24 16,3-2 60-16,-8-1 28 0,-5 0-68 15,2 0-20-15,-6 3 56 0,-7 4 64 0,5-4 12 16,-9 7-12-16,0-1-40 0,0 1 76 16,0 0-4-16,-9 0 64 0,-2-1 100 15,-1 1 52-15,-1 3 212 0,-2-1-44 16,2 4-156-16,2 0 48 0,3 7-60 16,-1-1-112-16,2 1-40 0,3-1-164 15,4-3-1044-15,0 0-1756 0,0-3-3865 0</inkml:trace>
  <inkml:trace contextRef="#ctx0" brushRef="#br0" timeOffset="168660.442">16782 13897 144 0,'0'0'1852'0,"0"0"4344"0,0 0-1771 15,0 0-2589-15,-84 61-300 0,59-36-72 16,6 3-144-16,-1 4-140 15,4 2-276-15,4 1-308 0,4 0-99 0,4-3-181 16,4-3-184-16,0-1-132 0,4-9 0 16,8-3-84-16,0-3-36 0,4-3 0 15,0-7-40-15,0 0-109 0,0-3-95 16,-1 0-160-16,2-3-96 0,-6-7-276 0,2 0-532 16,-5-2-1316-16,-1 2-2537 0,-3-5-2539 15</inkml:trace>
  <inkml:trace contextRef="#ctx0" brushRef="#br0" timeOffset="168829.729">16626 14125 1564 0,'0'0'9088'15,"0"0"-6419"-15,0 0-693 0,0 0-220 16,0 0-304-16,0 0-80 0,0 0-356 16,0 0-504-16,88 66-308 0,-56-66-204 0,4 0-72 15,-5-8-376-15,1-5-200 0,0-4-220 16,-4 3-300-16,-4-3-832 0,-5 1-2172 0,2-3-3129 15</inkml:trace>
  <inkml:trace contextRef="#ctx0" brushRef="#br0" timeOffset="169184.297">17124 13871 732 0,'0'0'4792'0,"0"0"312"15,0 0-3523-15,0 0-305 0,0 0 132 16,0 0-32-16,0 0-292 0,0 0-416 15,0 0-160-15,0 0 20 0,0 73 36 0,0-40 12 16,0 1-100-16,0 1-76 0,-4 3-44 16,0 0-104-16,-3 0-67 15,2 0-41-15,-3-3-132 0,0-3-12 0,1-3 0 16,2-7-72-16,-3-6-12 0,8-4-137 16,-4-3-251-16,4-4-236 0,0-5-220 15,0 0-132-15,4-7-364 0,4-5-648 16,-3 1-1164-16,2-10-3113 0</inkml:trace>
  <inkml:trace contextRef="#ctx0" brushRef="#br0" timeOffset="169328.582">17152 14125 3800 0,'0'0'5388'0,"0"0"-1039"16,0 0-3461-16,0 0-268 0,0 0 728 16,0 0 144-16,47 66-248 0,-30-59-676 15,3-7-324-15,-1 0-244 0,9-7-64 0,0-1-472 16,4-9-388-16,0-5-512 0,-4 0-1144 15,-4 6-3161-15,0-13-2918 0</inkml:trace>
  <inkml:trace contextRef="#ctx0" brushRef="#br0" timeOffset="169538.907">17487 13868 3148 0,'0'0'468'0,"0"0"2660"16,0 0 1961-16,0 0-2969 15,-4 71-364-15,4-50-240 0,0 5-216 0,0 2-108 16,0 1-324-16,0 2-308 16,0 4-172-16,4 0-144 0,0 7-111 15,0 2-73-15,-1 0 28 0,1 4-76 0,0 0-12 0,-4 0-172 16,5-4-473-16,-5 1-319 16,0-1-112-16,0-6-492 0,0-9-1516 15,0 8-4017-15</inkml:trace>
  <inkml:trace contextRef="#ctx0" brushRef="#br0" timeOffset="179049.646">25017 12739 9564 0,'0'0'6461'0,"0"0"-5717"0,0 0-296 16,0 0-288-16,0 0 200 0,0 0 260 15,0 0 412-15,-32 63-284 0,44-61-284 16,4 5-112-16,4-2-60 0,8 2-24 0,4-3-36 16,7-1-99-16,-3 0 11 0,5-3-84 15,-2 0-60-15,-3-6-64 16,0 0-237-16,-5-1-103 0,-3-3-44 0,-7 1-64 16,-2 3-112-16,-6-4-200 0,-10 3-348 15,-3 1-664-15,0 4-1384 0,-16-2-3193 16</inkml:trace>
  <inkml:trace contextRef="#ctx0" brushRef="#br0" timeOffset="179211.447">25017 13058 5440 0,'0'0'5929'0,"0"0"-4401"16,0 0-752-16,0 0-192 0,0 0 324 0,0 0 12 15,108 20-80-15,-65-23-256 0,5-7-272 0,8 0-240 16,-1-2-72-16,5-8-384 15,0 1-264-15,4-2-140 0,-8-2-572 0,0-5-1532 16,-17 8-5117-16,13-11 6601 0</inkml:trace>
  <inkml:trace contextRef="#ctx0" brushRef="#br0" timeOffset="179516.003">26041 12322 1172 0,'0'0'10477'0,"0"0"-8637"0,0 0-392 0,0 0 136 16,92-3-28-16,-49-1-252 0,13 1-276 15,4-3-224-15,4 0-171 0,3-4-125 16,1 1-132-16,3-1-220 0,2-5-156 15,-6-2-16-15,1 1-92 0,-4-3-12 16,-5-2-232-16,-3 2-24 0,-7-1-109 16,-10 1-87-16,1 0-200 0,-12 3-208 15,-8 0-648-15,-5 0-692 0,-11 4-1516 0,-4-1-1381 16,0 6-35-16,-23 4 4952 0</inkml:trace>
  <inkml:trace contextRef="#ctx0" brushRef="#br0" timeOffset="179728.493">26710 12166 6780 0,'0'0'4068'0,"0"0"-2231"0,-32 96-117 0,21-55-84 15,3 9-84-15,-1 1-220 0,5 3-192 16,0 3-396-16,1 0-168 16,3 4-128-16,0-4-131 0,0 0-89 0,0-7-140 15,0-1-88-15,3-11-164 0,5-3-4 16,-4-7-245-16,5-9-51 0,-5-6-108 15,3-3-184-15,1-10-188 0,1 0-528 0,-2-6-796 16,5-11-860-16,4-5-1877 16,-8 3-575-16,12-16 5396 0</inkml:trace>
  <inkml:trace contextRef="#ctx0" brushRef="#br0" timeOffset="179953.607">26830 12237 7724 0,'0'0'2708'16,"0"0"-843"-16,0 0-153 16,0 0-60-16,7 69-208 0,2-36-208 0,-5 4-276 15,4 3-236-15,-4 12 8 0,-1 2-208 16,1 3-184-16,1 3-132 0,-5 4-111 16,0-3-97-16,0-2-36 0,-5-1-37 15,-2-5-291-15,-1 2-112 0,0-4-132 16,-1-7-28-16,6-6-176 0,-1-2-272 15,0-8-676-15,4-6-2372 0,0-9-3889 0,0 2 6353 16</inkml:trace>
  <inkml:trace contextRef="#ctx0" brushRef="#br0" timeOffset="180505.264">26041 13662 11061 0,'0'0'2308'0,"0"0"-888"0,0 0-376 16,0 0 100-16,0 0-16 0,0 0-228 15,0 0-240-15,100 12-156 0,-65-9-116 16,1 4-68-16,0-1-112 0,-4-2-88 15,-4-1-116-15,0-3-4 0,-4 0-144 16,-4 0-196-16,-1-3-256 0,-2-7-152 0,-2 3-124 16,-6-2-256-16,-1-4-588 15,-5 4-1352-15,-3-1-2661 0,0 4 101 16,-7-3 4688-16</inkml:trace>
  <inkml:trace contextRef="#ctx0" brushRef="#br0" timeOffset="180728.387">26260 13640 2468 0,'0'0'316'0,"0"0"3520"16,0 0-644-16,0 0-1387 0,-35 76-665 0,30-53-80 16,1-2 16-16,4 5-32 15,0-1-240-15,0 4-144 0,-4-1-164 0,4 3-52 16,-4 5-72-16,0-5 20 0,-3 5-36 16,2-5-120-16,5-2-80 0,0-7-92 15,0-6-64-15,9 0-64 0,2-7-316 16,6-6-12-16,-2 1-52 0,13-4-136 0,0-7-300 15,4-2-332-15,4-7-860 16,3-3-2441-16,-11 6-2399 0,16-12 6784 0</inkml:trace>
  <inkml:trace contextRef="#ctx0" brushRef="#br0" timeOffset="181087.55">26934 13616 1172 0,'0'0'7384'0,"0"0"-4567"0,0 0-1417 0,0 0-152 16,-76 49 192-16,52-27-108 16,4 3-252-16,0 4-180 0,5 2-296 0,-2 5-64 15,1-4-52-15,4 2-60 0,4-2-148 16,1 3-112-16,-2-4-20 0,5-5-76 16,4-1-72-16,0-8-12 0,4-5-124 15,5-2 28-15,2-7-12 0,1-3-4 0,4 0 16 16,8-3-148-16,-4-10-88 15,4 0-44-15,-4-5-28 0,3-2-40 0,-6-1 60 16,-1 4-48-16,-4 1-24 0,-9 0-52 16,1 0 132-16,-4 3 88 0,0 1 140 15,-7 6 160-15,-5-1 312 0,-4 7 160 16,-1 0-136-16,2 3-328 0,-5 7 364 0,4 0 24 16,-4 2-200-16,4 1-36 0,0 0-96 15,4-1-64-15,4-1 0 16,0-3-360-16,4-4-332 0,0-2-240 0,4 3-628 15,0-5-1520-15,0 0-2745 0,8 0 737 16,5-11 5036-16</inkml:trace>
  <inkml:trace contextRef="#ctx0" brushRef="#br0" timeOffset="181377.471">27391 13598 3000 0,'0'0'1680'0,"0"0"3996"16,0 0-3415-16,0 0-529 0,0 0-204 16,0 0-424-16,-83 45-360 0,67-26-100 0,0 3-104 15,4 6-132-15,0 4-56 16,1 1-68-16,2 4-112 0,1-2 8 16,4 0-104-16,1-7-28 0,-1-1 0 0,4-6-48 15,4-9-64-15,-1-1-108 0,9-5-132 16,1-4-52-16,-2-2-12 0,1 0 0 15,4-2-128-15,-4-4-156 0,0-5-108 16,0-1-292-16,-4-1-388 0,0-2-428 16,-4-1-809-16,0-1-1523 0,-4 2 492 15,0 2 2936-15,-8-3 772 0</inkml:trace>
  <inkml:trace contextRef="#ctx0" brushRef="#br0" timeOffset="181525.148">27176 13823 3040 0,'0'0'636'16,"0"0"5116"-16,0 0-4268 0,0 0-207 15,0 0 343-15,0 0 60 0,0 0-448 16,0 0-336-16,100 26-376 0,-68-39-272 16,0-7-248-16,0-1-172 0,0-2-264 15,-4 2-208-15,-5-5-256 0,1 4-436 0,-4-4-1040 16,-4 4-1825-16,0 0-1619 0,-4 10 5064 16,-4-7-692-16</inkml:trace>
  <inkml:trace contextRef="#ctx0" brushRef="#br0" timeOffset="181927.972">27659 13297 1460 0,'0'0'1384'0,"0"0"4040"0,0 0-2747 15,-4 75-841-15,4-39-588 16,4 11 304-16,-1 4 4 0,-3 7-208 15,0 1-204-15,0 5-200 0,0-4-448 0,-3-2-116 16,-1-1-64-16,-4-7-219 16,8-2-97-16,0-3-97 0,0-14-27 0,0-5-228 15,8-11 48-15,-4-5 36 0,3-7-72 16,-3-3-176-16,5 0-168 0,-2-9-228 16,-3-1-316-16,0-9-832 0,0-3-1124 15,-4-3-2069-15,0-3-127 0,0 4 5040 0</inkml:trace>
  <inkml:trace contextRef="#ctx0" brushRef="#br0" timeOffset="182067.433">27698 13716 1188 0,'0'0'7504'0,"0"0"-5215"0,0 0-761 15,0 0-192-15,0 0 396 16,0 0-28-16,100 9-180 16,-72-9-460-16,4-3-416 0,4-10-268 0,-4-2-380 0,0-2-124 15,-4-5-460-15,0 0-272 0,-5-3-292 0,-3-4-552 16,0 3-1500-16,-4-2-2817 0,-4 6 433 15,-4-6 3901-15</inkml:trace>
  <inkml:trace contextRef="#ctx0" brushRef="#br0" timeOffset="182233.552">28069 13372 992 0,'0'0'1708'0,"0"0"1392"0,0 0 1280 16,0 86-2295-16,0-54-109 0,0 3-324 15,4 0-212-15,-4 0-32 0,4 3-316 16,-4 0-372-16,0-3-340 0,0-2-380 15,0-6-136-15,0 2-288 0,-8-8-248 16,4-1-252-16,-4-7-260 0,4 0-968 0,4-7-2509 16,-4-3-3267-16,4-6 7380 15</inkml:trace>
  <inkml:trace contextRef="#ctx0" brushRef="#br0" timeOffset="182722.348">28205 12243 2752 0,'0'0'468'0,"0"0"5648"0,0 0-4487 0,0 0-277 16,0 0-88-16,0 0 16 0,0 0-100 16,0 0-100-16,-52 82-152 15,44-47-212-15,4 9-124 0,4 4-40 0,0 6-4 16,0 6-96-16,0 7-4 0,0-3-192 16,0-4-60-16,0-3-15 0,0-6-45 15,4-7-136-15,4-6-100 0,-5-13-44 0,10-2-89 16,-2-10-275-16,6-7-52 15,-2-6-100-15,6 0-164 0,-2-10-272 0,1-5-736 16,0-5-1292-16,0-5-3509 0,-8 3 1205 16,8-13 4540-16</inkml:trace>
  <inkml:trace contextRef="#ctx0" brushRef="#br0" timeOffset="182913.103">28495 12344 3988 0,'0'0'648'15,"0"0"6349"-15,0 0-5117 0,0 0-220 16,88 79-216-16,-56-44 84 0,3 4-356 16,-3-4-376-16,5 2-332 0,-1-4-248 0,-5-2-216 15,1-6-128-15,0-5-200 0,-4-8-284 16,4 1-112-16,-9-10-264 16,5 0-492-16,-4-3-1168 0,-4-6-3209 0,-4-4-1543 15,4-9 6773-15</inkml:trace>
  <inkml:trace contextRef="#ctx0" brushRef="#br0" timeOffset="183113.993">29009 12290 5348 0,'0'0'6949'0,"0"0"-4733"16,0 0-1420-16,-80 79-128 0,52-46 508 0,1 1 212 15,-1 4-24-15,0 3-584 0,0 1-268 16,0-4-328-16,0-3-40 15,0 0-144-15,0-7-184 0,0 1-216 0,0-4-100 0,0 0-232 16,5-6-204-16,3 1-300 16,5-8-752-16,2-5-1120 0,5-1-2005 15,4-6-983-15,4 0 6004 0</inkml:trace>
  <inkml:trace contextRef="#ctx0" brushRef="#br0" timeOffset="183358.465">29388 12553 8156 0,'0'0'4513'16,"0"0"-2277"-16,0 0-448 15,0 0-384-15,91 0-544 0,-63-3-304 16,0 0-216-16,4-3-156 0,-4 4-184 0,0-5-168 0,4 3-160 15,-8 1-288-15,4-3-136 0,-5 2-164 0,-3-2-476 16,4 3-984-16,-8-3-2053 0,-4-1-1699 16,-4 4 5384-16,-8-3-1084 0</inkml:trace>
  <inkml:trace contextRef="#ctx0" brushRef="#br0" timeOffset="183778.53">29894 12166 4956 0,'0'0'4504'0,"0"0"-159"15,0 0-3041-15,0 0-512 0,79 31-164 0,-47-20 60 16,4-3 68-16,-3-1-212 0,2 0-484 0,-3-7-60 16,4 0-136-16,-8 0-344 15,4-7-440-15,-4-2-536 0,0-3-1140 16,-5-1-3125-16,-7 3-1347 0,0-5 6988 0</inkml:trace>
  <inkml:trace contextRef="#ctx0" brushRef="#br0" timeOffset="183979.598">30160 12227 352 0,'0'0'132'0,"0"0"7668"15,-28 73-4747-15,21-41-1057 0,-5 12-248 0,4 3-248 16,0 1-356-16,0 0-56 0,0 2-256 16,4-3-352-16,1-5-212 0,-2-3-36 15,5-8-104-15,0-6-128 0,8-6-108 16,4-2-52-16,4-9-132 0,4-3-136 15,4-5-236-15,4-11-284 0,0-4-304 16,8-8-936-16,-1-5-2413 0,-3 3-2939 16,12-13 7452-16</inkml:trace>
  <inkml:trace contextRef="#ctx0" brushRef="#br0" timeOffset="184325.506">30866 12157 2508 0,'0'0'9209'0,"0"0"-7841"16,0 0-308-16,0 0 592 16,-79 92 36-16,51-57-208 0,4 0-544 0,-1 6-400 15,6-4-144-15,-1 5-88 0,0-3-24 16,4-5-160-16,0 1-56 16,4-6-64-16,8-3 0 0,0-7-8 0,4-4-64 15,4-5-24-15,8-4-100 0,4-2-36 0,4-4-72 16,0 0-60-16,0-7-28 15,-1-3 12-15,2 1-24 0,-2-5-16 0,1 0 64 16,-7 1 108-16,-2 0 76 16,-3 1 24-16,-4 1 100 0,-4 2 48 0,0 4 100 15,-8-2 24-15,-3 3 48 0,-6 1 12 16,2 0 4-16,-2 3 8 0,-3 0 12 16,-3 0-96-16,3 0-64 0,-1 3-48 0,2 0-52 15,3 1-120-15,0-4-184 16,8 0-312-16,4 0-476 0,0 0-1188 15,4 0-1909-15,0 0-2207 0,0-7 4440 0</inkml:trace>
  <inkml:trace contextRef="#ctx0" brushRef="#br0" timeOffset="184846.129">31253 12115 1488 0,'0'0'480'0,"0"0"-20"0,0 0 4188 16,0 0-1732-16,0 0-983 0,0 0-501 16,0 0-136-16,0 0-172 0,0 0-120 15,0 0-172-15,0 0-176 0,-45 4-224 16,45-4-176-16,0 0-96 0,0 0-12 16,0 0 0-16,0 0-12 0,0 3-4 15,-4-3-32-15,4 3 8 0,-3 0 28 0,-1 3 48 16,-4 4 12-16,-1-1 72 0,-2 7 60 15,-1 0-48-15,0 1-36 0,4 4-76 16,-4-1-80-16,0-1-3 0,0 3-13 16,4 0 88-16,-4 0-156 0,4 0 140 15,0 4 0-15,5 0 28 0,-2-1-4 0,-3 6 124 16,4 1-4-16,0 6-44 0,4-2-40 16,0 2-72-16,0-7-108 0,12 1-24 15,0-10-12-15,8 0-144 0,8-9-120 16,0-3-172-16,4-3-208 0,3-7-145 15,2 0-271-15,-1-11-520 0,-1-2-1228 0,-3-2-2709 16,-8-1-2687-16,12-10 7760 0</inkml:trace>
  <inkml:trace contextRef="#ctx0" brushRef="#br0" timeOffset="185283.102">31627 12039 3408 0,'0'0'1668'15,"0"0"3456"-15,0 0-3399 0,4 73-37 16,-4-38 300-16,0 3-188 0,0 4-316 16,-4 2-344-16,-4 0-296 0,0 5-272 15,0-5-99-15,0 4-193 0,-3-7-124 16,-2 1 4-16,1-2-112 0,-8-5-40 15,5-3-8-15,-5-4-96 0,-1-5-52 0,6-8 76 16,-2-2 24-16,6-4-96 16,-2-2 132-16,2-7-172 0,3 0-49 0,-5 0-23 15,2-9 16-15,-1-4 44 0,0 0-12 16,4-3-24-16,4-3 0 0,0-3-96 16,4-4 132-16,0 0 0 0,4 1-40 15,4 0 92-15,4 3 8 0,4 6 0 0,0 0 64 16,4 7 72-16,0 3 24 0,4 2 172 15,-5 4 24-15,5 0-24 16,4 4-24-16,-4 5 60 0,1 1-96 0,2 2 12 16,-3 1-76-16,0-1 12 15,0-2-68-15,-5-4-16 0,2 1-208 0,-1-4-344 16,-5-3-184-16,2 0-512 0,2 0-1020 16,-3-10-1684-16,-4 4-1905 0,4-6 362 15</inkml:trace>
  <inkml:trace contextRef="#ctx0" brushRef="#br0" timeOffset="185531.448">32029 12204 1004 0,'0'0'364'0,"0"0"7048"0,0 0-4327 15,17 74-949-15,-13-49-572 0,0 0-320 16,-4 4-176-16,3-3-140 0,1 2-204 15,-4-3-296-15,0 1-124 0,0-4-108 16,0 3-60-16,-7-2-76 0,-1-2-60 0,-5-2-148 16,-2-2-32-16,-2-2-264 0,2 2-228 15,-1-5 32-15,0-2-236 16,4-4-244-16,4-6-504 0,4 0-1420 0,4-13-2937 16,0 4 2669-16,8-16 1420 0</inkml:trace>
  <inkml:trace contextRef="#ctx0" brushRef="#br0" timeOffset="185812.86">32548 11839 1708 0,'0'0'248'0,"0"0"640"0,0 0 5200 0,0 0-3467 15,0 0-537-15,67 89-488 0,-55-53-336 16,0 1-216-16,0 5-104 0,-5-1-224 15,6 0-228-15,-5 3-96 0,-1 3-12 16,2-1-124-16,-1-2 24 0,0 7-96 16,-5-4 8-16,6 7 28 0,-5-6-96 0,-4 3-124 15,0-4-136-15,-9 1 40 16,-6 0-196-16,-9-1-160 0,-4-5-132 16,-4 2-140-16,-12-2-172 0,0-8-456 0,-7 1-956 15,-1-3-2305-15,12-6-2055 0,-16 2 5452 16</inkml:trace>
  <inkml:trace contextRef="#ctx0" brushRef="#br0" timeOffset="187184.86">24527 15191 1448 0,'0'0'11497'0,"0"0"-9365"0,0 0-296 16,83 30-956-16,-47-21-160 15,0 4 52-15,4-1-60 0,-4 1-272 16,0 0-292-16,-1-4-148 0,-3 1-76 16,-4-3-252-16,0-2-236 0,0-1-100 15,-4-1 24-15,-8 1-512 0,0-1-1184 0,-12 0-2849 16,0 0-3275-16,-12 2 8448 0</inkml:trace>
  <inkml:trace contextRef="#ctx0" brushRef="#br0" timeOffset="187360.746">24638 15523 4820 0,'0'0'1172'0,"0"0"4661"0,0 0-4377 15,0 0-348-15,0 0 40 0,92 35 68 16,-48-35-280-16,4 0-368 15,4 0-320-15,8 0-236 0,0-4-12 0,3-2-496 16,-3-5-260-16,4 3-356 0,3-2-336 16,-3 0-1704-16,-12 5-4477 0,23-8 6809 15</inkml:trace>
  <inkml:trace contextRef="#ctx0" brushRef="#br0" timeOffset="187704.813">26352 15008 10492 0,'0'0'2493'16,"0"0"-1361"-16,0 0-68 16,0 0 292-16,83 19-136 0,-39-6-232 15,12-4-188-15,4 4-200 0,-1-3-100 0,1-1-112 16,5 0-180-16,-7-6-152 0,2-3-52 16,0 0-8-16,0-3-200 0,-4-6-128 15,-4 0-168-15,-9-4-232 0,-3 0-264 16,-7 0-92-16,-6 1-640 0,-11-1-740 15,-4 3-1765-15,-8 1-1659 0,-4 3 5308 16,-12 0-1284-16</inkml:trace>
  <inkml:trace contextRef="#ctx0" brushRef="#br0" timeOffset="187908.093">26834 15081 520 0,'0'0'8496'0,"0"0"-6367"16,-52 77-997-16,36-39-392 0,1 6 472 15,-2 6 412-15,6 1-144 0,2-1-368 0,1 5-448 16,0-4-172-16,1 0-160 0,-2-8-100 16,1-4-232-16,4-4-88 0,4-13-352 15,0-9-36-15,0-7-16 0,0-6-236 16,8-2-328-16,5-11-728 0,-2-6-1180 16,6-7-2669-16,-6 4 341 0,10-19 4760 15</inkml:trace>
  <inkml:trace contextRef="#ctx0" brushRef="#br0" timeOffset="188082.785">26953 15144 2480 0,'0'0'9177'15,"0"0"-7717"-15,0 0-976 0,-8 67-280 16,1-35 480-16,3 4 652 0,-1 4-80 16,1 4-428-16,0 4-408 0,4 0-136 0,-4 0-24 15,4 3-100-15,0-4-160 16,-3 0-164-16,3-1-316 0,-4-3-388 0,0-5-428 15,0 1-912-15,-1-5-3181 0,1-5-2599 16,-3 6 7608-16</inkml:trace>
  <inkml:trace contextRef="#ctx0" brushRef="#br0" timeOffset="189278.906">26089 16383 964 0,'0'0'668'0,"0"0"336"0,0 0 1212 15,0 0 736-15,0 0-1204 16,0 0-492-16,0 0-291 0,0 0-133 16,0 0-116-16,0 0-104 0,0 0-168 15,11 15-92-15,-11-15 52 0,0 4 0 0,0-4-28 16,0 0-72-16,0 3-64 0,0-3-28 15,0 0-12-15,0 3-28 0,0-3-36 16,0 0-36-16,5 3-88 0,-1-3 0 16,4 0 40-16,-5 0 20 0,5 0-20 15,5 0 36-15,-6 0 8 0,1 0 28 16,1 0 0-16,-1 0-24 0,-5 0-12 16,1 0 20-16,0 0 28 0,0 0 12 15,0 0-12-15,5 0-36 0,-6 0 0 0,9 0-16 16,1 0 40-16,2 0-12 0,5 0-28 15,8 0-24-15,0 0 36 0,4 0-96 16,8 0-12-16,-5-3-52 0,1 3-108 16,-4-3-12-16,-4 3-172 0,0-3-160 0,-8-1-56 15,-4 2-200-15,-4-1-280 16,-8 3-528-16,-4 0-900 0,0 0-2245 0,0 0-539 16,-16 0 4428-16</inkml:trace>
  <inkml:trace contextRef="#ctx0" brushRef="#br0" timeOffset="189507.351">26356 16424 1356 0,'0'0'1004'0,"0"0"6400"16,0 0-5367-16,0 0-665 0,0 0-292 16,-13 67-108-16,13-46-80 15,0-2-124-15,-3 6-260 0,3 5-208 0,0-5-4 16,0 7 12-16,0 0-48 0,-4-1-64 15,4 1 12-15,0-3 4 0,0-3-92 16,0-8-44-16,4-8-76 0,4-4-140 0,4-6-216 16,-1 0-224-16,6-12-164 15,2-7-112-15,1-7-112 0,1-6-684 0,-2-2-1396 16,1 5-3521-16</inkml:trace>
  <inkml:trace contextRef="#ctx0" brushRef="#br0" timeOffset="189697.082">26810 16131 1896 0,'0'0'156'0,"0"0"-156"0,0 0 6456 15,0 0-4400-15,0 0-279 0,0 0-385 16,-4 71-352-16,0-49-248 0,0 3-60 16,0-2-244-16,0-2-400 0,4-2-88 15,-4 0-400-15,0-2-356 0,4-2-340 16,-3-2-364-16,-2 4-1121 0,1-2-3295 0,0-5 3996 15,0 5-908-15</inkml:trace>
  <inkml:trace contextRef="#ctx0" brushRef="#br0" timeOffset="190059.12">27097 16329 1356 0,'0'0'576'0,"0"0"6212"16,0 0-4616-16,-71 76-987 0,50-51-177 15,5 7 112-15,4-3 68 0,8-1-420 16,1 4-276-16,3-3-96 0,0 2 40 0,3-2 24 16,1-4-128-16,8-3-184 15,0-3 24-15,0-6-120 0,4-3-52 16,-4-4-112-16,4 1 104 0,-4-7-152 0,3 0-76 16,-2 0-184-16,-1-11-152 0,-9 3-240 15,6-3-436-15,-5-1-652 16,-4-4-1961-16,0 0-1251 0,0 7 1472 0</inkml:trace>
  <inkml:trace contextRef="#ctx0" brushRef="#br0" timeOffset="190228.948">27001 16573 4448 0,'0'0'5864'0,"0"0"-4163"0,0 0-461 0,0 0 44 16,0 0-88-16,0 0-152 0,0 0-248 15,80 29-352-15,-56-29-276 16,0-9-168-16,4-1-320 0,0-3-364 0,-5-3-176 15,1 0-212-15,-4 1-596 0,1-2-1037 16,-6 4-2215-16,-3 4 704 0</inkml:trace>
  <inkml:trace contextRef="#ctx0" brushRef="#br0" timeOffset="190821.468">27368 16272 300 0,'0'0'680'0,"0"0"660"0,0 0 5160 16,0 0-4496-16,0 0-359 0,0 0-101 16,0 0-308-16,8 82-236 15,-4-50-216-15,-4 0-136 0,0 2-44 0,0-2-24 16,0 3-4-16,-4-3-136 0,0-3-280 16,4-11-160-16,-4 2-160 0,4-4-340 15,0-7-152-15,0-3 0 0,0 1-104 0,0-7-344 16,0 0-868-16,0-4-1112 0,0-2-1517 15,0-3 189-15,0-4 4344 16,0 0-508-16,0 0 36 0,0-2 536 0,4 2 300 16,-4-3 508-16,4 7-404 0,0 2 2412 15,0 4 1804-15,3 3-2711 0,6 0-81 16,-2 0-80-16,6 0-344 0,2 0-212 16,1 3-240-16,1-3-240 0,2 0-224 0,1 0-276 15,0-7-212-15,-4-5-464 16,3 3-284-16,-6-8-200 0,-2-2-192 0,2 1-768 15,-6 2-2577-15,-2-6-2727 0</inkml:trace>
  <inkml:trace contextRef="#ctx0" brushRef="#br0" timeOffset="191000.508">27694 16221 3188 0,'0'0'1068'0,"0"0"6041"0,0 0-5289 15,0 0-688-15,4 89-300 0,1-61 136 16,-5 7 196-16,4-3-36 0,0 3-352 15,-1-1-408-15,1-2-76 0,-4 0-292 16,4-7-12-16,-4 1-488 0,0-10-340 16,0 0-236-16,4-7-372 0,-4-2-916 15,4-7-2045-15,-4 0-2207 0,9-10 4816 16</inkml:trace>
  <inkml:trace contextRef="#ctx0" brushRef="#br0" timeOffset="191363.94">28284 15214 3032 0,'0'0'0'0,"0"0"0"15,0 0 5292-15,0 0-3404 16,-87 38-239-16,67-16-417 0,3 4-40 0,6 9-28 16,-1 3-84-16,7 10-292 0,1 10-120 15,4 0-76-15,0 7 12 16,0 1-128-16,4-5-204 0,5-4-88 0,3-10-184 15,0-6-236-15,3-15-364 0,6-7-112 16,-2-7-164-16,5-8-72 0,4-4-320 16,4-4-872-16,0-8-1849 0,-12-1-2159 0,8-9 5600 15</inkml:trace>
  <inkml:trace contextRef="#ctx0" brushRef="#br0" timeOffset="191551.935">28587 15455 4156 0,'0'0'848'0,"0"0"6097"0,0 0-5069 16,60 74-460-16,-40-42-280 0,-1-2-4 0,1 3-56 15,1-5-352-15,-2-1-724 16,-7-6 0-16,4-5-416 0,-4-3-436 0,-4-4-212 16,0-3-380-16,0-2-656 0,0-4-917 15,0 0-2211-15,4-10 1112 0,-9 1 3440 0,10-11 336 16</inkml:trace>
  <inkml:trace contextRef="#ctx0" brushRef="#br0" timeOffset="191728.433">28918 15430 352 0,'0'0'1016'15,"0"0"120"-15,0 0 5136 0,0 0-4268 0,0 0-319 16,0 0-269-16,0 0 0 0,0 0-284 16,-88 38-260-16,64-9-212 0,4 3-144 15,-4 2-108-15,0 1 24 0,0 4-40 0,1-4-124 16,-1-3-268-16,0-5-208 15,0 3-232-15,-1-8-288 0,10-3-224 0,-1-6-292 16,4-7-760-16,4-3-2061 0,4-3-2255 16,4-3 5212-16</inkml:trace>
  <inkml:trace contextRef="#ctx0" brushRef="#br0" timeOffset="191902.585">29148 15566 10392 0,'0'0'2749'0,"0"0"-717"0,0 0-576 16,0 0-508-16,0 0-492 0,84 4-456 0,-64-13-220 15,5-1-628-15,-6 0-328 0,1-2-720 16,-4 2-2389-16,4-2-3455 0</inkml:trace>
  <inkml:trace contextRef="#ctx0" brushRef="#br0" timeOffset="192339.605">29659 15196 3068 0,'0'0'8001'0,"0"0"-5313"0,0 0-1044 0,0 0-748 16,0 0-60-16,103 41-152 0,-66-41-92 15,2 0-296-15,5-4-296 0,-4-5-288 16,0-4-356-16,-5 0-260 0,-3-2-188 15,-4-2-576-15,-4 5-1056 0,-8-1-2277 0,-4 4 281 16,-8 2 4004-16,-4 1 716 0</inkml:trace>
  <inkml:trace contextRef="#ctx0" brushRef="#br0" timeOffset="192513.041">29986 15151 1408 0,'0'0'720'0,"0"0"3672"0,0 0-260 15,-37 73-2395-15,26-42-297 0,3 7 52 0,4 1-60 16,-5 2-40-16,5 0-248 15,4 0-88-15,0-3-216 0,0-5-256 16,9-8-159-16,-1-10-289 0,3-2-136 0,2-6-304 16,-1-7-85-16,8 0-95 0,-1-7-140 15,1-6-216-15,4-5-552 16,1-7-1176-16,-10 2-2789 0,9-15-4099 0</inkml:trace>
  <inkml:trace contextRef="#ctx0" brushRef="#br0" timeOffset="192691.467">30248 14872 3356 0,'0'0'716'0,"0"0"6401"0,0 0-4457 16,0 69-840-16,0-38-628 0,0-1-220 16,0 1-244-16,0-2-496 15,-4-4-232-15,4 0-604 0,-3 0-324 0,3-1-388 16,-4-2-1120-16,4-3-3309 0,0-3-1183 15</inkml:trace>
  <inkml:trace contextRef="#ctx0" brushRef="#br0" timeOffset="193163.579">30682 15037 808 0,'0'0'4140'0,"0"0"1432"16,0 0-3655-16,0 0-337 0,-15 88-204 0,15-52-216 15,-4 1-116-15,4 5-92 16,0-1-228-16,0 1-72 0,0-2-164 16,4-7-172-16,8-5-180 0,0-3-136 0,0-9-108 15,3-7-256-15,5-2-176 0,1-7-168 16,-2 0-192-16,1-2-316 0,0-9-892 16,0-2-1856-16,0-2-1877 0,-8 2 741 15,4-9 5085-15</inkml:trace>
  <inkml:trace contextRef="#ctx0" brushRef="#br0" timeOffset="193513.157">31145 14879 2972 0,'0'0'420'0,"0"0"6820"16,0 0-5171-16,20 82-313 0,-16-45-144 0,0 5-164 15,-4 2-100-15,0 1-256 16,0-2-360-16,-4-1-256 0,-4-1-196 15,0-6-172-15,-4 1-108 0,-9-8-128 0,6-3-188 16,-9 1-76-16,5-7 28 0,-6-3 8 0,1-7-96 16,4 1-176-16,1-4-60 15,-1-6 168-15,4 0 184 0,4-3 12 16,0-4 24-16,4-5 64 0,0-1 148 0,8-3 76 16,0-2-124-16,0-1 4 15,8 0 132-15,4 2 84 0,-1 5 180 16,10 2 84-16,-1 7 164 0,-1-1 8 0,5 4-52 15,0 0-84-15,4 4-40 16,4 3-24-16,0-4-76 0,-4 0-108 0,4 0-136 16,-4-3-232-16,0-3-492 0,-1-3-304 15,1-8-152-15,0-2-1036 0,-8 4-2421 16,8-7-2799-16</inkml:trace>
  <inkml:trace contextRef="#ctx0" brushRef="#br0" timeOffset="193711.762">31563 14979 952 0,'0'0'288'16,"0"0"6628"-16,0 0-2851 0,16 93-2545 0,-11-61-164 16,-5-1-84-16,3 0-128 15,-3-1-276-15,0-2-428 0,0-6-440 0,0 0-308 16,-3-6-360-16,3 0-88 0,-9-7-360 15,9 1-804-15,-4-10-1241 0,0 0-2527 16,4 0 2428-16,0-19 1956 0</inkml:trace>
  <inkml:trace contextRef="#ctx0" brushRef="#br0" timeOffset="193946.472">32018 14859 3404 0,'0'0'1448'0,"0"0"5937"0,0 0-5333 16,0 0-688-16,43 79-296 15,-39-54-48-15,-4 3-80 0,0 5-276 0,0 2-272 16,-4-1-184-16,-3 5-88 0,-1-1-20 16,-5-3-100-16,-2 0-200 15,-5-3-340-15,-5 0-356 0,1-7-256 0,-3 4-424 0,-1-8-1020 16,0 2-2381-16,8-7-1539 15,-8 3 6256-15</inkml:trace>
  <inkml:trace contextRef="#ctx0" brushRef="#br0" timeOffset="194885.514">25288 17618 8280 0,'0'0'5881'0,"0"0"-4253"16,76 19-4-16,-44-9-804 0,7-1-400 15,1 0-100-15,-4 1-88 0,0-6-232 16,-9-2-48-16,1 1-224 0,-4-3-136 16,1 0-36-16,-10-3-112 0,5 1-92 0,-8-5-332 15,-3 3-620-15,-2 1-1380 0,-7 0-3069 16,0 3 1237-16</inkml:trace>
  <inkml:trace contextRef="#ctx0" brushRef="#br0" timeOffset="195063.585">25460 17748 768 0,'0'0'10393'0,"0"0"-8241"0,0 0-604 0,0 0-328 15,63 73 156-15,-31-54-312 0,4-3-192 16,3 0-396-16,2-4-388 0,-2-5-88 16,1-7-332-16,0 0-120 0,0 0-288 15,0-10-188-15,-5 1-244 0,5-1-884 16,-3-3-2721-16,-9 4-3055 0,11-1 7392 15</inkml:trace>
  <inkml:trace contextRef="#ctx0" brushRef="#br0" timeOffset="195243.545">26650 17694 6948 0,'0'0'3212'0,"0"0"-359"16,0 0-1313-16,0 0-356 0,88 16-192 15,-56-20-256-15,-4-4-564 16,8-9-172-16,-8-2-556 16,-1-6-324-16,1 0-212 0,-3-1-544 0,-6 1-1481 15,-7 6-3767-15</inkml:trace>
  <inkml:trace contextRef="#ctx0" brushRef="#br0" timeOffset="195612.756">26826 17265 3040 0,'0'0'1732'0,"0"0"2896"16,0 0-3220-16,0 0-111 0,0 0 375 15,0 0-52-15,-75 54-312 0,66-35-276 0,1 1-264 16,4 2-104-16,4-3-40 16,-4 6-84-16,4 0-188 0,0 5-84 15,0-5-120-15,0 7 80 0,4 2-140 0,0 4-88 16,-4 1 0-16,4 1-24 0,-4 9 16 15,4-2-56-15,0 7 52 0,1-4-156 16,-2 5 44-16,1-5 28 0,4 1 0 16,-4-3-16-16,5-3 4 0,-2-8 8 15,1 2 52-15,-4-8-112 0,4 1-36 0,-4-6 16 16,-4 2-92-16,0-6 4 16,0 0 8-16,0 0 4 0,-8-3 84 0,0-2 60 15,0-1 64-15,1-4-88 0,-2-5-12 16,-3 0-40-16,0-7 68 0,0 0-16 15,-3-4-200-15,-6-9-124 0,-3-3-240 16,0-3-268-16,-4-7-792 0,-4-2-1229 0,1-3-2663 16,3 8 1148-16,-8-11 4069 0</inkml:trace>
  <inkml:trace contextRef="#ctx0" brushRef="#br0" timeOffset="201351.149">2080 15523 8068 0,'0'0'5129'0,"0"0"-4097"0,0 0-704 16,0 0 128-16,0 0 724 15,0 0 120-15,0 0-408 0,0 0-364 0,0 0-148 16,0 0 64-16,71 0 204 0,-35 3-208 0,3 4-88 16,6-5-132-16,-2 0-76 0,5 2-60 15,-4-4-84-15,-5 0 0 16,-2-4-84-16,-5 2 12 0,-4-4-268 0,-5 0-124 15,-3 2-136-15,-8-3-268 0,-3 4-80 16,-6 1-392-16,1 2-848 0,-4-3-1977 16,0 3-2075-16,-7-4 3424 0</inkml:trace>
  <inkml:trace contextRef="#ctx0" brushRef="#br0" timeOffset="201627.862">2410 15526 352 0,'0'0'10516'0,"0"0"-9027"0,0 0-937 16,0 0-28-16,0 0 376 0,0 0 564 16,0 0-460-16,-8 82-420 0,8-63-260 0,-4 6-40 15,4 2 24-15,-4 0 88 16,0 8 32-16,0 3-120 0,-4 4-124 16,4-1-84-16,-4-3-4 0,8 4 4 0,-4-7 132 15,4-4-76-15,4-6-156 0,4-2-36 16,4-7-148-16,0-4-48 0,0-3-72 15,8-2-40-15,0-1-64 0,3-3 40 16,2 0 184-16,3-3-276 0,0 0-272 16,0 0 96-16,-1-6-244 0,1 0-688 15,0-1-656-15,-4-2-769 0,-4-1-2367 0,4-5 2664 16</inkml:trace>
  <inkml:trace contextRef="#ctx0" brushRef="#br0" timeOffset="201908.349">3059 15491 6612 0,'0'0'4957'0,"0"0"-3333"16,0 0-872-16,0 0-232 0,0 0 412 16,0 0 440-16,0 0-356 0,0 0-432 15,0 0-216-15,0 0-12 0,-60 79 64 0,49-51-16 16,3 1-52-16,-1 6-32 15,2 3-116-15,3 0 4 0,0 3 0 0,0 1-64 16,4-1 4-16,0-5-64 0,0-3-84 16,8-3-8-16,3-8-260 15,2-3-60-15,2-3-48 0,6-4-16 0,7-2-132 16,0-7-240-16,3 0-272 0,5-3-492 16,4-3-912-16,-12-3-1737 0,12-7-2043 15</inkml:trace>
  <inkml:trace contextRef="#ctx0" brushRef="#br0" timeOffset="202810.659">3231 15598 3636 0,'0'0'2280'0,"0"0"856"0,0 0-2140 15,0 0-608-15,0 0-52 0,0 0 217 16,0 0 155-16,0 0-324 0,0 0-376 0,0 0 72 15,20-7-68-15,-16 7-4 16,-4 0-8-16,0 0-12 0,4 0 0 16,-4 0-36-16,0 0 44 0,0 0 4 0,0 0-64 15,0 0-180-15,0 5-140 16,0-5-28-16,0 0-53 0,0 0-127 0,0 0-200 16,0 0-320-16,4 0-160 0,-4 0-44 15,0 0 0-15,0-5-248 0,0 5-912 16,0 0 2148-16,0-2 217 0,-4 4 110 15</inkml:trace>
  <inkml:trace contextRef="#ctx0" brushRef="#br0" timeOffset="203356.873">3263 15577 3772 0,'0'0'668'0,"0"0"4444"16,0 0-3844-16,0 0-379 0,0 0-29 16,0 0 440-16,0 0 164 0,0 0-256 0,0 0-308 15,0 0-580-15,0 0-48 0,39 12 160 16,-18-3 232-16,3 4-136 16,-1 0-232-16,1 0-52 0,4-4-120 0,-4 1 56 15,0-4-32-15,-1-3-88 0,5 0-60 16,-4-3 60-16,1 0-48 0,-1-6-12 15,-1-4-344-15,-3-2-292 0,0-4-184 0,-4-3-144 16,0 0-400-16,-4-1-920 16,-5 2-1613-16,-2 5-1827 0</inkml:trace>
  <inkml:trace contextRef="#ctx0" brushRef="#br0" timeOffset="203693.88">3558 15272 1096 0,'0'0'2960'0,"0"0"-1620"0,0 0 4309 0,0 0-4545 16,0 0-388-16,0 0 356 0,0 0 240 0,0 0-356 16,0 0-352-16,0 0-328 0,-48 15-92 15,48 5 88-15,-4 2 76 16,4 10 0-16,0 3-92 0,0 2-44 0,4 9-28 16,-4 1-60-16,4 4 12 0,-1 2 36 15,-3 1-28-15,0 0 4 0,4-1-72 16,-4 2-16-16,4-3-52 0,1-6 84 15,-1-4-88-15,0-1 0 0,0-6-4 16,-1 1 0-16,1-8 0 0,5-3-48 0,-5 1 48 16,0-7 0-16,0 3 8 0,-1-3 0 15,-3-4-8-15,4-2 0 0,-4 1-48 16,0-9-272-16,0 2-120 0,-4-5-52 16,1-2-52-16,-9 0 84 0,-1 0-200 15,-7-9-244-15,1-1-188 0,-1-2-240 0,-5-7-2705 16,6 6 1093-16,-5-12 52 15</inkml:trace>
  <inkml:trace contextRef="#ctx0" brushRef="#br0" timeOffset="204238.075">4207 15662 3660 0,'0'0'860'0,"0"0"-352"0,0 0-260 16,0 0-28-16,0 0 3084 16,0 0-2168-16,0 0-904 0,0 0-140 15,0 0 36-15,0 0 184 0,0 0-15 0,-56-22-105 16,52 22 0-16,4 0 120 0,0-3 124 15,0 3 48-15,-3-4-48 0,3 4-28 16,0-3-40-16,-5 0 40 0,5 3 60 0,-4-3-104 16,4 0-100-16,-4 3 4 15,4-3 8-15,-4 0 12 0,4-1 64 16,0 1-16-16,-4 3-36 0,4-3-124 0,0 0-28 16,0-1-12-16,0 2 12 15,0-3-60-15,-3 5-28 0,3 0 16 0,0-2-4 16,-4 2-8-16,4 0 20 0,0 0-8 15,-4 0 60-15,4 0-36 0,-5 0-4 16,5 0-20-16,0-3-4 0,0 3-20 0,0 0-4 16,0 0 0-16,0 0-48 15,0-3 4-15,0 3-4 0,0 0-48 0,0 0-100 16,0 0-48-16,0 0-16 0,0 0-20 16,0 0-44-16,0 0-32 0,0 0-28 15,0 0 36-15,0 0 40 0,5 0 24 16,-5 0 56-16,4 0 40 0,-4 0 52 15,4 0-100-15,-4-4-136 0,3 4-32 16,-3 0 16-16,4 0-100 0,0-2-324 16,0-2-604-16,5 4-757 0,-6-3-1051 15,1 3-2236-15,-43 13 3956 0</inkml:trace>
  <inkml:trace contextRef="#ctx0" brushRef="#br0" timeOffset="205762.782">4227 15449 4652 0,'0'0'1652'0,"0"0"3145"15,0 0-3937-15,0 0-336 0,0 0 156 16,0 0 312-16,0 0 108 0,0 0-248 16,0 0-248-16,0 0-204 0,0 0-40 0,-68 13-40 15,60-3 76-15,-4 2-48 0,0 8-28 16,-3 2-100-16,-2 10 12 0,6 6-20 16,-2-4-28-16,6 1-4 0,3-2-56 15,0-5-56-15,4-10-68 0,0-1-96 16,0-5-112-16,0-6 24 0,4 1-12 15,3-4 24-15,-3-1-100 0,0-2-84 0,5 0-76 16,-1 0-12-16,3-5 172 0,-2-2 36 16,2-6 72-16,1 1 52 0,4-1 0 15,-8-2-48-15,8 1 20 0,-8 2 68 16,4-1 72-16,0 5 0 0,0 1-16 16,-4 0 4-16,-1 4 12 0,2 3 8 15,-1 0 92-15,-1 3 112 0,2 4 12 16,3 5-60-16,-1 2 48 0,2 4-52 0,-2 4 0 15,1 6-36-15,1 2-24 0,-6 1 0 16,1 1 96-16,1 7-96 16,-5-6-40-16,-4 6 116 0,0-1-40 0,0 0-64 15,0-3 28-15,-4 3-92 0,-5-3-8 16,1 0 48-16,4-3 100 16,-3-1-140-16,-6-2 64 0,5 0 16 0,1-4 48 15,-1-4 8-15,-5-1 16 0,6-3-76 0,-5-8-84 16,0-3-112-16,-4 1-36 15,4-4-36-15,-4-3 76 0,0 0-200 0,0-3-24 16,-4-7 48-16,5-2 72 0,-2-8-256 16,2-2 56-16,-2-3-296 0,1-3-288 0,4-5-168 15,-3-2-632-15,6 1-637 16,2 5-639-16,3-19-1912 0</inkml:trace>
  <inkml:trace contextRef="#ctx0" brushRef="#br0" timeOffset="206053.943">4633 15307 10408 0,'0'0'1905'0,"0"0"-1421"0,0 0-304 16,80 34 456-16,-56-17 596 15,0-2-64-15,3 3-288 0,-3 5-372 0,0 3-172 16,1-1-152-16,-1 1-84 15,-9 2-24-15,1 4 20 0,-4 0-84 16,-4 0 64-16,-4 2 0 0,-4 4 8 16,-4 1 28-16,-8-4-64 0,1 2 16 0,-10 5 20 15,1-3 52-15,-4-2-136 16,-3 1-4-16,-1-6-244 0,4 0 52 0,-4-7-76 16,4-6-236-16,3 0-112 0,2-7-204 15,3-5-248-15,0-3-700 0,4-4-1401 16,0-6-3467-16</inkml:trace>
  <inkml:trace contextRef="#ctx0" brushRef="#br0" timeOffset="206503.666">5291 15679 11701 0,'0'0'1916'0,"0"0"-1092"0,0 0-444 16,0 0 152-16,0 0 424 0,0 0 116 15,92 52-228-15,-64-42-424 16,7-3-16-16,1-1-232 0,3-6-172 0,-3 0-64 16,-4-3-392-16,1-7-348 0,-6 4-288 15,-3-3-188-15,-4 2-668 0,-8 0-2269 16,-12 4-3343-16</inkml:trace>
  <inkml:trace contextRef="#ctx0" brushRef="#br0" timeOffset="206660.873">5334 15970 12105 0,'0'0'1596'0,"0"0"-1596"16,0 0 156-16,0 0-32 0,0 0 588 15,0 0-20-15,0 0-364 0,88 51-252 0,-60-51-76 16,4 0-180-16,0-3-424 16,0-4-488-16,-1-2-708 0,-10 3-2541 15,3-4-3275-15</inkml:trace>
  <inkml:trace contextRef="#ctx0" brushRef="#br0" timeOffset="208415.895">6008 15577 6884 0,'0'0'456'0,"0"0"3249"0,0 0-2857 15,0 0-220-15,0 0 392 0,0 0 276 16,0 0-28-16,91 60-252 16,-66-51-372-16,3-3-272 0,3-2-136 0,1-4-128 15,0 0-96-15,4-4 28 0,-8-2-40 0,0 0-212 16,0-7-144-16,-4 4-412 0,-9-4-312 16,2 4-228-16,-10-1-980 15,-3 1-1885-15,-4 2-671 0</inkml:trace>
  <inkml:trace contextRef="#ctx0" brushRef="#br0" timeOffset="208629.597">6219 15643 8112 0,'0'0'1412'0,"0"0"-700"16,0 0-248-16,0 0 449 0,0 0 803 0,-36 73-232 16,29-51-376-16,2 3-352 15,-3 1-220-15,4 0 44 0,0 2-72 0,4-6-160 16,0 4-164-16,0-5-76 0,4-2-104 15,4-2-4-15,5-2-72 0,-2-5-284 16,5 0 108-16,4-1 0 0,0-5-272 0,-1-4-76 16,5 0-4-16,4-7-268 15,0-9-360-15,4-3-1056 0,-8 3-2393 16,16-16-1615-16</inkml:trace>
  <inkml:trace contextRef="#ctx0" brushRef="#br0" timeOffset="208842.932">6670 15652 11581 0,'0'0'1688'0,"0"0"-1100"0,0 0-296 16,0 0 504-16,0 0 788 0,0 0-464 0,0 0-464 15,-49 83-164-15,46-57-48 0,-1-1-76 16,0 4-88-16,4-1-108 0,0-3-120 16,0-2-28-16,4-2-24 0,0-2-8 15,-1 1-4-15,1-8-136 0,4-2-108 16,1 0-152-16,-2-7-20 0,1 0-152 0,5-3-52 15,-2-3-212-15,1-6-436 0,0-7-808 16,0 6-1961-16,-1-12-2263 0</inkml:trace>
  <inkml:trace contextRef="#ctx0" brushRef="#br0" timeOffset="209010.9">6769 15761 10604 0,'0'0'1841'0,"0"0"-1153"0,0 0-268 16,0 0 620-16,0 0 688 0,0 0-284 0,0 0-604 15,79 66-372-15,-55-66-172 0,0 0-212 16,4-6-84-16,4-7-292 16,-4-4-324-16,8-1-88 0,-8-4-216 0,4-3-372 15,-8-1-912-15,-5 7-2297 0,1-6-1875 16</inkml:trace>
  <inkml:trace contextRef="#ctx0" brushRef="#br0" timeOffset="209294.114">7020 15430 6776 0,'0'0'3900'0,"0"0"-3035"0,0 0-301 16,0 0 280-16,-40 63 632 15,32-30 12-15,4 2-348 0,4 6-368 16,0 3-180-16,0 1-136 0,0-1-12 0,4 4-92 16,1-4-132-16,-2 1-132 15,-3-5-88-15,0 2 4 0,0-4 0 16,0-3-4-16,0-3-80 0,-8 0-104 0,4 0-64 15,0-1 4-15,-4 1 84 0,4 0-12 16,-4-4-48-16,-4-6 8 0,4 1 152 16,1-8 12-16,-6-2-76 0,5-1-36 15,1-5-64-15,3-3-76 0,-5-4-72 16,1-4-100-16,5-5-16 0,-1-8-68 16,0-4-124-16,4-5-548 0,0-9-304 0,0-3-501 15,0 7-1015-15,8-26-2044 0</inkml:trace>
  <inkml:trace contextRef="#ctx0" brushRef="#br0" timeOffset="209530.734">7406 15526 7672 0,'0'0'2956'15,"0"0"-1991"-15,0 0-721 0,44 82 192 0,-32-50 688 16,-8 0 120-16,1 2-360 15,-5 1-420-15,0-3-184 0,0 3 8 0,-9-6-104 16,1-1-72-16,0-2-36 0,-4-1-68 16,-4 1-8-16,0-5-48 0,-3 2-140 15,-5-4-236-15,-1 0-56 0,-3-3-60 0,4 0-44 16,-3-4-124-16,-1-6-184 0,0 1-80 16,4-4-725-16,8-3-1311 0,-3-3-2128 15</inkml:trace>
  <inkml:trace contextRef="#ctx0" brushRef="#br0" timeOffset="210010.674">7434 15598 5136 0,'0'0'416'0,"0"0"1264"16,0 0 912-16,0 0-847 0,0 0-173 15,0 0-32-15,0 0-96 0,0 0-252 16,91 48-424-16,-50-45-264 0,-1-3-220 0,-1 0-224 15,6-6-60-15,-2-4-92 16,1 1-120-16,-8-4-476 0,0 0-196 0,-4 4-244 16,-8-1-344-16,-9 1-568 0,-2 5-845 15,-9 1-1495-15</inkml:trace>
  <inkml:trace contextRef="#ctx0" brushRef="#br0" timeOffset="210161.111">7737 15687 8504 0,'0'0'2316'0,"0"0"-1031"0,0 0-785 0,-40 69 152 15,36-39 504-15,-3-1 120 0,2 5-248 16,1 1-232-16,4-3-116 16,0 3 60-16,0-6-88 0,0-1-272 0,0-6-184 15,9-3-196-15,-5-6-88 0,7-7-80 16,6-2-200-16,-2-4-308 16,9-7-40-16,8-9-324 0,0-9-628 0,-8 6-2192 15,19-19-2509-15</inkml:trace>
  <inkml:trace contextRef="#ctx0" brushRef="#br0" timeOffset="210329.122">8159 15665 11537 0,'0'0'2084'0,"0"0"-1168"16,0 0-564-16,-35 73 416 0,22-41 824 0,2 3-208 16,3 0-448-16,4-1-436 0,4-4-240 15,0-5-236-15,12-6-24 16,4-6-380-16,3-7-284 0,9-3-296 0,4-6-204 15,4-8-424-15,-8-1-1408 0,16-16-3885 0</inkml:trace>
  <inkml:trace contextRef="#ctx0" brushRef="#br0" timeOffset="210710.457">8506 15726 11445 0,'0'0'3168'15,"0"0"-1896"-15,-60 65-768 16,36-35 292-16,-8 8 840 0,9-6-156 0,3-4-564 0,8-9-684 15,3-3-232-15,9-7-268 16,0-5-220-16,9-4 112 0,-1 0 56 16,3 0 16-16,6-11-164 0,-2 3-60 0,2-9 72 15,-2 2 60-15,1-1 48 16,-4 0 100-16,1 4 100 0,-6 2 60 16,1 4 36-16,0 2 52 0,0 4 68 0,0 0 232 15,0 7 184-15,-4 2-104 0,4 4-108 16,0 6-72-16,-4 4-104 0,0 2 16 15,-4 7 0-15,0-4-4 0,0 7 88 16,-4 1 76-16,0-3-52 0,-8 6-24 16,4-4-48-16,-8 0-28 0,4 0 16 15,0-4 84-15,-4-2 36 0,0 0-64 0,0-7-56 16,1 0-128-16,2-6 0 0,-2-3-8 16,3-7-148-16,-1-3-144 0,2-3-48 15,-2-3-52-15,6-6-132 0,-1-10-216 16,0-7-184-16,3-6-96 0,5-8-372 15,0-12-496-15,0 14-1977 0,13-35-2371 0</inkml:trace>
  <inkml:trace contextRef="#ctx0" brushRef="#br0" timeOffset="210893.543">8825 15615 9640 0,'0'0'2129'0,"0"0"-1461"0,0 0-464 16,68 64 368-16,-53-37 700 15,-2 2 496-15,-6 2-584 0,1 5-652 0,-8 2-312 16,0-4 76-16,0 1-12 0,-4 0-284 16,-7-2-312-16,-6-2-304 15,-7 4-192-15,1-4-84 0,-9-1-124 0,-4 1-300 16,0-3-600-16,-4 1-833 0,12-10-303 16,-24 10-2168-16</inkml:trace>
  <inkml:trace contextRef="#ctx0" brushRef="#br0" timeOffset="214636.797">2155 16980 6928 0,'0'0'1444'0,"0"0"-848"16,0 0-80-16,0 0 660 0,0 0 137 15,0 0-213-15,0 0-272 0,0 0-156 16,0 0-40-16,0 0 20 0,4-7 144 16,-4 7-176-16,8 0-148 0,-5 3-100 15,10 1 84-15,2 2-12 0,2-3-124 16,7 3-112-16,-1 1-48 0,1-1-52 0,4-3-36 15,0-3-68-15,-4 4-4 0,8-4-56 16,-8 0-76-16,-1-4-152 16,2 1-120-16,-5-3-140 0,-5-1-120 0,-2 1-184 15,-2 0-168-15,2-4-240 0,-9 4-604 16,4 0-617-16,-8 3-791 0,0-7-1824 0</inkml:trace>
  <inkml:trace contextRef="#ctx0" brushRef="#br0" timeOffset="-214602.067">2394 16970 5276 0,'0'0'4744'0,"0"0"-3675"15,0 0-925-15,0 0 268 0,0 0 716 16,0 0 196-16,0 0-464 0,0 0-508 0,0 0-164 16,-8 82 64-16,8-55 164 0,0-6 100 15,0 8-32-15,0 0-196 0,0-1-92 16,0 1-96-16,4-1-12 0,-4-6-80 15,4-3-8-15,4 1-112 0,-4-7-112 16,7-1-24-16,6-3-224 0,-1 1 108 0,0-4-88 16,4 1-164-16,-1-4 24 0,2 0-104 15,3-3-184-15,4 0-360 16,0 0-513-16,-9 0-787 0,17-3-2276 0</inkml:trace>
  <inkml:trace contextRef="#ctx0" brushRef="#br0" timeOffset="-214298.993">3040 16995 6216 0,'0'0'2300'15,"0"0"-1484"-15,0 0-724 0,0 0 492 16,0 0 589-16,0 0-349 0,0 0-440 16,0 0-64-16,0 0 64 0,-32 89 84 15,28-63 208-15,-1 2-84 0,1 4 52 0,1 0-92 16,-5 0-132-16,4-4-124 0,4-6-180 16,0 0-116-16,0-5-160 0,0-5-16 15,4-2-216-15,4-4-44 0,-5-3-120 16,6-3-48-16,-1 0-120 0,3-3-320 15,2-10-432-15,-5 4-969 0,3-10-2335 0</inkml:trace>
  <inkml:trace contextRef="#ctx0" brushRef="#br0" timeOffset="-214083.332">3135 17158 536 0,'0'0'9576'0,"0"0"-8027"0,0 0-1393 0,0 0 200 16,0 0 580-16,0 0 284 15,0 0-412-15,0 0-392 0,76 37-176 0,-56-33 8 16,-5-4-56-16,6 0-40 0,-1-4-28 16,-5-2-124-16,6-3-68 15,-10 2-288-15,6 1-160 0,-6-3-76 0,2 2-16 16,-2 1-36-16,-7 3-108 0,4-1-156 16,0 1-421-16,-8-1-403 0,4 2-316 15,-4-1-492-15,0 3-276 0</inkml:trace>
  <inkml:trace contextRef="#ctx0" brushRef="#br0" timeOffset="-213346.477">3199 17186 28 0,'0'0'2816'0,"0"0"-1668"0,0 0-708 0,0 0 212 16,0 0 208-16,0 0 688 0,0 0-628 16,0 0-284-16,0 0-80 0,0 0 80 15,0 0 125-15,-4-16-41 0,4 16-92 16,0 0-140-16,0 0-92 0,0 0 24 0,0 0 0 15,0 0-40-15,0 0-28 16,0 0-76-16,0 0-72 0,4 0-40 0,-4 0 48 16,0 0 16-16,0 0 60 0,4 0 76 15,0 0 76-15,0 0 68 16,4 0 24-16,4 0-48 0,3 0-56 0,2 0-96 16,3 0-96-16,3 3-16 0,9-3 36 15,-4 0-72-15,8 0-76 0,-5 0-108 0,6 0-4 16,-5 0 4-16,4 0 0 0,-4-3-60 15,-1 0 48-15,-3 0-172 16,-4 0-72-16,0 0-52 0,-4-1-24 0,-9 1-268 16,2 3-268-16,-5-3-252 0,-4 0-400 15,-4 3-744-15,0 0-901 16,0 0-1259-16,-12 0-556 0</inkml:trace>
  <inkml:trace contextRef="#ctx0" brushRef="#br0" timeOffset="-212970.134">3263 17265 9700 0,'0'0'1845'0,"0"0"-1229"0,0 0-360 16,0 0 244-16,0 0 392 0,0 0-44 15,0 0-152-15,80 16-208 0,-61-10-236 0,1 0-124 16,0 1-64-16,-8 3-56 15,0-1 44-15,-5 1-44 0,2 3 40 0,-5-1 52 16,-4 4-24-16,0 3-16 0,-4 4 252 16,-5-1-100-16,-2 0-88 0,-1 3-12 15,-4-2-100-15,8-1 88 0,-3-3-48 16,2 0 56-16,5-3-44 0,0-7-56 16,4 4 4-16,0-3-12 15,4-4-4-15,9 3-80 0,2-2 84 0,5 2 64 0,3-3 60 16,2 4 24-16,6-4 36 0,-3 4-60 15,4-4 36-15,0 0 100 0,0 1-88 16,5 3-148-16,-6-8-12 0,5 4-20 16,-4 1 8-16,4-3-72 0,-8-1-248 15,0 2-336-15,-5-5-164 0,1 5-96 0,-8-5-136 16,0 2-332-16,-4-2-1136 16,-4 0-2669-16</inkml:trace>
  <inkml:trace contextRef="#ctx0" brushRef="#br0" timeOffset="-211986.222">4398 17319 432 0,'0'0'4276'0,"0"0"-2624"16,0 0-584-16,0 0-84 0,0 0 288 0,0 0-240 16,0 0-207-16,0 0-41 0,0 0-108 15,0 0-12-15,-12-35 48 16,8 32-32-16,0 1-24 0,4 2-88 0,-8 0-32 16,5-4-88-16,-1 4-40 0,-5 0-72 0,1 0-52 15,4 0-60-15,-3 0-40 0,3 4-12 16,-5-4-88-16,9 2 28 0,-4 1-36 15,0-3 32-15,1 3-44 0,3 3-16 16,-4 1 48-16,0-1 16 0,-5 5 36 16,5-2-28-16,-3 3-8 0,-1 4 32 15,0 3 64-15,3-3 100 0,-2 7 68 0,3-1-120 16,-4 0-148-16,8 1-20 0,0-2-4 16,0 2-36-16,0 2-44 15,8-3-4-15,3 3 12 0,-2-6 68 0,3 1-80 16,-1-5-8-16,2-2-64 0,-2-7-60 15,6 1-28-15,-6-3-44 16,6-4-188-16,2 0-96 0,1-11-12 0,4 2-92 0,-4-1-72 16,0-5-240-16,0 2-456 0,-4 0-468 15,0 4-480-15,-4-1-917 0,-1 1-2331 16</inkml:trace>
  <inkml:trace contextRef="#ctx0" brushRef="#br0" timeOffset="-211755.009">4649 17573 8896 0,'0'0'1864'0,"0"0"-1387"15,0 0-221-15,0 0 760 0,0 0 384 16,0 0-460-16,0 0-436 0,0 0-192 0,84 7 180 16,-72-1-128-16,-1 0-76 0,-2 1-76 15,-5-1 24-15,4 3-24 0,-8 4 12 0,3-3-16 16,-3 2-108-16,0 1-12 15,0 0-88-15,0-4 0 0,-3-2-424 16,-1 0-220-16,0-1-104 0,0-6-160 16,0 0-320-16,-1 0-608 0,5 0-2185 0,-4-13-1323 15</inkml:trace>
  <inkml:trace contextRef="#ctx0" brushRef="#br0" timeOffset="-211603.322">4769 17380 6292 0,'0'0'6769'0,"0"0"-5585"0,0 0-1136 0,0 0 396 16,0 0 916-16,0 0-220 0,0 0-620 15,0 0-520-15,0 0-100 0,88-10-260 16,-69 7-484-16,1-3-456 0,-3-1-972 16,10-2-3557-16</inkml:trace>
  <inkml:trace contextRef="#ctx0" brushRef="#br0" timeOffset="-210926.9">5259 17230 8432 0,'0'0'2212'16,"0"0"-1347"-16,0 0-545 0,0 0 524 16,0 0 836-16,0 0-340 0,0 0-512 15,0 0-252-15,71 82-80 0,-54-52 12 0,-2 1-64 16,-2 1-88-16,-2 3-36 0,1-7-172 16,1-2-148-16,-6-3-44 0,5-11-252 15,-4-3-408-15,4-2-236 0,0-7-68 16,0 0-152-16,4-7-180 0,-4-2-424 15,0-1-953-15,-1-9-1591 0</inkml:trace>
  <inkml:trace contextRef="#ctx0" brushRef="#br0" timeOffset="-210753.111">5542 17279 7840 0,'0'0'2588'15,"0"0"-1479"-15,0 0-545 0,0 0 268 0,-84 88 720 16,60-56-328-16,1 3-432 0,2-4-332 15,6 2-36-15,-2-8-112 16,6-3-312-16,-2-6-88 0,6-7-544 0,3-2-360 16,0-4-64-16,-5-3-264 15,9 0-728-15,0-3-2105 0,-4-13-1303 0</inkml:trace>
  <inkml:trace contextRef="#ctx0" brushRef="#br0" timeOffset="-210562.469">5828 17040 9592 0,'0'0'2153'0,"0"0"-1101"0,0 0-272 15,0 0 740-15,0 0 124 0,0 0-352 0,0 0-404 16,49 70-396-16,-49-61-196 16,0 3-296-16,0-5-12 0,0 0-308 0,0-1-220 15,-4 1-212-15,-5-1-340 16,-3 0-464-16,5-3-1172 0,-10 0-3425 0</inkml:trace>
  <inkml:trace contextRef="#ctx0" brushRef="#br0" timeOffset="-210404.681">5849 16904 12417 0,'0'0'1936'0,"0"0"-1556"16,0 0-176-16,0 0 564 0,0 0-152 15,80 13-616-15,-61-13-780 16,1 0-888-16,-4 0-1212 0,8-5-3953 0</inkml:trace>
  <inkml:trace contextRef="#ctx0" brushRef="#br0" timeOffset="-210179.937">6371 17237 10376 0,'0'0'2201'0,"0"0"-1613"16,0 0-412-16,24 67 360 0,-20-45 452 0,3 3-20 16,-3 0-500-16,0 1-328 15,-4 2-44-15,0 4 32 0,0 0-44 0,-8 5-8 16,1-1-68-16,-10 2 32 0,2-3-40 16,-2 0-16-16,2-4-144 0,-5-1-140 15,-5-2-168-15,6-6-336 0,-1-3-196 16,0-3-324-16,-4 0-681 0,8-10-2075 15,-8-2-1820-15</inkml:trace>
  <inkml:trace contextRef="#ctx0" brushRef="#br0" timeOffset="-209811.241">7000 17361 13953 0,'0'0'2068'15,"0"0"-988"-15,0 0-696 0,0 0 12 0,0 0 384 16,104 54 28-16,-68-48-464 0,-5-3-308 16,9-3-36-16,-1 0-12 0,6-7-380 15,-9-2-356-15,-5 3-292 0,-3-4-532 16,-12 4-1272-16,-4 6-3025 0</inkml:trace>
  <inkml:trace contextRef="#ctx0" brushRef="#br0" timeOffset="-209649.808">7151 17567 9308 0,'0'0'5029'0,"0"0"-3881"16,0 0-1136-16,0 0 380 0,0 0 448 0,0 0 464 15,0 0-416-15,99 54-508 16,-62-54-180-16,-5 0-200 0,4 0 0 15,-4 0-432-15,3-7-308 0,-3 5-360 0,4-5-692 16,-12 4-2520-16,12 0-3141 0</inkml:trace>
  <inkml:trace contextRef="#ctx0" brushRef="#br0" timeOffset="-200922.575">8510 17084 8596 0,'0'0'3073'0,"0"0"-837"15,0 0-908-15,0 0-524 0,0 0 52 16,0 0-48-16,0 0-56 0,0 0-88 16,0 0-160-16,0 0-100 0,115 39-72 0,-66-36 56 15,6-3 64-15,5 0-64 16,-1-3-280-16,5-8-108 0,-8 3 0 0,-4-5-4 0,-9 3-80 16,-2-3 0-16,-5 4-64 15,-8 2-324-15,-5-2-200 0,-7 6-48 16,-8 0-228-16,0 3-364 0,-8 0-456 0,0 0-500 15,-4 0-893-15,-15 6-2839 0</inkml:trace>
  <inkml:trace contextRef="#ctx0" brushRef="#br0" timeOffset="-200696.018">8953 17145 4196 0,'0'0'3160'0,"0"0"-1240"15,0 0-652-15,0 0 9 0,0 0 27 16,0 0-148-16,0 0-320 0,0 0-308 15,0 0-112-15,-9 85-88 0,9-53-64 0,-4 4-16 16,0 4 64-16,-4 2 8 0,5 2 28 16,3-6 24-16,0 0-100 0,0-2-40 15,3-11-168-15,9-3 8 0,1-10-72 16,6-2-220-16,5-7 208 0,4-3-236 16,8-6 124-16,-1-13-208 0,6-3-264 15,-5-8-276-15,-5-1-376 0,-3 3-1008 0,-8 5-1605 16,-4 4-1071-16</inkml:trace>
  <inkml:trace contextRef="#ctx0" brushRef="#br0" timeOffset="-200187.3">7697 16954 5732 0,'0'0'4316'0,"0"0"-2547"0,0 0-465 16,0 0 56-16,0 0-24 0,0 0-180 15,0 0-200-15,0 0-204 0,0 0-212 0,0 0-196 16,0 0-220-16,-28-3-52 16,49 3 184-16,7 3 148 0,7 1 96 0,5-4-280 15,-1 3-148-15,2-3 48 0,-5 0-120 16,-1 0-4-16,1 0-104 0,-4-3-88 16,-4-1 88-16,-4-2-232 0,-5 3-372 15,-2 0-280-15,-10-1-428 0,2 4-900 16,-5 0-2089-16,-8 4-1815 0</inkml:trace>
  <inkml:trace contextRef="#ctx0" brushRef="#br0" timeOffset="-199868.43">7733 17068 1384 0,'0'0'6036'0,"0"0"-4028"0,0 0 249 16,0 0-465-16,103 23-256 0,-71-16-784 15,-8-1-464-15,0 2-148 0,-3 3 52 0,-6 1-192 16,-7 1 0-16,-3 6-76 0,-5 3-12 16,-5 6-204-16,-11 7 4 0,0 4 60 15,-7 1 52-15,-1 9 28 0,-1-5-4 16,5 4 152-16,1-8 12 0,-1 2-8 16,8-7 224-16,4-3 236 0,8-6-64 15,0-5-180-15,12-2 80 0,3-2-100 0,13-4 196 16,0-1 128-16,8 1-8 0,1-7-32 15,2 0-68-15,5-2-132 16,0-4-40-16,-1 0-244 0,2 0-48 0,-2-4-64 16,1 1-428-16,0-3-284 0,-4 3-332 15,-5-1-476-15,-11 4-1404 16,12-7-3081-16</inkml:trace>
  <inkml:trace contextRef="#ctx0" brushRef="#br0" timeOffset="-199300.966">9630 17129 6248 0,'0'0'3904'0,"0"0"-2639"0,0 0-301 15,0 0 440-15,0 0-40 0,0 0-204 16,0 0-272-16,0 0-48 0,0 0-60 15,0 0-240-15,-80-17-248 0,68 31-108 16,0 2 0-16,0 9 48 0,1 7-24 16,2 6 0-16,1 6 12 0,0 4 12 0,5-4-40 15,3 0-104-15,0-5-88 0,0-4-96 16,3-7-24-16,9-9-64 16,1-3-36-16,6-6-36 0,1-4-172 0,-1-6-196 15,5 0-64-15,1-6-148 0,-1-7-120 16,0 0-264-16,-5-6-876 0,1 0-865 15,-8 6-1667-15,8-9-240 0</inkml:trace>
  <inkml:trace contextRef="#ctx0" brushRef="#br0" timeOffset="-199144.076">9813 17408 6268 0,'0'0'2328'0,"0"0"-516"0,0 0-371 16,0 0-161-16,0 0-124 16,0 0-256-16,0 0-236 0,75 13 28 0,-63-7-168 15,-3-3 0-15,-2 4-152 0,1-1-40 16,-8 0-96-16,4 4-28 0,-4-1-72 0,0 2-36 15,0-3-100-15,0-1-136 16,0-3-532-16,0-2-420 0,-4-2-344 16,4 0-936-16,0 0-2909 0</inkml:trace>
  <inkml:trace contextRef="#ctx0" brushRef="#br0" timeOffset="-198998.087">10000 17319 6444 0,'0'0'6957'0,"0"0"-5637"15,0 0-1180-15,0 0 364 0,0 0 440 0,0 0 216 16,0 0-900-16,0 0-260 0,0 0-384 16,0 0-288-16,12 4-120 15,-12-8-268-15,0 4-448 0,0-2-993 0,-12-3-3879 0</inkml:trace>
  <inkml:trace contextRef="#ctx0" brushRef="#br0" timeOffset="-198513.984">9303 16989 1812 0,'0'0'6292'0,"0"0"-4636"16,0 0-508-16,0 0 205 0,0 0 23 15,0 0-396-15,-24 73-388 0,24-51-24 0,-4 6 0 16,4 8 40-16,0 2-96 0,0 6-68 16,0 7-24-16,0 6-96 0,0 0-92 15,0 4-60-15,0-5-172 0,0-1-4 16,4-8-108-16,8-5-60 0,0-7-36 15,8-9-372-15,-1-5 36 0,5-8-92 0,4-3-80 16,4-10-188-16,4 0-348 0,0-13-472 16,-8 3-969-16,12-16-2783 0</inkml:trace>
  <inkml:trace contextRef="#ctx0" brushRef="#br0" timeOffset="-198300.803">10272 17110 9004 0,'0'0'1632'0,"0"0"-755"0,0 0 647 0,0 0-52 16,0 0 128-16,0 0-496 15,86 70-448-15,-73-51-188 0,-5 3-12 16,-5 4-124-16,5-1-120 0,-8 3-204 0,0 1 56 16,0 0-64-16,-4-1-48 0,-3 1-260 15,-1-1-232-15,-1-6-240 0,-2-3-152 16,3-3-160-16,0-6-500 0,0-3-964 15,0-7-2701-15</inkml:trace>
  <inkml:trace contextRef="#ctx0" brushRef="#br0" timeOffset="-197951.86">10669 17027 12125 0,'0'0'1924'15,"0"0"-1656"-15,0 0 388 0,0 0 164 16,0 0 48-16,0 0-520 0,0 0-340 16,0 0 80-16,0 0 148 0,0 0-112 15,84-63-12-15,-64 63 60 0,0 0-60 0,4 0-12 16,0 9-40-16,0 7 276 0,4 6 376 15,-5 4-380-15,1-1-172 0,0 6-64 16,-7 2-32-16,-6 2 44 16,1-1-48-16,-8 1-8 0,1 3 92 0,-5-2-44 15,0-2 108-15,0 1-100 0,0-9-108 16,0-4 0-16,0-6-156 0,0-6-164 0,3-3-60 16,5-7-256-16,0-7-364 0,0-10-304 15,8-8-620-15,-8 6-1920 0,12-22-3277 16</inkml:trace>
  <inkml:trace contextRef="#ctx0" brushRef="#br0" timeOffset="-197769.246">11131 16961 11309 0,'0'0'1784'0,"0"0"-1176"0,-43 66-36 16,23-34 668-16,-4 9 376 0,0 4-440 15,-8 2-424-15,1 4-260 16,3-3-76-16,0-4-184 0,7-3-232 0,2-5-68 0,3-8-312 15,4-6-308-15,3-5-336 16,6-9-368-16,3-8-760 0,0 0-1877 16,0-8-1939-16</inkml:trace>
  <inkml:trace contextRef="#ctx0" brushRef="#br0" timeOffset="-197551.46">11283 16761 6080 0,'0'0'6505'16,"0"0"-5841"-16,0 0-92 0,0 0 556 16,0 0-24-16,84 9-136 0,-73 4 88 0,-2 0-316 15,-1 6-288-15,-5 0-32 0,1 3-68 16,-4 3-68-16,0-2-116 0,-4-1-108 16,1-3-60-16,-5-3-192 0,4-7-420 15,-5 1-212-15,2-4 24 0,-1-6-92 16,0 0-800-16,0-3-2977 0,-4-13-4811 15</inkml:trace>
  <inkml:trace contextRef="#ctx0" brushRef="#br0" timeOffset="-197427.06">11346 16452 14929 0,'0'0'1348'0,"0"0"-1000"0,0 0-348 0,77-37 588 16,-46 24-588-16,1-3-812 0,-8 3-1256 15,8-6-2645-15</inkml:trace>
  <inkml:trace contextRef="#ctx0" brushRef="#br0" timeOffset="-184212.452">14211 14170 2016 0,'0'0'2804'0,"0"0"1980"16,0 0-3800-16,0 0-223 0,0 0-17 0,0 0 304 15,0 0 112-15,0 0-112 0,0 0-140 16,0 0-184-16,-4-4-92 0,4 10-64 16,9 1-60-16,2 5 32 0,1 5-24 15,8 2-64-15,1 6-136 0,-6 7 4 16,5 2-152-16,-4 8 124 0,0 6-60 15,-4 3-24-15,0 2-15 0,0-1-69 16,-4-2-112-16,-5-2-4 0,6-6-8 16,-1-7-76-16,0-8-81 0,-1-7-207 0,6-8-124 15,-2-8-60-15,6-4-76 16,-2-11-296-16,2-8-588 0,-6-6-1176 0,2-6-2629 16,-6 8-2547-16,1-15 7452 0</inkml:trace>
  <inkml:trace contextRef="#ctx0" brushRef="#br0" timeOffset="-183986.906">14527 14189 11685 0,'0'0'1996'16,"0"0"-1008"-16,0 0-140 0,0 0 280 0,19 88 128 16,-10-56-220-16,-2 6-408 15,5 4-248-15,0-1-136 0,0 6-60 0,0 1-76 16,0-1-96-16,0 2-12 0,0-5-256 15,0 5-184-15,-4-5-136 16,4 0 160-16,-4-3-128 0,0-5-176 0,-5-2-680 0,5-3-844 16,-3-5-1665-16,3-5-1227 15,-4-4 2136-15,-4 8 1592 0</inkml:trace>
  <inkml:trace contextRef="#ctx0" brushRef="#br0" timeOffset="-183134.584">13726 15754 10304 0,'0'0'1853'15,"0"0"-665"-15,0 0-324 0,0 0 388 16,0 0-56-16,0 0-180 16,0 0-332-16,0 0-168 0,0 0 268 0,115 7-148 0,-71-2-208 15,3 2-60-15,-2-1-104 0,-2 4-104 16,1-8-4-16,0 5-92 15,0-7-64-15,-4 0 0 0,-5 0-124 0,1-7-92 16,-8-1-284-16,-4-2-88 0,0 0-156 16,-12 1-240-16,0-1-652 0,-12 4-2208 15,0-1-2789-15</inkml:trace>
  <inkml:trace contextRef="#ctx0" brushRef="#br0" timeOffset="-182785.355">13917 15808 3300 0,'0'0'10045'16,"0"0"-8433"-16,0 0-856 0,0 0-176 15,0 0 416-15,52 66 328 0,-37-53-268 16,2 0-468-16,-2-1-308 0,2-5-168 16,-6 5-68-16,-3-1-44 0,1 1-4 15,-6 1 0-15,1 3-116 0,-4 6-164 0,-7 0 40 16,-2 3 24-16,-7 2 60 0,0 0 4 15,4 5 56-15,-8-3 100 0,5 2 0 16,-2 1 68-16,2-3-16 0,2-4 168 0,6 1 48 16,3-7-24-16,4-3-24 15,0 0-96-15,8-7-76 0,8 4-36 0,3-3 84 16,5-1-48-16,8 0 0 0,4 1-48 16,0-1-12-16,0-2-100 15,0-1 52-15,4-3-220 0,-9 0-284 0,5 0-124 16,-4 1-48-16,0-1-268 0,0 0-672 15,4-3-1456-15,-13 0-4041 0,13-3 1762 16</inkml:trace>
  <inkml:trace contextRef="#ctx0" brushRef="#br0" timeOffset="-182184.33">14813 15887 11137 0,'0'0'2652'0,"0"0"-1024"0,0 0-444 16,0 0-152-16,0 0-140 0,84 25-156 16,-52-25-232-16,4 0-212 0,-1 0-72 15,-3 0-72-15,0-6-100 0,0 0-48 16,-8-1-156-16,0-2-276 0,-5 4-168 0,-2-6-200 16,-6 5-200-16,-7 0-196 0,5 2-420 15,-9 1-660-15,0 3-1593 16,0 0-1311-16,-9 0 3460 0,2 0 676 0</inkml:trace>
  <inkml:trace contextRef="#ctx0" brushRef="#br0" timeOffset="-181985.631">15084 15912 1616 0,'0'0'680'0,"0"0"-628"0,0 0 6220 15,0 0-4036-15,-28 65-715 16,24-46-385-16,4 3-20 0,0 0 92 0,0 0-116 16,0 0-372-16,0 0-176 0,0 3-24 15,0 5-28-15,0-5 24 16,0 4-76-16,4-4-184 0,0-3-60 0,8 0-88 15,0-6-48-15,4 0-60 0,4-6 0 16,-5-7-256-16,6-3-172 0,-1 0-48 16,4-6-64-16,-1-7-100 0,1 1-288 0,0-5-432 15,-3 1-1140-15,2-3-2501 16,-7 6-1971-16,12-12 6448 0</inkml:trace>
  <inkml:trace contextRef="#ctx0" brushRef="#br0" timeOffset="-181708.048">15606 15862 1800 0,'0'0'3116'0,"0"0"3497"0,0 0-4337 16,0 0-584-16,0 0-296 0,0 0-416 0,0 0-164 16,0 0-264-16,0 0-232 15,0 0-76-15,-52 82 0 0,44-56-24 0,1 0-24 16,-2 2 12-16,5 4 0 0,-4 3-16 15,5 0 52-15,-5 2 172 0,3-2-51 16,1-3-149-16,4-3-108 0,0-7-104 16,4-3-4-16,9-3-156 0,-2-3-136 15,9-4-133-15,0-2-51 0,4-1-72 0,-4-6 36 16,8 0-136-16,-9 0-240 0,6-3-484 16,-5 0-764-16,-5-4-1088 0,2 0-2805 15,-6 2 409-15,2-2 5521 0</inkml:trace>
  <inkml:trace contextRef="#ctx0" brushRef="#br0" timeOffset="-181196.031">15904 15931 2660 0,'0'0'236'16,"0"0"5672"-16,0 0-3828 0,0 0-475 16,0 0-317-16,0 0-248 0,0 0-80 15,0 0 4-15,0 0-264 0,0 0-108 0,0 0-48 16,-55 84-100-16,47-56-52 15,4 8-60-15,0-6-52 0,0 9-12 0,0-4 16 16,4 0-104-16,0-4-56 0,0 1-64 16,0-7-60-16,0-2-48 0,8-7 0 15,0-7-260-15,0-2-144 0,4-5-72 0,4 2-116 16,-4-4-248-16,3-6-476 16,2-1-1296-16,-2-2-2741 15,-2-5-1291-15,-5 9 6684 0,4-5-1184 16</inkml:trace>
  <inkml:trace contextRef="#ctx0" brushRef="#br0" timeOffset="-181020.744">16020 16304 1736 0,'0'0'1328'0,"0"0"4440"16,0 0-3555-16,0 0-685 0,0 0-52 15,0 0-248-15,0 0-208 0,80 2-208 16,-64-2-328-16,-4 0-164 0,0 6 28 16,-1 1 84-16,-6 3-4 0,3-1-56 0,-4 7-8 15,0-3-20-15,-4 3-88 0,0-3-180 16,0-1-76-16,0-2-352 0,0-4-176 15,-4-3-196-15,0 0-248 0,0-3-560 16,0-3-1500-16,-1-3-3641 0,2 0 1353 0,-1-11 4340 16</inkml:trace>
  <inkml:trace contextRef="#ctx0" brushRef="#br0" timeOffset="-180880.303">16112 16123 2480 0,'0'0'532'0,"0"0"4996"0,0 0-2815 15,0 0-637-15,0 0-352 0,0 0-512 16,0 0-628-16,0 0-584 0,84 12-776 0,-69-21-812 16,-2-1-820-16,-2-2-3773 0,-3 1 1649 15</inkml:trace>
  <inkml:trace contextRef="#ctx0" brushRef="#br0" timeOffset="-180653.714">16395 15970 3696 0,'0'0'300'0,"0"0"4300"0,0 0-1527 16,0 0-581-16,0 0-488 0,48 79-604 0,-40-60-376 15,-1 4-260-15,6 2-152 16,-5 1-196-16,-1 2-76 0,-3 4-60 0,-4-4-96 16,0 7-148-16,0-2-36 0,-8-5-340 15,-3 2-76-15,-2 0-60 0,2-1-64 0,-5-4-84 16,4-6-204-16,-4 1-288 15,4-6-832-15,-4-3-2016 0,4-3-2685 16,-8-4 4525-16</inkml:trace>
  <inkml:trace contextRef="#ctx0" brushRef="#br0" timeOffset="-178878.722">27563 5226 11837 0,'0'0'2160'0,"0"0"-860"0,0 0-40 15,0 0 8-15,0 0-96 0,0 0-132 16,88 19-296-16,-60-13-316 0,4-6-184 15,-1 3-88-15,1-3-144 0,0 0-12 0,0 0-256 16,0-6-316-16,-4 0-184 0,-4-4-272 16,-5 4-516-16,-2-4-1496 15,-10 7-3713-15,-3 0-103 0</inkml:trace>
  <inkml:trace contextRef="#ctx0" brushRef="#br0" timeOffset="-178702.405">27643 5416 912 0,'0'0'10177'0,"0"0"-8353"16,0 0-588-16,0 0 440 0,0 0-60 0,92 32-432 0,-60-32-456 15,3 0-312-15,5-10-416 16,3-2-392-16,5-7-348 0,5 0-472 16,3-3-652-16,-1-4-2128 0,-11 10-3289 0,12-16 5505 15</inkml:trace>
  <inkml:trace contextRef="#ctx0" brushRef="#br0" timeOffset="-178500.271">28428 4914 652 0,'0'0'13893'0,"0"0"-11805"16,0 0-1252-16,0 0-156 0,115 26 476 15,-64-23 8-15,-2 1-188 0,7-4-551 16,3 0-365-16,-3-7-60 0,4-2-425 16,-9-5-343-16,1 0-332 0,-8 0-584 15,-7-2-2152-15,-14 4-3073 0,-3-7 261 0</inkml:trace>
  <inkml:trace contextRef="#ctx0" brushRef="#br0" timeOffset="-178167.784">28511 5003 8172 0,'0'0'6077'0,"0"0"-4789"0,0 0-296 15,0 0 168-15,36 83 268 0,-12-66-80 0,12 1-360 16,0-5-455-16,7-4-301 0,-2 4-112 16,-2-8-112-16,-3 2-8 15,-8 3-120-15,-8 0-208 0,-1 3 47 0,-10 2 13 0,-9 4 52 16,0 0-28-16,-12 6 96 15,-13 1 104-15,-2 5 44 0,-4 1 48 16,-6 3 100-16,-3 0 32 0,5 0 28 0,-1-3-24 16,4-1 60-16,8-1 109 15,8-5-41-15,4-6-80 0,8 0-112 16,4-3-120-16,4-4-72 0,12-2-72 0,8 3-28 16,0-7-8-16,11 0-112 15,6-2-25-15,2-2 49 0,9-2 88 0,0 0-284 0,0-6-296 16,0 0-600-16,4-3-1556 15,-17-1-2957-15,21-3-3391 0</inkml:trace>
  <inkml:trace contextRef="#ctx0" brushRef="#br0" timeOffset="-177627.616">30001 4940 432 0,'0'0'468'0,"0"0"7736"0,0 0-6163 15,0 0-741-15,0 0-140 0,0 0 120 16,0 0 28-16,0 0-244 0,0 0-344 16,0 0-176-16,0 0-128 0,-67-31-60 15,55 43-36-15,-4 10 12 0,-5 10 60 16,-2 6 32-16,-1 6 40 0,0 10-88 0,0 1-35 16,5 2-49-16,-2-3 60 0,10 0 240 15,6-4-156-15,1-5-208 0,4-4-144 16,9-3-80-16,6-7 0 0,5-1-4 15,0-8-48-15,8-7-60 0,-4-5-120 16,4-3-112-16,0-7-84 0,4 0-96 0,-4-10-53 16,0-6-399-16,0-3-876 0,-5-6-2540 15,-3 6-2785-15</inkml:trace>
  <inkml:trace contextRef="#ctx0" brushRef="#br0" timeOffset="-177454.423">30321 5410 1592 0,'0'0'8448'0,"0"0"-5799"16,0 0-589-16,0 0 52 0,11 76-216 16,-11-59-364-16,4 1-520 0,-4-5-572 0,4 0-311 15,-4-1-129-15,0-5-121 0,0-1-243 16,0-3-248-16,0 0-96 16,0-3-172-16,-8 0-488 0,-3 0-1348 0,-2-3-4189 15,1-4-463-15</inkml:trace>
  <inkml:trace contextRef="#ctx0" brushRef="#br0" timeOffset="-177303.668">30304 5156 5428 0,'0'0'1768'0,"0"0"3089"16,0 0-3413-16,0 0 92 0,0 0-112 0,80-9-552 15,-57 2-872-15,2-5-164 0,3 1-1076 16,3-1-844-16,-3-1-3333 0,-7 5-2759 0</inkml:trace>
  <inkml:trace contextRef="#ctx0" brushRef="#br0" timeOffset="-176953.978">30783 5032 3268 0,'0'0'9285'16,"0"0"-7437"-16,0 0-1344 0,0 0-12 0,0 0 200 16,90-19-28-16,-57 7-664 0,3-1 0 15,0 0-408-15,-1-1 64 0,5 6 156 16,-8 2 48-16,0 6 28 0,-4 0 112 16,-4 2 52-16,-4 8 248 15,-1 6 104-15,2 6-40 0,-5 1 84 0,-8 5 24 16,-1 3-40-16,1 4 0 0,-4 4-36 15,-4-1-52-15,0 3 0 0,0-3 72 0,-4 3 184 16,0 1 92-16,-3-7-120 0,3 0-219 16,0-10-197-16,4-3-152 0,0-6-4 0,0-4-108 15,0-7-256-15,0-3-293 16,4-2-63-16,3-7-160 0,5-5-560 16,0-4-1256-16,4-9-2545 0,-4 6-2687 0,13-16 7512 15</inkml:trace>
  <inkml:trace contextRef="#ctx0" brushRef="#br0" timeOffset="-176760.014">31455 4886 10144 0,'0'0'2497'0,"0"0"-1133"16,-51 70-24-16,23-29 428 16,-4 7-72-16,0 5-128 0,-3 5-436 15,-6-1-183-15,2 0-177 0,-1-6-276 0,0-6-256 16,4-4-240-16,4-10-184 15,8-8-252-15,9-11-48 0,3-1 48 0,7-11-60 0,1-5-149 16,4-4-551-16,9-10-1464 16,-1-6-3260-16,-1 6-4073 0,10-20 9813 15</inkml:trace>
  <inkml:trace contextRef="#ctx0" brushRef="#br0" timeOffset="-176522.537">31726 4638 6188 0,'0'0'936'16,"0"0"3461"-16,0 0-2837 0,0 0-108 15,0 0 220-15,0 0-296 0,0 0-476 16,80 54-356-16,-68-35-200 0,-4 1-40 0,0-2-56 16,-4 5-104-16,-4-1-44 0,0-3-100 15,-4-3 0-15,-4 0-256 0,0-4-88 16,0-2 12-16,1-4-12 0,-2 0-52 15,1-6-132-15,1 0-256 0,-1 0-592 16,-1-6-1244-16,1-10-3389 0,5 7-151 0,-1-19 5640 16</inkml:trace>
  <inkml:trace contextRef="#ctx0" brushRef="#br0" timeOffset="-176385.538">31958 4207 5868 0,'0'0'5681'0,"0"0"-1645"15,0 0-2828-15,79-19-636 0,-47 13-188 16,-4 2-384-16,0 1-76 0,-4-1-704 0,-9 4-816 16,2 4-1648-16,-6-1-5957 0,-2 10 7597 15</inkml:trace>
  <inkml:trace contextRef="#ctx0" brushRef="#br0" timeOffset="-175241.391">16729 15948 5652 0,'0'0'4952'0,"0"0"-2511"15,0 0-665-15,0 0-516 0,0 0-244 16,0 0-124-16,0 0-164 0,0 0-224 0,0 0-196 16,0 0-124-16,96-22-64 0,-72 8-120 15,4 6-60-15,0-3-184 0,4 9-16 16,-8 2 28-16,-5 0-28 0,2 7 88 16,-1 7-24-16,-9 5-16 0,1 6 56 15,-3 5 156-15,-5-1 112 0,-1 2 0 16,-3-3-28-16,0 4 16 0,0-3 36 15,0-3-12-15,-3-4-56 0,3-7-68 16,-4-2-132-16,4-6-104 0,0-4-124 0,0-3-272 16,0-3-212-16,0-7-552 0,0-2-1044 15,7-7-2817-15,-3 5-2119 16,4-14 7273-16</inkml:trace>
  <inkml:trace contextRef="#ctx0" brushRef="#br0" timeOffset="-175035.889">17116 15846 7220 0,'0'0'4725'0,"0"0"-2949"0,0 0-572 0,0 0-212 16,0 0 112-16,-44 80-172 0,29-45-240 15,-2 2-204-15,-2 5-56 0,-1 2-52 0,-5 1-52 16,1-4-108-16,1-3-144 0,-1-3-76 16,0-6-368-16,0-8-84 15,8-2-4-15,-4-8-48 0,8-3-224 0,-4-8-336 16,8 0-1024-16,1-8-2233 0,3-3-1375 15,0-10 3508-15</inkml:trace>
  <inkml:trace contextRef="#ctx0" brushRef="#br0" timeOffset="-174799.86">17300 15665 8868 0,'0'0'2597'0,"0"0"-717"0,0 0-344 16,0 0 12-16,0 0-388 0,0 0-408 0,79 14-296 16,-71-12-96-16,4 1-300 15,-4 4-60-15,-1 0-208 0,-2 1 84 16,-1 9-48-16,-4 1 72 0,0 7 88 0,0 0 4 16,0 5-40-16,-4-5-4 15,-1-6-32-15,2-3-64 0,3-4-212 0,0-7-332 16,0-5-336-16,0 0-520 0,0-11-1668 15,0 3-3761-15,0-19 4317 0</inkml:trace>
  <inkml:trace contextRef="#ctx0" brushRef="#br0" timeOffset="-174635.252">17356 15361 3512 0,'0'0'9637'0,"0"0"-7681"0,0 0-988 0,0 0-204 16,0 0-328-16,0 0-436 0,86-38-616 16,-69 34-756-16,-2 1-1000 0,-2-1-3717 0,-5 8-679 15</inkml:trace>
  <inkml:trace contextRef="#ctx0" brushRef="#br0" timeOffset="-172189.895">27655 17564 4864 0,'0'0'9977'0,"0"0"-7917"15,0 0-1056-15,0 0-260 0,0 0 520 0,0 0-132 0,0 0-131 16,0 0-373-16,95 22-228 16,-71-19-112-16,0-3-104 0,0 0-92 15,0 0-92-15,-4 0-48 0,-1-3-48 0,2-3-280 16,-5-4-180-16,-1 1-88 16,-7-4-25-16,1 3-171 0,-5-2-236 15,-4 5-800-15,0 0-1216 0,-4 7-1981 0,-13 0-1047 16,10 0 4596-16,-17 14-123 0</inkml:trace>
  <inkml:trace contextRef="#ctx0" brushRef="#br0" timeOffset="-172000.592">27627 17770 628 0,'0'0'9788'16,"0"0"-7103"-16,0 0-1277 0,0 0-448 0,0 0 124 16,0 0-16-16,4 67-312 0,16-57-340 15,-1-1-228-15,5-3-32 0,8-3-128 16,0 0-28-16,0-3-480 0,0-6-324 15,-1 0-312-15,-3-7-544 0,4 4-1280 16,-8-4-2781-16,-3 6-271 0,3-2 5940 16</inkml:trace>
  <inkml:trace contextRef="#ctx0" brushRef="#br0" timeOffset="-166037.186">28476 17279 5076 0,'0'0'780'15,"0"0"3992"-15,0 0-3783 0,0 0 359 16,0 0-128-16,0 0 120 16,0 0-208-16,91 0 48 0,-47 0-108 0,-1 5-336 15,5-2-232-15,1 1-140 0,-2 3-96 0,-4-5-12 16,-2 4-136-16,-5-2-120 0,-8-2-184 16,0-2-144-16,-4 0-224 15,-9-2-180-15,5-4-144 0,-8 0-272 0,-4-1-644 16,-8 0-1140-16,0-2-2721 0</inkml:trace>
  <inkml:trace contextRef="#ctx0" brushRef="#br0" timeOffset="-165735.925">28691 17291 8140 0,'0'0'5409'15,"0"0"-4025"-15,0 0-692 0,0 0-128 0,0 0 400 16,95 73 4-16,-63-57-180 0,-4 3-480 15,0-3-252-15,-5-1-52 0,-6 2-8 16,-6-2 4-16,2 2-108 0,-9 2 8 0,-4 2-120 16,-4 2-4-16,-9-1 52 15,-2 6 124-15,-1-2 36 0,-9 3-124 16,2-1 72-16,-1 1 52 0,0-2 0 0,0 3 12 16,8-5 184-16,0-3 164 0,8-6 20 15,8-3-36-15,0-3-136 16,8-1-60-16,8-3-28 0,4-3-32 0,8 4 20 15,4 0-12-15,8-5 40 0,4 1 36 16,8-3-84-16,-5 0-76 0,5 0-280 16,0-5-344-16,-5-6-420 0,5-1-296 15,-8-1-616-15,-7 4-2316 0,14-7-2909 16</inkml:trace>
  <inkml:trace contextRef="#ctx0" brushRef="#br0" timeOffset="-165357.108">29990 17211 3604 0,'0'0'6928'0,"0"0"-6644"16,0 0 1861-16,0 0-977 0,-80-12 424 0,60 15-436 15,8 3-40-15,-4 3-288 0,0 11-92 16,0-1-4-16,4 9-60 16,-4 5-208-16,0 4-112 0,1 1-111 0,2 7 15 15,1-3-12-15,5-2-76 0,-2 2-12 16,5-8-56-16,0 1 8 0,4-3-108 15,0-3 0-15,4-3 0 0,9-7-144 0,-2-4-28 16,1-2-144-16,4-4-108 0,0-2-37 16,0-4-219-16,4-3-152 15,0 0-100-15,-4-3-324 0,3-4-516 0,-2 1-360 16,-2-3-828-16,-2 2-2061 0,2-6-926 16</inkml:trace>
  <inkml:trace contextRef="#ctx0" brushRef="#br0" timeOffset="-165193.599">30121 17679 6776 0,'0'0'2700'0,"0"0"-827"16,0 0-337-16,0 0-96 0,0 0-192 0,0 0-228 16,67 63-172-16,-63-44-144 0,-4-3 136 15,0 2-56-15,0 1-272 0,0 1-204 16,-7-5-180-16,3-2-128 0,0-3-256 16,0-3-320-16,0-7-208 0,-1 0-128 0,1 0-316 15,1-14-580-15,-1 5-1296 16,-4-10-3045-16</inkml:trace>
  <inkml:trace contextRef="#ctx0" brushRef="#br0" timeOffset="-165054.526">30153 17472 9336 0,'0'0'2493'0,"0"0"-833"16,0 0-60-16,0 0-140 0,0 0-552 15,88-13-588-15,-68 8-320 0,7-2-336 16,-3 0-300-16,0-3-656 0,-8 4-1028 0,8-6-2929 15</inkml:trace>
  <inkml:trace contextRef="#ctx0" brushRef="#br0" timeOffset="-164660.974">30547 17310 8896 0,'0'0'2417'0,"0"0"-761"15,0 0-436-15,0 0-160 0,0 0-404 16,96-26-100-16,-68 21-220 0,0 1-136 16,0 4 48-16,0 0-24 0,-5 6 24 15,1 11 12-15,-8 4 160 0,4 5 96 16,-12 9 0-16,0 0-48 0,-4 4 128 0,-4 1-192 16,0-3-124-16,-4-1-24 15,0-1-172-15,0-10-84 0,4-3-132 0,0-6-200 0,0-6-204 16,4-6-196-16,4-4-264 15,0-7-152-15,4-6-272 0,0-6-968 16,-1 3-1593-16,6-16-1263 0</inkml:trace>
  <inkml:trace contextRef="#ctx0" brushRef="#br0" timeOffset="-164471.477">30993 17215 8780 0,'0'0'2317'0,"0"0"-701"15,0 0-468-15,0 0 180 0,0 0-32 16,-71 91-364-16,47-52-360 0,-1 2-68 15,2 7 100-15,-1 2 180 0,0-3-84 16,5 2-116-16,-1-8-232 0,-1-8-352 0,10-8-108 16,3-6-392-16,-1-11-196 0,5-2-172 15,4-6-92-15,0-2-156 0,4-14-488 16,9-3-1516-16,-2 0-2277 0,10-16-759 16</inkml:trace>
  <inkml:trace contextRef="#ctx0" brushRef="#br0" timeOffset="-164291.485">31189 17093 3544 0,'0'0'8713'0,"0"0"-7221"0,0 0-844 0,0 0 224 15,0 0 584-15,0 0 20 0,0 0-304 16,47 80-364-16,-47-58-176 0,0 0-8 16,-4-2-3-16,1-1-345 0,-5-3-276 15,4-4-120-15,-1-5-341 0,1-7-171 16,-3 0-64-16,3 0-88 0,0-12-208 0,-9-2-732 15,9-2-1452-15,1 4-1669 0,-5-8-591 16</inkml:trace>
  <inkml:trace contextRef="#ctx0" brushRef="#br0" timeOffset="-164154.673">31284 16805 8896 0,'0'0'2393'0,"0"0"-817"0,0 0 192 15,80-6-152-15,-60 6-460 16,0 3-448-16,-4 3-460 0,0 1-248 0,-4-4-472 15,-5 3-708-15,2 0-744 0,-5-2-2149 16,0 5-2915-16</inkml:trace>
  <inkml:trace contextRef="#ctx0" brushRef="#br0" timeOffset="-162710.023">13339 17561 8476 0,'0'0'5269'0,"0"0"-4293"0,0 0-196 16,0 0-176-16,88 28 100 0,-36-15 252 16,8-1-276-16,3-2-336 0,5 0-144 0,3-4-16 15,-11-3-148-15,0-3-36 0,-8 0-112 0,-5-3-280 16,-2-3-164-16,-10-1-124 16,-3-2-156-16,-4-1-220 0,-12 4-1272 15,-13-1-2693-15</inkml:trace>
  <inkml:trace contextRef="#ctx0" brushRef="#br0" timeOffset="-162538.623">13574 17742 9576 0,'0'0'2293'0,"0"0"-577"0,0 0-296 16,88 44-364-16,-48-28-140 0,7-6-72 15,5-4-316-15,-4-3-228 0,-4-3-300 0,0 0-112 16,-8-9-332-16,-4-1-212 0,-1-6-216 15,-6 3-376-15,-10 1-1008 0,-3-7-2829 16</inkml:trace>
  <inkml:trace contextRef="#ctx0" brushRef="#br0" timeOffset="-162285.982">13821 17272 9532 0,'0'0'2413'16,"0"0"-1045"-16,88 45-328 0,-52-27 284 16,7 8-16-16,-2-1-392 0,-2 1-568 0,-3-1-164 15,-4 3-12-15,-4 1-132 16,-4 0-32-16,-9 2-16 0,-7 4-72 16,-8 3-192-16,-4 0 24 0,-11 3-84 0,-2 1-116 15,-6-1 136-15,-1-3 200 0,0 0-12 16,-4-2-136-16,4-8-132 0,1-3-276 15,2-9-380-15,5-3-900 0,4-4-1301 16,-4-2-2779-16</inkml:trace>
  <inkml:trace contextRef="#ctx0" brushRef="#br0" timeOffset="-161831.361">15283 17468 10949 0,'0'0'2000'0,"0"0"-752"0,0 0-424 0,0 0 244 16,104 19 320-16,-56-12-348 16,8-1-512-16,-1 0-256 0,1-2-260 15,-4-2-12-15,-8-2 0 0,3 0-112 0,-6-6-344 16,-6 0-136-16,-3-3-76 0,-4-1-164 16,-8-3-452-16,-8 1-1024 0,-4 5-1853 15,-8-5-1819-15</inkml:trace>
  <inkml:trace contextRef="#ctx0" brushRef="#br0" timeOffset="-161637.008">15678 17468 484 0,'0'0'8476'0,"0"0"-6127"16,0 0-757-16,-28 80-232 0,24-48 28 0,-4 0-44 16,4-1-340-16,-1 5-376 0,2-3-172 15,-1 0-64-15,4 2-72 0,0-1-28 16,0-1-44-16,0-5-44 0,7 1-32 0,10-7-172 15,-1-3-12-15,4 0-172 0,0-6-256 16,4-4-232-16,4 0-312 0,-1-5-352 16,1-4-724-16,-4 0-2189 0,16-10-2779 15</inkml:trace>
  <inkml:trace contextRef="#ctx0" brushRef="#br0" timeOffset="-161256.941">16407 17364 9760 0,'0'0'3101'16,"0"0"-1753"-16,0 0-740 0,0 0 160 15,-52 90 628-15,40-60-156 0,4 5-476 16,0 7-360-16,0-1-24 0,4 4 48 0,1-1 12 16,3-4-112-16,-4 6-84 0,4-9-72 15,0 3 8-15,0-3-32 0,0-5-40 16,0-4 49-16,7-2-69 0,-3-8-88 15,4-1-64-15,0-8-153 0,0-3-111 16,4-6-184-16,0 0-148 0,0-6-232 16,4-7-292-16,-4-6-576 0,4 3-2308 0,4-9-2929 15</inkml:trace>
  <inkml:trace contextRef="#ctx0" brushRef="#br0" timeOffset="-161088.724">16746 17912 5944 0,'0'0'5233'0,"0"0"-3169"0,0 0-352 16,0 0-300-16,0 0-316 0,0 0-428 15,0 0-404-15,15 71-264 0,-15-65-236 16,0 0-260-16,-4 1-272 0,1-7-248 16,-1 0-372-16,0 0-852 0,-5 0-3089 15</inkml:trace>
  <inkml:trace contextRef="#ctx0" brushRef="#br0" timeOffset="-160921.383">16789 17684 7552 0,'0'0'3200'0,"0"0"-1427"0,0 0-509 15,0 0-252-15,0 0-456 0,84 3-556 0,-72-3-708 16,0 0-1044-16,-4 0-1157 15,0-3-3719-15</inkml:trace>
  <inkml:trace contextRef="#ctx0" brushRef="#br0" timeOffset="-160375.761">16200 17386 664 0,'0'0'9248'0,"0"0"-7227"16,0 0-1021-16,0 0-248 0,0 0 428 16,-49 73 116-16,42-48-232 15,3 3-384-15,0 11-284 0,4 2-88 0,0 7-96 16,0-1 56-16,0 4-48 0,8 3-32 15,-4 1-68-15,4-4-60 0,4-1-56 16,-1-3-4-16,6-8-72 0,-2-7-528 16,2-7-176-16,3-4-92 0,3-7-180 15,1-9-652-15,0-5-2165 0,8 0-3347 0</inkml:trace>
  <inkml:trace contextRef="#ctx0" brushRef="#br0" timeOffset="-160095.541">17272 17512 9036 0,'0'0'2837'0,"0"0"-1657"0,0 0-632 0,32 68 176 16,-29-46 688-16,1 3-232 15,0 4-496-15,-4-1-388 0,0 0-48 16,-4 5 36-16,-7-1-168 0,-2-1-116 0,2 1-80 16,-6 0 80-16,2 0 0 15,-6-5-164-15,2 0-280 0,-1-5-164 16,0 0-40-16,0-6-20 0,-4 0-212 0,0-7-336 16,9 2-1020-16,-9-9-2625 0</inkml:trace>
  <inkml:trace contextRef="#ctx0" brushRef="#br0" timeOffset="-159627.4">17634 17637 7552 0,'0'0'6653'15,"0"0"-4581"-15,0 0-556 0,0 0-836 16,0 0-148-16,104 35 252 0,-69-35-196 15,10 0-260-15,2 0-328 0,-4-4-36 16,2-5-220-16,-6-3-184 0,2-1-196 0,-5-7-216 16,-8 8-308-16,-5-4-848 0,-7 7-2212 15,-8 2-2825-15</inkml:trace>
  <inkml:trace contextRef="#ctx0" brushRef="#br0" timeOffset="-159453.983">17897 17736 10244 0,'0'0'3845'0,"0"0"-2481"16,0 0-332-16,0 0-12 0,0 0 68 0,0 0-128 15,88 53-396-15,-56-47-400 16,-1-6-164-16,1 0-196 0,8-6-440 16,-4-3-456-16,0-4-548 0,-13 4-2688 0,18-4-3685 15</inkml:trace>
  <inkml:trace contextRef="#ctx0" brushRef="#br0" timeOffset="-158993.725">19236 17293 8520 0,'0'0'2653'0,"0"0"-1461"16,0 0-384-16,0 0 120 15,0 0 248-15,-84-12-56 0,64 15-336 0,1 6-260 16,-5 8 20-16,3-1 84 0,2 9 36 16,-1 7-128-16,-1 2-44 15,2 8-116-15,3 5-48 0,0 5 0 0,8-2-83 16,4-2-37-16,4-3-76 0,0-4-88 0,4-3-40 15,8-6-8-15,4-7-40 16,0-6-100-16,-1-7 68 0,6-1-117 0,3-9-183 16,-9-2-160-16,9-2-208 0,-3-9-348 15,-2-3-340-15,1-3-1224 0,-4 1-2953 16,4-10-3215-16</inkml:trace>
  <inkml:trace contextRef="#ctx0" brushRef="#br0" timeOffset="-158805.613">19360 17723 1056 0,'0'0'8460'16,"0"0"-5715"-16,0 0-705 0,0 0-152 15,0 0-80-15,0 0-84 0,59 72-396 0,-55-59-415 16,4 3-453-16,-4-3-300 16,0-1-160-16,0-5-280 0,-1-1-144 15,-3-3-49-15,0 0-63 0,5-3-100 0,-5 0-244 16,0-6-512-16,0 3-1776 0,-5-9-4061 15</inkml:trace>
  <inkml:trace contextRef="#ctx0" brushRef="#br0" timeOffset="-158653.834">19431 17510 4072 0,'0'0'7525'0,"0"0"-5681"0,0 0-828 16,0 0-184-16,75 0-92 0,-54-4-384 15,3 2-356-15,-5-4-1136 0,-3 2-1068 16,-4 1-2245-16,8-4-4146 0</inkml:trace>
  <inkml:trace contextRef="#ctx0" brushRef="#br0" timeOffset="-158119.503">20475 17131 12081 0,'0'0'2940'0,"0"0"-1208"0,36 71-812 16,-25-30-188-16,2 7 228 0,-5 6-80 0,-1 6-332 15,-3 0-340-15,1 1-36 0,-1-4-52 16,0 0 16-16,3-6 56 16,1-6 16-16,5-11-135 0,-2-2-65 0,10-13-8 15,-2-6-81-15,1-4-103 0,4-9-56 0,0 0 44 16,3-6-24-16,-3-10-24 16,1-6-132-16,-1-7 8 0,0-5-84 15,-1-4-28-15,1-6-24 0,-7-5 36 0,-2-2-52 16,1-3 72-16,-4 1 12 15,-4-2 112-15,4 1 80 0,-4 3-168 16,-4 4 324-16,0 6-204 0,-1 6-184 0,2 9-260 16,-5 7-64-16,0 10-208 15,-5 3-525-15,-2 6-1235 0,-9 2-2960 0</inkml:trace>
  <inkml:trace contextRef="#ctx0" brushRef="#br0" timeOffset="-157914.94">20614 17554 8372 0,'0'0'4289'0,"0"0"-2457"15,0 0-572-15,0 0 120 0,0 0-128 16,0 0-84-16,0 0-412 0,0 0-292 16,95-25-208-16,-67 13-144 0,-3-1-52 15,3 0-12-15,0 1-48 0,-4-2-256 16,4 3-156-16,0 0-164 0,-1 2-232 0,1-4-192 15,0 7-712-15,-8-1-2384 0,8 1-3917 16</inkml:trace>
  <inkml:trace contextRef="#ctx0" brushRef="#br0" timeOffset="-157317.564">21527 17500 3876 0,'0'0'7901'0,"0"0"-6085"0,0 0-1120 16,0 0-276-16,0 0 72 0,84-53-16 15,-65 40-124-15,-3 3-276 0,0 3-76 16,0 7 0-16,0 0 8 0,-4 10 172 0,0 6-80 16,-8 9 12-16,-1 1 0 0,-3 6-100 15,0 3 112-15,0-1 28 0,-7-2 24 16,3-3 8-16,0-1-8 0,0-6-104 16,4-2-72-16,0-10-56 0,0-4-292 15,0-6-276-15,4-4-432 0,4-5-196 16,-4-1-852-16,-1-11-2985 0</inkml:trace>
  <inkml:trace contextRef="#ctx0" brushRef="#br0" timeOffset="-157154.595">21654 17098 10128 0,'0'0'2417'0,"0"0"-657"16,0 0-360-16,0 0-148 0,0 0-568 0,92-42-520 15,-68 38-164-15,-4 1-760 0,-4-3-720 16,0 3-952-16,-1-3-3425 0</inkml:trace>
  <inkml:trace contextRef="#ctx0" brushRef="#br0" timeOffset="-139125.234">17579 18345 8856 0,'0'0'4045'0,"0"0"-2825"16,0 0-736-16,0 0-32 0,0 0 656 0,0 0-44 16,79 16-284-16,-48-13-384 0,10-3-188 15,6 0 336-15,5 0 188 0,0-3-364 0,0-7-280 16,0 4-88-16,-4-3-60 15,-8 2 56-15,3-3 8 0,-11 4-8 0,0-1-284 16,-8 5-128-16,-8-1-184 0,-4 0-80 16,-8 3-212-16,-1 0-596 0,-3 0-724 15,-11 0-733-15,3 0-1531 0,-16 6-196 16</inkml:trace>
  <inkml:trace contextRef="#ctx0" brushRef="#br0" timeOffset="-138923.43">17742 18487 7612 0,'0'0'3200'16,"0"0"-1311"-16,0 0-565 0,0 0 16 0,0 0-72 0,0 0-272 16,0 0-280-16,0 0-272 15,99 58-72-15,-59-55 140 0,0-3-96 0,0 0-208 16,-1 0-132-16,2-3-76 0,-9 0-136 16,-5-3-364-16,-2-1-52 15,-6 1-112-15,-3-4-116 0,0-2-488 0,-9-5-976 16,-2 8-1945-16,-5-12-627 0</inkml:trace>
  <inkml:trace contextRef="#ctx0" brushRef="#br0" timeOffset="-138687.452">17964 18119 9804 0,'0'0'1717'0,"0"0"-601"16,0 0-20-16,0 0 108 0,0 0-160 15,88 0-328-15,-56 4-192 0,4-1-140 16,0 2-24-16,0 0-28 0,0 4-96 15,0-3-140-15,-5 7 40 0,1 0-60 16,-8 2-64-16,-3 5 112 0,-10 1-124 16,1 2-88-16,-8 8 4 0,-4 1-116 15,0 4-32-15,-12 4-40 0,0 2-12 16,-4 0 48-16,1-2 36 0,-2-1 52 0,2-5 60 16,2-2-124-16,2-7-400 0,3-5-368 15,-1-5-528-15,5-8-856 0,1-4-2713 16</inkml:trace>
  <inkml:trace contextRef="#ctx0" brushRef="#br0" timeOffset="-138265.83">18838 18383 8808 0,'0'0'1396'0,"0"0"-415"16,0 0-197-16,0 0 508 0,0 0 104 15,0 0-172-15,0 0-508 0,0 0-244 0,86 73 64 16,-65-38 32-16,-5 5-84 0,0 6-192 0,-4 1-44 16,-4 4-100-16,0 3-40 15,-1 0-108-15,-7-4-60 0,4-2-28 16,-4-3-120-16,0-10-112 0,0-7-24 0,0-9-160 15,0-6-180-15,0-10-76 0,0-3-208 16,-4-10-448-16,0-5-176 0,-3-14-853 16,-1-5-707-16,-1 4-768 0</inkml:trace>
  <inkml:trace contextRef="#ctx0" brushRef="#br0" timeOffset="-138068.426">18889 18466 3496 0,'0'0'3308'0,"0"0"-984"15,0 0-776-15,0 0-119 16,0 0 43-16,80-71-292 0,-56 62-364 15,4 3-84-15,-9 3-220 0,5-1-324 0,-3 4-64 16,-6 0 12-16,-2 7 124 0,-6 2-12 16,-3 4-36-16,0 4 36 0,-4 1-76 15,0 4-116-15,-4 0-56 0,-3 3-12 16,-6 0-184-16,1 2-112 0,5-5-140 16,-6-3-100-16,5-4-136 0,1-2-176 0,3-7-288 15,0-6-548-15,4 0-733 16,0-2-2435-16</inkml:trace>
  <inkml:trace contextRef="#ctx0" brushRef="#br0" timeOffset="-137787.302">19236 18449 8336 0,'0'0'1824'0,"0"0"-467"16,0 0 39-16,0 0 4 0,0 0-364 0,27 80-372 16,-18-64-308-16,-5 0-132 0,7-4-64 15,-2-2-160-15,3-7-124 0,-1-3 36 16,2 0-48-16,-2 0-12 0,1-9 16 15,0-4-16-15,4-3-4 0,-4-1 152 0,-4 3-152 16,-4-2 16-16,0-1 36 16,0 2 100-16,-4 5 52 0,0-2 0 15,-8 2 36-15,-4 0 12 0,-4 2 36 0,4 1-136 16,-4 3 0-16,1 1 48 0,2 3 64 16,1 3 28-16,5 3-140 15,-1 4-12-15,-1-1-116 0,5 7-72 0,1-3-128 16,3 0-224-16,0-4-320 0,0 1-416 15,0-3-793-15,0-4-2415 0,3-3-1268 16</inkml:trace>
  <inkml:trace contextRef="#ctx0" brushRef="#br0" timeOffset="-137562.097">19419 18367 7460 0,'0'0'2204'0,"0"0"-731"16,0 0 3-16,0 0 308 0,0 0-84 15,0 0-836-15,83 22-416 0,-70-9-260 16,-1 4 96-16,-1-3 36 0,2 7 28 15,-6-2-16-15,-3-5-112 0,4 3-120 16,-3-8-100-16,-1-3-4 0,0-2-8 0,-4-1-136 16,0-3 24-16,0 0 64 15,0-7 48-15,3 1-64 0,-3-3 76 16,0-8 24-16,4-1-24 0,0-4-48 0,-4-1-236 16,4 1-136-16,-4 0-112 0,0 3-240 0,0 0-156 15,5 6-220-15,-1 3-428 16,0 1-657-16,3 3-2075 0,5 3-1064 0</inkml:trace>
  <inkml:trace contextRef="#ctx0" brushRef="#br0" timeOffset="-137155.328">19826 18447 6584 0,'0'0'4160'15,"0"0"-3567"-15,0 0-273 0,0 0 512 16,0 0 204-16,0 0-388 0,0 0-496 0,0 0-144 15,0 0 4-15,0 0 192 0,51 44-16 16,-42-51-128-16,2-2-60 0,-7-4-128 16,4 5-48-16,-4-6 0 0,0 1 72 15,0 0 4-15,-4 1 0 0,0-4-68 16,0 3 44-16,0-2 64 0,-8-5 60 16,0 5 48-16,0 2-32 0,0 1 136 15,1 1 76-15,2 8 0 0,-3 0 128 16,4 3 32-16,0 3 4 0,1 7 12 0,-5 2-52 15,3 8-252-15,-3 2 40 0,1 7 84 16,3-1 88-16,-5 4 48 0,5-3-36 16,0-1-64-16,0-3-124 0,1-2-16 15,3-1 16-15,0-6-36 0,0-4-100 16,7-2-8-16,-3-4-140 0,5-2-76 0,2-2 88 16,1 3 40-16,4-5 92 0,0 0-160 15,0 0-72-15,0-7-96 0,4 3 56 16,0-2-124-16,-1 3-104 0,2 0-200 15,-5-4-308-15,3 1-312 0,-2 0-280 16,-2 2-745-16,6-5-2203 0</inkml:trace>
  <inkml:trace contextRef="#ctx0" brushRef="#br0" timeOffset="-135769.515">20359 18240 5944 0,'0'0'2328'16,"0"0"-968"-16,0 0-108 0,0 0 393 0,0 0-141 16,0 0-328-16,0 0-308 0,0 0-216 15,0 0 32-15,0 0-112 0,-84 22-200 16,73-3-104-16,-6 4-44 0,6 4-28 15,-1 6 0-15,3 2 36 0,2-1 52 16,7-5-100-16,-4-7-160 0,4-5-24 0,0-8-184 16,8-9-124-16,0 0-60 15,4-6-60-15,-1-11 32 0,6-8-36 16,2-6-152-16,-2-8-124 0,3-2 28 0,-5 0 36 16,2-1 128-16,-10 1 160 0,5 3 168 15,-8 0 124-15,-4-1-48 0,0 2-16 16,0-1 128-16,0 0 24 0,-8 3 244 0,0 2 24 15,1 6-28-15,-2 4 88 16,5 7 180-16,0 7-32 0,0 7 56 0,4 2-160 16,0 0-8-16,0 8-44 0,-3 5-156 15,3 6-40-15,0 10-144 16,-4 2-4-16,4 10 72 0,0 4 92 0,0 6 32 16,0-4-60-16,0 4-76 0,0 0-24 15,4-7-36-15,-1-5-108 0,5-4-52 16,1-10-148-16,-1-3-188 0,3-8-236 0,2-6-172 15,2-2-176-15,-2-6-416 0,-2 0-1056 16,5-2-3045-16</inkml:trace>
  <inkml:trace contextRef="#ctx0" brushRef="#br0" timeOffset="-134171.034">19148 18304 3800 0,'0'0'2160'0,"0"0"-428"0,0 0-488 0,0 0-80 16,0 0-79-16,0 0-121 0,0 0-132 16,0 0-144-16,0 0-68 15,0 0-48-15,0 0-108 0,-4-25-48 0,4 25-76 16,0 0-112-16,4 2-28 0,0 1 24 15,4 7 112-15,0 2-60 16,8 5-116-16,-4 2-112 0,4 6 4 0,-4-3-4 0,0 8-44 16,-4-5-4-16,0 4-132 15,-5-1 60-15,1 0-52 0,-4 1-12 16,0-1-16-16,0 0-8 0,0 2 8 0,0-1 144 16,0-4-4-16,0-6-36 0,-4-5 48 15,4 0 8-15,0-8 0 0,0-2 0 16,0-1 80-16,0-3-28 0,0 0 28 15,0-3 0-15,0-4-12 0,0-3-64 16,0-2 136-16,0-4-88 0,0-7 16 16,0 2-36-16,0-5-40 0,0 0-96 15,0 1 20-15,0 0-72 0,4-1-16 16,5 1-72-16,3-1-52 0,-1 5-4 0,2-1 68 16,-2 2-40-16,6 4-52 15,-6 0-148-15,1 7-132 0,-3-1-204 0,2 7-352 16,2 0-285-16,-6 3-659 0,5 0-1140 15,0 0-1844-15</inkml:trace>
  <inkml:trace contextRef="#ctx0" brushRef="#br0" timeOffset="-133771.83">19502 18454 5472 0,'0'0'2756'0,"0"0"-1200"16,0 0-488-16,0 0 29 16,0 0-201-16,0 0-120 0,0 0-268 0,13 77-140 15,-5-53 76-15,3-2-40 0,-2-3-52 16,3-3-240-16,-5-7-48 16,1-3-16-16,1 0 16 0,-2-6-52 0,1 0-12 15,5-6-52-15,-6-7-48 0,5 1-76 16,-8-10-176-16,5 0 76 0,-6-5-116 15,-3 2 24-15,0 3-12 0,0-3 12 0,-3 3-28 16,-1 4 52-16,-9-2 228 0,2 1 116 16,-2 6 40-16,1 4 252 15,-4 2 16-15,4 4-56 0,5 3 56 0,3 0-16 16,-5 0 0-16,5 7-168 0,0 2-52 0,1 4-72 16,-1 5-76-16,4-1 68 15,0 2-56-15,0-1-24 0,7 2-40 16,-3-5-492-16,5-1-336 0,-1-2-404 0,-4-3-409 15,3-5-343-15,6-4 80 0,-5 0 104 16,3-4-652-16</inkml:trace>
  <inkml:trace contextRef="#ctx0" brushRef="#br0" timeOffset="-133449.174">19642 18294 448 0,'0'0'572'0,"0"0"-572"0,0 0-12 0,0 0-224 16,0 0 112-16,0 0 124 0,0 0 220 16,0 0-76-16,0 0-144 0,0 0-44 15,0 0-44-15,4 4-344 0,-4-4-15 16</inkml:trace>
  <inkml:trace contextRef="#ctx0" brushRef="#br0" timeOffset="-133160.122">19642 18294 416 0,'4'4'1344'0,"-4"-4"-496"0,0 0-52 0,0 0 248 16,0-4 204-16,0 4 132 15,0 0-96-15,0 0-92 0,0-3-104 0,0 3-111 16,0 0-25-16,0 0-84 0,0 0-196 16,0 0-204-16,0 0-112 15,0 0 44-15,0 0 80 0,0 3-36 0,0 4-132 16,4 5-200-16,4 4 48 0,-4 6 4 15,8 7-52-15,0 3 12 0,-5 3 88 0,6-1-52 16,-5 2-48-16,-4-8-108 16,-1 0 72-16,1-2-76 0,5-11 0 15,-9-2-64-15,4-7-24 0,0-2-84 0,0-4-16 16,-1-6 104-16,1-4-28 0,5-9 0 16,3-3 48-16,-5-10 0 15,2 1-120-15,3-7-156 0,-9-4 12 0,5 0-24 16,1 2 12-16,-5 2-64 0,0 2-24 15,-4 4-436-15,3 10-772 0,1 0-877 16,0 9-1535-16,5 1 64 0</inkml:trace>
  <inkml:trace contextRef="#ctx0" brushRef="#br0" timeOffset="-132469.839">20825 18427 9368 0,'0'0'2093'15,"0"0"-657"-15,0 0-328 0,0 0 280 16,80 20-116-16,-40-18-364 0,8 3-340 16,-1-3-172-16,-2-2-200 0,-6 0-108 0,-7-7-88 15,0-2-336-15,-4-4-32 16,-4-2-128-16,-1-8-164 0,-2 1-180 0,-5-3-456 16,-4 2-1108-16,-5-5-2889 0</inkml:trace>
  <inkml:trace contextRef="#ctx0" brushRef="#br0" timeOffset="-132271.843">21132 18112 5564 0,'0'0'4360'0,"0"0"-2991"0,0 80-433 16,8-39-16-16,1 5 188 0,2 4-96 16,1-2-284-16,-4-1-324 0,4-2-268 15,-4-10-136-15,4-8-324 0,-4-7-56 16,3-13-160-16,6-7 136 0,3-7-304 15,-1-13-220-15,2-7-160 0,-1-11-973 16,-5 5-2163-16,6-20-1392 0</inkml:trace>
  <inkml:trace contextRef="#ctx0" brushRef="#br0" timeOffset="-131838.905">21411 17847 4880 0,'0'0'3200'0,"0"0"-972"0,0 0-863 16,0 0-261-16,16 82-136 0,-8-41-180 15,4 3-132-15,-4 8-28 0,0 1 40 0,-4-2-120 16,4 3-236-16,-5-3-116 0,2-3-132 16,-1-4-60-16,0-9-4 15,0-10-44-15,0-5-20 0,3-8-60 0,2-2-100 16,-1-6-236-16,0-4-144 0,8 0-240 16,-4-7 24-16,4-3 136 0,-1-6 112 15,2 3 48-15,-2-2 76 0,6 2 344 0,-6 3 104 16,-2 1 320-16,6-1 384 0,-7 4-476 15,4 3 28-15,0-3 176 0,0 2-52 16,0 1-228-16,-1-3-152 0,6 0-48 16,-1-1-40-16,-5-3-292 0,6 1-40 0,-6 0-36 15,-2-1 72-15,-6 3 40 16,1 2 152-16,-8 1 192 0,0-3 224 16,0 7 184-16,0-2 16 0,-11 2-68 0,-2 0 64 15,1 0 100-15,-4 2-16 0,1 5-128 16,3 5-224-16,-1 2-28 15,2 4 16-15,3 1 96 0,-1 7 56 0,6-4-52 16,3 0-4-16,0-3-96 0,0-2-140 16,3-2-136-16,10-5-140 0,-1-4-48 0,8-2-4 15,-1-4-124-15,9 0-92 0,0-4-48 16,0-5-68-16,4-8-644 16,-4 5-1217-16,15-13-2691 0</inkml:trace>
  <inkml:trace contextRef="#ctx0" brushRef="#br0" timeOffset="-131451.106">22483 17977 4576 0,'0'0'5848'0,"0"0"-3855"16,0 0-501-16,0 0-136 0,-52 82-172 0,40-57-152 16,-4 8-288-16,8-5-216 0,0 7-72 15,1-3 24-15,7 3-40 0,0-3-196 16,0-5-64-16,11-2-104 0,1-1-16 15,4-6-36-15,0-2-24 0,0-6-120 16,4-7-40-16,0-3 24 0,0 0 16 0,4-10-112 16,-1-5-124-16,1-7 112 15,0-4-16-15,1-5-132 0,-1-5-224 0,-5-5-216 16,1 0-180-16,1-1-312 0,-6-2-552 16,1-1-657-16,-8 10-1791 0,0-15 352 15</inkml:trace>
  <inkml:trace contextRef="#ctx0" brushRef="#br0" timeOffset="-130970.727">22718 17538 3604 0,'0'0'4452'16,"0"0"-2512"-16,0 0-403 0,0 0-193 15,0 0-144-15,0 86-116 16,4-51-52-16,0 4-180 0,0 1-144 0,0 5-64 16,0 2-80-16,4 2-108 0,-4-2-88 15,4 0-160-15,-4 1-208 0,3-7-60 16,-3-2-160-16,5-9-224 0,-5 0-132 0,0-11-92 15,7-4-52-15,2-8 12 0,2-7-136 16,2 0-136-16,2-10 4 16,5-2 56-16,-4-1 424 0,1 4 304 0,-6 2 176 15,5 1-28-15,-4 3 44 0,0 3 320 16,-4 0 368-16,4 6 104 0,-8 0 56 16,0 1-104-16,4 2-144 0,-4 1-168 15,0-4-160-15,3-3-148 0,-2 3-124 0,2-6-88 16,1 0-208-16,4-3-32 15,1-3-64-15,-2-7 28 0,2 1-12 16,-2-4-92-16,2 0 36 0,2 4-76 0,-7-1 216 0,0 7 292 16,-4 2 64-16,4 4 100 15,-8 0 28-15,0 7 52 0,-4 2 120 16,0 0 68-16,4 1 48 0,-4 3-40 0,4-4-40 16,-4 1-108-16,3-4-192 15,1 0-96-15,5-6 56 0,-5 0-60 16,7 0 0-16,2-3-72 0,-1-3-92 0,3-4-12 15,1 1-76-15,1 2 0 0,-2 7-12 16,2 0 76-16,2 0 188 0,1 10 136 16,1 3 92-16,2 3 48 0,-3 2 0 15,4-1 16-15,-5-2-116 0,2 1 8 16,-1-3-184-16,-1-3-60 0,-6-3-328 0,2-5-708 16,-7-2-892-16,4 0-3457 0</inkml:trace>
  <inkml:trace contextRef="#ctx0" brushRef="#br0" timeOffset="-125096.83">23184 3123 4972 0,'0'0'4880'0,"0"0"-4092"16,0 0 1265-16,0 0-1045 0,0 0-16 0,0 0 116 15,0 0-92-15,0 0-144 0,0 0-156 16,0 0-148-16,36 48-164 0,-12-28-36 15,8-4-52-15,0 0-108 0,0-4-12 16,3-2-96-16,5-7-88 0,-4-3-12 16,8 0-64-16,3-10-168 0,2-9-72 0,-6 0-100 15,1-4-172-15,-8-2-140 0,0 0-300 16,-8-7-448-16,-4 4-812 16,-9 2-1973-16,-2-12-1227 0</inkml:trace>
  <inkml:trace contextRef="#ctx0" brushRef="#br0" timeOffset="-124759.587">23658 2663 7748 0,'0'0'1712'16,"0"0"-872"-16,0 0 61 0,0 0 359 15,0 0 144-15,-79 7-140 0,70 2-396 0,-2 4-364 16,3 9-68-16,-1 1-36 16,5 9 220-16,-3 9-104 0,3 3-120 15,0 10-76-15,0 7-52 0,0 2-8 0,0 7-64 16,-4-1-64-16,4 5-120 0,-4-5 64 15,1 5 8-15,2-8-36 0,-3 1-36 16,4-6-12-16,0-5-12 0,0-2-48 16,1-6 48-16,-2-6 12 0,5-5 4 0,0-5 4 15,-4-4 4-15,4-5-4 0,0-4 4 16,0-6-12-16,0-1-4 0,0-9-44 16,0 1 44-16,0-1 4 0,-4-3-296 15,0-3-92-15,-7-4-20 0,-2-5 64 16,-2-1 24-16,-6-10-136 0,1-2-164 15,1-3-304-15,-2-4-68 0,2-6-236 16,3 0 72-16,4-7-60 0,4 4-449 16,4-3-691-16,4 12-12 0,12-16-1692 0</inkml:trace>
  <inkml:trace contextRef="#ctx0" brushRef="#br0" timeOffset="-124537.7">24156 2933 10312 0,'0'0'2125'16,"0"0"-649"-16,0 0 180 0,0 0 160 15,0 80-320-15,0-48-516 16,0 5-380-16,0 2-172 0,-4 3-112 0,4-2-72 16,-4 2-148-16,4-1-96 0,0-4 0 0,0-1-72 15,4-4-12-15,5-7-220 16,2-3-320-16,5-9-36 0,8-4-40 0,0-9-212 15,4 0-500-15,4-9-1072 0,-12-1-1809 16,12-15-2743-16</inkml:trace>
  <inkml:trace contextRef="#ctx0" brushRef="#br0" timeOffset="-124155.1">24706 2765 5744 0,'0'0'7597'0,"0"0"-6149"15,0 0-604-15,4 92 512 16,-8-54 352-16,0 7-88 0,0-1-392 0,-3 4-463 0,-2-1-221 16,1 4-108-16,0-4-84 15,-8 2-184-15,4-5-168 0,-8-3-36 16,1-3-168-16,-1-5-16 0,-1-5 64 0,2-6 48 16,-1-3-24-16,-4-6-88 15,4-7-96-15,0-3-120 0,0-3-1 0,1-6-51 16,-2-7-132-16,6-6-124 0,2-3-32 15,6-7 12-15,3 1 60 0,4-7 168 16,0-4 212-16,0 5 48 0,11 2 188 16,2 7 76-16,2 3 0 0,6 11 12 15,-2 5 368-15,5 6 180 0,0 4 48 16,0 5-88-16,4 3-64 0,4 7-4 0,0 1 64 16,0-1 36-16,0 0 68 15,-4 0-264-15,3-6-320 0,-3-4-24 0,0-6-404 16,4-3-180-16,0-6-324 0,0-7-632 15,-9 4-2796-15,9-16-4249 0</inkml:trace>
  <inkml:trace contextRef="#ctx0" brushRef="#br0" timeOffset="-123951.876">25136 3003 6564 0,'0'0'5493'0,"0"0"-4225"16,28 70 0-16,-16-38 448 0,0 0-124 15,-4 2-332-15,5 2-452 0,-6 2-380 16,-3-4-244-16,-4 1-64 0,0 0-120 16,-11 0 0-16,-10 0-304 0,-3-3-76 0,-4 3-60 15,-7-7 84-15,-1 0 60 0,-4-2-72 16,0 0 48-16,0-7-88 0,-3-3-40 16,2-7-236-16,-2-6-248 0,3-3-732 15,12 0-1020-15,-12-15-3353 0</inkml:trace>
  <inkml:trace contextRef="#ctx0" brushRef="#br0" timeOffset="-122647.632">25682 3105 5764 0,'0'0'6969'0,"0"0"-5529"16,0 0-568-16,0 0-40 0,0 0 144 16,0 0 120-16,0 0-284 0,84 16-208 0,-56-10-260 15,-1-3-124-15,5 0-160 16,-4 1 0-16,4-4-60 0,-4 0-40 0,0 0-96 15,0-4-328-15,0-2-164 0,-4 0-236 16,-5-4-252-16,-2 4-456 0,-6 3-1220 0,-2-4-2869 16</inkml:trace>
  <inkml:trace contextRef="#ctx0" brushRef="#br0" timeOffset="-122486.122">25790 3279 10544 0,'0'0'2121'0,"0"0"-897"0,0 0-84 16,0 0 208-16,0 0-180 0,0 0-364 0,0 0-360 16,80 61-444-16,-41-61-144 0,6-6-524 15,-2-7-324-15,9-6-328 16,4-1-512-16,-16 5-1060 0,19-11-3973 0</inkml:trace>
  <inkml:trace contextRef="#ctx0" brushRef="#br0" timeOffset="-122189.054">26622 3171 13341 0,'0'0'2052'0,"0"0"-944"15,-27 83-324-15,19-51 592 0,4-1-52 16,4-2-324-16,0-6-584 16,7-4-416-16,14-7-108 0,-1-2 0 0,8-7 24 15,4-3-124-15,3 0-220 0,1-6-96 16,4-5-40-16,-5-3-76 0,-3-5 84 15,1 0 12-15,-10-4 0 0,1 0 120 16,-3-2 24-16,-6 0 20 0,1-4 140 0,-12 1 228 16,0 0 12-16,-4-2 140 15,-4-1-56-15,-8 2 80 0,-4 1 28 16,-8 9 184-16,0 0-152 0,-3 8 40 0,-10 9-264 16,2 2-212-16,-13 2-176 0,0 12-380 15,-4 4-556-15,-3 5-512 0,11-7-581 16,-24 15-2143-16</inkml:trace>
  <inkml:trace contextRef="#ctx0" brushRef="#br0" timeOffset="-115891.923">23754 9350 6412 0,'0'0'380'0,"0"0"3929"0,0 0-3281 0,0 0-148 15,0 0-12-15,0 0 284 0,0 0 32 16,0 0-260-16,0 0-192 0,8 0-212 0,-8 0-164 15,8 0-108-15,4 0 44 0,4 0 40 16,-1 0 196-16,6 0-164 16,3 3-216-16,-5-3-64 0,5 4 16 0,4-1-92 15,0 3 52-15,4 0 12 0,8-3-72 16,0 1-80-16,0-1 20 0,3 0 56 16,2 0-60-16,-2-3-20 0,0 0 12 0,-2 0-4 15,-2 0-56-15,-7 0-248 16,0-3-48-16,-8 0-52 0,0 0-48 15,-8 3-112-15,-4-4-180 0,-4 1-260 0,-8 3-468 16,0-3-464-16,0 3-573 16,-4 0-2203-16</inkml:trace>
  <inkml:trace contextRef="#ctx0" brushRef="#br0" timeOffset="-115424.682">23881 9540 2552 0,'0'0'4740'0,"0"0"-3352"15,0 0-672-15,0 0 124 0,0 0 665 16,0 0 83-16,0 0-292 0,0 0-324 16,97-6-204-16,-66 6-108 0,5 3-100 15,4 4-92-15,3-1-172 0,1 4-60 0,4-4-28 16,-4 3-20-16,-1-2-92 0,-2-1-96 16,-1-2 8-16,-5-2-8 0,1-2-108 15,-4 0-336-15,-4 0-236 0,0-6-264 16,-4 0-300-16,-9-1-600 0,-2 1-1012 15,-2-6-2669-15</inkml:trace>
  <inkml:trace contextRef="#ctx0" brushRef="#br0" timeOffset="-115022.83">24165 9116 3484 0,'0'0'5480'0,"0"0"-3684"0,0 0-703 15,0 0 227-15,0 0 304 0,0 0-380 16,83-4-328-16,-63 10-332 0,8 1-172 0,4 2-68 16,3 1 40-16,5 3-88 0,-3 2-76 15,6-2-124-15,-3 3-88 16,0 0 8-16,-4-1-8 0,-4 4 100 0,0 1-100 15,-4-1-8-15,-5-3-8 0,1 3-4 16,-8 0-36-16,-4 0 48 0,-4 3-4 0,-4 0-60 16,-4 3-20-16,-8 5-28 15,-8 4 104-15,-8 4-76 0,-4 0-76 0,-8 7-12 16,-3 0 36-16,-2-1 88 0,-2 0-28 16,7-2 0-16,1-5-20 0,3-2 20 15,8-6 28-15,3-4 0 0,6-3-64 16,2-5-200-16,6-5-32 0,3 1-56 15,0-7-36-15,4-2-184 0,0-4-284 0,8 0-568 16,-1-4-652-16,6-2-1941 0,2-10-1771 16</inkml:trace>
  <inkml:trace contextRef="#ctx0" brushRef="#br0" timeOffset="-113205.919">23387 7801 144 0,'0'0'1604'0,"0"0"-300"0,0 0-80 15,0 0-64-15,0 0-224 0,0 0-192 16,0 0-56-16,0 0 1164 0,0 0-507 16,0 0-277-16,0 0-224 0,13-45-4 15,-6 42 60-15,-3 3-4 0,9-6-216 0,-6 2-180 16,9-3-52-16,0 5-88 16,5-7-24-16,-2-1-40 0,9 1-84 0,-4-1-52 15,0-3-100-15,4 4-52 0,-1-1 4 16,-3 3-12-16,0 2-8 0,0 2-76 15,-8-1-28-15,4 4 12 0,-4 4 88 16,-4 1-124-16,0 9 12 0,0 1 124 0,-4 5 4 16,0 2-4-16,-1 6 64 15,-7 4-60-15,0 7 8 0,0-2-12 16,0 5-68-16,-7 2 60 0,-5 6-152 0,-4 2 24 16,0 0-12-16,-8 7 48 0,0 0-12 15,4 2 100-15,-3-3-36 16,2-5 48-16,10-8 36 0,-2-5 76 0,5-4-112 0,5-10-48 15,3-4 32-15,0-7-36 16,0-5 48-16,7-1 4 0,1-2-64 16,5-1-20-16,-2-3-52 0,6 4-64 0,2-4 48 15,-3 6 16-15,0 5-40 16,0 5 40-16,0 6-68 0,-8 6 64 0,0 7 136 16,-4 3 4-16,0 7 320 0,-1 0-96 15,-3 3 36-15,0-3-48 0,0-2-100 16,0 3-12-16,0-5-48 0,0-3 144 0,0-3 16 15,0 3 220-15,-3-9-108 16,3 3-152-16,-4-6-88 0,0-4-84 16,0-5 0-16,4-2-8 0,0-4-112 0,0-6 8 15,0-1-236-15,0-7-160 0,0 0-124 16,-4 0-84-16,4-7-176 0,0 1-372 16,-4-7-1036-16,0 1-1729 0,-4-7-2491 0</inkml:trace>
  <inkml:trace contextRef="#ctx0" brushRef="#br0" timeOffset="-112643.489">20762 8128 10288 0,'0'0'2569'15,"0"0"-1005"-15,0 0-328 0,0 0 68 16,0 0-236-16,0 0-340 16,0 0-384-16,0 0-120 0,0 0-16 0,0 0-48 15,87 47 8-15,-55-40-80 0,0 2-52 16,-4-6-36-16,0-3-4 0,0 0-120 15,-4-3-108-15,-1-6-284 0,-2-4-100 0,-1-3-212 16,-1-1-340-16,-6-1-720 16,-2 1-1148-16,-3-10-3397 0</inkml:trace>
  <inkml:trace contextRef="#ctx0" brushRef="#br0" timeOffset="-112355.897">20933 7813 7020 0,'0'0'2864'0,"0"0"-723"0,0 0-517 0,0 0-132 16,0 0-256-16,0 0-228 0,-31 70-264 16,31-45-152-16,0 8-64 0,7 1-148 15,1 8-124-15,0 2-20 0,0 6-92 16,0 2 4-16,0 4-76 0,-4-1-60 0,-1-4-8 16,2-4 4-16,-1-6-4 0,0-3-4 15,0-9 0-15,0-3-84 0,0-4 24 16,-4-3 52-16,3-6-4 0,2-1-64 15,-5-2 4-15,4-4-40 0,-4 0-168 16,0-3-196-16,0-3-92 0,0 0 16 0,0 0 4 16,0-3 16-16,0-6-168 0,-4-4-344 15,-1-6-560-15,5-3-932 0,-3 3-1753 16,3-22-1019-16</inkml:trace>
  <inkml:trace contextRef="#ctx0" brushRef="#br0" timeOffset="-112146.444">21399 7934 8128 0,'0'0'2937'0,"0"0"-809"15,0 0-388-15,4 83-228 16,-4-49-220-16,-4 5-204 0,1 2-216 0,3-3-176 16,0 0-244-16,0-2-112 0,0-3-208 15,3-3-132-15,5-5-60 0,0-6-36 16,4-3-284-16,0-7-56 0,1-2-44 0,-2-7 52 15,4 0-172-15,2-7-340 0,-6-5-688 16,2-4-1408-16,-5 3-2369 16,-1-9-1755-16</inkml:trace>
  <inkml:trace contextRef="#ctx0" brushRef="#br0" timeOffset="-111707.13">21579 7836 3676 0,'0'0'8549'0,"0"0"-6813"15,0 0-924-15,0 0-44 16,0 0 388-16,0 0-12 0,0 0-232 0,23 70-420 0,-14-58-272 16,-2 4-12-16,1-3-72 15,0 0-36-15,1 2-4 0,-2-2 28 16,1 3-28-16,1-3-36 0,-2 2 4 0,1 2-16 16,0-2-36-16,-4 4 0 15,1-1 36-15,-2 3-40 0,-3 0 40 0,0 2-40 0,0-1 4 16,-3 3 40-16,-2-2-40 15,1-2 0-15,-4 2-8 0,0-2-4 16,1-4 0-16,-6 3 0 0,2-5-160 0,-2-2-60 16,-2 0-36-16,-2-4-12 15,-2-3-64-15,2 1-24 0,-3-7 36 16,5 0 84-16,-2-7-184 0,2-2 52 0,3-7-4 16,0-3 108-16,4-3 4 0,4 0 60 15,0 3 176-15,4 0-40 0,4 0 116 16,8 2-56-16,4 4 8 0,0 1 104 15,4 6 128-15,-1-1 100 0,5 7-40 16,0 0-36-16,4 7 76 16,-3 2-40-16,-1 5-36 0,-1-2 8 0,1-3-32 15,-4 1-116-15,-4-1-80 0,0-2-40 16,-4-2-212-16,-5 2-252 0,2-7-116 16,-5 4-164-16,0-4-432 0,0 0-1428 0,-4-11-3181 15</inkml:trace>
  <inkml:trace contextRef="#ctx0" brushRef="#br0" timeOffset="-111496.022">21813 7931 1472 0,'0'0'7732'0,"0"0"-5755"16,0 0-641-16,0 0 280 0,0 0 12 0,84 73-296 15,-63-48-380-15,-2 0-172 0,1 4-168 16,-4-1-132-16,0 2-128 0,-5 1-192 0,-2 1-152 15,-5 0-8-15,-4-4-116 0,-4 5-252 16,-5-5-112-16,-6-6-84 16,3 0-64-16,0-6-88 0,-3-4-268 0,6-5-540 15,1-7-568-15,0 0-1149 0,5-7-2907 16</inkml:trace>
  <inkml:trace contextRef="#ctx0" brushRef="#br0" timeOffset="-111337.607">22176 8118 7644 0,'0'0'3004'16,"0"0"-1115"-16,0 0-69 0,99-7-16 0,-67 7-280 16,-4-3-452-16,4-4-396 0,-8 2-308 15,4-1-216-15,-7-4-152 0,2-2-552 16,-3-2-212-16,-9 5-148 0,6 0-272 0,-13-1-664 16,0 8-1252-16,-4-3-2857 15</inkml:trace>
  <inkml:trace contextRef="#ctx0" brushRef="#br0" timeOffset="-111201.11">22328 8207 9736 0,'0'0'2269'0,"0"0"-965"0,0 0 52 0,0 0 104 15,0 0-144-15,59 64-416 0,-38-61-380 16,2-3-224-16,1 0-248 0,4-13-48 16,4 1-528-16,0-8-264 0,-1 1-376 0,1-3-884 15,-4 3-2625-15,8-9-3015 0</inkml:trace>
  <inkml:trace contextRef="#ctx0" brushRef="#br0" timeOffset="-110938.198">22838 8080 9732 0,'0'0'4577'0,"0"0"-3693"16,0 0 120-16,-16 76 620 0,12-57 172 0,4-6-440 16,0-4-688-16,7-2-459 15,6-7-209-15,-1 0-109 0,3 0-87 0,1-7-84 16,5-5-48-16,-2-1-160 0,1-3-36 15,-4-4-28-15,0 6 60 0,0-2-12 16,-8 0 44-16,0 2 28 0,-4 2-40 16,-4 2 208-16,-4 1 264 0,-4 0 168 15,-8 2-44-15,0 2 76 0,-8 0 12 0,0 5-188 16,-4 0-24-16,-8 7-100 0,1 5-72 16,3 4-104-16,-4 1-160 0,4-2-532 15,1 5-1120-15,10-8-2193 0,-7 6-3267 16</inkml:trace>
  <inkml:trace contextRef="#ctx0" brushRef="#br0" timeOffset="-109581.856">25288 8624 4804 0,'0'0'964'0,"0"0"5257"15,0 0-4621-15,0 0-572 0,0 0-220 0,0 0 60 16,16 82 56-16,-12-54-204 0,-4 4-252 16,4-4-184-16,-4 4-76 15,4-3-72-15,-4-4-136 0,0-6-48 0,0-3-28 16,0-3-132-16,0-10-212 0,0 0-172 16,0-3-32-16,0 0-252 15,0-6-900-15,0-4-2137 0,-8-9-3471 0</inkml:trace>
  <inkml:trace contextRef="#ctx0" brushRef="#br0" timeOffset="-109388.843">25164 8438 8748 0,'0'0'4729'0,"0"0"-3045"0,0 0-260 15,0 0-32-15,0 0-184 0,92-12-412 16,-68 12-428-16,0 0-368 15,-1 0 0-15,-2 0-160 0,-1 0-304 0,-5 0-300 16,2 0-356-16,-6 0-816 0,-3 0-3057 16,-3 10-5091-16</inkml:trace>
  <inkml:trace contextRef="#ctx0" brushRef="#br0" timeOffset="-109088.602">25563 8528 6624 0,'0'0'1768'16,"0"0"2761"-16,0 0-2561 0,0 0-256 0,0 0-220 16,43 76-288-16,-30-54-420 0,-2 1-344 15,-3 2-196-15,1 0-72 0,-2 1-52 0,-3-1-120 16,0 0 12-16,0 1-4 16,-4-3-8-16,0-4 0 0,5-5-72 0,-5 0 12 15,0-9-36-15,0-1-100 0,0-1 48 16,0 1 64-16,0-4 80 0,0 0-44 15,0-4-64-15,0-5-72 0,0-1 124 16,4-9-208-16,-4-2 96 0,7-9 160 16,-3-1-60-16,0-1 72 0,4 0 0 0,1 4-88 15,-6 0-24-15,5 5 40 0,0 0-212 16,4 8-160-16,-4 2-72 0,0 0-292 16,4 4-820-16,-8 0-1508 0,4 2-3889 15</inkml:trace>
  <inkml:trace contextRef="#ctx0" brushRef="#br0" timeOffset="-108770.576">25862 8471 9564 0,'0'0'2433'0,"0"0"-937"16,0 0 116-16,0 0-92 0,0 0-400 15,0 0-464-15,79 12-324 0,-55 2-72 16,-4 1-128-16,0 7-20 0,0 4 0 0,-4 5-44 15,0 2-68-15,-8 0-4 16,0 3-168-16,-8 5-24 0,0-3-12 0,0 0-40 16,-12 1 76-16,4-8 24 0,0-2 148 15,0-4 92-15,4-9 16 16,0-3-32-16,0-7-16 0,0-6 4 0,4 0 72 16,0 0-88-16,0-9-48 0,4-4-88 15,4-9-156-15,0-4 68 0,0-5 56 16,4-5 108-16,0 1-88 0,4-2-248 0,0 2-72 15,-1 3-128-15,2 3-156 16,-6 3-428-16,6 8-848 0,-6 5-1221 16,5-3-3263-16</inkml:trace>
  <inkml:trace contextRef="#ctx0" brushRef="#br0" timeOffset="-108492.384">26575 8404 10604 0,'0'0'3241'0,"0"0"-1305"0,0 0-396 16,0 0-268-16,0 0-176 0,-60 89-204 0,52-57-284 16,-4-1-184-16,8 7-11 0,-4 4-37 15,4-2-24-15,4 5-36 0,0 0-88 16,0-4-80-16,0 1-88 0,4-11-56 0,4 1 4 15,0-10 0-15,0 0-8 0,4-6-8 16,0-6-128-16,0 0-128 0,4-8-232 16,0-2-100-16,4-2-61 0,0-8-83 15,0-6-276-15,-1-3-1004 0,-6 6-2628 16,7-9-3685-16</inkml:trace>
  <inkml:trace contextRef="#ctx0" brushRef="#br0" timeOffset="-107828.619">27026 8172 5440 0,'0'0'860'0,"0"0"4489"15,0 0-3353-15,0 0-492 0,0 0-304 0,0 0-132 0,0 0-176 0,23 92-92 16,-19-59-100-16,0-2-272 16,0 4-112-16,0-1-60 0,0 5 12 15,-4 1-72-15,0-1-24 0,-8 6 32 0,0-4-32 16,-4 1-99-16,0-2-13 0,-4-5-56 16,4 0 8-16,0-9 0 0,0-1 0 15,1-5 52-15,-2-6-52 0,5-1-12 16,1-2-180-16,-2-9-197 0,1-2 13 15,1 0-40-15,-5-2-108 0,3-9-124 16,2 3 36-16,-1-6 80 0,-1-2 28 16,2-3-28-16,3-3 20 0,0 0 64 15,0-3 236-15,4-1 48 0,0 3 64 0,0 4-36 16,0 0 124-16,4 5 68 0,4 0 84 16,-5 5 76-16,6 2 72 0,-5 4 76 15,4 0 32-15,-1 3-72 0,6 0-40 16,-2 0 36-16,6 3-84 0,-6 3-76 15,5 4 72-15,4 0-144 0,-3 2 36 16,2 2-64-16,1-2 76 0,0 1-76 0,4 2-60 16,-4-2 40-16,0 3-52 0,-1 0-44 15,2 3 44-15,-10-6 0 0,6 2-64 16,-10 1-72-16,1-3-156 0,1 0-140 16,-2-4-84-16,1 1-192 0,-4-1-248 15,5-3-908-15,-5-2-1132 0,3-2-2533 16</inkml:trace>
  <inkml:trace contextRef="#ctx0" brushRef="#br0" timeOffset="-101539.69">27535 8734 6624 0,'0'0'2312'0,"0"0"-1148"0,0 0-480 0,0 0-243 16,0 0 1811-16,0 0-768 0,0 0-464 15,0 0-280-15,0 0-128 0,0 0-4 16,0 0 44-16,0 4-36 0,4-1-100 16,-4 0-52-16,4 3 24 0,-4 7 96 15,0 3-132-15,0 2-187 0,0 2-57 0,0 6-88 16,-8-1-60-16,0 0 64 0,1 3-112 16,-6-2-12-16,5-1-12 0,1-3-88 15,-2-6-44-15,1 0-293 0,4-4-87 16,0-1-84-16,4-9-148 0,-3 2-276 15,3-2-636-15,0-2-1288 0,-4-2-2697 16</inkml:trace>
  <inkml:trace contextRef="#ctx0" brushRef="#br0" timeOffset="-101125.913">27862 7975 8476 0,'0'0'2364'0,"0"0"-947"16,0 0-153-16,0 0 168 0,0 0-240 15,0 0-176-15,0 0-184 0,47 74-152 0,-39-47-104 16,-3 8-48-16,3 4-112 16,-8 2-112-16,0 6-36 0,0 2-24 0,0-2 0 15,0 1-124-15,-8-4-20 0,8 1-100 16,-5-4-4-16,1-6-56 0,4 0 52 16,0-7-68-16,0-2-44 0,0-7 24 15,0-3-88-15,0-4-24 0,9-2-120 16,-9-7-76-16,4 0-36 0,0 1 48 0,-4-4 32 15,3 0 28-15,-3 0 12 0,0 0 36 16,4-4-40-16,4-2-108 0,1-7-116 16,-5 1-220-16,3-5-544 0,-3 9-1276 15,-4-15-3413-15</inkml:trace>
  <inkml:trace contextRef="#ctx0" brushRef="#br0" timeOffset="-100595.136">27954 8417 964 0,'0'0'640'0,"0"0"-640"15,0 0-664-15,0 0-108 0,0 0 632 16,0 0 140-16,0 0 60 0,0 0-60 0,0 0 0 16,0 0 8-16,0 0 160 0,-21 12 40 15,21-12 92-15,0 0 56 16,0 0-4-16,0 0-72 0,0 0-280 0,0-3-260 16,0 3-300-16,0-2-379 0</inkml:trace>
  <inkml:trace contextRef="#ctx0" brushRef="#br0" timeOffset="-100144.453">28344 8136 7020 0,'0'0'6337'0,"0"0"-5469"0,0 0-628 0,0 0 392 15,0 0 888-15,0 0 32 0,0 0-540 16,0 0-484-16,0 0-260 0,0 0-96 16,-64 11-76-16,41 2-88 0,-10 5 0 15,-3 8-8-15,-3-1-40 0,-5 3-120 16,0 5 88-16,0-1-12 0,4-4-76 0,4 4 72 15,4-7-80-15,4 0 56 16,5-6 108-16,7-2-8 0,8-5-76 0,0-2-84 16,8-1-24-16,0-2 60 0,4-1 0 15,4 4 80-15,4 2 56 0,8-3 76 16,0 8 20-16,7-5-92 16,1 1 72-16,0-1-28 0,0 4-48 0,0-3 4 15,-4-3-4-15,4 3 72 0,-9-7-72 16,6 3-120-16,-9-2-140 0,3-4-296 0,-2-1-148 15,-2-2-244-15,1 0-552 0,-4 0-1020 16,1-2-2745-16</inkml:trace>
  <inkml:trace contextRef="#ctx0" brushRef="#br0" timeOffset="-99923.156">28416 8522 7324 0,'0'0'4721'16,"0"0"-3953"-16,0 0 0 0,0 0 588 16,15 75 316-16,-11-48-96 0,0-6-516 0,5 2-460 15,-5-1-256-15,3 0-100 16,-3 7-60-16,4-4 72 0,1 0 12 16,-6-6-196-16,1-3-72 0,0-6-256 0,-4-1-328 15,4-5-224-15,-4-2-264 16,0-2-300-16,4-2-888 0,-4-2-1693 0,5-12-1703 15</inkml:trace>
  <inkml:trace contextRef="#ctx0" brushRef="#br0" timeOffset="-99773.157">28495 8674 5896 0,'0'0'5249'0,"0"0"-4141"0,0 0-420 16,0 0 676-16,0 0 96 0,0 0-104 0,99 9-264 15,-74-9-428-15,-1 0-284 0,4-7-208 16,0-1-172-16,0-3-252 0,-4-1-352 15,-1-4-24-15,-3 4-144 0,0-4-468 16,-8 0-868-16,0 3-2769 0,-9-6-2703 16</inkml:trace>
  <inkml:trace contextRef="#ctx0" brushRef="#br0" timeOffset="-99609.112">28770 8464 9940 0,'0'0'1629'0,"0"0"-1081"16,0 0 260-16,0 0 628 0,-24 79 216 15,20-53-252-15,0-4-508 0,4 4-384 16,0-5-140-16,0-2-36 0,0 4-224 0,4-7-108 16,0 0-60-16,5-3-212 15,-6 0-256-15,1-4-296 0,4-3-308 0,0 1-604 16,0-7-2220-16,12 0-2765 0</inkml:trace>
  <inkml:trace contextRef="#ctx0" brushRef="#br0" timeOffset="-99166.971">29144 7975 9276 0,'0'0'2417'0,"0"0"-833"0,0 0-340 15,0 0-80-15,88 76 64 16,-60-44-224-16,4 0-324 0,0 6-224 15,0 0-40-15,-4 3-48 0,0-2-60 0,-4 2-100 16,-5-3-160-16,-3 0 40 16,-8-2-88-16,-4 2-8 0,-4-3-52 0,-8-1-24 15,-12 1 8-15,-3-4 16 0,-5 4-52 0,-8-3-96 16,4-3-132-16,1-1-104 16,-2-5-184-16,6-4-176 0,-1-7-152 15,4-2-376-15,0-7-708 0,8 0-2329 0,-4-6-3607 16</inkml:trace>
  <inkml:trace contextRef="#ctx0" brushRef="#br0" timeOffset="-98439.847">30081 7296 7444 0,'0'0'3264'0,"0"0"-1567"16,0 0-677-16,0 0 136 0,0 0 28 16,0 0-104-16,0 0-272 0,0 0-236 0,32 67-8 15,-24-36-48-15,-4 4 36 0,3 3-100 16,2 6-132-16,-5 8-40 0,4 2-48 16,-4 9 12-16,-4 0 44 0,3 7 165 15,-3 3-189-15,0 1-116 16,0 4-64-16,-3 2 0 15,-5 3 12-15,-4 3-24 0,0 2-20 0,-4 1-4 0,0-3-48 16,0 0-4-16,-4-4-108 0,4-3 16 0,0-8-108 16,5-8-64-16,2-9 12 0,5-10 88 15,4-11 71-15,0-5-135 0,8-9-232 16,1-7-60-16,2-2 48 0,-3-7 36 16,4-3-100-16,0-3-124 0,4-12-500 15,0-8-364-15,4-6-876 0,-4 8-2721 16,4-30-1195-16</inkml:trace>
  <inkml:trace contextRef="#ctx0" brushRef="#br0" timeOffset="-98128.728">30742 8172 11821 0,'0'0'1672'16,"0"0"-1416"-16,0 0-76 0,0 0 944 0,100 16 700 15,-60-13-228-15,4 0-660 0,4-3-484 16,3 3-168-16,1-3-76 15,0 0-112-15,-5-6-96 0,6 0-4 0,-10-4-8 16,1-5-184-16,0-2-292 0,-9-1-212 16,6-6-224-16,-5-1-168 0,-4-6-576 0,-8 10-2464 15,-1-18-2709-15</inkml:trace>
  <inkml:trace contextRef="#ctx0" brushRef="#br0" timeOffset="-97706.194">31340 7467 4396 0,'0'0'5172'0,"0"0"-3559"0,0 0-521 15,0 0 376-15,0 0-200 0,0 0-376 0,0 0-412 16,0 0-368-16,0 0 52 16,0 0 208-16,-44 48 136 0,32-16 124 0,0 3-28 15,-3 2-60-15,3 5-20 0,-4 3-84 16,8-4-48-16,-5 6-64 0,2-3 0 15,3 4 52-15,4-3 33 0,-1-1-161 16,5 0-116-16,0-2-64 0,5 3 0 16,3-4-68-16,0 3 4 0,-1 1 76 15,6-5-24-15,-5 6-60 0,-5-5-4 0,1 3-4 16,0 0 16-16,-4 2-16 0,0-5-52 16,-8 0 12-16,5 0-48 15,-5-4-24-15,4 2 8 0,-5-7 52 0,9 3 60 16,-4-7 36-16,4-2-36 0,-3 0-96 15,-1-7-184-15,0-1 39 0,-9 1 21 16,6-3 72-16,-5 0 16 0,-8 0-88 0,-1-3-24 16,-2 2-24-16,-1-5 60 15,-4-1-12-15,8-2-48 0,-3-4-184 0,-1-3-200 16,0 0-240-16,-4-3-336 16,0-6-852-16,8-1-1969 15,-12-9-1691-15</inkml:trace>
  <inkml:trace contextRef="#ctx0" brushRef="#br0" timeOffset="-90495.149">24144 10309 5156 0,'0'0'1052'0,"0"0"3817"0,0 0-3829 15,0 0-192-15,0 0-136 0,0 0 188 0,0 0 124 16,0 0-68-16,0 0-148 0,0 0-188 16,0 0-212-16,40 0-100 0,-20 0-76 15,4 0 16-15,4 0-28 0,4 3 36 16,0 3-60-16,4-2-48 0,-1-1-84 15,1-3-64-15,-4 3 0 0,4-3-12 0,-4 3-108 16,-1-3-40-16,-3 3-280 0,-7-3-116 16,-1 0-244-16,-5 0-244 15,-11 3-500-15,0 1-1004 0,-4 2-2197 0,-8 0-1267 16</inkml:trace>
  <inkml:trace contextRef="#ctx0" brushRef="#br0" timeOffset="-90305.548">24116 10557 10636 0,'0'0'1709'0,"0"0"-1173"15,0 0 16-15,0 0 448 16,84 15 176-16,-52-11-96 0,4-4-396 0,0 0-324 16,3-7-212-16,-7 1-148 0,5 2-108 0,-9-2-88 15,-1 0-288-15,-3 0-140 16,-4-1-272-16,-4-2-556 0,-4 2-1140 15,-4-5-2865-15</inkml:trace>
  <inkml:trace contextRef="#ctx0" brushRef="#br0" timeOffset="-90055.186">24472 10211 9836 0,'0'0'1509'0,"0"0"-905"16,0 0-296-16,0 0 240 15,95 40 408-15,-67-23 20 0,-5-2-432 0,5 2-292 16,-4 5-164-16,-3 0-76 0,-2 0 28 16,1 6-40-16,-8-2-72 0,-4 3 8 15,-8 3-24-15,0-1 80 0,-12 4-80 0,-4 0 88 16,0 1-8-16,-3-3-4 16,-2-1-40-16,1-3 44 0,5-7 8 0,7-3-176 15,-1-6-316-15,2-3-168 0,7-4-372 16,0-6-544-16,3 0-1141 0,14-6-1367 15</inkml:trace>
  <inkml:trace contextRef="#ctx0" brushRef="#br0" timeOffset="-89568.484">25435 10528 10436 0,'0'0'2021'0,"0"0"-1205"0,0 0-676 15,0 0 128-15,0 0 480 0,0 0 264 16,-84-32-232-16,73 32-392 0,-5 0-140 0,4 10-20 16,-4 6 56-16,0 3 12 0,4 6 64 15,0 1 160-15,4 0 96 16,1-8-164-16,7 1-196 0,-5-6-144 0,5-5-104 16,0-3-4-16,5-5-4 0,2 0 0 15,5-10 168-15,4-6-72 0,7-7-96 16,2-5-352-16,2-7-28 0,1 0-160 0,0-3 168 15,-7 0 164-15,2 0 84 16,-7 0-408-16,0 0-76 0,-4 0-40 0,-4 0 104 16,-4-1 156-16,0 2 176 0,-4-2 60 15,0 4 76-15,-4 4 76 16,0 1 64-16,0 5 188 0,0 6 312 0,4 7-48 16,0 5 60-16,0 1-8 0,0 6-156 15,0 0-128-15,0 0-136 0,0 6-136 16,0 7-4-16,4 4 212 0,-4 8 52 0,4 2-40 15,0 6 0-15,-4 2-8 16,0 3-104-16,0 0-60 0,0 0 16 16,0-3-8-16,0 0-68 0,0 0-60 0,-4-6 56 15,4-1 4-15,-4-5-100 0,4-8-204 16,0 1-248-16,0-7-164 0,0-2-212 16,4-4-260-16,4-3-436 0,4-3-1028 15,-4-4-1829-15,8-8-199 0</inkml:trace>
  <inkml:trace contextRef="#ctx0" brushRef="#br0" timeOffset="-89442.741">25675 10376 1552 0,'0'0'8664'0,"0"0"-6627"16,0 0-1053-16,0 0-120 0,0 0 124 15,0 0 144-15,19 73 16 0,-19-60-332 16,0-4-284-16,0 1-224 0,0-4-260 16,0-3-48-16,0 0-220 0,0-3-420 15,0 0-252-15,0-3-208 0,0-4-312 0,0-2-1196 16,0 3-2733-16</inkml:trace>
  <inkml:trace contextRef="#ctx0" brushRef="#br0" timeOffset="-88763.122">25662 10476 5440 0,'0'0'3972'0,"0"0"-2680"16,0 0-443-16,0 0 75 0,0 0 84 16,0 0-4-16,0 0-220 0,0 0-232 15,0 0-60-15,0 0 8 0,0 0 36 0,48 61-40 16,-32-70-124-16,0-4-176 0,5-2-108 16,-6-4-88-16,1 0-64 0,0-4-208 0,0 4-60 15,-4 0 20-15,-4-3-36 16,-1 2 64-16,-2 2-4 0,-1-1-100 15,-4 3 184-15,0-3 80 0,-4 6 112 16,-5 1 12-16,2 1 100 0,-5 6 76 16,3 5 276-16,-2 0-276 0,-1 0-28 0,0 5-24 15,0 6-12-15,-4 1 52 0,4 7 72 16,1 0-16-16,-6 6 4 0,9 4-28 16,-4-1 16-16,4 2-52 0,0-3 36 15,5 3-72-15,-1-5-116 0,4-3-8 16,0-6-124-16,0-1 76 0,7-5-136 15,1-3-212-15,9-1 0 0,-6-6-64 16,9 0-148-16,5-4-148 0,-2-8-276 16,5-1-860-16,-8 1-2313 0,16-14-2719 0</inkml:trace>
  <inkml:trace contextRef="#ctx0" brushRef="#br0" timeOffset="-88356.009">26096 10322 3524 0,'0'0'9401'0,"0"0"-7797"0,0 0-1088 16,0 0 252-16,0 0 412 0,-51 70 356 15,31-42-176-15,-4 1-368 16,8-4-408-16,4-6-304 0,4-3-280 0,4-7 0 16,4-2-160-16,0-4 64 0,0 0-40 15,4-3-156-15,4 0 100 16,1 0 20-16,-2-3-24 0,5-3 76 0,-3-1-28 0,2-2-48 16,-3 3 12-16,0-1-36 15,0 4-12-15,0 3 24 0,0 0 0 16,-1 3 108-16,2 7 100 0,-1 2 0 0,0 1 4 15,-5 6 4-15,1 0 56 0,1 3-12 16,-5 1-40-16,4 2-12 0,-4 4 96 16,4 2-84-16,0 4 236 0,-1-2 168 15,-3 2 160-15,0-2-344 0,0 0-172 0,0 2-48 16,-7-4 48-16,-1 2-12 0,-1-2 28 16,2-2 128-16,3-5-20 15,-4-7-100-15,4-4-84 0,4-10 0 0,-5-3 60 16,-2 0 12-16,-1-7-72 0,0-9-160 15,-8-3 28-15,0-2-172 16,0-12 36-16,-3-2-88 0,-2-3-268 0,1 0-40 0,1 0-172 16,2 1-80-16,10-3-352 15,-1 6-624-15,8 2-676 0,0 10-2025 16,0-13 65-16</inkml:trace>
  <inkml:trace contextRef="#ctx0" brushRef="#br0" timeOffset="-88087.48">26670 10268 13269 0,'0'0'2116'0,"0"0"-1512"16,0 0-176-16,0 0 348 0,0 82 644 0,0-60-324 16,0-2-572-16,0-5-452 0,0-2-72 15,0-1-8-15,0-1-160 16,0-5-384-16,0-4-196 0,0 2-168 0,0-4-224 16,-3 0-544-16,-1 0-1332 0,-9-6-3377 15</inkml:trace>
  <inkml:trace contextRef="#ctx0" brushRef="#br0" timeOffset="-87905.695">26627 10115 11849 0,'0'0'2260'0,"0"0"-1324"16,0 0-396-16,0 0 192 0,0 0 364 15,92-28-204-15,-69 22-656 0,-3-4-236 16,0 7-680-16,-4-3-216 0,-4 1-344 15,0 3-1036-15,-4-2-3289 0,-4 4-2318 0</inkml:trace>
  <inkml:trace contextRef="#ctx0" brushRef="#br0" timeOffset="-87645.343">26882 10232 10888 0,'0'0'2157'0,"0"0"-1393"0,0 0-208 15,0 0 632-15,15 71 468 16,-10-56-48-16,-1-2-652 0,0 0-516 15,0 0-280-15,-1-4-40 0,1 4-44 0,0-4-64 16,0 2 36-16,1-3 36 0,-5 3-76 16,0-5-8-16,0-4-40 15,0 1-44-15,0 0-52 0,0-3-48 0,0 0 0 16,4-6 88-16,0 0 12 0,-1-7-4 0,5-2-32 16,0-5-104-16,1-2-56 15,2-3-76-15,1 0 24 0,4-4 20 16,1 4-68-16,-6 3-92 0,5 2-64 0,-4 1 188 15,0 6-20-15,-5 4-236 16,2-1-252-16,-1 4-428 0,-4 3-764 0,-4 3-1093 16,0 0-2587-16</inkml:trace>
  <inkml:trace contextRef="#ctx0" brushRef="#br0" timeOffset="-87287.958">27172 10159 7432 0,'0'0'4333'0,"0"0"-3565"0,0 0-588 15,0 0 356-15,0 0 304 0,20 77 372 0,-20-55-356 16,0-4-516-16,4 6-216 0,-4-2 64 0,0 0 0 15,0 0-76-15,-4 0-112 16,1-3 12-16,-1 0 36 0,0-6 24 16,-5-1-72-16,9-5-8 0,-4-3 8 15,4-1 4-15,0-3 196 0,0 0 32 0,0-10-80 16,8 1-148-16,1-11-4 0,2 1-176 16,6-6 76-16,-2-4-36 0,9-2-212 15,-3-1 12-15,2 4-76 0,-3-2 44 16,0 9-68-16,0-2-108 0,-4 7-176 15,-1 3-44-15,2 1-832 0,-10 2-1581 16,10-2-2367-16</inkml:trace>
  <inkml:trace contextRef="#ctx0" brushRef="#br0" timeOffset="-87042.338">27711 9959 10304 0,'0'0'3105'0,"0"0"-1985"16,0 0-728-16,0 0 388 0,0 0 648 16,-36 84 44-16,27-56-416 15,2 0-576-15,-5 7-200 0,3 0-12 16,-2 0-120-16,-1 4-52 0,3-1-96 0,6-4-64 16,-1-2 64-16,4 0-100 0,0-10-20 15,0-3-208-15,4-7-152 0,8-5-192 0,4-7-180 16,0-3-248-16,7-13-344 15,1-3-768-15,0 0-2637 0,8-16-2339 16</inkml:trace>
  <inkml:trace contextRef="#ctx0" brushRef="#br0" timeOffset="-86663.451">28093 9934 11521 0,'0'0'1944'0,"0"0"-1524"16,0 0 264-16,-12 90 640 0,8-59 376 15,0 4-244-15,0-3-696 0,4 3-368 0,-4 0-124 16,4-3-12-16,-8 2-24 0,4 1-72 16,-4-3-52-16,-4 0 12 0,0-1-32 15,-4-1-16-15,0-5 36 0,-4-3-108 16,5-6 0-16,-2-1-84 0,2-8-124 16,2-4-48-16,6-3 16 0,-5-3-32 15,3-10-20-15,2-6-48 0,3-1 56 16,0-5-32-16,4-2-128 0,0-6 60 0,0 1 76 15,0 4 112-15,8 3 108 0,-4 6 40 16,3 3 48-16,2 6 8 16,3 3 152-16,-1 2 52 0,2 1 96 0,-2 4 84 15,6-2 16-15,-2 2-92 0,5 0-108 16,4 0-24-16,1 2-136 0,-2 2 40 0,1-2-80 16,0 1 52-16,0 0-60 15,-5-3-96-15,-2 4-212 0,-2-1-376 16,-2-3-240-16,-6 0-168 0,1 0-676 0,-4 0-1100 15,0 0-2549-15</inkml:trace>
  <inkml:trace contextRef="#ctx0" brushRef="#br0" timeOffset="-86511.134">28324 10290 10424 0,'0'0'2005'16,"0"0"-1365"-16,0 0 136 0,0 0 492 15,12 82 304-15,-12-53-168 0,0-4-444 16,-4 0-372-16,0-2-160 0,0-1-84 15,0 0-260-15,0-6-84 0,0-3-232 16,-4-1-220-16,4-2-260 0,0-3-432 0,0-5-524 16,1-2-912-16,-2 0-2097 0,1 0-1579 15</inkml:trace>
  <inkml:trace contextRef="#ctx0" brushRef="#br0" timeOffset="-86189.856">28675 9836 11385 0,'0'0'2128'0,"0"0"-1280"15,0 79-76-15,0-37 688 0,-4 8 116 16,-4 5-76-16,-1 1-520 0,2 2-372 16,-1-2-220-16,0 2-131 0,-1-4-149 15,2-4-84-15,3-5-24 0,4-3-48 0,0-11-217 16,0-6-151-16,0-5-96 0,4-8-120 0,8-9-116 16,0-3-124-16,-1 0-280 15,14-13-436-15,-1-9-600 0,-4 7-2253 16,16-24-1595-16</inkml:trace>
  <inkml:trace contextRef="#ctx0" brushRef="#br0" timeOffset="-85950.75">29053 10157 7020 0,'0'0'5217'16,"0"0"-4257"-16,0 0-652 0,0 0 236 16,0 0 584-16,0 0 280 0,-83 25-488 0,51-8-560 15,4-5-124-15,-4 6-28 0,0-1 28 16,8 1-88-16,0 1-88 0,9 1 28 15,2-1-76-15,5-4-8 0,4 1 68 0,4-3 28 16,0 0-4-16,4 0 140 0,4-4 44 16,8-3-96-16,4 0-72 15,0-1-40-15,4-5-72 0,0 2-52 0,-1-2-180 16,-2 0-136-16,-1 0-112 0,-5 0-212 16,2-2-148-16,-6-5-244 0,-3 0-456 0,5 2-928 15,-10 0-2073-15,1-7-1627 0</inkml:trace>
  <inkml:trace contextRef="#ctx0" brushRef="#br0" timeOffset="-85754.39">29041 10309 9804 0,'0'0'2461'0,"0"0"-1529"0,0 0-384 16,-16 76 440-16,8-48 688 0,0 2-36 0,1 1-480 15,3-2-620-15,-1-4-272 0,5 0-120 16,0 0-40-16,0-2 28 15,5-6-136-15,2-6-112 0,-3-4-424 0,4 0-16 16,0-7-64-16,0 0-172 0,0-4-244 16,0-6-376-16,-4 1-544 0,1-4-777 15,-2 0-1191-15,-3-5-840 0</inkml:trace>
  <inkml:trace contextRef="#ctx0" brushRef="#br0" timeOffset="-85615.858">29081 10465 7672 0,'0'0'2928'0,"0"0"-1127"0,0 0-93 16,0 0-92-16,0 0-112 15,0 0-204-15,0 0-356 0,76 11-380 0,-57-13-280 0,5-4-236 16,0-7-48-16,1 1-368 16,3-5-332-16,-9-2-260 0,5 0-228 15,-4 0-380-15,-4 0-620 0,0 0-1729 0,-4 6-691 16</inkml:trace>
  <inkml:trace contextRef="#ctx0" brushRef="#br0" timeOffset="-85472.734">29372 10258 352 0,'0'0'6568'16,"0"0"-4504"-16,0 0-732 0,0 0-15 15,-44 83 155-15,32-55 28 0,4 2-140 16,-4-3-220-16,4-2-348 0,0 0-224 16,5-1-184-16,-2-9-200 0,5 1-184 15,5 0-80-15,2-6-104 0,5-1 0 16,0-6-592-16,4-3-592 0,0 0-272 0,0 0-712 16,4-10-2805-16</inkml:trace>
  <inkml:trace contextRef="#ctx0" brushRef="#br0" timeOffset="-85216.19">29591 10026 1344 0,'0'0'8396'0,"0"0"-7260"15,0 0-931-15,0 0 707 0,52 80 332 0,-40-52 88 16,-1-3-272-16,2 4-468 15,-1 3-304-15,-5-1-52 0,6 1 16 16,-9 0-164-16,3 3-88 0,-3 0-28 0,-4-2 16 16,0 0 12-16,-7-3-612 0,-10 1 20 15,-2-2 140-15,-5-1-12 0,-4-3 72 16,-4-1-28-16,4-6-100 0,0-5-232 16,0-4-892-16,9-2-1341 0,-6-7-3443 15</inkml:trace>
  <inkml:trace contextRef="#ctx0" brushRef="#br0" timeOffset="-84341.394">30503 9864 7596 0,'0'0'2900'0,"0"0"-1559"0,0 0-737 16,0 0 200-16,0 0 580 0,0 0 0 15,76-13-192-15,-68 13-376 0,-4 0-308 0,-4 0-176 16,4 0-88-16,-4 4-48 0,-4 3 4 16,-8 2-80-16,-4 7 76 15,-7 3-12-15,-5 0-180 0,-8 3-4 0,-1 0-72 16,2-3-28-16,3 4 52 0,0-5-12 16,4 2-52-16,0-5 16 0,9 2-40 15,2-2 48-15,6-2-44 0,3-4-28 16,-1 1 0-16,9-1 48 0,0 1 52 0,0 0 16 15,4 2 44-15,9 1 88 0,-2 4-4 16,6-5 4-16,2 1 24 16,1-1-16-16,0 1-44 0,4-4-52 0,-4-5 0 15,-4 2-112-15,4-3-36 0,-8-3-356 16,0 0-276-16,-5 0-152 0,2 0-376 16,-1 0-696-16,-8-3-2001 0,0-3-1959 0</inkml:trace>
  <inkml:trace contextRef="#ctx0" brushRef="#br0" timeOffset="-84172.017">30164 10344 9412 0,'0'0'2169'0,"0"0"-1145"0,0 0-512 0,0 0 456 16,0 0 460-16,0 0-36 0,0 0-360 16,60 69-316-16,-28-56-176 0,5-3-172 15,-2-3-112-15,1 1-140 0,0 3-116 16,-1-8-100-16,-3 3-328 0,4-1-384 0,-3 2-276 15,-6 0-364-15,-3-4-984 0,8 7-3441 0</inkml:trace>
  <inkml:trace contextRef="#ctx0" brushRef="#br0" timeOffset="-82854.916">31208 9604 8824 0,'0'0'1760'0,"0"0"-947"0,0 0-353 16,0 0 616-16,0 0 324 0,0 0-64 15,0 0-280-15,0 0-508 0,0 0-212 16,0 0-152-16,0 0-60 0,21 6-108 16,-18 10 280-16,5 9 84 0,1 5 124 0,-5 7-84 15,3 8-164-15,-3 5-120 0,0-1-40 16,-4 4 28-16,4-2-52 0,-4-4-72 15,0 2-8-15,0-5-64 0,0-3 8 16,5-3-204-16,-5 1-124 0,4-8-64 16,-4-5 124-16,3-4 36 0,-3-7-12 0,4-2-164 15,0-7-248-15,0-2-284 0,0-4-484 16,0 0-616-16,1-4-781 0,-2-15-1591 16</inkml:trace>
  <inkml:trace contextRef="#ctx0" brushRef="#br0" timeOffset="-82582.137">31611 9662 11145 0,'0'0'1796'0,"0"0"-1756"0,0 0 280 16,0 0-180-16,0 0 784 15,28 69 492-15,-25-37-376 16,2 4-468-16,3 4-200 0,-8 2-124 0,4-1-76 0,-4 0-84 16,0-3 12-16,0 0-100 15,0-6 0-15,0 0-12 0,-4-4-188 0,0-6-296 16,4-3-196-16,-4-6-20 0,4-4-48 16,0-4-208-16,0-5-560 0,0 0-845 15,0-5-503-15,0-10-2216 0</inkml:trace>
  <inkml:trace contextRef="#ctx0" brushRef="#br0" timeOffset="-82423.532">31670 9988 9428 0,'0'0'2349'15,"0"0"-1337"-15,0 0-656 0,0 0 308 0,0 0 588 16,0 0 48-16,0 0-316 0,81 13-416 16,-53-13-268-16,3-7-152 0,5-2-148 0,0-4-112 15,-1-2-520-15,2-2-264 16,-5-1-132-16,0-5-336 0,-13 7-920 15,5-5-2561-15</inkml:trace>
  <inkml:trace contextRef="#ctx0" brushRef="#br0" timeOffset="-82212.756">32073 9617 4744 0,'0'0'5632'0,"0"0"-4471"16,0 0-701-16,0 70 424 0,0-35 620 0,0 3-32 15,0 6-228-15,-4 3-440 0,0-2-332 16,4 3-140-16,0-7-136 0,0 0-108 16,0-3-88-16,0-3 0 0,0-6 0 15,0-4-148-15,0-2-360 0,4-7-232 16,0-4 4-16,1-3-16 0,2-2-176 0,-3-3-516 16,4-4-1180-16,-4 0-1745 0,4-11-1135 15</inkml:trace>
  <inkml:trace contextRef="#ctx0" brushRef="#br0" timeOffset="-81932.05">32492 9392 5156 0,'0'0'6849'0,"0"0"-5929"0,0 0-920 0,0 0 548 15,0 0 912-15,0 0 124 0,0 84-364 16,0-48-428-16,0 9-204 0,0-1-120 0,0 6 44 16,-4 5 28-16,0-4-152 0,0-1-168 15,-1 0-112-15,1-1-56 16,0-5-52-16,1-2-8 0,-1-5-56 0,0-2-152 16,4 0-140-16,-4-3-108 0,0-4-72 15,4 1-64-15,-5-4-188 16,1 1-316-16,-3-3-588 0,3-2-764 0,0-4-1737 0,-9 5-467 15</inkml:trace>
  <inkml:trace contextRef="#ctx0" brushRef="#br0" timeOffset="-63210.09">24184 11389 4760 0,'0'0'6205'0,"0"0"-4829"16,0 0-596-16,0 0-552 0,0 0 244 0,0 0 164 15,0 0 232-15,0 0-200 0,32 0-152 16,-8 3-128-16,4 0 84 15,4 3-36-15,3 1-164 0,10-1 12 0,-2-2-64 16,6-2-120-16,-2 1 8 16,9 0-100-16,0-3 48 0,0 0-48 0,-1 0-16 15,-3 0-48-15,-4 0-40 0,-5-3-176 0,-11 3-136 16,0-3-188-16,-12 1-212 16,-4 2-400-16,-7 0-764 0,-9 0-1897 15,0 0-1183-15,-21 0 952 0</inkml:trace>
  <inkml:trace contextRef="#ctx0" brushRef="#br0" timeOffset="-62995.822">24268 11525 8996 0,'0'0'1448'0,"0"0"-287"0,0 0-45 16,0 0 120-16,0 0 4 0,0 0-248 15,0 0-300-15,0 0 88 0,0 0 0 16,12 67-224-16,24-62-236 0,11 2-188 15,-2-7-132-15,2 0 0 0,1 0-148 16,0 0-208-16,-4-7-60 0,-4-1-92 16,-1-3-224-16,-3 2-200 0,-4-3-444 15,4-1-704-15,-9-3-545 0,-6 3-2431 16,-1-9 356-16</inkml:trace>
  <inkml:trace contextRef="#ctx0" brushRef="#br0" timeOffset="-62723.247">24666 11255 652 0,'0'0'328'0,"0"0"4780"0,0 0-3276 0,0 0-808 15,0 0 40-15,88 32 45 16,-60-19-145-16,4 2-272 0,0 4-108 0,0 0-148 16,0 4-156-16,-1-2-52 0,-6 5 12 15,-6-3-240-15,1-1-68 0,-8 0-160 16,-4 0-12-16,-8 0-156 0,0 1 64 0,-12-2-228 15,-7-2 8-15,-6 2-76 16,-6 0 100-16,-10-2 191 0,1 1 145 16,-3 2-80-16,-1-3 52 0,-4-1-36 0,4 2-288 15,4-5-340-15,1 2-620 16,3-5-620-16,4-2-1032 0,12-5 3144 16,-4-1-1488-16</inkml:trace>
  <inkml:trace contextRef="#ctx0" brushRef="#br1" timeOffset="-55823.132">24523 11604 2552 0,'0'0'7600'0,"0"0"-6451"0,0 0-393 0,-79 0-216 15,54 0 212-15,1 4 644 0,0-4-464 16,5 3-36-16,2-3-260 0,6 0-80 16,3 0 40-16,3 0 44 0,5 0-200 15,0 0-132-15,0 0-28 0,0 0-96 16,0 0-88-16,5 0-84 0,3 0 36 16,-4 0-44-16,7 0-4 0,6 0 0 0,2 3-4 15,1 3 4-15,4 4-4 0,4-3-76 16,4 5 76-16,0-3-56 0,8 4 52 15,4-3-32-15,3 2 32 0,13 1 8 16,0-4-172-16,7 1 76 0,6-1-4 16,2 1 4-16,5-1 20 0,3-2-8 0,1 2 44 15,8 0 32-15,-1 2 4 16,1-5-108-16,0 3 72 0,3-2 40 0,1-2 0 16,3 2 0-16,-2 3 0 0,-2-4-8 15,5 1 4-15,-5-2 4 0,5 2 12 16,-5 0-12-16,1-4-48 0,4 3 48 15,-5-2-172-15,1-1-12 0,-1 0 176 16,1-3 8-16,3 3-56 0,-3-3 56 16,-1 0 4-16,2 0-4 0,-5 0-4 0,3 0-84 15,1-3 88-15,-1 0 0 0,1 0 0 16,3-1-8-16,-3-2-76 16,4 0 8-16,-5 2 68 0,1-5 8 0,3 3-72 15,-3 0-52-15,-1-5 124 0,5 5 0 16,-9-3-112-16,6 2 112 0,-2-2 52 15,-3 3-52-15,4-5-48 0,-5 2 0 0,1 0 36 16,0-1-76-16,-1 1-12 0,-4-4 16 16,5 4 84-16,-4-4 0 15,-4 0 4-15,-1 1 40 0,-3-1-40 0,4 0 132 16,-9 1-52-16,5-1-84 0,-4-3 0 0,-1-1 4 16,1 5-4-16,4-4-8 15,-5 0-4-15,5-3-64 0,0 0 64 16,-1 4 12-16,1-7 0 0,-1 2-4 0,-2 1 4 15,2-2 0-15,-7-2 0 16,3 0 88-16,-2 1-28 0,-6-3-48 16,5 3 112-16,-5-3-124 0,6-2-60 0,-2 2 48 15,-3 0 4-15,3 0-88 16,1-4 8-16,0 4-96 0,-1-1 72 0,2-2-60 16,-6-1 168-16,-3 4 4 0,-1-7-12 0,1 3 24 15,-4-2 140-15,-4-1-140 16,0-3 60-16,-5 0-56 0,-7 0 132 15,4 0-148-15,-8-3 84 0,0 0-32 0,-1 0 68 16,2 1-120-16,-5-5-72 0,-1 0 64 16,-3 1 4-16,0-4-60 0,-4-2-72 15,0-1 76-15,0 1 4 0,0-1 56 16,-5-3 0-16,5 0-32 0,-4 1 32 16,0-1 8-16,4-3 64 0,0 3-68 15,0 1 0-15,-1-2-4 0,6 2-24 0,-1-1-28 16,4 4 4-16,-5-5-64 0,1 2-48 15,0 2-12-15,0-7 168 0,-4 3-52 16,0-3 56-16,-5-2 84 0,1 0-80 16,-4-1 80-16,-4-1-84 0,-7 1-60 15,-9 2-28-15,0-5 76 0,0 1 12 0,0 0 0 16,0-4 8-16,0 3-4 0,0 0 0 16,0-2 4-16,0 3 56 15,0 0-64-15,0-4 4 0,0 1-28 0,0-1 132 16,0-2-80-16,0 2 72 0,0-3-36 15,0-2-64-15,0 2-8 0,0 0 4 16,0 1 0-16,0-4-60 0,0 3-32 16,0-3 20-16,0 3-260 0,0-2 12 15,0-1 112-15,0 0 204 0,0-3-228 0,0 0 124 16,0 0 20-16,0 0 92 16,0 0 52-16,0 3 112 0,0 0-76 15,0 0 12-15,0 0-12 0,0 3-4 0,0 1-80 16,0-1 48-16,0 0-52 0,0 4-124 15,0 0 48-15,0-1 28 16,0-2-28-16,0 3 76 0,0-1-36 0,0 0 36 0,0 4 48 16,0-1 100-16,0 1-36 15,0 0 100-15,0 3-84 0,0 0 44 16,0-4-172-16,0 5 4 0,0-2-8 0,0 4-140 16,0-1 8-16,0 3 84 15,0-3 48-15,-13-2 4 0,-6 2 0 0,-13 2 4 0,0-1 48 16,-9 0 132-16,6 1 28 15,-9-2-12-15,-4 4-76 0,1 3-124 16,-1-3 0-16,-5 4 0 0,2-1-4 16,-5 1-120-16,-3 2 112 0,3-2-40 15,-4-1-24-15,0 0 64 0,0 4-40 16,-4 4 4-16,-3-6 48 0,3 4-52 0,-7 2-48 16,-2 1 16-16,-2-1 20 0,-5 1-12 15,1-3 68-15,-1 5-52 0,-4-1 60 16,1 1-4-16,-1 1 4 0,0 1 0 15,0-1-16-15,-3 5 16 0,-1-3-4 16,1 1 4-16,-1 5 16 0,0 0-8 16,0-1-4-16,1 3-4 0,-4 0-12 15,3 1-76-15,0 0 84 0,0 3-8 0,1 0-52 16,-1 0 64-16,5 3 8 0,-1-4-8 16,-4 4 0-16,4 0 124 0,-4 0-72 15,1 3 60-15,0 0-52 0,-1-3 12 31,-4 3-72-31,4 1-8 0,-3 2 8 0,-1-3 8 16,4 3-8-16,0 1 4 0,2-4 4 0,2 6-4 0,4-3 8 16,0 1 40-16,4-1-4 0,1 0 16 0,-1 1-64 15,4 2 60-15,1-3 64 0,-5 1-12 16,0-1-48-16,0 0-64 16,1 0-12-16,-1 1 0 0,-3-1-72 0,-1 1 72 15,4-4 0-15,-4 4 4 0,1-2-52 0,-1-2 60 16,-4 4 12-16,5-5-4 15,-1 2 4-15,1-1-4 0,-1 0 68 16,3 0-68-16,-2-4-8 0,-1 2 0 0,5 3 0 16,4-4-12-16,-6 2 4 0,6 2 8 15,-1-5 0-15,0 5 4 0,1-5 4 16,-2 5 64-16,-2-4-60 0,8-1 60 0,-6 2-8 16,2 2-60-16,3-3 56 0,1 0-60 15,-6-4-8-15,2 4-40 16,0 0 40-16,-6 0-4 0,2-3-64 0,-5 3 64 15,1-3 8-15,-1 0 0 0,0 0 4 16,-3-1 8-16,3 1 28 0,1 0-32 0,-5 2-4 16,4-2 0-16,0 3 52 15,0-1-52-15,1 2 0 0,-5-1-16 16,4 4 12-16,-4-2-44 0,5 2 4 0,-5 2 44 16,0-3 0-16,5 3-8 0,-5 3-44 15,5 1 52-15,-1 0 0 16,5-1 8-16,2 4-8 0,-2-4-8 0,3 7 8 15,0-3 0-15,1 2-56 0,-1 2 44 16,0-3 12-16,1 5 0 0,3 0 0 16,-4 0 0-16,4 5 0 0,-3-3 0 0,3 5-4 15,0-1-12-15,0 1 16 16,5-1 52-16,-5 0 36 0,4 4-76 16,5 0 48-16,-5-5 4 0,0 8-64 0,1-3 4 15,-1 3 4-15,-1-1-8 0,-2 1-4 16,3-1-60-16,-7 4-96 15,3 1 160-15,-4 1 52 0,4 1-52 0,-3 1-4 16,-2-1-44-16,6 0 48 0,-5 3-12 16,5-3 12-16,3-2 8 0,8 2-8 15,0-5 112-15,9 3 12 0,3-4 0 16,8-4-12-16,4 1 24 0,8-1-64 0,5-3 28 16,6-2-16-16,5-1-32 15,5 0-48-15,-1-3-4 0,4 0 0 0,0 3 4 16,0-3 8-16,0 0 88 0,0 0-40 15,0 0-12-15,0 0 40 0,0 0 20 16,0 0 28-16,0 0-24 0,0 0 12 16,0 0-28-16,0 0-48 0,0 0-48 0,0-3-72 15,4 0-112-15,-1-7-136 0,1 0-272 16,0-2-236-16,0-4-180 0,0-3-708 16,1 1-664-16,-5-6-1669 15,0 2 25-15,-5 7-267 0,-11-11 4291 0</inkml:trace>
  <inkml:trace contextRef="#ctx0" brushRef="#br1" timeOffset="-55540.014">21483 1963 300 0,'0'0'2100'0,"0"0"2976"0,0 0-3352 16,-72 75-84-16,44-43-303 0,-8 3-301 15,1 4-336-15,-5-2-64 0,-1 1-144 16,-2 0-164-16,0 3-116 0,-6 0-84 0,1 1-68 16,1-2 28-16,2-1-88 0,10 3 0 15,-1-7 116-15,12-1 32 0,9-2 56 16,7-3 36-16,8-4 44 0,0-3 28 16,19 1-64-16,9-1-24 0,12-7-36 0,8 2-76 15,12-2-44-15,7-5-68 0,10 0-4 16,2 2-344-16,1-5-396 15,-5-1-512-15,-8 4-1060 0,-3-1-2841 0,-19-3-1387 16,2 10 5096-16</inkml:trace>
  <inkml:trace contextRef="#ctx0" brushRef="#br1" timeOffset="-53522.702">7275 3619 2812 0,'0'0'6224'0,"0"0"-5344"16,0 0-788-16,0 0-4 0,0 0 144 0,95 38 1033 16,-71-28-49-16,4 0-728 0,0-1-8 15,4 3 168-15,8 2-92 0,4-3-204 16,3 3 76-16,5-2-24 0,8 2 24 0,8-6-28 15,-1 3-92-15,10-2 4 16,2 1-88-16,5-1-112 0,0-3-16 16,7-3-20-16,5 4-72 0,-1-4 0 0,8 0 8 15,2 0-8-15,2 4 0 0,5-4-4 16,-1 0-156-16,4 0 108 0,1 0 44 16,4 0-4-16,0-3-80 0,-1 0-8 15,5 3 96-15,-1-3 4 0,-4 0 72 16,4 0-64-16,-3 0-12 0,4 0-12 15,-5 0 0-15,1 0-40 0,-4-3 48 0,-1 0 0 16,0 0-56-16,1 0-4 0,-4 0 52 16,-1 0 0-16,1-1 4 15,-9 4-92-15,5-3 100 0,-5 3-8 0,2-3 8 16,-6 0 0-16,4 0 0 0,0 0 0 0,2-1-4 16,-2 1-132-16,1-3 76 0,-1-1 60 15,1 0 0-15,0 2-4 16,3-2-108-16,-3 0 16 0,-1 1-20 0,1 0 4 15,-4 0 40-15,3-1 68 0,0 1-4 16,-3 0 0-16,4 0 8 0,-5 2 64 16,1 1 12-16,0-1-64 0,-1 2-12 0,-3-2 0 15,-1 1-4-15,1 1 0 0,3-1-60 16,-7-1 56-16,4 1 0 16,-1-1-80-16,2 1 88 0,-2 0 0 0,1 3 0 15,-5-3-48-15,1 3 40 0,3-3-144 16,-3-1 108-16,0 1 40 0,-4 1-48 15,-2 2 52-15,2-4 16 0,0 1-12 0,-4 0 68 16,4 0-8-16,-5-1-16 16,5 1-44-16,-4 3 4 0,-1-3 0 15,5 0-8-15,-5 0-116 0,5 0 32 0,-4-4-156 16,4 4 24-16,0-3-72 16,-2 0 100-16,2-1 184 0,0 1 4 15,0-1 60-15,-4-2-44 0,-1 3 68 0,1-5 4 16,0 5-24-16,-9-2 24 0,5 1 24 0,-1 0-112 15,-3 0-64-15,3-1 52 16,-2 1-88-16,-6 1 0 0,1-3-24 16,0-1 36-16,-5 0 0 0,5 0 88 15,-8 1 0-15,4-4 76 0,-4 1-12 0,3-4-52 16,1 3-12-16,-5-3 0 16,5 1-8-16,1 2 4 0,-6-3-148 0,5 3-100 0,-1-3 76 15,-3 3 0-15,-4-2 72 16,0 2 16-16,-1 0 76 0,-3 1 0 15,-4-1 12-15,3 0 8 0,-6 1 0 16,3-1 0-16,-1 0 56 0,1 1 12 16,4-1-76-16,0 3-52 0,4 1 44 15,3-1-92-15,1 1-16 0,0-1 68 0,-4 0-156 16,-5 1 132-16,1-1 72 0,-4 1 8 16,-9-1 108-16,-2 1 8 0,-6-1 40 15,-3 1 80-15,-8-1-56 0,-1 1 0 16,-2 3-24-16,-10-4 0 0,2 1-24 15,-9-2-28-15,3 6 48 0,-3-9-108 0,-4 2-40 16,5-1-8-16,-5-2 48 16,0 1 8-16,0-1 32 0,-5 2 60 0,1 0 72 15,4 1-100-15,0-1-72 16,0-3-52-16,0 3-4 0,0-2-8 0,0-2 8 16,0 2-4-16,4-1 8 0,5 0 0 15,-1-3 0-15,-1-3-324 16,6 0 164-16,-1-1 148 0,3-5-4 0,-2 0-88 15,2-4-44-15,5 1-116 0,-3-5 100 0,-2-2 40 16,-3 0 8-16,0 0 116 0,0 0-48 16,-5-4 48-16,6 4-4 0,-5 0-112 15,-1-4-32-15,-3 9 96 0,1-3-124 16,-5 1-40-16,0 6 216 0,0 4 12 16,-5 0 140-16,1 6 0 0,1 2-12 15,-1 3 84-15,4 0-148 0,-4 4-76 0,0 4-80 16,0-3 80-16,-5 2 80 0,9 1 36 15,-3-3-68-15,3 2-36 16,0 1-12-16,0-3-60 0,0 2-104 0,0-3 160 16,0 1 4-16,0-1 0 0,0 4-80 15,0 0 76-15,0-5 0 0,3 9-12 0,-3-1-72 16,0 0 40-16,0-1-40 0,0 4-76 16,0 0-104-16,0 0 16 15,0-2-40-15,0-3-40 0,0 3 40 0,5-2 100 16,-1 2 16-16,0-4 48 0,0 2 0 15,0 1-104-15,3 3-216 0,6 0-144 16,-9 0-453-16,4 0-1515 0,-8 10-4736 16,-53 8 6756-16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05:56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2173 1355 1797 0,'0'0'390'0,"0"0"59"0,0 0-259 15,0 0-17-15,0 0 112 0,0 0 96 16,0 0-53-16,-4-69-68 0,4 60-58 15,1 3-23-15,2 1 27 0,-2 2-41 16,0-2-34-16,1 5-6 0,-2 0-6 16,0 0-49-16,0 0-70 0,0 3 0 0,3 5-31 15,0 6-26-15,4 6 57 0,2 10 54 16,1 10-14-16,-3 10 2 16,-4 10-20-16,-3 9-1 0,0 6-19 0,-6 5 13 15,-7 2-15-15,-1 2 1 0,-5-2 2 16,0-2-3-16,-2-7-24 0,-1-7-31 15,3-10 19-15,2-9-7 0,4-11-36 0,3-11-3 16,3-11 18-16,4-7-46 0,3-6-40 16,0-1-55-16,0-6-51 0,1-8-2 15,5-7-81-15,1-12-88 0,2-11-162 16,-2 8-186-16,-4-33-341 0</inkml:trace>
  <inkml:trace contextRef="#ctx0" brushRef="#br0" timeOffset="422.145">2046 1261 463 0,'0'0'2068'16,"0"0"-1521"-16,0 0-423 0,0 0 33 0,0 0 169 15,84-60 43-15,-60 48-178 0,3 3-39 16,5 3-10-16,3 1 0 0,1 5-13 16,0 0-19-16,1 7-67 0,-2 7-18 15,-7 6 27-15,-3 7-6 0,-6 5-43 0,-6 7 49 16,-8 7-7-16,-5 2-42 0,-2 7 16 15,-11 4-18-15,-2 0 14 16,-5-2-12-16,-1-3-3 0,0-5-9 0,-3-7 8 16,1-6-26-16,0-5-46 0,-2-4-12 15,1-4-1-15,-1-6 16 0,2-2 8 16,3-8 10-16,0-2-9 0,1-2-20 16,3-3 14-16,-1 0 14 0,4-2-15 0,2 1 12 15,5-3 53-15,3 3 3 0,3 1 43 16,0 0-15-16,1 0 25 0,7 0-19 15,3 6 21-15,5 5 16 0,7 3 19 16,1 3 17-16,4 2 3 0,0 0-30 16,3 2 2-16,-1-2-18 0,2 0-30 15,-2 1 21-15,0-2-34 0,0-2-18 16,-1 1-3-16,-1-3-12 0,-2 0-10 16,-2 0-2-16,1-2-43 0,-4 0-46 0,-2-2-40 15,1-2-22-15,-8-4-13 0,4-4-66 16,-6-2-137-16,2-10-128 0,-4 0-218 15,2-22-686-15</inkml:trace>
  <inkml:trace contextRef="#ctx0" brushRef="#br0" timeOffset="770.677">2738 1917 2470 0,'0'0'981'0,"0"0"-832"15,0 0 50-15,20 77 203 0,-13-62-30 16,2-5-150-16,1-6-84 0,6-4-126 15,0 0-9-15,2-2 46 0,5-5-6 16,-1-3-15-16,1-5-28 0,0-1-49 16,-1-2-21-16,-3-2 3 0,-2 2-32 15,-6 0 32-15,-1 4 27 0,-7 2-3 0,-3 2 15 16,0 3 6-16,-10 3-2 0,-4 0-1 16,-5 2 25-16,-5 2 25 0,-1 0-13 15,-4 3 28-15,3 8-9 0,-1 2 12 16,4 6 9-16,4 4-12 0,2 4 22 15,2 2 2-15,1 2-6 0,4 2-3 0,4-1-6 16,0 0 0-16,5-1-13 16,1-4-36-16,3 0-13 0,7-4-2 0,0-3-15 15,7-2-31-15,-1-5-37 0,6-2-3 16,1-4-35-16,1-6-49 0,7-1-97 16,4-8-139-16,3-8-233 0,-8 2-406 15,18-17-524-15</inkml:trace>
  <inkml:trace contextRef="#ctx0" brushRef="#br0" timeOffset="971.769">3572 1821 1509 0,'0'0'1812'0,"0"0"-1469"16,0 0-128-16,0 0 161 0,-95 12 14 16,71 7-46-16,-1 5-134 0,3 7-76 0,1 3-27 15,4 2-7-15,2-1 24 0,6-2-27 16,1-2-49-16,4-5-35 0,2-2-13 15,2-4-15-15,0-3-3 0,3-4-21 16,7-2-40-16,0-4-6 0,2 1-18 16,6-5-43-16,1-2-39 0,7-1-90 15,3-4-197-15,6-4-265 0,-8-1-427 16,20-10-352-16</inkml:trace>
  <inkml:trace contextRef="#ctx0" brushRef="#br0" timeOffset="1360.995">3839 1919 668 0,'0'0'2126'0,"0"0"-1556"0,0 0-288 16,0 0 68-16,0 0 106 0,0 0 11 0,0 0-88 16,0 0-127-16,-87 63-86 0,69-32-26 15,3 1-2-15,1-1-92 0,5-5-43 16,5-7-3-16,4-3-18 0,0-9-13 0,0-3-14 16,3-4 9-16,2 0-3 0,4 0-4 15,4-8 4-15,2-6 3 0,3-5-4 16,5-6-8-16,-1-7-6 0,1 1 20 15,-3 0-20-15,-2 1 20 0,-3 10 10 16,-3 2-19-16,-2 8 13 0,-6 6 6 16,-1 4 24-16,-2 0 31 0,-1 8 33 15,0 4 6-15,0 0 9 0,0 7 23 16,0 1-32-16,0 2 6 0,0-1-1 16,0 0-24-16,0-3-14 0,0-1-34 15,0-5-3-15,0-2-15 0,0-1 13 0,2-3 0 16,-1-3 0-16,2 0-20 0,-1-1-23 15,1-2-55-15,0 4 4 0,1-2-7 16,0 3 12-16,3 0 6 0,1-3-12 16,2 3-119-16,4-3-75 0,1-2 61 15,3 0 149-15,0-6-235 0,2-8-253 16,1-6 61-16,2-8-71 0,-5 5-473 0,8-20-362 16</inkml:trace>
  <inkml:trace contextRef="#ctx0" brushRef="#br0" timeOffset="1757.418">4326 1267 840 0,'0'0'2280'0,"0"0"-1862"15,0 0-257-15,0 0 38 0,0 0 133 16,0 0-43-16,0 0 0 0,0 0-123 16,-13 72-32-16,9-26-6 0,-1 9-3 0,-1 7 81 15,-5 5-58-15,4 2-57 0,-2-3-33 16,-1 0-56-16,3-3-2 0,5-5-18 15,2-11 18-15,0-15-3 0,8-13-84 16,0-8 2-16,2-9-3 0,2-2-12 0,5-4-6 16,-1-8 0-16,3-9-41 0,-1-6-64 15,1-8-37-15,1-5-68 0,-2-4 39 16,2-9 38-16,0-4-55 0,-1-6-146 16,-2-3-84-16,-4 2 71 0,-3 7 375 15,0 12 78-15,-4 12 344 0,0 15 23 16,-2 12-33-16,-1 6-107 0,0 6 8 15,-2 11 141-15,2 10 3 0,-3 8-57 16,1 11-150-16,-1 7-7 0,0 4-6 0,-1 3-28 16,-2 3 9-16,0-1-31 0,3 3-48 15,0-3-61-15,9-3 0 0,1-9-39 16,3-10-107-16,2-5-40 0,0-8-55 16,1-2-106-16,-3-8-360 0,2 4-819 0</inkml:trace>
  <inkml:trace contextRef="#ctx0" brushRef="#br0" timeOffset="2676.957">6537 1478 1315 0,'0'0'1181'16,"0"0"-586"-16,0 0-269 0,0 0-114 15,0 0 113-15,0 0 13 0,0 0-47 16,0 0-54-16,0 0-80 0,0 0-38 16,-9 93 18-16,13-32 9 0,-2 8-52 15,-1 5-39-15,2-5-4 0,0-10-21 16,4-12-30-16,0-14-1 0,3-11-65 15,5-8 5-15,2-7-18 0,3-7 22 16,6-3 45-16,3-11 11 0,4-9-22 0,0-10 11 16,-2-4-6-16,-3-4 17 15,-4 1-21-15,-1-1 10 0,-3 4 9 0,-4 3-37 16,-1 6-36-16,-3 7-6 0,-2 7 21 16,-4 9-10-16,1 5-24 0,-1 7 95 15,1 9 9-15,3 8 68 0,0 9-34 16,-1 5-9-16,2 3-10 0,-2 1 4 15,0-6 27-15,1-5 21 0,-3-8-18 16,3-7-34-16,1-8 10 0,1-4-10 0,1-4 25 16,1-3 33-16,2-6 6 0,3-12-7 15,4-5-8-15,-1-7-15 0,1-5-22 16,0-1-6-16,-2-2-9 0,-2 1-18 16,0 2-3-16,-3 1-9 0,0 1-24 15,-3 2-18-15,-2 6-89 0,-1 4-14 16,-4 7 2-16,-3 5-13 0,0 3-49 0,-2 3-93 15,3 5-162-15,-4 1-270 16,0 0-605-16,2 0-702 0</inkml:trace>
  <inkml:trace contextRef="#ctx0" brushRef="#br0" timeOffset="3044.791">7570 1883 2138 0,'0'0'2219'0,"0"0"-2132"0,0 0-65 16,0 0-22-16,0 0 96 0,0 0 6 15,0 0 27-15,0 0-13 0,0 0-33 16,104-45-34-16,-74 18-49 0,0-1-9 16,-5-1-62-16,-4 5 1 0,-8 4 30 15,-4 6 15-15,-5 6-2 0,-4 2 27 16,0 2 15-16,-8 3-3 0,-5 1 13 0,-6 0-10 15,-3 0 1-15,1 8-13 0,-4 5 24 16,2 6 16-16,0 6-3 0,1 8 3 16,-1 5 12-16,3 2 18 0,4 5 0 15,1 1-9-15,3-1 0 0,8-1-22 16,1-4-23-16,3-7 23 0,7-7-6 0,5-7-36 16,6-7-10-16,5-4-17 0,4-6-3 15,7-2-34-15,2-7-55 16,4-8-76-16,1-4-34 0,2-4 1 0,-1-1-206 15,-11 6-821-15,15-11-1219 0</inkml:trace>
  <inkml:trace contextRef="#ctx0" brushRef="#br0" timeOffset="4460.009">9265 1667 1641 0,'0'0'1273'16,"0"0"-934"-16,0 0-36 0,0 0-70 15,0 0 54-15,0 0-44 0,0 0-94 16,0 0-62-16,0 0-4 0,27 104 37 0,-17-37 76 16,-1 12-67-16,1 11-23 0,-4 5-20 15,-5-1-41-15,-1-2-8 0,0-7-10 16,0-6-27-16,0-6 0 16,0-10-15-16,2-10 12 0,0-11-25 0,3-11-32 15,-2-7-17-15,0-10-41 0,0-7-35 16,-1-3-50-16,0-4-130 0,-1-7-205 0,2-10-189 15,-3-8-349-15,3 2-410 16</inkml:trace>
  <inkml:trace contextRef="#ctx0" brushRef="#br0" timeOffset="4667.618">9338 1713 1360 0,'0'0'1527'0,"0"0"-1168"0,0 0-178 16,0 0-44-16,79-75 131 0,-53 61-47 0,3 3-80 15,-1 1-20-15,1 8-37 0,-2 0-35 16,0 2-45-16,-2 4-4 0,-7 7 0 16,-3 2 10-16,-6 6 67 0,-6 5 43 15,-3 6-52-15,-5 8-16 0,-8 2 1 16,-8 6-20-16,-4 0-17 0,-2-1 5 16,-1-2-19-16,1-3 17 0,-1-6-19 15,1-6-13-15,4-5-14 0,2-4-68 0,3-7-22 16,5-5-34-16,2-4-51 0,3-3-114 15,1-10-255-15,4 0-664 0,-2-23-356 16</inkml:trace>
  <inkml:trace contextRef="#ctx0" brushRef="#br0" timeOffset="5490.211">9608 1633 1967 0,'0'0'1175'0,"0"0"-949"0,76-6-95 15,-45 6 87-15,3 2 151 0,-4 7-167 16,-2-1-118-16,-2 4-22 0,-3 7 18 15,-2 0 16-15,-2 6-16 0,-3 2-18 16,-6 2-28-16,-3 5 15 0,-5 3 0 16,-2 2 21-16,-5 1-15 0,-3-2-21 15,-3-3-13-15,-1-8 1 0,3-8 20 16,2-7 44-16,2-6 26 0,4-6 70 0,1 0-75 16,0-5-41-16,0-8 40 0,4-9-20 15,3-7-86-15,7-11-2 0,1-5-32 16,5-2-8-16,-1 1-9 0,3 4 8 15,-3 6-38-15,1 5-38 0,1 4-35 16,1 3-35-16,-2 1-68 0,3 3-63 0,-1 2-98 16,-2 5-80-16,-1 1-42 0,-5 4-43 15,-3 3 88-15,-3 5 222 0,-5 0 273 16,-3 7 59-16,0 5 324 0,0 6 82 16,0 6-2-16,-2 6-40 0,-1 3-88 15,-1 6-46-15,1 0-50 0,3 0 20 16,0-6-93-16,0-7-80 0,0-9-28 15,7-8-6-15,1-5 43 0,4-4-4 16,4-5-39-16,7-9-22 0,5-10 10 16,0-7-10-16,3-6-27 0,-1-1-3 15,-4-2-1-15,-3 5 1 0,-4 4 0 0,-7 6 21 16,-7 6 7-16,-3 5 14 0,-2 2 25 16,-7 5 42-16,-4 3-52 0,-4 1-57 15,-1 3-1-15,-3 4 0 0,0 6-38 16,-1 9 15-16,-1 2 0 0,3 5 21 15,2 0 0-15,3 0-16 0,3-3-11 16,5-3-9-16,0-2-37 0,4-1-73 0,-2-5-34 16,3 0-22-16,0-5-108 0,0-3-134 15,6-4-164-15,2-3-88 0,7-8-106 16,1-6-197-16,2-6-40 0,1-1 1042 16,0-1 0-16,2 3 0 0,-1 2 30 15,1 3 505-15,-1 5-300 0,-3 5 1010 16,-4 2-563-16,-1 5-200 0,-1 0-56 15,1 11-30-15,3 3-123 0,-3 8-93 16,0 3-26-16,0 4 18 0,0 2 30 16,-2-1-37-16,-1-4-46 0,-1-2-49 0,1-9-52 15,0-4 0-15,-1-4 7 0,0-4 23 16,-1-3 16-16,3 0 36 0,0-5-12 16,2-5-22-16,3-7-5 0,0-5-13 15,2-4-18-15,-1-2-18 0,0-3-12 16,0 0-12-16,-2 2-9 0,-2-2-27 15,0 1-82-15,-4 1-55 0,-2 3-37 0,-1 2-43 16,4 5-60-16,-2 4-123 0,2 8-180 16,0 5-118-16,2 2-280 0,-2 1 24 15,-2 7 163-15,-3-1 803 0,3 8 36 0</inkml:trace>
  <inkml:trace contextRef="#ctx0" brushRef="#br0" timeOffset="5743.098">10916 1577 538 0,'0'0'218'0,"0"0"1549"15,0 0-1028-15,18 69-184 0,-10-42-225 16,2-4-100-16,0 0-1 0,4-2-20 0,0-4-68 15,2-5-74-15,2-6 19 0,2-6 33 16,1-2-40-16,3-12-15 0,2-9-52 16,3-8-12-16,0-5-61 0,-2-6-24 15,0 1-19-15,-6 0 34 0,-4 6 12 16,-7 3 9-16,-4 5 9 0,-6 3 37 0,0 6-15 16,-7 5 6-16,-6 5 12 15,-5 6 15-15,2 2-15 0,-4 2 18 0,-3 9-18 16,2 6 2-16,-1 5 38 0,0 4 15 15,4 4 3-15,2 2 0 0,2 0-24 16,6-2-34-16,1-2-31 0,6-2-20 16,1-4-99-16,0-4-93 0,8-4-50 15,7-6-95-15,4-7-234 0,5-1-435 16,3-9-176-16,5-6 281 0,-9 1 809 16,16-11 143-16</inkml:trace>
  <inkml:trace contextRef="#ctx0" brushRef="#br0" timeOffset="6074.952">11434 1558 339 0,'0'0'2411'0,"0"0"-1602"0,0 0-292 15,0 0-35-15,0 0-71 0,-35 80-35 16,19-45-73-16,-3 1-70 0,6 0-67 0,2-5-61 16,5-8-44-16,5-5-43 0,1-9 6 15,0-3 0-15,9-6-24 0,5-3-32 16,5-12 8-16,7-8 6 0,5-10-28 16,4-9-29-16,4-7-16 0,0-4 10 15,0-3 33-15,-2-1 14 0,3-4 1 16,-4-6 12-16,-4-3 6 0,-2-3 15 15,-7-1-1-15,-4-1-48 0,-3 2 25 16,-4 4 23-16,-4 13 1 0,2 13 6 16,-4 16 88-16,-2 12 6 0,-2 11-16 15,-2 4-5-15,0 4-4 0,0 11-39 0,-3 7-34 16,-4 13 38-16,-2 12 20 0,-1 9-18 16,-2 7-18-16,-2 3-22 0,1 6-2 15,0 0-33-15,2 2-15 0,5 2-91 16,4-2-15-16,2-3 100 0,3-7-49 15,7-2-48-15,5-6-1 0,-4-2-15 16,1-2-107-16,-2-4-285 0,-6-11-760 16,-4 7-1584-16</inkml:trace>
  <inkml:trace contextRef="#ctx0" brushRef="#br0" timeOffset="7053.26">4176 4321 1467 0,'0'0'1652'16,"-4"-68"-1266"-16,4 34-80 0,0-6 78 16,0-5-49-16,0 3 40 0,0 2-133 15,0 8-72-15,0 7 15 0,0 8-15 16,-2 8-7-16,1 4-3 0,1 3-63 16,-2 2-43-16,1 0-27 0,-2 4-27 0,-1 4-15 15,-5 8 0-15,-7 11-24 0,-3 13 24 16,-8 16 14-16,-5 12-2 0,-2 11 1 15,-5 9-10-15,1 6-12 0,1 9 0 16,2 0 6-16,4-3 15 0,5-9-22 16,6-14 25-16,5-17 12 0,9-19 4 15,2-14-16-15,4-10-25 0,0-8-17 0,10-6-27 16,3-3-13-16,7 0 6 0,8-12 55 16,3-7 6-16,4-3-3 0,-2-3-3 15,-3 1 9-15,-4 5 0 0,-7 3-7 16,-2 11-23-16,-2 3-7 0,-1 5 13 15,2 12 36-15,3 9 37 0,2 11 33 16,-2 4 30-16,0 8-39 0,-3 2 5 16,-1 2-8-16,0 2-16 0,-1 5-24 15,-2 6 6-15,-1 8-23 0,-5 6-1 16,-3 7-11-16,-3-2 8 0,0-7-18 0,1-6 0 16,1-13 3-16,1-11 6 0,1-12-49 15,-1-10-21-15,4-9-8 0,0-5-16 16,1-5-1-16,2-4-51 0,1-1-101 0,1-7-113 15,2-10-250-15,-2 4-592 0,-2-20-835 16</inkml:trace>
  <inkml:trace contextRef="#ctx0" brushRef="#br0" timeOffset="8197.897">5379 4399 339 0,'0'0'2298'15,"0"0"-1893"-15,0 0-63 0,0 0 67 16,0 0-14-16,0 0-53 0,0 0-90 16,0 0-43-16,0 0-50 0,0 0 48 15,86 29 17-15,-39-21-72 0,5 3-44 16,0-4-17-16,-2-1-28 0,0-1-20 16,-2-5 5-16,0 0-30 0,-5 0-3 15,-3-4-15-15,-2-4-1 0,-7 2-23 0,-3 0-42 16,-8-1-55-16,-4 2-51 15,-6 1-86-15,-4 2-125 0,-5 2-241 16,-1 0-435-16,-1 0-290 0,-12 2-713 0</inkml:trace>
  <inkml:trace contextRef="#ctx0" brushRef="#br0" timeOffset="8366.627">5688 4520 310 0,'0'0'192'0,"0"0"1599"0,0 0-1216 16,-19 85-101-16,18-39-78 0,1 5-12 15,0 8 4-15,0 7-80 0,1 0-72 16,1 4-65-16,-1-5-65 0,2-4-57 16,-3-5-31-16,4-10-18 0,-2-8-42 15,2-8-1-15,-1-10-51 0,-2-4-40 16,1-2-53-16,-2-3-83 0,0-5-217 16,0-1-642-16,0-4-722 0</inkml:trace>
  <inkml:trace contextRef="#ctx0" brushRef="#br0" timeOffset="8526.951">5649 5076 962 0,'0'0'1440'15,"0"0"-719"-15,0 0-341 0,0 0-4 16,81 4 6-16,-54 0-118 0,3-3-147 0,0 0-46 16,1-1-71-16,-1 2-25 0,-3-1-86 15,-2 2-71-15,-5 4-86 0,-6 3-198 16,-6-2-643-16,-8 13-373 0</inkml:trace>
  <inkml:trace contextRef="#ctx0" brushRef="#br0" timeOffset="8688.365">5708 5410 140 0,'0'0'1308'16,"0"0"-493"-16,0 0-353 0,0 0-89 0,0 0-35 16,0 0-9-16,0 0-49 0,0 0-23 15,0 0-25-15,0 0 48 0,85 4-41 16,-50-8-62-16,2-2-83 0,5 1-60 15,0-2-34-15,2 1-17 0,0-1-52 0,-1 1-145 16,4-3-80-16,-3 2-132 16,-13 1-633-16,17-3-967 0</inkml:trace>
  <inkml:trace contextRef="#ctx0" brushRef="#br0" timeOffset="9228.667">7590 3813 952 0,'0'0'147'0,"0"0"1121"0,0 0-778 16,0 0-54-16,22 71 52 0,-13-29-89 16,0 11-20-16,-1 12-112 0,-4 7 12 15,0 7-72-15,-1 4-73 0,-3 2-34 16,0 5-6-16,0-1-22 0,-1 3-26 16,-2 4-25-16,0 1 2 0,0 4-23 0,2 2 0 15,-1 0 1-15,1-3-1 16,1-6 0-16,0-5-33 0,0-6 6 0,3-10-13 15,0-8-57-15,1-14 22 0,0-10 2 16,3-10-39-16,-1-10-1 0,0-8-58 16,0-8-6-16,1-5-41 0,4-3-116 0,-2-10-215 15,1 1-198-15,2-14-527 0</inkml:trace>
  <inkml:trace contextRef="#ctx0" brushRef="#br0" timeOffset="10205.514">9569 4352 1398 0,'0'0'2189'16,"0"0"-1776"-16,0 0-203 0,0 0 70 15,0 0 89-15,0 0-20 0,0 0-97 0,0 0-55 16,0 0-115-16,0 0-40 0,0 0 27 16,101 0-17-16,-59 0 5 0,1-1-31 15,-4-2-26-15,-2-1-2 0,-1-1-28 16,0-2-24-16,-3-2-58 0,-8 0-63 15,-2 0-53-15,-6 2-98 0,-7 1-153 16,-4 4-484-16,-4-2-389 0,-4 3-820 0</inkml:trace>
  <inkml:trace contextRef="#ctx0" brushRef="#br0" timeOffset="10372.741">9755 4423 147 0,'0'0'2300'16,"0"0"-1804"-16,-12 86-163 0,8-40-57 0,0 9 78 15,1 10-6-15,-2 2-47 0,2 4-49 16,0-5-96-16,2-3-101 0,1-4-21 16,0-12-34-16,0-4-2 0,0-11-19 15,0-4-7-15,0-10-27 0,0-3-108 16,3-8-95-16,-2-5-109 0,2-2-403 0,0-2-798 16,-1-13-164-16</inkml:trace>
  <inkml:trace contextRef="#ctx0" brushRef="#br0" timeOffset="10572.15">9783 4874 1687 0,'0'0'2018'16,"0"0"-1681"-16,0 0-161 0,0 0 226 15,0 0-110-15,86-4-160 0,-65 4-50 16,1 0-43-16,-1 0-39 0,0 0-31 16,-1 0-30-16,-4 0-49 0,-2 4-83 15,-5 1-84-15,-5 2-130 0,-4 5-257 16,-3 6-147-16,-10 1-346 0,-6 3-201 15,-3-1 1262-15</inkml:trace>
  <inkml:trace contextRef="#ctx0" brushRef="#br0" timeOffset="10692.31">9819 5091 362 0,'0'0'238'0,"0"0"-166"0,0 0 1767 15,-74 73-1382-15,65-61-213 0,6-6-2 0,3-2-4 16,2-2-37-16,9-2 85 0,9 0-84 16,6-4-81-16,9-8-47 0,4-3-9 15,5-3 3-15,-3-1-22 0,1 2-15 16,-1-1-31-16,-2 3-24 0,-3 1-16 0,-1 0-111 15,-2 2-94-15,1 0-140 0,-12 3-327 16,10-9-840-16</inkml:trace>
  <inkml:trace contextRef="#ctx0" brushRef="#br0" timeOffset="11011.443">11230 4313 466 0,'0'0'3136'0,"0"0"-2717"16,0 0-193-16,0 0 213 0,0 0-40 16,0 0-74-16,0 0-140 0,0 0-82 15,0 0-74-15,0 0-29 0,-74 65-3 16,46-41 0-16,-2 3-16 0,0 0-2 0,-3 5 0 16,-5 2 0-16,2 3 0 0,-3 2-7 15,-3-1-2-15,3 4-15 0,3-6 20 16,6-1 13-16,6-5 10 0,5-6 1 15,10-5-11-15,6-6-3 0,3-2-3 16,8-2 18-16,10-1 12 0,8 3 18 16,7 1 10-16,8 0 2 0,2 0 12 15,0 1-26-15,-2-2-12 0,-3 2-16 16,-2-3 0-16,-4 0-15 0,0 1-9 16,-6 0-25-16,-4-2-84 0,-4-1-53 15,-5-5-55-15,-3 1-186 0,-3-1-555 0,-4-3-650 16</inkml:trace>
  <inkml:trace contextRef="#ctx0" brushRef="#br0" timeOffset="11624.326">11846 4092 2424 0,'0'0'393'16,"0"0"-203"-16,0 0 82 0,0 0 74 15,0 0-71-15,0 0-55 0,0 0 16 0,56 84-31 16,-42-33 4-16,-5 12-65 15,-3 11-21-15,-1 8-7 0,-3 1 85 0,-2 2-89 16,0-5-51-16,-3-2-31 0,-2-11-30 16,2-5 0-16,0-8-21 0,3-8 0 15,0-13-7-15,1-8-51 0,5-11-51 16,5-9-62-16,1-5-13 0,5-5-63 16,4-12-234-16,3-8-496 0,-1 3-291 15</inkml:trace>
  <inkml:trace contextRef="#ctx0" brushRef="#br0" timeOffset="11881.031">12456 4357 342 0,'0'0'2644'15,"0"0"-2305"-15,0 0-308 0,0 0 59 16,0 0 8-16,-104 28-3 0,69-6 25 0,0 5 31 16,-1 4-26-16,-1 1-11 0,5 2-11 15,5-4-1-15,4 2-12 0,3-2-22 16,7 1-15-16,1-1-7 0,6-1-21 15,5 0-7-15,1 1 4 0,4-5 21 16,11 4 15-16,4-4 1 0,6 1-19 16,9-2-4-16,3-1 1 0,6 0 0 15,2-6-10-15,4 1-27 0,-4 1-6 0,-1-2-49 16,-8-1-135-16,-4-1-50 0,-3-1-86 16,-5 1-199-16,-8-7-587 0,1 4-880 15</inkml:trace>
  <inkml:trace contextRef="#ctx0" brushRef="#br0" timeOffset="12596.279">9413 4492 931 0,'0'0'577'0,"0"0"790"15,0 0-1139-15,0 0-154 0,0 0 120 16,0 0 111-16,-91 34-22 0,68-21-75 15,-1 5-87-15,-2 1-40 0,-3 3-22 0,-1 1 6 16,0-2 12-16,-4 3 16 0,1-1 5 16,2 1-34-16,-3-1-30 0,3 2-18 15,-1-1-13-15,5 2 12 0,2-3 16 16,6-1-13-16,5-2 12 0,5-3-8 16,2 1-1-16,7 0 16 0,0 0 6 15,7-1 63-15,5 1-45 0,5 2-24 0,3-2-1 16,1-2-5-16,2 2-16 0,-1-4-13 15,3 2-1-15,-5-4-1 0,3-2 0 16,-3 0 0-16,-1-3-27 0,-2-1-19 16,-2-1-39-16,-1-1-37 0,-5-1-86 15,1-1-69-15,-3 0-141 0,-4-1-310 16,-3-1-710-16</inkml:trace>
  <inkml:trace contextRef="#ctx0" brushRef="#br0" timeOffset="12909.451">8070 4501 1213 0,'0'0'1242'0,"0"0"-422"16,0 0-250-16,0 0-131 0,0 0-37 16,0 0-3-16,101 49-83 0,-69-46-91 15,1-3-65-15,7-2-48 0,-2-4-28 16,1-5-32-16,-2 1-22 0,0-4-16 16,-1 1-14-16,-4 0-21 0,-2-5-18 0,-1 5-76 15,-3-2-85-15,-4 2-51 0,-2 4-105 16,-7 3-175-16,-3 2-411 0,-7 2-269 15,-3 2-785-15,-6 3 1675 0</inkml:trace>
  <inkml:trace contextRef="#ctx0" brushRef="#br0" timeOffset="13134.625">8288 4598 896 0,'0'0'16'0,"0"0"655"15,0 0 354-15,1 80-475 0,5-44-64 16,5 6-70-16,-2 5-27 0,1 6-59 15,0 8-60-15,-1 4-72 0,-3 2-49 16,-2 4-61-16,-1-3-18 0,-2-3-51 16,3-8-19-16,-4-7-18 0,3-12-6 15,0-9 6-15,2-10 15 0,-1-8-28 0,3-5-27 16,-1-6-84-16,1 0-78 0,2-6-9 16,1-6-45-16,0-8-195 0,-1-4-274 15,-2 3-610-15,-3-14-501 0</inkml:trace>
  <inkml:trace contextRef="#ctx0" brushRef="#br0" timeOffset="13309.503">8374 4959 1683 0,'0'0'659'0,"0"0"27"0,0 0-309 0,0 0-104 16,0 0 13-16,0 0-56 0,0 0 9 16,0 0 2-16,82-6-63 0,-52 6-43 15,1 0-53-15,0 0-36 0,1 0-46 0,0-3 0 16,-2 0-33-16,0-1-38 0,-3 3-140 15,-2 0-113-15,0 1-184 0,-8 0-684 16,-2 2-1310-16</inkml:trace>
  <inkml:trace contextRef="#ctx0" brushRef="#br0" timeOffset="14743.994">13138 3943 2653 0,'0'0'492'15,"0"0"-142"-15,0 0-15 0,0 0-1 0,0 0-27 16,0 0-45-16,0 0-38 0,0 0-68 16,95-47-46-16,-64 27-34 0,-1-8-30 15,5-3-45-15,-1-1-1 0,2-1-21 16,-2-1-21-16,-3 2-34 0,-3 5-13 16,-5 4 1-16,-9 6 11 0,-4 8 28 15,-6 6 3-15,-2 3 0 0,-2 3 9 16,0 10 10-16,-6 10 27 0,-5 10 43 15,-1 11-26-15,-1 6-16 0,0 9 26 16,3 2-6-16,-1 3 102 0,3 0-96 16,0 0-5-16,0-3-7 0,-3-4 28 15,2-3-16-15,0-6 25 0,0-2-16 0,1-8-13 16,0-4-23-16,0-4-12 16,0-5-4-16,4-7-14 0,1-5-13 0,1-6-18 15,2-4-18-15,0-3-16 0,2 0-37 16,5-5-16-16,3-2 148 0,-3 3 6 15,2-2 10-15,-3 4-3 0,1 2-13 0,-3 2-6 16,3 8 6-16,1 9 65 0,0 3-16 16,2 8-22-16,0 3-11 0,2 7-1 15,2-3-14-15,-1 1-1 0,3 2 1 16,0-2 0-16,0 6 24 0,-2 1 9 16,-1 4 36-16,-3 3-6 0,-2 2-6 15,-5 2 12-15,-3 0-18 0,0-2-12 16,-2-2-19-16,-4-4-21 0,0-3 3 15,-2-7 9-15,-2-5-9 0,3-7-1 16,-1-7 12-16,2-5-14 0,1-5-1 16,-4-6-18-16,0-3-103 0,-4-1 6 0,-5-7-43 15,-7-3 0-15,-2-4-5 0,-3 0-6 16,-3-2-54-16,-4-1-138 0,12 5-340 16,-20-8-815-16</inkml:trace>
  <inkml:trace contextRef="#ctx0" brushRef="#br0" timeOffset="15393.218">14908 3879 101 0,'0'0'2534'15,"0"0"-2036"-15,0 0-81 0,0 0-35 16,0 0 22-16,0 0-101 0,0 0-88 0,29 88-68 15,-38-54-19-15,-9 3 0 0,-7 7 12 16,-6 4-58-16,-7 6-48 0,-4 4-20 0,-4 0-14 16,1 1 0-16,-3-5 2 0,3 0-2 15,2-2-11-15,4-7 10 16,7-4 1-16,6-6-25 0,9-7 1 0,5-7 12 16,9-4-12-16,3-5-19 0,9 2 4 15,10 3 14-15,5 2 25 0,6 5 14 16,5 4-1-16,1-1-1 0,0 2-9 15,3-1 27-15,-2 2 25 0,-3-4-25 16,0 4-2-16,-4-2-10 0,1-4-8 16,-4 0-10-16,-3-4-1 0,-2-3-17 15,0-4 5-15,-4-1-20 0,-3-5-31 16,-1 0-6-16,-5-4-15 0,-3-2-12 0,-3-1-31 16,-3 0-25-16,0 0-29 0,0-5-43 15,0-4-132-15,0-8-338 0,0 1-603 16,-8-17-754-16</inkml:trace>
  <inkml:trace contextRef="#ctx0" brushRef="#br0" timeOffset="15931.191">14635 4791 772 0,'0'0'2801'0,"0"0"-2400"16,0 0-309-16,0 0-27 0,0 0 48 15,0 0 29-15,0 0 7 0,0 0-32 16,0 0-49-16,0 0-22 0,0 0 52 0,70-11 6 15,-30 6 13-15,2 0-47 0,3 1-22 16,3-2-5-16,3 0-12 0,5 1-19 16,3-2 3-16,3 0-12 0,5 0-3 15,4-4 0-15,4-2-3 0,5-1-21 16,4 0 5-16,3 1-2 0,4-2 21 16,6 2 15-16,2 0-15 0,4 0-17 15,5 2 17-15,4 1 27 0,7 1-5 16,2-1-19-16,3 0-3 0,2-1-15 15,4-1 13-15,-2 2-2 0,0-2-12 0,1 1 16 16,-1-1 12-16,0 1-12 0,-2 1 0 16,-1 0 0-16,-5 3-1 0,-2-4-26 15,-4 3 12-15,-4-1 12 0,-3 0 2 16,-4 3-11-16,-3-2 12 0,-3 1-3 16,-5 2 3-16,-3-1 0 0,-2 0 1 15,-3 1-1-15,-1-2 20 0,-1 0-20 0,-2-1-1 16,0-2 0-16,-5 3 0 0,0-1-2 15,-6-1 3-15,-4 2-1 0,-3 2-1 16,-4 2 2-16,-5-1 2 0,-5 2 1 16,-4-1 8-16,-8 3-11 0,-7 0-2 15,-5 0 2-15,-6-1-2 0,-5 1-13 16,-4-1-4-16,-4 0-23 0,-5 0-47 16,0-2-9-16,0 1 3 0,-5-4-27 15,-4-1-14-15,1 2-18 0,-1-4-54 16,-2 2-84-16,2-1-115 0,-2 1-234 0,1-4-408 15,0 0-440-15</inkml:trace>
  <inkml:trace contextRef="#ctx0" brushRef="#br0" timeOffset="16192.595">19789 4082 209 0,'0'0'2291'0,"0"0"-1942"0,0 0-189 0,0 0 67 15,0 0 47-15,0 0-2 0,0 0-18 16,0 0-53-16,0 0-30 0,81 55 5 15,-61-44-31-15,5 2-7 0,3-1-12 16,0 1-37-16,5 2-16 0,-1-1-28 16,-1 2-17-16,-4-2-16 0,-1 1-10 15,-3 3 0-15,-6 2 13 0,-3-1-15 0,-6 4 22 16,-5 0 5-16,-3 3 0 0,-9 1 55 16,-9 3 19-16,-5-3-44 0,-8 7-27 15,-6-5-19-15,-7 2-11 0,-4-5-31 16,-4-2-75-16,-2-1-58 0,-5-6-58 15,-2-4-29-15,-1-5-116 0,0-2-299 16,2-4-698-16,16-2-1014 0,-21-8 2311 0</inkml:trace>
  <inkml:trace contextRef="#ctx0" brushRef="#br0" timeOffset="18175.744">16142 2648 889 0,'0'0'0'0,"0"0"3"0,0 0 1299 16,0 0-862-16,0 0-61 0,0 0-24 0,0 0-76 15,0 0-96-15,0 0-69 16,0 0-39-16,0 0-5 0,4-10-5 0,-4 10-6 15,0 1 4-15,0 2-1 0,0 0-6 16,0 1 18-16,3 1 13 0,-3-2-4 16,2 4-12-16,-1-2-4 0,-1 0-11 15,3 2-4-15,-3 0-3 0,1 3 9 16,-1 1-15-16,2 3 3 0,-2 3-1 16,0 0-5-16,0 1-25 0,1 1-13 15,-1-3 16-15,0-2-2 0,2-3-15 0,-2 0 11 16,1-1-10-16,-1-1 13 15,1-1 0-15,-1 3-12 0,0 0 28 0,0 1-10 16,3 5-9-16,-3 3 3 0,3 3-12 16,-1 2 27-16,1 4-12 0,-2 2-3 0,1 4 0 15,-1-5 7-15,1 1-11 0,-2-2-11 16,0-3-2-16,0-2 2 0,0-1-1 16,0-3-11-16,0-4 9 0,0-2-13 15,0-5-5-15,0-2 3 0,0-6-12 16,0 1-4-16,0-2 10 0,0 0 9 15,0 0-1-15,0 0-14 0,0-3 3 16,0-4 2-16,0-2-14 0,2-3-4 16,4-7 9-16,0-4-12 0,1 0 10 15,5-4 5-15,0 4 4 0,3 1 17 16,1 3-2-16,0 3-3 0,2 2-10 0,-2 6 25 16,0-1 25-16,1 2 12 0,-1 5-19 15,0 1 3-15,-3 1-20 0,-1 0-1 16,0 2 3-16,-3 3 19 0,-3 3-7 15,2 0 25-15,-5 1-6 0,-1 1 5 0,-2 2-5 16,0 3 21-16,-5 2-1 0,-6 6-5 16,1-4-33-16,-6 4-16 0,0-3 0 15,-2 3 1-15,0-6-1 0,-2-2-1 16,0 0 0-16,2-4-26 0,1-4 3 16,3-1 2-16,1-4 1 0,4-2-16 15,0 0-5-15,1-1-25 0,2-4-22 16,-1-4-58-16,3-1-53 0,1-5-56 15,3 1-144-15,0-4-191 0,0 5-636 16,11-5-592-16</inkml:trace>
  <inkml:trace contextRef="#ctx0" brushRef="#br0" timeOffset="18365.793">16602 3111 779 0,'0'0'105'0,"0"0"1272"16,0 0-999-16,0 0-78 0,0 0 64 15,40 78-5-15,-34-51-19 0,-4 3-21 0,0-2-142 16,-1-4-50-16,-1-1-35 0,0-4-46 16,0-7-46-16,0-1-10 0,0-4 7 15,0-4-31-15,0-1-80 0,0-2-93 16,-3 0-206-16,-2-4-669 0,-4-8-1555 0</inkml:trace>
  <inkml:trace contextRef="#ctx0" brushRef="#br0" timeOffset="18527.17">16606 3058 1201 0,'0'0'1099'15,"0"0"-116"-15,0 0-469 0,0 0-68 16,0 0-59-16,0 0-141 0,0 0-112 16,82-35-94-16,-60 29-40 0,-1 1-52 15,-2 1-73-15,4 3-131 0,-3 1-103 0,-2 0-339 16,7 2-783-16</inkml:trace>
  <inkml:trace contextRef="#ctx0" brushRef="#br0" timeOffset="18850.976">17106 3165 679 0,'0'0'95'0,"0"0"-95"0,0 0 1159 15,0 0-699-15,0 0-96 0,0 0 38 16,69 73-8-16,-57-54-46 0,-1 5-66 15,2 0-39-15,-1 5-49 0,1 0-6 16,-3 3-22-16,-1 3-50 0,-4 2-37 16,-1 5-30-16,-4-1-19 0,-1 4-18 15,-10 1 7-15,-4 2-1 0,-5 1-6 16,1 0 9-16,-2-2-9 0,-1-5 1 0,3-6 5 16,5-8 9-16,2-8 4 0,2-6-1 15,5-4 0-15,2-5 4 0,0-4 8 16,0-1-12-16,-2 0-30 0,-3-2-30 15,-1-7-31-15,-1-3-69 0,-3-2-50 0,2-7-18 16,-3-6 20-16,2-8-83 0,-3-6-227 16,5 8-511-16,-7-31-681 0</inkml:trace>
  <inkml:trace contextRef="#ctx0" brushRef="#br0" timeOffset="18993.585">17131 2873 300 0,'0'0'2268'16,"0"0"-1686"-16,0 0-155 0,0 0-46 16,0 0-67-16,0 0-196 0,0 0-118 15,83-27-10-15,-67 23-49 0,1 3-131 0,3 1-109 16,-2 0-106-16,2 0-212 0,-7 0-482 16,6 3-601-16</inkml:trace>
  <inkml:trace contextRef="#ctx0" brushRef="#br0" timeOffset="20102.661">21298 3370 232 0,'0'0'1898'0,"0"0"-1438"0,3-79-199 16,-3 52 56-16,0 1 163 0,-7 3-108 15,1 4-84-15,-1 7-59 0,-2 3-7 16,3 3-53-16,-2 3-10 0,2 2 36 0,-3 1-37 16,0 6-43-16,-2 8-64 0,-3 11-14 15,-5 10-10-15,-1 9-6 0,-2 7 10 16,-1 3-1-16,-2 1-19 0,-1 2-11 16,-2 1-3-16,-3 2-12 0,-3 5 3 15,-2-2-7-15,2 3-20 0,0-3-15 16,4-8-31-16,4-7-21 0,10-12 14 15,4-11-2-15,7-7-46 0,5-13 33 16,0-3-52-16,6-2-44 0,7-2 61 0,4-3 74 16,2 1 68-16,0 1 9 0,-1 3-8 15,2 7 36-15,-3 10 34 0,1 9 28 16,-3 9 61-16,-1 8-13 0,-4 7-55 16,0 1-52-16,0 3 2 0,-1 1-14 0,-3-1 8 15,-2-1-5-15,-4 0-28 16,0-3 9-16,-1 0 0 0,-7 0-12 0,1-1-2 15,-4-4-19-15,-1 0 19 0,0-4-35 16,0-2-27-16,1-3-31 0,0-4-30 16,0-5-25-16,3-5-17 0,4-8-117 15,2-7-338-15,2-7-694 0,0-5-1044 16</inkml:trace>
  <inkml:trace contextRef="#ctx0" brushRef="#br0" timeOffset="20927.846">21885 3796 466 0,'0'0'620'0,"0"0"786"0,0 0-926 16,0 0-122-16,0 0-18 0,0 0 24 15,0 0-85-15,0 0-102 0,0 0-26 16,0 0 49-16,4 97-17 0,-7-40-18 15,0 7 33-15,-1 6-16 0,1-1-30 16,3-5-38-16,0 0-53 0,0-6-25 0,0-5-21 16,7-9-14-16,1-7-1 15,0-12-12-15,3-7 11 0,1-7-35 0,1-6-19 16,0-3-20-16,-3 0-37 0,1-2-15 16,-2-2-4-16,-3-3 0 0,0-2 4 15,-2-2-14-15,1-1-27 0,-1-1 17 16,-4-1 43-16,0-1 93 0,0 0 15 15,0 1 43-15,0-1 12 0,0 1 32 16,0 2-11-16,0 2 29 0,4 1 2 16,6 1-7-16,7 2 4 0,3 0-1 15,8 4 4-15,6 0-4 0,3 0-12 16,6 4-28-16,3-1 43 0,3-2-36 0,4-1-52 16,-3-2-18-16,3-9-3 0,-1-3-30 15,-5-4-52-15,-1 0-69 0,-5-1-62 16,-7 1-52-16,-8 1-99 0,-7 2-208 15,-5 0-421-15,-6 3-159 0,-5 2-406 0,-3 0 1375 16</inkml:trace>
  <inkml:trace contextRef="#ctx0" brushRef="#br0" timeOffset="21172.042">22592 3998 101 0,'0'0'470'0,"0"0"-343"15,0 0 537-15,0 0 90 0,0 0-249 16,0 0-93-16,0 0-7 0,0 0-6 15,0 0-19-15,0 0-70 0,0 0-18 0,-7 87-74 16,10-56-72-16,4-1-48 0,1 6-34 16,0 1-31-16,0 3-15 0,1 3-16 15,-3 0-2-15,0 4-1 0,0-1-23 16,-2 0-7-16,-4 1-72 0,3-5-46 16,-3 1-29-16,0-5-9 0,-3-2-53 15,0-3-99-15,1-3-190 0,-3-5-461 16,2-7-134-16,-3-1-213 0</inkml:trace>
  <inkml:trace contextRef="#ctx0" brushRef="#br0" timeOffset="22539.488">21905 4014 320 0,'0'0'225'16,"0"0"-170"-16,0 0-35 0,0 0 19 15,0 0 124-15,0 0 329 0,0 0-248 0,0 0-186 16,0 0 82-16,20-66 97 0,-20 60-78 16,2 2 29-16,-2 1 12 0,0 3-22 15,0 0-27-15,0 0 13 0,0-1-11 0,0 1-15 16,0 0-21-16,0 0-31 0,-2 0-19 16,2 0-14-16,0 0-2 0,0 0-10 15,0 0 6-15,0 0-12 0,0 0-10 16,0 0-6-16,0 0-16 0,0 0 10 15,-1 0 6-15,1 2-7 0,0 4 1 16,-2 5 71-16,-1 2 24 0,0 2 16 16,1 2-12-16,-4 3-22 0,2 0-49 15,-1 1 8-15,2 2-21 0,0-1-13 16,2 4 7-16,0 1-7 0,-1 4 1 16,2 1-16-16,-1 3 2 0,-1 0-1 15,1 1 9-15,-1-3-9 0,-2-2 13 16,3-3-12-16,-1 0 17 0,2-4-18 0,-1-2 17 15,-1 0 4-15,2 0 3 0,0-1-13 16,0 1-12-16,0 2 1 0,0-5 0 16,0 1 0-16,0 1 1 0,0-2-2 15,0-2-1-15,0 2 1 0,0-2 0 0,0 1-1 16,0 1 0-16,0-5-2 0,2 3 3 16,-1-4 0-16,-1-2 0 0,0-2 0 15,2-2-1-15,-1 0 0 0,-1-2-1 16,0-3 0-16,0 2 0 0,0-2 1 15,0-1-1-15,0 0-2 0,0-1 2 16,0 0-1-16,0 0 1 0,0 0 1 16,0 2-1-16,0-2-1 0,0 0 1 15,0 0 1-15,0 2 0 0,0-1-1 16,-1 1 2-16,1-1 0 0,0-1 1 0,0 0-2 16,0 0-1-16,0 0-23 0,0 0-39 15,0 0-51-15,1-3-74 0,5 0-57 16,0-4-59-16,2-2-164 0,0 1-632 15,4-12-741-15,-53 69 1479 0</inkml:trace>
  <inkml:trace contextRef="#ctx0" brushRef="#br0" timeOffset="24195.647">23740 3473 209 0,'0'0'981'0,"0"0"168"16,0 0-794-16,0 0-101 0,0 0 53 0,0 0 21 16,0 0-25-16,0 0-64 0,0 0-27 15,0 0-39-15,70 90-15 0,-53-57-38 16,2 9 15-16,0 6-44 0,1 8-17 15,0 9 5-15,-1 6 58 0,-1 5 6 16,-1 2-86-16,-3-4-32 0,0 2-22 16,-2-3-3-16,-1 0-31 0,-3 1 10 15,-4-3-9-15,1 2-43 0,-5-2-52 0,0-4-15 16,0-4 27-16,-2-4 6 0,1-6 9 16,-1-6 12-16,2-6 24 0,0-10-6 15,0-7-9-15,5-6-25 0,-1-7-63 16,0-3-73-16,2-5-42 0,1-3-78 15,3 0-119-15,1-11-188 0,0 0-481 16,2-20 324-16</inkml:trace>
  <inkml:trace contextRef="#ctx0" brushRef="#br0" timeOffset="24688.95">24884 3884 176 0,'0'0'2345'16,"0"0"-1821"-16,0 0-96 0,0 0-77 0,0 0 17 15,0 0 16-15,0 0-82 0,0 0-79 16,0 0 36-16,36 73-104 0,-29-28-55 16,0 5-22-16,-5 5-23 0,-2 2-10 15,0-4-14-15,0-1-31 0,-5-1-2 0,0-7-16 16,-2-1 3-16,1-3-15 0,1-8-34 15,2-8-57-15,0-8-58 0,3-8-37 16,0-4-77-16,0-4-185 0,3-4-561 16,2-3-454-16</inkml:trace>
  <inkml:trace contextRef="#ctx0" brushRef="#br0" timeOffset="24877.801">24936 4271 170 0,'0'0'2417'0,"0"0"-1826"0,0 0-57 15,0 0 21-15,0 0-63 0,90 5-116 16,-65-3-111-16,6 1-46 0,0-3-65 16,5 0-57-16,1-7-52 0,3-1-21 15,1-4-21-15,2-4-3 0,-2-1-36 16,-1-1-91-16,0 0-70 0,-5 0-30 16,-5 4-127-16,-4-2-376 0,-10 4-792 0,-3 0-848 0</inkml:trace>
  <inkml:trace contextRef="#ctx0" brushRef="#br0" timeOffset="25097.748">25429 3900 323 0,'0'0'368'16,"0"0"1434"-16,0 0-1248 0,0 0-190 16,0 0-73-16,0 0-52 0,0 0 0 15,0 0-21-15,0 0-8 0,16 89 24 16,-8-53-69-16,1 5-9 0,0 3-10 15,-1 3-40-15,1 3-33 0,-1 0-49 16,-2 2-24-16,2 0-2 0,-2 3-20 16,0-1 4-16,2-2-94 0,0-4-74 15,1-1-34-15,-1-5-35 0,-2-7-128 16,-3-11-302-16,0-4-624 0</inkml:trace>
  <inkml:trace contextRef="#ctx0" brushRef="#br0" timeOffset="25745.224">26684 3742 1558 0,'0'0'474'16,"0"0"625"-16,0 0-691 0,0 0-156 16,0 0 13-16,0 0 47 0,0 0-65 15,0 0-56-15,0 0-59 0,0 0-10 16,17-17 37-16,-26 22-59 0,-2 4-33 0,-6 6 42 15,-9 7-54-15,-7 8-34 0,-6 6-7 16,-4 6-14-16,-1 3-1 0,-2 2-2 16,1-2-27-16,0 4 9 0,0-1-4 15,3-1-8-15,3-2 3 0,7-4-13 16,7-6 19-16,6-4 23 0,7-8 0 16,8-6-1-16,4-6 2 0,0-3 1 0,8-2 29 15,7 4-18-15,3-4 19 0,7 2 5 16,4 0-2-16,3 1-13 0,3 0-18 15,-1 1 21-15,2 2-12 0,-2 1-10 16,0 4 10-16,-3-4-10 0,0 4 8 16,-3-2-10-16,3-1-18 0,-6-2-6 15,3-3-9-15,-2-1-116 0,-2-2-82 16,2-3-81-16,-3 1-247 0,-5-4-614 0,2 0-834 0</inkml:trace>
  <inkml:trace contextRef="#ctx0" brushRef="#br0" timeOffset="26354.279">27818 3619 388 0,'0'0'1201'0,"0"0"35"0,0 0-826 16,16-80-114-16,-16 60-5 0,0 0 27 15,-2 5-4-15,-3 2-49 0,-2 5-56 16,1-1-17-16,-1 4 0 0,1 0-64 0,-3 3-37 15,4-1-25-15,-4 2-17 0,0 1-25 16,-4 0-24-16,-3 5-14 0,-4 9-28 16,-1 8-4-16,-4 12 1 0,-3 8 23 15,3 10 6-15,-3 12 16 0,1 7 43 16,0 8-1-16,1 5-6 0,4 2 4 16,0-2 5-16,5-6 1 0,6-10 11 15,5-8-15-15,6-9 19 0,0-13-10 16,8-7-12-16,7-9-11 0,4-3-25 15,7-7 9-15,2-5-11 0,5-3-1 16,4-4-14-16,0-5-20 0,0-8 4 16,-1-4-24-16,-5-3-46 0,-3-2-36 0,-6-2-52 15,-5 0-76-15,-6 1-183 0,-3-1-326 16,-7 7-708-16,-1-11-853 0</inkml:trace>
  <inkml:trace contextRef="#ctx0" brushRef="#br0" timeOffset="26528.715">27683 4038 140 0,'0'0'2312'0,"0"0"-1509"16,0 0-257-16,0 0-69 0,0 0-14 16,0 0-61-16,0 0-110 0,0 0-95 15,99 6-52-15,-72-8-60 0,2-6-55 16,2-1-28-16,-3-4-2 0,1-1-27 16,-4 0-73-16,-4 1-91 0,-3 1-85 15,-7 3-78-15,-3 2-163 0,-6 5-443 0,-2 2-179 16,-2 0-177-16</inkml:trace>
  <inkml:trace contextRef="#ctx0" brushRef="#br0" timeOffset="26676.983">27941 3978 48 0,'0'0'528'0,"0"0"-459"16,0 0 224-16,0 0 1175 0,-33 66-943 0,31-47-106 15,2 3 31-15,0 3-70 0,0 0-78 0,4 4-74 16,2 0-38-16,0 1 24 16,0-2-40-16,-1-1-31 0,1-2-49 0,0-7-79 15,2 0-15-15,3-5-34 0,0-4-96 16,4-3-62-16,1-5-18 0,2-1-24 15,4-5-142-15,-6-1-355 0,10-13-888 0</inkml:trace>
  <inkml:trace contextRef="#ctx0" brushRef="#br0" timeOffset="27016.097">28625 3459 362 0,'0'0'2755'0,"0"0"-1765"0,0 0-644 16,0 0-44-16,0 0-11 0,0 0-56 0,0 0-56 16,0 0-61-16,0 0-57 0,-82 25-28 15,58 8 19-15,-1 14 5 0,-1 10 31 16,1 11 96-16,1 6-55 0,3 1-41 15,-1 0-16-15,4-2-15 0,3-3-12 16,5-6-20-16,4-8-16 0,6-11-9 16,1-6-34-16,14-7 1 0,6-4-9 0,10-7-3 15,3-3 21-15,5-7-6 0,6-6-27 16,0-5-31-16,0-4-48 0,0-8-39 16,-2-3-112-16,-2-1-304 0,-12 2-662 15,5-7-869-15</inkml:trace>
  <inkml:trace contextRef="#ctx0" brushRef="#br0" timeOffset="27480.746">28865 3357 264 0,'0'0'2367'0,"0"0"-1773"16,0 0-244-16,0 0-114 0,0 0 48 0,0 0 52 0,40 91-52 16,-29-38-48-16,-1 11-62 0,0 9-6 15,-2 7-1-15,-5 3-25 0,-1 0-14 16,-2-1 23-16,0-6-15 15,0-7-94-15,0-13-42 0,2-8 0 0,1-12-30 16,1-9-7-16,5-7-50 0,-2-9-31 16,2-6-39-16,2-3-40 0,2-2-99 15,-1-7-148-15,3-11-163 0,-1-2-354 16,-2 3-355-16</inkml:trace>
  <inkml:trace contextRef="#ctx0" brushRef="#br0" timeOffset="27803.026">29391 3567 215 0,'0'0'183'0,"0"0"1053"16,0 0-156-16,0 0-589 0,0 0-87 0,0 0 15 15,0 0-103-15,-65 68-96 16,44-44-75-16,-2-1-53 0,2-1-37 0,-1 0-18 16,0 0-10-16,2-2-5 0,-3 1-4 15,4-1-15-15,-2-1-3 0,1-1-11 16,2 1 9-16,0-2 0 0,2-1 1 15,2 0-2-15,3-3 3 0,3 0 2 16,1-2 19-16,2 1 13 0,2 3-34 16,3-3 0-16,0 2-3 0,6 2 3 15,7-1 0-15,3 1 27 0,5-3 4 0,2 3-30 16,2-4 1-16,3-1 26 0,0-1 17 16,3-2-14-16,-1 0-10 0,2-2-18 15,-1 1-1-15,1-1-2 0,1-1-30 16,1-2-74-16,1-3-132 0,1 0-47 15,2-3-130-15,-1-8-301 0,-8 3-872 16,13-16-45-16</inkml:trace>
  <inkml:trace contextRef="#ctx0" brushRef="#br0" timeOffset="28181.065">30330 3089 127 0,'0'0'2980'0,"0"0"-2230"15,0 0-424-15,0 0-80 0,0 0 41 16,-61 98-48-16,33-56-59 0,-1 8-52 0,-3 6-24 15,-1 3 17-15,-2 0 40 0,1 3-52 16,-3 4-37-16,-2 3-11 0,-3 4-28 16,-6 7 3-16,0 1-18 0,-5 2 2 15,2 3-20-15,-2-2-37 0,2-4 10 16,0-1-61-16,6-7 1 0,6-8 51 16,5-10-22-16,12-9 16 0,7-12-28 15,7-9-21-15,5-7-9 0,3-6-16 16,0-5-15-16,0-6-16 0,6 0-46 15,4-8-41-15,5-8-54 0,2-9-214 16,6-7-253-16,-4 4-683 0,9-26-48 0</inkml:trace>
  <inkml:trace contextRef="#ctx0" brushRef="#br0" timeOffset="28427.381">30232 3702 893 0,'0'0'1502'0,"0"0"-331"0,0 0-692 16,0 0-136-16,0 0 65 0,0 0-62 16,0 0-97-16,0 0-88 0,77-4-43 0,-49 4-42 15,8 0-40-15,4-6-36 0,-1-2-2 16,-1-3-37-16,-2 0-88 0,-3-1-92 15,-1 0-82-15,-6 2-116 0,-5-1-324 16,-7 4-598-16,-6 1-834 0</inkml:trace>
  <inkml:trace contextRef="#ctx0" brushRef="#br0" timeOffset="28648.411">30402 3709 124 0,'0'0'169'0,"0"0"1507"0,0 0-1128 16,-40 97-123-16,32-53 38 0,2 6 31 15,0 9-56-15,1 2-83 0,-1 1-91 16,2-2-53-16,-2 1-65 0,-1-4-67 16,-1-3-36-16,0-5-41 0,2-6-2 0,2-8-19 15,4-10-5-15,0-7-21 0,0-7-117 16,4-8-73-16,2-3-20 0,2 0-72 16,-1-7-174-16,3-7-257 0,-3 2-626 15,2-17-203-15</inkml:trace>
  <inkml:trace contextRef="#ctx0" brushRef="#br0" timeOffset="28775.695">30370 4166 82 0,'0'0'394'0,"0"0"2274"16,0 0-2131-16,0 0-269 0,0 0 2 15,0 0 46-15,0 0-51 0,0 0-81 0,0 0-47 16,0 0 0-16,94-24-15 16,-55 23-43-16,6-6-46 0,0-6-33 0,0-4-9 15,0-2-49-15,-2-3-121 0,-4-1-129 0,-1-3-101 16,-11 7-538-16,9-10-817 0</inkml:trace>
  <inkml:trace contextRef="#ctx0" brushRef="#br0" timeOffset="29051.841">31102 3503 1580 0,'0'0'1112'0,"0"0"-880"16,0 0 81-16,79 32 296 0,-51-16 10 0,0 3-182 16,0 4-150-16,3 5-80 15,-2 5-16-15,-4 3-3 0,1 2-58 0,-7 2-24 16,-2 1-31-16,-5-4-33 0,-4 5-40 16,-3-3 13-16,-5 0-12 0,-2-1-3 0,-13-2-1 15,-1-3 0-15,-4-4-38 0,-2-4-42 16,2-6-49-16,0-6-21 0,2-3-52 15,5-8-77-15,5-2-144 0,3-4-364 16,5-21-1310-16</inkml:trace>
  <inkml:trace contextRef="#ctx0" brushRef="#br0" timeOffset="29846.533">31910 2994 667 0,'0'0'450'16,"0"0"1181"-16,0 0-1035 0,0 0-257 15,0 0-37-15,0 0 33 0,0 0-25 16,0 0-67-16,0 0 16 0,0 0-67 0,1-8-37 16,1 8-3-16,-2 0-10 0,2 0-33 15,0 0-25-15,-1-1-38 16,6-1-46-16,1-2-27 0,2 1-3 0,5-4-3 15,3 1 0-15,2 0-19 0,-1 0-11 16,0 1 2-16,-5 3 13 0,-3 0 6 16,-2 2 14-16,0-1 13 0,-4 1 4 15,1 0 11-15,-1 0 12 0,-2 0-12 0,-1 0-20 16,1 1 2-16,0 5 3 16,0 3-13-16,-2 4 4 0,2 13 24 0,-3 6 15 15,0 11 31-15,-3 6-13 0,-5 6 19 16,-2 4 23-16,-3-1-26 0,-2 2 11 15,-1-1 1-15,-1-3 2 0,-1-2-15 16,3-5-11-16,1-5-28 0,4-6-9 16,1-2-18-16,3-8-7 0,5-5 1 15,1-3-48-15,0-6-37 0,1-5-27 16,6-2 12-16,4-4 26 0,-2 1 53 16,3-2-7-16,-2-1 7 0,1 3 45 0,-2-3 0 15,0 4 21-15,-2 1 46 0,0 2 3 16,-1 4-7-16,1 4-14 0,-1 2-10 15,3 4-18-15,-4 2 4 0,3 2-13 16,-1 0 0-16,3 2 6 0,1 0 21 16,3 2 13-16,1 1 5 0,4 0 64 0,4 0-48 15,-1 0-16-15,1 1-6 0,-1 1 55 16,1 3-7-16,-1 2-51 0,1 2-36 16,-1-2-10-16,1 2-2 0,-1-1-1 15,-2-1-17-15,-3-1-36 0,-1-6-27 16,-1-1-49-16,-7-5-27 0,-2-5-27 15,-4-3-13-15,-2-2-49 0,0-4-53 16,-11 1-35-16,-5-4-31 0,-7 1-20 0,-7 0 92 16,-7-2 113-16,-9-2-21 0,10-1-454 15,-34-2-958-15</inkml:trace>
  <inkml:trace contextRef="#ctx0" brushRef="#br0" timeOffset="31311.047">10177 6661 2996 0,'0'0'479'0,"0"0"-229"0,0 0-51 0,0 0 177 16,0 0-51-16,0 0-80 0,0 0-76 15,0 0-38-15,0 0 52 0,105 19 5 16,-52-7-82-16,5 5-49 0,4-4 28 0,3-6 18 16,-3-2-25-16,0-5-41 0,-2 0-25 15,-2-6 3-15,-3-7-15 0,-6 1-10 16,-7-2-21-16,-8 3-77 0,-8 1-77 15,-7 5-84-15,-9 3-143 0,-7 2-277 16,-3 0-565-16,-3 4-396 0</inkml:trace>
  <inkml:trace contextRef="#ctx0" brushRef="#br0" timeOffset="31525.904">10509 6834 753 0,'0'0'186'0,"0"0"1485"15,0 0-1188-15,-45 75-72 0,32-40 9 0,6 5-79 16,1 5-25-16,4 7-48 0,2 3-11 16,0 1-68-16,0 6-62 0,5 0-48 15,1 0-12-15,-2-4-31 0,4-3-36 16,-3-5-1-16,-1-6-20 0,3-7-15 16,-2-10 15-16,-1-4-64 0,0-9-46 15,-1-3-43-15,-3-5-33 0,0-3-48 16,0-3-169-16,0 0-556 0,0-5-552 0</inkml:trace>
  <inkml:trace contextRef="#ctx0" brushRef="#br0" timeOffset="31708.537">10465 7457 1922 0,'0'0'1447'16,"0"0"-1237"-16,0 0-156 0,0 0 170 15,78-28 143-15,-45 23-131 0,7 0-73 0,1 1 1 16,2 0 10-16,5 0-76 0,-1-2-89 15,-4 1-9-15,-1 2-43 0,-8-1-94 16,-4 4-94-16,-7 0-127 0,-8 2-321 16,-6 12-766-16</inkml:trace>
  <inkml:trace contextRef="#ctx0" brushRef="#br0" timeOffset="31877.288">10697 7729 615 0,'0'0'2586'0,"0"0"-2214"0,0 0-179 0,0 0 49 15,0 0 34-15,0 0-37 0,0 0 1 16,0 0-38-16,0 0 55 0,0 0-90 16,0 0-45-16,65 56-26 0,-25-56-20 0,4 0-18 15,2-4-25-15,0-8-33 0,3 0-11 16,-3-2-147-16,1 0-69 16,0 0-108-16,0 2-218 0,-12 3-849 0,10-1-1609 0</inkml:trace>
  <inkml:trace contextRef="#ctx0" brushRef="#br0" timeOffset="32463.114">14323 6368 1456 0,'0'0'984'0,"0"0"-549"0,0 0-98 16,0 0-3-16,0 0 98 0,0 0-85 15,0 0-62-15,0 0-76 0,65 91-46 16,-48-52-56-16,-1 5-25 0,3 8 9 16,-5-1 49-16,2 3-52 0,-3 0-51 15,-3-3-25-15,-1-1-12 0,-5-4-3 16,1-1-15-16,-4-4 2 0,1-3-11 15,-1-8-49-15,0-2-55 0,1-10-48 16,-1-5-11-16,3-2-25 0,-4-8-153 16,2-1-614-16,-2-2-780 0</inkml:trace>
  <inkml:trace contextRef="#ctx0" brushRef="#br0" timeOffset="32811.244">14660 6829 3238 0,'0'0'552'0,"0"0"-441"16,0 0-55-16,0 0 114 0,0 0-23 16,0 0-5-16,82 5 72 0,-50-5 7 15,9-3-68-15,7-6-12 0,6-4 23 16,8-3-27-16,5-3-37 0,6 0-40 16,2-2-17-16,2 2-42 0,5 2 1 15,-1 0-2-15,4 3 1 0,5 3 19 16,3-3-20-16,2 3-2 0,2 1 0 0,6-2 0 15,1 3 2-15,5-2 15 0,3 0 12 16,3-3-27-16,-1-2 0 0,2-1-24 16,-4-3 21-16,-5 0-15 0,-5-2 6 15,-9-1-18-15,-9 2-22 0,-8-1-15 16,-9 4-18-16,-11 1 9 0,-11 3 7 16,-9 4 20-16,-9 1 0 0,-5 4-12 15,-7 0-21-15,-7 2-25 0,-4 2-10 0,-4-1-37 16,0 1-37-16,0 1-26 0,-1-4-41 15,-5 1-161-15,-3-6-251 0,-4-2-591 16,4 2-45-16,-11-7 974 0</inkml:trace>
  <inkml:trace contextRef="#ctx0" brushRef="#br0" timeOffset="33089.951">17208 6109 1971 0,'0'0'1672'0,"0"0"-1426"0,0 0-221 15,0 0-6-15,0 0 111 0,0 0-52 16,0 0 49-16,0 0 97 0,0 0-30 16,94 33-53-16,-61-22-27 0,3 0-16 0,0 2-19 15,-2 0-12-15,-4 0-6 16,-1 1-15-16,-4 3-10 0,-5-1-17 0,-3 2-7 16,-5 2-10-16,-3 1 16 15,-5 2-15-15,-4 5-1 0,0 0 1 0,-11 3 9 16,-8 1 0-16,-4 3 4 0,-2 0-16 0,-6-1-3 15,-4 1-21-15,2-2-18 16,-1-3-74-16,0-3-24 0,0-1-34 0,1-4-38 16,5-4-4-16,4-4-101 0,9-5-281 15,1-4-787-15</inkml:trace>
  <inkml:trace contextRef="#ctx0" brushRef="#br0" timeOffset="36442.044">20102 5777 910 0,'0'0'32'0,"0"0"174"0,0 0 769 16,10-66-664-16,-10 44-50 0,0 1 6 15,0 2 44-15,0 2-73 0,0 1-102 0,0 3-19 16,-1 2 19-16,-4 4 11 0,3 0-27 16,-3 3-36-16,0 3-3 0,0 1-16 15,0 0 0-15,-4 1-16 0,-3 9-27 16,-4 3-21-16,-1 4 0 0,-3 5 14 16,-2 6-2-16,-2 6 2 0,-2 6 19 15,1 6 6-15,-2 8 10 0,0 11 17 0,-2 3 62 16,0 8-28-16,0 2-83 0,0 0-15 15,5-3 22-15,3-9-8 0,3-7-17 16,5-12-12-16,4-11 9 0,5-8-25 16,4-8 10-16,0-7 0 0,0-3-13 15,3-4-15-15,3-5-18 0,2-1-38 16,2 0 13-16,5-5-3 0,-1-7-16 16,3-4 8-16,-1-2 26 0,1-2 18 15,-5 1 25-15,-2 2-10 0,-1 4 27 16,-3 5 14-16,-4 4 0 0,1 0-1 15,-3 3-11-15,0 1-7 0,3 0-15 0,0 0-27 16,3 4 58-16,4 3 3 0,-1 2 61 16,1 5-8-16,1 4 12 0,-1 4-18 15,-1 6 28-15,1 10-10 0,-3 4 99 16,-1 6-102-16,-1 5-22 0,-5 0-6 0,0 1-3 16,0 0-29-16,-6-3-2 15,0 2-1-15,1-3-3 0,-1-3-11 0,3-6-25 16,3-4-19-16,0-9-120 0,0-6-14 15,1-8-70-15,7-7-128 0,1-7-187 16,-1-2-413-16,6-17-353 0</inkml:trace>
  <inkml:trace contextRef="#ctx0" brushRef="#br0" timeOffset="44540.006">20855 6113 1527 0,'0'0'1525'16,"0"0"-993"-16,0 0-298 0,0 0-61 16,0 0 53-16,0 0-9 0,0 0 18 15,0 0-45-15,0 0-80 0,0 0-45 16,0 0-4-16,0 0 0 0,0 0 12 16,0 0-15-16,0 0-25 0,-88-7-30 15,64 25-2-15,-5 4-1 0,-1 6-12 16,-5 4 12-16,1 3 3 0,0 2-1 15,1 2 10-15,-1 1-10 0,6 0-2 16,2-1 0-16,5-1-29 0,3-3 27 0,7-3-22 16,3-4-7-16,5-2 1 0,3-4-25 15,6-4 24-15,5-4-2 0,2-4-19 16,6-6 23-16,1-2 29 0,2-2 2 16,2-5 35-16,-1-6-34 0,0-3 0 0,-1-3 16 15,-2-1-19-15,0-3-25 0,-1 1 25 16,-5-3 0-16,-2 4 1 0,-3 5 1 15,-4 2 13-15,-5 2 25 0,0 3 6 16,0 2-28-16,-5 0-6 0,-4 0-9 16,0 2-3-16,-3-2-18 0,0 1 6 15,0 1-31-15,-3 2 16 0,3 1-28 16,-1 0 12-16,3 0-21 0,0 1-13 16,1 5-30-16,2-1-41 0,3 0-78 15,2 0-64-15,2 3-100 0,0-2-135 0,0 0-247 16,3 0-608-16</inkml:trace>
  <inkml:trace contextRef="#ctx0" brushRef="#br0" timeOffset="44852.515">21352 6143 2478 0,'0'0'608'0,"0"0"-317"16,0 0-120-16,0 0 69 0,0 0-1 16,0 0-32-16,0 0-55 0,0 0-77 15,0 0-41-15,-84 63-6 0,65-30 27 0,4-1-8 16,2 3-10-16,2 1-7 16,0 0 19-16,2-3-6 0,3-1-28 15,4-5-14-15,0-4 0 0,2-5-1 0,2-1-51 16,6-6 8-16,3-2 40 0,3 0-37 15,0-5 6-15,0 1 32 0,0-5 1 16,1 0-69-16,-4 0-39 0,0-5 26 16,0-2-1-16,-2 0-22 0,-1 0-51 15,-2-4-85-15,-3 4-208 0,-1-2-95 16,-2 2-429-16,-2-2-170 0</inkml:trace>
  <inkml:trace contextRef="#ctx0" brushRef="#br0" timeOffset="45005.387">21221 6403 1858 0,'0'0'480'0,"0"0"-196"0,0 0-7 16,0 0 75-16,0 0-110 0,0 0-11 15,0 0-20-15,82-24-47 0,-63 23-73 16,2 1-88-16,-2 0-3 0,-3 0-47 0,1 0-76 16,-3 0-78-16,3 0-83 0,-2 0-67 15,-1 0-706-15,-3-1-1039 0</inkml:trace>
  <inkml:trace contextRef="#ctx0" brushRef="#br0" timeOffset="45905.734">22028 5851 1061 0,'0'0'751'0,"0"0"-148"16,0 0-283-16,0 0-41 0,9-82 70 16,-9 62-60-16,-3 2 7 0,-5 2-89 15,1 1-23-15,-3 4-48 0,-2 4 56 0,1 5-69 16,-3 2-22-16,-3 6-9 0,-1 11-56 16,-3 8-8-16,1 7 6 0,3 11-31 15,3 5 39-15,5 10 13 0,5 1 9 16,-2 7-12-16,5 1-7 15,-1-1 4-15,2 1-37 0,0-6 0 0,0-3-11 0,2-8-1 16,5-3-19-16,1-11 4 16,4-5-6-16,2-7 2 0,2-6-2 0,1-6-18 15,-1-5 8-15,2-6 10 0,-4-1-13 16,2 0-39-16,-5-7 3 0,2-4-9 16,-3-2-4-16,-2 0 15 0,-4-3-42 15,-2 1-75-15,-2-3-100 0,0-1-221 16,-2 5-297-16,-7-12-822 0</inkml:trace>
  <inkml:trace contextRef="#ctx0" brushRef="#br0" timeOffset="46049.886">21922 6241 3089 0,'0'0'573'0,"0"0"-321"0,0 0-78 16,0 0 75-16,0 0 60 16,0 0-2-16,0 0-66 0,0 0-101 0,93 1-94 15,-68-7-34-15,0-2-12 0,1-4-55 16,0-1-66-16,-2 1-44 0,-1-1-55 15,-2 2-57-15,-6 4-186 0,-3 2-201 0,-6 3-316 16,-6 2-248-16</inkml:trace>
  <inkml:trace contextRef="#ctx0" brushRef="#br0" timeOffset="46203.81">22134 6222 2040 0,'0'0'569'0,"0"0"-199"0,0 0-24 16,0 0-26-16,-14 82-39 0,14-57-55 15,0 0-27-15,1 1-41 0,2 3-62 16,3-4-25-16,0-3-22 0,-1-1-37 15,3-4-12-15,0-1-61 0,2-3 15 16,0-1-47-16,3-4-65 0,0-3-41 16,3-1-49-16,2-4-83 0,2-5-153 0,-6-1-286 15,15-16-420-15</inkml:trace>
  <inkml:trace contextRef="#ctx0" brushRef="#br0" timeOffset="46454.492">22859 5682 2270 0,'0'0'767'0,"0"0"-384"0,0 0-132 16,0 0 19-16,0 0-25 0,-85 9-55 15,68 9-29-15,-3 4-22 0,4 10-7 16,0 5-46-16,4 4-6 0,0 6-47 16,3 5 4-16,2 3 18 0,1 3-6 15,1 3 39-15,4-5-9 0,-2-2-55 16,3-3-24-16,4-9-16 0,2-6-14 0,4-9-19 15,5-4-15-15,-1-7-64 0,5-7 6 16,0-3-10-16,2-6-37 0,2-5-57 16,-2-8-123-16,2-2-70 0,-3-7-190 15,-6 4-544-15,2-11-321 0</inkml:trace>
  <inkml:trace contextRef="#ctx0" brushRef="#br0" timeOffset="46676.123">23047 5640 2669 0,'0'0'428'0,"0"0"-272"15,0 0 86-15,0 0 166 0,12 82-26 0,-12-45-137 16,0 7-60-16,0 6-68 0,0 3-38 16,0 5 19-16,-3 1-21 0,-5 2-26 15,1-4-35-15,2-6-16 0,1-7-64 16,3-5-53-16,1-11-48 0,0-6-44 15,8-8-107-15,3-6-129 0,3-8-257 16,-1-2-310-16,13-26-149 0</inkml:trace>
  <inkml:trace contextRef="#ctx0" brushRef="#br0" timeOffset="46938.253">23475 5817 1357 0,'0'0'1369'0,"0"0"-804"0,0 0-292 0,0 0-64 16,0 0-27-16,0 0 19 0,0 0 33 0,-93 39-83 15,65-17-89-15,-1-2-34 0,0 4 15 16,1-1-43-16,4 2 0 0,2-3 3 16,2 0-3-16,6 0-20 0,3 2-4 15,0 0 24-15,5-2 1 0,3 0 27 16,3-2-25-16,3-1 21 0,6-1 4 16,7-5 6-16,3 2 15 0,5-2-9 15,6-3 30-15,2-1 22 0,3-4-34 16,2-2-52-16,0-3-6 0,-2 0-61 15,3 0-74-15,-4-6-3 0,-1 0-53 16,-2-1-106-16,-4-4-203 0,-8 4-569 0,0-6-803 16</inkml:trace>
  <inkml:trace contextRef="#ctx0" brushRef="#br0" timeOffset="47225.587">23979 5534 3116 0,'0'0'528'16,"0"0"-528"-16,0 0 10 0,0 0-10 16,0 0 255-16,0 0 43 0,-55 89-90 15,28-39-81-15,-4 11-31 0,-5 6 39 16,-4 11 58-16,0 6-43 0,-4 6-49 16,1 3-40-16,1 5-28 0,1 2 4 15,-2-3-34-15,4-7-3 0,4-12-22 16,5-15-2-16,8-15-13 0,8-15-42 15,4-8-18-15,4-10-13 0,2-7-7 16,2-4 1-16,2-4-17 0,0-1-86 16,0-10-67-16,4-7-155 0,5-4 44 0,5-9-110 15,-3 6-298-15,9-22-798 0</inkml:trace>
  <inkml:trace contextRef="#ctx0" brushRef="#br0" timeOffset="47364.007">23697 6322 218 0,'0'0'2788'0,"0"0"-2277"0,0 0-221 15,0 0 87-15,97-18 54 0,-65 8-90 16,6-2-20-16,2-4-109 0,4-3-130 16,4-4-58-16,0-1-24 0,-2-2-45 15,0 0-80-15,-6 0-54 0,-1 1-31 16,-7 5-78-16,-6 2-173 0,-9 5-287 0,-8 5-658 16,-9 5-493-16</inkml:trace>
  <inkml:trace contextRef="#ctx0" brushRef="#br0" timeOffset="47553.818">23933 6295 1421 0,'0'0'1358'0,"-16"65"-1098"0,9-33 31 0,-2 10 131 0,0 3-20 16,1-1-79-16,-4-1-85 0,5-3-94 16,0-7-79-16,2 0-47 0,-2-2-15 15,5 0-3-15,0 0-28 0,-1-2 7 16,-1-1-59-16,2-9-46 0,-2-6-74 15,2-6-73-15,-1-2-158 0,3-5-268 16,-1 0-571-16,-1 0-265 0</inkml:trace>
  <inkml:trace contextRef="#ctx0" brushRef="#br0" timeOffset="47709.009">23892 6571 2413 0,'0'0'413'0,"0"0"-134"0,0 0 152 16,0 0-15-16,0 0-137 0,90-29-58 0,-70 28-39 15,2-4-47-15,1 1-89 0,-1-3-37 16,0-1-9-16,0-3-61 0,1-1-84 16,0-1-65-16,-1-4-42 0,-1 0-169 15,-5 4-607-15,-2-6-1296 0</inkml:trace>
  <inkml:trace contextRef="#ctx0" brushRef="#br0" timeOffset="47987.126">24406 5718 2689 0,'0'0'469'0,"0"0"-119"16,0 0 104-16,0 0-78 0,66 71-70 15,-49-47-54-15,3 1-62 0,-1 4-78 0,3 1-26 16,-2 1-19-16,-3 0-19 0,2 2-20 15,-5 4-17-15,-1-1-10 0,-4 2 1 16,-5 1-2-16,-1 1-16 0,-3 0-14 16,-6 1-70-16,-10-1-19 0,-7-1 0 15,-7-2-15-15,-3-1-66 0,-3-5-53 16,0-3-168-16,-1-9-283 0,8-6-611 16,-15-9-715-16</inkml:trace>
  <inkml:trace contextRef="#ctx0" brushRef="#br0" timeOffset="48659.189">25174 5498 1752 0,'0'0'483'0,"0"0"-114"16,0 0 33-16,0 0 16 0,0 0-47 15,0 76-81-15,0-52-88 0,0 6-59 16,0 3-13-16,0 9 8 0,1 4-48 16,5 8 8-16,1 6 9 0,-1 6 33 0,0 7-24 15,0 4-49-15,-1 0-36 16,-1 1-21-16,1-3-10 0,-2-5-25 0,2-3 1 16,-2-4-83-16,2-6-66 0,0-4-39 15,-2-4-53-15,-1-6-69 0,-1-7-172 16,0-6-134-16,-1-11-358 0,0-2-118 0</inkml:trace>
  <inkml:trace contextRef="#ctx0" brushRef="#br0" timeOffset="50045.47">26166 5825 718 0,'0'0'1041'0,"0"0"-908"16,0 0 412-16,0 0-23 0,0 0-65 16,0 0-99-16,0 0-46 0,0 0-20 15,0 0-81-15,-14-53-73 0,8 53-64 0,-5 0-22 16,-3 5-9-16,-4 4-6 15,-4 5-7-15,0 3 1 0,-4 5 9 16,0 6-4-16,1 2 19 0,-1 1 61 0,2 7-37 16,1 2-9-16,2 3-40 0,-2 5-11 15,5 1-16-15,2-2-3 16,4-1 0-16,4-10 0 0,5-9-2 0,3-7-17 16,0-6 7-16,8-8-3 0,4-1 12 15,1-5 2-15,3 0 1 0,0-5 13 0,4-7-4 16,-3-2-9-16,3-4-3 0,0-2-21 15,-4 1-37-15,0 0 10 0,-4 3 2 16,-4 3 24-16,-1 6 4 0,-5 0 11 16,-2 3 10-16,0 3 30 0,-4-3 13 15,-4 2-43-15,-2-2-15 0,-1 1-10 16,-5 3-2-16,0 0-13 0,0 0-5 16,1 0 11-16,1 0-18 0,1 5-31 15,1-3-39-15,1 3-38 0,5-3-63 0,-2 2-47 16,4-3-136-16,1 4-195 0,1-3-422 15,-1 2-533-15</inkml:trace>
  <inkml:trace contextRef="#ctx0" brushRef="#br0" timeOffset="50563.456">26396 5592 1964 0,'0'0'573'0,"0"0"-264"0,0 0 3 16,0 0 73-16,0 0-98 0,0 0-95 0,0 0-41 16,-20 67-11-16,15-34-4 0,2 3-30 15,2 5 5-15,1 4-13 0,0 7-40 16,0 3 7-16,0 4-19 0,1 5 76 16,-1 5-24-16,0-1-61 0,-1-2-37 15,-3-4 0-15,-2-5 0 0,1-4-30 16,-2-9-16-16,5-6-39 0,-1-5-29 15,3-8 4-15,0-6-41 0,0-3-34 0,3-7-60 16,3-3-113-16,0-6-171 0,0 0-513 16,3-3-461-16</inkml:trace>
  <inkml:trace contextRef="#ctx0" brushRef="#br0" timeOffset="51491.094">26560 6286 931 0,'0'0'736'0,"0"0"-3"15,0 0-255-15,0 0-43 0,0 0-29 16,0 0-44-16,0 0-50 0,0 0-47 16,0 0-34-16,0 0-45 0,-20-18-54 15,20 18-47-15,6 0-43 0,2 0-42 16,7 0 43-16,4 4 39 0,3 0-9 15,4 2-31-15,2-2-2 0,-1 0-16 0,0-2-12 16,-2-2-9-16,3 0-3 0,-6 0-1 16,1-2-26-16,-2 0-31 0,-3-4-42 15,-4 2-49-15,-3 2-82 0,-5 2-180 16,-3-1-521-16,-3 1-703 0</inkml:trace>
  <inkml:trace contextRef="#ctx0" brushRef="#br0" timeOffset="51709.704">26678 6328 2123 0,'0'0'456'0,"0"0"-121"0,0 0 27 16,0 0 25-16,9 75-38 0,-4-53-101 0,1 4-83 15,-3 4-69-15,2-1-47 16,-4 6-3-16,-1-1-34 0,0 4-12 0,0-1-3 15,-4 1-38-15,-1-7 1 0,-1-1-99 16,4-6-35-16,2-5 9 0,-2-5-34 16,2-5-44-16,0-3-132 0,0-3-190 15,2-3-414-15,0-3-62 0</inkml:trace>
  <inkml:trace contextRef="#ctx0" brushRef="#br0" timeOffset="51884.409">26752 6644 2714 0,'0'0'523'0,"0"0"-386"0,0 0 136 16,0 0 124-16,0 0-116 0,0 0-122 15,75 3-82-15,-57-3-30 0,0 0-47 16,2 0-12-16,-3 0-72 0,2 0-102 16,-2 0-66-16,-2 0-91 0,-7 0-390 0,-5 2-1202 15</inkml:trace>
  <inkml:trace contextRef="#ctx0" brushRef="#br0" timeOffset="52059.403">26697 6859 1524 0,'0'0'591'0,"0"0"-332"0,0 0-42 0,0 0 169 0,0 0-37 15,0 0-45-15,0 0-51 0,0 0-87 0,96 2-34 16,-70-2-66-16,0-2-66 0,2-2 0 15,-4-1-88-15,2-2-157 0,-3 0-118 16,-4 3-355-16,1-6-1289 0</inkml:trace>
  <inkml:trace contextRef="#ctx0" brushRef="#br0" timeOffset="52458.378">27278 5904 2602 0,'0'0'600'16,"0"0"-250"-16,0 0-109 0,0 0 86 15,0 0-72-15,0 0-94 0,0 0-53 16,0 0 43-16,0 0-26 0,81-2-36 0,-57-2-55 15,0 3 9-15,-1-4-43 16,-1-1-24-16,3 4-40 0,-2-4-92 0,1 0-72 16,-4 1-44-16,0-1-141 0,-9 5-364 15,-1 0-955-15</inkml:trace>
  <inkml:trace contextRef="#ctx0" brushRef="#br0" timeOffset="52650.166">27361 6031 2331 0,'0'0'757'16,"0"0"-285"-16,0 0-106 0,0 0-84 16,0 0-117-16,0 0-91 0,0 0 13 15,0 0 27-15,0 0-28 0,105 16-52 16,-74-16-31-16,0 0-3 0,3 0-151 16,-4 0-93-16,-1 0-106 0,-6 0-285 0,5 0-978 15</inkml:trace>
  <inkml:trace contextRef="#ctx0" brushRef="#br0" timeOffset="52974.666">27972 5819 1433 0,'0'0'1004'0,"0"0"-994"0,0 0 25 16,0 0 140-16,0 0 114 0,0 0-138 15,0 0-87-15,0 0-26 0,0 0 61 16,0 0 25-16,0 0 6 0,82 53 19 15,-74-30 2-15,-2 3 28 0,-3 0-9 0,-1-1 13 16,-2-2-46-16,0-1-73 16,0-8-33-16,0-3-31 0,0-4-27 0,0-3-60 15,1-3-93-15,2-1-126 0,0-1-167 16,0-5-710-16,0-11-988 0</inkml:trace>
  <inkml:trace contextRef="#ctx0" brushRef="#br0" timeOffset="53141.804">28063 5697 202 0,'0'0'1987'0,"0"0"-1415"16,0 0-59-16,0 0-69 0,0 0-127 15,0 0-94-15,0 0-111 0,0 0-112 16,0 0-25-16,0 0 6 0,67-36-12 0,-36 43-37 16,2 4-167-16,2-1-188 15,-10 0-605-15,10 7-1080 0</inkml:trace>
  <inkml:trace contextRef="#ctx0" brushRef="#br0" timeOffset="53607.919">28645 5855 3536 0,'0'0'683'0,"0"0"-435"0,0 0 60 16,-85 77 66-16,55-46-98 0,1 0-72 15,6-2-17-15,4-4-60 0,9-7-82 16,4-4-45-16,2-5-14 0,4-4-7 0,0-2 9 15,0-2-9-15,0 1-18 0,4-2 8 16,2 0-2-16,-1 0 9 0,3 0-3 16,0-3-18-16,4-2 8 0,2-1 1 15,0-2 6-15,3-4-7 0,2-4-11 0,2-3-19 16,3-5-3-16,2-3 3 0,4-6-6 16,2-4 0-16,-1-4-6 0,0-1 12 15,-1-1-19-15,-1-5 25 0,-6 4 43 16,-2 0-1-16,-6 1 19 0,-4 4 26 15,-1 0-14-15,-5 3 25 0,-3 2-4 16,0 2 10-16,-1 4-6 0,-1 4 9 16,0 3 9-16,0 7 24 0,0 2-12 15,0 6-9-15,0 0-16 0,0 5-15 16,0 1 16-16,-1 0-4 0,-1 3-39 16,0 4-18-16,-1 6 0 0,-2 7 18 15,2 4 44-15,-4 11 14 0,2 3 6 16,-1 7-19-16,1 5 0 0,-3 0-5 0,-2 5-25 15,0-1-14-15,-1-2-1 0,2-2-2 16,-2-4-19-16,3-4-3 0,1-7-46 16,4-6-33-16,1-4-46 0,2-5-27 15,0-4-16-15,3-3-115 0,4-6-306 16,-3 0-564-16,2-6-711 0</inkml:trace>
  <inkml:trace contextRef="#ctx0" brushRef="#br0" timeOffset="53789.89">28963 5914 1808 0,'0'0'2232'15,"0"0"-1762"-15,0 0-377 0,0 0 98 0,0 0 200 16,0 0-72-16,0 0-116 0,0 0-88 16,100 12-51-16,-70-18-25 0,1-5-27 15,3-3-12-15,-1-2-96 0,-1 0-40 16,-2-1-39-16,-5 2-44 0,-5 1-104 15,-5 3-318-15,-8 5-746 0,-7 2-853 0</inkml:trace>
  <inkml:trace contextRef="#ctx0" brushRef="#br0" timeOffset="53964.089">29118 5957 2526 0,'0'0'493'0,"0"0"-320"15,0 0 136-15,-31 90 161 0,20-58-51 16,4 2-101-16,-2-3-97 0,2 3-68 15,0-2-47-15,1 0-11 0,3 2-35 0,2-1-47 16,1-3-13-16,0-1-13 0,0-5-23 16,4-3-83-16,1-7-110 0,0-3-68 15,-2-3-156-15,0-3-572 0,1-5-722 0</inkml:trace>
  <inkml:trace contextRef="#ctx0" brushRef="#br0" timeOffset="54116.744">29046 6229 2659 0,'0'0'427'0,"0"0"-286"16,0 0 139-16,0 0 127 0,0 0-65 0,0 0-35 16,0 0-67-16,92-24-130 0,-61 17-61 15,0-1-36-15,5-4-13 0,0-3-36 0,5-2-71 16,0-4-103-16,0-1-127 16,-8 3-206-16,9-11-808 0</inkml:trace>
  <inkml:trace contextRef="#ctx0" brushRef="#br0" timeOffset="54773.907">29769 5342 1903 0,'0'0'713'0,"0"0"-231"0,0 0-30 0,0 0-20 0,0 0-75 15,0 0-147-15,0 0-80 0,0 0-81 16,0 0-15-16,0 0 15 0,71-71-6 15,-49 56-15-15,-1 2-25 0,2 5-2 16,-3-1 1-16,-2 5-1 0,-2 2 14 16,-5 2-15-16,2 3-18 0,-4 5 12 15,0 3 6-15,-4 6 12 0,-2 2 22 16,-3 1-19-16,0 4-13 0,0 2-1 16,-4 1 30-16,-3 5-10 0,-4 3-6 15,-4 5 1-15,-3 2 26 0,-5 6 56 0,-3 0-40 16,-2 2-25-16,-3 2-17 0,3-2-15 15,2-3 0-15,5-6-1 0,6-4-2 0,6-8-23 16,4-8 7-16,5-7-3 0,0-3-4 16,6-5-24-16,5-3 49 15,3-3 7-15,0 0-7 0,0 0 0 0,0-5 14 16,-2 4-2-16,0-1-12 0,-2 2 0 16,0 0-27-16,-1 8 17 0,0 6 10 15,-1 4 25-15,1 5-1 0,-2 6-22 16,-1 0 1-16,-2 2 12 0,1 1-12 15,1 2 1-15,-3-2-4 0,0 2 2 16,0-3 1-16,0-1 18 0,2-1-3 16,-2-4-18-16,-2 0 0 0,0-3 0 15,1 0 0-15,-1 0-3 0,-1-1-18 16,0-1 9-16,-3-1-34 0,-2-1-61 0,-6 0-24 16,3-6-4-16,-5-2 3 0,0-2-75 15,-1-6-192-15,3 1-347 0,-7-3-945 0</inkml:trace>
  <inkml:trace contextRef="#ctx0" brushRef="#br0" timeOffset="56878.628">22864 7550 1197 0,'0'0'534'0,"0"0"-164"16,0 0-30-16,0 0 224 0,0 0-60 16,0 0-169-16,0 0 11 0,0 0 1 0,0 0-64 15,0 0-44-15,0 0-22 0,66-39-11 16,-66 39-54-16,0 3-46 0,-4-1-28 16,-2 3-23-16,-5 0-10 0,-3 4-33 15,-5 3-12-15,-4 5-15 0,-2 1-9 16,-3 4 24-16,1 0 0 0,-1 2-12 15,-1 4 10-15,-2-2-1 0,-4 4-12 16,2-1-10-16,3 1 14 0,0-1 10 16,6-2-1-16,1-1 1 0,5-6-1 0,5-1 0 15,5-2-10-15,1-4-6 0,5 1-6 16,2 0 3-16,0-2-7 0,2 1-2 16,7 3 12-16,5-1 15 0,3 3-11 15,2 1 14-15,6 2 24 0,1-1-3 0,3 2-3 16,-1-1 34-16,0 1-7 15,0-3-12-15,-3-2-30 0,0 2 25 0,-2-7-28 16,0 1 17-16,-3-2-17 0,0-4-2 16,-3 2-22-16,-4-3 11 0,2-2 11 15,-7 0-28-15,1 0 3 0,-2-1-46 16,0-1-11-16,-4 1-19 0,2 0-40 16,-3 0-52-16,1-2-89 0,-1 4-224 15,-1-3-502-15,-1 8-747 0</inkml:trace>
  <inkml:trace contextRef="#ctx0" brushRef="#br0" timeOffset="57577.77">24463 7597 1640 0,'0'0'559'15,"0"0"-178"-15,0 0-56 0,0 0 18 16,0 0-9-16,0 0-44 0,0 0-10 16,0 0-37-16,0 0-61 0,0 0 3 0,-22-66-41 15,10 63-46-15,-2-1-31 0,0 2-27 16,-2 2-3-16,-2 0-7 0,-1 4-18 15,-3 5 2-15,-1 6-12 0,-3 4 0 0,4 11 0 16,-3 2 25-16,2 12 3 0,1 8 10 16,5 7 3-16,-1 4-13 0,2 6-12 15,4-1-15-15,1 3-3 0,6-6 2 16,2-8-1-16,3-6-1 0,4-13 0 16,8-7 1-16,3-8 21 0,4-4-19 15,1-9-3-15,3-3-1 0,2-7 1 16,0 0 14-16,0-2 4 0,0-8-18 15,-4-2-21-15,-2-2-28 0,-2-2-42 16,-3 0-46-16,-3 0-37 0,-5 1-93 16,-3 0-119-16,-3-1-204 0,0 8-512 15,-13-6-428-15</inkml:trace>
  <inkml:trace contextRef="#ctx0" brushRef="#br0" timeOffset="57740.798">24172 8089 2440 0,'0'0'647'16,"0"0"-207"-16,0 0-52 0,0 0-5 0,0 0-68 15,0 0 2-15,0 0-18 0,0 0-111 16,99-3-81-16,-73 3-44 0,-1-5-23 16,1-2-40-16,-1-4-25 0,0-1-26 15,1 0-98-15,-3-1-79 0,-1 2-114 16,-6 0-220-16,-5 4-466 0,-4 1-468 0</inkml:trace>
  <inkml:trace contextRef="#ctx0" brushRef="#br0" timeOffset="57906.002">24441 7999 2073 0,'0'0'618'0,"0"0"-338"0,0 0-31 16,0 0 158-16,0 0-13 0,0 0-75 16,-9 76-75-16,9-55-50 0,0 1-16 15,2 1 2-15,1 3 12 0,1-2-61 16,1 3-55-16,-1-5-54 0,0 0-22 0,2 0-12 16,-3-3-34-16,4 0-39 0,-2 0-51 15,0-2-11-15,3-1-48 0,2-2-48 16,4-3-128-16,2-5-203 0,-2-4-420 15,12-4-337-15</inkml:trace>
  <inkml:trace contextRef="#ctx0" brushRef="#br0" timeOffset="58186.89">25064 7545 2627 0,'0'0'489'0,"0"0"-266"0,0 0 95 16,0 0 63-16,0 0-134 0,0 0-98 16,0 0-41-16,-63 69-24 0,48-34-11 15,4 7 29-15,-1 1 69 0,-1 5-18 16,2 3-6-16,1 1-8 0,1 1-23 0,2 1-47 16,-1-2-32-16,2-3-25 0,3-2-12 15,3-8-15-15,0-4 0 0,8-6-31 16,4-7-5-16,3-6-80 0,1-4-15 15,4-6-34-15,-1-2-62 0,6-4-90 16,-1-9-161-16,4-7-206 0,-8 0-587 0,13-17-519 16</inkml:trace>
  <inkml:trace contextRef="#ctx0" brushRef="#br0" timeOffset="58438.6">25377 7510 1869 0,'0'0'489'0,"0"0"-21"0,0 0 35 0,1 82-59 16,-1-43-98-16,0 8-97 0,0 2 8 16,0 3-64-16,0 0-61 0,0-1-52 15,-1-1-31-15,-2 0-46 0,-2-3-3 16,3-2-49-16,-1-9-92 0,3-5-37 15,0-8-13-15,1-11 11 0,9-5-35 0,4-7-43 16,3-7-150-16,-3-2-183 0,14-22-705 16</inkml:trace>
  <inkml:trace contextRef="#ctx0" brushRef="#br0" timeOffset="58703.854">25757 7642 2594 0,'0'0'489'0,"0"0"-310"15,0 0-7-15,0 0 107 0,0 0-24 16,0 0-73-16,-96 32-76 0,75-17-69 0,1 2-36 16,-1-1 3-16,3 3-2 0,1-3-2 15,5 2-14-15,1 0 14 0,5 0 22 16,2-1 0-16,3-1 30 0,1-1 10 0,0 0 43 16,5-1 65-16,4 1-66 0,2 0-39 15,1 1-10-15,4-1-15 0,-2-3-16 16,6 1-2-16,1-2-22 0,3-2-1 15,-1-2 0-15,5 0-33 0,-4-2-64 16,2 0-59-16,-3-1-49 0,2-4-86 16,-4 4-182-16,-6-4-602 0,0 0-917 0</inkml:trace>
  <inkml:trace contextRef="#ctx0" brushRef="#br0" timeOffset="59037.79">26282 7369 2779 0,'0'0'449'16,"0"0"-430"-16,0 0 172 0,0 0 236 15,0 0-94-15,-40 77-88 0,20-35-87 16,-2 11-23-16,-4 8 86 0,-5 7-10 15,0 3-25-15,-4 2 14 0,-2 1-79 16,-4 3-66-16,0 0-34 0,-7 0-20 16,3 1-1-16,-1-7-12 0,7-4-19 15,5-9-47-15,8-11-28 0,8-11 21 16,7-5-31-16,5-12-30 0,6-7-22 0,0-5-3 16,2-7-78-16,6 0-167 0,4-10-84 15,2-7-192-15,0 3-435 0,7-16-299 16</inkml:trace>
  <inkml:trace contextRef="#ctx0" brushRef="#br0" timeOffset="59201.912">26250 7947 2726 0,'0'0'701'0,"0"0"-207"15,0 0 114-15,0 0-120 0,0 0-201 16,102-19-111-16,-73 9-58 0,3-1-57 15,0-1-51-15,1-1-10 0,-2-2-36 16,0 1-49-16,-4-1-118 0,-4 1-50 16,-5 1-100-16,-7 5-313 0,-2 2-795 15,-9 0-981-15</inkml:trace>
  <inkml:trace contextRef="#ctx0" brushRef="#br0" timeOffset="59381.764">26376 7981 1304 0,'0'0'530'0,"0"0"-34"0,-24 76 88 16,15-40 13-16,0 6-92 0,0-1-134 0,-1 5-83 16,1-2-67-16,1-2-71 0,0-3-62 15,1-4-39-15,2-4-49 0,2-6-32 16,3-3-54-16,0-4-64 0,6-3-12 16,2-5-32-16,1-6-82 0,-1-4-239 15,-2 0-624-15,3-10-1042 0</inkml:trace>
  <inkml:trace contextRef="#ctx0" brushRef="#br0" timeOffset="59537.2">26324 8262 7 0,'0'0'3072'0,"0"0"-2560"0,0 0-262 16,0 0 130-16,0 0-36 0,0 0-58 16,0 0-44-16,87-30-93 0,-56 17-67 15,0 0-76-15,3-5-6 0,-1-4-64 0,-2-1-140 16,3-3-78-16,-4-5-134 0,-7 8-376 15,3-15-1245-15</inkml:trace>
  <inkml:trace contextRef="#ctx0" brushRef="#br0" timeOffset="59775.598">26909 7630 1471 0,'0'0'776'0,"0"0"-278"16,0 0 164-16,0 0-46 0,19 76-130 15,-11-46-104-15,-1 3-119 0,2 2-47 16,1 1-16-16,2 0-27 0,-4-1-55 16,3 3-40-16,-2 2-36 0,-3-1-20 15,-1 2 2-15,-5 1-24 0,0-2-1 16,-5 0-42-16,-7 0-59 0,-5-3-28 16,-4 1-13-16,-2-2 7 0,-6-2-16 15,-2-2 0-15,0-3-1 0,-1-4-30 0,0-5-101 16,1-7-207-16,8-5-493 0,-11-8-704 0</inkml:trace>
  <inkml:trace contextRef="#ctx0" brushRef="#br0" timeOffset="63583.674">30159 5825 1425 0,'0'0'569'0,"0"0"-157"0,0 0-135 16,0 0 0-16,0 0 21 0,0 0-50 15,0 0-87-15,0 0-56 0,0 0-36 16,0 0-6-16,0 0-13 0,-2 0 16 15,2 0-3-15,0 0 12 0,2 0-15 16,-2 0-7-16,1 0-1 0,1 0 7 16,-2 0 10-16,3-1-1 0,0 1 6 15,3-1-13-15,2-2 13 0,2 2-12 16,3-4 8-16,3 0 37 0,4-1-15 0,3-4-28 16,1 1-30-16,2-3-13 15,0 4-3-15,0-2-18 0,-2 3-1 0,-1 1-14 16,-1 0 12-16,-2 1-30 0,-4 2 2 15,2-2-21-15,-7 5-15 0,-1 0-22 16,-3 0-80-16,1 0-43 0,-5 0-111 0,0 7-294 16,-3-2-773-16,0 3-804 0</inkml:trace>
  <inkml:trace contextRef="#ctx0" brushRef="#br0" timeOffset="63804.615">30168 6038 2017 0,'0'0'663'0,"0"0"-274"0,0 0-178 0,0 0 113 16,0 0-12-16,0 0-35 0,0 0-41 16,0 0-48-16,0 0-83 0,0 0-28 15,89 28-22-15,-66-28-36 0,3 0 8 0,2-5-9 16,6-3-18-16,-3-3-97 0,4-2-66 15,0-3-62-15,-1 1-70 0,0-2-187 16,-9 6-480-16,8-9-678 0</inkml:trace>
  <inkml:trace contextRef="#ctx0" brushRef="#br0" timeOffset="69287.825">31491 5610 1167 0,'0'0'1006'0,"0"0"-731"0,0 0-59 16,0 0 106-16,0 0-172 0,0-75 552 0,-4 60-357 15,2 0-140-15,-1-2-62 0,1-1-13 16,-1 1-8-16,2-4-14 0,-1 0-32 15,-1 1-33-15,0-1-28 0,-2 3-2 16,-1 4 30-16,0 1 27 0,-1 4-15 16,-5 2 42-16,-2 1 28 0,0 1-50 15,-6 4-23-15,-3 1 2 0,-3 0-44 16,-2 5-10-16,-5 4-19 0,2 5 18 16,0 3-11-16,0 7-24 0,0 2 0 0,3 9 14 15,3 3-17-15,-1 7 15 0,4 5-4 16,5 6 1-16,3 1-3 0,3 1 11 15,5 0 4-15,6-4 3 0,0-5 12 16,11-3 0-16,2-9 33 0,5-5 25 0,0-4-43 16,1-3-3-16,1-7 1 0,-1-4 2 15,1-5-15-15,-2-3 15 0,1-4-15 16,0-2-21-16,-2-2 19 0,0-4-20 16,0-4-44-16,-2-3-4 0,-2-1-10 15,-2-3-17-15,-2 0-35 0,-1 0-88 16,-3-1-169-16,-4 1-270 0,1 5-374 15,-2-7-481-15</inkml:trace>
  <inkml:trace contextRef="#ctx0" brushRef="#br0" timeOffset="69466.158">31173 5839 1944 0,'0'0'645'0,"0"0"-195"16,0 0-60-16,0 0-4 0,0 0 44 0,0 0-102 15,0 0-20-15,79 9-109 16,-57-9-96-16,0 0-39 0,-1 0-64 0,-1-3-9 15,-1-4-21-15,-2 0-71 0,-2-2-52 16,-2 0-34-16,-5 1-41 0,-2 0-132 16,-3 2-257-16,-3 1-198 0,0 3-418 15,-3-3-74-15</inkml:trace>
  <inkml:trace contextRef="#ctx0" brushRef="#br0" timeOffset="69626.106">31345 5806 1281 0,'0'0'725'0,"0"0"-233"0,0 0-28 16,0 0-55-16,-12 91-25 0,12-65-35 15,0 7-69-15,0-1-51 0,0 2 8 16,0 0-53-16,0 1-90 0,0-1-36 0,0-3-49 16,0-2 7-16,4-8-32 0,1-4 4 15,-2-6-61-15,2-5-22 0,1-5-48 16,3-1-57-16,2-2-54 0,1-9-126 0,4-1-179 16,-5-1-241-16,6-11-699 0</inkml:trace>
  <inkml:trace contextRef="#ctx0" brushRef="#br0" timeOffset="69935.786">31872 5306 2493 0,'0'0'582'0,"0"0"-211"16,0 0 77-16,0 0-31 0,0 0-129 0,0 0-134 15,0 0-62-15,-56 67 15 0,44-33 9 0,0 6 9 16,1 6-21-16,0 3-19 16,-1 6-18-16,-1 4-3 15,-2 2-37-15,1 6 6 0,0 3-12 0,1 4-2 16,3-3-4-16,1-5 9 0,9-9-15 0,0-12-9 16,10-11-21-16,6-12-16 0,3-9-2 15,1-7-9-15,5-6-37 0,1 0-31 16,2-10 16-16,3-8-10 0,0-5-101 15,0-7-78-15,-3-2-195 0,-6 6-667 16,1-16-1014-16</inkml:trace>
  <inkml:trace contextRef="#ctx0" brushRef="#br0" timeOffset="70163.606">32098 5338 756 0,'0'0'1797'0,"0"0"-1340"0,0 0-163 0,0 0 141 16,0 0 24-16,23 77-130 0,-15-39-92 16,-1 4-10-16,-2 5-35 0,-2 4-43 15,-1 3-12-15,-2 1-43 0,-2 2-49 0,-6 1 1 16,-1-2-37-16,3-6-9 0,1-7-24 16,3-11-22-16,2-12-17 15,0-6-56-15,2-5-39 0,0-8-15 0,6-1-14 16,1-4-99-16,3-9-302 0,-1-1-576 15,10-15-667-15</inkml:trace>
  <inkml:trace contextRef="#ctx0" brushRef="#br0" timeOffset="70426.343">32487 5472 1254 0,'0'0'1678'0,"0"0"-1214"0,0 0-154 15,0 0 156-15,0 0-54 0,0 0-190 16,0 0-124-16,-90 29-64 0,67-13-10 0,0 3-5 15,2-1-19-15,1 2-1 0,0 1-2 16,1-2 2-16,4-1-21 0,3-1 20 16,5-5 2-16,2 0 3 0,5-4-3 15,2 0 1-15,6 1 31 0,6 0 8 16,6 2 15-16,0 2 21 0,2 1 33 16,1-3-11-16,-1-1-31 0,1 1-28 15,1-4-39-15,2 0-3 0,2-3-46 16,3-4-90-16,0 0-41 0,6-4 3 15,-4-5-88-15,2-4-271 0,-10 3-708 16,12-13-980-16</inkml:trace>
  <inkml:trace contextRef="#ctx0" brushRef="#br0" timeOffset="70675.394">32979 5253 82 0,'0'0'2274'0,"0"0"-1617"0,0 0-286 0,0 0-70 16,0 0 45-16,-62 72-48 0,43-43-42 16,0 5-28-16,-1 6-23 0,-3 5-37 15,-4 6-34-15,-5 10-15 0,-5 6-7 16,-4 6-3-16,-5 5-45 0,0 4-45 16,-4 1-19-16,-1-1-18 0,7 0-22 0,2-8-36 15,4-5-20-15,14-13-75 0,4-10-36 16,11-16 67-16,4-13 2 0,5-12-126 15,5-5-294-15,2-5-602 0,15-16-450 0</inkml:trace>
  <inkml:trace contextRef="#ctx0" brushRef="#br0" timeOffset="70846.509">32735 5936 2511 0,'0'0'784'0,"0"0"-271"0,0 0 51 15,0 0-71-15,0 0-157 0,90-27-123 16,-65 11-100-16,3 2-53 0,0-2-60 0,3-2-13 16,0-2-60-16,-1 1-103 0,-3 1-95 15,-4 0-94-15,-4 5-306 16,-9 3-760-16,-6 2-777 0</inkml:trace>
  <inkml:trace contextRef="#ctx0" brushRef="#br0" timeOffset="71027.545">32885 5945 326 0,'0'0'2034'0,"0"0"-1303"16,-20 97-158-16,13-55-113 0,-2 2-90 0,-1 2-84 15,-1-3-86-15,0-1-96 0,0-7-66 16,2-4-38-16,2-7 0 0,0-5-2 16,3-3-28-16,1-6-41 0,0-1-63 15,1-8-72-15,-1 2-50 0,1-3-96 16,2 0-261-16,-3-3-881 0</inkml:trace>
  <inkml:trace contextRef="#ctx0" brushRef="#br0" timeOffset="71175.834">32822 6164 72 0,'0'0'2546'0,"0"0"-1911"0,0 0-241 16,81-26 32-16,-47 16-62 0,5 1-123 15,-2-3-100-15,3 1-46 0,-4-1-67 16,-5 1-28-16,-3 3-55 0,-8-1-108 15,-6 6-62-15,-5-2-54 0,-9 5-268 16,0 0-792-16,-15 13-984 0</inkml:trace>
  <inkml:trace contextRef="#ctx0" brushRef="#br0" timeOffset="71324.863">32813 6397 2211 0,'0'0'778'0,"0"0"-347"0,0 0 65 0,0 0-138 15,82-20-194-15,-48 3-80 0,5-4-84 16,1-5-10-16,0-3-163 0,1-3-124 16,0-3-78-16,-11 10-355 0,6-14-894 0</inkml:trace>
  <inkml:trace contextRef="#ctx0" brushRef="#br0" timeOffset="71651.495">33305 5357 2391 0,'0'0'1018'0,"0"0"-742"16,0 0-2-16,0 0 86 15,0 0-10-15,63 84-95 0,-47-56-99 0,2 6-59 16,0 5-9-16,1 8 116 0,0 2-68 15,-4 1-63-15,-2 3-34 0,-4-3-17 16,-4 1 4-16,-3-1-25 0,-2 2-2 16,-4-4 1-16,-8 2-15 0,-4 2-6 15,-2-3-10-15,-1-2-38 0,-1-3-7 16,0-3 9-16,-2-5-48 0,-3 1-71 16,1-1-55-16,-3-6-63 0,-1-2-139 15,-1-1-260-15,10-8-553 0,-15 6-517 0</inkml:trace>
  <inkml:trace contextRef="#ctx0" brushRef="#br0" timeOffset="75971.037">20129 10407 1045 0,'0'0'1550'15,"0"0"-1295"-15,0 0 737 0,0 0-706 0,0 0-118 0,0 0-59 16,0 0-1-16,0 0 25 16,0 0-4-16,0 0-27 0,-43-33-4 0,29 27-10 15,-5 3-2-15,-1 0-19 0,-2 3 9 16,-4 0 30-16,-2 0-33 0,-3 0-40 16,-2 0-11-16,-3 0 5 0,-4 0-25 15,0 0 13-15,-4 0-3 0,-2 0-11 16,0 0 15-16,-3 0-16 0,1 0-1 15,-2 0 0-15,-2 0 1 0,2 0-3 16,-4 6 0-16,-2 0-15 0,0 1-9 16,-3 2-9-16,1-2-50 0,-4 3-14 15,-1 0 33-15,0 1 28 0,-1 1 14 0,-1 1 1 16,0 2 6-16,0-2 16 16,-4 0 2-16,0 0 12 0,0 2 9 0,-2 0 0 15,2 1 1-15,-3 0-21 0,4-1-1 16,1 2-3-16,2-2-19 0,0 1 4 15,1-4-31-15,1 1-2 0,-1 2 29 16,3-3-15-16,-1 0 13 0,-3 1 14 0,2-1 9 16,-2 0 1-16,1 0-12 0,-1 0 12 15,-1-2 1-15,3-1 14 0,-1 2 0 16,2-4 1-16,0 0-13 0,2-1 10 16,-1 1-13-16,4-2 0 0,-1 1-1 15,3-1-8-15,3-1-13 0,0-1-11 16,-1 3-26-16,1 0 35 0,0-2 22 15,1 1-26-15,-3 2 28 0,2-1 2 16,0-1 11-16,-1 1 2 0,0 1-14 16,-1-4 13-16,3 1-13 0,-2 0-1 15,0-1 2-15,0 1-2 0,-2-2 0 16,5 3 0-16,-4-3 12 0,4 2-12 0,2-2 0 16,2 1 19-16,3-3-19 0,0 1-1 15,1-1-2-15,2 0-16 0,-3 0 1 0,2 0-6 16,2 0-10-16,0-1 15 0,1-2 4 15,3 2 15-15,2-1 9 0,1-1-6 16,5 2 19-16,-1 1-22 0,6 0 0 16,-2 0-13-16,4 0 13 0,2 0 0 15,0 0 2-15,5 4 17 0,1-3 12 16,7 0-1-16,2-1 10 0,1 0-9 16,2 0-10-16,0 0-18 0,0 0-2 15,0 0-1-15,0 0-11 0,0 0-17 16,2 0 7-16,-1 0 3 0,1 0-4 15,-1 0-5-15,-1 0-1 0,0 0-3 16,2 0-6-16,-1 0-12 0,-1 0-6 0,3 0 15 16,-2 0 0-16,1 0-28 0,-1 0-71 15,2-5-101-15,3-2-254 0,-2 2-513 16,2-7-580-16,-35 41 522 0</inkml:trace>
  <inkml:trace contextRef="#ctx0" brushRef="#br0" timeOffset="76409.176">15116 10528 2255 0,'0'0'491'0,"0"0"-161"16,0 0-119-16,0 0 158 0,0 0-42 16,0 0-48-16,0 0-86 0,0 0-67 15,0 0-42-15,0 0-35 0,0 0-25 0,27-7-24 16,-27 14 0-16,-4 4 0 0,-2 4 19 15,-4 3-18-15,-2 6 14 0,-5 1 7 16,0 5-9-16,-5 0-13 0,-2 4-2 0,-4 2-26 16,0 2-21-16,-1 1 22 15,-1-1-17-15,1-1 43 0,0-1 1 16,3-3 16-16,1-2-14 0,2-2-1 0,3-2-1 16,6-3 1-16,2-3-2 0,5-2 1 15,6-3-19-15,1-1 4 0,3-1 15 16,9-1 27-16,3 2-27 0,2-2 1 15,5 1 0-15,2 2 39 0,2-2-16 16,3 3 10-16,1-1 12 0,1-1-9 0,-1 1-12 16,-1-2-10-16,-1 2 12 0,1 1-26 15,-1-3-1-15,0 1-1 0,1-2-20 16,-3-5 6-16,0 3-1 0,-1-3 13 16,-4-1-27-16,-2-1-26 0,-2-1-5 15,-6 1-10-15,-2-5-28 0,-1 2-34 16,-4-3-62-16,0 0-72 0,-1 1-207 15,-1-1-593-15,-2 4-1195 0</inkml:trace>
  <inkml:trace contextRef="#ctx0" brushRef="#br0" timeOffset="77461.099">22203 9803 2383 0,'0'0'612'0,"0"0"-92"0,0 0-185 15,0 0-8-15,35-68-13 0,-32 61-40 16,-2 4-90-16,-1 3-74 0,0 0-58 15,0 0 3-15,0 3 21 0,2 4-9 16,2 5-6-16,3 8 6 0,3 8 9 16,2 8 30-16,1 7-10 0,-2 4-26 0,-2 6-19 15,0 4-23-15,-4 2-13 0,-5 5-14 16,0 6-1-16,-12 6-15 16,-4 2-16-16,-4 1-2 0,-2-2-24 0,-1-8-7 15,4-9 16-15,5-6 5 0,2-14-17 16,6-8-37-16,5-12-7 0,1-7-2 15,1-9-31-15,7-4-25 0,4-1-90 16,3-10-51-16,4-7-157 0,-1-3-193 0,-3-1-549 16,2-12-558-16</inkml:trace>
  <inkml:trace contextRef="#ctx0" brushRef="#br0" timeOffset="77635.775">22338 10343 313 0,'0'0'1910'0,"0"0"-1438"15,0 0-96-15,0 0-38 0,0 0 52 16,90-31-103-16,-61 24-94 0,4 2-38 0,9-2-22 16,3-2-37-16,6 0 2 0,2-3-34 15,1-2-30-15,-1-1-28 0,-4-1-6 16,-4-2-43-16,-7 3-61 0,-7-1-75 16,-5 4-28-16,-4 4-61 0,-8-1-136 15,-2 2-249-15,-6 2-538 0,-2-2-288 0</inkml:trace>
  <inkml:trace contextRef="#ctx0" brushRef="#br0" timeOffset="77917.823">23025 9753 2730 0,'0'0'551'16,"0"0"-192"-16,0 0-94 0,0 0 80 15,0 0-4-15,-10 71-89 0,10-46-38 16,7 6-55-16,2 4-22 0,2 4 14 16,3 6 16-16,-3 5-40 0,-3 2-45 15,1 8-28-15,-5 3-27 0,-2 2-6 16,-2 5-5-16,0-1-16 0,-9 2-1 16,0-2-24-16,-1-3-41 0,1-4-46 15,0-5-45-15,1-7 8 0,3-6-6 0,3-11-12 16,2-7-32-16,2-10-101 0,6-6-134 15,4-10-179-15,-1 0-384 0,8-13-510 0</inkml:trace>
  <inkml:trace contextRef="#ctx0" brushRef="#br0" timeOffset="80645.995">4961 10266 1971 0,'0'0'1030'0,"0"0"-717"0,0 0-103 0,0 0 398 16,0 0-281-16,0 0-204 0,0 0-21 16,0 0-28-16,0 0 3 0,15 21 2 15,-7-2 28-15,4 7 25 0,-2 4-29 16,2 11-27-16,-5 3-24 0,0 9-19 16,-1 5-18-16,-5 8-15 0,-1 3-2 15,0 3-17-15,-5 5-20 0,-1 0 2 0,0-3 23 16,0-2 13-16,2-5-19 0,2-7 5 15,2-10-16-15,0-6-2 0,0-8-16 16,0-5 0-16,0-6-3 0,5-6-3 16,-2-4-27-16,1-8-29 0,3-5-30 15,2-2-29-15,2-11-62 0,2-5-19 0,5-9-69 16,0-5-90-16,-2-6-61 0,-4 5-230 16,6-18-525-16</inkml:trace>
  <inkml:trace contextRef="#ctx0" brushRef="#br0" timeOffset="80983.512">5462 10612 1098 0,'0'0'608'0,"0"0"-111"15,0 0-74-15,0 0-33 0,0 0-39 16,0 0-69-16,0 0-61 0,0 0-55 16,0 0-77-16,0 0-76 0,0 0-13 15,-47 14-28-15,27 7 12 0,-3 1-19 0,3 2 35 16,-3-2 0-16,0-1 22 0,4 0 10 15,-4-2-17-15,-1 0-15 0,-1 4-12 16,-2-1-13-16,2 4-51 0,-2 2-50 0,-2 2-41 16,3 1 12-16,6-4 60 0,4 0 38 15,5-7 56-15,6-3 1 0,5-6 0 16,0-3 2-16,3-1 30 0,8-1 12 16,4-1 10-16,4 2 13 0,0-1 31 15,4-1 12-15,1 1-9 0,-1 1 8 16,4 1 8-16,-5 2 11 0,3 1 5 15,-4-1-9-15,1 2-31 0,-5-2-38 16,2 2-12-16,-3-2-29 0,-1 0-14 0,3 2-2 16,-1 0-38-16,1 0-24 15,0 1-1-15,1-1-142 0,-2-4-150 0,0 2-160 16,-5-3-445-16,1 3-847 0</inkml:trace>
  <inkml:trace contextRef="#ctx0" brushRef="#br0" timeOffset="81328.396">5603 11147 1838 0,'0'0'561'0,"0"0"-141"16,0 0 38-16,0 0-11 0,-9 81-72 0,9-53-123 16,0 3-69-16,4 0-56 15,2 1-35-15,-1 1-22 0,-1 2-30 0,-3-2-27 16,1 3-13-16,-2 2-2 0,0-1-26 15,-2-3-12-15,-2-5-21 0,3-4-13 16,-2-7-28-16,1-7-62 0,1-4-54 16,1-4-77-16,0-3-160 0,0 0-320 15,0-3-736-15</inkml:trace>
  <inkml:trace contextRef="#ctx0" brushRef="#br0" timeOffset="81491.855">5660 11514 1418 0,'0'0'1082'0,"0"0"-570"16,0 0-46-16,0 0 8 0,0 0-77 15,80-45-100-15,-57 40-82 0,0 0-34 16,1 2-47-16,-2-3-46 0,2 2-60 16,-2 1-28-16,1-3-20 0,-6 2-5 15,1-3-57-15,-5 4-19 0,-2-1-33 16,-2 0-38-16,-2 3-90 0,0 1-177 0,-4 0-320 16,0 0-766-16</inkml:trace>
  <inkml:trace contextRef="#ctx0" brushRef="#br0" timeOffset="81727.413">5956 11246 2357 0,'0'0'584'0,"0"0"-296"16,0 0-56-16,0 0 113 0,0 0 14 15,-13 83-61-15,14-59-67 0,7-1-83 0,0 4-68 16,1 3-19-16,1 1-9 0,-1 2-10 15,-1 5-11-15,-2-2-31 0,0-1-9 0,-3-2-28 16,0-4-39-16,-2-4-47 16,2-4 0-16,-3-7-24 0,4-3-30 15,-4-6-28-15,4-5-87 0,-1-4-216 0,2-8-149 16,-1-1-476-16,5-11-438 0</inkml:trace>
  <inkml:trace contextRef="#ctx0" brushRef="#br0" timeOffset="82015.792">6346 10699 2002 0,'0'0'744'0,"0"0"-311"0,0 0-150 0,0 0 157 16,0 0 13-16,0 0-128 0,0 0-95 16,0 0-49-16,0 0-26 0,97-6-27 15,-76 6-49-15,1 3-48 0,-3-2-31 16,2-1-15-16,-2 0-9 0,0 0-64 16,0-1-61-16,-3-4-38 0,-2 1-48 15,-4 1-114-15,-4 1-258 0,-2 2-656 16,-4 0-868-16</inkml:trace>
  <inkml:trace contextRef="#ctx0" brushRef="#br0" timeOffset="82195.758">6459 10889 2308 0,'0'0'725'0,"0"0"-237"0,0 0-94 15,0 0 20-15,0 0-53 0,0 0-94 0,0 0-53 16,0 0-68-16,92 31-43 0,-70-30-30 15,-1-1-37-15,2 0-36 0,-1 0-46 16,-2 0-84-16,2 0-47 0,-1-2-83 16,-3-2-170-16,-4 3-707 0,2-1-1344 0</inkml:trace>
  <inkml:trace contextRef="#ctx0" brushRef="#br0" timeOffset="82953.133">7659 10067 1110 0,'0'0'1379'0,"0"0"-1002"0,0 0-76 15,0 0 75-15,0 0 28 0,-7-66-47 16,7 62-79-16,0 3-78 0,0-1-31 0,0 2-34 15,0 0-7-15,0 0-4 16,0 3-72-16,0 5-43 0,0 4-6 0,-3 7 6 16,2 9 13-16,-4 8-10 0,0 7-9 15,-3 6 9-15,-3 3 2 0,-1 4-14 16,1 0-1-16,-3 0-14 0,0-3-9 16,2-2-40-16,0-9 24 0,6-8 22 15,0-11 6-15,2-6-22 0,3-10-45 16,1-3-40-16,0-4 12 0,0 0 19 15,0 0 11-15,1 0 0 0,5-5 6 0,0 3 34 16,-2-2 37-16,0 4 10 16,1 0-10-16,1 0 0 0,-1 5 44 0,2 2 72 15,2 6-30-15,-3 4-15 0,4 0 5 16,-3 4-39-16,0 1-13 0,-1 6 10 16,1 0 9-16,-3 6-41 0,-1 3 25 15,-1 3 1-15,-2 2-27 0,0 2-1 16,-5-3-3-16,-1-2-31 0,0-3-91 0,1-4-22 15,1-5 15-15,1-8 0 0,2-3-97 16,-1-7-240-16,2-4-521 0,0-5-662 0</inkml:trace>
  <inkml:trace contextRef="#ctx0" brushRef="#br0" timeOffset="83904.285">8047 10157 1929 0,'0'0'564'0,"0"0"-209"16,0 0-86-16,0 0-10 0,0 0 42 0,0 0-49 15,2 77-29-15,0-42-18 0,5 6-37 16,-2 5-29-16,-1 5-4 0,0 4 6 16,-2 1-16-16,-2 2-48 0,0 4-1 15,-3-1-9-15,-6-1-43 0,-1-5-5 16,2-7-19-16,0-7-2 0,4-12-16 15,0-4 3-15,1-8-6 0,3-5-37 16,-3-5-37-16,3-6-12 0,0-1 3 16,0-1 0-16,0-6-4 0,6-9 41 0,-1-3 42 15,3-6-3-15,1-4 16 16,0-3-25-16,0-5 25 0,-2 2 11 0,1-1 1 16,0 0-3-16,1 2-12 0,0 4-10 15,0 5 23-15,2 8 0 0,0 3 2 16,2 6 25-16,2 4 18 0,-1 4-9 0,-3 0-16 15,0 4 7-15,-3 4 6 0,-2 4-6 16,-2 1-13-16,-4 4-11 0,0-3-1 16,-4 5-15-16,-7 1-4 0,-1 1-36 15,0-2 5-15,-3 2-15 0,0-6-18 16,2 0 27-16,2-2 34 0,0-2 22 16,0-3 2-16,4-1-1 0,1-2-1 15,2-1 3-15,2-2 22 0,2-2 6 16,0 0 13-16,0 0-1 0,3 0 31 15,3 0 13-15,1 0-44 0,3 0 15 16,5 0 37-16,-1 5-12 0,3 0-22 0,-2 1-27 16,2 2 12-16,0-1 3 0,-1 3-25 15,1-3-6-15,-2 2-14 0,2-2 7 16,-1 1-11-16,0-2-13 0,-3 0-8 16,3-1-15-16,-5 1-29 0,1-2-48 15,2-1-31-15,-1-2-32 0,0 2-40 0,2-3-96 16,0 0-205-16,-3 0-280 0,8-4-762 15</inkml:trace>
  <inkml:trace contextRef="#ctx0" brushRef="#br0" timeOffset="84627.667">8855 10289 284 0,'0'0'1425'0,"0"0"-947"0,0 0-139 16,0 0-20-16,0 0 21 0,0 0-12 15,0 0-59-15,0 0-71 0,0 0-65 16,0 0-12-16,-46 12-6 0,38-5-12 16,-2 4-5-16,0-1-30 0,-1 4-15 15,-3 3-19-15,1 2-7 0,-3 6-11 0,3 3 2 16,-2 4-3-16,1 3 7 0,3 3-7 16,-2 1 1-16,6 4-4 0,-1-2 9 15,4-1 4-15,4-2 12 0,0-1-1 16,0-5 22-16,7-5 25 0,2-5-10 15,4-6-24-15,-2-3 3 0,4-2 5 0,2-4-5 16,2-3-37-16,-2-3 6 0,3-1-18 16,-2 0-2-16,-1-2-1 0,-2-4 0 15,-1-2-34-15,-3-2-30 0,1 0-18 16,-4-3-21-16,0 1-53 0,-2-4-43 16,-2 3-76-16,-3-2-141 0,2 1-183 15,-3 1-431-15,0-1-455 0</inkml:trace>
  <inkml:trace contextRef="#ctx0" brushRef="#br0" timeOffset="84820.261">8730 10669 1797 0,'0'0'487'0,"0"0"-187"15,0 0 32-15,0 0 87 0,0 0-38 16,0 0-89-16,0 0-66 0,0 0-52 16,0 0-1-16,0 0 3 0,-3 10-112 15,13-14 1-15,5 1 30 0,3-4-13 16,4-2-18-16,3-1-33 0,-2-2-19 0,0-1-12 15,-3 1-21-15,0 3-53 0,0-3-72 16,-2 0-60-16,0 2-81 0,-2 0-150 16,-5 3-307-16,1 1-784 0</inkml:trace>
  <inkml:trace contextRef="#ctx0" brushRef="#br0" timeOffset="85643.214">9142 9879 798 0,'0'0'528'0,"0"0"-86"0,0 0-101 16,0 0-63-16,0 0-39 0,0 0-7 15,0 0-30-15,0 0-67 0,0 0-62 16,0 0-25-16,0 0-16 0,-1 8 12 15,1-8 4-15,0 3 3 0,0-1 6 0,0 0 6 16,0 3 20-16,0-3 27 16,0 3 22-16,0 0 7 0,-3 2-11 0,1-1-13 15,-1 2-22-15,-1-1 9 16,3 1-6-16,-2 2-13 0,2 2-9 0,-1 1-16 16,2 6-12-16,0 4-18 0,0 2 6 15,7 5-10-15,6 6 10 0,0 5 3 16,1 4 36-16,1 7 24 0,-1 7-27 0,-5 3-12 15,-2 4-36-15,-4 1-19 0,-1 0 0 16,-2-3 18-16,0-1-21 0,-3-2-18 16,-3-5 5-16,3-4-20 0,-1-7 12 15,2-9-16-15,1-5-33 0,-1-4-33 16,2-7-38-16,0-2 0 0,0-3-25 16,0-5-26-16,0-4-47 0,2-6-103 15,1 0-181-15,0-3-263 0,4-19-475 0</inkml:trace>
  <inkml:trace contextRef="#ctx0" brushRef="#br0" timeOffset="86004.594">9530 10253 1041 0,'0'0'1490'0,"0"0"-1181"0,0 0-129 0,0 0 108 16,0 0 17-16,0 0-72 0,-90 36-88 15,69-18-95-15,-1 0-27 0,1 6 11 16,-1-1 0-16,-1 2-12 0,1 3-6 16,2-2 6-16,3-1-10 0,2-1 57 15,1-6 8-15,4-1 106 0,0-5-38 16,4-3-50-16,0 0-33 0,2-2-13 16,3 3-16-16,1 1-14 0,0 2-17 0,1 2 16 15,8 3-6-15,5 0 10 0,2 3 5 16,7-3 31-16,4 0 6 15,1-3-39-15,2 1-1 0,0-4-9 0,0 0 4 16,1-1-7-16,-1-4-12 0,-1-1-1 16,-3-4-11-16,0-2 10 0,-2 0-74 15,-1 0-50-15,-4-6-24 0,-3-2-43 16,0-2-48-16,-2-4-133 0,-1 1-270 0,-6 2-579 16,1-9-546-16</inkml:trace>
  <inkml:trace contextRef="#ctx0" brushRef="#br0" timeOffset="86345.836">9801 9822 1034 0,'0'0'1628'0,"0"0"-1079"0,0 0-25 15,0 0-106-15,0 0-104 0,0 77-64 16,6-44-29-16,2 6-7 0,2 3-68 16,1 7-49-16,-2 2 3 0,2 4 25 0,-3 2-41 15,1 2-29-15,-2 4-16 0,-3-1-21 16,1 0-8-16,-2 2-10 16,0 0-15-16,-2-1-3 0,-1-4-18 0,0-4-37 15,0-6 19-15,0-4 8 0,0-3-20 16,0-3-35-16,0-3-2 0,0-2 15 15,0-5-1-15,0-3-17 0,0-7-32 16,-1-5-25-16,1-5-31 0,-2-4-13 0,2-5-72 16,0 0-133-16,0-4-238 0,-1 0-549 15,-2-10-535-15</inkml:trace>
  <inkml:trace contextRef="#ctx0" brushRef="#br0" timeOffset="90841.384">10644 10141 65 0,'0'0'672'0,"0"0"-203"16,0 0-104-16,0 0 2 0,0 0 19 15,0 0-34-15,0 0-24 0,0 0-44 0,0 0-23 16,0 0-14-16,10-22-24 0,-10 20-7 16,0 0-2-16,0 1-10 0,0 1-4 15,0-1-22-15,0 1-23 0,-3-3-48 16,-1 3-43-16,-2-1-22 0,-4-1-36 15,-2 2-6-15,-2 0-12 0,-2 0 0 16,-1 0 12-16,1 0-21 0,-3 6 9 16,0 2-16-16,-2-1-2 0,-1 5 15 15,1 2 2-15,0 3-11 0,-2 2 21 0,2 4-15 16,-1 3 15-16,3 1-16 0,2 3 16 16,3-1 1-16,3 2-13 0,3-1 14 15,4-3 0-15,2-3-1 0,2-2 2 16,0-5 1-16,3-5-1 0,6-1-2 15,-1-7 2-15,1-1 21 0,1-2-20 16,3-1 15-16,-3 0-16 0,2 0-10 16,-1 0 10-16,-2 0 2 0,4-4-1 0,-3 0 0 15,2-3-1-15,0-3-21 0,-3 0-12 16,0-3-13-16,1 0 0 0,-3 0 9 16,-1-2-12-16,-2 0 16 0,-2-2-41 15,-2 0-12-15,0 3-18 0,0 2 5 16,0 1 16-16,-5 4 18 0,-2 2-4 0,0 2 7 15,-3-1 13-15,1 3 8 0,0 1-9 16,0 0-37-16,1 0-43 0,0 3-103 16,2 2-119-16,1-1-105 0,1-2-250 15,0 3-534-15</inkml:trace>
  <inkml:trace contextRef="#ctx0" brushRef="#br0" timeOffset="91300.93">10893 9946 1732 0,'0'0'1028'0,"0"0"-563"0,0 0-128 15,0 0 13-15,0 0-42 0,0 0-88 16,0 0-109-16,0 0-40 0,-83 78 16 16,72-55 5-16,3 4 12 0,1 0 19 15,2 3-44-15,1 2-12 0,3 4 0 0,1 0-12 16,0 3-3-16,1 0-28 0,3-1-3 16,4-3-21-16,1-6-2 0,3-6-47 15,1-5 46-15,0-9-15 0,5-2-37 16,0-5-21-16,4-2-40 0,0-10-43 15,-1-3-55-15,1-4-99 0,-3 0-209 16,-5 3-288-16,3-11-783 0</inkml:trace>
  <inkml:trace contextRef="#ctx0" brushRef="#br0" timeOffset="91877.416">11134 9622 2202 0,'0'0'697'0,"0"0"-208"0,0 0-71 15,0 74-81-15,1-41 5 0,2 5-111 0,1 2-44 16,2 4-19-16,-4 4-58 0,-1 4-46 16,-1 4-27-16,-3 4-12 0,-5-1-25 15,-4-3-15-15,2-7-6 0,1-8-7 16,1-10 7-16,4-8 18 0,-1-6-25 15,4-5-42-15,-1-5-21 0,1-4-16 16,1-1-7-16,0-2 3 0,0 0-9 16,0 0-13-16,0-7 3 0,0-2 34 15,0-3 18-15,0-3 9 0,3-4-7 16,1-4 26-16,0-3 6 0,5-1 22 16,-2-3 9-16,2 3-3 0,1 1-6 0,1 6 20 15,3 3 2-15,1 4 34 0,0 3 44 16,-1 5-6-16,1 2 27 0,-1 1 19 15,-4 2-34-15,-1 0 3 0,-2 7-19 16,-3 1-15-16,-4 4 2 0,0 0-12 0,-3 4-27 16,-7 4-16-16,-3 3-6 0,-3 0-44 15,-1-2-24-15,1 1-19 0,0-4-6 16,2-4 18-16,5-4 49 0,2-4 32 16,4-4 15-16,0 1 4 0,3-3-17 15,0 0-2-15,0 0 0 0,0 0 38 16,2 1-1-16,2 1-6 0,2 2 28 15,1 1 40-15,2 2-37 0,2-1-4 16,-1 1-2-16,5 0 5 0,-2-1-11 16,2 2-14-16,-1 0-23 0,-3-3-10 15,3-2-3-15,-3 3-19 0,1-3 19 0,-1-2-46 16,0 1-55-16,2-2-35 0,-1 0-34 16,3-3-36-16,-3-4-61 0,4-1-331 15,-5 1-650-15,7-10-519 0</inkml:trace>
  <inkml:trace contextRef="#ctx0" brushRef="#br0" timeOffset="92122.208">11494 9993 859 0,'0'0'1063'0,"0"0"-493"0,0 0-65 15,0 0-73-15,0 0-81 0,0 0-61 0,72 81-47 16,-59-59-32-16,0 0-57 0,0 3-46 15,-3-4-19-15,2 3-16 0,-4 0-33 16,-3 1-7-16,-4 1-8 0,-1 0-25 16,0 4 0-16,-9 1-18 0,-5-2-44 15,0 2-36-15,-5-4-27 0,3-3-17 16,-3-5-10-16,2-5-34 0,1-5-46 0,3-5-47 16,2-4-143-16,2 0-300 15,5-8-1238-15</inkml:trace>
  <inkml:trace contextRef="#ctx0" brushRef="#br0" timeOffset="92301.343">11850 10112 355 0,'0'0'2107'0,"0"0"-1400"0,0 0-176 16,0 0-81-16,0 0-167 0,88-24-172 15,-76 18-111-15,-1-2-121 0,-1 2-75 16,-3 0-90-16,-4 4-114 0,-1 1-322 15,-2 1-829-15</inkml:trace>
  <inkml:trace contextRef="#ctx0" brushRef="#br0" timeOffset="92436.55">11823 10247 821 0,'0'0'1521'0,"0"0"-1018"0,0 0-61 0,0 0-10 15,0 0-60-15,0 0-61 0,0 0-101 0,0 0-74 16,82 10-109-16,-62-21-27 0,3-6-98 0,2-3-78 15,-1-2-88-15,-1-4-150 16,-4 5-552-16,5-12-1002 0</inkml:trace>
  <inkml:trace contextRef="#ctx0" brushRef="#br0" timeOffset="92940.765">12128 9651 1816 0,'0'0'793'0,"0"0"-339"16,0 0-122-16,6 92 32 0,0-50 29 0,-2 2-42 15,-4 5-129-15,0 1-74 16,0 3-44-16,-6-1-46 0,-4 2-19 0,-4 2-13 16,-2-2-26-16,-1-4-12 0,1-4-34 15,3-8-12-15,4-10 0 0,3-9 36 16,5-6-12-16,1-8-15 0,0-4-49 0,0-1 6 15,0-4 11-15,7-8-5 0,1-2 36 16,4-9-5-16,0-2 24 0,5-5 9 16,-2-2-9-16,2-1 7 0,-4 1 24 15,3 1 0-15,-3 1-2 0,-2 6-20 16,4 1 9-16,-1 7 12 0,-1 3 1 16,3 1 1-16,0 6 46 0,-2 1 9 15,3 4 6-15,-5 1-15 0,2 0-16 16,-5 3 24-16,1 1-5 0,-4 4-19 15,0 0 6-15,-6 0-37 0,0 4-1 16,-2 2 1-16,-8 2-3 0,-4 4-28 0,-3 1 28 16,-2 0 3-16,-1 0 10 15,1-2 18-15,4-1 52 0,5-3-7 0,2-1-5 16,3-4-31-16,5-2-19 0,0-1-16 16,3-1 10-16,6 0 16 0,2 1 6 0,4-3 2 15,6 1 7-15,4-5-21 0,2 0-4 16,1 0 3-16,3-6-21 0,-2-4 0 15,1 2-85-15,-1-4-74 0,-4 0-75 16,1 0-81-16,-3-2-196 0,-9 6-688 16,8-5-1073-16</inkml:trace>
  <inkml:trace contextRef="#ctx0" brushRef="#br0" timeOffset="93706.58">10542 11184 1448 0,'0'0'734'0,"0"0"-291"16,0 0-137-16,0 0 75 0,0 0-22 16,0 0-29-16,0 0-57 0,0 0-25 15,0 0-48-15,43 80-59 0,-30-47-58 16,1 4-10-16,-1 5-15 0,0 0-3 15,0-1-3-15,-1-1-21 0,-1 0 2 0,-1-9-12 16,-1-3-17-16,2-7-2 0,-2-3 16 16,0-7-17-16,-2-3-1 0,1-2 0 15,0-1 3-15,-2-4-1 0,-1-1 1 16,1 0 21-16,3 0-24 0,-2-6-11 16,0-3-10-16,4-3 8 0,1-9 13 0,1-3 0 15,3-7-26-15,-3-4-19 16,3-5-19-16,-2-3 6 0,-2-1-10 15,-4-2-39-15,-2 4-6 0,-1 2-32 0,-4 5-27 16,-1 9-39-16,0 2-72 0,0 7-50 16,-3 9-163-16,0 1-607 0,-4 6-576 0</inkml:trace>
  <inkml:trace contextRef="#ctx0" brushRef="#br0" timeOffset="93923.451">10684 11480 199 0,'0'0'2570'0,"0"0"-1920"0,0 0-333 16,0 0 4-16,0 0-12 0,0 0-68 0,0 0-72 15,0 0-15-15,0 0-14 16,84 7-48-16,-59-7-28 0,0-3-31 0,1 0-32 16,-1 0-1-16,-2 1-42 0,-1-1-123 15,0-1-108-15,1 1-131 0,-5 1-643 16,5-3-1503-16</inkml:trace>
  <inkml:trace contextRef="#ctx0" brushRef="#br0" timeOffset="94532.721">11677 11050 2568 0,'0'0'528'0,"0"0"-337"15,0 0-3-15,0 0 119 0,0 0-4 16,-75 69-113-16,55-43-51 0,-1 2-40 15,0 2-25-15,0 1 16 0,1 5 5 16,2 1 22-16,1 3-4 0,2 3-27 0,3 0-19 16,0 2-19-16,5 0-14 15,-2 0-4-15,6-7 7 0,2-5-1 0,1-8 7 16,4-8-1-16,3-5 22 0,2-7-39 16,3 0-23-16,2-5 11 0,-1 0-13 15,6-6-15-15,-3-2-7 0,1-5-5 16,-3-1-46-16,2-1 9 0,-3 0 19 15,-2-3-4-15,-2 2 12 0,-3 1-24 16,-3 1 7-16,-2 3 14 0,-1 0 31 16,0 3 9-16,-7 2 10 0,-2-1-10 0,-2 3-28 15,-1 0-24-15,-1 1-58 0,-1 2 9 16,4 1 2-16,1 0-36 0,1 0-61 16,3 0-22-16,1 0-62 0,4 1-106 15,0-1-128-15,0 1-170 0,0-1-132 16,4 2-329-16</inkml:trace>
  <inkml:trace contextRef="#ctx0" brushRef="#br0" timeOffset="94773.113">12040 11165 1778 0,'0'0'561'0,"0"0"-67"0,0 0 59 16,0 0-129-16,0 0-50 0,0 0-100 0,-59 83-49 15,48-56-47-15,-1 1-40 0,2 0-19 16,4 0 0-16,-1 0 0 0,3-1-56 16,1-1-32-16,3-2-19 0,0-3-10 15,0-3 0-15,7-3-2 0,2-5-14 0,1 1 2 16,0-7-19-16,3 0 1 0,-3-4-52 16,3 0-16-16,-4 0-8 0,-2-5-20 15,0-2-48-15,-3-2-82 0,-1-3-176 16,-1 2-332-16,-2-7-980 0</inkml:trace>
  <inkml:trace contextRef="#ctx0" brushRef="#br0" timeOffset="94922.697">11916 11389 1099 0,'0'0'1530'0,"0"0"-873"16,0 0-131-16,0 0-102 0,0 0-135 0,0 0-107 15,0 0-26-15,0 0-12 0,77-17-89 16,-54 9-55-16,1-3-92 0,-1-1-67 15,-1-1-69-15,3 0-169 0,-7 3-337 16,7-6-1061-16</inkml:trace>
  <inkml:trace contextRef="#ctx0" brushRef="#br0" timeOffset="95196.05">12340 11022 2877 0,'0'0'762'0,"9"71"-314"0,-6-32-78 16,0 11 76-16,-2 8 12 0,-1 0-119 16,0-3-100-16,-6-2-85 0,0-9-82 15,-1-2-53-15,0-11-19 0,1-4-27 16,2-8-36-16,1-7-55 0,3-6-63 15,0-6-49-15,0 0-31 0,0-9-191 16,3-3-253-16,4-3-423 0,-4 1-166 16,0-8-44-16</inkml:trace>
  <inkml:trace contextRef="#ctx0" brushRef="#br0" timeOffset="95340.209">12321 11414 650 0,'0'0'1647'0,"0"0"-900"0,0 0-180 16,0 0-106-16,0 0-88 0,0 0-37 15,0 0-72-15,0 0-84 0,0 0 14 0,91-49-36 16,-63 41-43-16,0-1-30 0,1-3-34 15,1-2-51-15,-4-3-32 0,-1-1-89 16,-2-1-27-16,-1-2-10 0,-5-1-55 16,-1 0-111-16,-2-3-242 0,-5 9-569 15,-2-9-571-15</inkml:trace>
  <inkml:trace contextRef="#ctx0" brushRef="#br0" timeOffset="95498.284">12670 11041 1064 0,'0'0'1992'16,"0"0"-1561"-16,0 0-137 0,0 0 15 15,0 0-4-15,0 0 10 0,-19 78-70 16,19-50-13-16,0 0-28 0,3 6-28 16,0 4-31-16,0 2-39 0,0 4-42 0,0 1-22 15,-3 1-39-15,0 0-3 0,0-2-30 16,0-3-82-16,4-5-79 0,0-7-73 16,1-4-141-16,-1-12-543 0,6 3-759 0</inkml:trace>
  <inkml:trace contextRef="#ctx0" brushRef="#br0" timeOffset="96572.12">13038 9875 1929 0,'0'0'648'15,"0"0"-159"-15,0 0-21 0,0 0-54 16,0 0-67-16,0 0-56 0,0 0-26 15,0 0-66-15,46-74-101 0,-32 49-31 16,2-4-16-16,-1 3-8 0,0-1-19 16,-2 3 4-16,2 5-7 0,-2 0-21 15,-2 3 0-15,4 1-2 0,-4 1-19 0,-2 3 18 16,-1 3-19-16,-5 2 4 0,0 2-6 16,0 3-13-16,-1 1 10 0,-2 0-4 15,0 0 16-15,1 8-18 0,1 5-7 16,4 8 40-16,-1 6 15 0,1 10 0 0,-2 9-12 15,0 7-1-15,-4 6-2 16,0 7-11-16,-4 0-25 0,-3 3-10 0,-1-3-15 16,0-4 39-16,4-8 21 0,-1-7 1 15,4-8 3-15,1-9 13 0,0-6-16 16,0-6-2-16,4-8-50 0,2-6-16 16,2-2-45-16,1-2 14 0,4-6 10 15,1-9-7-15,3-3-43 0,1-2-33 16,-3-3-35-16,0-1 37 0,-4 3 72 15,-3 5 98-15,-1 3 3 0,-5 2 48 0,-2 4 40 16,0 3 22-16,0 3-6 0,0 1-3 16,0 0-32-16,0 0-72 0,0 0 0 15,0 7-25-15,0 3 5 0,0 4 20 16,0 3 19-16,3 6 49 0,1 3 13 16,0 2 3-16,2 7 2 0,-1 2 38 0,3 5 39 15,-1 5 137-15,1 2-90 0,-3-1-70 16,2 2-22-16,-1-1-33 0,-1-1-43 15,0-1-11-15,1 2-7 0,-1 0-15 16,4-3-9-16,0-1-21 0,3-1-31 16,1-6-8-16,-2-2-1 0,1-4-3 15,-4-3 7-15,0-4 26 0,-3-2 4 16,-2-3 27-16,-1 0 2 0,-2-2 22 16,-2 0 7-16,-6 0 5 0,-3-3-35 15,-3-1-1-15,1-1-15 0,-3-2-6 0,2-4-13 16,-3-3-20-16,-1-3-13 0,-2-1-6 15,-1-5-43-15,0-5-104 0,-2-5-162 16,0-5-189-16,6 6-645 0,-14-9-127 0</inkml:trace>
  <inkml:trace contextRef="#ctx0" brushRef="#br0" timeOffset="103758.277">20121 9907 130 0,'0'0'473'0,"0"0"1608"0,0 0-1714 16,0 0-51-16,0 0-11 0,0 0 72 16,0 0-49-16,0 0-102 0,0 0-75 15,-19 8-50-15,16 6-21 0,0 7 15 16,1 3 36-16,2 3-18 0,0 8-22 0,5 0-9 16,2 1-6-16,1 1-25 0,-1 0-24 15,0-2 13-15,-3 0-22 16,-1-4 3-16,0 0-19 0,-3 0-2 0,0 1-3 15,0-1 0-15,0-1-21 16,-6 1 0-16,-1 0-19 0,-1 0-32 0,-1-2-7 16,2-3-10-16,-2-3-11 0,6-6-13 15,0-4-24-15,3-2-29 0,0-7-37 16,0 2-85-16,0-3-104 0,0-2-69 16,3 3-176-16,0-4-470 0,1 0-365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07:58.9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6397 1362 1421 0,'0'0'1918'0,"0"0"-1587"16,0 0-183-16,0 0 28 0,0 0 165 15,0 0-63-15,0 0-84 0,0 0-77 16,-40 73-59-16,40-52 9 0,5 3 46 16,2 3 91-16,1 4-49 0,-1 2-43 15,1 4 24-15,-2 1-15 0,0 2-61 16,-2 2-21-16,-1 1-11 0,-1 3-16 16,-2 0 0-16,0 5-9 0,0 1 0 15,0 6 18-15,-2 7-21 0,-5 4-21 0,3 5 6 16,-4 1-3-16,0 6-25 0,2-2-35 15,2-2-4-15,-1-7-5 0,4-7-1 16,1-8 21-16,0-10-45 0,0-8-107 16,6-5-169-16,0-9-205 0,-2-4-178 15,4-6-530-15,-3-4-618 0,-1-4 1782 0</inkml:trace>
  <inkml:trace contextRef="#ctx0" brushRef="#br0" timeOffset="914.358">9987 1367 1102 0,'0'0'215'16,"0"0"1211"-16,0 0-1011 0,0 0-122 0,0 0-14 15,0 0 86-15,0 0-63 0,0 0-52 16,0 0-72-16,0 0-61 16,0 0-31-16,0 0-19 0,-5 31-15 0,4-17-16 15,1 7-11-15,-1 4 2 0,1 11-9 16,-2 6 16-16,-1 9 8 0,0 8-23 15,0 7 11-15,-4 5-28 0,3 3 10 16,0 2-11-16,-1 3-1 0,-2-2-2 16,3 0-37-16,-1-5-16 0,0-3-58 15,3-5-12-15,-1-3 12 0,3-8-37 16,0-3-50-16,0-3-23 0,0-6-63 16,-1-1-92-16,-1-4-140 0,1-2-293 15,-2-8-794-15,-3 7 1201 0</inkml:trace>
  <inkml:trace contextRef="#ctx0" brushRef="#br0" timeOffset="9992.312">1959 4026 1790 0,'0'0'974'0,"0"0"-538"0,0 0-200 15,0 0-71-15,0 0 69 0,0 0 161 16,0 0-88-16,0 0-104 0,0 0-70 15,0 0-42-15,-8 56 7 0,8-21 73 16,7 12-49-16,0 6-22 0,2 14-18 16,-2 6 63-16,2 11-66 0,-5 6-43 15,-1 7-18-15,-3 5-3 0,0 0-14 16,0-6-1-16,0-10-21 0,0-15-33 16,0-17 27-16,0-12 14 0,1-14-23 15,1-8-67-15,-1-7-36 0,1-2-32 0,-2-9-57 16,1-2-109-16,1 0-212 0,-1-13-256 15,-1-5-517-15,2 1-470 0,-2-20 1619 0</inkml:trace>
  <inkml:trace contextRef="#ctx0" brushRef="#br0" timeOffset="10215.493">1918 4238 1327 0,'0'0'2109'0,"0"0"-1802"16,0 0-304-16,49-77 161 0,-32 51 175 15,3 1 32-15,-1 3-140 0,0 2-81 16,2 5-40-16,-1 2-22 0,-1 5-5 16,1 4-47-16,-1 4-36 0,0 0 0 0,-2 11 0 15,-1 6 10-15,-2 9 27 0,-5 10 5 16,-5 11-39-16,-4 7-3 0,-1 1-106 16,-8 0-25-16,-5-4 46 0,1-6 36 15,-1-6-25-15,-1-7-54 0,2-4-78 16,0-6-70-16,1-4-121 0,3-6-219 15,0-6-537-15,3-3-647 0,-3-6 1411 0</inkml:trace>
  <inkml:trace contextRef="#ctx0" brushRef="#br0" timeOffset="10457.692">2337 4177 117 0,'0'0'2368'0,"0"0"-1971"0,0 0-83 16,0 0 125-16,0 0-83 0,0 0-74 15,0 0-102-15,62 80-57 0,-62-51-49 16,0 5-28-16,0 3-21 0,-4 0-10 16,-5 1-15-16,2-3-33 0,1-5 20 15,0-5 13-15,2-8 11 0,1-5 10 16,3-4-6-16,0-6 4 0,0 0-4 16,0-2 13-16,0 0 15 0,0-2 43 0,4-4-65 15,4-6-9-15,2-4 10 0,4-7-22 16,-1-3-13-16,1-5-152 0,0-5-100 15,-2 1-104-15,0-2-283 0,-3 8-899 16</inkml:trace>
  <inkml:trace contextRef="#ctx0" brushRef="#br0" timeOffset="10757.528">2581 4278 866 0,'0'0'2265'0,"0"0"-1965"0,4 81-154 15,-1-52 266-15,1 3 78 0,1-6-163 16,-1-7-158-16,4-6-87 0,1-5-42 15,3-3-1-15,2-4 4 0,2-1-25 16,3-4-2-16,1-7 5 0,-1-6-21 16,1-2-3-16,-3-4-37 0,-1 3-8 15,-3 0-1-15,-2 1-3 0,-2 4-9 16,-5-1-4-16,-1 5 26 0,-3 3 16 0,0-3 23 16,-6 3 28-16,-4 2 8 15,-5-4-5-15,-3 5-10 0,-2 3 10 0,0 2 21 16,4 0-34-16,-3 9-5 0,5 1 14 15,0 7 4-15,3 1-31 0,4 1-35 16,1 0-35-16,2 2-4 0,4-3-17 0,0-3-91 16,7-3-65-16,5-5-146 0,-2-5-349 15,13-6-1003-15</inkml:trace>
  <inkml:trace contextRef="#ctx0" brushRef="#br0" timeOffset="11026.595">3121 4323 1785 0,'0'0'1495'0,"0"0"-1003"0,0 0-272 16,0 0 9-16,0 0 130 0,0 0-79 16,0 0-133-16,0 0-83 0,0 0-64 0,0 0-13 15,22 53 7-15,-12-62 4 16,1-2 2-16,-2-4-18 0,1 2-19 16,-3 1-9-16,-1 1 12 0,-3 4 20 15,-3 2 14-15,0 2 25 0,0-1 17 0,-9-1-2 16,-4-2-40-16,-3 0-33 0,-5 0 29 0,-2 0-5 15,0-1-3-15,1 4 12 0,3 1 9 16,6 3 3-16,1 0-12 16,3 0-21-16,1 3-68 0,3 4-46 0,1 0-25 15,1 5 21-15,1 5-129 0,2 1-166 16,0 0-301-16,0-3-628 0,2-5-226 16,3-2 1586-16</inkml:trace>
  <inkml:trace contextRef="#ctx0" brushRef="#br0" timeOffset="11387.974">3121 4323 307 0,'-16'33'225'0,"31"-33"175"0,5 3 1072 15,6 1-986-15,8 1-111 0,5-3 221 16,4-1-213-16,1-1-160 0,-1-4-32 16,3-6-6-16,-4-7-75 0,1-2-43 15,-3-4-27-15,-3-4-9 0,-6 1-22 0,-5-4-9 16,-4-1-138-16,-5 0-55 0,-4 1 5 16,-4 1-19-16,-5 2-17 0,-4 2-9 15,0 3-25-15,-7 0 61 0,-7 2 162 0,-5-1 35 16,-3 2 32-16,-2 0-31 15,0 3 60-15,1 1 24 0,3 5 57 0,4 5 38 16,3 2 31-16,5 3-9 0,2 0-47 16,-1 6 8-16,-2 2-36 0,2 6-23 15,-2 5 3-15,2 7 6 0,3 9 3 16,-1 4-7-16,3 8 16 0,2 7-46 16,-2 10-31-16,2 2-11 0,-1 7-34 15,1 4 6-15,-2 3-9 0,1-1-1 16,1 3-2-16,-2-3-9 0,2 0-7 15,0-2-17-15,3-3-40 0,2-5-21 16,-1-6 48-16,2-9-2 0,-2-14-38 0,-1-8-2 16,-3-9-50-16,0-4-67 0,0-7-107 15,-3-1-109-15,-7-4-150 0,-3-4-512 16,0 0-675-16</inkml:trace>
  <inkml:trace contextRef="#ctx0" brushRef="#br0" timeOffset="11675.674">1637 5370 1854 0,'0'0'1404'0,"0"0"-1150"0,0 0-143 15,0 0 126-15,0 0 146 0,0 0-126 0,0 0-161 16,0 0-25-16,0 0 58 0,105-40 58 15,-58 26-65-15,8 1-52 0,6 0-3 16,6 1 6-16,11 0 0 0,9-4 33 0,13-2-6 16,10 0-24-16,11-3-21 15,8-2-55-15,6-1-27 0,0-2 6 0,5-2 0 16,0 3-3-16,1 0-22 16,-4 6 22-16,-7 3 21 0,-10 3-127 0,-11 0-86 15,-12 3-35-15,-11-2-43 0,-24 6-338 16,16-2-1080-16</inkml:trace>
  <inkml:trace contextRef="#ctx0" brushRef="#br0" timeOffset="19729.711">6909 4013 329 0,'0'0'2329'16,"0"0"-1992"-16,0 0-110 0,0 0 41 15,-11-75 29-15,8 56 6 0,2 5-36 16,-2 2-10-16,2 3-23 0,-1 3-38 0,2 5 2 15,0 1-16-15,-1 0-33 16,1 0-28-16,0 1-33 0,0 9-37 0,0 3-5 16,3 10 5-16,1 10-3 0,0 8-14 15,1 10-16-15,-2 7 0 0,-3 6-17 16,0 8-1-16,0 6-33 0,-2 0-7 16,-4 3-11-16,2 0-31 0,-2-3-5 0,3-8-7 15,-1-11 27-15,4-8 16 0,0-14 2 16,0-12-17-16,0-9-26 0,6-12-45 15,1-4-21-15,3-9-93 16,4-11-116-16,1-10-165 0,1 3-504 0,1-27-724 0</inkml:trace>
  <inkml:trace contextRef="#ctx0" brushRef="#br0" timeOffset="20054.489">7377 4042 1752 0,'0'0'1323'15,"0"0"-978"-15,0 0-161 0,0 0 65 0,0 0 141 16,0 0-151-16,0 0-175 0,-81 19-64 16,55-1-3-16,0 2-40 15,0 4 9-15,2-1 32 0,-1 1-32 0,1 1 15 0,2-1-6 16,2-1 22-16,1 2 3 0,5-6 0 16,-2 4 25-16,7-4-22 0,-2 1 19 15,7-2-7-15,1-2 1 0,3 3 12 16,0-2 3-16,8 1 27 0,7 2-11 15,2 1 23-15,5-2 4 0,2-1 31 16,2 2 8-16,3-4-37 0,1 1-24 16,0 1-6-16,2-5-34 0,0 3-12 15,-2-6-2-15,0 1-56 0,-3-4-92 16,-2-1-46-16,0-2-60 0,-1-4-113 16,-5 0-338-16,4-11-856 0</inkml:trace>
  <inkml:trace contextRef="#ctx0" brushRef="#br0" timeOffset="20372.578">8410 3691 157 0,'0'0'2795'0,"0"0"-2392"16,0 0-199-16,0 0 137 0,0 0 50 15,0 0-115-15,-48 76-48 0,21-30-75 0,-3 7-46 16,-7 9-18-16,-2 6-25 0,-5 4 6 16,-6 6 3-16,-3 2-7 0,-4 3-41 15,-5 3-14-15,-4 3-11 0,1 0 0 16,-1-2-21-16,4 0 18 0,3-5-16 15,4-4-69-15,6-4-40 0,5-7-30 0,5-9-29 16,8-8-65-16,4-13-105 16,11-10-256-16,9-11-489 0,3-16-550 0</inkml:trace>
  <inkml:trace contextRef="#ctx0" brushRef="#br0" timeOffset="20846.673">8400 4310 46 0,'0'0'2782'16,"0"0"-2311"-16,0 0-147 0,0 0 85 0,0 0-34 16,91-1-97-16,-61 1-97 15,5 0-49-15,1-5-46 0,1-1-38 0,2-1-48 16,-3 0-16-16,-1-4-27 0,-4-1-113 15,0 1-71-15,-3-3-107 0,-7 2-229 16,-7 3-712-16,-5 1-781 0</inkml:trace>
  <inkml:trace contextRef="#ctx0" brushRef="#br0" timeOffset="21027.886">8618 4324 98 0,'0'0'2028'16,"0"0"-1468"-16,0 0-114 0,0 0 19 15,4 92-43-15,3-59-7 0,-2 4-94 16,-1 4-67-16,0 1-86 0,-4 0-52 16,0-1-72-16,0-7-44 0,0-7-48 15,0-4-92-15,0-6-65 0,0-5-22 0,0-4-32 16,0 0-150-16,0-4-353 0,-4 0-751 0</inkml:trace>
  <inkml:trace contextRef="#ctx0" brushRef="#br0" timeOffset="21194.622">8610 4673 320 0,'0'0'2426'16,"0"0"-1888"-16,0 0-90 0,0 0 110 15,95-33-113-15,-70 29-117 0,3 0-124 16,-4 1-73-16,3 2-76 0,-4-3-40 16,-4 2-15-16,1 1-33 0,-4 1-34 15,-4 0-88-15,-1 0-59 0,-4 5-102 16,-5 4-267-16,-2 4-194 0,-2-2-748 15,-18 12-273-15</inkml:trace>
  <inkml:trace contextRef="#ctx0" brushRef="#br0" timeOffset="21350.494">8674 4886 1149 0,'0'0'48'16,"0"0"1297"-16,0 0-1080 0,0 0-95 16,0 0 124-16,0 0 37 0,0 0 22 15,0 0-5-15,0 0-88 0,99-12-88 16,-66 2-73-16,3-1-17 0,2-1-52 0,1-2-30 15,-3 1-28-15,0 2-60 0,-3-3-134 16,2 4-137-16,-11 3-229 0,8-4-1118 0</inkml:trace>
  <inkml:trace contextRef="#ctx0" brushRef="#br0" timeOffset="22504.644">10674 4309 463 0,'0'0'261'16,"0"0"-183"-16,0 0-77 0,0 0 97 15,0 0-46-15,0 0 46 0,0 0 488 16,0 0-252-16,0 0-74 0,0 0 47 16,0 0 15-16,-5 0-33 0,5 0-40 15,0 0-33-15,0 0-18 0,0 0-18 16,0 0-1-16,0 0-11 0,0 0-13 16,0 1-16-16,0 3-41 0,1 5-30 15,3 6 2-15,2 3-24 0,-3 4-12 0,1 4-6 16,-2 0-13-16,-1 1-12 15,-1 0 15-15,2-4-18 0,-2-4-14 0,0-2 2 16,0-1-22-16,0-5-49 0,0-2-46 16,0-3-21-16,0-5-42 0,0 1-44 15,0-2-57-15,0 0-169 0,0 0-294 16,0-6-530-16</inkml:trace>
  <inkml:trace contextRef="#ctx0" brushRef="#br0" timeOffset="22673.395">10647 4096 1238 0,'0'0'1780'15,"0"0"-1429"-15,0 0-195 0,0 0 59 16,0 0 21-16,0 0-104 0,0 0-67 16,0 0-65-16,0 0-34 0,0 0-16 15,81-11-158-15,-58 11-111 0,-5 0-265 0,6 0-1197 16</inkml:trace>
  <inkml:trace contextRef="#ctx0" brushRef="#br0" timeOffset="22989.537">11131 4215 3161 0,'0'0'559'0,"0"0"-301"15,0 0-23-15,0 0 66 0,-52 67-60 16,48-51-79-16,0 0-70 0,4-2-61 15,0 2-19-15,8-3 3 0,4 0 4 16,3-1 8-16,1-2-3 0,6-1-23 16,-1 0 15-16,1-3 5 0,-2 1-18 15,0 2 15-15,-5-2 7 0,1 2 5 0,-3 0-28 16,-4 1 23-16,-4 2 5 0,1 1 3 16,-6 2-8-16,0-2-4 0,-2 1 9 15,-6-3-11-15,1-1-19 0,-1-2-27 16,1-4-40-16,-3 1-54 0,0-3 11 15,-2 0 0-15,-3-2-52 0,-1 0-57 16,-4 0-25-16,-3 0-61 0,-2 0-228 0,8 0-601 16,-11-2-760-16</inkml:trace>
  <inkml:trace contextRef="#ctx0" brushRef="#br0" timeOffset="27347.003">12330 4232 950 0,'0'0'1422'16,"0"0"-803"-16,0 0-271 0,0 0-166 0,0 0 11 15,0 0 27-15,0 0-15 0,0 0-22 16,81 22 46-16,-52-15-87 0,-1 1-49 16,3-3-20-16,-3-1-21 0,0-3-21 15,-1-1-7-15,1 0-24 0,1-8-21 16,-2-2-16-16,0-3-89 0,-4 1-80 15,0-5-60-15,-4 1-50 0,-2-3-176 16,-5 0-276-16,-2 7-621 0,-4-9 289 0</inkml:trace>
  <inkml:trace contextRef="#ctx0" brushRef="#br0" timeOffset="27707.506">12644 3948 189 0,'0'0'453'0,"0"0"10"15,0 0 664-15,0 0-742 0,0 0-112 0,0 0-45 16,0 0-30-16,0 0-20 0,0 0-42 16,0 0-44-16,-61 41-16 0,60-21 6 15,-1 3 24-15,2 4 33 0,0 3-45 16,2 4-17-16,5 2-18 0,-2 1-6 16,2 3-37-16,0 2-4 0,0 1-10 15,1 3 26-15,0-2-12 0,-2 4-1 16,2-3 0-16,1 4 19 0,-1-4 6 0,-3 1-27 15,4-5-12-15,-3-3 14 0,-2-2-15 16,2-6 0-16,-3 0 16 0,0-3-16 16,0-1 15-16,-2-3-3 0,2-4 4 15,-2-4-14-15,-1-3 16 0,0-3-5 16,0-4-1-16,0-1 6 0,-1-3-18 16,-5-1-15-16,0 0-43 0,-4-1-35 15,-3-6-24-15,-3-5-1 0,1-4-19 16,0-2-17-16,-1-4-12 0,3-6-87 15,3-4-58-15,0-4-118 0,4 8-696 0,2-19-369 16</inkml:trace>
  <inkml:trace contextRef="#ctx0" brushRef="#br0" timeOffset="27913.668">12931 4235 703 0,'0'0'1689'0,"0"0"-1045"0,0 0-181 16,0 0-103-16,16 68-52 0,-11-48-35 16,-2 2-63-16,0-1-90 0,-3-1-68 15,0-2-27-15,0 1-25 0,0-6-15 16,0 0-56-16,0-2-71 0,0-4-62 16,0-1-26-16,-3-3-43 0,-1-3-163 15,0 0-687-15,0-4-893 0</inkml:trace>
  <inkml:trace contextRef="#ctx0" brushRef="#br0" timeOffset="28072.323">12983 4066 726 0,'0'0'1862'0,"0"0"-1306"0,0 0-149 0,0 0-81 16,0 0 3-16,0 0-87 0,0 0-121 15,0 0-98-15,0 0-23 0,0 0-50 16,0 0-163-16,63 7-110 0,-57 2-105 15,0 0-246-15,-2 6-682 0</inkml:trace>
  <inkml:trace contextRef="#ctx0" brushRef="#br0" timeOffset="28412.152">13133 4210 851 0,'0'0'140'16,"0"0"-3"-16,0 0 917 0,0 0-620 0,0 0-23 16,36 75-37-16,-32-57-22 0,0 0-12 15,-1 1-66-15,0 0-42 0,-1 0-48 16,-1-5-52-16,-1 1-61 0,2-5-65 15,-1-2-6-15,1-1-37 0,-1-5-12 16,0-1-43-16,5-1-46 0,0 0-32 0,1-1 15 16,3-7 6-16,3-2 24 0,0-5 18 15,3-2 3-15,-2-3 38 0,2 2 25 16,-1 0 26-16,0-1 15 0,-2 3 16 16,-1 4 3-16,-1 2 25 0,-2 2 50 15,-2 5 0-15,2 0-8 0,-5 3 8 16,2 0 11-16,-2 3 1 0,-1 4-16 15,2 4-16-15,-2 1-3 0,-2 5 3 0,2-3-4 16,-3 4 7-16,0-1-25 0,0-5-43 16,0 0-9-16,0-4-30 0,0-2-53 15,0-2-61-15,0-4-39 0,1 0-62 16,6-3-106-16,1-4-184 0,-1-1-462 16,9-11-548-16</inkml:trace>
  <inkml:trace contextRef="#ctx0" brushRef="#br0" timeOffset="28574.772">13667 4248 767 0,'0'0'632'0,"0"0"640"16,0 0-871-16,0 0-24 0,0 0 90 15,-6 80-7-15,1-62-111 0,-1 0-113 16,0 0-77-16,1-5-70 0,-1 1-68 16,0-3-21-16,3 1-52 0,-1-3-91 15,3-2-78-15,-1-2-96 0,1-2-106 16,1-3-212-16,0 0-504 0,0-10-462 0</inkml:trace>
  <inkml:trace contextRef="#ctx0" brushRef="#br0" timeOffset="28755.409">13803 3842 684 0,'0'0'130'16,"0"0"-29"-16,0 0-39 0,0 0 6 0,0 0 919 15,0 0-553-15,0 0-192 0,0 0-84 16,0 0-1-16,0 0 16 0,0 0-61 16,13 24-112-16,-12-20-4 0,-1 0-101 15,2 3-106-15,-1 0-188 0,-1-3-424 16,0 4-910-16,-17-66 1700 0</inkml:trace>
  <inkml:trace contextRef="#ctx0" brushRef="#br0" timeOffset="29053.641">14041 3787 1155 0,'0'0'971'0,"0"0"-283"0,0 0-351 0,0 0-34 0,11 79 58 15,-8-47 6-15,-1 5-81 0,2-1-70 16,-1 3-59-16,0 2-22 0,-2 0 2 15,-1 1-30-15,3 0-49 0,-2-5-58 16,1-2 0-16,-1-7-3 0,1-2-19 16,1-7 7-16,0-1-6 0,0-4-1 0,2-3 1 15,-1 0-25-15,1-1-54 0,-1-3-14 16,2 0-11-16,-2-2 17 0,-1-5-89 16,0 0-148-16,-3 0-204 0,0-2-481 15,0-6-292-15</inkml:trace>
  <inkml:trace contextRef="#ctx0" brushRef="#br0" timeOffset="29228.882">13921 4179 2639 0,'0'0'441'0,"0"0"-234"0,0 0 133 16,0 0 73-16,0 0-29 0,0 0-94 16,0 0-149-16,0 0-25 0,0 0 4 15,0 0 5-15,89-44-107 0,-64 37-18 16,-3-1-37-16,2-1-39 0,1-1-122 0,0 1-119 15,-2-1-114-15,-1 3-196 0,-5 2-454 16,6 2-227-16</inkml:trace>
  <inkml:trace contextRef="#ctx0" brushRef="#br0" timeOffset="29493.613">14258 4146 212 0,'0'0'1907'0,"0"0"-1206"0,0 0-192 16,0 0-59-16,0 0-4 0,0 0-46 15,0 0-121-15,0 0-101 0,0 0-57 16,0 0-35-16,0 0-35 0,91 57-14 15,-72-69-37-15,0-3-41 0,2-5-38 16,-3-2-61-16,0 1-28 0,-1 0-19 16,-5 2-1-16,-2 3 27 0,-4 3 19 0,-2 4 8 15,-4 2 39-15,0 4 54 0,-10-1 41 0,-1 4 93 16,-4 0 41-16,-1 7-59 0,-4 5-50 16,1 7 58-16,-2 7 26 0,1 2-1 15,2 5-34-15,1 2-7 16,5-1 4-16,0-1 5 0,4-3 16 0,4-4 0 15,4-7-34-15,0-4-31 0,7-7-18 16,7 0-9-16,4-3-36 0,9-3-62 16,5-2 19-16,7 0-96 0,4-2-254 15,-8 0-292-15,19-3-849 0</inkml:trace>
  <inkml:trace contextRef="#ctx0" brushRef="#br0" timeOffset="30354.824">15743 3882 924 0,'0'0'205'0,"0"0"303"0,0 0 535 16,0 0-776-16,0 0-46 0,-32-78-20 0,25 65 28 16,-1-1 121-16,0 4-105 0,1 2-62 15,-2 1 18-15,2 3 12 0,-5 2-51 16,2 2-49-16,-4 3-61 0,-1 9-50 16,-5 9 20-16,1 12 5 0,1 12-3 15,0 12 28-15,1 4 21 0,4 7 12 16,0 2 18-16,5-2-3 0,3-4-36 15,5-8-46-15,0-7 9 0,6-10-2 16,6-8 2-16,6-12-12 0,2-5 6 16,2-5-9-16,3-8 9 0,1-1-10 15,-1-5-11-15,0-7-33 0,-5-3-33 16,2-3-46-16,-5-3-22 0,0 1-30 16,-5 1-34-16,-2 2-40 0,-6-1-66 0,-4 6-46 15,0-1 24-15,-6 2-9 0,-5-1-8 16,-3-1 26-16,-4 1 121 0,-1-1 70 15,-1-1 103-15,0 4 23 0,4 0 123 16,4 4 105-16,6 3 38 0,3 0-37 0,3 3-60 16,0 0-24-16,1 0-9 0,7 0 2 15,4 3 122-15,4 0-3 0,6-2-44 16,2 3-42-16,1-4-57 0,-2 0-38 16,3 0-39-16,-2-7-10 0,-1-1-27 15,-2 0-58-15,0-3-98 0,-1 1-59 16,-4 0-28-16,0-1-24 0,-3 4-91 15,-2-1-138-15,-3 3-74 0,-5 0-34 16,-3 4 140-16,0-1 464 0,0 2 39 16,-5 0 289-16,-2 0 96 0,-1 2 26 15,0 2-18-15,0 0-131 0,0 6-21 0,0 1-11 16,1 4-11-16,-1 2-33 0,2 2-41 16,0 1-19-16,3 0 21 0,1-1-25 15,2 0-43-15,0 0-57 0,0-2-45 0,5-3-16 16,1-2-31-16,0 0-47 15,2-1-26-15,2-2-29 0,3 1-26 0,1 1-76 16,3-4-128-16,-1 0-220 0,-1-1-515 16,5-4-654-16</inkml:trace>
  <inkml:trace contextRef="#ctx0" brushRef="#br0" timeOffset="30733.604">16358 4115 881 0,'0'0'1638'0,"0"0"-1117"16,0 0-112-16,0 0-1 0,0 0-7 16,0 0-42-16,0 0-48 0,0 0-76 15,-79 64-62-15,64-50-36 0,2 0-22 16,1-2-30-16,4 0-36 0,2-1-25 16,1-2-23-16,3 1-1 0,1 0-1 0,1 0-14 15,0 0 12-15,0-3-22 0,0 0 1 16,1-3-27-16,2-2-19 0,6 1 6 15,0-3-15-15,5-1 0 0,3-9 0 16,6-3 3-16,2-8-18 0,-1 0-7 0,1-1-9 16,-1-1-16-16,-4 5 24 15,0 3 25-15,-6 4 40 0,-4 5 37 0,-2 1 19 16,-1 5 95-16,-2 0 21 0,-1 5-3 16,1 1-16-16,0 5-18 0,2 1-16 15,-2-1-15-15,-1-1-22 0,3 0-45 16,1-4-15-16,1-2-43 0,3-4-12 15,4 0-119-15,1-10-81 0,3-3-119 16,-4-1-260-16,7-8-761 0</inkml:trace>
  <inkml:trace contextRef="#ctx0" brushRef="#br0" timeOffset="30984.843">16765 3407 1603 0,'0'0'33'16,"0"0"1285"-16,0 0-807 0,0 0-82 15,0 0 13-15,-15 100-62 0,15-59-55 16,-1 7-69-16,-1 4-43 0,1 7-32 16,-2 2-33-16,-3 5-30 0,0 4-39 15,-1-3-28-15,0 1-24 0,0-5-27 16,-2-8-15-16,3-9-54 0,3-10-46 15,3-8-18-15,0-5-27 0,0-10-34 16,11-7-83-16,3-6-152 0,3-5-327 16,-1-4-634-16,11-17-665 0</inkml:trace>
  <inkml:trace contextRef="#ctx0" brushRef="#br0" timeOffset="31283.305">17005 4045 1952 0,'0'0'1558'16,"0"0"-1333"-16,0 0-184 0,0 0 138 15,-6 76 203-15,3-55-8 0,1-2-104 0,0-4-127 16,2-7-100-16,0-1-43 0,4-5 2 16,2-2 1-16,3 0 31 0,2-7-4 15,5-3-30-15,0-6-26 0,2-2-23 16,-1-3-18-16,-1 1 0 0,-1-1-7 16,-3 4 22-16,-1-1 52 0,-5 5 2 15,-4 2 26-15,-2 3 24 0,-2 2 9 16,-7 1-18-16,-5-1 18 0,-3 5-16 15,0 1-8-15,-2 0 12 0,0 6-49 16,-1 3-28-16,2 6 27 0,1-2-2 0,0 1-15 16,4-2-13-16,1 2 1 0,3-3-10 15,1-1-70-15,1 1-76 0,3-1-116 16,2-2-164-16,2-2-503 0,2-5-658 16</inkml:trace>
  <inkml:trace contextRef="#ctx0" brushRef="#br0" timeOffset="31603.875">17489 3984 26 0,'0'0'2542'0,"0"0"-1813"0,0 0-216 0,0 0 8 16,0 0-104-16,0 0-123 0,0 0-90 16,0 0-82-16,-30 65-22 0,23-34 15 15,-2 0 85-15,2 0-85 0,1-3-76 16,3-6-39-16,0-3-11 0,3-6-13 15,0-5-28-15,0-4-56 0,0-4-65 16,0 0-76-16,3 0-56 0,2-10-307 16,-1 1-621-16,1-12-825 0</inkml:trace>
  <inkml:trace contextRef="#ctx0" brushRef="#br0" timeOffset="31733.118">17446 3904 2564 0,'0'0'556'0,"0"0"-224"0,0 0 104 0,0 0-29 15,0 0-137-15,0 0-184 0,0 0-86 16,0 0-71-16,0 0-152 0,105-74-133 0,-67 64-171 16,-8 3-566-16,20-10-634 0</inkml:trace>
  <inkml:trace contextRef="#ctx0" brushRef="#br0" timeOffset="31999.873">17962 3744 2944 0,'0'0'568'0,"0"0"-205"0,0 0 11 16,0 0 28-16,-24 67-6 0,5-41-19 0,-4 2-86 15,-2 2-67-15,0 1-73 0,0-2-42 16,3 0-40-16,2-3-51 0,7-4-18 0,3-1-18 16,4-1-12-16,5-4-19 0,1-1-29 15,7-1-12-15,4 2-7 0,6-8-12 16,1 3 22-16,1 0-4 0,0-4 0 16,1 3 6-16,-3-2 3 0,-1 4 27 15,-3 0 22-15,-3 1 11 0,-4 0 22 16,-6 2-12-16,0 0 12 0,-8 2-2 15,-9 6-77-15,-6-4-83 0,-5 1-6 16,-3 0 48-16,0-2 68 0,-3 0-44 0,0-2-245 16,-4-1-209-16,11-3-486 0,-26 5-817 15</inkml:trace>
  <inkml:trace contextRef="#ctx0" brushRef="#br0" timeOffset="83964.675">8497 6153 1964 0,'0'0'1546'15,"0"0"-1211"-15,0 0-89 0,0 0-78 16,0 0-6-16,0 0 88 0,0 0-63 16,0 0-31-16,0 0-52 0,0 0-19 15,63 3-2-15,-30-3 20 0,3 0-18 16,-1 0-33-16,-3 0-22 0,-4 0-17 0,0 0-13 16,-2 0-27-16,-3-1 24 0,-3-1-15 15,0 0-13-15,-3-1-8 0,-4-1-61 16,-1 2-43-16,-2-4-31 0,-1 2-35 15,-2-1-61-15,-3-2-156 0,-4 2-564 0,0-7-829 16</inkml:trace>
  <inkml:trace contextRef="#ctx0" brushRef="#br0" timeOffset="84433.655">8618 6098 737 0,'0'0'1586'16,"0"0"-1147"-16,0 0-118 0,0 0-18 16,0 0 58-16,0 0-17 0,-31 69-83 0,27-57-103 15,1 6-74-15,-1-4-26 0,0 7-8 16,-2 1-23-16,-3 4 1 16,0 3 12-16,-3 4 6 0,1 0 9 0,-4 3-9 15,0 4-3-15,-2 1-3 0,2 2-4 16,-2 1 7-16,1 2-6 0,1-3-7 15,0 2-12-15,4-1-15 0,-1-3 13 16,6-3-4-16,2-2 6 0,4-8 13 0,0-6-4 16,0-2-24-16,6-5-1 0,1-1 0 15,2 0 1-15,2 0 12 0,1-3-3 16,3 1 4-16,1 0 14 0,0 0 3 16,1-4-20-16,2 1 2 0,-3 0 0 15,0 0-12-15,0-4 9 0,-2 3-10 16,2-1 28-16,0-2-14 0,-3 2-15 15,3-5 11-15,-3 0 0 0,2-2-10 16,-2 0 10-16,5 0 6 0,-1 0-16 16,3-2 1-16,0-3-3 0,-1-2 2 0,3-2-2 15,-2 0-48-15,-1-1-4 0,2-2 19 16,-1 0-70-16,1-3-28 0,0 1-25 16,1 1-46-16,-2-2-41 0,0 1-51 15,-1-2-169-15,-2 1-245 0,0-3-595 16,-6 5-388-16,3-8 1573 0</inkml:trace>
  <inkml:trace contextRef="#ctx0" brushRef="#br0" timeOffset="84791.199">9263 6198 1353 0,'0'0'309'15,"0"0"1004"-15,0 0-945 0,0 0-86 0,0 0 46 16,0 0 4-16,-1 80-56 0,-1-51-64 16,2 5-55-16,0 4-53 0,0 5-22 15,2 4-3-15,1 7 58 0,-3 1-6 16,0 3-67-16,-2 3-34 0,-4-2-28 15,-3 1-2-15,1-4-1 0,1 0 0 16,1-5 1-16,1-2-3 0,3-5-21 16,2-7-13-16,0-5-72 0,0-12 0 15,2-7-47-15,2-8-30 0,1-5-1 16,6-1-72-16,0-14-142 0,5-6-221 16,4-6-472-16,-5 3-590 0,8-21 1126 0</inkml:trace>
  <inkml:trace contextRef="#ctx0" brushRef="#br0" timeOffset="85153.993">9700 6434 284 0,'0'0'124'0,"0"0"1736"0,0 0-1170 16,0 0-268-16,0 0-149 0,0 0-21 16,0 0-88-16,0 0-80 0,0 0-46 0,-85 58-10 15,61-37-3-15,0 2 21 0,-2 4-18 16,-2 0 3-16,-1 1-9 0,0 2 18 15,2-2-12-15,4-1-3 0,2-3-10 16,4-4 7-16,4-1 3 0,2-1 9 16,2-2-31-16,3-3-3 0,2 2-9 15,1-3 9-15,3-2 1 0,0 0 1 0,1 1 13 16,8-1 16-16,4 1-3 0,3 3 30 16,1-1 44-16,5 4 75 0,1 1-54 15,1 0-56-15,-2 1-9 0,1-3-13 16,1-1-23-16,-1 1-7 0,1-1-12 15,0-3-3-15,2 0-14 0,0-1 12 16,1-2 0-16,-2-5-38 0,-6-2-97 16,-1-2-102-16,0-7-34 0,0-3-149 15,-1-4-335-15,-2 1-781 0,-5 1-313 0</inkml:trace>
  <inkml:trace contextRef="#ctx0" brushRef="#br0" timeOffset="85363.611">10001 6503 2959 0,'0'0'1297'16,"0"0"-1037"-16,0 0-121 0,0 0 177 15,0 0-32-15,78 21-16 0,-59-14-123 16,-3 1-81-16,2 0-64 0,-3-2 0 0,-1 1-22 15,-1 2-11-15,-2 0-94 0,0-3-49 16,-4 1-55-16,1 2-112 0,-5 0-298 16,-3 1-805-16,0 0-1106 0,-8 3 2550 0</inkml:trace>
  <inkml:trace contextRef="#ctx0" brushRef="#br0" timeOffset="85538.917">10112 6741 640 0,'0'0'241'0,"0"0"1602"0,0 0-1177 0,0 0-226 16,0 0-110-16,0 0-121 0,0 0-70 16,26 68-77-16,-15-64-56 0,1 0-6 15,1-2-96-15,0-2-93 0,2 0-105 16,0 0-224-16,1-6-650 0,-3-1-704 16,2-6 1742-16</inkml:trace>
  <inkml:trace contextRef="#ctx0" brushRef="#br0" timeOffset="85765.288">10514 6288 2259 0,'0'0'1492'0,"0"0"-1282"0,0 0-96 16,0 0 151-16,0 0 66 0,93 9-34 15,-59-9-86-15,-1-7-83 0,0-1-58 16,0-2-40-16,-5-1-30 0,-1 2-12 16,-5-2-27-16,-1 2-77 0,-2 0-85 15,-4 2-87-15,-4-3-176 0,-2 1-552 16,-2 2-595-16</inkml:trace>
  <inkml:trace contextRef="#ctx0" brushRef="#br0" timeOffset="85969.212">10799 6267 892 0,'0'0'108'0,"0"0"1794"0,0 0-1244 0,-15 94-189 16,13-57-7-16,2 6-62 0,0 2-46 15,0 5-68-15,0 2-59 0,0 2-76 16,0-4-45-16,-4 4-49 0,0-3-48 16,-1-1-9-16,4-9-30 0,1-4-64 15,0-10-48-15,0-7-6 0,0-8-13 16,0-4-42-16,0-6-59 0,0 1-193 15,0-3-249-15,0 0-558 0,0-5-587 16</inkml:trace>
  <inkml:trace contextRef="#ctx0" brushRef="#br0" timeOffset="86118.825">10841 6781 225 0,'0'0'2273'0,"0"0"-1652"0,0 0-159 0,0 0-46 15,84-18 5-15,-60 16-109 0,0-2-97 16,0 2-80-16,0-2-53 0,-1 0-41 0,-4 1-41 15,-3 0-39-15,-3 0-68 16,-2-1-31-16,-2 4-21 0,-3 0-60 0,-3 0-100 16,-3 0-171-16,0 7-210 0,-6 3-598 15,-1 0-320-15</inkml:trace>
  <inkml:trace contextRef="#ctx0" brushRef="#br0" timeOffset="86276.215">10852 6997 470 0,'0'0'1655'15,"0"0"-1038"-15,0 0-331 0,0 0 12 16,0 0 70-16,0 0-29 0,0 0-35 0,0 0-57 16,93 13-77-16,-68-20-87 0,2-5-83 15,0-3-13-15,2 0-70 0,1-2-40 16,4 1-53-16,0-3-13 0,2 0 27 16,-10 2-362-16,15-13-1521 0</inkml:trace>
  <inkml:trace contextRef="#ctx0" brushRef="#br0" timeOffset="86851.47">11602 6290 722 0,'0'0'2297'15,"0"0"-1927"-15,0 0-290 0,0 0 28 0,0 0 116 16,0 0-20-16,0 0-143 0,0 0-61 15,88-73-17-15,-72 65-11 0,0-1-7 16,-5 2 26-16,-2 4 9 0,-1-1 22 16,-2 4 38-16,0 0-3 0,-3 0-4 15,0 2 31-15,3 7 49 0,-2-1-9 16,2 6-28-16,-2 3-44 0,-1 4-5 0,4 3 14 16,-2 1-3-16,1 4 16 15,0 2 88-15,0 0-46 0,-1 1-25 0,0 2-18 16,1-3-9-16,3 3 6 15,-2-2 27-15,0 2 52 0,4-3-53 0,0 4-26 16,0-3-22-16,4 1-3 0,-4-1-30 16,0 0-12-16,0-4 12 0,-2 2-5 0,-1-5-10 15,1 1-12-15,-2 2 10 0,-1-2-31 16,-3 0 33-16,0-5 10 0,-2-3-9 16,-1-1-1-16,0-2 3 0,0-4-2 15,0-1-1-15,0-3 0 0,0-2-1 16,0-3 1-16,0 0 3 0,0 0-1 15,0-2 17-15,0 0-7 0,0 0-10 16,0 0-2-16,-3 0-9 0,2 0-22 16,-4 0 13-16,1 0 16 0,-3-3-1 15,-3 2 0-15,0-4 0 0,-5 1 2 0,2-1 0 16,-1 0 1-16,-2 0-21 0,-2 1-12 16,0 1 3-16,-2-3-25 0,2 1-14 15,-5 2-7-15,0 0-18 0,-1 1 3 16,-1 2-9-16,-2 0-9 0,-2 0-32 15,0 1-8-15,-2 5-41 0,0-1-29 0,0 0-147 16,0 1-190-16,10-3-421 0,-8 2-248 0</inkml:trace>
  <inkml:trace contextRef="#ctx0" brushRef="#br0" timeOffset="87449.381">12470 6545 10 0,'0'0'2798'0,"0"0"-2203"0,0 0-250 16,0 0-77-16,0 0 51 0,0 0-53 15,0 0 11-15,105 14-72 0,-66-14-50 16,1 0-58-16,-1 0-42 0,0 0-15 0,-3 1-19 16,-3 0-10-16,-3 1-11 15,-5-1-18-15,0-1-31 0,-2 0-112 0,-3 0-22 16,-3-1-31-16,0-2-113 0,-5 2-332 15,-3 1-920-15</inkml:trace>
  <inkml:trace contextRef="#ctx0" brushRef="#br0" timeOffset="87658.781">12651 6805 137 0,'0'0'2598'0,"0"0"-2085"0,0 0-144 15,0 0-16-15,0 0 59 0,0 0-57 16,0 0-82-16,107 14-65 0,-71-14-62 16,1-2-67-16,2-2-40 0,-1-2-22 15,0 0-17-15,-4-1-21 0,0 1-49 16,-2 0-63-16,-2-1-35 0,1 2-46 16,0 1-112-16,1 1-272 0,-9 3-560 0,15 0-583 0</inkml:trace>
  <inkml:trace contextRef="#ctx0" brushRef="#br0" timeOffset="88607.711">14297 6030 95 0,'0'0'169'0,"0"0"926"0,0 0 30 0,0 0-799 16,0-66-27-16,0 49-38 0,0 4 12 15,0-1-49-15,0-1-45 0,-3 2-28 16,0 3-24-16,2 1-15 0,-2 2-4 16,2 1 6-16,-1 2 16 0,1 3-14 15,-1 1-24-15,-1 0-9 0,-1 0-47 0,-3 2 1 16,-3 7-37-16,-6 0-1 0,0 8-21 16,-4 8-5-16,0 7 15 0,-3 7 12 15,0 3 21-15,-2 6-3 0,2 1-17 16,-3 2-1-16,0-1-1 0,2 0-1 15,-1-5 1-15,6-2-2 0,-1-6-12 16,3-6 14-16,3-6 0 0,3-3-1 16,0-6 1-16,5-2-14 0,-1-1-13 15,3-2-21-15,1-4-39 0,1-2-23 16,2 0 1-16,0-4 5 0,0-1 15 16,2 0 7-16,5 0 5 0,2-6 41 0,1-1-10 15,4-5 4-15,-1-3 43 0,0 0-4 16,0 3 4-16,-4 1-3 0,2 5 3 15,-3 1 34-15,-1 5 6 0,1 0 10 16,1 6 30-16,0 6 1 0,2 4-19 0,-2 3 18 16,1 3-12-16,-3 0 2 15,2 2-2-15,-5 2 9 0,2 1 8 0,-5 0-15 16,-1 4-9-16,0 2 3 0,-6 3 0 16,-2 4-9-16,-4 2-27 0,2-1-13 15,0 2-3-15,2 0-12 0,3-1-1 16,4-5-121-16,1-6 13 0,0-10 51 15,1-9-59-15,7-5-23 0,1-7-33 16,3 0-21-16,7-5-101 0,0-5-228 16,-4 1-586-16,10-10-840 0</inkml:trace>
  <inkml:trace contextRef="#ctx0" brushRef="#br0" timeOffset="89348.285">14840 6064 864 0,'0'0'101'0,"0"0"1236"15,0 0-872-15,0 0-86 0,0 0-54 16,0 0-9-16,0 0-58 0,0 0-36 16,0 0-20-16,0 0-72 0,0 0 11 15,23 79 1-15,-14-38-17 0,0 7-6 16,-2 8-18-16,-1 3 5 0,-2 0-27 0,-2-1-39 16,-2 0-28-16,0-4-11 0,0-1 2 15,-2-3-2-15,-2-6-1 0,1-4-10 16,-1-7-36-16,2-7-20 0,2-8-56 15,0-8-40-15,0-4-31 0,0-3-46 16,7-3-145-16,1-4-312 0,-3-3-562 16,9-10-644-16</inkml:trace>
  <inkml:trace contextRef="#ctx0" brushRef="#br0" timeOffset="89720.352">15403 6091 430 0,'0'0'353'16,"0"0"1368"-16,0 0-1142 0,0 0-196 15,0 0-114-15,0 0-36 0,-68 76-60 0,48-55-49 16,-1 1-55-16,0 2-20 0,-2-1-24 16,-3 1-24-16,4 1 2 0,-4-1-3 15,2 0-17-15,-1 1-5 0,1-1-6 16,5 0-6-16,3-5 2 0,6-2 32 15,4-5 12-15,3-1 22 0,3 1-30 0,3-1 11 16,5 1 19-16,5 1 19 16,4 0-10-16,1-1 16 0,3 1-7 0,2 3 13 15,0 0 80-15,1 2 5 16,1 2-34-16,-1-1-30 0,2-1-41 0,2 0-36 16,-4 1 4-16,3-1-26 0,-3-1 10 15,-3-1-24-15,-1-1-61 0,-4-3-16 16,0-1-40-16,-3 1-22 0,-3-4-35 0,0 2-79 15,-3-3-201-15,-1-2-479 0,-1 2-721 0</inkml:trace>
  <inkml:trace contextRef="#ctx0" brushRef="#br0" timeOffset="91322.279">15947 6290 2549 0,'0'0'1057'0,"0"0"-726"16,0 0-161-16,0 0-4 0,0 0 48 0,0 0-14 16,0 0-55-16,0 0-50 0,77 45-65 15,-63-38-30-15,-4-4-43 0,-1 1-113 0,2 1-106 16,-5 0-136-16,-3-1-405 0,-1 0-1291 15,-2 6 1292-15</inkml:trace>
  <inkml:trace contextRef="#ctx0" brushRef="#br0" timeOffset="91491.672">15983 6560 1800 0,'0'0'1636'16,"0"0"-1341"-16,0 0-195 0,0 0-49 0,0 0 43 15,0 0-19-15,0 0-61 0,0 0-14 16,0 0-158-16,88 43-91 0,-66-52-116 0,-2-6-225 16,-1 3-1107-16</inkml:trace>
  <inkml:trace contextRef="#ctx0" brushRef="#br0" timeOffset="91718.608">16546 6115 3261 0,'0'0'950'0,"0"0"-528"0,0 0-164 16,0 0-29-16,87 42 97 0,-64-32-57 16,2-3-33-16,0 0-112 0,0-3-70 15,3-4-39-15,-1 0-15 0,0-6-21 16,1-6-63-16,-4 0-64 0,-3-4-37 0,-3 1-8 15,-2 0-99-15,-4 2-312 0,-7 1-703 16,0 6-714-16</inkml:trace>
  <inkml:trace contextRef="#ctx0" brushRef="#br0" timeOffset="91914.289">16668 6269 673 0,'0'0'2510'0,"0"0"-1982"0,0 0-153 0,-12 90-179 15,12-53 77-15,0 5 65 0,0 6-48 16,0 1-86-16,0 0-79 0,0-2-59 16,0-2-45-16,-3-4-21 0,-2-2-1 15,-1-7-14-15,0-7-57 0,3-3-38 16,0-9-51-16,-1-2-68 0,3-6-74 0,-2-2-283 16,1-1-824-16,-5-2-1203 0</inkml:trace>
  <inkml:trace contextRef="#ctx0" brushRef="#br0" timeOffset="92090.06">16662 6680 1023 0,'0'0'1606'15,"0"0"-423"-15,0 0-759 0,0 0-129 0,0 0 80 16,78-13-97-16,-53 7-62 0,3 2-100 16,1-4-65-16,-1 1-45 0,-3 0-6 15,-2 0-54-15,-4 1-113 0,-4 2-31 16,-4 0 2-16,-5 4-52 0,-3 0-170 15,-3 7-232-15,0 3-119 0,-7 7-32 16,-2-4-593-16,-13 11 716 0</inkml:trace>
  <inkml:trace contextRef="#ctx0" brushRef="#br0" timeOffset="92254.764">16783 6807 627 0,'0'0'209'0,"0"0"-69"16,0 0 1358-16,0 0-1173 0,-73 71-119 0,63-57-24 16,4 3 105-16,3-1 11 0,3 1-50 15,0 2-44-15,6-4-18 0,7 0 27 16,3-7 12-16,7-3-17 0,5-5-65 15,6 0-18-15,3-10-15 0,1-3-31 16,-2-4-43-16,-1 0-36 0,0-4 0 16,-3-1-100-16,-1-1-58 0,1 1-59 0,1-3-83 15,-1-2-241-15,-7 8-700 0,12-6-912 16</inkml:trace>
  <inkml:trace contextRef="#ctx0" brushRef="#br0" timeOffset="93055.044">17551 5828 1094 0,'0'0'2037'0,"0"0"-1566"0,0 0-84 16,0 0-132-16,0 0 70 0,0 0-39 15,0 0-38-15,0 0-74 0,0 0-77 16,0 0-52-16,0 0-23 0,84-37-11 16,-70 30-11-16,3-2-18 0,-5 3-1 15,-2 2 1-15,2 2-6 0,-4 2-13 16,-2 0-5-16,0 7 42 0,2 7 12 16,-5 5 43-16,-3 6-19 0,0 4-12 0,0 6-8 15,-5 2 2-15,-4 6-3 0,0 1 31 16,-2 0-10-16,-2-3-9 0,4-4 10 15,2-3-25-15,-1-6-12 0,3-4-1 16,2-1 1-16,2-6 1 0,-1-3-1 16,2-6-11-16,0-3-8 0,0-2-5 0,0-3-9 15,3 0-37-15,0 0-12 16,3-4 40-16,2-2 29 0,1 0 13 0,1-3-2 16,-1 4-1-16,-3 0-21 0,-2 3-6 15,-3 2-13-15,2 0-24 0,-3 0 9 16,3 2 21-16,-1 7 37 0,1 1 49 15,-2 6 0-15,2 1-22 0,2 2-2 16,-2 4 5-16,0 2 34 0,2 0-12 16,-2 6-7-16,2-1 4 0,-2 4 3 15,4 2-19-15,-1-1-3 0,1 3-28 16,1-3 1-16,0 2-1 0,-1-3-1 16,-1-3 1-16,0-3 7 0,1-2-8 15,0-1-1-15,1-5 1 0,-3 3 1 0,3-4 0 16,-2-1 0-16,0 0-2 0,0-1-1 15,-3-3-2-15,0-2-15 0,-3 2-36 16,0-4-7-16,0-1-9 0,-3-2-12 16,-4 0-9-16,-4-1-7 0,-3-1 7 0,0 1 20 15,-3-2 35-15,-3-2 23 16,-1-1 1-16,-2 0-15 0,0-1-50 0,-4 0-80 16,0 0-78-16,-2 0-134 0,-3-2-189 15,9 2-459-15,-19-7-496 0</inkml:trace>
  <inkml:trace contextRef="#ctx0" brushRef="#br0" timeOffset="122089.69">18302 6192 1398 0,'0'0'0'16,"0"0"725"-16,0 0-324 0,0 0-62 0,0 0-70 16,0 0 2-16,0 0 2 0,0 0-34 15,0 0-53-15,0 0-24 0,-6 0-13 16,8 0-31-16,-1 0-26 0,2 0-5 15,2 0-14-15,3 0 20 0,2 2 20 16,3 1-40-16,5-2-21 0,4-1 3 16,4 0-9-16,3 0-13 0,4-6 7 0,0 0-22 15,4-5-17-15,0 1-1 16,1 0 0-16,0-2-12 0,-5 1-16 0,-2 1-2 16,-6 2-58-16,-4 0-22 0,-4 3-28 15,-1 0-18-15,-3 3-45 0,-4 0-99 0,-3 1-190 16,-2 1-175-16,-4 0-560 0</inkml:trace>
  <inkml:trace contextRef="#ctx0" brushRef="#br0" timeOffset="122358.556">18333 6444 2538 0,'0'0'310'0,"0"0"-83"0,0 0-166 16,0 0 51-16,0 0 168 0,0 0-8 16,0 0-43-16,0 0-53 0,0 0-42 15,84 12-13-15,-55-12-13 0,0 0-22 16,1-5 7-16,1 0 2 0,-3 0-43 16,3-1-28-16,-3 0-14 0,1 2-10 15,1-1-19-15,-5 0 1 0,3 1-22 0,-1 2-49 16,-1-3-50-16,-2 4-18 0,-1 1-20 15,-2-2-16-15,-1 2-43 0,-3 0-77 16,0 0-2-16,-3 0 120 0,-2 0-423 16,-6-3-420-16</inkml:trace>
  <inkml:trace contextRef="#ctx0" brushRef="#br0" timeOffset="123974.386">12758 7135 1600 0,'0'0'78'0,"0"0"616"0,0 0-332 16,0 0-83-16,0 0-93 0,0 0-17 15,0 0 38-15,0 0-8 0,0 0-23 16,0 0 6-16,0 0-16 0,11 39-36 16,-6-18-19-16,-1 6-28 0,-1 4-6 15,0 4-27-15,-3 4 5 0,0 0-30 16,-1 5-23-16,-7 2-1 0,-3 2 1 0,2 0-2 16,-2-5-13-16,1-4-2 15,1-7 13-15,3-5-44 0,0-7-25 0,3-8-12 16,2-5-25-16,-1-5-19 0,2-2-22 0,0 0-37 15,0-5-90-15,2-6-127 0,2-6-70 16,-1-6-121-16,2 2-182 0,-1-14-357 0</inkml:trace>
  <inkml:trace contextRef="#ctx0" brushRef="#br0" timeOffset="124351.854">12683 7257 1330 0,'0'0'68'16,"0"0"1083"-16,0 0-919 0,0 0-65 15,0 0-39-15,0 0 23 0,-88 42 27 16,68-25-44-16,1 1-62 0,-1-1-53 16,6-3-19-16,-1-4-47 0,7-3-96 0,2-7-16 15,0 0-33-15,6-2-39 0,-1-6-46 16,1-4-46-16,0-6-164 0,0 1-11 16,4-4 150-16,2 2-11 0,1-2 33 0,0 6 160 15,1 2 166-15,1 5 316 16,-1 1 82-16,-1 0 61 0,3 4 55 0,-1 1-46 15,2 2-61-15,2 0-44 0,2 0-59 16,3 0-56-16,1 0-4 0,4 5 4 16,0 2-51-16,4 0-4 0,1 0-32 15,-2 2-38-15,3-1-34 0,0-1-46 16,-1 2-6-16,1-1-35 0,-1-2 7 16,-1 3-9-16,-3-3-43 0,-2 1 9 15,-2 0-61-15,-1 4-37 0,-6-3-38 16,-3 3-51-16,0 1-52 0,-3 0-144 15,-2-2-116-15,-4 4-564 0</inkml:trace>
  <inkml:trace contextRef="#ctx0" brushRef="#br0" timeOffset="134977.338">14727 8260 4674 0,'0'0'718'0,"0"0"-481"16,0 0-237-16,0 0-34 0,0 0-32 15,0 0 35-15,0 0-11 0,0 0-147 16,0 0-241-16,0 0-841 0,0 0-1729 0</inkml:trace>
  <inkml:trace contextRef="#ctx0" brushRef="#br0" timeOffset="148146.795">19797 5434 653 0,'0'0'329'0,"0"0"-247"16,0 0 19-16,0 0 215 0,0 0 363 15,0 0-340-15,0 0-132 0,0 0-40 16,0 0 13-16,0 0-17 0,0 0-23 0,-23 5-16 16,17 4 0-16,1 6 6 0,0 4 27 15,1 5-31-15,4 5 3 0,0 3-14 16,0 5 6-16,1 6-34 0,4 2-19 16,1 9-19-16,-1 3-2 0,-2 7-23 15,-2 4-22-15,-1 3 17 0,0 2-18 16,-1 1-1-16,-4-5 0 0,-1-3 3 15,-2-7-1-15,2-8-2 0,2-5-9 0,-1-9-10 16,3-7 1-16,2-6-1 16,0-9-5-16,2-5-47 0,4-3-16 0,2-2-25 15,4-4-31-15,-1-1-58 0,3 0-50 16,0-7-70-16,3-4-126 0,-6 3-266 16,3-11-634-16</inkml:trace>
  <inkml:trace contextRef="#ctx0" brushRef="#br0" timeOffset="148620.402">20776 5553 843 0,'0'0'1661'0,"0"0"-1439"16,0 0-61-16,0 0 70 0,0 0 9 0,0 0-37 15,0 0-26-15,0 0-26 0,0 0-63 16,0 0-87-16,0 0 0 0,-62 8 20 16,42 9 13-16,-2 3 18 0,-4 7-3 0,-2-2-2 15,2 6-3-15,-3 1 15 0,2 3-3 16,0 1 6-16,1 4-34 0,1 3 9 15,3 4 3-15,2 3-3 0,2 4 19 16,5 5-7-16,2-2-3 0,3-5 16 16,7 1-22-16,1-10 12 0,1-6-21 15,10-7-10-15,4-7-18 0,2-6 16 16,1-5-1-16,3-6 0 0,2-3 22 16,0-3 9-16,2 0-12 0,1-7-10 0,0-4-15 15,-2-2-12-15,-4 0-12 0,2-3-77 16,-5 1-54-16,-5-1-26 0,-4 3-32 15,-1-1-40-15,-5 0-76 0,-2 0-58 16,-2 2-87-16,-9-4-75 0,-1 2-59 16,-5-3-18-16,4 4 5 0,-13-5-24 0</inkml:trace>
  <inkml:trace contextRef="#ctx0" brushRef="#br0" timeOffset="148760.395">20483 6111 460 0,'0'0'674'0,"0"0"-133"16,0 0-41-16,0 0-57 0,0 0-64 15,0 0-59-15,0 0-110 0,0 0-7 16,0 0 17-16,0 0-16 0,62-17-54 15,-39 15-54-15,0-1-59 0,-2-1-18 16,2 3-19-16,0-4-3 0,-4 1 2 16,1 1-24-16,0-3-53 0,-1 1-121 15,-1 0-65-15,-2 2-90 0,-1-3-220 0,-6 3-494 16,-2 0-56-16</inkml:trace>
  <inkml:trace contextRef="#ctx0" brushRef="#br0" timeOffset="148912.53">20768 6065 1776 0,'0'0'396'15,"0"0"-99"-15,0 0-45 0,0 0-11 0,-22 86-26 16,19-62 11-16,1 4-54 0,0-2-21 0,2 4-40 16,0-5-55-16,2 0-9 0,3-3-47 15,1 0 0-15,1-5-56 0,1-2-51 16,1-2-42-16,0 0-50 0,1-4-37 16,0-2-69-16,1-2-143 0,-1-3-145 15,-3-2-126-15</inkml:trace>
  <inkml:trace contextRef="#ctx0" brushRef="#br0" timeOffset="149269.885">21533 5592 2134 0,'0'0'970'0,"0"0"-794"0,0 0-135 0,0 0 55 16,0 0 50-16,0 0 113 0,0 0-36 15,0 0-66-15,0 0-54 0,-93-1-26 16,74 33 1-16,-3 6-1 0,2 11 62 16,1 1 11-16,1 3-39 0,0 1-13 15,2 1-28-15,2 1-12 0,3-4-19 16,0-2-17-16,5-5-10 0,2-6-12 15,4-6-3-15,0-7-24 0,12-2-7 16,-1-8 16-16,7-3-22 0,1-4-9 0,3-5-3 16,4-4-30-16,0 0-13 0,4-11-44 15,1-3-61-15,2-3-42 0,-1-7-119 16,-4 1-259-16,-6 4-671 0,-2-12-613 0</inkml:trace>
  <inkml:trace contextRef="#ctx0" brushRef="#br0" timeOffset="149508.188">21736 5532 320 0,'0'0'1129'0,"0"0"52"0,0 0-1081 16,0 0 51-16,0 0 188 0,16 72 94 16,-16-36-128-16,3 5-63 0,-3 6-6 0,0 0-75 15,0 2-10-15,-3 2-44 0,-4 2-36 16,-2 0-29-16,-5-2-42 0,2-3 0 15,2-4-12-15,0-7-37 0,3-5-83 16,4-6-31-16,3-5 3 0,2-8-14 16,6-6 52-16,7-7-76 0,4-1-44 15,5-16-164-15,3-8-129 0,5-4-497 0,-6 5 264 16</inkml:trace>
  <inkml:trace contextRef="#ctx0" brushRef="#br0" timeOffset="149770.199">22131 5814 404 0,'0'0'284'0,"0"0"-4"0,0 0 1218 0,0 0-1153 15,0 0-50-15,0 0 8 0,0 0-30 0,0 0-112 16,0 0-48-16,0 0-35 0,0 0-26 16,-108 3-21-16,77 15-3 0,-1 1 6 15,2 0-9-15,2-1 12 0,4 0-12 16,3-1 3-16,3-2-12 0,3 1-14 16,5-2 10-16,3 1 19 0,3-2-6 15,2 4 19-15,2-2-4 0,0 2 16 16,6 1-1-16,3 0-18 0,2-1 13 15,2-2-26-15,3 1 1 0,0-5-1 16,4 2-21-16,4-2 25 0,1-4-28 16,6 1-3-16,4-2-22 0,1 0-8 0,-3-2-103 15,1 1-84-15,-3-5-48 16,-2 0-113-16,1-2-175 0,-7-2-770 0,9-12-445 0</inkml:trace>
  <inkml:trace contextRef="#ctx0" brushRef="#br0" timeOffset="150034.437">22930 5474 3082 0,'0'0'278'0,"0"0"-253"16,0 0 105-16,0 0 117 0,-87 86 8 15,55-44 8-15,-1 4-21 0,-4 5-70 16,1 3-76-16,-2 3-10 0,-1 5-10 15,-4 2-15-15,-3 6-18 0,-3 3-12 0,-3 4 8 16,0-2-8-16,-2-4-9 16,3-7-22-16,8-10-70 0,7-10-12 0,7-10-4 15,9-8 0-15,7-9-21 0,4-5-54 16,5-6-27-16,4-6-52 0,0 0-27 16,7-11-182-16,6-2-152 0,-3 1-566 0,12-19-209 15</inkml:trace>
  <inkml:trace contextRef="#ctx0" brushRef="#br0" timeOffset="150334.245">22743 6054 2126 0,'0'0'1424'15,"0"0"-1004"-15,0 0-163 0,0 0-99 0,0 0-15 16,0 0-17-16,79-45 3 0,-55 34-27 16,3-1-50-16,4 2-42 0,0 0-10 15,3 1-37-15,-1-1 4 0,-2 2-23 16,0-2-42-16,-3 3-93 0,-5 1-79 15,-4 0-59-15,-4 2-205 0,-7 2-583 16,-8 1-436-16</inkml:trace>
  <inkml:trace contextRef="#ctx0" brushRef="#br0" timeOffset="150539.072">22889 6072 1284 0,'0'0'1103'0,"0"0"-902"15,0 0-34-15,-25 74 151 0,19-46 30 16,1 2-3-16,0 0-87 0,-1 0-76 16,1 0-116-16,-2-1-14 0,0 1-50 0,1 1-2 15,0-4-12-15,3 0-3 0,1-6 12 16,-1-6-96-16,3-3-90 0,0-6-31 16,0-1-125-16,4-4-243 0,-1 1-640 15,-2-2-331-15</inkml:trace>
  <inkml:trace contextRef="#ctx0" brushRef="#br0" timeOffset="150857.546">22853 6357 2872 0,'0'0'397'0,"0"0"-199"15,0 0 65-15,0 0 61 0,0 0-31 0,65-65-73 16,-45 53-63-16,5-2-65 0,0 2-58 16,0 0-34-16,0 4-21 0,-4 0-1 15,-3 3-12-15,-4 1-30 0,-7 3-41 16,-1 1-74-16,-4 0-20 0,-2 6-18 15,-2 4-97-15,-7 3 63 0,-5 3-13 0,-5 4-115 16,-4 1-157-16,0 0-18 0,-2 3 52 16,-2-5 157-16,1 0 107 0,3-1 238 15,0-1 202-15,7-3 248 0,1-4 100 16,6-3-3-16,5-2-72 0,1-2-91 16,3-3-100-16,0 0-104 0,4 0-51 15,5 0-50-15,3 0 40 0,3-3-12 16,4-3-16-16,0-3-71 0,2 0-20 15,2-3-91-15,1 2-32 0,1-2-12 0,4 0-28 16,1 1-21-16,4-1-201 0,-9 3-216 16,12-4-562-16</inkml:trace>
  <inkml:trace contextRef="#ctx0" brushRef="#br0" timeOffset="151170.228">23444 5680 1558 0,'0'0'539'0,"0"0"-319"0,0 0 129 15,0 0 79-15,0 0-87 0,84 71-59 16,-66-50-30-16,-2 5-14 0,3 1-73 15,-3 4-41-15,-2 3 2 0,-1-2-27 16,-2 3-10-16,-3 0-34 0,-4-2-12 16,-4 2-31-16,0-1 1 0,-11 0-10 15,-4 1 18-15,-5-1-12 0,1-3-9 16,-3-4-70-16,1-4-47 0,5-2-27 16,1-9-48-16,5 0-53 0,2-7-75 0,7-5-101 15,1 0-202-15,0-17-826 0</inkml:trace>
  <inkml:trace contextRef="#ctx0" brushRef="#br0" timeOffset="151733.375">24148 5338 1782 0,'0'0'231'0,"0"0"-218"0,0 0 126 16,0 0 214-16,0 0 1 0,0 0-21 0,0 0-43 16,0 0-87-16,0 0-42 0,0 0 30 15,36-13 84-15,-35 13-15 0,-1 0-26 16,0 0-32-16,0 0-55 0,0 0-65 15,0 0-48-15,0 0-13 0,2 0-18 0,-2-2 9 16,3 0-12-16,2-1-23 16,-1-1-8-16,1 1 10 0,1 1 3 0,-1-1 15 15,-2 0 1-15,0 2 2 0,0 0 3 16,-3 1 9-16,0-3 0 0,0 3 0 16,0 0 4-16,0 0 5 0,0 0 3 15,0 0-7-15,0 0-17 0,0 0-24 16,0 0-6-16,0 0-13 0,0 4-18 15,3 3-18-15,0 5 79 0,2 6 20 16,1 9 17-16,2 4-4 0,0 7 13 16,-1 5 12-16,-1 4-19 0,-2 6-2 15,-4 1-10-15,0 3-15 0,-5 5-11 0,-4 2 0 16,-4 5-1-16,-2 3-1 0,1 0-11 16,-2-2 11-16,1-1-14 0,3-8 0 15,2-5-34-15,1-6-6 0,3-5-42 16,4-4-10-16,-3-4-21 0,2-3-4 0,0-4-43 15,0-4-45-15,0-6-60 0,-3 1-104 16,1-9-216-16,-5 1-693 0</inkml:trace>
  <inkml:trace contextRef="#ctx0" brushRef="#br0" timeOffset="152636.998">18980 6777 466 0,'0'0'444'0,"0"0"1358"0,0 0-1407 15,0 0-184-15,0 0-68 0,0 0 35 16,0 0 11-16,-16 95-63 0,16-58-3 16,0 6-14-16,0 1 7 0,0 1-26 15,0-1 9-15,0-2-44 0,0-3-21 16,-2-8 0-16,2-7-34 0,0-7-1 15,-1-8 0-15,1-3-11 0,0-3-13 16,0-3-21-16,1-4-84 0,5-7-78 16,1-2-106-16,2-10-94 0,4-4-261 0,-4 5-608 15,3-15-246-15</inkml:trace>
  <inkml:trace contextRef="#ctx0" brushRef="#br0" timeOffset="152909.737">19021 6848 772 0,'0'0'179'0,"0"0"873"0,0 0-670 16,0 0-11-16,0 0-40 0,-88-51 11 0,67 51-57 15,-1 0-59-15,-1 4-62 0,-1 5-58 16,-1 0-53-16,4 1-28 0,5-3-25 16,3 0 0-16,6-3-28 0,4-4-62 15,3 0-96-15,0 0-53 0,8-11-46 16,5-1-75-16,2-5-64 0,2-2-110 16,-3 0 31-16,1 0 103 0,-4 3 234 15,-3 4 166-15,-2 5 186 0,-1 1 189 0,-2 1 118 16,0 4-33-16,1 1-93 15,3 0-31-15,3 0-73 0,3 3-57 16,4 2-14-16,1 4 6 0,1-1-42 0,0 0-69 16,2 2-69-16,-1 1-18 15,2 1-15-15,-1 0-23 0,2 1-139 0,-4 4-134 16,-1 3-81-16,-7-4-279 0,-2 10-1002 0</inkml:trace>
  <inkml:trace contextRef="#ctx0" brushRef="#br0" timeOffset="158161.665">20165 8249 1683 0,'0'0'1839'15,"0"0"-1410"-15,0 0-85 0,0 0-22 16,0 0 1-16,0 0-48 0,0 0-20 0,0 0-52 16,0 0-91-16,-11 0-61 15,11 0-33-15,0 0-18 0,0 0-28 0,-1 0-38 16,1 0-70-16,-2-4-140 0,-1 3-75 0,3 0-414 16,-10-7-1430-16,37 22 158 0</inkml:trace>
  <inkml:trace contextRef="#ctx0" brushRef="#br0" timeOffset="160935.708">4652 4449 1535 0,'0'0'1790'16,"0"0"-1425"-16,0 0-183 0,0 0-28 15,0 0 87-15,0 0 35 0,0 0-66 16,0 0-78-16,0 0-65 0,0 0-67 16,0 0-3-16,57 35-34 0,-45-30-122 15,-2 1-125-15,-3 2-172 0,0-1-742 0,-2-1-1280 16,-5 9 2348-16</inkml:trace>
  <inkml:trace contextRef="#ctx0" brushRef="#br0" timeOffset="161064.26">4656 4829 1380 0,'0'0'1658'0,"0"0"-1412"16,0 0-109-16,0 0 82 0,0 0-68 15,0 0-147-15,0 0-4 0,92 45-244 16,-66-42-99-16,-4-1-348 0,8-2-1194 0</inkml:trace>
  <inkml:trace contextRef="#ctx0" brushRef="#br0" timeOffset="169535.338">21471 1867 541 0,'0'0'584'0,"0"0"302"0,0 0-626 16,0 0-14-16,0 0 41 15,0 0 62-15,0 0-17 0,0 0-57 0,0 0-33 16,12 13-35-16,-9-10-33 16,-1-1-19-16,1 2 12 0,2 1-20 0,-2-1-46 15,1 1-34-15,0 2-24 0,-1 0-9 16,3 2-4-16,-3-1 7 0,1 3-1 16,-1 1-2-16,0 2-10 0,0 3-11 15,-2-1-1-15,2 1-12 0,-1 2 1 16,-1-1-1-16,-1 0-12 0,2 0 12 15,-2 1-16-15,0-5 4 0,0 3 10 0,0-1-13 16,-2 0-3-16,-2 0-28 16,-1 0-15-16,-3-1-16 0,-1 0-8 0,-4 0-22 15,0 1-32-15,-4-1-27 0,-1 1-45 16,-5 1-35-16,0-3-69 0,-1 0-120 16,-2 0-138-16,7-6-485 0,-13 1-490 0</inkml:trace>
  <inkml:trace contextRef="#ctx0" brushRef="#br0" timeOffset="203970.204">2538 835 2418 0,'0'0'1247'0,"0"0"-1007"0,0 0-82 16,0 0-37-16,0 0 122 0,0 0 99 0,0 0-88 16,0 0-101-16,0 0-74 15,0 0-21-15,-27 13-9 0,23 0-1 0,3 5-8 16,1 5-13-16,0 4-16 0,0 4-10 16,3 1-1-16,1 0 0 0,-1-1 0 15,-2-3-12-15,1-3-18 0,-1-6-34 16,-1-2-45-16,1-7-22 0,1-3-41 15,-2-4-54-15,0-3-86 0,0 0-197 16,0 0-294-16,0-1-561 0,0-10-141 0</inkml:trace>
  <inkml:trace contextRef="#ctx0" brushRef="#br0" timeOffset="204404.228">2261 623 2689 0,'0'0'398'0,"0"0"-318"15,0 0-58-15,0 0 170 0,-81 46 251 16,67-20-150-16,2 5-147 0,2 6-49 0,0 2 14 16,7 7 22-16,2 1 18 0,1 4-68 15,1-1-46-15,9 8-1 0,2 0-20 16,2 0-14-16,2-1-2 0,4-2-12 16,-1-6 11-16,5-7-25 0,2-8 1 15,0-8 19-15,6-7 3 0,-1-7 3 16,6-7 0-16,0-5 33 0,4-12-9 15,2-9 19-15,0-8-40 0,1-7 10 16,0-4-10-16,2-4-6 0,-4-2 3 0,-3-3 0 16,-2-2-2-16,-1-1 2 0,-3-2-25 15,-3 0 23-15,-3-3-17 0,-3 0 15 16,-2 1-14-16,-6 2 18 0,-5 1 0 16,-7 6 31-16,-4 0-4 0,-4 4-15 15,-10 6 18-15,-5 3-29 0,-7 4 13 16,-4 2-8-16,-4 6 13 0,0 4 24 15,-5 6 15-15,3 6-28 0,-1 6-4 0,0 1-25 16,0 16 5-16,-2 4-6 16,-1 9-16-16,-1 4-20 0,-5 8-13 0,4 3 9 15,2 2-18-15,1 3-61 0,6-2-25 16,1 1-51-16,5 0-152 0,10-14-327 0,-5 13-687 16</inkml:trace>
  <inkml:trace contextRef="#ctx0" brushRef="#br0" timeOffset="205359.012">10846 750 1391 0,'0'0'1978'0,"0"0"-1569"16,0 0-75-16,0 0-67 0,0 0-35 15,0 0-10-15,0 0-23 0,0 0-38 16,0 0-115-16,0 0-19 0,0 0 13 16,21-51-4-16,5 41 16 0,3 4-50 15,-2 0-2-15,-3 3-2 0,-3 2 2 16,-2 1 0-16,-6 0-1 0,-4 4-1 15,-5 1 2-15,-3 2 0 0,-1 5 30 0,-4 2-11 16,-5 6-18-16,-5 3 2 16,-6 2 9-16,-5 3 0 0,1 3-10 15,-5 0 0-15,4-1-1 0,-1 0-1 0,5 0-3 16,2-4-12-16,6 0-3 0,6 0 2 16,4-4-11-16,3 0-9 0,0-3 2 15,7-2 10-15,6-5-7 0,4-1-5 0,6-6-13 16,2-3 49-16,5-2 3 0,5-6-3 15,-1-6-30-15,-2-1-80 0,0-5-49 16,-3-4-112-16,-2 0-128 0,-5-3-76 16,-2-1-97-16,-7 7-154 0,1-18-662 15</inkml:trace>
  <inkml:trace contextRef="#ctx0" brushRef="#br0" timeOffset="205763.395">10690 423 1806 0,'0'0'1173'16,"0"0"-1009"-16,-97 88-30 0,58-38 82 16,3 9 107-16,2 9 19 0,8 3-74 15,4 8-77-15,7 0-46 0,7 4 36 0,7-1-13 16,1-1-58-16,9-7-40 0,6-9-15 16,8-6-28-16,2-13-27 0,9-11-1 15,7-6-17-15,5-10 17 0,9-10-1 16,7-9 1-16,6-7-1 0,6-16 2 15,4-13-43-15,0-5-24 0,-1-5-34 16,-4-4-15-16,-7 0-3 0,-5-2-1 16,-8 2-21-16,-8-2-23 0,-6 2 53 15,-3 0 61-15,-6 0 50 0,-4 2 24 16,-6-2 19-16,-4 2-15 0,-5 0 34 0,-6-1-19 16,-5 2 7-16,-3 1 30 0,-13 3 15 15,-7 4-52-15,-7 4 28 0,-9 5-7 16,-7 9-8-16,-12 6-53 0,-7 13-3 15,-13 8-2-15,-5 19-17 0,-7 12 1 16,-5 11 16-16,0 7 2 0,4 8-37 16,2 3-27-16,4 3-41 0,3 2-98 15,5 1-145-15,0 0-393 0,19-16-629 16,-24 27-659-16</inkml:trace>
  <inkml:trace contextRef="#ctx0" brushRef="#br0" timeOffset="206420.265">5887 4020 3146 0,'0'0'499'16,"0"0"-385"-16,0 0 6 0,-9 69 94 0,7-26 125 15,2 9-132-15,0 7-29 0,0 8-77 16,0 3-9-16,-1-2-12 0,1-3-32 16,-3-8-13-16,2-6-35 0,-1-9-30 15,2-11-34-15,0-8-16 0,0-5-45 16,0-8-63-16,2-4-43 0,2-4-80 16,-1-2-206-16,1 0-494 0,4-18-367 0</inkml:trace>
  <inkml:trace contextRef="#ctx0" brushRef="#br0" timeOffset="206843.647">5688 4051 1638 0,'0'0'827'0,"0"0"-424"16,0 0-111-16,0 0 90 0,-59 77 12 0,54-35-86 16,4 8-79-16,1 8-37 0,0 6-5 15,6 4 0-15,1-1-10 0,2-1-31 16,2-4-86-16,1-4-38 0,-1-7-22 15,2-5-22-15,0-11 20 0,3-10-25 16,-3-6-6-16,4-5-1 0,-1-6-8 16,4-6 26-16,2-2 1 0,1-2 15 15,3-12 11-15,3-4 11 0,1-7-7 16,2-6-14-16,2-1-1 0,-2-10-10 0,4-2-24 16,1-2-17-16,-5-6 14 0,0 2 35 15,-6-3-35-15,-6 2-42 0,0 0 9 16,-5 3 30-16,-4 1 40 0,-2 3 0 15,-6 2 0-15,-3 5 2 0,-3-3 10 0,-9 3 0 16,-7 1 1-16,-4 3 11 16,-5-1 22-16,-7 3-9 0,-7 6 2 0,-4 5-30 15,-2 8-9-15,0 10 0 0,-3 4 30 16,2 16-28-16,-4 12 16 0,2 9 4 16,-2 10-21-16,-2 10 2 0,1 5-1 15,0 9 7-15,1 5-9 0,-2 5-40 16,2 0-21-16,2 7-46 0,1 1-46 15,2 4-46-15,-1 4-104 0,2 3-252 16,12-24-468-16,-17 40-494 0</inkml:trace>
  <inkml:trace contextRef="#ctx0" brushRef="#br0" timeOffset="208320.319">3025 9482 1782 0,'0'0'1416'16,"0"0"-1244"-16,0 0-80 0,0 0 127 15,0 0 127-15,0 0 20 0,0 0-36 0,77-22-63 16,-52 19-75-16,-1-3-76 0,2 2-49 16,-1 0-25-16,-1 1-24 0,-3 0-5 15,-1 2 5-15,-5 1-18 0,-3 0-1 16,-6 7-30-16,-3 3-2 0,-3 6 6 16,-5 8-19-16,-6 7 13 0,-8 5-7 0,-4 3 22 15,-3 2 8-15,-2 1 10 0,1 1 0 16,0-3 3-16,1-2 12 0,2-3 12 15,5-5-2-15,0-5-25 0,7-5 0 16,4-7-15-16,5-4-1 0,3-1-20 16,2-1 26-16,9-1 10 0,5 1 18 15,4 1 0-15,4 2 0 0,1-4-17 16,2 0 2-16,1-2 16 0,-1-1-19 16,-1-3-11-16,3 0 8 0,-2-7-16 0,-1-5-63 15,-1-7-92-15,-1-4-102 0,-2-7-126 16,-9 6-323-16,4-18-1047 0</inkml:trace>
  <inkml:trace contextRef="#ctx0" brushRef="#br0" timeOffset="208750.82">2727 9310 68 0,'0'0'2293'16,"0"0"-1661"-16,-89 83-347 0,65-48 61 15,1 11 63-15,7 1-74 0,6 3-116 16,8 4-89-16,2 3-44 0,8 7-12 16,6 4-16-16,4 10-12 0,3 1-4 15,5 6-23-15,4 3 11 0,0-3-2 0,4-1-10 16,0-2 10-16,2-9-7 0,0-6-18 16,3-9 0-16,3-8-3 0,5-12-3 15,4-9-9-15,4-11 0 0,5-8-19 16,2-10 7-16,2-4 5 0,0-16 7 15,1-10-9-15,3-11-7 0,-3-9 1 16,-3-8-4-16,-2-6-21 0,-5-6-6 0,-3-6-7 16,-6 0 28-16,-3-4-9 15,-8 1 30-15,-2-1 16 0,-4-1 2 0,-3 2 13 16,-6 0 1-16,-6 1-13 0,-3-4-1 16,-4 1-2-16,-6-3 0 0,-1 0-37 15,-10 1-15-15,-7 4 30 0,-8 7-58 16,-8 7-66-16,-6 8 3 0,-10 8-19 0,-5 10 20 15,-8 15 73-15,-9 12 31 0,-8 12-56 16,-8 17-11-16,-8 13-40 0,-4 11 24 16,-2 9 28-16,3 9-19 0,1 8-250 15,25-14-262-15,-26 33-498 0</inkml:trace>
  <inkml:trace contextRef="#ctx0" brushRef="#br0" timeOffset="-213751.231">6250 9615 1017 0,'0'0'469'0,"0"0"896"0,0 0-910 15,0 0-56-15,0 0-53 0,0 0 26 16,0 0-42-16,0 0-64 0,0 0-31 16,-2-9-46-16,4 7-50 0,1 1-24 15,0-1-21-15,2 0-12 0,7-3-13 16,1 1-11-16,5-1-4 0,3 0-12 16,3 3 6-16,1 0-6 0,-1 1-14 0,2 0-25 15,-1 1 9-15,4-3-11 16,1 0 1-16,3-3-2 0,3-2-2 0,-3 1 1 0,3-3-23 15,-3-1-34-15,-3 3-50 16,-2-3-25-16,-6 4-9 0,-2 1-28 16,-2 0-39-16,-7 6-120 0,-3 0-255 0,-5 0-542 15,-3 2-492-15</inkml:trace>
  <inkml:trace contextRef="#ctx0" brushRef="#br0" timeOffset="-213344.501">6532 9568 1137 0,'0'0'1122'0,"0"0"-483"0,0 0-284 15,0 0-87-15,0 0 35 0,0 0-1 0,0 0-41 16,0 0-72-16,-24 79-59 0,24-55-38 16,0 5-18-16,0 2-4 0,-2 5-3 15,1 1 10-15,0 3 8 0,-2 0 22 0,0-2-28 16,-2 3-22-16,1-3-11 0,0 4-10 15,-2-1-5-15,2 1-16 0,1 1-15 16,0 0-3-16,0 2-21 0,3-2 22 16,0 0-14-16,0-5 15 0,0-2-1 15,1-4-1-15,5-5-9 0,0-4 0 16,1-6 12-16,2-3 1 0,-2-2 29 16,2-5-8-16,1 1-20 0,-3-4 10 15,3 1 6-15,3-1-6 0,0 0-9 16,3 0 12-16,3 0-3 0,2-1-9 15,5 2 28-15,0-2 2 0,1 0-15 0,1-3-3 16,1 0 0-16,1 0 7 16,0-3-19-16,-1-1-3 0,0-1-1 0,-3-1-21 15,-3 3-84-15,0-2-15 16,-6 1-22-16,2-1-27 0,-6 1-47 0,3 0-56 16,-5 0-157-16,-2 2-307 0,-2-5-991 15</inkml:trace>
  <inkml:trace contextRef="#ctx0" brushRef="#br0" timeOffset="-211979.743">8463 9749 114 0,'0'0'2025'16,"0"0"-890"-16,0 0-890 0,0 0 1 15,0 0 116-15,0 0-73 0,93 29-48 16,-69-21-99-16,-1-3-59 0,2 0-25 16,-4-1-58-16,-2-1-14 0,-3-2-17 15,-1 2-21-15,-3-3-80 0,-3 2-100 0,-2 2-113 16,-4-2-304-16,-3 9-989 0</inkml:trace>
  <inkml:trace contextRef="#ctx0" brushRef="#br0" timeOffset="-211806.502">8540 10096 912 0,'0'0'654'0,"0"0"1001"0,0 0-1406 15,0 0-138-15,0 0 38 0,0 0 46 16,0 0-38-16,0 0-79 0,82 32-78 16,-66-32-49-16,5-6-97 0,1-2-77 15,1-3-192-15,-7 1-352 0,7-9-1148 0</inkml:trace>
  <inkml:trace contextRef="#ctx0" brushRef="#br0" timeOffset="-210379.635">10176 9547 2556 0,'0'0'1377'15,"0"0"-1079"-15,0 0-180 0,0 0-31 16,0 0 83-16,0 0 85 0,0 0-65 15,0 0-74-15,0 0-116 0,0 0-13 16,0 0 11-16,67-52 2 0,-48 40-2 0,0 4-16 16,-2-2 18-16,0 5 16 0,-2 2-1 15,-1-1-3-15,-2 2-10 0,-1 0-1 16,-1 0-1-16,-4 2-14 0,0 0 2 16,2 0-7-16,-3 2-2 0,1 3 3 0,1 4 16 15,0 3 2-15,0 3 15 16,0 2-3-16,1 6 3 0,-3 0-12 0,1 2 28 15,0 0-19-15,-2 0-9 0,-1 0 18 16,0 1 28-16,1 1-6 0,-1 2-10 16,-3-2-11-16,3 2-10 0,-1 2-10 15,-1 0 1-15,3 3-2 0,-1 0-1 16,1 2 0-16,1 1 0 0,-1 2-2 16,1 0 1-16,0-4 1 0,1 2 0 15,-2-5 1-15,1 1 2 0,-3-5 9 16,1-3-10-16,0-3 34 0,-1-5-5 15,-1 0-1-15,1-4-3 0,-1-1 1 16,-1-4-4-16,2 3 34 0,-1-4-10 0,-1 3-18 16,3-2-2-16,-2 0-25 0,-1-2 12 15,0-2-13-15,0 1 1 0,0-3 9 0,0-1 0 16,0 0 0-16,0-1-9 0,0 0 18 16,0 0-21-16,0 0-12 0,-4 0-12 15,0 0-15-15,-2 0 11 0,-4 0-17 16,-2 0-31-16,-4 0-12 0,-2-4-15 15,-3 1-9-15,-5 0-16 0,-5-1-31 16,-4 1-37-16,-5 2-51 0,1 1-63 16,0 0-110-16,-4 0-116 0,13 0-264 15,-17 0-773-15</inkml:trace>
  <inkml:trace contextRef="#ctx0" brushRef="#br0" timeOffset="-209462.898">11761 9815 1368 0,'0'0'504'0,"0"0"668"16,0 0-715-16,0 0-81 0,0 0-16 16,0 0-37-16,0 0-65 0,0 0-62 15,92 39-10-15,-65-32-3 0,5-2-31 0,8-3-37 16,6-2-27-16,4 0-16 0,4-7-20 15,1-4-22-15,3-2-29 0,-2-3-1 16,0 1 0-16,0-4-1 0,-1 0-2 0,-3 0-37 16,-7 1-59-16,-5 2-31 15,-7 2-28-15,-5 2-15 0,-7 5-59 0,-8 0-87 16,-6 6-179-16,-7 1-302 0,0 0-578 16,-18 8-206-16</inkml:trace>
  <inkml:trace contextRef="#ctx0" brushRef="#br0" timeOffset="-209264.812">12013 10115 1049 0,'0'0'335'0,"0"0"918"16,0 0-905-16,0 0 64 15,0 0-23-15,78 7-24 0,-47-8-85 0,4-6-95 16,4 0-68-16,2 0-46 0,3 0-53 15,-1 0-18-15,0 3-31 0,-4 0-43 0,0 2-185 16,-5 2-136-16,-10 0-349 0,3 0-1223 0</inkml:trace>
  <inkml:trace contextRef="#ctx0" brushRef="#br0" timeOffset="-208925.704">11896 10582 479 0,'0'0'0'0,"0"0"-401"0</inkml:trace>
  <inkml:trace contextRef="#ctx0" brushRef="#br0" timeOffset="-200708.756">12566 7978 121 0,'0'0'3125'0,"0"0"-2460"0,0 0-255 16,0 0-88-16,0 0-49 0,0 0-28 16,0 0-78-16,0 0-60 0,0 0-56 0,0 0 1 15,-80 48-4-15,62-30-11 16,-2 3-4-16,1 0-12 0,-4 4-9 0,3 0 6 15,1-1 7-15,1-1-1 0,2 0-12 16,7-5-1-16,1-4-11 0,5-2-15 16,3-2 3-16,3-2 0 0,8-2-16 0,9-1-11 15,5 1 0-15,2 1-7 0,3-2 1 16,1 1 5-16,-4 2 10 16,-1 3 30-16,-1-1-2 0,-4 4 4 0,-3-2-2 15,-3 2 2-15,-6 1 19 0,0-1 7 16,-4 2-13-16,0-2 6 0,-4-2-19 15,1 1 1-15,-2-1 9 0,0 1-10 16,-6-1-1-16,-3 1-1 0,-2-2-3 16,-4-2-33-16,-1 2 2 0,-2-5-17 15,0 0-4-15,-2-2 1 0,1 0-35 16,1-4-8-16,1 0-10 0,2-3-101 0,2-7-94 16,2-8-268-16,5 6-670 0,6-20-537 0</inkml:trace>
  <inkml:trace contextRef="#ctx0" brushRef="#br0" timeOffset="-200139.649">12834 8424 251 0,'0'0'2933'0,"0"0"-2333"0,0 0-188 16,0 0-96-16,-15 66-14 0,16-53-57 15,5-2-16-15,7-3-80 0,1-4-67 0,6-2 24 16,3-2-49-16,5-7-27 0,2-8-30 16,2-6-16-16,1-8-41 0,-2 1-34 15,1-4-30-15,-4 1 5 0,-7 4 16 16,-2 0 17-16,-6 7 16 0,-3 1 21 15,-7 3 10-15,-3 2 8 0,-3 1 28 16,-10 0 10-16,0 3-10 0,-5 1 13 16,0 0 17-16,-2 3-2 0,-1 0 14 15,3 6-40-15,-1 0-2 0,3 5-2 16,-2 9-1-16,3 7 3 0,0 7 22 16,1 8 11-16,2 6 4 0,1 6 15 15,1 0 9-15,3-2-13 0,1-3 1 16,5-6-49-16,1-6 0 0,0-7-21 0,10-8-28 15,4-7-61-15,5-5-73 0,3-4 33 16,4-7-68-16,4-8-166 0,0-4-289 16,-7 0-566-16,9-14-662 0</inkml:trace>
  <inkml:trace contextRef="#ctx0" brushRef="#br0" timeOffset="-199909.291">13388 8169 85 0,'0'0'365'15,"0"0"1283"-15,0 0-1188 0,7 87-106 16,-7-46 27-16,0 8 19 0,0 9 50 16,-3 5-81-16,-6 3-113 0,-3 7-121 15,-4 3-43-15,-3-1-22 0,4 1-27 16,-2-3-27-16,3-8-16 0,5-11-49 0,2-10-48 16,7-10 5-16,0-13-13 0,7-5 7 15,2-10 2-15,2-3 4 0,0-3-91 16,1-9-146-16,0-7-137 0,0-5-135 15,-3-7-474-15,-1-3-343 0,-4 8 1049 16</inkml:trace>
  <inkml:trace contextRef="#ctx0" brushRef="#br0" timeOffset="-199648.571">13392 8129 13 0,'0'0'2577'0,"0"0"-2136"0,0 0-119 0,0 0-42 15,0 0 22-15,0 0-35 0,0 0-93 16,0 0-25-16,85-23-47 0,-60 23-47 16,-1 0-12-16,1 0-21 0,-2 7-20 15,-6 4 13-15,0 1 7 0,-4 6-20 16,-3 0-1-16,-4 4 19 0,-4 2 11 0,-2 2 3 16,-6 2-10-16,-8 1 1 0,-6 2-7 15,-2-5-18-15,-4 0 1 0,-2-4-1 16,1-4-16-16,1-4-61 0,3-5-15 15,-2-3-37-15,4-5-75 0,-1-1-98 16,-1 0-183-16,7-4-323 0,-12-5-917 0</inkml:trace>
  <inkml:trace contextRef="#ctx0" brushRef="#br0" timeOffset="-198514.399">18493 7911 787 0,'0'0'775'0,"0"0"334"15,0 0-737-15,0 0-74 0,4-87 35 16,-3 66 19-16,0 0-48 0,-1 2-100 15,0 6-71-15,-1 1 2 0,-4 6-25 0,0 3-39 16,-1 3 8-16,-1 0-9 0,-2 3-31 16,-5 4-39-16,1 5-18 0,-4 5-7 15,1 3 10-15,-3 6 1 16,2 0 13-16,3 0-20 0,0 1 19 0,-1-2 2 16,4-1-21-16,0-5 9 0,4 1 0 15,4-4-7-15,3-5-2 0,1-1-16 16,8-2 16-16,7-2-13 0,1 1-12 0,6 0 43 15,3-2-25-15,2 0 10 0,0 0 3 16,-3 1-1-16,-5 1 16 0,0 1-2 16,-7 3 2-16,-1 1 0 0,-6 2 12 15,-4 3 28-15,-2 2-3 0,0 2-24 16,-4 3-10-16,-5 0-1 0,-2-4 1 16,-1-1-1-16,-3-2-2 0,2-5-25 15,-3-3 1-15,1-2-16 0,2-4-19 0,0-3-2 16,0 0-47-16,3-5-22 15,2-4-53-15,3-4-103 0,2-3-152 0,3-7-149 16,0-3-424-16,3-5-436 0,0 7 1153 16,9-16 105-16</inkml:trace>
  <inkml:trace contextRef="#ctx0" brushRef="#br0" timeOffset="-198293.057">18674 7907 261 0,'0'0'332'0,"0"0"1346"0,0 0-1219 16,3 69-103-16,-6-37 24 0,2 7-29 15,1 7-37-15,0 8-18 0,0 8-12 16,0 8 7-16,0 7-123 0,0 4-77 16,-2 6-33-16,-1-1-49 0,-3-5-7 15,1-5-4-15,0-10-17 0,4-11 7 16,1-15-22-16,1-14-30 0,4-8-39 16,3-8-13-16,-2-8-19 0,4-2-25 15,0-6-47-15,-1-9-16 0,2-7-207 0,0-8-182 16,-3-6-414-16,0-6-74 0,1-4 106 15</inkml:trace>
  <inkml:trace contextRef="#ctx0" brushRef="#br0" timeOffset="-198042.711">18719 8287 3 0,'0'0'281'0,"-15"-99"-151"0,11 58 46 0,4-1-58 16,0 0 892-16,7 4-523 0,6 9 27 16,3 5-65-16,4 6-35 0,0 7-70 0,1 3-65 15,-1 5-74-15,-2 3-56 0,-2 6-41 16,0 6-25-16,-4 6-16 0,-4 2-18 15,-3 5-9-15,-4 3-12 0,-1 5 5 16,-3 3-31-16,-8 3 0 0,-3 3-2 16,-3 4-2-16,-4-3-22 0,0 1 9 15,-3-5-13-15,1-2 4 0,3-9-1 16,5-7-6-16,2-8-12 0,2-7-46 16,7-5-9-16,-1-1-4 0,2-6-19 15,2-8-41-15,1-4-111 0,0-7-42 16,7-6-41-16,3-5-238 0,2-4-147 0,2 1-596 15</inkml:trace>
  <inkml:trace contextRef="#ctx0" brushRef="#br0" timeOffset="-197926.556">19042 7835 134 0,'0'0'248'15,"0"0"-125"-15,0 0-123 0,0 0-3 16,0 0-49-16,0 0-147 0,0 0 88 15,0 0 82-15</inkml:trace>
  <inkml:trace contextRef="#ctx0" brushRef="#br0" timeOffset="-197629.139">19237 7528 326 0,'0'0'1634'0,"0"0"-1048"16,0 0-145-16,0 0-70 0,0 0 15 16,0 0-84-16,0 0-83 0,-15 75-60 15,10-36-33-15,-1 7 56 0,1 5 5 16,-2 7-27-16,2-1 7 0,-2 5-36 16,1-2-22-16,0-1-54 0,3-3-25 15,1-6-30-15,2-8 0 0,0-9-21 16,7-9-9-16,3-8-19 0,3-9-9 0,4-7-78 15,6 0-41-15,-1-10-68 0,7-6-84 16,1-7-195-16,-1-1-159 0,0-5-511 16,-3 1-127-16,-8 6 517 0</inkml:trace>
  <inkml:trace contextRef="#ctx0" brushRef="#br0" timeOffset="-197494.856">19532 8019 271 0,'0'0'1383'0,"0"0"-152"0,0 0-802 0,0 0-108 15,0 0 6-15,-17 81-51 0,6-57-71 16,2-1-26-16,2-3-49 0,1-4-87 15,-1-2-43-15,5-4-31 0,-1-3-15 16,1-2-80-16,1-3-54 0,-1-1-53 16,2-1-125-16,-1-1-235 0,1-7-479 0,-2-4-218 15,2 4 667-15,0-13 395 0</inkml:trace>
  <inkml:trace contextRef="#ctx0" brushRef="#br0" timeOffset="-197362.722">19462 8025 437 0,'0'0'981'0,"0"0"177"0,0 0-705 0,0 0-158 0,0 0-101 15,0 0-8-15,0 0-16 0,0 0-79 16,0 0-65-16,90 11-26 0,-59-25-40 16,8-7-136-16,4-8-71 0,5-8-113 15,5-4-312-15,-14 6-764 0</inkml:trace>
  <inkml:trace contextRef="#ctx0" brushRef="#br0" timeOffset="-197072.386">20238 7449 1413 0,'0'0'1643'15,"0"0"-1165"-15,0 0-234 0,0 0-49 0,-39 83 31 16,20-44-21-16,0 6-35 0,-2 4-40 16,1 1-51-16,-1 3-11 0,1 1-7 0,2-4-3 15,1-1-34-15,3-5-24 0,4-6-22 16,1-5-2-16,0-6-13 0,1-8-12 16,2-2 16-16,-1-7 14 0,0-3-48 15,-2-4-78-15,-1-3-47 0,-2 0-69 16,-2-1-54-16,0-6-7 0,-2 0 13 15,1-6 82-15,-3-3 191 0,-1-2 36 16,2 0 129-16,-2 1 34 0,6-2-4 16,3 7 60-16,4 3-4 0,6 3 31 15,3 2-37-15,11 0-91 0,9-3-19 16,9 0-7-16,7-3-24 0,6-2-37 0,7-1-31 16,2 1-15-16,1 0-44 0,-1 0-98 15,-2 1-198-15,-16 3-372 0,8-1-822 16</inkml:trace>
  <inkml:trace contextRef="#ctx0" brushRef="#br0" timeOffset="-195983.662">12020 10391 196 0,'0'0'241'0,"0"0"297"0,0 0 797 16,0 0-944-16,5 90-67 0,2-59-17 16,-3 4-50-16,0 2-23 0,-1 3-39 0,-3-2-41 15,0 0-64-15,0-2-78 0,0-4-12 16,0-5-2-16,0-4-11 0,0-4-37 15,0-5-81-15,0-4-86 0,0-5-45 16,5-3-43-16,1-2-92 0,2 0-226 16,-1-10-507-16,-1 1 132 0,3-9 870 0</inkml:trace>
  <inkml:trace contextRef="#ctx0" brushRef="#br0" timeOffset="-195862.907">12110 10605 241 0,'0'0'336'0,"0"0"1134"0,0 0-1198 15,0 0-97-15,-97 4-62 0,71 7 29 0,3 0 22 16,1 1-45-16,4-4-107 0,3 3-12 16,5-6-163-16,3-4-79 0,6-1-155 15,1-5-616-15,0-2-82 0,0 0 1036 16,4-10-16-16</inkml:trace>
  <inkml:trace contextRef="#ctx0" brushRef="#br0" timeOffset="-195752.152">12003 10549 378 0,'0'0'284'0,"0"0"711"0,0 0-226 0,0 0-289 0,88 45-201 15,-65-31-75-15,4 3-99 0,-1-3-35 16,3 0-70-16,0 0-67 0,0-2-277 16,-1 2-137-16,-3-2-593 0,-8-2-350 15,-4 9 1250-15</inkml:trace>
  <inkml:trace contextRef="#ctx0" brushRef="#br0" timeOffset="-195210.925">11673 11487 39 0,'0'0'2738'0,"0"0"-2283"0,0 0-89 16,0 0-76-16,0 0 15 0,0 0-57 0,0 0-66 16,0 0-71-16,-85-2-52 0,67 14-32 15,0 5-24-15,-1 2 28 0,0 4-30 16,2-1-1-16,4 1-21 0,3-4 5 15,0-2 1-15,4-4-4 0,3-4-8 0,3 0-7 16,0-3 9-16,0 3 7 0,5 2 15 16,3 0 3-16,7 2 1 0,1-1 0 15,5-2 2-15,4 1-1 0,2-3 7 16,2-1-9-16,1-2-24 0,-3-1 2 16,-2-1-12-16,-2 2 31 0,-4 1-18 15,-6 2 21-15,-3 1 0 0,-2 3 46 16,-5 0-12-16,-1 4 9 0,-2-1 3 15,0 0 12-15,-6-1-18 0,-5 2 6 16,0-3-12-16,-2 0-10 0,-1-4-5 16,2-2-16-16,0-2 12 0,3-3-15 15,0-2-66-15,3-4-51 0,-2-8-55 0,2-3-32 16,2-6-29-16,-1-4-71 0,5-6-298 16,0 2-514-16,0 1-277 0</inkml:trace>
  <inkml:trace contextRef="#ctx0" brushRef="#br0" timeOffset="-194913.676">11830 11719 147 0,'0'0'2447'0,"0"0"-1840"16,0 0-390-16,0 0 90 0,0 0 31 0,72 71-27 15,-62-64-76-15,0-3-78 0,3-4-46 16,2-1 48-16,5-12-10 0,3-6-73 16,7-8-76-16,-1-5-39 0,1-5-59 15,-4 4-3-15,-1-1 1 0,-4 4 4 16,-8 6 20-16,-4 3 2 0,-4 9 28 0,-5 2 46 15,-4 3 33-15,-7 3-18 16,-5 4 10-16,-3 0-22 0,-2 2 15 0,2 8-15 16,-1 6-3-16,1 6-1 0,3 3-17 15,3 6 18-15,3 5 18 0,1-1 34 16,3 5-15-16,1-5 6 0,4-4-18 16,1-5-25-16,0-6-25 0,5-5-33 15,1-3-44-15,3-6-70 0,1-1-42 16,1-5-127-16,5-6-295 0,1-6-474 0,1-9-599 15,-4 4 1374-15</inkml:trace>
  <inkml:trace contextRef="#ctx0" brushRef="#br0" timeOffset="-194460.851">12298 11572 1091 0,'0'0'1770'0,"0"0"-1328"16,0 0-286-16,0 0 15 0,29 95 135 0,-20-57-20 15,-1 6-50-15,3 4-60 0,1 2-62 16,0 4-4-16,0 4-21 0,-3 1-13 15,0 3-27-15,-6-1-18 0,0 1-19 16,-3 0-1-16,0-3-10 0,0-3-2 16,-1-6-15-16,-2-8 15 0,1-8-44 15,-1-9-71-15,3-10-10 0,0-8-6 16,0-5-10-16,0-5-40 0,0-10-95 0,2-8-120 16,1-11-102-16,1-4-121 0,-1-7-25 15,-3-6 53-15,0-6 35 0,0-9 39 16,-9-3 518-16,-2-6-13 0,-2-5-10 15,1-2-137-15,1 3 160 0,4 5 199 16,4 6 150-16,3 16-170 0,3 10-35 16,5 10 1218-16,2 10-1013 0,3 5-28 0,1 6-16 15,3 1 31-15,1 5-20 0,1-1-59 16,1 4-27-16,2 0-26 0,-3 7-59 16,1 3-59-16,-2 2-31 0,-2 5-21 15,-3 0-4-15,-1 4-5 0,-3 3-13 16,-4 2-12-16,-1 2 1 0,-4 2-1 15,0-1 0-15,-5 0 0 0,-5 0-3 16,-2-2 0-16,-4-2 1 0,-1 2 2 16,-3-6 2-16,-2-3 9 0,-1-4-11 15,-2-6-64-15,0-3-46 0,-3-5-32 0,-2-5-46 16,1-6-38-16,-4-5-75 0,1-4-125 16,-4-3-738-16,9 3-820 0,-14-17 1671 15</inkml:trace>
  <inkml:trace contextRef="#ctx0" brushRef="#br0" timeOffset="-193678.578">13518 9622 310 0,'0'0'339'15,"0"0"1051"-15,0 0-979 0,13-66-56 16,-8 47-98-16,-2 0 27 0,0 0 21 16,0 1-69-16,-2 4-50 0,1 2-33 0,-1 4-35 15,-1 4-9-15,0 2-7 0,0 2-13 16,0 0-18-16,0 2 6 0,-1 5 55 15,-5 3 14-15,-5 8-69 0,-1 7-76 16,-5 9-1-16,-1 3-13 0,-2 2 11 16,3 1 2-16,-2 0 2 0,5-5-1 15,-1-1-1-15,4-2 0 0,1-5-18 16,1-3-3-16,5-5 6 0,-1-3-22 16,4-9-3-16,-1-1-6 0,2-3-6 15,0-3 19-15,0 0 2 0,2 0-15 0,2 0 37 16,1 0 9-16,2 0 12 0,4 3 9 15,2 6 4-15,3 5 18 0,-1 4-6 16,2 8-4-16,-1 7 1 0,-2 4 15 16,-1 3 6-16,-3-1-34 0,0 2-18 0,-2-4 15 15,0-2-18-15,-3-2 0 0,2-4 0 16,-2 0 0-16,0-5-18 0,-1-7-12 16,1-3-96-16,2-9-45 0,1-2-29 15,-1-3-160-15,4-3-199 0,-3-4-213 16,1-1-557-16,0-7-72 0</inkml:trace>
  <inkml:trace contextRef="#ctx0" brushRef="#br0" timeOffset="-192723.849">14742 9747 1365 0,'0'0'2334'16,"0"0"-1875"-16,0 0-328 0,0 0 12 15,0 0 110-15,0 0 57 0,0 0-90 0,0 0-44 16,0 0-73-16,97 13-63 0,-70-8-40 16,-2 2-18-16,-5-1-28 0,-3-1-100 15,-2 2-52-15,-4-2-62 0,-2 1-75 16,-5 2-258-16,-1 1-393 0,-3-3-377 16,-3 3 139-16</inkml:trace>
  <inkml:trace contextRef="#ctx0" brushRef="#br0" timeOffset="-192576.785">14855 9934 2878 0,'0'0'454'16,"0"0"-314"-16,0 0-32 0,0 0 103 15,0 0 101-15,0 0-81 0,30 76-101 0,-18-66-81 16,-1 1-34-16,3-1-15 16,1-1-16-16,2-2-39 0,-1 0-231 0,-2-2-183 15,0-2-514-15,-4-1-1101 0,-2-2 1764 0</inkml:trace>
  <inkml:trace contextRef="#ctx0" brushRef="#br0" timeOffset="-191024.561">16648 9507 522 0,'0'0'375'16,"0"0"1192"-16,0 0-1113 0,0 0-76 0,0 0 9 15,0 0 20-15,0 0-81 0,0 0-97 16,0 0-106-16,0 0-80 0,0 0-40 16,67-69-3-16,-49 55 0 0,0 2-15 0,1 0-19 15,-3 5-18-15,0-1-4 0,-5 5-2 16,1 3 5-16,-4 4 19 0,0 7 34 15,-4 6 19-15,-4 6 33 0,0 4-8 16,-1 4-4-16,-8 3-6 0,-2 2 12 16,-1-2-16-16,-1 4-29 0,0-1 15 15,1 1-16-15,-2 1 18 0,1-3-18 16,3-4-12-16,4-5 0 0,1-5-10 16,5-3 1-16,0-7-35 0,0-2-42 15,0-3-7-15,3-2 15 0,1-2 6 16,0 1 9-16,3 0 25 0,-1 3 29 15,1 4 19-15,2 1 2 0,-1 4 0 0,1 6 0 16,-3 3-1-16,3 5-21 0,-2 1-73 16,0 4 35-16,0 1-15 0,1 0-10 15,3 1 22-15,-1-1 22 0,2-2 38 16,-1-2 2-16,-1-2 1 0,-2-5 2 16,-2 0 20-16,-3-4 19 0,-1 2-25 0,-2-4-13 15,-2 0 6-15,-6-1-9 16,-1-2-49-16,-1-1 2 0,-3-2-83 0,-1-3-255 15,0-2-335-15,-3-4-550 0,6-2 289 16,-11-2 959-16</inkml:trace>
  <inkml:trace contextRef="#ctx0" brushRef="#br0" timeOffset="-175126.911">27328 792 1554 0,'0'0'1364'0,"0"0"-1159"0,0 0 3 0,0 0 37 16,0 0 124-16,0 0-28 0,0 0-71 15,0 0-67-15,0 0-74 0,0 0-43 16,0 0-28-16,0 0 12 0,14 4 27 16,-9 21 46-16,-1 6-48 0,-1 3-32 15,0 1-11-15,-1 4-51 0,-2 2 26 16,0 4-24-16,-5 1 37 0,2 3-28 0,-1 2-10 15,-1-1-4-15,3 2 4 16,-3 0-2-16,0 1 1 0,0 2 2 0,0 4-1 16,-1-2-2-16,1 4 1 15,1-4-1-15,-1 3 1 0,2-1 0 0,0-3 2 16,1-2-2-16,1-1-1 0,1-2-19 16,0-1 17-16,0-1-23 0,1 1 24 0,4 0-4 15,1 1 5-15,2 1 1 0,-1 1-1 16,0-2 0-16,3 1-2 0,-3 2 0 15,-1 1 0-15,0-1 0 0,0 6 2 16,-1 1 1-16,-3 0 2 0,-2 2 16 16,0 0-4-16,0 0-15 0,0-1 1 15,0 1-1-15,0 0-2 0,0-1-13 16,0-1 12-16,1 3 0 0,2-3-9 16,2 1-18-16,-1 1-6 0,0 1 8 15,-1-1 13-15,2 2-12 0,-1 3 25 16,-1-2-13-16,-2 3 15 0,1 1-1 0,-1 1 0 15,0 0 0-15,-1 1-2 0,0 1-23 16,0 0 24-16,0 1 3 0,0 3-1 16,0 1 3-16,3-4-1 0,-3 3 7 15,3-1-9-15,-1 1-12 0,-1 0 12 0,1 2-1 16,-2 0 1-16,0-1 2 0,0-1-2 16,0 0-9-16,0 2-9 0,-2-1 3 15,1 1-6-15,1 1 8 0,0 0 12 16,0 0 0-16,0 2-12 0,0 2 13 15,0-1 15-15,3-2 10 0,1 2-13 16,-1-5-11-16,2-2-1 0,-2-1-12 16,0-1-5-16,-1 2 17 0,-1-2 0 15,1-2-4-15,-1 3-17 0,1 0 19 16,-2 1-28-16,0-2 18 0,0 4 12 16,0-5 0-16,0 2 3 0,2-4 18 0,-2-2-21 15,3 1-1-15,-1-1-13 0,-1-5 14 16,1 1 0-16,-1-2 1 0,-1 1 0 15,2-3 2-15,-1 0-2 0,2-4-1 16,0 1-2-16,-1-2 2 0,1-1 0 0,0-2 3 16,2 0 12-16,-2-5 6 15,0 1-18-15,0 0 13 0,-2-5-14 0,0 0 8 16,3-3-10-16,-2 0-3 0,-1-3-13 16,2 1 13-16,-3-1 0 0,2-4 3 15,-1-1-1-15,-1 0-9 0,2-4 10 16,-2 1 2-16,0-5 0 0,3-2 10 15,-3 0-11-15,1-2-1 0,0 0-11 16,1-1 11-16,-1 3 0 0,-1-4-2 16,0 5-1-16,0-1-9 0,3-1 10 15,-1-2 2-15,1-1-1 0,1-2 0 0,-1-1 1 16,1-3 1-16,-1-4 2 0,-2-2 9 16,2-2-11-16,-3-3-1 0,2-2 0 0,-1 0 3 15,-1 0 22-15,0 0 8 16,0 0 6-16,2 0 4 0,-1-2-13 15,1 0-30-15,0-3 0 0,4-2-3 16,0 2-12-16,0-4-3 0,2 0-2 0,2 2 19 16,0-4 0-16,2 1 0 0,2 1-14 15,1-3 1-15,2 2 13 0,-1 0 1 16,3 1-3-16,-2 0-15 0,3 1 0 16,5 1-10-16,-1 2 13 0,5 2-6 15,2-1-6-15,4 0 8 0,3 1 4 16,4 0 0-16,4 1-9 0,4 2 24 15,6 0 15-15,6 0 9 0,5 0-21 16,4-1 0-16,6 0 27 0,4-1-29 16,4 1-1-16,1 0 2 0,9 1 0 0,0 0-1 15,3 0 11-15,3 0 0 0,0 0 6 16,3 0-18-16,-2 0-21 0,1 0 21 16,0 0 0-16,0 0-11 0,-1-2 11 15,2-2 0-15,-3 4 1 0,3-5-1 0,-2 3 1 16,-1-2 11-16,0 3-9 0,-1-4 10 15,-2 3-13-15,0 0-3 0,-3-2 3 16,1-1 6-16,-6 4-6 0,0-4 2 16,-1 2 0-16,-3-1-2 0,-2 1 0 15,1-1 24-15,0 0-22 0,2 2-2 16,-4-3 18-16,4 2-18 0,-2-2-15 16,1 1 13-16,-2-1-10 0,-2 2-1 0,-1-2 12 15,-6 1-1-15,-1 2 2 0,-4 0-2 16,-5-1 1-16,-3 0 1 0,-6-1 1 15,-2 3-1-15,-4 0 1 0,-6-1-1 16,-3 1-1-16,-2-1-1 0,-2-1 0 16,0 0-10-16,-4-2 10 0,1 2 0 15,-6 0-10-15,0-1-12 0,-5 1 21 16,-1-1-16-16,-7 1-5 0,-2 1 22 16,-2-1 2-16,-2-1 15 0,2 1 3 0,-3 1-5 15,1-1-11-15,0-1 1 0,-4 2-2 16,1-1-1-16,-1 2-16 0,-5-1 1 15,1 1-27-15,-1-2 8 0,0 1-27 16,-1-3-49-16,-4-2-37 0,-4-2-56 16,-6 1-196-16,2-3-819 0,-18-3-1178 0</inkml:trace>
  <inkml:trace contextRef="#ctx0" brushRef="#br0" timeOffset="-174275.254">28459 1352 2085 0,'0'0'1091'0,"0"0"-957"16,0 0-99-16,0 0 25 0,0 0 213 15,0 0 108-15,11 100-112 0,-10-54-81 16,3 11-21-16,-2 7-1 0,-2 5 82 16,0 3-111-16,-9 3-55 0,0-3-24 15,-4 1-40-15,1-5-18 0,-2-3-1 16,0-8-44-16,6-7-1 0,2-7-30 16,3-12-46-16,3-8-25 0,3-11-34 15,5-3-68-15,10-9-177 0,-1-3-275 0,6-12-292 16,-4 2-430-16,11-23 588 0</inkml:trace>
  <inkml:trace contextRef="#ctx0" brushRef="#br0" timeOffset="-173993.835">28844 1731 2705 0,'0'0'468'0,"0"0"-251"0,0 0 72 0,0 0 54 15,0 0-133-15,0 0-107 0,-101 71-60 16,70-46-18-16,-2-1-23 0,2-2 0 15,0-1-2-15,2-2-25 0,1-5 4 16,1 3 8-16,4-4-46 0,1-1-28 16,5-4 18-16,5-3 69 0,4-1 7 15,5-2 33-15,1-2 4 0,2 1-44 0,0 1-13 16,0 2 13-16,2 1 10 0,2 4 49 16,2 2-19-16,1 2 10 0,5 0 21 15,2 1 3-15,3-1-3 0,2-1-21 16,4 1-10-16,3-2-40 0,1 1-12 15,2 4-25-15,0-5-47 0,0 2-83 16,-4-1-19-16,1 0 13 0,-3 2-66 0,-6 2-183 16,-6-4-639-16,-9 9-1108 0</inkml:trace>
  <inkml:trace contextRef="#ctx0" brushRef="#br0" timeOffset="-173727.229">28468 2777 1315 0,'0'0'1976'16,"0"0"-1640"-16,0 0-228 0,0 0-23 15,0 0 138-15,0 0 80 0,16 87-80 16,-13-60-75-16,0 5-68 0,3 5 3 0,-3 3-4 15,2 1-39-15,-2 1 3 0,-2 2-32 16,1 0-11-16,-2 2-18 0,0-1-4 16,0-3-14-16,-2-4-62 0,-1-4-34 15,3-3-38-15,0-3-53 0,0-6-29 16,0-2-6-16,0-5-42 0,0-8-284 0,3-4-939 16</inkml:trace>
  <inkml:trace contextRef="#ctx0" brushRef="#br0" timeOffset="-173323.904">28232 4026 1512 0,'0'0'1659'0,"0"0"-1280"0,0 0-192 15,0 0 86-15,0 0 96 0,0 0-72 16,0 0-51-16,0 0-54 0,90 6-43 16,-55-6-36-16,3 0-34 0,2-11-24 15,2 2-39-15,0-5-16 0,-1 0-22 0,0-3-44 16,-4 0-83-16,-4 2-37 16,-5-1-50-16,-8 4-74 0,-9 1-267 0,-8 4-539 15,-3 6-442-15,-9-3 500 0</inkml:trace>
  <inkml:trace contextRef="#ctx0" brushRef="#br0" timeOffset="-173152.01">28437 4014 130 0,'0'0'2233'0,"0"0"-1885"16,0 0-151-16,-9 90 139 0,7-55 67 16,1-1-47-16,-1 0-121 0,1-2-107 15,1-4-60-15,0 1-68 0,0-4 0 16,0-4-25-16,0-2-55 0,0 0-76 15,0-5-124-15,-2-1-204 0,0-4-333 16,-1-2-710-16,-3-7 462 0</inkml:trace>
  <inkml:trace contextRef="#ctx0" brushRef="#br0" timeOffset="-172989.866">28423 4309 359 0,'0'0'2433'0,"0"0"-2096"0,0 0-136 0,0 0 139 15,85 0-63-15,-57 0-101 0,-1 0-54 16,1 0-88-16,1-5-34 0,-4 3-91 16,0-2-128-16,-8 2-128 0,-2 2-70 15,-10 0-270-15,-5 0-659 0,-7 13 282 0</inkml:trace>
  <inkml:trace contextRef="#ctx0" brushRef="#br0" timeOffset="-172813.451">28477 4510 150 0,'0'0'290'0,"0"0"1113"0,0 0-823 0,0 0-396 15,0 0-74-15,0 0 86 0,-59 69 108 16,61-66-65-16,9-1-11 0,6-2 21 16,5 0-35-16,8-5-27 0,6-2-20 0,3-4 9 15,3 1 42-15,1 1-59 0,-1 1-80 16,-1 0-79-16,0 1-59 0,-7 3-158 0,2 2-50 16,-3 0-115-16,-7 2-384 15,3 0-1305-15</inkml:trace>
  <inkml:trace contextRef="#ctx0" brushRef="#br0" timeOffset="-172002.751">28605 4922 730 0,'0'0'72'0,"0"0"1288"0,0 0-930 15,0 0-153-15,0 0-1 0,0 0 46 16,-4 67-25-16,9-35-61 0,3 4-88 16,3 5-20-16,2 6-72 15,0 0-19-15,1 1-34 0,-2-2-3 0,-2 0-42 0,2 0 29 16,-4-2-43-16,0-3-22 0,-1-1-28 15,-2-2-64-15,-2-1-101 0,-3-4-139 16,0 1-288-16,-3-9-863 0,-14 5 594 16</inkml:trace>
  <inkml:trace contextRef="#ctx0" brushRef="#br0" timeOffset="-171743.448">28431 6148 447 0,'0'0'2484'0,"0"0"-2145"16,0 0-183-16,0 0 127 0,95 19 50 0,-62-23-83 15,2-6-95-15,5-4-49 0,0-3-69 16,2-2-37-16,-2 0-11 0,-2-4-35 15,-4 0-59-15,-3 2-35 0,-5 1-107 16,-4 1-121-16,-8 5-234 0,-11 2-600 0</inkml:trace>
  <inkml:trace contextRef="#ctx0" brushRef="#br0" timeOffset="-171538.768">28594 6197 1785 0,'0'0'1777'0,"0"0"-1427"16,-21 78-234-16,15-44-46 0,-2 5 98 16,1 4 99-16,2 0-113 0,-1-4-49 15,2-2-56-15,0-4-28 0,3-3-5 0,-1-1-16 16,2-5-12-16,0-2 10 0,0-3-1 16,0-2-31-16,0-4 1 0,0 0-93 15,0-6-78-15,-3 1-38 0,0-4-69 16,0-1-223-16,1-3-430 0,-4-2-306 15,-2-6 434-15,3 2 529 0,-4-12 307 0</inkml:trace>
  <inkml:trace contextRef="#ctx0" brushRef="#br0" timeOffset="-171388.827">28488 6494 183 0,'0'0'2190'0,"0"0"-1715"0,0 0-161 16,0 0-18-16,0 0 36 0,0 0-14 15,95-3-93-15,-70 3-24 0,-1-3-38 16,4 1-49-16,-2-2-46 0,-2-1-56 15,1-2-12-15,-5 0-58 0,-3 0-102 0,-3-1-81 16,-5 2-95-16,-1-1-169 0,-6 3-306 16,0 0-672-16,-4-1 235 0</inkml:trace>
  <inkml:trace contextRef="#ctx0" brushRef="#br0" timeOffset="-170079.638">28276 6181 463 0,'0'0'694'0,"0"0"817"0,0 0-1154 15,0 0-66-15,0 0 30 0,0 0-37 16,0 0-89-16,0 0-67 0,0 0-38 16,-82-61-16-16,75 44-34 0,-2-2 7 15,1-4-44-15,-4-3 34 0,4 0 3 16,-4-3 13-16,-2-4-26 0,1 3 7 15,-5-2 0-15,-1 0 3 0,-1-1 15 16,-1 2 6-16,0 1 40 0,-1-2-43 16,2-3-24-16,2-4-31 0,1-4-24 15,2-1-25-15,3-8 12 0,1 1-15 0,3-3-9 16,-4-3 18-16,2 2 6 0,0-1 24 16,-3-1-14-16,0 0 24 0,-3 0-13 15,-1 0-14-15,-3 1 27 0,-2-1-15 16,2 2-28-16,-3-1-10 0,-2-1 4 15,3-2-23-15,2 0 4 0,0 0 21 0,6 0 0 16,0-1-3-16,5 4 19 0,2-3-25 16,1 5 5-16,5 4 22 0,1 0 30 15,0 6-10-15,0 3 11 0,3 7 1 16,4 3 15-16,-2 4-15 0,3 3 2 16,0-1 31-16,2 1-33 0,2-2-10 15,4-2 7-15,-2-1 3 0,5-2-10 16,0-5 10-16,-1 1 0 0,-2 4 3 0,1 0-3 15,-5 3 0-15,1 3 29 16,-4 6-26-16,-1-2 66 0,2 1-44 0,-1 1-3 16,0-2 18-16,1 0 4 0,-2 0-42 15,4-1 11-15,1-2-13 0,1-1-16 16,2-1-18-16,-1 0 18 0,2 1 1 16,-3-1-4-16,1 4 0 0,-4 2 17 15,-1 5 2-15,-1 0 19 0,-3 6-16 16,-2 2 19-16,-1 1 9 0,-2 1 3 0,1 2-25 15,-1 0-9-15,-1 3-28 0,0 0 0 16,0 0-3-16,2 0-6 0,-2 0-19 16,0 0-83-16,0 0 13 0,0 0 3 15,0 0 19-15,0 0-33 0,0 0-67 16,-2 0 0-16,-1 2-11 0,-1 2-224 16,-5 1-362-16,2 1-795 0,-12 5 1596 0,63-39 0 15</inkml:trace>
  <inkml:trace contextRef="#ctx0" brushRef="#br0" timeOffset="-162857.704">27765 5547 2201 0,'0'0'317'0,"0"0"-220"0,0 0 44 16,-4 64 430-16,2-36-238 0,-1 4-156 0,0 3-45 15,-1 1-34-15,0 1 2 0,-1-3-41 16,2-8-38-16,3-4-21 0,0-5-22 16,0-9-37-16,5-3-64 0,0-4-21 15,1-1-99-15,2-4-81 0,0-6-111 0,-2-1-301 16,3-11-726-16</inkml:trace>
  <inkml:trace contextRef="#ctx0" brushRef="#br0" timeOffset="-162490.138">27668 5481 2013 0,'0'0'527'15,"0"0"-237"-15,0 0-39 0,-55 93 42 16,37-53 18-16,-1 2-24 0,5 1-49 0,-1 3-54 16,5-6-33-16,4 0-40 0,3-2-37 15,3-4-65-15,0-7-5 0,6-2-4 16,4-6 30-16,3-3 15 0,5-6-45 15,3-5-2-15,7-2 2 0,0-3 9 16,6-5 22-16,-3-7-28 0,2-2-3 16,-2-4-12-16,0-1-16 0,-2-4-36 15,-1 0-1-15,0-2-9 0,0-2 13 0,0-2-7 16,-3 0-25-16,1-1 24 0,-3-1 20 16,-4 3 24-16,-5 0 12 0,-6 5 10 15,-8 2 3-15,0 4 16 0,-9 2 46 16,-7 2-22-16,-4 0-37 0,-5 2-3 15,-2-1-15-15,-2 7-56 0,0-1 30 16,-2 5-3-16,2 1 16 0,-1 0-47 16,-1 3-26-16,7 1-91 0,-4 0-133 15,7-3-148-15,6-1-178 0,-3-1-680 0</inkml:trace>
  <inkml:trace contextRef="#ctx0" brushRef="#br0" timeOffset="-161843.798">28918 3370 1091 0,'0'0'651'0,"0"0"-382"15,0 0-87-15,0 0 93 0,0 0 93 16,0 0-67-16,54-68-39 0,-49 64-31 15,1 0-3-15,-1 2-33 0,-2 2-29 16,4 0-23-16,-1 3-4 0,1 2-9 16,-1 2-26-16,2-1-45 0,1 2-16 15,-3-1-22-15,2 3-18 0,-3-3-3 16,-2 0-3-16,1 3-24 0,-4-2-1 16,0-1-6-16,0 4 0 0,-4-1 4 0,-2 3 5 15,-1 1-6-15,-2 3 10 16,4 1-1-16,-4-1 10 0,6 2-4 0,3 0 16 15,0-2 0-15,3-1 0 0,11-2 1 16,2-6 1-16,7-2-2 0,6-6 0 16,6 0-1-16,2-13-80 0,6-4-80 0,-2-6-70 15,-2-4-118-15,-1-2-146 0,-6-1-124 16,-5 0-74-16,-7 7-117 0,-2-9-320 0</inkml:trace>
  <inkml:trace contextRef="#ctx0" brushRef="#br0" timeOffset="-161410.484">29070 2994 447 0,'0'0'701'16,"0"0"-311"-16,0 0-36 0,0 0 10 15,-84 86 14-15,58-55-95 0,-2 6-74 16,3 7-107-16,0 5 6 0,3 5-35 0,6 3-15 15,5 0-17-15,6-3 26 0,5-6-10 16,6-2 50-16,8-11-28 0,4-6-1 16,3-4 108-16,5-5-8 15,2-4-72-15,5-4 8 0,4-4-64 0,5-3 49 16,7-5-32-16,7-3 1 0,3-7-68 16,3-6-15-16,-3-2-4 0,0-2-55 15,-5-1-64-15,-4 0-2 0,-5-3 25 16,0 0 28-16,-6-5 0 0,-2 0 14 15,-1-3 13-15,-5-5-6 0,-4-1 3 16,-6-2 32-16,-3-5-7 0,-7-2 38 16,-6-2 6-16,-5 1 63 0,-3 0-24 0,-10 4 24 15,-10 7-35-15,-5 5 35 0,-3 6 23 16,-4 8 29-16,-3 6-43 0,-5 6-36 16,1 6-41-16,-3 3 14 0,0 9-4 15,0 6-11-15,3 2-49 0,2 3-23 16,0 1-56-16,4 3-95 0,2 3-105 0,0 3-261 15,9-10-554-15,-14 20-411 0</inkml:trace>
  <inkml:trace contextRef="#ctx0" brushRef="#br0" timeOffset="-160825.65">29267 5036 2247 0,'0'0'498'16,"0"0"-315"-16,0 0-16 0,0 0 158 15,0 0 61-15,87-22-166 0,-74 19-75 16,-4 3-80-16,-5 0-40 0,-1 0-6 15,-3 0-4-15,0 0 1 0,0 0-4 0,-4 6-10 16,-3 0 17-16,-5 5-9 0,4 3-9 16,-3 1-1-16,2 1 4 0,3 1 8 15,4-3-12-15,2-1 1 0,0-1 11 16,2 0 1-16,5-2-13 0,3 0-3 0,-1 0 3 16,-1-1 31-16,1 3 18 0,-4 0-5 15,-2 1 2-15,-3 4 16 16,0-2-4-16,-4 2 22 0,-6 0-15 0,-1 1-16 15,-3-3-19-15,-1-1 4 0,2-1-34 16,-2-5-1-16,5-4-82 0,1-4-55 16,3-2-53-16,0-10-107 0,4-7-63 15,2-7-177-15,0 2-573 0,5-19-487 0</inkml:trace>
  <inkml:trace contextRef="#ctx0" brushRef="#br0" timeOffset="-160541.86">29098 4747 2289 0,'0'0'513'16,"0"0"-288"-16,0 0 2 0,-45 99 104 16,34-52-56-16,5 8-14 0,1 6 10 0,3 3-61 15,2 1-50-15,0-5-19 0,5-4-43 16,7-6-46-16,5-5-49 0,5-8-3 16,5-6-12-16,4-6-10 0,5-6 22 15,5-6 22-15,3-5-1 0,5-6 46 16,1-2-15-16,2-12-15 0,3-7-37 0,-1-6-12 15,1-9-19-15,0-1-18 16,-2-6 4-16,-2-4 11 0,-4 1 31 0,-4-4-9 16,-1-1-1-16,-9-3 10 0,-5 0-36 15,-11 0 36-15,-7 4 3 0,-10 1 13 16,-6 5-13-16,-12 4-46 0,-8 3-6 16,-7 5-13-16,-3 7 7 0,-5 5-9 15,-5 9 27-15,0 5 21 0,-4 4-58 16,-4 2 18-16,0 8-24 0,2 2-107 15,1-1-205-15,15-2-601 0,-13 0-942 0</inkml:trace>
  <inkml:trace contextRef="#ctx0" brushRef="#br0" timeOffset="-159962.882">30602 1312 434 0,'0'0'1728'15,"0"0"-1447"-15,0 0-126 0,0 0 634 0,0 0-283 16,0 0-179-16,0 0-85 0,13 84-57 0,-8-47-46 16,-2 4-44-16,1-1-25 0,0-1-70 15,0-4 0-15,-1-7-31 0,3-5-33 16,2-5-74-16,1-6-75 0,2-8-63 16,0-4-189-16,1 0-634 0,4-10-815 0</inkml:trace>
  <inkml:trace contextRef="#ctx0" brushRef="#br0" timeOffset="-159560.738">30503 1255 2058 0,'0'0'702'16,"0"0"-311"-16,0 0-126 0,-59 79 67 0,46-40 24 15,4 9-63-15,3 5-27 0,3 5-110 16,3 2-58-16,0 0-52 0,0-2-43 15,6-8-2-15,5-8-1 0,-1-9 1 0,5-11 2 16,5-8 40-16,2-8 3 0,6-6-9 16,5-1 5-16,2-12 44 0,5-8-40 15,-1-8-31-15,0-6-13 0,0-1 13 16,-1-2-15-16,-2 1-26 16,0-3-17-16,-5 4-12 0,-3-3 15 0,-2 0 10 15,-7-3-7-15,-2-3 19 0,-8-3 15 16,-3-3 3-16,-6-2 12 0,-1 2 16 15,-13 3-13-15,-3 8-12 0,-2 9 24 16,-1 9 34-16,-3 9 19 0,1 6-50 16,-2 4 16-16,0 3-16 0,-2 5-30 0,1 8-24 15,2 5-16-15,1 3-18 16,1 3 10-16,3 2 23 0,4 2-24 0,3-2-8 16,0 2-93-16,2 1-65 0,1 4-153 15,2 1-246-15,3-9-655 0,3 11-639 0</inkml:trace>
  <inkml:trace contextRef="#ctx0" brushRef="#br0" timeOffset="-159233.393">31544 1171 2176 0,'0'0'803'15,"0"0"-467"-15,0 0-107 0,0 0 77 16,0 0-19-16,-96 54-125 0,74-33-73 0,3 0-54 15,1 3-6-15,5-3-29 0,2-3-31 16,5-4 0-16,3-1 9 0,2-3-6 16,1-1-3-16,0-2-10 0,6 2 29 15,3 1 10-15,3-1 0 0,1 1 2 16,1 2 15-16,3-3 26 0,-2 5-4 16,0 0 44-16,-1-1 8 0,-2 5 81 0,-3-3-29 15,-3-1-52-15,-3 0-15 0,-1-1-25 16,-2-1-10-16,-5-1-17 15,-5-2 14-15,-1 3-9 0,-5-5-27 0,-4 1-70 16,1-1-62-16,2-3 4 0,2-4-11 16,2 0-21-16,6 0-103 0,0-4-117 15,6-6-250-15,-1 0-649 0,2-14-435 0</inkml:trace>
  <inkml:trace contextRef="#ctx0" brushRef="#br0" timeOffset="-158941.249">31713 1471 2632 0,'0'0'654'0,"0"0"-269"16,0 0 118-16,0 0-121 0,0 0-194 15,0 0-84-15,0 0 18 0,81-25-85 0,-56 7-37 16,1-1-107-16,1-2-37 0,-3 0-29 16,-5 3 31-16,-3 1 37 0,-7 4 5 15,-6 2 35-15,-3-1 65 0,-3 3 50 16,-7 1-4-16,-5 0 35 0,-1 2-13 15,-4 5-18-15,4 1 21 0,-4 5-52 0,2 10-18 16,2 4 17-16,-1 5 28 16,0 3 38-16,3 1-1 0,3 2 9 15,-1 0 3-15,2-1-25 0,4 1-70 16,5-7-3-16,1-3-43 0,1-7-34 0,8-4-42 16,7-4-29-16,3-5-78 0,7-1-199 15,-6-6-598-15,19-15-854 0</inkml:trace>
  <inkml:trace contextRef="#ctx0" brushRef="#br0" timeOffset="-158729.971">32205 1320 2227 0,'0'0'613'0,"0"0"-94"0,0 0 34 0,0 87-37 16,0-50-97-16,1 6-122 0,2 4-42 15,2 5-39-15,-2 1-71 0,-1 3-61 16,-2 0-38-16,0-5-46 0,0-4-1 0,0-5-29 15,0-12-49-15,0-5-12 16,0-7 16-16,0-6-25 0,0-6-37 0,0-5-27 16,0-1-62-16,0-9-93 0,0-5-146 15,0-7-231-15,0-4-707 0,0 5 230 16,0-18 242-16</inkml:trace>
  <inkml:trace contextRef="#ctx0" brushRef="#br0" timeOffset="-158547.367">32222 1330 1129 0,'0'0'534'15,"0"0"154"-15,0 0-34 0,0 0-147 16,0 0-118-16,0 0-94 0,0 0-44 0,88-61-47 16,-68 61 11-16,-1 2-31 0,1 4-50 15,2 3-52-15,-5 1-24 0,0 2-27 16,-3 0-28-16,-5 2 15 0,-4 1-18 0,-4 2-30 16,-1-1-10-16,-15 6 28 0,-7 2-31 15,-13 5-45-15,-4 2-71 0,-4 2-6 16,-6 1-10-16,-2-2-82 0,-2 1-130 15,13-8-283-15,-31 12-1089 0</inkml:trace>
  <inkml:trace contextRef="#ctx0" brushRef="#br0" timeOffset="-158137.56">30690 2548 718 0,'0'0'2495'0,"0"0"-2085"16,0 0-287-16,0 0 211 0,0 0 15 0,106-33-102 16,-65 24-54-16,7-1-43 15,0 1 0-15,3 1-53 0,0-1-30 16,-5 0-39-16,0 0-28 0,-4 2-13 0,-5 0-18 15,0 1-106-15,-9-1-49 0,-6 1-38 16,-7 1-106-16,-9 4-251 0,-6 1-591 16,-10 0-320-16</inkml:trace>
  <inkml:trace contextRef="#ctx0" brushRef="#br0" timeOffset="-157974.79">30918 2567 2507 0,'0'0'733'15,"0"0"-362"-15,0 0 77 0,0 0-34 16,77 4-109-16,-49-4-81 0,6 0-74 16,0 0-74-16,-3-5-52 0,0-1-24 0,-3-2-18 15,-4 0-49-15,-4-2-95 0,-5 1-89 16,-6-1-129-16,-3 3-319 0,-6-5-1158 0</inkml:trace>
  <inkml:trace contextRef="#ctx0" brushRef="#br0" timeOffset="-157661.263">30806 2219 1261 0,'0'0'1469'16,"0"0"-1071"-16,0 0-203 0,0 0-5 15,-52 86 48-15,40-62-53 0,4 4-68 0,-3-2-36 16,-1 4-6-16,-2-3-9 0,-1 3 11 15,-3 1-15-15,0-2 22 0,2 1 5 16,-3-2-14-16,3-2-11 0,6-4-12 16,4-4-9-16,5-3-21 0,1-1-1 15,6-1-5-15,11-1 72 0,5 1-14 16,7-1-25-16,7-1 24 0,4-3-21 16,5-2 3-16,2-5-7 0,1-1-4 15,3-3-44-15,1-9-73 0,-3-6-37 16,2-4-33-16,-6-4-47 0,-2-3-53 0,-7-1-88 15,-3-1-219-15,-9 4-580 0,1-7-803 16</inkml:trace>
  <inkml:trace contextRef="#ctx0" brushRef="#br0" timeOffset="-157432.975">31327 2157 2292 0,'0'0'575'0,"0"0"-156"0,0 0 32 0,0 0-36 15,0 0-126-15,81 70-39 0,-62-53-90 16,0 0-56-16,-1 1-24 0,-3 2-34 16,-1-2-34-16,-4 1-10 0,-3 0 10 15,-4 3-11-15,-3 0-1 0,-1 0-73 16,-11 5-28-16,-8 1-3 0,-6 3 30 16,-2 1-15-16,-6 3-29 0,0-1-24 15,2-1-38-15,2-5-87 0,4-3-127 16,8-11-634-16,-2-3-1153 0</inkml:trace>
  <inkml:trace contextRef="#ctx0" brushRef="#br0" timeOffset="-156773.656">32059 2314 2602 0,'0'0'565'0,"0"0"-303"0,0 0-40 16,0 0 152-16,0 0-46 0,0 0-170 0,0 0-125 16,0 0-33-16,0 0 0 0,0 0 59 15,93-7 21-15,-62 7-25 0,0 5-54 16,-7 0-1-16,-6 1-2 0,-4 0 2 16,-5 3 12-16,-4 1 6 0,-5 1 4 15,0 1 21-15,-1 6-43 0,-9 0 0 0,-4 1-31 16,-4 3-37-16,-2-1-9 15,-1 1 10-15,-1-2-4 0,-1 2-7 16,0-2 32-16,4 3 33 0,-1-4 10 0,4 0 1 16,4-4 2-16,4 0 12 0,3-5 69 15,4-4 3-15,1-2-10 0,0-1-19 16,3-1 10-16,2 0 27 0,4-2 0 16,5 0-10-16,1 0-5 0,6 0-4 15,2-2-39-15,2-7-34 0,4-2-39 16,1-2-86-16,-2-3-44 0,0 1-9 0,-2-1-44 15,-1 3-64-15,-5-2-138 16,-3 6-359-16,0-1-892 0</inkml:trace>
  <inkml:trace contextRef="#ctx0" brushRef="#br0" timeOffset="-156080.696">32026 2173 1448 0,'0'0'579'0,"0"0"-288"0,0 0-45 15,0 0 111-15,0 0-75 0,-42 65-81 16,33-39-4-16,0 4-11 0,1 3-25 16,0 3-4-16,1 5-7 0,-1 1 2 15,1 3-19-15,1-1-37 0,1-2-19 16,3 0-16-16,2-6-21 0,0-3-28 15,7-5-8-15,4-4 20 0,2-1-5 16,7-8 23-16,4 1-29 0,3-8-2 0,4 0-10 16,3-7 13-16,1-1 8 0,3-5-19 15,-2-7-3-15,4-6-19 0,-1-1-27 16,1-3-21-16,-1-4 45 0,1-1-14 16,2-1-7-16,-3-5 6 0,-3 1-34 15,2 0 25-15,-5-2-19 0,-4-1 9 16,-6-2-6-16,-3-1 6 0,-7 2-34 15,-6 0 40-15,-7 3 50 0,0 6 16 0,-13-1 31 16,-6 5 18-16,-4 1-9 0,-1 6-4 16,-3 0 1-16,-1 6 15 0,-1 1-59 15,5 4-9-15,-4 2-65 0,1 3-46 16,1 2 18-16,0 8-10 0,0 2-40 16,4 4-43-16,1 3-114 0,-1 0-197 15,8-1-315-15,-9 11-455 0</inkml:trace>
  <inkml:trace contextRef="#ctx0" brushRef="#br0" timeOffset="-155515.367">31967 3138 2434 0,'0'0'554'0,"0"0"-206"16,0 0 52-16,0 0-13 0,0 0-129 15,0 0-112-15,0 0-66 0,0 0 9 16,0 0-6-16,0 0-24 0,81 23-4 0,-51-21 3 16,0-2-42-16,-2-3-16 0,1-4-42 15,-2-4-29-15,-2-1-49 0,-4-1-52 16,-5 0-54-16,-2 0-84 0,-6 0-182 15,-4 5-770-15,-4-3-678 0</inkml:trace>
  <inkml:trace contextRef="#ctx0" brushRef="#br0" timeOffset="-155344.781">32155 2990 2745 0,'0'0'564'0,"0"0"-418"16,0 0 28-16,0 0 113 0,0 0-20 15,0 0-80-15,-3 85-85 0,3-59-40 16,0 2-19-16,0 1 0 0,0 2-12 16,0-1-21-16,0-1-10 0,-2 0-3 15,1-1-80-15,1-1-90 0,0 0-91 0,0-4-10 16,3-6-10-16,5-5-41 0,-2-6-236 16,8-6-672-16</inkml:trace>
  <inkml:trace contextRef="#ctx0" brushRef="#br0" timeOffset="-154357.001">32642 3019 2647 0,'0'0'424'15,"0"0"-242"-15,0 0-92 0,0 0 110 0,0 0 163 16,0 0-81-16,0 0-52 0,76-52-69 16,-62 51-34-16,-3-1 17 0,-3 2-31 15,-1 0-42-15,-2 2-19 0,-4 1-4 16,-1 2 44-16,0 2-34 0,-1 4-22 15,-8 2-15-15,-4 5-21 0,-3 1-24 16,-2 2 12-16,0-2-6 0,2-5-4 0,5 1-11 16,2-6-22-16,3 0-3 0,5-3 0 15,1 0-24-15,1-1-29 0,5 2-5 16,7 1 27-16,-1 1 52 0,3 1 23 16,-1 2 14-16,-4 3 3 15,1-2 16-15,-4 5-7 0,-2-3 22 0,-4 3 49 16,-1 2 15-16,-1-2-12 0,-4 0-6 15,-3-1 17-15,-2-2-8 0,2-4-53 16,3-5-33-16,-3 0-3 0,4-6-85 16,-1 0-7-16,0-3-30 0,1-6-86 15,2-9-169-15,2-2-23 0,0 2-593 0,2-15-548 16</inkml:trace>
  <inkml:trace contextRef="#ctx0" brushRef="#br0" timeOffset="-153992.724">32603 2896 1888 0,'0'0'1093'0,"0"0"-958"0,0 0-14 15,-57 82 296-15,42-47 58 0,2 6-102 0,4 4-114 16,1 5-100-16,2 2-73 0,3 0-3 16,1 0-22-16,2-5-25 0,3-4-2 15,8-6 11-15,0-3-11 0,3-9-4 16,3-2-18-16,2-7 13 0,4-3 5 15,5-6 13-15,3-7-31 0,4-4-12 16,7-12-28-16,4-10-26 0,4-5 8 16,2-7-60-16,3-3-19 0,-2-5 2 0,-5 2 44 15,-2-3 5-15,-6 3-24 0,-3-3 2 0,-9 4 53 16,-5 2 23-16,-9 0 20 16,-6 5 37-16,-8 2 15 0,-2 5-9 15,-10 1 22-15,-4 2-19 0,-3 3-12 0,-1 4-22 16,-6 0 16-16,1 8-13 0,-4 2 52 15,-2 6-49-15,-2 3-18 0,-4 7-34 16,-3 8-6-16,-4 5-12 0,-2 4 0 16,-1 4-65-16,-2 5-127 0,0 3-202 15,12-8-558-15,-19 19-735 0</inkml:trace>
  <inkml:trace contextRef="#ctx0" brushRef="#br0" timeOffset="-153609.359">32281 3784 3037 0,'0'0'485'0,"0"0"-220"0,0 0 3 0,0 0 140 15,-14 81-106-15,3-54-161 0,-3 0-73 16,0 2-35-16,0-4-8 0,-3 0-7 15,2 0-17-15,2-3 0 0,0-4 2 16,4-1 31-16,3-5-4 0,4-1-30 16,2-4 1-16,0-1-1 0,0 1 0 15,5-1-1-15,4 2-17 0,4 1 15 16,1-1-25-16,3 3 25 0,0 0 3 0,-3-1-1 16,-1 0 1-16,-3 3 2 0,-2-5 20 15,-2 4 5-15,-3-3 1 0,0 3-13 16,-3-2 12-16,0 1 16 0,0 2-7 15,-6-4-36-15,-2 2-15 0,-1-4-24 16,1-1-16-16,0-2-18 0,0-4-19 0,3 0-21 16,3-12-56-16,2-5-38 0,0-8-119 15,4-4-139-15,3 4-236 0,13-22-836 16</inkml:trace>
  <inkml:trace contextRef="#ctx0" brushRef="#br0" timeOffset="-153237.171">32428 4039 1987 0,'0'0'1619'0,"0"0"-1329"0,0 0-142 0,0 0 180 16,-5 65 21-16,5-51-116 0,0-2-111 16,5-3-48-16,6-2-26 0,4 0-2 15,4-4-25-15,3-2-20 0,4-1 0 16,2-1-2-16,1-9-13 0,1-2-13 16,-1-6 9-16,-1 0-13 0,-6 2-12 15,-2-2 1-15,-7 5-16 0,-4 1 21 16,-3 2 16-16,-6 2 8 0,0 1 10 15,0 0-12-15,-3-4 13 0,-5 0-10 16,-4-3-10-16,1 2-5 0,-3-4-25 0,0 7 27 16,-1 1-21-16,2 6 46 0,-5 2 43 15,4 5 0-15,-5 9-43 0,0 7-3 0,-1 5 3 16,-1 4 23-16,2 2 29 16,-1 1-12-16,2 0-38 0,1 2-2 0,1-6-3 15,6-4-9-15,4-3-19 0,2-5 10 16,4-4-19-16,0-5-9 0,6-2-19 15,3-1 10-15,3-5-4 0,3 0-12 16,2-2-19-16,1-7-40 0,0-1-82 16,2-5-119-16,1 0-282 0,-6 1-707 15,6-10-410-15</inkml:trace>
  <inkml:trace contextRef="#ctx0" brushRef="#br0" timeOffset="-152763.33">32937 3905 1289 0,'0'0'1991'0,"0"0"-1597"0,0 0-281 0,0 0 45 16,-10 80 108-16,1-48 35 0,1 4-48 16,-2 3-41-16,0 4-51 0,-1 4-36 15,-3 2-9-15,-1 1 33 0,1 4-49 0,0 0-40 16,0-1-39-16,0 0-2 0,0-6-19 16,2-3-64-16,1-2-33 15,0-10 30-15,3-2 22 0,2-6-4 0,2-3 22 16,0-7-34-16,4-3 12 0,-3-5-11 15,3-6-23-15,0 0-21 0,0 0-27 16,3-7-78-16,2-7-66 0,4-2 8 16,0-7-51-16,2-8-78 0,2-5-134 15,-1-6 7-15,2-9 177 0,-2-4 60 16,1-4 61-16,-2-3 33 0,-2 1-127 16,1 0-114-16,-3 6 136 0,2 8 297 0,-2 10 512 15,0 8 113-15,-2 6 25 0,0 7-184 16,-2 4-124-16,2 4-63 0,-2 1 2 15,0 2-12-15,1 0-64 0,1 3-64 16,1-2-25-16,2 1 6 0,4 3-26 0,0 0-68 16,3 0-28-16,0 0 0 0,0 3 15 15,0 8-15-15,-3 1-16 0,-1 6-15 16,-3 2 6-16,-2 3 10 0,-5-1 13 16,-1 2 2-16,0-3 2 0,-4 0 38 15,-4-2-3-15,-3 1 13 0,-1-3-10 16,-4-2 0-16,1-1-9 0,-5-2-31 15,-2 0-71-15,0-1-9 0,-4-5-7 16,1 0-35-16,-1-5-63 0,-1-1-63 16,-1 0-24-16,7 0-322 0,-12-5-740 0</inkml:trace>
  <inkml:trace contextRef="#ctx0" brushRef="#br0" timeOffset="-148193.44">7145 9760 1676 0,'0'0'97'0,"0"0"897"0,0 0-484 16,0 0-75-16,0 0-146 0,0 0-54 15,0 0 29-15,0 0-60 0,0 0-20 16,45 12 21-16,-22-5-32 0,4 1-15 15,2-1-27-15,-2-4-34 0,3 1-24 16,-4-2-31-16,0-2-15 0,-1 0-4 16,2-6-23-16,-2-1-2 0,-2-2-22 0,-3-1-3 15,-1-2-43-15,-4 0-48 0,-3 3-18 16,-3 0-28-16,-3 4-50 0,-5-1-89 16,-1 3-151-16,0 0-105 0,-1 3-412 15,-14-2-425-15</inkml:trace>
  <inkml:trace contextRef="#ctx0" brushRef="#br0" timeOffset="-148010.919">7309 9724 1638 0,'0'0'749'16,"0"0"-255"-16,0 0-151 0,-22 82-38 0,18-43 11 16,3 9 23-16,1 6-47 0,0 0-79 15,0 0-56-15,0 0-35 0,4-2-33 16,-3-5-46-16,2-4-43 0,-1-6-31 15,1-4-15-15,1-4-36 0,0-4-56 16,2-4-53-16,0-4-53 0,-1-5-119 0,1-4-154 16,-1-1-296-16,-2-1-729 0</inkml:trace>
  <inkml:trace contextRef="#ctx0" brushRef="#br0" timeOffset="-147848.345">7370 10312 1573 0,'0'0'1078'0,"0"0"-750"0,0 0 27 15,0 0 108-15,0 0-86 0,0 0-82 16,92-58-97-16,-65 48-91 0,1-2-45 16,2 1-31-16,0-2-31 0,-1 2-36 15,1-1-103-15,-4 2-98 0,-3 3-80 16,-4 2-137-16,-6 4-511 0,-5 2-572 0</inkml:trace>
  <inkml:trace contextRef="#ctx0" brushRef="#br0" timeOffset="-147680.605">7491 10485 916 0,'0'0'1415'0,"0"0"-944"0,0 0-162 15,0 0 0-15,0 0-52 0,0 0-49 0,0 0-48 16,0 0 0-16,0 0-23 0,0 0-53 16,88 2-32-16,-64-7-52 0,2 3 0 15,0-3-2-15,-1-1-53 0,2-1-132 16,-1 1-45-16,-2-1-121 0,-6 2-325 15,5-2-909-15</inkml:trace>
  <inkml:trace contextRef="#ctx0" brushRef="#br0" timeOffset="-145847.834">8997 9696 2689 0,'0'0'433'0,"0"0"-196"0,0 0-50 15,0 0 104-15,0 0 76 0,0 0-53 16,0 0-50-16,0 0-83 0,0 0-40 15,0 0-50-15,0 0 46 0,88 14 27 16,-49-12-30-16,4-2-65 0,-3 0-51 16,1-6-14-16,-3-1-4 0,-2-4-16 15,-1-2-71-15,-5 0-50 0,-4 1-18 16,-4-1-58-16,-5 1-50 0,-2 2-187 0,-7 3-548 16,-8 2-927-16</inkml:trace>
  <inkml:trace contextRef="#ctx0" brushRef="#br0" timeOffset="-145622.559">9242 9797 2474 0,'0'0'534'0,"0"0"-147"0,-2 90-92 0,7-48 77 16,0 11 1-16,4 2-55 0,-2 3-76 15,0-2-117-15,-1 1-76 0,1-2-40 16,-4-5-9-16,0-3-21 0,0-10-10 15,-2-8-42-15,2-5-43 0,2-9-44 16,-1-4-37-16,-1-4-13 0,1-3-36 16,0 1-31-16,-1-4-83 0,-1-1-218 15,-2 0-657-15,0 0-214 0</inkml:trace>
  <inkml:trace contextRef="#ctx0" brushRef="#br0" timeOffset="-145442.941">9325 10230 1737 0,'0'0'1162'0,"0"0"-915"0,0 0-56 16,0 0 67-16,0 0 63 0,0 0-76 16,0 0-42-16,0 0 19 0,0 0-58 15,0 0-57-15,101-61-52 0,-68 49-24 16,3-4-22-16,3 0-9 0,0-3-18 16,0-1 2-16,-3 1-51 0,-3 1-90 15,1 0-86-15,-4-1-71 0,-1 3-111 16,-9 2-346-16,5 0-980 0</inkml:trace>
  <inkml:trace contextRef="#ctx0" brushRef="#br0" timeOffset="-143066.724">13718 9619 3436 0,'0'0'626'0,"0"0"-173"0,0 0-218 15,0 0-30-15,0 0 46 0,0 0-96 16,0 0-52-16,0 0-27 0,0 0 42 15,84-15-24-15,-50 12-28 0,1-1-36 16,-2-1-17-16,-3 2-10 0,-4-2-3 0,-1 0-19 16,-4-2-14-16,-1-2-82 0,-1-1-48 15,0-1-53-15,-6-2-119 0,1 2-275 16,-5 0-609-16,-2-1-695 0</inkml:trace>
  <inkml:trace contextRef="#ctx0" brushRef="#br0" timeOffset="-142913.327">13884 9650 2055 0,'0'0'518'0,"0"0"-129"0,-5 93-47 0,5-49 93 16,0 6 21-16,0 0-133 0,0-5-142 16,0-6-98-16,0-4-83 0,0-5-15 15,0-7-77-15,2-4-25 0,-1-6-47 0,2 0-29 16,-3-4-30-16,3-3-92 0,-2 0-232 15,-1-5-552-15,0 1-184 0</inkml:trace>
  <inkml:trace contextRef="#ctx0" brushRef="#br0" timeOffset="-142610.128">13894 10053 1550 0,'0'0'695'0,"0"0"-233"0,0 0-89 16,0 0-6-16,0 0-48 0,60-66-13 15,-40 54-47-15,2 0-70 0,3 0-66 16,0 3-58-16,3 1 8 0,-2-1-73 0,-2 2-2 15,-2 0-53-15,-2 2-71 0,-3-1-54 16,-4 5-31-16,-4-1-46 0,-2 2-90 16,-7 0-114-16,0 7-92 15,-1 5-72-15,-9 4 79 0,-5 3 60 0,-5 4 128 16,-1 2 358-16,-4-2 23 16,2 1 394-16,-2-2 91 0,1 0 34 0,1-3-95 15,4 0-115-15,2-2-56 0,5-5-17 0,3-1-34 16,5-4-45-16,4-6-41 0,0-1-7 15,7 0-7-15,5 0 21 0,5 0 9 16,4 0-13-16,3-4-40 0,3-4-37 16,2-2-56-16,3-4-9 0,0-1-65 15,-1-3-92-15,1 1-109 0,-2-2-157 16,-7 3-579-16,7-10-1255 0</inkml:trace>
  <inkml:trace contextRef="#ctx0" brushRef="#br0" timeOffset="-142142.494">15232 9565 2130 0,'0'0'1313'15,"0"0"-974"-15,0 0-150 0,0 0 62 0,78-4-34 16,-39-3 15-16,4-3-45 0,4-2-58 16,2-2-62-16,-2-3-33 0,2-1-34 15,-1 0-16-15,-4-1-42 0,-5 1-98 16,-4 0-71-16,-5 1-58 0,-7 3-103 15,-6 4-216-15,-6 3-514 0,-10 2-346 0</inkml:trace>
  <inkml:trace contextRef="#ctx0" brushRef="#br0" timeOffset="-141932.8">15639 9467 1448 0,'0'0'705'0,"0"0"-204"0,0 0-124 0,-32 89-13 15,25-49-25-15,-2 4-8 0,5 10-39 16,0 5-16-16,1 2-64 0,0 3-35 15,-2-3-18-15,3-3-49 0,-1-1-28 0,2-7-21 16,1-3-1-16,0-3-8 0,0-7-25 16,0-7-25-16,0-7-2 0,1-7-32 15,2-4-23-15,-2-4-48 0,2-3-16 16,-2-2 4-16,2-3-7 0,2 0-16 16,1-4-19-16,2-2-83 0,2-5-64 15,0-1-99-15,-1-3-197 0,-1 0-649 16,-2-8-537-16</inkml:trace>
  <inkml:trace contextRef="#ctx0" brushRef="#br0" timeOffset="-141751.968">15619 9903 2959 0,'0'0'460'0,"0"0"-247"0,0 0-18 16,0 0 76-16,0 0-16 0,0 0-29 15,0 0-19-15,0 0-8 0,77-16-62 0,-45 7-51 16,4-1-22-16,2-4-7 0,2-2-36 15,2 3-21-15,-2-3-43 0,-1 3-21 16,-2 0-64-16,-3 1-34 0,-3 0-34 16,-3 0-113-16,-5 2-212 0,-6 2-683 0,-4 1-1047 15</inkml:trace>
  <inkml:trace contextRef="#ctx0" brushRef="#br0" timeOffset="-141088.743">17427 9912 2508 0,'0'0'550'0,"0"0"-106"0,0 0-135 15,0 0 28-15,0 0-11 0,0 0-42 16,0 0-54-16,0 0-68 0,0 0-10 16,0 0-15-16,101 39-13 0,-67-31-39 15,-1-1-46-15,1-3-39 0,2-4 0 0,-3 0-60 16,2-5-55-16,-3-3-71 0,-2 1-45 16,-6-1-75-16,-6 3-316 0,-6 2-888 15</inkml:trace>
  <inkml:trace contextRef="#ctx0" brushRef="#br0" timeOffset="-140899.709">17520 10138 2839 0,'0'0'455'0,"0"0"-157"15,0 0 5-15,0 0 64 0,93-1-150 16,-60 1-130-16,4-4-87 0,0 3-6 15,2-3-75-15,0 2-198 0,-2 1-142 16,-8-2-259-16,13 3-833 0</inkml:trace>
  <inkml:trace contextRef="#ctx0" brushRef="#br0" timeOffset="-140212.834">18752 9453 1630 0,'0'0'0'0,"0"0"-81"0,0 0-183 16,0 0 264-16,0 0 108 0,0 0-24 16,0 0-84-16,0 0-52 0,0 0-39 15,0 0 91-15,0-7 20 0,-2 7 94 16,-1 0 13-16,2 0-127 0,-1 1-139 16,-4-1-343-16</inkml:trace>
  <inkml:trace contextRef="#ctx0" brushRef="#br0" timeOffset="-139513.148">18239 9968 3183 0,'0'0'528'16,"0"0"-189"-16,0 0-185 15,0 0 39-15,0 0 128 0,0 0-85 0,0 0-59 16,0 0-70-16,0 0-49 0,0 0 3 16,108-40 9-16,-68 24 5 0,4-2 35 0,2 2-56 15,-2-3-21-15,-4 4-31 16,-2 1-2-16,-5 2-21 0,-4 1-3 0,-5 0-9 16,-2 3-34-16,-5 2-45 0,-3 0-55 15,-5 2-50-15,-3 1-62 0,-4 1-140 16,-2 2-189-16,0 0-420 0,-8 4-307 0</inkml:trace>
  <inkml:trace contextRef="#ctx0" brushRef="#br0" timeOffset="-139380.525">18396 10076 1702 0,'0'0'675'0,"0"0"-115"16,0 0-118-16,0 0-9 0,0 0-62 15,0 0-85-15,0 0-104 0,0 0-31 0,101 31-25 16,-59-41-22-16,1-1-46 0,1-1-28 15,-3-5-5-15,-4 3-25 0,-3-1-1 16,-6-1-60-16,-2-3-86 0,-6 0-65 16,-2-4-69-16,-3 2-105 0,-6-2-220 0,-3 6-722 15,-4-9-659-15</inkml:trace>
  <inkml:trace contextRef="#ctx0" brushRef="#br0" timeOffset="-139147.233">18474 9721 2395 0,'0'0'590'15,"-8"76"-111"-15,8-31-169 0,0 6 5 16,-4 9-13-16,3-1-49 0,-1 0-62 16,0-9-84-16,2-5-79 0,0-8-28 15,0-10-33-15,5-8-41 0,4-7-101 0,2-8-13 16,0-4-54-16,3-6-68 0,-1-6-142 15,0-5-142-15,-5 5-383 0,4-13-98 0</inkml:trace>
  <inkml:trace contextRef="#ctx0" brushRef="#br0" timeOffset="-138897.415">18603 9544 1929 0,'0'0'347'0,"0"0"-11"0,0 0-17 15,0 0 27-15,0 0-35 0,0 0-71 16,0 0-70-16,0 0-31 0,0 0-5 16,0 0 24-16,-23 59 49 0,23-12-35 15,2 7-6-15,-1 5 29 0,-1 4-70 16,0 5-49-16,0 0-43 0,-5 1-5 16,-3-3-16-16,-1 0-10 0,0-5-2 15,1-3-18-15,3-4-25 0,-1-7-27 16,3-4-15-16,3-6-40 0,0-6-34 0,4-7-22 15,6-5-59-15,6-9-102 0,2-8-212 16,-3-2-438-16,12-9-515 0</inkml:trace>
  <inkml:trace contextRef="#ctx0" brushRef="#br0" timeOffset="-138176.409">19495 9355 2696 0,'0'0'680'0,"0"0"-262"0,0 0-104 15,0 0 19-15,0 0-49 0,-76 58-103 16,47-20-80-16,-3 10-55 0,1 2-31 0,0 2 4 15,3-2-18-15,2-1-1 16,6-6-1-16,5-5-39 0,2-6 9 0,8-7-5 16,0-4 33-16,5-6-10 0,0-9-48 15,0-2-16-15,7-4-2 0,2 0 17 16,2-4 38-16,-2-2 21 0,5-5 3 16,-3-1 1-16,0-1 12 0,1 4-1 15,-4-1-9-15,-3 5-3 0,-1 5-18 16,-2 0 18-16,-1 10 34 0,-1 4 67 15,0 11 0-15,0 8-6 0,-1 5-37 0,-5 6 0 16,0 3 12-16,-1 2 12 16,-2 2 25-16,0-4-34 0,4-1-43 0,0-3-27 15,2-3-3-15,0 2-24 0,-1-3-22 16,2-2-8-16,0-3-56 0,2-4-42 16,0-1-38-16,0-6-34 0,2-4-122 15,2-4-300-15,1-6-813 0</inkml:trace>
  <inkml:trace contextRef="#ctx0" brushRef="#br0" timeOffset="-134746.121">19725 9879 427 0,'0'0'476'0,"0"0"-134"15,0 0-98-15,0 0-172 0,0 0 0 16,0 0 742-16,0 0-334 0,0 0-157 0,0 0-81 16,0 0-1-16,-12-11-5 0,12 9-29 15,0 2-8-15,0-2-38 0,0 1-47 16,0 1-21-16,0-1-4 0,5 1-4 16,-3-1-11-16,8-1-13 0,3-1 9 15,6-2 9-15,1 3-8 0,3-3-23 0,2 3-31 16,-2-3-17-16,-3 3-1 0,2-1-26 15,-4 1-6-15,0-2-44 0,-3 2-75 16,0-3-35-16,-2 1-50 0,-2 2-78 16,-2-2-111-16,-4 2-269 0,-2 2-710 15</inkml:trace>
  <inkml:trace contextRef="#ctx0" brushRef="#br0" timeOffset="-134545.261">19821 9863 1876 0,'0'0'409'0,"0"0"-96"16,0 0-36-16,0 0 60 0,0 0 16 16,-22 76-66-16,22-47-50 0,0 2-44 15,0 1-53-15,0 4 2 0,0 3-13 16,0 1-24-16,0 1-31 0,-2 1-32 16,-1-6-41-16,0-5-1 0,1-6-39 0,1-3 2 15,1-9-62-15,0-1-64 0,0-6-60 16,3-2-51-16,3-4-123 0,2 0-179 15,-2 0-489-15,5-10-211 0</inkml:trace>
  <inkml:trace contextRef="#ctx0" brushRef="#br0" timeOffset="-134387.585">19881 10207 2251 0,'0'0'453'16,"0"0"-84"-16,0 0-135 0,0 0 64 0,0 0 52 15,0 0-71-15,0 0-74 0,0 0-66 0,0 0-31 16,0 0-28-16,53-26-22 0,-41 26-58 15,0-1-3-15,1 1-49 0,-2 0-77 16,0 0-78-16,-4 0-51 0,1 0-72 16,-5 0-142-16,-3 2-284 0,0 8-634 0</inkml:trace>
  <inkml:trace contextRef="#ctx0" brushRef="#br0" timeOffset="-134192.636">19820 10372 980 0,'0'0'1471'0,"0"0"-1113"0,0 0-178 0,0 0 47 16,0 0 95-16,0 0-63 0,0 0-52 16,0 0-78-16,0 0-23 0,0 0 6 15,79-13 12-15,-55 8-53 0,2-2-61 16,-1 3-10-16,-2-3-28 0,2 2-9 16,-3-1-87-16,1 1-122 0,-4 0-44 0,1 2-70 15,-1-1-113-15,-6 2-612 0,3-3-766 16</inkml:trace>
  <inkml:trace contextRef="#ctx0" brushRef="#br0" timeOffset="-133712.193">20382 10126 2684 0,'0'0'661'0,"0"0"-328"16,0 0-245-16,0 0 54 0,0 0 156 16,0 0-12-16,0 0-52 0,0 0-99 15,0 0-83-15,0 0-33 0,0 0 2 16,1-13 1-16,9 10 11 0,6 2 10 15,4-2 3-15,6 0-7 0,2-1-5 16,3 1-4-16,-2 0-11 0,1-2-16 0,1 1 12 16,0-1-15-16,-3 0-2 0,1-2-10 15,-1-3-19-15,-2 2-54 0,-4-4-80 16,0 3-68-16,-5-2-54 0,-3 0-31 16,-6 4-97-16,-1-3-222 0,-5 3-664 15,-2 1-433-15</inkml:trace>
  <inkml:trace contextRef="#ctx0" brushRef="#br0" timeOffset="-133408.626">20686 9899 1068 0,'0'0'1670'16,"0"0"-1269"-16,0 0-241 0,0 0 37 15,0 0 63-15,0 0-43 0,0 0-50 0,0 0 4 16,0 0-41-16,0 0-52 0,70 22-26 15,-52-14 0-15,-1-2-5 0,3 2 5 16,-2 0-21-16,-1-1-31 0,0 3 0 16,-3-2-12-16,-2 4 12 0,1 0 3 15,-4 0-3-15,-3 4 0 0,-4 0 0 0,-2 4-37 16,-1 0 16-16,-9 3 21 0,-3 0 0 16,-2 3 0-16,-2-2-68 15,1 0 28-15,-1-2-59 0,4-2-49 0,1-4-27 16,1 0-39-16,2-5-94 0,3-1-170 15,3-4-791-15,-2-3-593 0</inkml:trace>
  <inkml:trace contextRef="#ctx0" brushRef="#br0" timeOffset="-132635.962">21257 9765 473 0,'0'0'1463'0,"0"0"-906"16,0 0-80-16,0 0-46 0,0 0-70 0,0 0-2 16,0 0-45-16,0 0-88 0,0 0-76 15,0 0-39-15,0 0 96 0,63 23-6 0,-36-15-64 16,2 0-28-16,0-3-36 0,1-1-28 16,1-4-21-16,0-2-24 0,2-9-2 15,2-3-37-15,-2-3-49 0,-3-3-51 16,-5 2-28-16,-4 0-50 0,-9 4-98 15,-5 2-270-15,-4 3-636 0,-6 0-674 0</inkml:trace>
  <inkml:trace contextRef="#ctx0" brushRef="#br0" timeOffset="-132466.866">21443 9837 935 0,'0'0'1471'16,"0"0"-930"-16,-11 69-97 0,11-40-38 0,0 7-23 15,0 3-66-15,5 1-74 0,-2 1-80 16,-2 1-62-16,1 1-70 0,-2-1-19 16,0-3-12-16,0-3-12 0,0-5-1 15,0-6 10-15,-2-6 1 0,2-4-16 0,0-5-10 16,0-3-94-16,0-3-127 0,4-1-95 16,-2-3-256-16,3 0-871 0</inkml:trace>
  <inkml:trace contextRef="#ctx0" brushRef="#br0" timeOffset="-132308.288">21505 10199 3004 0,'0'0'567'0,"0"0"-399"0,0 0-14 16,0 0 141-16,0 0 4 0,0 0-117 0,0 0-105 16,92-6-77-16,-63-5-53 0,2-3-89 15,0-3-25-15,2-1-60 0,-2 0-8 16,-2 0-125-16,-7 5-310 0,-2-4-809 0</inkml:trace>
  <inkml:trace contextRef="#ctx0" brushRef="#br0" timeOffset="-132014.05">21089 9469 2222 0,'0'0'614'0,"0"0"-268"0,0 0-104 16,0 0 25-16,0 0-28 0,0 0-44 16,0 0 70-16,0 0-24 0,106-16-69 15,-69 10-49-15,2-1-35 0,-2-4-2 16,-1 3-22-16,-4-3-34 0,0 0-30 0,-3-1-3 15,0-1-49-15,-1-4-88 0,3-1-75 16,0 0-62-16,1 0-80 0,1-1-223 16,-8 5-697-16,11-7-780 0</inkml:trace>
  <inkml:trace contextRef="#ctx0" brushRef="#br0" timeOffset="-130974.475">22208 9249 1888 0,'0'0'638'16,"0"0"-155"-16,0 0-80 0,0 0-1 16,0 0-16-16,0 0-57 0,0 0-92 15,0 0-71-15,0 0-44 0,0 0-21 16,91-38-28-16,-66 22-15 0,1-1-43 15,0-2-12-15,0 0-3 0,-3 0-17 16,-3-1-20-16,-1 4-27 0,-4 0-3 0,-7 7 15 16,0 0 16-16,-4 8 14 15,-3 0 19-15,1 1-15 0,-2 0 16 0,0 0-1 16,0 1-31-16,0 9-21 0,-7 4 55 16,2 11 6-16,-3 7 12 0,-3 11 4 15,-1 5-19-15,-2 6 10 0,-3 2-13 16,3 0 0-16,-2 1-2 0,4-7 1 0,2-7-17 15,3-3 18-15,1-11-2 0,6-5 0 16,-1-8 2-16,1-1-1 16,0-7-11-16,0-2-15 0,1-1-19 0,4-4-19 15,2-1-45-15,1 0 5 0,4-7 9 16,2 0-9-16,-1-4 8 0,3 0 38 16,-3 2 28-16,-2 1 28 0,-2 3-10 15,-4 2 12-15,-1 3 1 0,-1 0 7 16,-2 1 67-16,2 8 69 0,0 2-28 15,0 4-41-15,0 3-40 0,3 3-16 16,-4 4-18-16,6 1-3 0,-2 5 3 0,2 4 91 16,2 1-17-16,-3 2-4 0,2 0 19 15,-3 3-13-15,2 3-8 0,-5 2-4 16,0 5 0-16,-3-1-13 0,0 2 7 16,0-2-21-16,0 3-10 0,-3-6-24 0,0-3 15 15,3-6-18-15,0-4-2 16,0-9-10-16,5-1-12 0,-1-9 3 0,2-3-4 15,-2-4 1-15,-1-1-22 0,1-2-9 16,-1-4-39-16,-3 2-19 0,0-3-40 16,0 0 12-16,0 0-14 0,-3 0-55 15,-4 0-49-15,0 0-185 0,1-4-296 16,-5-8-613-16</inkml:trace>
  <inkml:trace contextRef="#ctx0" brushRef="#br0" timeOffset="-129788.594">17691 11981 1351 0,'0'0'156'0,"0"0"-85"0,0 0 459 0,0 0 126 16,0 0-204-16,0 0-156 0,0 0-43 0,0 0 24 16,0 0-33-16,0 0 1 0,-8-9-20 15,12 9-53-15,4 0-47 0,2 0-40 16,7 0 16-16,3 0-22 0,3-1-48 16,-2-2-19-16,2 0 0 0,-3-2-12 15,0-2-26-15,-1 0-23 0,0 0-88 16,-1 0-59-16,-4 0-55 0,-3 2-101 15,-5 4-209-15,-2 0-503 0,-4 1-477 0</inkml:trace>
  <inkml:trace contextRef="#ctx0" brushRef="#br0" timeOffset="-129614.064">17747 12128 1990 0,'0'0'660'0,"0"0"-293"0,0 0-179 16,0 0 42-16,0 0 175 0,0 0-100 15,0 0-66-15,90 12-105 0,-54-12-73 16,2-7-50-16,4-3-11 0,-1-2-31 0,2-2-115 16,-3 0-37-16,2-5-27 15,-2 1-212-15,-11 5-628 0,6-10-793 0</inkml:trace>
  <inkml:trace contextRef="#ctx0" brushRef="#br0" timeOffset="-129440.835">18354 11828 1441 0,'0'0'2155'0,"0"0"-1809"0,0 0-178 0,0 0 50 16,104-17 63-16,-65 5-78 0,1 0-86 16,3-6-71-16,0 0-46 0,-4 0-19 15,-2 0-134-15,-6 3-127 0,-8 1-130 16,-7 4-288-16,-6 3-1044 0</inkml:trace>
  <inkml:trace contextRef="#ctx0" brushRef="#br0" timeOffset="-129264.133">18413 11983 2923 0,'0'0'552'0,"0"0"-302"15,0 0 18-15,0 0 116 0,0 0-1 16,0 0-61-16,89 13-146 0,-52-25-91 15,0-4-45-15,2-6-28 0,1-4-12 0,-4-3-124 16,-3-1-56-16,-2 0-53 0,-5-1-96 16,-9 9-323-16,-3-11-961 0</inkml:trace>
  <inkml:trace contextRef="#ctx0" brushRef="#br0" timeOffset="-129048.633">18561 11544 2549 0,'0'0'505'16,"-14"74"-138"-16,14-30 161 0,0 8 24 16,0 10-112-16,0 2-92 0,0 1-130 15,0-4-90-15,0-5-86 0,0-3-42 16,2-12-1-16,-2-6-38 0,1-13-43 16,1-6 6-16,2-8-30 0,-3-8-31 0,3 0-61 15,2 0-44-15,0-8-85 0,1-9-77 16,3-3-184-16,-2 1-464 0,2-17-373 0</inkml:trace>
  <inkml:trace contextRef="#ctx0" brushRef="#br0" timeOffset="-128845.722">18654 11423 2402 0,'0'0'532'0,"0"0"-186"0,0 0 16 0,0 0 89 15,28 97-66-15,-17-53-89 0,0 2-93 16,4 4-66-16,-4 4-24 0,3-2-16 0,-5 3-33 15,0 2-44-15,-5 2-20 16,-2 0-15-16,-2-2-12 0,0 1-58 0,-5-4-59 16,-2-4-27-16,1-3-22 0,0-9-38 15,0-2-88-15,3-8-149 0,1-12-500 16,2-6-762-16</inkml:trace>
  <inkml:trace contextRef="#ctx0" brushRef="#br0" timeOffset="-128274.679">20736 10790 2070 0,'0'0'211'0,"0"0"-50"0,0 0 284 16,9 68-67-16,-8-44-28 0,2 1-98 16,-1-1-28-16,-1-2-59 0,1 0-90 15,-1-4-75-15,0-1-1 0,2-3-40 0,2-5-108 16,-1-1-18-16,4-4-53 15,-2-4-103-15,2 0-247 0,3-9-706 0</inkml:trace>
  <inkml:trace contextRef="#ctx0" brushRef="#br0" timeOffset="-128143.67">20997 10721 2647 0,'0'0'523'0,"0"0"-350"16,0 0-65-16,0 0 28 0,2 69 38 15,-2-41-4-15,0 3-85 0,0-2-85 16,1 2-19-16,0 3-220 0,-1-10-237 16,0 12-943-16</inkml:trace>
  <inkml:trace contextRef="#ctx0" brushRef="#br0" timeOffset="-127292.798">19999 11778 1150 0,'0'0'459'0,"0"0"-108"16,0 0 18-16,18-83 83 0,-15 55-105 15,0-2-127-15,-2 5 2 0,-1-3-29 16,0 3-39-16,0 5-31 0,0 1-35 16,0 5 18-16,0 4-6 0,0 1 11 15,-2 3 16-15,-1 3-19 0,0 0-22 16,0 3 9-16,-2 0 19 0,1 3 11 15,-4 4-46-15,0 7-79 0,0 9-15 0,-4 6 15 16,4 9 29-16,-1 7 8 16,0 4-25-16,-1 1-12 0,1 0 0 0,1 1-18 15,-2-2-19-15,1-1 4 0,0-7-28 16,1-3-40-16,2-8 31 0,3-9 45 0,3-7-3 16,0-6-48-16,0-4-53 0,3-4-10 15,5 0 18-15,0 0 56 0,1-4 55 16,1-2 10-16,1 0 18 0,-1 1-18 15,1 4 0-15,1 1 16 0,-2 4 70 16,3 7 44-16,0 4-16 0,1 6-25 16,0 9 16-16,-1 2-38 0,2 8 34 15,-3 0-34-15,1-1-24 0,-4 0-10 16,-1 1-2-16,-2 0-12 0,0 1-19 16,-3 3-12-16,-2 1-22 0,-1 0-51 0,0 0-37 15,2-3-25-15,-1-2-22 16,0-5-53-16,5-5-142 0,-3-5-293 0,2-11-698 15,0-1-461-15</inkml:trace>
  <inkml:trace contextRef="#ctx0" brushRef="#br0" timeOffset="-98064.875">21107 11821 1117 0,'0'0'2470'0,"0"0"-2189"16,0 0-209-16,0 0 7 0,0 0 137 0,0 0 113 15,0 0-117-15,-77 0-107 0,60 7-50 16,0 2-34-16,-3 3 19 0,-2 5 24 16,-1 1 9-16,-2 6 1 0,-1 1-35 15,-1 6 1-15,0 2 8 0,2 3-35 0,0-1-10 16,1 1-3-16,3 1-3 15,4 0-28-15,3-3 29 0,8-2-10 0,4-4-37 16,2-3 7-16,7-6 14 16,6-2 10-16,3-5 3 0,4-5-10 0,2-6-14 15,3-1 23-15,3 0-20 0,-1-8 5 16,0-4 28-16,-1 0-9 0,-1-1 10 16,-5-2-1-16,-1 4-10 0,-5-1 13 0,-2 4 15 15,-6 1-3-15,-2 2 3 0,-3-1 13 16,-1 1-7-16,0 3 4 0,-3-3-25 15,-5 0 0-15,-4-2-22 0,-1 1-33 16,-4-2 25-16,1-1-32 0,-1 3 20 16,-1 0-4-16,1 4 15 0,1-1-12 15,1 1 6-15,1 2-31 0,0 0-49 16,4 0-25-16,1 0-92 0,2 0-137 16,2 0-238-16,2 0-577 0,1 0-398 0,1 0 1319 0</inkml:trace>
  <inkml:trace contextRef="#ctx0" brushRef="#br0" timeOffset="-96225.436">21500 11589 655 0,'0'0'219'15,"0"0"188"-15,0 0 331 0,0 0-330 16,0 0-92-16,0 0-26 0,0 0 42 16,0 0-56-16,0 0-52 0,0 0-7 15,0 0-29-15,7-57-18 0,-7 57-18 16,0 0-26-16,0 0-28 0,0 2-27 0,0 3-22 15,3 3-16-15,0 4 10 0,1 7-9 16,-1 4 9-16,0 8-7 0,0 5-14 16,-2 1-10-16,1 4 9 0,-2 6-20 15,0 0-1-15,0 6-1 0,-2 1-17 16,-2 2 18-16,1 0 1 0,2-3-1 0,1-1-17 16,0-4 16-16,0-2-11 15,6-6 0-15,-1-2 9 0,1-5-15 0,0-3-31 16,2-7 0-16,1-4-12 0,0-2 3 15,1-4-10-15,-1-4-12 0,-1 1-18 16,4-3-13-16,-4-2-10 0,1-1-44 16,1-2-70-16,-3-2-108 0,1 0-111 15,-3 0-124-15,0-5-398 0,-1-1-217 16,3-2 787-16</inkml:trace>
  <inkml:trace contextRef="#ctx0" brushRef="#br0" timeOffset="-95869.787">21810 12218 33 0,'0'0'2531'0,"0"0"-2004"0,0 0-223 0,0 0-51 16,0 0 75-16,0 0 26 0,0 0-88 15,0 0-79-15,0 0-27 0,76-22 8 0,-47 15-22 16,0 1-51-16,-1-2-35 0,3-1-38 15,0-1-4-15,0 0-18 0,3-3 0 16,-3-2-46-16,-4 3-42 0,-1-1-85 16,-4 1-41-16,-8 4-50 0,-2 3-139 15,-8 1-349-15,-4 4-829 0</inkml:trace>
  <inkml:trace contextRef="#ctx0" brushRef="#br0" timeOffset="-95655.482">21987 12166 723 0,'0'0'257'0,"0"0"1117"15,0 0-993-15,0 0-140 0,-6 90 57 0,6-59 92 16,0 3-12-16,0-2-115 0,0-2-111 16,3 1-75-16,-1-1-55 0,2-3-4 0,0-1-18 15,-1-1-15-15,-1-1-29 0,-1-4-45 16,2-4-35-16,-3-4-88 0,3-1-62 15,-2-5-74-15,-1-1-224 0,2 0-527 16,-1-4-326-16,1-1 1304 0</inkml:trace>
  <inkml:trace contextRef="#ctx0" brushRef="#br0" timeOffset="-95501.91">22046 12494 729 0,'0'0'111'15,"0"0"1020"-15,0 0-561 0,0 0-190 16,0 0-79-16,0 0 65 0,0 0-72 15,92-37-141-15,-74 32-105 0,2 0-10 0,2-1-38 16,-3 1-21-16,-1 0-93 0,-1 0-159 16,-4 2-79-16,-4 2-202 0,-2 0-724 15,-7 1-98-15</inkml:trace>
  <inkml:trace contextRef="#ctx0" brushRef="#br0" timeOffset="-95312.448">21992 12687 124 0,'0'0'2240'0,"0"0"-1609"0,0 0-336 16,0 0-3-16,0 0 77 0,0 0-90 15,0 0-86-15,0 0-42 0,99-21-34 16,-73 15-52-16,-2-1-15 0,2 1-50 0,-3 0-31 16,1 1-46-16,0 2-74 0,-3 1-47 15,0-1-17-15,-2 3-140 0,-4 0-299 16,-5 0-662-16,1 0-490 0</inkml:trace>
  <inkml:trace contextRef="#ctx0" brushRef="#br0" timeOffset="-93993.576">22732 11399 163 0,'0'0'267'0,"0"0"-126"0,0 0-4 0,0 0 1085 16,0 0-739-16,0 0-125 0,0 0-97 16,0 0 14-16,0 0 71 0,0 0-78 15,0 0-45-15,5-10-43 0,-5 10-46 16,0 0-29-16,0 1-13 0,1 3-9 15,1 2-18-15,3 3 9 0,-1 8 2 16,4 2 13-16,-1 8-19 0,0 5-18 16,3 4-9-16,-1 7-28 0,0 6-6 15,0 5-9-15,0 6-1 0,2 6-11 16,-6 5-13-16,4 6 13 0,-3 3-9 0,-1 1-7 16,-2 1-17-16,2 1 20 0,-1-3-18 15,0 0-15-15,-3-7-30 0,2-8 11 16,3-9 12-16,-1-13 44 0,2-10-1 15,1-8-2-15,1-9-54 0,-2-5-64 16,2-4-59-16,2-4-97 0,-2-3-167 0,0 0-312 16,4-17-965-16</inkml:trace>
  <inkml:trace contextRef="#ctx0" brushRef="#br0" timeOffset="-92862.114">24251 11601 160 0,'0'0'1092'0,"0"0"14"0,0 0-860 16,0 0-56-16,0 0 32 0,0 0 120 16,0 0-51-16,0 0-101 0,0 0-74 0,0 0-47 15,-47-12-12-15,30 21 21 0,-5 3 16 16,-4 4-1-16,-3 6-6 0,-4 2-4 16,-2 7-15-16,-3 3-3 0,1 4-19 0,0 3-27 15,1 4-16-15,3 2-3 16,4 0-12-16,6-4 9 0,8-2-22 0,5-9-3 15,10-6 4-15,0-7 20 0,13-7-8 16,3-3 10-16,4-2 2 0,6-4-34 16,1-3 16-16,2-1-47 0,-2-8 52 15,1 0-18-15,-2-4 28 0,-1-2-18 16,-5 4 19-16,-3-2-2 0,-4 1 2 16,-6 1-19-16,-2 4-23 0,-4 0-9 15,-1 1 13-15,-1-1-29 0,-8 0-21 16,-4 2 42-16,0-2 23 0,-3 1 12 15,0 0 13-15,-4 1 2 0,3-1-2 0,-3 3 0 16,1-2-21-16,3 3 5 0,0 2-19 16,3 0-46-16,3 0-105 0,0 0-198 15,4 4-252-15,3-1-422 0,1 2-247 16,2-1 1054-16</inkml:trace>
  <inkml:trace contextRef="#ctx0" brushRef="#br0" timeOffset="-92541.926">24759 11656 117 0,'0'0'2557'0,"0"0"-2082"0,0 0-258 0,0 0 15 16,-80 47 45-16,56-28-87 0,-4 3-72 15,1 6-21-15,0 6-23 0,-1 3 10 16,4 4 40-16,3 4-1 0,4-2-74 16,6-6-15-16,4-5-3 0,7-5-28 0,0-6-3 15,10-4-2-15,3-7 2 0,5 0 12 16,3-5-9-16,3-5 19 0,6 0-22 16,1-6-34-16,3-7-31 15,-3-4-76-15,-1-1-42 0,-4 0-56 0,-6 2-69 16,-6-1-163-16,-2 5-331 0,-10 1-865 15</inkml:trace>
  <inkml:trace contextRef="#ctx0" brushRef="#br0" timeOffset="-92383.132">24522 11920 378 0,'0'0'245'0,"0"0"1167"16,0 0-687-16,0 0-257 0,0 0-45 15,0 0 5-15,0 0-82 0,0 0-115 16,102-6-77-16,-74-2-50 0,6-1-42 15,-3-1-44-15,2-5-18 0,1 2-74 16,0-2-100-16,-3-1-58 0,2 3-115 16,-11 2-249-16,7-4-854 0</inkml:trace>
  <inkml:trace contextRef="#ctx0" brushRef="#br0" timeOffset="-91811.219">26025 11369 540 0,'0'0'121'15,"0"0"1398"-15,0 0-921 0,0 0-216 0,0 0-51 16,0 0 4-16,0 0-14 0,0 0-97 16,0 0-63-16,0 0-72 0,-43-60-27 15,27 63-16-15,0 7 0 0,-5 9 0 16,-2 9 3-16,-2 10 4 0,1 6-14 16,-2 9 4-16,1 5-3 0,1 4-10 0,1 1 13 15,2 1-9-15,4-1-4 16,6-5-15-16,5-5 22 0,4-6 15 0,2-9 54 15,8-7-6-15,6-6-48 0,6-4-31 16,3-8-6-16,7-2 12 0,2-6-11 16,4-5-13-16,2-2-3 0,-1-8-1 15,2-3-51-15,-6-3-87 0,-3-1-26 16,-5 0-17-16,-5 1-45 0,-7 1-77 0,-4 2-190 16,-8 2-173-16,-1-1-307 0,-12 2-41 15,-6-1-118-15,-6-1 885 0</inkml:trace>
  <inkml:trace contextRef="#ctx0" brushRef="#br0" timeOffset="-91542.299">25904 11893 297 0,'0'0'293'0,"0"0"-188"16,0 0 1125-16,0 0-608 0,-78-12-217 16,78 12-84-16,0 0 28 0,3 0-53 15,7 1-103-15,8 1 12 0,3 3 92 16,5-5-134-16,2 0-86 0,0 0-34 16,0-2-43-16,-2-7-19 0,0 2-77 0,-5 0-54 15,-2-3-70-15,-4 3-72 0,-3 3-124 16,-6 1-191-16,-1 2-166 0,-5-1-285 15,0 2 292-15,-5 0 414 0,-5 0 342 16,-3 6 10-16,-1 4 297 0,-1 3-46 16,1-1 809-16,0 6-528 0,3 1-121 0,1 3-42 15,2 1-30-15,1 1-70 0,1 1-67 16,1 0-48-16,4 3-9 0,1-3-11 16,0-4-26-16,4-3-108 0,6-4-22 15,5-2 10-15,-1-5-25 0,6-1-47 16,-1-5-63-16,6-1-38 0,1 0-77 15,1-8-202-15,2-7-585 0,-6 3-611 16,14-15 1314-16</inkml:trace>
  <inkml:trace contextRef="#ctx0" brushRef="#br0" timeOffset="-91309.702">26535 11589 819 0,'0'0'447'15,"0"0"560"-15,0 0-552 0,0 0-85 16,0 0-3-16,0 0-38 0,-85 23-65 15,68 4-83-15,0 6-22 0,1 5-17 0,4 3 0 16,-2 7 24-16,4 0 36 16,1 6-65-16,-1-2-45 0,5-2-16 0,2-4-28 15,1-5-33-15,2-6-12 0,3-7-3 16,8-3-12-16,3-6 0 0,3-4 0 16,-1-5 0-16,2-4-37 0,3-6-97 15,2-3 24-15,3-8-25 0,1-6-83 16,0-3-141-16,1-4-403 0,-11 6-801 15</inkml:trace>
  <inkml:trace contextRef="#ctx0" brushRef="#br0" timeOffset="-90193.722">26858 11275 401 0,'0'0'192'0,"0"0"-169"0,0 0 10 15,0 0 1020-15,0 0-676 0,0 0-160 16,0 0-65-16,0 0 35 0,0 0-3 15,0 0-37-15,0 0-22 0,0-5-54 0,0 5-4 16,0 0 29-16,0 0 25 0,0 0-7 16,0 0 3-16,0 0 9 0,0 0-16 15,2 0 3-15,-2 0-9 0,0 0-16 16,0 0-1-16,0 1 6 0,0 0-19 16,0 1 0-16,0 2-30 0,0 4-4 15,1 3 0-15,-1 10 34 0,3 7 58 16,0 5-13-16,0 10-46 0,2 3-3 15,1 2-12-15,-1 5-12 0,-2 0 9 16,0 1-22-16,-1-2 31 0,1-5-48 16,0-6-16-16,3-8-15 0,0-4 12 0,-2-6-12 15,0 0 12-15,-1-6-21 16,0-2-22-16,-1-3-82 0,1-4-37 0,-3-1-9 16,2-4-20-16,0-2-32 0,0-1-94 15,4 0-175-15,2-6-184 0,3-7-397 0,-2 1-296 16,8-12 1004-16</inkml:trace>
  <inkml:trace contextRef="#ctx0" brushRef="#br0" timeOffset="-89927.346">27236 11457 873 0,'0'0'449'16,"0"0"483"-16,0 0-628 0,0 0 5 15,0 0 107-15,-79 36-76 0,56-23-154 0,1 2-126 16,2-1-57-16,-2 2-3 15,5-1-3-15,2 0-13 0,1 0 13 0,3-3-22 16,3-1 7-16,2-2 18 0,3-3 32 16,3 1 2-16,0-2 10 0,5 0 19 0,2 2 57 15,3 0 8-15,5 0 9 0,-1 2 8 16,6-1-15-16,2-1-56 0,0 0-31 16,4 0-42-16,-2 1-1 0,0-1-46 15,2-1-56-15,1 0-86 0,0 0-39 16,0-3-81-16,1 1-255 0,-7-3-730 15,6-1-598-15</inkml:trace>
  <inkml:trace contextRef="#ctx0" brushRef="#br0" timeOffset="-89624.28">27939 11310 1694 0,'0'0'1246'0,"0"0"-561"0,0 0-448 0,0 0-61 16,-88 85 192-16,58-47-22 0,-2 7-80 16,-1 5-89-16,-1 6-27 0,-4 7-17 15,-2 4-6-15,-3 6-27 0,-4 4-45 16,-2 2-49-16,-2 0-6 0,0 1-15 15,2-5-12-15,6-9-58 0,5-6-18 16,12-11-6-16,6-12-10 0,12-10-36 0,5-8-50 16,3-7-105-16,4-9-214 0,3-3-556 15,10-6-685-15</inkml:trace>
  <inkml:trace contextRef="#ctx0" brushRef="#br0" timeOffset="-88446.117">27841 11941 91 0,'0'0'1373'0,"0"0"-211"0,0 0-805 16,0 0-107-16,0 0 2 16,0 0 58-16,0 0-46 0,0 0-83 0,0 0-66 15,0 0-37-15,0 0-13 0,-7-4 6 0,13 3 92 16,5-2-46-16,7 2-56 0,3-2 40 15,4-1 58-15,4 0-65 0,-1 1-36 16,3-1-24-16,-2-2-19 0,-4-1-3 16,3 0-12-16,-2-3-2 0,-1-2-50 15,-3 1-91-15,-2-1-80 0,0 2-87 16,-6-1-158-16,-6 4-333 0,-1 2-805 16,-5 1 24-16</inkml:trace>
  <inkml:trace contextRef="#ctx0" brushRef="#br0" timeOffset="-88257.984">27978 11937 898 0,'0'0'52'0,"0"0"1680"0,0 0-1340 15,0 0-79-15,-22 89 23 0,22-56 23 16,0 2-41-16,0 2-86 0,0 1-85 16,-1 1-24-16,-1-1-28 0,-3 2-22 15,-1 0-15-15,0-1-30 0,0-4-28 0,1-7-3 16,2-6-28-16,1-6-33 0,2-5-98 15,0-4-35-15,0-1-28 0,0-5-45 16,3-1-148-16,4 0-226 0,4-6-512 16,-1-2-330-16,6-15 1165 0</inkml:trace>
  <inkml:trace contextRef="#ctx0" brushRef="#br0" timeOffset="-88107.001">28049 12191 52 0,'0'0'369'0,"0"0"-141"0,0 0 1283 15,0-66-1026-15,0 55-71 0,0 4-27 16,0 3-30-16,3 1-77 0,-1 3-89 15,4 0-45-15,2 0 5 0,4 0 18 16,4 0-40-16,6 2-55 0,1-2-37 16,3 0-19-16,1-7-18 0,6-3-15 15,0-4-123-15,3-4-84 0,-2-2-34 0,0-1-101 16,-8 5-290-16,9-12-721 0</inkml:trace>
  <inkml:trace contextRef="#ctx0" brushRef="#br0" timeOffset="-87817.237">28519 11418 199 0,'0'0'2544'0,"0"0"-1948"15,0 0-199-15,0 0-63 0,0 0-63 16,90 78-5-16,-65-58-63 0,3 3-34 15,1-3-78-15,2 5-20 0,-3 1-14 16,-4 1-17-16,-3 1-19 0,-2 0-20 0,-9 1 1 16,-6 2-4-16,-4 1 2 0,-7 4-21 15,-10 1-67-15,-3 1-7 0,-6-2-9 16,1-2-22-16,2-4-46 0,3-8-19 16,3-7-33-16,6-5-77 0,5-7-204 0,3-3-548 15,3-5-628-15</inkml:trace>
  <inkml:trace contextRef="#ctx0" brushRef="#br0" timeOffset="-87109.063">29149 10939 264 0,'0'0'2806'0,"0"0"-2201"0,0 0-331 0,0 0-54 16,0 0 38-16,0 0-42 0,0 0-105 15,0 0-89-15,0 0-22 0,0 0-21 16,99-74-1-16,-76 55-21 0,1 1 3 16,-1 4 19-16,-3 4 20 0,-2 1 1 0,-2 1-3 15,-5 4-13-15,-3 1 4 16,-4 1 12-16,-2 2-2 0,0 0-48 0,-2 2-15 15,0 5 41-15,0 7 24 0,0 9 24 16,-5 3 17-16,-3 9-28 0,-4 5-11 16,-3 5 24-16,-3 4-2 0,-2 4-23 15,-3 3-1-15,3 1 2 0,-2-2 0 16,4-4 81-16,3-8-46 0,6-6-34 16,3-8-3-16,0-6 0 0,4-2 1 0,2-4-1 15,0-3 12-15,0-2-12 0,0-2-3 16,2 2 3-16,8 0 2 0,-2 0 29 15,5 2 18-15,5 3-37 0,-2 1 1 16,2 0-12-16,0 1-1 0,2 3-7 16,0 1 7-16,-3 3 0 0,3 2-3 15,-3 0 1-15,0 4 2 0,-2-1-3 16,-2 1 3-16,-2 2 13 0,0-1 11 16,-2-2-12-16,-1 1 15 0,-2-2-26 0,1 2 1 15,-4-3-1-15,-2-1 14 0,-1 0-13 16,0 1 17-16,-5-1-17 0,-4-1 0 15,-1-2 10-15,0-4 3 0,-3 0 10 16,1-3 5-16,-3-2-11 0,2-4-18 0,-3-1-1 16,1-4-19-16,-2-4-60 15,-2 0-78-15,1-3-67 0,-1 0-121 0,4-6-319 16,-9-9-1257-16</inkml:trace>
  <inkml:trace contextRef="#ctx0" brushRef="#br0" timeOffset="-78281.579">18044 14403 1850 0,'0'0'807'15,"0"0"-367"-15,0 0-201 0,0 0-108 0,0 0 81 16,0 0 100-16,94-56-86 16,-57 39-68-16,6 1-25 0,-2-3-68 0,-1 2-34 15,-5 0-31-15,-3 4-11 0,-6 4 10 16,-6 0-49-16,-6 6-95 0,-3 3-113 15,-3 0-114-15,-5 3-263 0,-3 8-524 16,0 0-475-16,-12 9 1582 0</inkml:trace>
  <inkml:trace contextRef="#ctx0" brushRef="#br0" timeOffset="-78107.905">18164 14583 701 0,'0'0'82'0,"0"0"1089"16,0 0-604-16,0 0-200 0,0 0-88 15,0 0 33-15,0 0-8 0,0 0-84 16,81-4-81-16,-47-9-43 0,3-1-49 0,1-5-47 16,1-3-23-16,3-2-161 0,-2-2-134 15,1 0-218-15,-10 6-839 16,14-11-262-16</inkml:trace>
  <inkml:trace contextRef="#ctx0" brushRef="#br0" timeOffset="-77920.714">18766 14165 2551 0,'0'0'547'0,"0"0"-145"0,0 0 14 15,0 0-37-15,0 0-128 0,87-46-121 16,-56 29-72-16,4-1-58 0,0-1-17 16,0 1-14-16,0-2-92 0,-2 1-57 15,-2 4-40-15,-6 0-126 0,-6 5-289 16,-6 6-732-16</inkml:trace>
  <inkml:trace contextRef="#ctx0" brushRef="#br0" timeOffset="-77732.325">18818 14277 764 0,'0'0'72'16,"0"0"1260"-16,0 0-843 0,0 0-81 15,0 0-25-15,0 0-42 0,0 0-73 0,103 50-71 16,-70-56-107-16,2-6-40 0,0-3-13 15,-2-5-37-15,-1-1-1 0,-3 1-92 16,-3-2-85-16,-4 2-29 0,-4-2-29 16,-5 1-202-16,-6 1-330 0,-4 3-504 15,-3 0 259-15</inkml:trace>
  <inkml:trace contextRef="#ctx0" brushRef="#br0" timeOffset="-77567.066">18955 14187 618 0,'0'0'17'16,"0"0"9"-16,0 0 1110 0,0 0-591 16,0 0-219-16,0 0-88 0,0 0-58 0,0 0 15 15,82 54-39-15,-52-66-64 0,1-5-79 16,0 1-13-16,0-2-89 0,-2-2-41 16,-4 2-46-16,-2-1-71 0,-5 0-98 15,-2 0-166-15,-6-2-734 0</inkml:trace>
  <inkml:trace contextRef="#ctx0" brushRef="#br0" timeOffset="-77167.086">18912 13368 16 0,'0'0'379'16,"0"0"1114"-16,0 0-1224 0,0 0 55 16,0 0-11-16,0 0-31 0,4 78 9 0,2-58-24 15,2 3-75-15,0 2-57 0,0 0-37 16,0 4-10-16,0 1-26 0,-1 5-12 16,-1 1-13-16,-1 6 32 0,-1 0-41 15,1 2 24-15,-2-1-24 0,2 1 3 16,1 0-3-16,-1-1 6 0,7 2 18 15,-1 1-15-15,1 6 0 0,4-1-12 16,0 2-10-16,-1 0-13 0,0-2-1 16,-1-2 1-16,-1-4 11 0,0-3-13 15,-3-7-13-15,1-3 13 0,0-5-2 16,-4-7-38-16,0-5 28 0,-1-3-13 0,1-6-33 16,-4-1-47-16,1-3-10 0,-1-2 0 15,3-4-22-15,-1-8-39 0,0-5-57 16,5-7-87-16,-4-6-102 0,1-2-184 15,-1-5-485-15,-3-4-27 0,0 9 956 16</inkml:trace>
  <inkml:trace contextRef="#ctx0" brushRef="#br0" timeOffset="-76893.187">19181 13695 658 0,'0'0'68'0,"0"0"1427"15,0 0-1078-15,0 0-101 0,0 0-9 16,0 0-8-16,0 0-47 0,0 0-66 0,0 0-47 16,0 0-33-16,-24 71 5 15,24-41-11-15,0 4 17 0,4 10-21 0,3 6-23 16,3 7-20-16,-1 6-23 0,1 5-27 16,2 2 22-16,-4 0-11 0,1-4-14 0,2-4-15 15,-2-8 12-15,1-8-31 16,3-8-18-16,-3-9-22 0,3-4-3 0,0-6-37 15,0-2-60-15,1-7-25 0,0-4-43 16,1-6-150-16,-2 0-386 0,-1-6-986 16</inkml:trace>
  <inkml:trace contextRef="#ctx0" brushRef="#br0" timeOffset="-67924.017">20447 13726 284 0,'0'0'319'0,"0"0"1207"15,0 0-1247-15,0 0-47 0,0 0-38 16,0 0 46-16,0-79 45 0,3 63-57 16,-2-1-67-16,0 0-28 0,1 3 5 15,-1 3-3-15,-1 0 9 0,0 1 20 16,0 3-13-16,0 0-40 0,0-1-34 15,0 0-22-15,-3-1-12 0,-1 3 3 16,0-2-25-16,-1 3-2 0,1 2 2 16,-2 2 13-16,2-1-13 0,0 2-19 15,-1 0-1-15,-1 2-1 0,-2 6-33 16,1 6-29-16,-3 7 7 0,-1 8 6 16,-3 8 34-16,0 10-13 0,-1 5 25 15,-1 3-21-15,-1 1 5 0,1-2 16 0,-1-1-7 16,-2-4 10-16,3-4 1 0,1-4 14 15,2-5-13-15,2-2 16 0,0-7-18 0,4-4-3 16,2-6 1-16,2-6-11 16,1-4-11-16,2-3-16 0,0-3-19 0,0-1-2 15,2 0 5-15,7-1 10 0,2-7 46 16,3-2 0-16,0-4-23 0,3 2 20 16,-6 2 1-16,0 4-13 0,-5 4-29 15,1 2 44-15,0 6 16 0,-1 9 73 16,5 6-27-16,-3 5-25 0,2 5 16 15,-2 4 11-15,0-2-46 0,0 0-18 16,-2-2-3-16,3 2-10 0,-4-1 11 0,1 4 2 16,-3 1 0-16,0 3 0 15,-3 4-18-15,0 2-68 0,0 1-13 0,-3 6-6 16,-3-5-13-16,0-1 30 0,1-5 4 16,-1-9-11-16,3-6-36 0,3-8-71 15,0-8-102-15,0-7-134 0,3-4-197 0,3-6-377 16,-1-1 9-16,6-14 921 0</inkml:trace>
  <inkml:trace contextRef="#ctx0" brushRef="#br0" timeOffset="-66491.772">21933 13777 414 0,'0'0'206'16,"0"0"61"-16,0 0 868 0,0 0-882 16,0 0-33-16,0 0 9 0,0 0 83 0,0 0-9 15,0 0-74-15,0 0-36 0,0 0-51 16,-11 6-48-16,5-4-18 0,-2 4 2 15,-2 2 3-15,-3 2-22 0,-1 2 3 16,-3 3-6-16,-3 1-6 0,0 2 2 16,-3 3 7-16,-3 2-28 0,0 0 0 15,-3 4-7-15,-1 2-8 0,1 1 8 16,-2 6-5-16,-1 6-4 0,0 1-2 0,1 4-1 16,2 3 22-16,4 0-16 0,5 2-3 15,4-5 13-15,5-4-16 0,4-8 7 16,5-6 8-16,2-10-11 0,6-5-16 15,5-5-22-15,5-7 5 0,4-2 17 16,6-7 18-16,3-9-16 0,3-6-2 16,-2-6-12-16,0-3-13 0,-2-1-5 15,-6 4 8-15,-2 3-5 0,-9 4 14 16,-1 6 11-16,-6 7 2 0,-2 2 27 0,-2 1 28 16,-2 3-6-16,-5-2-34 15,-4-1 13-15,-2 2-7 0,-3-3-8 0,2 3-11 16,-2 1-2-16,1 1 0 0,2 1-13 15,0 0 1-15,2 0-15 0,-1 0-35 16,1 1-39-16,1 5-31 0,0 0-32 16,-1 1-44-16,4 4-58 0,1 1-99 0,1-2-183 15,3 2-453-15,1-3-480 0,1 0 1289 16</inkml:trace>
  <inkml:trace contextRef="#ctx0" brushRef="#br0" timeOffset="-64058.535">22924 13799 678 0,'0'0'0'0,"0"0"0"15,0 0 509-15,0 0-129 0,0 0-93 16,0 0-41-16,0 0 13 0,0 0 9 16,14-65-45-16,-12 58-40 0,-1-1-33 15,1 3-13-15,-1-2 13 0,-1 0 15 16,2 1-14-16,-2-2-28 0,1 2-23 0,-1-1-2 15,0 0 2-15,0 3-9 0,0-3-29 16,0 2-16-16,0 0-15 0,0 0 0 16,-1-1 0-16,-2 3 0 0,1-1 0 15,1-1 6-15,-2 5 0 0,1-1-3 16,-1 1-16-16,-2 0 7 0,1 0-4 16,-1 0-5-16,-4 0-15 0,-1 4-1 15,-5 4-28-15,-1 2 7 0,-3 4-7 16,0 2-3-16,0 4 30 0,-2 1-1 15,1 2 2-15,1 4 0 0,-3-1 22 0,4 4-1 16,0 1-2-16,0 4-7 0,2 1-12 16,2 4-3-16,0 2-28 0,3 4 6 15,2 1 14-15,5 4 10 0,2-5 2 16,2 0-1-16,0-7 31 0,6-4 30 16,3-6-12-16,4-6-9 0,0-4 16 15,1-5 14-15,2-1-6 0,1-4-15 0,-1-2 6 16,1-2-12-16,-2-4 3 0,2-1-13 15,-1 0-6-15,-2-2 1 0,0-5-26 16,-2-2 10-16,-3-2-12 0,1-1-11 16,-3-3-71-16,-2 1-7 0,-1 0-8 15,-3 0-17-15,-1 2-33 0,0 0-62 16,-7 0-42-16,-3-1-109 0,-3-2-152 16,-4 2-189-16,0 0-289 0,-3 0 225 15,1 1 55-15,-2 1 680 0,3 3 11 16,3 0 19-16,1 3 307 0,5 2-173 15,4 0 1293-15,0 2-951 0,4-1-19 0,1 2-115 16,0 0 10-16,1 0 7 0,6 0-75 16,5 0-93-16,7 0 56 0,5 0-17 15,3 3-84-15,2-2-42 0,0 1-34 0,-3-2-34 16,-1 0-36-16,-1 0-1 0,-1-6-23 16,-2 0-43-16,0-2-107 0,-2 0-61 15,-2-2-57-15,0 1-133 0,-6 2-221 16,-3 0-477-16,-2 2-325 0</inkml:trace>
  <inkml:trace contextRef="#ctx0" brushRef="#br0" timeOffset="-63905.091">22986 14101 267 0,'0'0'235'16,"0"0"-104"-16,0 0 997 0,0 0-547 15,0 0-222-15,0 0-77 0,0 0 35 16,0 0 29-16,0 0-81 0,-36 86-66 0,36-62-37 16,1-1-17-16,2 2-30 15,6-1-44-15,-2-2-31 0,2-1-40 0,0-4-3 16,2-5-114-16,-1-5-51 0,3-5-34 15,1-2-37-15,3-7-54 0,2-9-159 0,3-4-563 16,-6 1-606-16,8-11 1088 0</inkml:trace>
  <inkml:trace contextRef="#ctx0" brushRef="#br0" timeOffset="-63646.322">23404 13695 1269 0,'0'0'1164'0,"0"0"-412"0,0 0-465 15,0 0-12-15,0 0 78 0,0 0-79 16,0 0-57-16,-56 71-63 0,47-40-32 16,2 6-24-16,-2 3 16 0,3 4 56 0,1 4-48 15,-1 4-55-15,1 1-28 0,0 1-15 16,2-2-2-16,2-4-19 0,1-7 24 16,1-3-27-16,6-7-2 0,0-4-19 15,3-8-1-15,3-3-2 0,0-5-15 16,3-5-61-16,2-6-16 0,2-2-18 15,1-11 2-15,4-5-27 0,2-8-97 16,2-6-172-16,-2-4-667 0,-4 8-430 0</inkml:trace>
  <inkml:trace contextRef="#ctx0" brushRef="#br0" timeOffset="-56745.849">24039 13402 2240 0,'0'0'417'0,"0"0"-186"0,0 0 134 16,0 0 58-16,0 0-96 0,0 0-89 0,0 0-23 16,0 0 4-16,0 0-44 15,-14-5-28-15,14 11-16 0,-1 3-51 0,1 6-41 16,-2 10 34-16,1 10-30 0,-1 8-19 16,1 10-23-16,1 7 17 0,-2 5 4 15,1 4-19-15,-4 5 12 0,-4-1-15 16,1 2-1-16,0-3-45 0,0-6-27 15,1-9-3-15,4-10 27 0,3-14-33 16,0-11-31-16,6-9-18 0,6-10-32 0,-1-3-16 16,9-13-106-16,2-8-142 0,3-9-153 15,-4 6-427-15,11-23-343 0</inkml:trace>
  <inkml:trace contextRef="#ctx0" brushRef="#br0" timeOffset="-56454.662">24460 13626 382 0,'0'0'2331'0,"0"0"-1888"16,0 0-213-16,0 0 14 0,0 0 40 16,-81 31-64-16,50-11-79 0,-1 5-88 15,-4 1-38-15,0 1-15 0,2 2 0 16,0-2-1-16,1 1-11 0,4-3-4 16,2-2 1-16,3-2 12 0,8-5 3 0,1-1 16 15,8-6 6-15,3 0 34 0,4-1-4 16,0 3 10-16,1 0 3 0,6 2 21 15,8 1 10-15,2 2-7 0,5 0-19 16,4-1-2-16,-1-2-19 0,3-1-4 16,0-1-23-16,0 0-22 15,1-4 0-15,-2-1-12 0,2 0-7 0,-1-5-14 16,-3-1-176-16,0 0-49 0,-2-1-18 16,5-5-43-16,-3-1-132 0,-5 1-224 0,6-9-1187 15</inkml:trace>
  <inkml:trace contextRef="#ctx0" brushRef="#br0" timeOffset="-56187.481">25090 13477 3007 0,'0'0'390'0,"0"0"-279"0,0 0-6 15,0 0 175-15,0 0 93 0,-89 76-152 16,61-38-58-16,-2 7-61 0,-5 9 14 15,1 5 10-15,-6 7-19 0,1 5-10 16,-5 2-48-16,-2 3-28 0,-4 4-8 16,-4 1-13-16,-3 0-13 0,1-1 13 15,2-4-1-15,8-6-38 0,6-8-34 16,8-11-28-16,8-12-18 0,9-11-1 0,7-14 0 16,6-7-71-16,2-7-135 0,6-7-199 15,8-9-173-15,-2 1-282 0,11-15-190 0</inkml:trace>
  <inkml:trace contextRef="#ctx0" brushRef="#br0" timeOffset="-56003.749">24636 14248 688 0,'0'0'2305'0,"0"0"-1902"16,0 0-216-16,0 0 179 0,100-11 133 16,-69 11-83-16,4-1-147 0,4-1-46 15,0-2-29-15,5 1-55 0,2-5-81 16,1-2-58-16,1-2-6 0,-3-2-82 15,-3 2-76-15,-8-1-54 0,-3 4-33 0,-8 3-132 16,-9 2-274-16,-5 2-620 16,-9 2-747-16</inkml:trace>
  <inkml:trace contextRef="#ctx0" brushRef="#br0" timeOffset="-55583.265">24956 14248 2406 0,'0'0'544'16,"0"0"-288"-16,0 0-29 0,-43 88 115 0,34-51 23 15,1 4-82-15,3 0-73 0,2 0-50 16,3-4-50-16,-1-2-61 0,1-7-49 16,0-3-23-16,0-6-94 0,0-5-67 15,1-4-39-15,2-3-35 0,2-6-47 16,1-1-17-16,0-3 3 0,-1-8-1 16,1-1 40-16,-1-3 118 0,2-2 162 15,-2-2 97-15,1 1 148 0,1 0 50 16,0 0-48-16,4 2-9 0,4 3 18 15,4 0 12-15,4 3-10 0,1-2-4 0,7 3-70 16,-3-1-64-16,3 3-111 0,-4 0-9 16,-1 2-18-16,-3 1-25 0,-6 2-83 15,-2 2-105-15,-7 0-77 0,-6 1-62 16,-2 6-90-16,-8 5-119 0,-9 3-165 16,-5 3-30-16,-3 2 90 0,-6 3 452 15,-2 1 232-15,-2 2 157 0,1-1 38 0,1-2 122 16,1 0 291-16,8-2-10 0,-1-3-59 15,8-3-122-15,5-4-60 0,8-3-60 16,4-2-87-16,0-2-93 0,9-1-51 16,5-3 2-16,8 0 19 0,5-1 3 15,6-9-22-15,3-6-22 0,7-4-30 16,-1-5-16-16,0-3-84 0,1-4-102 16,-4-1-85-16,-11 5-199 0,6-16-875 0</inkml:trace>
  <inkml:trace contextRef="#ctx0" brushRef="#br0" timeOffset="-55266.809">25496 13707 2880 0,'0'0'531'16,"0"0"-303"-16,0 0-36 0,0 0 257 15,0 0-41-15,78 40-174 0,-49-23-103 16,4 2-6-16,5 1-15 0,-2 4-37 16,0 1-31-16,-2 2-24 0,0 3-18 15,-6 1-3-15,-5 1 3 0,-7 0-1 0,-6 1 0 16,-10 2-56-16,-3 2-4 0,-15 2-6 16,-7 2 0-16,-5-2 0 0,-5 1 18 15,-1-4 18-15,-1-4 1 0,2-6-13 16,5-8-31-16,5-8-2 0,5-9-53 15,9-3-119-15,1-15-236 0,6 0-637 16,2-23-817-16</inkml:trace>
  <inkml:trace contextRef="#ctx0" brushRef="#br0" timeOffset="-54326.028">26309 13227 1220 0,'0'0'713'0,"0"0"-256"16,0 0-45-16,0 0 44 0,0 0-5 0,0 0-73 16,0 0-86-1,0 0-32-15,0 0-57 0,0 0-38 0,0 0-27 0,5 0-7 16,-4 16-16-16,3 9-3 0,-1 7-2 16,0 8-20-16,1 6-14 0,1 7-3 15,2 5-7-15,3 5-6 0,0 3-20 16,0 5-13-16,5 4 0 15,-2 5-15-15,2 2 3 0,1 5-15 0,-1 0-30 16,-2-4 0-16,-2-2-16 0,1-3-35 16,-2-5-7-16,1-5-8 0,-1-4-4 15,-1-7-9-15,1-7 2 0,-3-8-8 0,1-7-34 16,-3-9-41-16,1-8-154 0,3-7-158 16,-5-6-231-16,0-5-601 0,1-2-497 15</inkml:trace>
  <inkml:trace contextRef="#ctx0" brushRef="#br0" timeOffset="-51797.755">27853 13605 1623 0,'0'0'591'0,"0"0"-123"0,0 0-95 0,0 0 7 15,0 0-32-15,0 0-103 16,0 0-53-16,0 0-31 0,0 0 3 0,0 0-10 16,0 0-28-16,-9-23-40 0,-6 27-40 15,-3 3-9-15,-5 5 6 0,-3 5-7 16,-4 4 7-16,-3 5-15 0,-2 7-7 15,-3 2 22-15,1 6-4 0,-1 5 28 16,1 0-3-16,6 0-6 0,2 2-37 16,7-7-6-16,5-3-13 0,9-8 10 15,7-6-12-15,1-7 0 0,7-9-3 16,9-3-18-16,3-5 9 0,5-3-9 16,7-9 5-16,0-4-14 0,2-6-34 0,-2 1-27 15,-3-1 6-15,-2 2 5 16,-6 2 13-16,-6 2 15 0,-4 5 15 0,-6 5 37 15,-1 4 12-15,-3-1 25 0,-3 1 3 0,-6 2-9 16,-4 0 2-16,-4 0-5 0,-2 0-1 16,-2 0-12-16,-2 4-15 0,-2-1-17 15,5 1-1-15,0 1 3 0,1 0-13 16,6 4-18-16,1-2-21 0,4 2-16 16,4 0-34-16,1-1-46 0,3 0-69 15,0-1-90-15,11-3-135 0,5-4-152 16,-1 0-140-16,16-17-335 0</inkml:trace>
  <inkml:trace contextRef="#ctx0" brushRef="#br0" timeOffset="-51570.507">28233 13628 2277 0,'0'0'591'0,"0"0"-373"0,0 0 111 15,0 0 155-15,0 0-96 0,-75 77-159 16,53-46-77-16,2 4-29 0,-1 2-4 0,3 1-2 15,3 0 5-15,3 2-34 0,2 0-42 16,4-2-19-16,4-3-24 0,2-4-3 16,0-5-1-16,5-9-23 0,7-7-10 15,2-6 13-15,5-4 3 0,1 0 15 16,2-7-13-16,-1-7-45 0,1 0-58 16,-5-4-52-16,0 0-51 0,-3 0-25 15,-4 1-97-15,-2 2-262 0,-4 4-575 16,-4-4-185-16</inkml:trace>
  <inkml:trace contextRef="#ctx0" brushRef="#br0" timeOffset="-51396.518">28043 13918 1099 0,'0'0'1391'15,"0"0"-934"-15,0 0-79 0,0 0 47 0,0 0 2 16,0 0-104-16,0 0-83 16,0 0-28-16,0 0-56 0,0 0 12 0,59 41-74 15,-27-41-55-15,1 0-39 0,4-7-6 0,-1-4-48 16,3-1-77-16,4-3-31 0,-1-2 34 15,0-2-158-15,1-1-191 0,-13 3-539 16,15-6-595-16</inkml:trace>
  <inkml:trace contextRef="#ctx0" brushRef="#br0" timeOffset="-50770.877">29115 13255 2561 0,'0'0'514'0,"0"0"-315"0,0 0 61 0,0 0 144 16,0 0-81-16,0 0-149 0,0 0-44 15,0 0-44-15,-82 86-3 0,60-54 9 16,-1 6 10-16,-2 4 20 0,-2 8-15 16,0 6-16-16,-2 4-6 0,0 6 10 0,3 2 20 15,4-2 15-15,7-3-36 16,5-5-28-16,9-8-41 0,2-7-25 0,12-10-22 15,1-5 19-15,6-7 3 0,0-9-12 16,1-2-6-16,3-8-6 0,4-2-3 16,3-5-43-16,-2-8-24 0,0-4-30 15,-3-1-40-15,-6-2-19 0,-3-2-43 16,-6 2-85-16,-5 1-83 0,-3 3-90 16,-3-1-88-16,-6 3-110 0,-8-3 14 15,-4 3 138-15,-5-2 461 0,-5-1 69 0,-4 1 215 16,1 0-10-16,0 2 52 0,6 5 106 15,3 3 122-15,7 3 0 0,7 3-43 16,5 0-112-16,3 4-82 0,0 1-5 16,9 2-15-16,2-2 12 0,9-1-39 15,2-4-33-15,4 0-41 0,1-2-42 16,2-5-24-16,0-2-22 0,0-4-9 16,0-2-30-16,-4 0-31 0,0-2-47 0,-5 1-71 15,0-1-76-15,-6 1-44 0,-2 4-67 16,-2-2-142-16,-4 5-202 0,-3 1-358 15,-3 4 285-15,-1 3-235 0,-7 1 890 16,-2 0 98-16,-2 3 606 0,1 7 139 0,-1-1-10 16,1 5-125-16,3 0-120 0,-1 3-99 15,5 2-62-15,-1 5-48 0,4 2-11 16,0 2-38-16,1 2-70 0,0-2-44 16,1-2-24-16,6-2-51 0,2-7-43 15,2-3-31-15,1-2-26 0,4-5-68 16,-2-1-5-16,6-6-26 0,0 0-30 15,1-6-23-15,3-7 18 0,1-5 17 16,1-7-245-16,1-3-322 0,-8 6-429 16,13-16-164-16</inkml:trace>
  <inkml:trace contextRef="#ctx0" brushRef="#br0" timeOffset="-50532.192">29568 13310 2028 0,'0'0'531'0,"0"0"-200"0,0 0-7 16,0 0 39-16,0 0-63 0,0 0-105 15,0 0-33-15,-52 71 9 0,40-36 11 16,1 8 40-16,-1 3-17 0,4 1-19 16,-3 3 12-16,3 1-34 0,-1-1-43 15,2-2-33-15,1-5-55 0,2-4-33 16,4-8-1-16,0-8-41 0,8-5 3 16,9-7-16-16,5-1 16 0,7-3-22 15,4-7 50-15,4 0 10 0,0-11-98 16,0-3-74-16,-4-5-4 0,1-4 42 15,-6-2-79-15,-6-1-259 0,-3-4-307 16,-9 7-483-16,-3-16-369 0</inkml:trace>
  <inkml:trace contextRef="#ctx0" brushRef="#br0" timeOffset="-50330.755">29752 13214 1808 0,'0'0'645'16,"0"0"-223"-16,0 0 68 0,0 0 32 0,-6 93-59 15,5-55-129-15,1 6-39 0,0 2-57 16,0 1 2-16,0 0-61 0,0 1-73 16,0-3-49-16,0-3-26 0,-2-4-31 15,2-5-24-15,0-7-70 0,0-9-87 16,8-6-38-16,6-9-25 0,9-2-41 16,3-13-16-16,4-6-101 0,4-6-150 0,-7 5-416 15,11-22-354-15</inkml:trace>
  <inkml:trace contextRef="#ctx0" brushRef="#br0" timeOffset="-50096.851">30144 13371 2365 0,'0'0'740'16,"0"0"-328"-16,0 0-93 0,0 0 45 15,0 0-72-15,-82 18-36 0,55-2-78 16,1 6-56-16,1-2-24 0,2 2-10 0,3-4-21 16,5-2-58-16,3-1-9 0,3-1-27 15,2-2 8-15,1 4 0 0,2-2 19 16,2-1 1-16,2 0 2 0,0 1 40 15,9-6-31-15,2 3-10 0,4-3 10 16,4-2-12-16,4-1-18 0,2-5-9 16,6 0-47-16,3-7-32 0,2-5-35 15,3-5-37-15,-2-1-102 0,3 0-210 16,-4-1-247-16,-8 4-602 0,12-9-538 0</inkml:trace>
  <inkml:trace contextRef="#ctx0" brushRef="#br0" timeOffset="-49886.603">30500 13262 1964 0,'0'0'821'0,"0"0"-433"0,0 0-50 16,0 0 95-16,0 0-42 0,0 0-88 0,-92 71-66 15,66-36-63-15,-2 9-52 0,-2 3 3 16,-2 8 45-16,-5 3-46 0,-2 3-54 16,0 3-25-16,-5 3-26 0,0 1-5 15,2-2-14-15,-2 0-22 0,4-9-65 16,3-6-13-16,9-8-22 0,2-9-39 15,9-4-16-15,6-6-3 0,6-5-81 16,2-4-86-16,3-11-80 0,0-4-213 16,3 0-553-16,11-19-224 0</inkml:trace>
  <inkml:trace contextRef="#ctx0" brushRef="#br0" timeOffset="-49754.311">30154 13889 2662 0,'0'0'619'0,"0"0"-279"16,0 0 63-16,103-38 28 0,-65 26-89 15,0-5-152-15,2 3-92 0,3-5-47 0,1-4-23 16,-2 3-28-16,-1-5-55 0,-5 1-184 16,-7 3-105-16,-6 3-38 0,-8 5-258 15,-11 1-770-15</inkml:trace>
  <inkml:trace contextRef="#ctx0" brushRef="#br0" timeOffset="-49575.462">30334 13839 2236 0,'0'0'662'0,"0"0"-418"0,-33 79-88 16,20-49 200-16,2 8 47 0,1-2-94 0,-2 0-139 16,6-1-62-16,2-1-80 0,3-3-28 15,1 0 3-15,0-10-3 0,0-4-78 16,0-8-86-16,0-5-122 0,4-4-32 16,0 0-52-16,3-4-253 0,-2-2-495 15,-2-5-341-15</inkml:trace>
  <inkml:trace contextRef="#ctx0" brushRef="#br0" timeOffset="-49416.515">30304 14070 2669 0,'0'0'591'0,"0"0"-365"15,0 0-14-15,0 0 185 0,0 0-86 16,97-30-162-16,-67 18-89 0,2-2-60 16,2-4-24-16,-2-1-35 0,1 1-96 0,-2-1-78 15,-1 1-69-15,-1-1-65 0,-5 2-41 16,-5 3-243-16,-9 0-1044 0</inkml:trace>
  <inkml:trace contextRef="#ctx0" brushRef="#br0" timeOffset="-49104.945">30785 13330 2786 0,'0'0'507'0,"0"0"-377"0,0 0-53 0,0 0 223 15,0 0 71-15,0 0-126 0,0 0-87 16,0 0-44-16,95 84-12 0,-74-52 42 16,0 0 67-16,-2 5-96 0,-3 0-42 15,-3 2-21-15,-4-2-6 0,-4 0-19 16,-5 0-24-16,0-2 12 0,-10 1-14 15,-7 0 11-15,-3 1-12 0,-6-3-27 16,-2-2-40-16,3-3-30 0,-1-2-28 16,4-8-18-16,8-6-38 0,2-6-28 0,5-7-17 15,6-5-97-15,1-11-163 0,1-6-248 16,3 3-554-16,11-18-295 0</inkml:trace>
  <inkml:trace contextRef="#ctx0" brushRef="#br0" timeOffset="-48243.859">31231 12897 271 0,'0'0'723'15,"0"0"-176"-15,0 0-137 0,0 0-37 16,0 0-34-16,0 0-66 0,0 0-26 16,0 0-14-16,0 0 27 0,0 0-74 15,0 0-39-15,4-3-36 0,-5 3-43 16,-1 3-30-16,-1 0-36 0,2-2-2 0,1-1 3 15,0 0-2-15,0 0 2 16,0 0 13-16,0 0 9 0,0 0 0 0,1 0 24 16,-1 0-12-16,3-1 4 0,-1-1 15 15,-1 1 2-15,2 0 26 0,2-1-11 16,-2 1-17-16,0-1-10 0,3 0-28 16,3 0-16-16,1-2-2 0,4 0 0 0,2-4-15 15,5 2 0-15,-1-1 12 0,-1 1-28 16,2 1-6-16,-2 1-6 0,-3 4 15 15,-2 1 10-15,-2 11 18 0,-7 7 26 16,0 11 21-16,-5 8-14 0,0 10 50 16,-10 6 6-16,-1 4 18 0,-4 3 177 15,0-1-132-15,-2-1-58 0,-1-1-24 16,0-2-13-16,1-2-21 0,5-7 4 16,3-4 5-16,6-6-45 0,3-7-42 15,0-9 42-15,0-5 0 0,3-8-11 16,5-3-65-16,0-5-48 0,5 0-55 0,0-8-13 15,1-2 24-15,0-3-16 0,-3 2-3 16,1 4 51-16,-8 1 49 0,-1 5 44 16,-2 1 43-16,-1 3 18 0,0 6 66 0,0 6 61 15,0 6-31-15,0 2-28 0,0 4-37 16,2 1 9-16,-1-1-21 0,4 3-6 16,-2 1-16-16,-1 1 10 0,4 4 8 15,-3 2 25-15,1 0 27 16,-2 1 16-16,-2-2 2 0,0-2-103 0,-8 0-3 15,-3-1-100-15,-4 3-7 0,-5-3-12 16,-3 1 40-16,-1-4-71 0,-2-3-53 16,-2 0-20-16,0-6-45 0,0 0-94 15,-3-5-142-15,8-3-542 0,-22-1-484 0</inkml:trace>
  <inkml:trace contextRef="#ctx0" brushRef="#br0" timeOffset="-47373.613">18347 16281 2647 0,'0'0'533'15,"0"0"-211"-15,0 0-69 0,0 0 56 16,0 0 11-16,0 0-29 0,0 0-52 0,0 0-58 16,0 0-20-16,0 0-15 15,0 0-15-15,-3-10-4 0,28 6-18 0,6 1 3 16,8 0-19-16,-3-2-81 0,-3 3-12 15,-4-2-1-15,-2 0-14 0,-6 1-36 16,-3-3-43-16,-2 2-30 0,-3 1-48 0,-3-1-47 16,-3 2-120-16,-5 1-304 0,-2 1-592 15,-4 0-555-15</inkml:trace>
  <inkml:trace contextRef="#ctx0" brushRef="#br0" timeOffset="-47216.662">18366 16486 2546 0,'0'0'518'0,"0"0"-183"16,0 0-69-16,0 0 49 0,0 0-39 16,18 65-71-16,7-58-23 0,2-3-47 0,8-4-67 15,2-1-50-15,2-10-18 0,3-3-39 16,-2-5-148-16,2-5-98 0,-2 2-99 16,-9 3-284-16,6-4-920 0</inkml:trace>
  <inkml:trace contextRef="#ctx0" brushRef="#br0" timeOffset="-37029.675">19521 15827 1527 0,'0'0'280'0,"0"0"964"0,0 0-836 16,0 0-16-16,0 0 35 0,0 0-37 16,0 0-74-16,0 0-78 0,0 0-83 0,-26-3-79 15,26 20-31-15,2 7 7 0,2 7 18 16,-1 4 23-16,2 7 7 0,1 0-18 15,-1 1-22-15,-1 4 1 0,1 3-1 16,-1 5-18-16,0 4-6 0,-1 5-24 16,1 2-11-16,-2 3-2 0,-1 6 0 0,2 0-11 15,2 4 10-15,-1-2 0 0,2 0-34 16,0-5-15-16,3-6-9 0,2-10 5 16,1-9-26-16,3-10-4 0,-2-14-6 15,4-7-15-15,0-8-36 0,-2-7-10 16,2-1-46-16,-1-10-56 0,1-7-135 15,-1-6-211-15,1-6-448 0,-5 4-381 16,10-18 57-16</inkml:trace>
  <inkml:trace contextRef="#ctx0" brushRef="#br0" timeOffset="-36483.07">20962 15843 784 0,'0'0'189'0,"0"0"1433"15,0 0-1104-15,0 0-180 0,-30-70 60 0,15 59-46 16,-3 5-60-16,-4 6-107 0,0 0-47 15,-4 10-49-15,-2 7-25 0,-2 9-2 16,0 7 5-16,1 6 21 0,1 9 16 16,5 3-43-16,3 4-1 0,9 4-5 15,5 6-9-15,4 2-31 0,2 4 3 16,2 0-16-16,7-5-1 0,2-4 0 16,6-7-2-16,3-8-11 0,2-9 12 15,4-8 3-15,4-9-3 0,-1-6 0 16,3-9-18-16,0-6 15 0,-1-2-10 0,-3-11-11 15,-1-5-64-15,-6-2-37 0,-3 0-39 16,-5 0-44-16,-7 2-32 0,-3 0-72 16,-3 3-114-16,-8 1-194 0,0 4-491 15,-16-4-328-15</inkml:trace>
  <inkml:trace contextRef="#ctx0" brushRef="#br0" timeOffset="-36340.149">20674 16396 699 0,'0'0'13'0,"0"0"1852"0,0 0-1299 0,0 0-105 16,0 0-114-16,0 0-96 15,0 0-117-15,0 0-10 0,0 0 21 0,0 0-19 16,114-28-61-16,-72 23-62 0,3-2-1 16,-2 0-2-16,1-3-23 0,-3-2-66 0,-4-2-50 15,-3 0-80-15,-4 1-91 0,-6 1-138 16,-7 4-164-16,-5 1-398 0,-5 3 38 16,-5 3-6-16</inkml:trace>
  <inkml:trace contextRef="#ctx0" brushRef="#br0" timeOffset="-36196.943">21145 16258 245 0,'0'0'456'0,"0"0"326"16,0 0-80-16,0 0-166 0,-90 68-87 15,73-48-111-15,3 2-41 0,5-1-64 16,1 3-64-16,4 3-57 0,2-3-9 16,2 2-23-16,0-4-9 0,3 0-43 0,5-2-25 15,3-3-3-15,-1-2-12 0,3-1-25 16,-1-2-50-16,1-1-62 0,-1 0-50 16,3-3-78-16,-1-2-90 0,1 0-185 15,-5-5-638-15,6-1-383 0</inkml:trace>
  <inkml:trace contextRef="#ctx0" brushRef="#br0" timeOffset="-35832.446">21567 15758 404 0,'0'0'509'0,"0"0"1140"16,0 0-1154-16,0 0-61 0,0 0-42 0,0 0-44 15,0 0-56-15,0 0-70 0,0 0-97 16,0 0-48-16,0 0-22 0,-65 36-18 16,57 1 18-16,2 5-3 0,1 2 15 0,-1 1-13 15,3 2 29-15,0 2-23 0,3 3-11 16,-3 2-19-16,3 4 0 0,0-1-30 15,0-1 0-15,0-4-3 0,3-2-19 16,3-4 20-16,3-5-31 0,-1-4 18 16,3-6-31-16,3-6-15 0,0-6-15 15,3-6-55-15,2-6 6 0,6-7 9 16,-1-2-28-16,7-13-26 0,-3-7-65 16,5-9-163-16,-1-5-209 0,-6 8-584 15,4-15-578-15</inkml:trace>
  <inkml:trace contextRef="#ctx0" brushRef="#br0" timeOffset="-35572.834">21888 15864 1007 0,'0'0'46'0,"0"0"1145"16,0 0-787-16,0 0-121 0,0 0 2 15,0 0-17-15,0 0-31 0,0 0 46 16,10 66-63-16,-6-31-46 0,1 4-19 16,-1 8 11-16,0 0 9 0,-3 4-22 15,-1-1-13-15,0-1-79 0,0-4-22 16,0-5-39-16,0-5-25 0,0-5-26 0,3-6-105 16,6-9-92-16,1-4-69 15,7-11-179-15,1-2-254 0,-2-8-314 0,10-24-230 0</inkml:trace>
  <inkml:trace contextRef="#ctx0" brushRef="#br0" timeOffset="-35301.624">22344 15871 1501 0,'0'0'1387'0,"0"0"-888"16,0 0-289-16,0 0-52 0,0 0 59 0,0 0-10 16,0 0-85-16,-99 74-76 0,71-46-33 15,1 4-10-15,-2 0 21 0,2-1-11 16,1 0-13-16,3-1-13 0,2 0 11 15,2-2-13-15,2-1 13 0,4-1 1 16,1-4 1-16,6-3 31 0,5 0-13 16,1-2-5-16,3-4 2 0,8 0-12 15,4-2 19-15,5-6 3 0,3-1-4 0,5-4 20 16,0 0-41-16,4-7-10 16,2-3-39-16,1-5-94 0,-1 0-81 0,3-2-106 15,-1 2 20-15,1 0 49 0,2 1-889 16,-2 1-681-16</inkml:trace>
  <inkml:trace contextRef="#ctx0" brushRef="#br0" timeOffset="-35000.692">23070 15724 382 0,'0'0'782'16,"0"0"902"-16,0 0-1290 0,0 0-98 16,0 0 57-16,-76 9-61 0,56 2-80 0,0 6-48 15,1 5 27-15,-4 6-50 0,-2 9-43 16,-4 6-28-16,-4 9-6 0,-4 9 9 16,-4 8-18-16,-8 6 3 0,-4 8-37 15,-7 4-21-15,-2 5 0 0,1-2-3 16,1-2-21-16,7-3 6 0,5-10-61 15,9-12-46-15,9-9-1 0,9-10-46 16,8-11-6-16,7-10 17 0,6-11-50 0,1-8-288 16,6-4-612-16,12-14-606 0</inkml:trace>
  <inkml:trace contextRef="#ctx0" brushRef="#br0" timeOffset="-34100.355">23679 15865 661 0,'0'0'1870'0,"0"0"-1097"0,0 0-297 16,0 0-64-16,85 31-93 0,-59-19-32 16,0 3-64-16,2-1-46 0,-6 4-103 15,3 4-41-15,-5 2 7 0,-3 2-13 16,1 6 5-16,-10 5-32 0,-3 4-14 15,-5 3 13-15,-5 4-50 0,-13 0-83 0,-7 1-30 16,-6 0 23-16,-5-2 24 16,-1-5 28-16,-2-5 9 0,-1-7 18 0,4-5-24 15,-3-5-72-15,3-8-79 0,-1-5-69 16,-1-7-195-16,4-2-664 0,10-4-933 16,-7-14 2098-16</inkml:trace>
  <inkml:trace contextRef="#ctx0" brushRef="#br0" timeOffset="-33611.633">25147 15444 1975 0,'0'0'679'0,"0"0"-251"16,0 0-68-16,0 0-40 0,0 0-31 16,0 0-88-16,-27 85-89 0,12-52-10 15,-2 7-22-15,-3 4-15 0,-3 6-6 16,-4 5 8-16,-5 5 19 0,-4 6 58 16,-9 6-12-16,-5 4-41 0,-6 5-42 0,-7 8-25 15,-7 4-24-15,-3 6-12 0,-6 5-21 16,-1 2-62-16,1 1 1 0,1-3 2 15,9-4 24-15,6-9 10 0,12-11 21 16,12-18 22-16,15-16-13 0,11-15-30 16,10-13-106-16,3-11-146 0,6-7-174 0,7-3-146 15,2-11-69-15,5-7 51 0,-2-3-325 16,-2 5 243-16</inkml:trace>
  <inkml:trace contextRef="#ctx0" brushRef="#br0" timeOffset="-32979.213">25276 16259 764 0,'0'0'1303'0,"0"0"-483"16,0 0-321-16,3-67-150 0,-3 47 29 16,0 2-67-16,-5 4-49 0,2 3-41 15,-3 4-101-15,0 3-50 0,1 1-31 16,-1 3 4-16,-2 0 30 0,-4 7-73 0,-1 8-24 16,-2 12-10-16,-3 13 34 15,0 11 9-15,1 11 22 0,3 5 2 0,3 1 10 16,2-1-6-16,6-5-10 15,3-4-18-15,3-10-9 0,9-6-33 0,1-10-10 16,5-7-6-16,1-9 1 16,4-6 8-16,0-7-48 0,2-3 29 0,0-4-14 15,-3-6-50-15,-2-3-39 0,-5 0-61 16,-4 0-160-16,-3 0-376 0,-6 1-617 16,-2 5-460-16</inkml:trace>
  <inkml:trace contextRef="#ctx0" brushRef="#br0" timeOffset="-32804.251">25192 16681 352 0,'0'0'310'0,"0"0"1623"0,0 0-1361 0,0 0-256 16,0 0 0-16,0 0 2 0,0 0-23 15,0 0-23-15,90-4-94 0,-59-3-64 0,5-7-47 16,-2 0-55-16,0-5-12 0,-1-3-50 16,-1 1-124-16,-3-1-94 0,-5 2-114 15,-4 4-267-15,-8 4-677 0,-7 2-880 0</inkml:trace>
  <inkml:trace contextRef="#ctx0" brushRef="#br0" timeOffset="-32638.881">25439 16588 23 0,'0'0'270'15,"0"0"50"-15,0 0 1173 0,0 0-1082 0,0 0-105 16,1 83 56-16,7-62-15 16,-3-1-56-16,4 2-74 0,-2 0 2 0,2-3-99 15,2-1-120-15,1-2-12 0,3-2-97 16,1-3-126-16,2 0-64 0,-1-6-69 15,-3-3-603-15,5-2-675 0</inkml:trace>
  <inkml:trace contextRef="#ctx0" brushRef="#br0" timeOffset="-32237.038">25972 16079 466 0,'0'0'1304'0,"0"0"-314"0,0 0-656 16,0 0-79-16,0 0 88 0,0 0-10 15,0 0-113-15,-78 70-84 0,68-43-40 16,2 2 3-16,3 8 0 0,2 2 15 16,2 4 11-16,1 6-15 0,0 2-24 15,0 2-16-15,1 1-9 0,2 0 0 16,4-3-22-16,3-4-16 0,2-7-23 15,3-7-31-15,5-8-5 0,0-5-4 16,3-7-33-16,-2-8-55 0,5-5 9 0,3-5 8 16,0-11-48-16,0-5-95 0,-2-7-227 15,-6 6-734-15,1-15-805 0</inkml:trace>
  <inkml:trace contextRef="#ctx0" brushRef="#br0" timeOffset="-24229.287">22882 16417 3064 0,'0'0'677'0,"0"0"-365"16,0 0-115-16,0 0 119 0,0 0-15 15,0 0-68-15,0 0-93 0,0 0-76 0,0 0-28 16,3-24 28-16,26 18 9 0,6-1-12 15,1 2 2-15,4 1-47 16,-3 1-15-16,-4 0-1 0,-1 0-16 0,-2 0-5 16,-4-2-48-16,-4 0-41 0,-2-1-8 0,-3 0-32 15,-6 2-103-15,-4 1-123 0,-6 3-176 16,-1 0-415-16,-6 0-358 0</inkml:trace>
  <inkml:trace contextRef="#ctx0" brushRef="#br0" timeOffset="-24027.503">22944 16533 303 0,'0'0'1869'15,"0"0"-1343"-15,-12 79-195 0,12-42 62 16,0 7-41-16,0 5-12 0,0 1-91 16,6 3-94-16,-3 1-41 0,2-1-37 15,0-6-68-15,-2-4-9 0,4-10-52 0,-1-9-66 16,0-6-49-16,0-8-22 0,-2-4-28 15,2-3-57-15,-1-3-151 0,-5 0-275 0,3-5-736 16,-3-7 361-16</inkml:trace>
  <inkml:trace contextRef="#ctx0" brushRef="#br0" timeOffset="-23862.732">22951 16916 421 0,'0'0'1319'0,"0"0"-522"15,0 0-308-15,0 0-74 0,0 0-76 16,0 0-116-16,0 0-59 0,0 0 38 15,0 0-1-15,0 0-50 0,0 0-31 16,93-60-44-16,-62 55-48 0,3-1-28 0,0-3-34 16,5-1 4-16,-2-2-108 15,-1-3-106-15,1 2-79 0,-1-5-196 0,-9 6-688 16,5-7-1234-16</inkml:trace>
  <inkml:trace contextRef="#ctx0" brushRef="#br0" timeOffset="-17980.146">26468 15723 430 0,'0'0'454'16,"0"0"1175"-16,0 0-1165 0,0 0-68 0,0 0 29 16,0 0-8-16,0 0-41 0,0 0-66 15,0 0-17-15,0 0-13 0,-23-44-28 16,20 45-65-16,1 5-33 0,0 5-31 16,2 7-35-16,0 10 14 0,0 10-45 15,0 10-30-15,0 4-5 0,2 4 2 16,3 3-9-16,-3-1-3 0,4-2-12 15,2 1-18-15,0-2 0 0,1-3-31 0,0-3-35 16,-1-6-24-16,4-10-19 0,-4-8-21 16,3-12 25-16,1-8-50 0,3-5-97 15,2-9-168-15,2-12-250 0,2-10-484 16,-3 6-431-16,10-25 85 0</inkml:trace>
  <inkml:trace contextRef="#ctx0" brushRef="#br0" timeOffset="-17703.136">26987 15823 1117 0,'0'0'1195'0,"0"0"-108"0,0 0-875 16,0 0 63-16,0 0 173 0,0 0-142 15,-77 44-158-15,51-27-115 0,-4 4-33 16,-2 1-21-16,1 0-19 0,-3 0-12 16,1 0 21-16,1 0-3 0,-1-2-6 0,7 0 3 15,3-5 12-15,9-4 25 0,6-3 19 16,3-1 52-16,5-4-13 0,2 3-2 15,10 0 20-15,1 1-14 0,7 2 20 16,2 0-2-16,3-2 14 0,2 2-33 16,3-1-24-16,2 0 9 0,1 0-16 15,-2-3-3-15,-3 0-27 0,0-1-18 16,-2-3 6-16,-5-1-85 0,-3 0-96 16,-3 0-36-16,-2-5-39 0,-4-2-105 0,2 1-245 15,-5 0-705-15,2-5-762 0</inkml:trace>
  <inkml:trace contextRef="#ctx0" brushRef="#br0" timeOffset="-17405.544">27587 15638 359 0,'0'0'3027'0,"0"0"-2492"0,0 0-222 16,0 0 151-16,0 0-96 0,-87 83-139 15,62-57-105-15,-1 4-29 0,-4 3-35 16,-2 7-37-16,-4 6-22 0,-4 7 38 16,-3 6-6-16,-4 7-3 0,-1 5-2 15,-5 7-25-15,-4 4-3 0,-2 7-19 0,-2 4-5 16,-1 0-3-16,5-2-67 0,4-7 52 16,9-10-22-16,7-16-51 0,9-14-22 15,10-14-19-15,9-16-49 0,7-12-87 16,2-4-474-16,6-7-951 0,14-18-59 0</inkml:trace>
  <inkml:trace contextRef="#ctx0" brushRef="#br0" timeOffset="-16977.353">27441 16374 404 0,'0'0'1759'0,"0"0"-546"16,0 0-849-16,0 0-153 0,0 0 93 15,0 0 108-15,0 0-44 0,82 25-54 0,-46-25-120 16,9 0-67-16,3-5-63 16,4-6-16-16,-3-4-30 0,2-5-18 0,-4-1-58 15,-2-2-97-15,-2-4-33 0,-4 0-40 0,-2 1-16 16,-8 0-153-16,-8 7-296 16,-6-4-1367-16</inkml:trace>
  <inkml:trace contextRef="#ctx0" brushRef="#br0" timeOffset="-16784.883">27749 16387 734 0,'0'0'3'0,"-2"67"2024"16,2-28-1298-16,0 9-284 0,-2 6-66 16,2-1-60-16,-3-2-76 0,1-2-106 15,1-6-79-15,1-5-58 0,0-9-41 16,0-7-45-16,0-7-92 0,0-6-81 0,4-4-107 15,-1-3-261-15,0-2-761 0,-2-3-611 0</inkml:trace>
  <inkml:trace contextRef="#ctx0" brushRef="#br0" timeOffset="-16635.811">27766 16733 2653 0,'0'0'524'0,"0"0"-202"15,0 0 19-15,0 0-64 0,97-40-153 16,-70 30-124-16,-1 0-42 0,-3 2-125 15,-1 1-125-15,-5 4-139 0,-3 2 5 16,-8 1-372-16,-6 7-938 0</inkml:trace>
  <inkml:trace contextRef="#ctx0" brushRef="#br0" timeOffset="-16493.164">27691 17009 199 0,'0'0'303'15,"0"0"1952"-15,0 0-1640 0,0 0-266 16,0 0-110-16,0 0-6 0,0 0-6 15,0 0-61-15,101 3-39 0,-59-26-57 16,1-5-70-16,0-3-15 0,1-1-65 16,-2-2-74-16,1 1-54 0,-7 0-38 0,0 3 10 15,-12 8-306-15,6-6-1028 0</inkml:trace>
  <inkml:trace contextRef="#ctx0" brushRef="#br0" timeOffset="-16169.249">28330 16043 1732 0,'0'0'1362'16,"0"0"-745"-16,0 0-211 0,0 0-43 15,0 0 4-15,0 0-37 0,79 86-50 16,-60-59-98-16,-1 3-61 0,1-1-24 16,0 1-16-16,-2-1-11 0,2 1 5 0,-3-1-39 15,-5 0-34-15,-6-1-2 0,-5 2-33 16,-2 1-9-16,-9 1-16 0,-9-1-5 0,-2 1 3 16,-4-1-37-16,-2 0-6 0,-3-2 24 15,-4-1 16-15,2-4-1 0,-1-2-15 16,2-6-27-16,3-4-62 0,3-7-123 15,6-5-318-15,4 0-795 0,0-17-1150 0</inkml:trace>
  <inkml:trace contextRef="#ctx0" brushRef="#br0" timeOffset="-15477.466">29281 15541 391 0,'0'0'2287'0,"0"0"-1483"16,0 0-432-16,0 0-63 0,0 0 103 16,0 0 0-16,0 0-95 0,0 0-132 0,0 0-60 15,0 0-4-15,4 73-22 0,11-37-20 16,3 10-16-16,2 6-8 0,2 9-10 16,3 7-15-16,1 9-18 0,-3 6 45 15,-4 9 1-15,-5 5-34 0,-6 0-24 16,-2 2 0-16,-6-3-67 0,0-3-26 15,0-5-28-15,-6-1-2 0,-2-6-38 16,0-6-24-16,-3-6-45 0,2-5-66 16,1-5-131-16,-4-6-153 0,7-3-183 0,-1-14-445 15,-2 8-600-15</inkml:trace>
  <inkml:trace contextRef="#ctx0" brushRef="#br0" timeOffset="4999.727">10863 2865 258 0,'0'0'658'15,"0"0"-658"-15,0 0 297 0,0 0-148 0,0 0 879 16,0 0-693-16,0 0-106 0,0 0-40 16,0 0-74-16,0 0-26 0,12 0-13 15,-12 0-12-15,1 0-1 0,-1 0-6 16,0 0 3-16,0 0 29 0,0 0 27 16,1 0-50-16,1 0-28 0,-2 0-19 0,1 0-16 15,-1 0-2-15,0 0 1 0,2 0 0 16,-2 0 11-16,1 0 12 0,-1 0-6 15,0 0-15-15,0 0 11 0,2 0-2 16,-1 0 46-16,3 1-31 0,-1 0-15 16,0 2-13-16,1-2-1 0,-1 1 1 15,2-2-1-15,1 3-2 0,2-2 1 16,-1-1 2-16,2 2 13 0,0 1-12 0,-1-2-1 16,1 0-3-16,-2 0 0 0,0 2 0 15,5 0-1-15,-4 0 4 0,5-1 16 16,2 2-4-16,2-3-9 15,0 0 12-15,5 0 1 0,-1-1 2 0,1 0-14 0,3 0 14 16,-1 0 19-16,-1 0-24 16,0-1 2-16,3 0-13 0,0 0 33 15,3 1-8-15,3-4 17 0,1 4 2 16,0-2 16-16,3-1-10 0,0-1-8 0,3-1-32 16,-2 0-10-16,4-2 7 0,2 1 7 15,0-2-4-15,2-2-9 0,1 1-3 16,1-2 0-16,1-1-1 0,0 2 1 15,-2 0 1-15,1-2-1 0,0 1-3 16,-1 3 3-16,-3-1 3 0,3 0 11 16,-3 3-13-16,-1-1 14 0,3-2-14 15,0 2 0-15,-1-1 17 0,2 0-18 0,0 0-3 16,1 1 3-16,0-1 0 16,-1 2-18-16,2-2 5 0,-1 2 1 0,4-1-3 15,-1 1 13-15,-1 0 0 0,0 1 2 16,2-1 2-16,-2 2-1 0,2 0 10 15,-3-2-11-15,2 0 0 0,-2 0-10 16,1 1 10-16,1 1 1 0,-2 0-1 16,-1-1-19-16,1 1 18 0,-2 1 0 0,-1 0-1 15,2 1 1-15,-2 0-9 0,-2 2 10 16,-1-2 2-16,0 2-2 0,0 0 1 16,-2 0-1-16,-1 0 0 0,0 0 9 15,-2 0-9-15,-1 0-15 0,-2 2 13 16,0-1 1-16,-1 2-15 0,1 0 13 15,-1-2-8-15,-2 1 10 0,1 1-17 16,0-2 3-16,-2 0 13 0,0 3-14 16,-2-4 4-16,1 3 12 0,-4 1 0 0,1-3-12 15,-1 4-1-15,-5-1 1 0,2-1-10 16,-2 3 13-16,-1-1 9 0,1-1 2 16,1 0 0-16,-3 1 1 0,2-1 15 15,0-1-17-15,-1 0-1 0,-1 1 0 0,1-1 0 16,1-1 2-16,2 1 0 0,-2 0 0 15,0 0 14-15,2 0-14 0,-2 0 1 16,0 0-1-16,0 1-1 16,2 0 0-16,0 0-1 0,2 0 3 0,1 0-2 15,0-1 0-15,2 1 1 0,2 2 10 16,2-4 4-16,1 2-16 0,5 0-17 16,-1 0 17-16,3-1 16 0,0-1-16 15,1 0-16-15,2 2 16 0,-1-2 2 16,3 2-2-16,-2 2-2 0,3-1 1 0,-3-1 1 15,2 0 2-15,2 2 0 16,1-1 14-16,1-1-15 0,3 0 0 0,-1 1 2 16,4 1 12-16,0-3-13 0,0 1-2 15,2-1 2-15,0 0-1 0,0 0 0 16,3 1 2-16,-2 0-2 0,0 0 14 0,0 2-15 16,0-2-9-16,2 1 7 0,2 0 2 15,-1 0 2-15,1 2 10 0,1-3 1 16,0 1-1-16,1-2-9 15,1 1 0-15,2-1-1 0,1 1 1 0,3-2 6 16,-1 1 7-16,3 0-16 0,3 0 0 16,-1-2 0-16,0-1 15 0,1 3-13 15,-1-1 7-15,1-1-9 0,0 0-1 16,0 0 1-16,-2 1-3 0,2-1 3 16,-3 0 0-16,2 1 0 0,-1-1 2 0,2 1-2 15,4-1 2-15,-4-1 14 16,4 1-16-16,1-1 1 0,1 0 11 15,-2 0-12-15,3 0 1 0,1 0 1 0,1 0-2 16,-2 0 0-16,0 0-2 0,0-1 2 16,-1-3 0-16,1 2-10 0,-1 0 8 15,1-1-18-15,3 1 20 0,-1-1 0 16,-2 1 3-16,0-2 13 0,-1 2-13 16,-2 1-2-16,0-2-1 0,-4 2 0 0,2-1-3 15,-4-1 0-15,-1 0-10 0,0 3 13 16,0-2 11-16,-2 0-11 0,-1 0-2 15,0-1 0-15,-3 2 1 0,1-1 1 16,0-2 3-16,-3 3 12 0,-1-3 0 16,-1 1-15-16,-3-1 0 0,0 1 3 15,-3 0-3-15,-1 2 3 0,1-3-2 16,-4 1-1-16,0 0-2 0,-2 1 1 16,1-2-1-16,-1 1-19 0,-1 0 2 0,-1-2 18 15,2 3 1-15,-3-3 0 0,2 1 1 16,-5-1-1-16,-1 1 2 0,-1-1 0 15,-4 0-2-15,-3 2 0 0,-5-4 8 16,-4 3-8-16,-5 0 0 0,-5 0 0 16,-2 0 1-16,-3 2 17 0,-2-3-17 0,-1 4 2 15,-2-3 0-15,-1 3 13 0,-2 0 5 16,-1 1 1-16,-1-1 2 0,1-1 1 16,2 0 5-16,-1 1-8 0,0 0-1 15,-2-2 4-15,2 0 5 0,-2 2 4 16,2-2 9-16,-1 2 2 0,-1-2-2 15,1 0-19-15,-1 3-2 0,1-2-22 0,1 0-3 16,-2-1-19-16,2-2-29 0,2-3-78 16,3-3-85-16,0-3-100 0,-2 2-232 15,1-14-1016-15</inkml:trace>
  <inkml:trace contextRef="#ctx0" brushRef="#br1" timeOffset="24082.681">28501 2508 802 0,'0'0'95'0,"0"0"1111"0,0 0-785 15,0 0-63-15,0 0-86 0,0 0 60 16,0 0-3-16,0 0-46 0,0 0-49 16,0 0-48-16,0 0-41 0,0 0-29 0,0 0-39 15,0 0-22-15,0 0-6 16,0 0 0-16,7 5-18 0,-5 1-4 0,-1 2 4 16,4 6-4-16,-2 1 7 0,-1 3 18 15,1 2-10-15,0 0-8 0,-1 4-19 16,-1 1-3-16,2 3 0 0,3 7-9 15,-2 2 13-15,0 4 5 0,1 1-21 16,-1-1 0-16,0-1 0 0,3 2 2 16,-1-6 0-16,0 0 9 0,0-1-11 15,-2-2-1-15,1 0 0 0,-1-2-1 16,-1-1-1-16,-1 1-9 0,1-2 9 16,0-1-9-16,-1 0 8 0,-1-5-8 0,-1 2-6 15,0-3 6-15,0 0-12 0,0-3 2 16,0-4 4-16,0 0-6 15,0-4-4-15,0 0 16 0,0-4 9 0,0-2-12 16,0-3 3-16,0 1-4 0,0-3-2 0,0 0-12 16,0 0-1-16,0 0-9 0,0-3-21 15,0-1-19-15,0-3-3 0,0-1-15 16,-1-4-25-16,-1-5 5 0,2-4 13 16,-1-4-26-16,1-6-48 0,0 0-53 15,0-5-46-15,-2 1-73 0,1-2-172 16,-3 1 47-16,-3 1-27 0,2 11-76 15,-3-9-50-15</inkml:trace>
  <inkml:trace contextRef="#ctx0" brushRef="#br1" timeOffset="24466.091">28530 2936 10 0,'0'0'160'0,"0"0"65"15,0 0 3-15,-6-82 179 0,6 57-49 16,0-1-166-16,0 0-32 0,0 5-72 0,0 0 32 16,0 5 61-16,0 1 14 0,0 5-27 15,0-1-52-15,2 4-13 0,-1 0 7 16,1 1-1-16,-1 2 13 0,-1 2-7 15,2 2-6-15,-1 0 15 0,-1 0 3 0,0 0 3 16,0 0-17-16,0 0 20 16,0 2 5-16,0-1-9 0,0 3-11 0,0 1-19 15,0 0-58-15,-1 4-16 0,-1 7 6 16,2 5 3-16,-1 4 6 0,-1 5-9 16,2 2 2-16,-1 5-11 0,1 1-10 15,0 0 10-15,0 5-7 0,0-1-12 16,0 1 22-16,0-1-25 0,0-2-11 15,0-1 10-15,-2-1 0 0,-1-4-21 0,1-1 19 16,0-3-9-16,1-5 10 0,-2-2 0 16,1-4-14-16,1-2 1 0,1-6 12 15,0-1-22-15,0-2 13 0,0-2-1 16,0 1-2-16,0-5 13 0,0 3-20 16,0-4 1-16,0 1-41 0,0 0-19 15,0-2-21-15,0 0-10 0,0 0-14 0,0 0-6 16,0 0-19-16,0-4-29 15,0-2-59-15,3-3-157 0,0 3-253 0,1-15-530 16</inkml:trace>
  <inkml:trace contextRef="#ctx0" brushRef="#br1" timeOffset="25945.605">29597 1842 59 0,'0'0'186'15,"0"0"-115"-15,0 0 1 0,0 0 3 16,0 0 42-16,0 0-81 0,0 0-3 16,0 0 16-16,0 0-17 0,0 0 4 15,0 0 489-15,2-57-255 0,-4 57-72 16,-3 0-22-16,1 0 38 0,2-2 6 16,-1 2-39-16,-1-1-84 0,2-4-33 0,0 3-15 15,1 0 5-15,-2 0 20 16,1 0-3-16,1-1 3 0,-1 0-20 0,2 2-3 15,-3-1-9-15,3 1 9 0,-1 0 3 16,-1 1 20-16,2 0-1 0,0 0 6 16,0-1 0-16,0 1 4 0,0 0 2 0,0 0-16 15,0 0 0-15,0 0-3 16,0 0 0-16,0-2-15 0,0 2-10 0,0 0-10 16,0 0 6-16,0-1 1 0,0 1-4 15,0 0-9-15,0 0 3 0,0 0 0 16,0 0 3-16,0 0 6 0,0 0 3 15,0 0-5-15,0 0-5 0,0 0 1 16,0 0-6-16,0 0-3 0,0 0 2 16,-3 0-5-16,1 0-19 0,-7 1-15 15,-1 3-3-15,-2 1-13 0,-3 1 0 0,0 1 6 16,-1 3 1-16,3-2 8 0,-2 4-2 16,1 2 15-16,0 2-19 0,-2 3 19 15,-1 4-34-15,0 5 24 0,-1 3-18 16,1 7 4-16,0 2 26 0,2 2-19 15,2-2 4-15,6-1 16 0,4-6 3 16,3-4 38-16,0-4 14 0,8-3-14 16,0-4-7-16,4-1-3 0,1-6 12 0,2 1 3 15,1-4-3-15,2-3 1 0,1-2-23 16,-1-2 22-16,2-1 16 16,-1 0-20-16,1-6-39 0,-4-2-61 0,1-3-108 15,-6 1-116-15,-2-2-141 0,-4-2-259 16,-2 4-655-16,-3-6-385 0</inkml:trace>
  <inkml:trace contextRef="#ctx0" brushRef="#br1" timeOffset="26097.908">29399 2132 189 0,'0'0'254'16,"0"0"1395"-16,0 0-932 0,0 0-342 16,0 0-44-16,0 0 26 0,0 0-58 15,0 0-100-15,0 0-60 0,85 23-77 16,-66-23-62-16,1 0-6 0,-1 0-121 0,-1-4-131 15,-1-2-122-15,-2 0-236 0,-5-1-512 16,-4 3-148-16,-3 0 496 0</inkml:trace>
  <inkml:trace contextRef="#ctx0" brushRef="#br1" timeOffset="26248.692">29560 2135 427 0,'0'0'186'0,"0"0"-98"0,0 0 980 15,0 0-536-15,0 0-209 0,0 0-62 0,-36 76-11 16,32-58 47-16,-1 1-25 0,2 2-51 0,-2-4-112 15,4-1-109-15,-1 1-40 0,2-5-80 16,0-2-116-16,2-2-104 0,4-3-211 16,-2-1-618-16</inkml:trace>
  <inkml:trace contextRef="#ctx0" brushRef="#br1" timeOffset="26520.667">29793 1889 1031 0,'0'0'372'0,"0"0"545"0,0 0-519 16,0 0 16-16,0 0 70 0,0 0-53 0,0 0-122 15,0 0-98-15,0 0-72 16,0 0-47-16,0 0 3 0,-41 80 3 0,31-49-3 16,-3 5-25-16,4 4-25 0,1 3-23 15,-1 1-22-15,4-2-2 0,2-2-20 16,3-4 19-16,0-7 0 0,0-4-9 15,1-5-6-15,5-2-22 0,2-2 1 16,1-4-7-16,0-4-12 0,2-3-68 16,-1 0-6-16,1-5-28 0,1 0-82 15,1-2-96-15,2-6-157 0,-4-2-215 16,-3 1-511-16,1-8-160 0</inkml:trace>
  <inkml:trace contextRef="#ctx0" brushRef="#br1" timeOffset="26797.531">29906 1907 284 0,'0'0'430'15,"0"0"956"-15,0 0-939 0,0 0-83 16,0 0-34-16,0 0 38 0,0 0-96 15,0 0-109-15,0 0 16 0,0 0-2 16,5 94-10-16,-5-57-22 0,0 2-19 16,0 1-16-16,-2-1-37 0,-1-1-42 0,0 0-18 15,-1-4-13-15,0-1-40 0,2-9-63 16,1-5-26-16,1-4-47 0,0-8-65 16,3-2-84-16,3-5-122 0,2-2-220 15,0-5-419-15,7-9-243 0</inkml:trace>
  <inkml:trace contextRef="#ctx0" brushRef="#br1" timeOffset="27030.083">30064 2069 1102 0,'0'0'62'0,"0"0"939"0,0 0-590 16,0 0-112-16,0 0 54 0,0 0-35 16,0 0-122-16,-76 13-86 0,64 0-25 15,1 1-35-15,3 1-15 0,-1 1 3 16,4 0 28-16,2 1 46 0,3-2 65 15,0 0-44-15,0-1-15 0,0 1-26 16,5-2 0-16,1-1-28 0,0-3-21 16,2 2-43-16,0-4-1 0,4-2-26 0,-1 1-7 15,2-5-3-15,1-1-110 0,1 0-91 16,0-2-54-16,1-6-69 0,0-2-210 16,-4 3-586-16,6-11-370 0</inkml:trace>
  <inkml:trace contextRef="#ctx0" brushRef="#br1" timeOffset="27244.366">30262 2058 147 0,'0'0'577'15,"0"0"983"-15,0 0-1279 0,0 0-84 16,0 0 124-16,0 0 14 0,0 0-78 16,-85 81-96-16,70-54-42 0,-3 3 17 15,0 1 7-15,-2 5 9 0,0 0-18 16,-1 1-63-16,1 1-31 0,-3 1-40 0,-3 0-11 15,0 1-13-15,1-3-29 0,1 0-52 16,1-3-56-16,3-3-4 0,4-5-37 16,1-4-53-16,4-3-130 0,5-7-253 15,0-2-418-15,6-9-66 0</inkml:trace>
  <inkml:trace contextRef="#ctx0" brushRef="#br1" timeOffset="27462.997">29999 2551 1425 0,'0'0'1042'0,"0"0"-787"0,0 0 118 16,0 0 146-16,0 0-107 0,0 0-130 0,89-26-84 15,-68 20-68-15,1-3-78 0,1-2-26 16,2 0-26-16,1-1-80 0,-3 0-106 16,-4 2-78-16,-2 0-94 0,-6 1-276 15,-3 0-817-15</inkml:trace>
  <inkml:trace contextRef="#ctx0" brushRef="#br1" timeOffset="27576.485">30127 2530 225 0,'0'0'1744'16,"0"0"-1303"-16,0 0-73 0,0 0 103 0,-36 77-7 16,29-57-86-16,-1 1-132 0,1 0-172 15,2 0-74-15,-1-2-40 0,0 1-134 16,1 2-90-16,-1-2-73 0,0-3-224 15,4-6-703-15,-1-2-241 0</inkml:trace>
  <inkml:trace contextRef="#ctx0" brushRef="#br1" timeOffset="27712.678">30120 2712 225 0,'0'0'1903'0,"0"0"-1392"0,0 0-131 16,0 0 48-16,0 0-90 0,82-50-140 15,-65 42-90-15,3-1-61 0,0 0-47 16,-2 0-7-16,-3 1-153 0,-1 1-127 15,-4 2-119-15,-3 0-317 0,-6 5-698 0</inkml:trace>
  <inkml:trace contextRef="#ctx0" brushRef="#br1" timeOffset="27850.343">30098 2804 1978 0,'0'0'557'0,"0"0"-203"0,0 0 27 15,0 0 13-15,0 0-148 0,0 0-48 16,0 0-23-16,0 0-48 0,82-12-102 0,-57-2-25 15,-2-1-99-15,0-3-79 0,1-1-86 16,-2-3-99-16,-8 6-369 0,6-13-1031 0</inkml:trace>
  <inkml:trace contextRef="#ctx0" brushRef="#br1" timeOffset="28086.643">30399 2184 2531 0,'0'0'447'0,"0"0"-338"0,0 0 178 16,0 0 106-16,0 0-21 0,0 0-96 15,65 79-96-15,-49-58-82 0,-2 3-24 16,1 3-9-16,-4 1-19 0,-3 1-31 0,0 4-3 16,-5 3-12-16,-3 1-32 0,-2 4-97 15,-10 2-47-15,-1 1-47 0,-6-1 15 16,-3-2 12-16,2 1-43 0,-3-2-43 15,-1-3-98-15,-1-1-277 0,6-9-408 16,-10 8-202-16</inkml:trace>
  <inkml:trace contextRef="#ctx0" brushRef="#br1" timeOffset="29880.66">28671 4754 343 0,'0'0'323'0,"0"0"-323"0,0 0 1349 16,0 0-883-16,0 0-108 0,0 0-37 15,0 0 26-15,0 0-59 0,0 0-43 16,0 0-35-16,5-7-27 0,-5 7-32 16,0 1-24-16,0-1-23 0,0 0-24 15,-2 0-22-15,2 1-24 0,-1-1-22 0,1 4-9 16,0 4 0-16,0 4 28 16,0 10 12-16,0 5-1 0,0 7 1 0,6 8-7 15,-1 2-8-15,4 9 5 0,-3 6 1 16,-1 4-10-16,-2 4-12 0,0 2-12 0,2-2 0 15,-1-5-16-15,-1-2 4 0,2-7 10 16,-2-6 2-16,3-8 0 16,0-7 0-16,0-7-2 0,-1-6-22 0,1-6 21 15,-1-3-19-15,0-2-2 0,1-4-13 16,3 1 4-16,-4-3-28 0,1-2-43 16,-1 0 15-16,0 0-15 0,2-7 15 15,-2-1 36-15,1-5 4 0,-4-2 0 16,1-7-7-16,0-3-6 0,-3-6 9 15,0-6 22-15,0-4 7 0,0-6-45 16,-3-2 26-16,-2-1 21 0,-4-1 3 16,-2-2-12-16,0 1 6 0,-4 1 6 0,2 0-15 15,-5 3-24-15,2 4 58 0,1 7 18 16,3 6 8-16,2 8 56 0,1 3 17 16,4 5-30-16,-3 2 21 0,5 1 3 15,0 2-25-15,0 3 0 0,3 0-10 0,-1 4-24 16,1 0-16-16,0 3 1 0,0 0-8 15,0 0-11-15,0 0-2 0,0 5-16 16,0 5 18-16,4 7 30 0,4 5 26 16,1 7-7-16,0 7 9 0,-1 7-3 15,-3 4-12-15,-2 5-16 0,-1 5-8 16,-2 2-16-16,0 2 9 0,-7 1-12 16,-1-1-21-16,-2-6-24 0,5-6-23 15,-3-10 41-15,5-9 11 0,3-9 4 16,0-8-12-16,0-4-7 0,2-5-18 15,4-4-16-15,2 0-36 0,7-11-75 0,2-7-48 16,3-7-55-16,2-8-93 16,-3-2-192-16,-2-5-177 0,-6 9-264 0,-1-17 314 0</inkml:trace>
  <inkml:trace contextRef="#ctx0" brushRef="#br1" timeOffset="29998.463">28815 5001 111 0,'0'0'463'15,"0"0"-251"-15,0 0-82 0,0 0-6 16,0 0 965-16,0 0-736 0,-10 72-172 0,10-34-65 15,0 8 48-15,3 3 9 0,-3 4-45 16,0 2-39-16,0 4-89 0,0 2-6 16,-3 1-276-16,-1-15-320 0,-11 24-941 0</inkml:trace>
  <inkml:trace contextRef="#ctx0" brushRef="#br1" timeOffset="36001.406">15347 2775 1315 0,'0'0'299'15,"0"0"-214"-15,0 0 6 0,0 0-13 16,0 0-13-16,0 0 38 0,0 0 480 16,0 0-248-16,0 0-92 0,0 0-23 15,0 0-30-15,-34-5-22 0,34 4-27 16,0-2-15-16,0 1-25 0,3 1-26 0,-1 1-53 15,1 0-22-15,2-2 0 0,4 0 27 16,3 2 11-16,6 0-4 0,5 0-3 16,6 0-3-16,3 0-3 0,2 0 3 15,2 4-25-15,3-4 9 0,0 3 7 0,4 0-1 16,-1-1-18-16,0 1 3 0,1-1 0 16,-1 2 0-16,3-2-3 0,-2-2 1 15,1 0 2-15,1 0-1 0,0 0-2 16,1 0-12-16,1 0 11 0,3-4 1 15,1 1 3-15,3-3 19 0,-1 0-22 16,0-1-2-16,1 0-28 0,0 2 30 16,-3 1 0-16,2 2 0 0,0-1-31 15,-2 1-14-15,2 2 45 0,1 0 0 16,0 0-18-16,-2 0 15 0,3 0-19 0,1 0 22 16,3 2 2-16,0 1 0 0,3-2 11 15,2 0-13-15,2 3 2 0,-1-3 0 16,4 2 0-16,-4 1 0 0,3 3-2 15,-1 0-2-15,-2 1 0 0,0 0 0 16,0-1-11-16,1 2 11 0,2-1 1 16,1-1 2-16,0 0 9 0,2-3-9 0,2-1 20 15,1-1-5-15,1-1-15 0,1 1-1 16,-2 0-14-16,2-2 14 0,-1 1 14 16,1-1-13-16,1 0-1 0,-1 0 0 15,1 0 0-15,-4 0-21 0,4 0 20 16,-4 0-1-16,0 0 2 0,-2-1 0 15,0 1 1-15,-1-2 0 0,2 0 2 16,-2-1 10-16,-1 1-7 0,1-3-6 16,-3 2-2-16,-1-1-7 0,-1 2 9 15,-2-1 3-15,-1 1-1 0,0-1-2 0,0 1-3 16,-3-1 0-16,0-1 3 0,1 2-3 16,-4-2-9-16,0 1 11 0,-3 0 1 15,-1-2 12-15,-2 2-12 0,-5-4 1 16,1 3-1-16,-5-3 3 0,-2 0 0 15,-2 2-2-15,-1-1-1 0,-6-3 0 0,-1 1-13 16,-7 3-43-16,-4-2 4 0,-3 2 33 16,-4 3 19-16,-2-2 2 0,-4 1 11 15,-3 2 5-15,-2-1 4 0,2 2 3 16,-2-1-10-16,0 1 1 0,1 0-14 16,-1 0-2-16,2-1-1 0,-1 1 0 15,3-2 1-15,1-1 0 0,0 0-2 0,1-1-11 16,-1 2 11-16,1-3 1 0,0 3-1 15,-3 0-20-15,0 1 10 0,0-1-7 16,-3 2-9-16,0 0-15 0,0 0-88 16,0 0-67-16,-3 2-105 0,-4 3-206 15,-1-2-512-15,-18 8-585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16:06.248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1732 3335 2395 0,'0'0'345'16,"0"0"-303"-16,0 0 433 0,0 0 42 16,0 0-84-16,0 0-156 0,23 95 6 15,-11-58-26-15,2 10-34 0,-1 5-62 0,1 6-48 16,2 8-38-16,-2 5-20 0,1 6-28 15,-4 2-9-15,-2 7-16 0,-2 0 0 16,-5 2-2-16,-1-2-3 0,-1-4-48 0,0-6-1 16,0-8-2-16,-1-9-10 15,-1-9 3-15,-2-8-18 0,4-10-3 0,-2-10-18 16,2-10-16-16,0-9-46 0,0-3-91 16,5-14-271-16,2-8-199 0,-1 2-513 15,8-30-594-15</inkml:trace>
  <inkml:trace contextRef="#ctx0" brushRef="#br0" timeOffset="333.407">2343 3694 352 0,'0'0'2715'16,"0"0"-2275"-16,0 0-294 0,0 0 65 0,0 0 200 15,-89 48-163-15,57-22-125 0,-3 5-111 16,-1 4-12-16,0 2-15 0,-4 5 13 0,1 0 0 15,0 1-17-15,0 3-24 0,2-3-3 16,2-3 0-16,5-6 46 0,9-7 9 16,6-6 59-16,4-9 0 0,7-4-13 15,3-3-21-15,1-4-34 0,0 0-15 16,7-1-28-16,6 6 43 0,10 0 73 16,6 3 1-16,4 3-25 0,8 0 0 15,3-1-3-15,1 4-6 0,1-1-16 16,-1 3 47-16,-2-2-38 0,-3 3-32 15,-2-1-1-15,-5 1-2 0,-1-1-53 16,-2 2-98-16,-3 0-83 0,-1 4-151 16,-8-10-406-16,2 12-1471 0</inkml:trace>
  <inkml:trace contextRef="#ctx0" brushRef="#br0" timeOffset="884.209">2032 5342 2696 0,'0'0'622'0,"0"0"-383"0,0 0-34 16,0 0 65-16,0 0 111 0,0 0-100 15,0 0-72-15,0 0-44 0,0 0-31 16,31 93-24-16,-23-51-4 0,-3 6 19 16,2 6 11-16,-1 6-39 0,0 5-46 15,-3 4-36-15,1 6-15 0,-1 5 3 16,-3 3-1-16,0 4-2 0,0-1-3 15,0-6-15-15,0-2 0 0,0-6-6 0,-1-7-6 16,-1-8-7-16,1-5-11 0,1-10 3 16,0-9 20-16,0-4 4 0,0-10-21 15,0-7-25-15,0-1-18 0,0-6 6 16,0-2-9-16,0-3-22 0,0 0-46 16,0 0-83-16,0 0-120 0,0-1-198 0,0-1-497 15,-8-2-497-15</inkml:trace>
  <inkml:trace contextRef="#ctx0" brushRef="#br0" timeOffset="1407.401">1465 7003 1793 0,'0'0'1465'0,"0"0"-1081"0,0 0-141 16,0 0 74-16,0 0 80 0,0 0-105 15,0 0-69-15,0 0-34 0,0 0 30 0,92-40-89 16,-47 33-42-16,10-1-19 0,5 0-11 16,5 0 2-16,-1 2-12 0,-2-2-23 15,-3-1-7-15,-3-3-16 0,-4-1 0 16,-2-4-2-16,-5 0-24 0,-3-2-46 0,-8 1-57 16,-5-1-54-16,-7 6-23 0,-8 1-54 15,-8 6-183-15,-6 2-504 16,0 2-501-16,-9 2-509 0</inkml:trace>
  <inkml:trace contextRef="#ctx0" brushRef="#br0" timeOffset="1597.289">1831 6988 2621 0,'0'0'642'0,"0"0"-220"15,-2 84-79-15,3-45 4 0,6 10 36 0,0 1-71 16,-1 4-65-16,3 4-95 0,-4-2-67 15,0 4-49-15,-4 2-36 0,-1 1-23 16,0-1-113-16,-1-5-65 0,-4-7-34 16,1-5-4-16,3-11-91 0,-2-9-227 15,1-8-460-15,-2-10-492 0</inkml:trace>
  <inkml:trace contextRef="#ctx0" brushRef="#br0" timeOffset="1770.115">1929 7457 3276 0,'0'0'532'0,"0"0"-233"0,0 0 105 16,100-21 12-16,-67 14-93 0,-3 2-58 15,2 0-96-15,-3-1-93 0,-2 0-61 16,0 2-15-16,-3-2-27 0,-1 2-91 0,-2 0-76 16,-3 4-13-16,-1 0-92 0,-7 8-225 15,-3 2-630-15,-7 25-724 0</inkml:trace>
  <inkml:trace contextRef="#ctx0" brushRef="#br0" timeOffset="1916.165">2046 7894 615 0,'0'0'1753'0,"0"0"-1327"0,0 0-44 0,0 0 107 16,0 0-124-16,0 0-139 0,0 0 13 16,0 0 26-16,91-51-60 0,-61 37-43 15,-1 2-64-15,3-2-59 0,-1-1-39 16,3 2-9-16,0 1-88 0,-1 4-53 15,-1-1-98-15,-2 6-147 0,-8-1-340 16,10 4-1396-16</inkml:trace>
  <inkml:trace contextRef="#ctx0" brushRef="#br0" timeOffset="2499.594">2065 8240 2353 0,'0'0'657'0,"0"0"-289"0,0 0-48 16,0 0 42-16,0 0 0 0,0 0-121 15,0 0-48-15,0 0-34 0,18 84-24 0,-10-45-13 16,0 8-7-16,1 6-27 0,1 5 9 15,0 6 30-15,-3 8-42 0,2 6-43 16,-3 4-27-16,-3 5-14 0,-2 2-1 16,-1 0 0-16,0 0-1 0,0-6 1 15,0-5-18-15,0-6-3 0,0-11-21 16,-3-8-70-16,3-9-58 0,-1-5-55 0,1-11-71 16,0-6-190-16,0-8-495 0,0-5-668 15</inkml:trace>
  <inkml:trace contextRef="#ctx0" brushRef="#br0" timeOffset="2996.317">1767 10036 2947 0,'0'0'660'0,"0"0"-310"0,0 0-77 15,0 0 28-15,0 0-9 0,0 0-74 16,0 0-57-16,0 0 1 0,89-8-13 0,-40 5-37 16,7 2-31-16,1 1-14 0,0-4-16 15,-1 2-27-15,-4-4-9 0,0 0-15 16,-6-3-13-16,0 0-2 0,-7-3-63 16,-3 1-86-16,-9 0-78 0,-4 3-69 15,-10 0-249-15,-4 2-789 0,-9 3-1102 0</inkml:trace>
  <inkml:trace contextRef="#ctx0" brushRef="#br0" timeOffset="3237.367">1929 10251 2659 0,'0'0'654'16,"0"0"-302"-16,22 99-56 0,-6-56 36 0,0 11 24 15,1 6-107-15,-1 4-93 0,0 3-55 16,-3 1-34-16,-4-2-52 0,0-7-13 16,-6-10 28-16,0-8-19 15,-1-11-11-15,-2-6-28 0,1-8-42 0,-1-6-21 0,0-5-44 16,0-2-49-16,0-3-68 16,0 0-134-16,0-9-228 0,0 2-498 0,-7-11-508 0</inkml:trace>
  <inkml:trace contextRef="#ctx0" brushRef="#br0" timeOffset="3411.718">1954 10620 2289 0,'0'0'610'0,"0"0"-207"16,0 0-53-16,102-11 69 0,-65 5-61 16,4-1-108-16,0-5-60 0,0-1-89 0,1-4-55 15,1-2-30-15,-1-1-16 0,0-2-30 16,-1-2-92-16,0 0-90 0,-5 1-135 15,-9 5-220-15,5 0-883 0</inkml:trace>
  <inkml:trace contextRef="#ctx0" brushRef="#br0" timeOffset="4977.355">1325 4921 290 0,'0'0'1691'16,"0"0"-1247"-16,0 0-215 0,0 0-35 16,0 0-34-16,0 0-121 0,0 0 188 15,0 0 151-15,-51 76-183 0,39-50-60 0,-1 3 7 16,-1 3 29-16,0-1-50 0,-1 4-22 15,2-1-43-15,-3 4-16 0,1 1-4 0,1 3-35 16,0 0 0-16,-2 4 12 16,4-2-13-16,2 3-3 0,-3 2-21 0,5 1 11 15,-3 3-2-15,3 2-16 0,-1 3 6 16,2 0 10-16,-3 3-7 0,3-4-18 16,0 2 9-16,-2 1-18 0,0-6 21 15,2 0 12-15,0 0 13 0,-2-4 3 16,1-1-1-16,0 1 0 0,1 0-1 15,-2 2-17-15,1-1 17 0,1 2-47 16,-1 1 46-16,3-1 1 0,-2-3-10 16,1 1-35-16,1-1-15 0,1 2 15 15,3 0 0-15,-1 2 2 0,2 1 11 16,0-1-4-16,0 1 29 0,0-3 8 0,0-1 1 16,2-1-13-16,2-4-2 15,2 0 13-15,0 1-10 0,2-3-4 0,1 2 13 16,-2-1-22-16,3 0 6 0,-1-2-16 0,1 2 16 15,0-1 0-15,-2-1 18 0,3 3-11 16,-1 0 12-16,3 1 2 0,-3 0 11 16,3-1 21-16,-3-1 13 0,0 2-21 15,4-3-4-15,1 1-3 0,0-1-19 16,2-3-4-16,-2-3 4 0,0-2 4 16,-1-1 21-16,-1 1-7 0,1 2-14 15,-2 1 30-15,0-1-12 0,-1-1 9 16,-1 3 49-16,0-3-18 0,0 5-12 15,-1-3-3-15,-3 1-35 0,3-1 13 0,2-1 28 16,1-2-53-16,2-3 21 0,-1 0-21 16,1-3 3-16,-4-3 0 0,0-3 13 15,0 0 15-15,-1-2-15 0,0 0-14 16,0 0 16-16,-1 2 29 0,4-1 2 16,-2 1 0-16,4 1-49 0,1 1 10 15,-1-1-10-15,-1-2 3 0,0-6 9 16,-5-1 3-16,1-4-12 0,-3 0 13 0,-1-1-14 15,0-3 10-15,-2-2-9 0,1 0 10 16,-2-2-13-16,-1-2-30 0,-1-2-41 16,0 0-19-16,0 0-21 0,0 0-57 15,-1-7 0-15,-5-4-50 0,-5-2-129 16,0 0-315-16,-9-20-790 0</inkml:trace>
  <inkml:trace contextRef="#ctx0" brushRef="#br0" timeOffset="6052.946">210 8268 962 0,'0'0'537'0,"0"0"-14"16,0 0-98-16,0 0-13 0,0 0-56 15,0 0-72-15,0 0-41 0,0 0-38 16,0 0-41-16,0 0-55 0,7-8-35 0,-7 8-5 16,0 0-10-16,0 0-22 0,2 0-16 15,-1 0-2-15,1 0 9 0,-1 0 3 16,2 0 3-16,1 0 3 0,3 0 6 16,-1 0 55-16,0 1-46 0,0 0-24 0,0 3-16 15,-1-1 13-15,1 4 5 0,0 1 7 16,0 1-6-16,1 2-4 0,1 3-8 15,-2 0 8-15,0 3-5 0,-2-1-21 16,1 1-1-16,0 5-2 0,-1-2-14 16,1-1 14-16,-2 2 0 0,0-2-1 15,0 1-12-15,-2-1-1 0,2-3 13 16,0-4 0-16,-3-1 0 0,1-4-9 16,1-3 10-16,-2-1 2 0,0-2-1 15,0-1-2-15,0 0 0 0,0 0-9 16,0 0-4-16,2 0-26 0,0-2-4 15,-2-1 18-15,0 0 10 0,0 3 2 0,0-5 13 16,0 4-21-16,0-4-13 0,1-1-9 16,1-1 27-16,-1-4 19 0,2-1-2 15,-1-2-30-15,-1-2-11 0,2-1-15 16,0-1 8-16,1 2 7 0,-1 0-4 0,0-2-15 16,0 5 10-16,-2 1 30 0,2 1-3 15,0 4 22-15,-3-2-7 0,3 4 10 16,-2-2 4-16,1 2-2 0,-1 0 1 15,1 1 9-15,-1-2-10 0,1 6 20 16,-1-2-10-16,-1 2 13 0,1 0 0 16,1 0-9-16,-2 2 5 0,3 1 28 15,2 2-49-15,-2 2 0 0,3 2 46 16,1 2 13-16,2 4-25 0,1 1 0 16,-1 6-22-16,-2-1-12 0,3 2-24 15,-4-3-7-15,-2 1 12 0,2-2-5 0,-3-1-4 16,0-1-12-16,0-4 2 15,-2-3 7-15,-1-3-31 0,0-4-50 0,0-1-73 16,0-2-95-16,0 0-193 0,0-2-586 16,-1-6-402-16</inkml:trace>
  <inkml:trace contextRef="#ctx0" brushRef="#br0" timeOffset="6394.198">521 8389 1334 0,'0'0'715'0,"0"0"-274"0,0 0-125 16,0 0-69-16,0 0-4 0,0 0-5 15,44 68-57-15,-36-57-71 0,-1-1-34 16,1-3-20-16,-4-4-31 0,3 0 0 16,-1-3-25-16,-2 0-6 0,0 0-19 0,2-3-3 15,0-3-26-15,1-4-34 0,-1-2-38 16,1-5 12-16,-1-2-13 0,-3-4-54 0,0 3 5 15,-2-1 25-15,1 2-23 0,-2 3 49 16,0 2 125-16,-3 4 22 0,-3 5 126 16,0 1 77-16,-1 1-17 15,-3 2-20-15,1 1-20 0,0 0-82 0,1 0 15 16,-2 4-4-16,1 3-68 0,2 0-1 16,-1 2-28-16,0 0 24 0,1 1-24 15,3 0-63-15,-1 0-6 0,1-1-76 16,0 2-137-16,2-4-230 0,1-1-726 0</inkml:trace>
  <inkml:trace contextRef="#ctx0" brushRef="#br0" timeOffset="6683.109">668 8149 192 0,'0'0'1301'0,"0"0"-820"16,0 0-125-16,0 0-17 0,0 0-20 15,0 0-54-15,0 0 3 0,84 77-66 0,-73-53-76 16,-3 5-3-16,-1-1-86 0,-3 3-37 16,0 3-2-16,-2 0-23 0,-2 0-6 15,1-5 28-15,-1-5 3 0,0-8 40 16,0-7 46-16,0-5-27 0,0-4-6 16,0 0-6-16,2-4 25 0,-1-5 15 15,-1-3-87-15,3-6-69 0,-2-5 41 16,1-2 26-16,1-6-23 0,-3 1-87 15,3 1-76-15,-2-1-17 0,2 3-10 0,0 0-90 16,0 3-244-16,1 7-585 0,2-5-209 0</inkml:trace>
  <inkml:trace contextRef="#ctx0" brushRef="#br0" timeOffset="7075.667">893 8240 840 0,'0'0'1139'0,"0"0"-672"0,0 0-106 0,0 0-2 15,23 78 7-15,-20-58-69 0,1-2-90 16,1-2-87-16,-2-4-83 0,1-2-37 16,-1-3-19-16,1-3-50 0,-3-3-41 15,4-1-41-15,-1-1-3 0,2-4 33 16,1-6 71-16,3 3-46 0,2-4 10 0,-2 1 51 16,3 4 34-16,-3 0-1 0,-1 4-30 15,-1 1 16-15,-2 2 16 0,1 0 10 16,-2 2 50-16,-3 3 7 0,1 2 13 15,1 2-14-15,-1-1 1 0,-1-2 18 16,-1 2-34-16,1-3-1 0,-1-1 1 16,1-3-38-16,-1-1-13 0,3-1-82 15,2-8 16-15,4-3 28 0,-1-4-69 0,4-6-27 16,3-1 10-16,-2 0-23 16,2 3-93-16,-2 1-50 0,1 7 148 15,-2 1 84-15,-2 10 45 0,-1 1 13 0,-1 0 162 16,-3 5 50-16,2 3 55 0,-2 4 8 15,-3 3-50-15,1 0-19 0,-1 2-52 16,-1 1-9-16,1-1-38 0,-3-3-107 0,0 0-4 16,0-2-206-16,0-3-105 0,0-3-223 15,0 0-857-15</inkml:trace>
  <inkml:trace contextRef="#ctx0" brushRef="#br0" timeOffset="13612.132">2702 5569 1944 0,'0'0'195'0,"0"0"506"16,0 0-227-16,0 0-65 0,0 0-28 16,0 0-60-16,0 0-87 0,0 0-92 15,0 0-53-15,0 0-7 0,-2 17 13 16,14-1 18-16,1 4-9 0,6 6-47 0,-1 5-23 16,-3 3-7-16,-1 6-24 0,-2-2-1 15,-4 0-2-15,1-7-18 0,-4-5-9 16,0-9-37-16,1-6-64 0,-2-8-74 15,1-3-9-15,0 0 4 0,-1-6 3 16,2-3 8-16,-1-8 57 0,-3-2 52 0,1-6 68 16,0-2 9-16,0 1 10 0,-1-1 41 15,2 1-28-15,-3 2 9 16,2 5 25-16,-3 0 60 0,3 5-10 0,-3 2 15 16,3 4-29-16,-2 3-17 0,2 2-17 15,0 3-21-15,0 0-16 0,1 1 7 16,5 6 33-16,-2 4 59 0,2 3 15 15,-2 7-22-15,2 1-31 0,-5 5-12 16,0 3-33-16,-2-1-13 0,-2-3-15 16,0-6-14-16,0-4-47 0,0-5-40 15,1-8-40-15,-1-3-50 0,2 0-174 0,1-5-203 16,-2-2-438-16,5-11-436 0</inkml:trace>
  <inkml:trace contextRef="#ctx0" brushRef="#br0" timeOffset="13936.174">3091 5746 2104 0,'0'0'624'15,"0"0"-158"-15,0 0 58 0,0 0-65 16,0 0-145-16,33 71-135 0,-26-68-102 16,-1 0-47-16,3-3 19 0,1 0 53 15,4-8-50-15,1-4-52 0,2-6-25 16,0-3-36-16,-1-5-10 0,1-1 4 15,-5 1 33-15,-2 2-9 0,-2 8 34 16,-5 3 6-16,-1 7 6 0,-2 2 12 16,-5 2-14-16,-6 2-1 0,-2 0 0 0,-3 0 0 15,-1 1 0-15,-3 4-12 0,1 1 11 16,3 2-16-16,-1 2 17 0,2 1 0 16,1 3-14-16,2-3-11 0,2 1-15 15,0-1-18-15,3-4-135 0,1 0-75 0,0 0-132 16,2-2-349-16,1-1-866 0</inkml:trace>
  <inkml:trace contextRef="#ctx0" brushRef="#br0" timeOffset="14135.874">3274 5503 2130 0,'0'0'469'16,"0"0"-243"-16,0 0 226 0,0 0 21 15,92 6-175-15,-72 4-97 0,-5 3 32 16,2 3-58-16,-4 3-33 0,-2 4-35 0,-2 3-33 15,-6 0-13-15,0 2-18 0,-3 0-27 16,0-4-16-16,0-4-18 0,0-5-44 16,0-7 29-16,0-6 33 0,0-2 35 15,1-1-16-15,1-6-19 0,2-6-19 16,3-5 19-16,-2-7 37 0,0-3-6 0,3-5-31 16,-1 0-17-16,-3-3-62 0,2-1-37 15,-2 6-59-15,2-4-103 0,0 4-122 16,-1 7-247-16,0-6-728 0</inkml:trace>
  <inkml:trace contextRef="#ctx0" brushRef="#br0" timeOffset="14605.024">3614 5442 2342 0,'0'0'484'0,"0"0"-214"0,0 0 217 0,20 77 58 15,-14-54-119-15,1 1-131 0,-1-5-84 16,0-1-83-16,-2-1-76 0,0-6-51 0,1-3-1 15,1-3-46-15,-1-4-15 0,4-1-24 16,1-7-25-16,6-9-25 0,1-4-53 16,3-8-34-16,2-1 4 0,-2 1-5 15,2 2 31-15,-2 7 59 0,-3 4-12 16,2 8-24-16,-5 3 35 0,0 4 131 16,-2 0 3-16,-3 7 137 0,-1 3 25 15,-3 2 3-15,-1 4-42 0,-1-1-9 16,-2 2 36-16,1-4 17 0,-2-1-9 15,0-6-71-15,0-1-87 0,1-4 0 16,1-1-15-16,-1 0 15 16,4-4-1-16,0-2-36 0,1-6-40 0,3-1 15 0,1-2 6 15,3-2-13-15,-3 5-42 0,3 0 33 16,-3 4 28-16,-1 4 9 0,-2 4 41 16,1 0 0-16,0 8 113 0,-3 4 45 15,3 0-15-15,0 5-31 0,-2 1-1 16,1 1 28-16,0-1 18 0,0-1-28 15,-2-5-37-15,-1-2-52 0,-1-3-40 16,0-5 0-16,0-1-25 0,0-1-15 0,3-1 4 16,2-10-16-16,2-3-37 0,2-10-71 15,5-7-63-15,3-7-103 0,1-6-281 16,-3 11-773-16,8-21-405 0</inkml:trace>
  <inkml:trace contextRef="#ctx0" brushRef="#br0" timeOffset="14765.462">4365 4905 1410 0,'0'0'1944'0,"0"0"-1425"0,0 0-236 0,0 0 77 16,0 0 28-16,0 0-116 0,0 0-129 16,0 0-88-16,-25 98 3 0,24-52 30 15,1 8 93-15,0 6-29 0,0 5-68 16,1 5-84-16,-1 0-15 0,0 4-100 16,0-3-103-16,0-3-94 0,0-5-196 0,0-18-620 15,0 8-1075-15</inkml:trace>
  <inkml:trace contextRef="#ctx0" brushRef="#br1" timeOffset="19798.198">2016 8245 114 0,'0'0'421'0,"0"0"-59"15,0 0-24-15,0 0 17 0,0 0-1 16,0 0-33-16,0 0-114 0,0 0-129 15,0 0 22-15,0 0 542 0,0 0-264 0,7-2-174 16,-7 3-5-16,0 0 35 0,0 1-20 16,0 0-42-16,0-2-33 0,0 0-5 15,0 0 13-15,0 0-1 0,0 0-15 16,0 0-28-16,0 1-15 0,0 2-6 0,0 1-18 16,0 7-28-16,1 1 0 0,2 7-3 15,0 6-5-15,0 2-1 0,3 4-6 16,0 5-9-16,2 0 0 0,-1 3-9 15,2 3-3-15,-2 3-2 0,3 3 0 16,-3-1 1-16,1 2 0 0,2-5 0 16,-3 0-1-16,0-3-1 0,2 1 3 15,-2 0-1-15,2 3 0 0,-2-1 0 16,0 5-1-16,2 2 0 0,-2 3 0 16,2 1 1-16,-2 0-1 0,0 4 0 15,0-5-16-15,-1-4 3 0,0-3-6 16,-2-9-4-16,-1-2 10 0,0-7-3 15,1-6 15-15,-4-6-9 0,1-4 10 0,1-6-13 16,-2 0-12-16,0-3-10 0,0-4 1 16,0 0 3-16,0 0 2 0,0 0 4 15,0 0 3-15,0-3-6 0,0 0 11 16,0-5 17-16,0-1-16 0,-3-7-9 16,-1-4-10-16,0-8-26 0,-1-9 11 0,1-6-27 15,1-4-7-15,-1-4-39 0,2-3 24 16,1-2 25-16,-1 0 30 0,1 1 0 15,-1-4-13-15,1 4-3 0,-2-4-30 16,2 2 58-16,-2-2-22 0,2 1 34 16,-2-1 4-16,-2 1-1 0,1-3-24 15,-1 2-32-15,1 2-28 0,0 0 54 16,0 3 20-16,2 5 4 0,-2 5 25 16,1 5 0-16,0 9 60 0,0 6 27 0,0 7 28 15,0 6 6-15,0 2-3 0,2 3-23 16,-3 3-2-16,2 0-10 0,1 2-50 15,1 1-11-15,0 0-19 0,0 0-1 0,-1 1-2 16,1 5-1-16,-2-2-1 0,1-1-23 16,-1 5-9-16,1 1 33 0,-1 4 1 15,-2 5 31-15,1 1 18 0,0 3 6 16,-4 3-3-16,3 1-27 0,-2 2-7 16,0 3-6-16,3 5 7 0,-1 0-7 15,2 4-12-15,2 3-20 0,0 4 1 16,0 4 4-16,0 8 15 0,3 3-2 15,2 4 1-15,-1 3-2 0,-1 1 2 16,3 0-2-16,1-3 0 0,-2 3 3 16,3-8 0-16,-2-4 0 0,-1-8 0 15,2-7 0-15,1-9-1 0,-4-5-2 0,2-8-13 16,0-3 13-16,-3-6-15 16,2-1 17-16,-4-6-18 0,1-3-8 0,1-1 9 15,-3-1 15-15,0 0-10 0,0 0 10 0,0 0-24 16,0-1-13-16,0-1-25 15,0-3-61-15,0-1-59 0,0-1-60 0,0-6-151 16,0 3-255-16,-3-13-610 0</inkml:trace>
  <inkml:trace contextRef="#ctx0" brushRef="#br1" timeOffset="20372.156">2882 8597 1679 0,'0'0'766'0,"0"0"-360"0,0 0-153 16,0 0 101-16,0 0-6 0,0 0-71 0,0 0-71 16,0 0-51-16,0 0-6 0,0 0 5 15,0 0-7-15,-6-9 33 0,-1 20-24 16,-6 1-73-16,-4 5-83 0,-2 4-30 15,-4 2 5-15,-2 4 22 0,-1-1-15 16,-1-1 17-16,0 0-20 0,-2-1-13 16,1-2-45-16,1-5-1 0,0-2-11 15,1-4-84-15,3-4 9 0,4-6-101 16,-1-1-244-16,7-4-560 0,-6-18-974 0</inkml:trace>
  <inkml:trace contextRef="#ctx0" brushRef="#br1" timeOffset="20618.842">2464 8525 1588 0,'0'0'789'15,"0"0"-325"-15,0 0-127 0,0 0 0 16,0 0-33-16,-23 71-75 0,20-49-50 0,3 3-55 16,-1 1-18-16,1-1-14 0,0 5-24 15,0 0-15-15,1 1-35 0,5 3-18 16,1 0-15-16,-1 0 3 0,-1-5 8 15,3-3-17-15,-1-6 2 0,0-4-18 16,2-5 13-16,1 0 0 0,1-6 24 16,1-2 40-16,5 1-40 0,2-4-14 0,4 0-51 15,4 0-47-15,2-9 1 16,3 0-42-16,2-3-108 0,-6 1-329 0,18-6-794 16</inkml:trace>
  <inkml:trace contextRef="#ctx0" brushRef="#br1" timeOffset="21259.185">3215 8339 2330 0,'0'0'581'0,"0"0"-226"15,0 0-84-15,0 0 92 0,0 0-31 0,0 0-115 16,0 0-84-16,0 0-49 0,85-33-26 16,-65 40 31-16,3 6 43 0,-3 4-37 15,0 8-7-15,-2 1-30 0,-4 8-12 16,-4 2 6-16,-2 3-10 0,-3-2-23 15,-2 2-19-15,-3-7-11 0,1-6-25 16,-1-9-10-16,0-5 16 0,0-7-7 16,2-5-36-16,-1 0 3 0,-1-6 9 15,3-5-31-15,2-2 15 0,2-8-3 16,1-6 13-16,1-5 14 0,-2-3 1 16,2 0 8-16,1 3 32 0,-3 2 12 15,2 5 1-15,1 3 0 0,-3 9 39 16,-1 2 19-16,1 4-3 0,-1 7-7 0,1 0-9 15,0 0 6-15,1 2-6 0,-1 7 18 16,3-1 25-16,-5 4-13 0,1 3-3 16,0 1-9-16,-3 2 9 0,0 0-12 15,1 0-28-15,-4 1-27 0,0-1-25 0,0 0-63 16,0-2-50-16,0-5-33 0,0-3-16 16,0-1-63-16,0-3-155 0,0-4-214 15,0 0-660-15,3-14-495 0</inkml:trace>
  <inkml:trace contextRef="#ctx0" brushRef="#br1" timeOffset="21537.476">3745 8363 2115 0,'0'0'666'16,"0"0"-467"-16,0 0-10 0,25 78 222 0,-17-53 137 16,-2-5-153-16,1-3-161 0,1-7-130 15,-2-5-64-15,3-4 21 0,0-1 16 16,5-5-44-16,1-5-14 0,-1-4-19 15,2-8-2-15,1-2-41 0,-4-1-9 16,-1-1 3-16,1 2-12 0,-6 2 2 0,-4 5 26 16,0 3 8-16,-3 4 23 0,0 3 2 15,-6 2 18-15,-3 3-18 0,-6 2 13 16,-3 0 8-16,-1 0-21 0,-2 7-45 16,1 2-22-16,-1 3 11 0,4 0 13 15,4 2 12-15,2-3-12 0,1 0-25 16,4-4-121-16,2 0-128 0,1-2-229 15,0-3-723-15,1-2-835 0</inkml:trace>
  <inkml:trace contextRef="#ctx0" brushRef="#br1" timeOffset="21781.374">3984 8044 1709 0,'0'0'775'0,"0"0"-481"0,0 0 21 16,0 0 150-16,0 0 83 0,81 74-128 0,-66-47-128 15,-1 2-80-15,-3 1-66 0,2 1-30 16,-4 0-46-16,-3-4-37 0,0-2-21 16,-1-4-10-16,-3-6 0 0,-1-4-1 15,-1-4 2-15,1-3 19 0,-1-4-1 16,0 0 3-16,2 0 7 0,-2-1 2 16,0-5-33-16,1-1-27 0,1-5-28 15,-2-6-21-15,4-4-18 0,-1-8-37 16,2-3-62-16,0-3-43 0,4-3-97 0,-1 3-177 15,0 9-270-15,3-6-698 0</inkml:trace>
  <inkml:trace contextRef="#ctx0" brushRef="#br1" timeOffset="22403.976">4307 8088 228 0,'0'0'2432'0,"0"0"-2101"0,0 0-190 15,0 87 254-15,0-61 151 0,0-1-86 16,0-2-125-16,0-4-160 0,0-6-108 15,2-2-46-15,-1-3-20 0,0-2-1 16,1-1-27-16,1-4-19 0,1-1-33 16,2-1-75-16,4-9-8 0,3-4 4 15,4-7 6-15,1-7-31 0,0-3-69 0,2-4-91 16,-1 4-11-16,-3 3 163 0,0 4 130 16,-2 9 38-16,-5 2 17 15,0 7 6-15,-3 4 141 0,-1 2 114 0,-2 5 41 16,0 7-10-16,-2 4-47 0,-1 1-67 15,0 4-33-15,0-2 22 0,0-1 14 16,0 0-62-16,0-3-94 0,0-6-19 16,0-3-22-16,0-2-8 0,0-4-4 15,2 0-9-15,4-6-31 0,1-4-49 16,6-4 24-16,0-5-15 0,4-4-35 16,-1 0-42-16,1 1 8 0,1 4 17 0,-1 3 55 15,-3 8 47-15,-1 2 64 0,-4 5 23 16,-2 0 91-16,0 7 94 0,-3 4 34 15,-1 1-33-15,-1 0-30 0,-1-1-21 0,1 1-17 16,-2-4-43-16,1-1-82 16,-1-2-16-16,2-3-53 0,-1-2-23 0,2 0-41 15,4-2-71-15,0-5-54 16,2 0-19-16,0-4-3 0,2 0-8 0,-1-1 20 16,-1 3 50-16,1 2 77 0,-3 3 125 15,0 1 19-15,-1 3 135 0,-3 0 109 16,0 0 10-16,-3 4-17 0,3 2 2 15,-1 1-43-15,0 4-26 0,-2-3-25 16,3 2-26-16,-2-2-22 0,-1 1-42 16,0-4-1-16,0-2-30 0,0 1-6 15,0-3-22-15,0-1-14 0,2 0 1 0,-2 0-2 16,1 0-15-16,1-5-132 0,2 0-86 16,2-7-4-16,1-2 26 0,6-5-23 15,2-7-84-15,3-5-221 0,1-2-242 16,-5 5 12-16,6-26-277 0</inkml:trace>
  <inkml:trace contextRef="#ctx0" brushRef="#br1" timeOffset="22582.502">5006 7446 2179 0,'0'0'736'0,"0"0"-237"15,0 0-60-15,0 0-56 0,0 0-70 16,0 0-85-16,0 0-68 0,0 0-38 16,0 0-36-16,0 0-29 0,0 0-14 15,-7 20-3-15,7 11 11 0,3 5 10 16,1 9-9-16,0 6 12 0,-1 4-1 0,0 5-8 15,-1 6-30-15,-2 2-25 16,0-2-3-16,0-2-46 0,0-9-90 16,1-5-43-16,2-10-7 0,6-7-22 15,2-6-115-15,1-2-301 0,-2-9-102 0,1-4-490 0</inkml:trace>
  <inkml:trace contextRef="#ctx0" brushRef="#br1" timeOffset="29651.941">3509 9226 1706 0,'0'0'746'0,"0"0"-231"0,0 0-271 0,0 0 42 16,0 0 147-16,0 0-32 0,0 0-64 15,0 0-30-15,0 0-63 0,-52 24-62 0,52-20 9 16,0 2-30-16,0 2-40 0,0 4-31 16,0 9-26-16,3 4-4 0,1 7-21 15,-1 3-18-15,-2 3-19 0,2-2 13 16,-1-2-14-16,-1-4-1 0,1-5-18 16,-1-7-15-16,-1-7-18 0,1-4-46 15,-1-6-48-15,0-1-48 0,0-3-32 16,0-7-88-16,0-7-283 0,0 3-622 0,-7-17-1116 15</inkml:trace>
  <inkml:trace contextRef="#ctx0" brushRef="#br1" timeOffset="29820.756">3307 9044 1747 0,'0'0'1107'15,"0"0"-566"-15,0 0-281 0,0 0-21 16,0 0 125-16,0 0-150 0,0 0-112 15,0 0-69-15,99-1-33 0,-72-5-96 16,0 0-90-16,2-1-89 0,-3 1-131 16,-6 1-398-16,0 5-1058 0</inkml:trace>
  <inkml:trace contextRef="#ctx0" brushRef="#br1" timeOffset="30011.498">3670 9412 927 0,'0'0'2002'0,"0"0"-1348"0,0 0-257 0,0 0 0 16,0 0-33-16,0 0-143 0,0 0-95 15,92 3-75-15,-70-18-14 0,4-4 51 16,-3-5-88-16,3-4-18 0,-2-4-113 16,-1-2-92-16,-4 0-63 0,-1-2-274 15,-8 9-566-15,-2-6-777 0</inkml:trace>
  <inkml:trace contextRef="#ctx0" brushRef="#br1" timeOffset="30251.76">3764 9013 850 0,'0'0'199'16,"0"0"995"-16,0 0-677 0,0 0-215 0,-27 73 7 16,25-42 31-16,2 2-20 0,0 5-50 15,2 3-47-15,6 4-54 0,1 6-12 16,-1 5-22-16,4 4-34 0,-2 5-40 15,0 0-16-15,0 2-44 0,-3-4 0 16,-2-4 1-16,-1-5-2 0,-3-6 0 16,1-9-1-16,-2-6-60 0,0-9-70 0,0-6-28 15,0-7-13-15,0-8-32 16,0-3-51-16,0-8-150 0,0-11-621 0,0-9-533 16,0 4 758-16,0-24 396 0</inkml:trace>
  <inkml:trace contextRef="#ctx0" brushRef="#br1" timeOffset="30391.689">4041 9410 52 0,'0'0'2723'0,"0"0"-2071"15,0 0-247-15,0 0 128 0,82-28-132 16,-62 16-165-16,0-4-126 0,2-6-77 16,1-7-33-16,-3-3-68 0,1-5-133 15,1-4-79-15,-6-1-52 0,0 3-255 16,-8 9-605-16,-6-2-711 0</inkml:trace>
  <inkml:trace contextRef="#ctx0" brushRef="#br1" timeOffset="30639.08">4103 8941 907 0,'0'0'43'16,"0"0"1220"-16,0 0-746 0,0 0-206 0,0 0-33 16,0 0-11-16,0 0 17 0,-14 85 5 0,22-54 16 15,-1 7-67-15,6 2-51 16,-3 6-31-16,0 4-28 0,3 6-52 0,-3 3-36 15,0 4-19-15,2 3-20 0,-2 3 2 16,3 2-3-16,0 2-24 0,0 4 22 16,0-4-20-16,-6-2-23 0,0-6 5 15,-2-10-15-15,0-8-9 0,-2-9-12 16,-2-7-19-16,1-8 6 0,-2-9-16 16,0-6-33-16,0-6-42 0,0-2-87 15,-3-13-257-15,-5-7-159 0,3 4-939 0</inkml:trace>
  <inkml:trace contextRef="#ctx0" brushRef="#br1" timeOffset="31972.907">5296 8934 658 0,'0'0'0'16,"0"0"0"-16,0 0 658 0,0 0 50 0,0 0-219 15,0 0-124-15,0 0-16 0,0 0-3 0,-19-70-36 16,12 63-24-16,0 1-22 0,-2 1-8 16,-2 3-47-16,2-1-59 0,-1 2-40 15,-2 1-22-15,1 0-24 0,-2 1-15 16,0 5-49-16,0 4 0 0,-3 1-25 15,1 6-5-15,0 4 3 0,0 3 24 16,-2 7 3-16,5 4 14 0,0 1 10 16,3 6 10-16,3 2 8 0,3 4 4 15,3 2-4-15,0-3-12 0,0-2-2 16,10-4-7-16,2-9 6 0,4-8 10 0,-2-5-1 16,3-3 46-16,2-7-19 15,-3-4-36-15,1-2-9 0,-1-3-5 0,1 0-10 16,-1-2 9-16,-2-6-12 0,1-4-1 15,-1 1-72-15,-2-7-36 0,-2 3-18 0,0-2-19 16,-4 0-39-16,-2 3-81 0,-1-3-118 16,-1 4-186-16,-2 1-189 0,0 1-406 15,-6 3-54-15,-3-2 582 0,-2 4 428 16,-1 0 209-16</inkml:trace>
  <inkml:trace contextRef="#ctx0" brushRef="#br1" timeOffset="32118.401">5221 9238 260 0,'0'0'212'0,"0"0"-108"15,0 0 1415-15,0 0-947 0,0 0-109 16,0 0-90-16,0 0-35 0,0 0-46 15,0 0-58-15,-39-19-15 0,52 25-15 16,3 0-5-16,1 1-46 0,2-2-47 16,-2 1-24-16,3-6-36 0,-4 0-46 15,1 0-19-15,-1-5-73 0,-2-2-87 0,1-4-66 16,-1 1-60-16,-3-2-158 0,-3 1-277 16,-2-1-613-16,-3 3-285 0,-3 1 1488 0</inkml:trace>
  <inkml:trace contextRef="#ctx0" brushRef="#br1" timeOffset="32274.939">5355 9172 234 0,'0'0'228'0,"0"0"-91"0,0 0 1313 0,0 0-958 0,0 0-169 16,-17 79-22-16,17-58-20 0,0 1-9 15,0-1-33-15,1-2-25 0,5-2-43 16,-2 1-59-16,2-2-94 0,0-4-18 16,-2-3-43-16,3-2-66 0,3-2-65 15,-3-2-81-15,4-3-51 0,1-3-181 16,0-8-552-16,2-3-347 0,-6 2 1043 15,5-11 13-15</inkml:trace>
  <inkml:trace contextRef="#ctx0" brushRef="#br1" timeOffset="32598.157">5692 8749 457 0,'0'0'0'0,"0"0"730"0,0 0 467 0,0 0-745 16,0 0-157-16,0 0 1 0,-52 65 24 15,39-41-62-15,-1 1-41 0,4 5-43 16,-2 1-32-16,5 1-15 0,1 3 20 16,3 2 28-16,2 3-29 0,1 2-36 15,0 2-25-15,0 2-21 0,0 3-6 0,6-1-28 16,0-2 10-16,0-7-22 0,3-4-6 15,3-8-12-15,1-8-21 0,1-6-28 16,3-4-15-16,1-4-21 0,2-4-24 16,0-1-19-16,-1-4-56 0,4-8-34 15,-2-6-88-15,1-3-153 0,1-5-296 0,-7 4-976 16,6-11 580-16</inkml:trace>
  <inkml:trace contextRef="#ctx0" brushRef="#br1" timeOffset="33053.855">5876 8670 62 0,'0'0'1639'0,"0"0"-574"0,0 0-642 16,0 0-18-16,0 0-12 0,0 0-70 16,0 0-91-16,0 0-25 0,11 74-57 15,-7-42-21-15,2 2 11 0,-2 3 24 0,2 1-33 16,-2-2-49-16,-1 0-22 0,0-2-32 16,-2-1-27-16,1-3-1 0,1-5-18 15,-2-5-22-15,2-10-54 0,3-6-49 16,-1-4-54-16,4-6-97 0,0-5-85 15,4-7-145-15,0-4-221 0,0-2-640 16,-6 5-307-16</inkml:trace>
  <inkml:trace contextRef="#ctx0" brushRef="#br1" timeOffset="33273.797">6096 8831 730 0,'0'0'4'16,"0"0"823"-16,0 0 345 0,0 0-822 16,0 0-63-16,0 0 56 0,0 0-26 15,0 0-97-15,0 0-96 0,0 0-53 0,-82-6-71 16,67 19 0-16,2 0-21 0,2 4-7 15,3 2 6-15,1 0 3 0,3-1-2 16,3 4 8-16,1-3 13 0,0-2 21 16,0 1 22-16,5-5 7 0,1-2 3 15,3-3-19-15,-1-1-7 0,5 1-5 16,-1-4-7-16,-1 0-11 0,5-3-2 16,-1-1-2-16,0 0-25 0,0-5-74 15,3-2-50-15,1-5-94 0,0 0-110 16,1-2-94-16,-4 1-597 0,6-10-897 0</inkml:trace>
  <inkml:trace contextRef="#ctx0" brushRef="#br1" timeOffset="33537.284">6372 8649 2527 0,'0'0'563'16,"0"0"-285"-16,0 0 71 0,0 0-6 0,0 0-74 15,0 0-111-15,-27 76-56 0,18-48-28 16,-2 4 6-16,-1 4 9 0,-1 5 21 16,-1 3-24-16,-2 3-16 0,-3 3-12 15,-1 3-19-15,0 3-11 0,-2 0-4 16,-1 0-24-16,4-4-1 0,-1-4-14 16,2-9-3-16,6-8-1 0,2-7-36 0,1-7-57 15,5-7-32-15,1-4-28 0,2-4-16 16,1-2-17-16,0 0-102 0,0-7-197 15,6-6-476-15,-2 2-213 0,7-14 195 16</inkml:trace>
  <inkml:trace contextRef="#ctx0" brushRef="#br1" timeOffset="33733.312">6286 9151 638 0,'0'0'502'0,"0"0"519"0,0 0-311 15,0 0-103-15,0 0-49 0,0 0-127 16,0 0-120-16,95-32-93 0,-69 25-56 16,0-2-59-16,1-1-63 0,-2-2-40 15,-2-1-18-15,-3 2-46 0,-3 3-83 16,-2-2-51-16,-7 3-42 0,1 4-79 0,-6 0-312 16,-3 2-847-16</inkml:trace>
  <inkml:trace contextRef="#ctx0" brushRef="#br1" timeOffset="34194.816">6416 9185 183 0,'0'0'218'0,"0"0"-107"0,0 0 1423 15,-12 76-726-15,12-45-213 0,0 1-109 16,0-1-64-16,0 0-109 0,0-2-144 16,-1-3-151-16,-1 1-18 0,1-2-74 15,-2-2-61-15,1-2-41 0,1-5-25 16,-1-4-22-16,1-6 10 0,-3-3-31 15,2-3-35-15,1 0-67 0,-1-6-357 16,2-6 12-16,0-2 391 0,0-4 82 16,0-3 218-16,0 1 26 0,5 1 231 0,3 1 150 15,1 1 77-15,4 1-9 16,1 2-80-16,1 2 7 0,2-1-49 16,-1 2-85-16,0-1-94 0,-3 4-68 0,0 1-100 15,-5 2-6-15,0 0-37 0,-2 5-50 16,-4 0-69-16,-2 0-77 0,0 5-85 15,0 0-112-15,-2 3-139 0,-4 4-140 0,-3 4-294 16,-1 5 446-16,-3 0 521 16,1 3 36-16,0 1 0 0,4 0 124 0,-1-2 117 15,5-4-195-15,1-4 1461 0,2-3-964 16,1-3-155-16,0-4-40 0,0-4-29 16,4 1-58-16,5-2-73 0,1-3-1 15,4-7-17-15,1-7-84 0,3-3-86 16,1-8-63-16,0-3-82 0,1-2-63 15,-1-2-80-15,0-4-271 0,-8 12-611 16,6-20-717-16</inkml:trace>
  <inkml:trace contextRef="#ctx0" brushRef="#br1" timeOffset="34441.619">6684 8744 1155 0,'0'0'417'0,"0"0"796"0,0 0-805 16,0 0-4-16,0 0 24 0,77 60-75 16,-59-43-90-16,2 0-66 0,-3 2-20 15,2 0-12-15,-3 4-55 0,1-1-43 16,-4 1-37-16,-3 3-29 0,-3 3-1 16,-4 3-15-16,-1 5 0 0,-2 5-16 15,0 7-39-15,0 5 70 0,-6 3 16 0,-4-6-16 16,-3-2-22-16,-2-2-57 0,-2-7-64 15,0-4-60-15,0-4-21 0,-3-7-27 16,2-3-38-16,-4-5-137 0,1-7-234 16,5-5-630-16,-11-2 333 0</inkml:trace>
  <inkml:trace contextRef="#ctx0" brushRef="#br1" timeOffset="35178.434">7447 8684 2627 0,'0'0'575'15,"0"0"-202"-15,0 0 52 0,0 0 12 0,0 0-2 16,0 0-115-16,0 0-89 16,0 0-76-16,0 0-43 0,0 0-21 0,-51 79-40 15,34-59-51-15,-3 2 0 0,-1 4-12 16,-2 0 0-16,-3 5 9 0,0-1-9 16,-1 1-6-16,1 2-15 0,1 1-19 15,2 0 22-15,3-3 6 0,3-2 6 16,4-3 5-16,4-3 11 0,2-6-13 15,4-3 0-15,3-4 0 0,0-3-12 16,3-4-4-16,5-2 1 0,4-1 20 0,4 0 10 16,3-4 27-16,2 0-12 0,3 0 4 15,4-1-19-15,-2-1 3 0,4 6 15 16,2 0 12-16,2 0-12 0,1 0 0 16,1 8 28-16,0 3 8 0,0 0 7 15,-4-4-37-15,-2 2-6 0,-4-3-15 0,0 0 30 16,-5-3-14-16,-3-1 11 15,-1 0-6-15,-7-2 3 0,-1 0 3 0,-2 0 13 16,-4 0 80-16,-3 0-20 0,0 0-31 16,0 0-18-16,0 0 3 0,0 0-11 15,0-2 5-15,0 0-6 0,-5-4-3 16,-1-2-39-16,-3-2 9 0,0-4-9 16,-5-4-3-16,2-6-2 0,-5-4-25 15,0-4 6-15,-3-3 3 0,-2-7-48 16,2 3-22-16,1-3-5 0,3 2-9 0,3 3-31 15,3 3-18-15,6 1-36 16,1 4-198-16,1 0-288 0,2 6-766 0,-1-7-1295 16</inkml:trace>
  <inkml:trace contextRef="#ctx0" brushRef="#br1" timeOffset="36047.482">8494 8328 987 0,'0'0'312'16,"0"0"1208"-16,0 0-1097 0,0 0-112 16,0 0 46-16,0 0-87 0,-82-6 90 15,65 19-120-15,0 6-77 0,3 9-62 16,-2 3 3-16,6 10 48 0,0 2 33 0,4 7-57 15,2 3-47-15,1 5-23 16,3 4-13-16,0 3-12 0,0-4-18 0,1 0-2 16,5-5-13-16,-1-7-1 15,3-10-2-15,2-5 3 0,2-12-1 0,2-3-3 16,1-7 4-16,-1-4-2 0,1-1-10 16,-1-3-6-16,0-4 0 0,-1 0-12 0,-1 0-61 15,-2-6 3-15,1 0-3 0,-2-1-21 16,-2-2-49-16,-2 1-117 0,-4-3-168 15,1 1-326-15,-2 0-527 0,0 1-499 16</inkml:trace>
  <inkml:trace contextRef="#ctx0" brushRef="#br1" timeOffset="36220.694">8362 8916 671 0,'0'0'104'15,"0"0"600"-15,0 0 423 0,0 0-690 16,0 0-57-16,0 0 98 0,0 0-46 0,0 0-120 15,97-17-81-15,-70 17-75 16,-2 0-65-16,1-5-57 0,-2-1-34 0,2-6-104 16,-4 2-101-16,0-5-50 0,-2 1-67 15,-3-1-278-15,-4 0-600 0,-4 7-536 16,-5 0 1203-16</inkml:trace>
  <inkml:trace contextRef="#ctx0" brushRef="#br1" timeOffset="36377.412">8567 8899 62 0,'0'0'271'0,"0"0"-53"0,0 0 1283 16,-7 71-1006-16,7-47-183 0,0 2 60 16,0 1 25-16,3-2-34 0,1-1-78 15,1-2-81-15,1-2-89 0,-1-5-106 0,2-2-9 16,-1-4-56-16,3-4-86 0,2-4-41 16,2-1-65-16,0-5-165 0,3-3-402 15,-2-3-885-15,4-11 668 0</inkml:trace>
  <inkml:trace contextRef="#ctx0" brushRef="#br1" timeOffset="36691.206">9024 8335 1626 0,'0'0'720'16,"0"0"-85"-16,0 0-478 0,0 0 54 15,-65 75 210-15,51-44-15 0,2 2-126 16,1 6-110-16,2-1-53 0,3 7 2 16,2 0 47-16,4 3-20 0,0 1-48 0,0 3-32 15,1-2-11-15,5-2-28 0,3-6-5 16,-2-3 5-16,3-7-27 0,0-8 0 16,2 0-15-16,-2-10-12 0,3 1-34 15,-2-5-64-15,-2-2-9 0,4-3-4 16,-3-2-18-16,2-3-47 0,2-1-57 15,-1-9-96-15,1-4-178 0,1-3-224 0,-4 1-609 16,2-11 436-16</inkml:trace>
  <inkml:trace contextRef="#ctx0" brushRef="#br1" timeOffset="36930.706">9263 8249 661 0,'0'0'1971'16,"0"0"-1528"-16,0 0-193 0,0 101 39 15,0-58 95-15,3 7 13 0,0 0-95 16,0 1-114-16,0-1-69 0,-2-1-18 16,-1 1-34-16,0-4-27 0,0 0-30 0,0-3-10 15,0-2-25-15,-1 1-17 16,1-4-83-16,0-5-10 0,0-8-37 15,0-7-53-15,4-9-70 0,5-7-284 0,-1-6-749 16,0-3-628-16,6-17 1930 0</inkml:trace>
  <inkml:trace contextRef="#ctx0" brushRef="#br1" timeOffset="37209.346">9573 8488 440 0,'0'0'2380'0,"0"0"-1871"15,0 0-325-15,0 0 0 0,0 0 102 16,0 0-57-16,-86 72-86 0,64-50-56 0,0 2-56 16,2-1-31-16,-1 1 0 0,3-1-15 15,0 1-10-15,3 0 9 0,2-4-5 16,5 0-7-16,3-3 9 0,4-2 7 0,1-2 12 16,1 0 40-16,6-2 13 0,4 1-25 15,3 0-13-15,-1 0 4 0,3 0 9 16,0 0-25-16,2-5 12 0,-3 3-3 15,2-4-12-15,-1-4-39 0,3-2-81 16,2 0-136-16,4-8-143 0,-2-7-340 16,-2 5-1820-16,13-9 2121 0</inkml:trace>
  <inkml:trace contextRef="#ctx0" brushRef="#br1" timeOffset="37458.113">9794 8322 2696 0,'0'0'1036'0,"0"0"-977"16,0 0 33-16,-31 82 212 0,21-43 84 0,0 6-44 16,0 7-114-16,1 2-96 0,1 3-7 15,-1 5 37-15,-1-1-46 0,-4 5-45 16,-2 4-25-16,-3-1-33 0,2 3-15 15,-2 1-21-15,4-3-70 0,3-3-21 0,3-9-76 16,3-14-3-16,0-11-59 0,2-16-51 16,4-12-273-16,-3-5-611 0,3-6-1033 15,0-18 1856-15</inkml:trace>
  <inkml:trace contextRef="#ctx0" brushRef="#br1" timeOffset="37632.36">9795 8911 867 0,'0'0'346'0,"0"0"1367"16,0 0-1164-16,101-67-182 0,-66 40 35 15,0-2-111-15,-1 3-85 0,-4-4-101 16,-3 3-105-16,-2-3 0 0,-2 2-92 16,-2 2-121-16,-3 2-103 0,-4 3-174 0,-5 6-485 15,-3 4-528-15,-6 5 504 0</inkml:trace>
  <inkml:trace contextRef="#ctx0" brushRef="#br1" timeOffset="37818.365">9942 8885 1654 0,'0'0'1456'0,"0"0"-896"0,0 84-157 15,0-50-138-15,0 1-67 0,0 1-10 16,3-5-40-16,-3 2-78 0,0-3-70 0,0-4-9 15,0-2-71-15,0-4-98 0,0-1-29 16,-3-4-41-16,3-3-151 0,-3-6-328 16,3 0-729-16,-1-5 50 0,-2-1 1331 0</inkml:trace>
  <inkml:trace contextRef="#ctx0" brushRef="#br1" timeOffset="37985.728">9957 9057 1403 0,'0'0'364'0,"0"0"430"0,0 0-434 16,0 0 28-16,0 0 106 0,0 0-176 16,93-61-184-16,-70 35-134 0,5-3-150 15,0-8-218-15,-8 9-364 0,7-17-1097 0</inkml:trace>
  <inkml:trace contextRef="#ctx0" brushRef="#br1" timeOffset="38227.64">10344 8268 2822 0,'0'0'649'0,"0"0"-179"16,0 0 5-16,0 0-80 0,65 79-22 16,-48-50-90-16,-2 5-68 0,-1 0-52 15,2 4-2-15,1 1 16 0,-4 2-92 16,-3 1-52-16,0 1-9 0,-2-1-22 15,-4 1-2-15,-3 0-20 0,-1 1-34 16,0-2-28-16,-4-3-8 0,-3 0-19 16,-6-4-27-16,-2-2-39 0,-2-1-40 15,-2 1-83-15,-5-2-94 0,-2-1-218 16,-3 3-526-16,6-7-412 0,-19 13 109 0</inkml:trace>
  <inkml:trace contextRef="#ctx0" brushRef="#br1" timeOffset="90347.595">11863 2896 646 0,'0'0'68'0,"0"0"1242"0,0 0-985 15,0 0-51-15,0 0 125 0,0 0-76 0,0 0-34 16,20 70-46-16,-12-51-14 0,-1 3-7 15,3 3-18-15,1 7-22 0,1 5-22 0,2 4 11 16,-1 4-64-16,0 3-22 0,-1 5-27 16,-3 1-34-16,0 3-6 15,-4 1-6-15,1 0-11 0,-4 1-2 0,1-1 0 16,2 0 0-16,-2 1 1 16,1-2-22-16,-1 2 21 0,-1-1 0 0,3 0-2 15,-4 1-18-15,2-1-6 0,-1-3 14 16,-1 3 10-16,1-2-9 0,-1 3 10 15,-1-1 1-15,0 0 1 0,0 3-2 16,0 0 1-16,-1-2-16 0,-1 2 17 16,-1 0 0-16,2 1-2 0,-1 0-10 15,-2 1 11-15,2 0-3 0,0 3-8 16,-1-4 11-16,-1 3-2 0,-1 0-10 0,2-2 11 16,-1 1-8-16,1 2-2 0,0-1-23 15,0 2 33-15,0-3 4 0,2 1-8 16,-1 0 6-16,1-1 0 0,-3-2 14 15,3 3-14-15,-2 2-16 0,-2 1 16 0,2 3-21 16,-3 0 2-16,1 2 4 16,-2 0 14-16,2 4-39 0,-2-4 16 0,1 4-4 15,2 1 28-15,-1-3-1 0,4 0 1 16,-3 0 0-16,4 0-15 0,0-3 12 16,0 3 3-16,0 0 3 0,0-2-3 15,0-1-6-15,0-1 6 0,0-3-1 16,0 2 0-16,0-1-24 0,1 1 23 15,3-1 1-15,1 3-14 0,-1-1 15 16,1-3-12-16,-1 4 12 0,0-1 0 0,1 1 0 16,2 2 0-16,-3-3 3 15,2 0 9-15,-2-3-12 0,2-2 19 0,-2 1-19 16,3-3-18-16,-4 0 1 16,2-1 16-16,-1 2-1 0,0-4 2 0,2 3-1 15,0-3 1-15,-2 1-4 0,3-1-8 0,-2 3 0 16,1-1 10-16,-2 1 3 0,4-5-1 15,-3 2 12-15,-1-5 0 16,2 1-13-16,-2-4 1 0,1-1 0 0,2-4-3 16,-3-1 2-16,0-3-22 0,1 1 22 15,-1-6 0-15,-1 1 0 0,0-3-12 16,2 0-11-16,-2-2 21 0,-1-1-13 16,1-2 16-16,-2-1-3 0,1-4 3 15,-2-1 5-15,1-6-3 0,-1 1-2 16,0-6 15-16,0 0-15 0,0-3 3 0,0-4-1 15,-1-1 0-15,-1-1-2 16,1-1-1-16,-1-2-20 0,2 0-10 16,-1-2 3-16,-1-1 13 0,2 0 13 15,-3 0-17-15,-1 0-18 0,1 0 10 16,1 0 2-16,-1 0 25 0,-2 0 9 0,2-1-6 16,-3-1 25-16,2 1-25 0,-3-1 28 15,1 1-13-15,2 1 10 0,-2-2 9 16,0 0-16-16,-1 1 22 0,2-1-26 15,-1-2-17-15,1 4-13 0,-2-3-2 0,1 0 3 16,-2 2 9-16,-1 1 3 0,0-1 0 16,-3 1 0-16,-3 0 1 0,-1 0-1 15,-3 0 43-15,-1 2-28 0,-3 4 37 16,0 0-42-16,-3 0-10 0,-3 4 0 16,-5 0-45-16,-5 2 45 0,0 3 0 15,-1-1 20-15,-5 3-20 0,-1 1-28 0,-4 1 28 16,-1 2 0-16,-5-1 34 0,-2 4-31 15,-2-1-2-15,-4 0-1 0,-2 1-3 16,-6 1 3-16,1 0-9 0,-4 1 8 16,-4 0 1-16,-1 0 0 0,-3-1 6 15,-3 4-3-15,-1-4-6 0,-3 4 3 16,-1-2 0-16,-3 0 12 0,0 0 0 0,-1 1 4 16,-1-2-16-16,-2 2 0 0,-2 0-2 15,-3-2-53-15,-3 3 13 0,0-4 41 16,-1 2-8-16,-2-1 9 0,-1 0 0 15,-1-2-12-15,3 0 10 0,-2 1-11 16,-2 1 11-16,2-2 4 0,-2-1-21 16,-1 2-5-16,0-4-1 0,-4 3 13 0,3 1-15 15,0-3 26-15,0-1 2 0,1 0 8 16,0-2-7-16,-1 0-4 0,-1 2-24 16,0 0 24-16,-1-2-20 0,-2 2 7 15,0-1-10-15,0-2 13 0,3 1 3 16,1-2 8-16,0 0 1 0,2-3-10 15,0 2 10-15,2-1 3 0,0 0-3 16,-2-2-46-16,-2 3 45 0,4-4 1 0,-1 3 2 16,-1-1 38-16,2 0-18 15,1 0-22-15,2 2 28 0,1-2-28 0,0-1 21 16,1 2-21-16,0-2 0 0,0 1 13 16,-2-2 14-16,3 1 12 0,-2-1-38 15,0 2 47-15,3-3-32 0,-2 0-1 16,2-1-15-16,2-1 22 0,1-1-22 0,0-2-22 15,2-1 10-15,0 1 3 0,0-4-10 16,3-1 10-16,0 2 8 0,3-3 1 16,2 0 9-16,2 0 10 15,2 0-17-15,1 0-2 0,3-1-23 0,2-1-2 16,0 0 13-16,2-2 6 0,-1 4-15 16,2-1 8-16,-1-2 12 0,3 0 1 15,1 3 23-15,3-2-21 0,0-1-3 16,2 3 3-16,3-1 33 0,2 0-35 15,1 1 21-15,1 0 16 0,1 0-35 16,2 0 1-16,2 1 12 0,2 2-30 0,0 0 18 16,2 0-3-16,1 1 19 15,3 1-7-15,2 1-12 0,2-2 46 0,0 0-45 16,5 1 36-16,1 1-16 0,1-2-19 16,1 0 13-16,2 0 7 0,4 1-21 0,-1 2 20 15,5-2 7-15,-2-1-16 0,2 1-12 16,0 0 0-16,1 0-3 0,2-1 0 15,4 0 2-15,1 0 1 0,2 0 18 16,4-2-15-16,-2 1-1 0,5-2 23 16,0 0 8-16,3-1-21 0,1 0 19 15,2 0-16-15,-1 0 0 0,4 0 4 16,-2 0-16-16,2 0-3 0,1 0 2 16,-2 0 19-16,2 0-9 0,-1 0 0 15,1 0 1-15,0 0-12 0,0 0-1 16,0 0-1-16,0-1-1 0,0 1-14 0,0 0-11 15,0 0 0-15,0-1-13 0,0 1-9 16,0-1-3-16,1-1-12 0,1 2-22 16,2 0-15-16,5 0 9 0,2 0-81 15,5-3-193-15,-4-2-634 0,11-13-1107 0</inkml:trace>
  <inkml:trace contextRef="#ctx0" brushRef="#br1" timeOffset="91655.652">13714 3163 78 0,'0'0'1908'0,"0"0"-1381"16,0 0-111-16,0 0-61 0,0 0 4 15,0 0-22-15,0 0-33 0,0 0-47 0,0 0-41 16,0 0-66-16,-16 26-37 0,11-4-18 16,0 9-25-16,0 9 0 0,0 9 3 15,0 9 6-15,1 6 9 0,-1 6-9 16,4 5-18-16,-2 4-19 0,3 3-18 0,-2 1 1 15,2 2-23-15,0-3-2 16,0-4-6-16,0-6 5 0,2-11-30 16,5-8-2-16,-1-10-22 0,3-13 22 0,-1-6-18 15,1-9-37-15,-2-8-10 0,2-3-23 16,1-4-29-16,-1-2-21 0,1-10-32 16,0-7-81-16,-2-5-116 0,0-6-143 15,-4-8-183-15,-2-1-435 0,-1 7-329 16</inkml:trace>
  <inkml:trace contextRef="#ctx0" brushRef="#br1" timeOffset="91926.779">13692 3371 108 0,'0'0'2628'0,"0"0"-2262"0,0 0-56 0,0 0 13 15,0 0-5-15,0 0-62 0,56-67-39 0,-36 55-48 16,2 4-33-16,-2 1-14 15,5 4-12-15,-4 3-15 0,1 0-4 0,-5 5-30 16,0 7-28-16,-5 4 4 0,-5 3-4 16,-1 3 7-16,-6 7 21 0,-4 3 32 15,-8 2-47-15,-1 2-22 0,-6-1-21 16,-1-3-3-16,1-1-38 0,-1-6-26 16,0-3-6-16,3-4-15 0,1-3-21 15,3-5-19-15,1-3-3 0,0-2-6 16,1-2-32-16,0-3-99 0,2 0-167 15,1-9-210-15,2 2-464 0,-6-16-484 0</inkml:trace>
  <inkml:trace contextRef="#ctx0" brushRef="#br1" timeOffset="92199.862">14024 3367 323 0,'0'0'2583'0,"0"0"-2186"0,0 0-47 0,83 3-20 16,-57 3-60-16,-5 0-130 0,-3 1-50 15,-2 3-16-15,-3 0-34 0,-2 4-16 16,-2 2-5-16,-5 5-4 0,-2-1-13 16,-2 4 20-16,-3 1 6 0,-9 1-25 15,2-4-1-15,0-1 32 0,-1-5 2 16,3-6-2-16,4-3 12 0,1-6 9 16,3-1 22-16,0-4-1 0,2-7 1 15,3-4 26-15,7-5-72 0,-1-5-19 0,4-3-12 16,2 1-19-16,0-2-24 15,1 2-39-15,0 4-114 0,1 1-49 0,-2 3-86 16,1 1-270-16,-4 6-531 0,2 0-486 0</inkml:trace>
  <inkml:trace contextRef="#ctx0" brushRef="#br1" timeOffset="92482.778">14444 3442 718 0,'0'0'2106'0,"0"0"-1760"0,-10 67-30 0,7-42 31 16,-1 1 37-16,4-2-136 0,0-8-118 15,4-4-112-15,6-7-5 0,5-3 8 16,2-2 75-16,3-5-20 0,5-7-33 16,1-4-6-16,3-3-25 0,-1-3-12 15,1-2-27-15,-3 2-10 0,-2 0 3 16,-5 5 0-16,-3-1 13 0,-4 3 19 0,-6 5 2 16,-5 4 0-16,-1 1 77 0,-6 1 8 15,-7 1-20-15,-5 0-4 0,-5 3-6 16,-1 0-40-16,-2 0 9 0,2 6 4 15,-1 5-28-15,5 1-3 0,0 1 0 16,8-2-22-16,0 0-26 0,6-5-20 16,4-2-88-16,-1-1-53 0,3-1-60 0,0-1-113 15,5-1-218-15,1 0-466 0,9-1-258 16</inkml:trace>
  <inkml:trace contextRef="#ctx0" brushRef="#br1" timeOffset="92828.518">14773 3421 290 0,'0'0'255'0,"0"0"1604"0,0 0-1337 15,0 0-78-15,0 0 3 0,0 0-24 16,78 52-134-16,-71-48-101 0,4 3-56 0,0-7-71 16,1 0-18-16,4 0-12 0,1-11-7 15,5-2 22-15,1-4-46 0,0-5-12 16,0 2-80-16,-2-3-6 0,-3 4 24 16,-5 0 4-16,-1 3-4 0,-8 8 3 15,-3-1 71-15,-1 3 21 0,-7 3 7 16,-8 3-15-16,-7-2-10 0,-3 2 21 0,-4 0-24 15,-1 5-3-15,0 4 1 0,0 4-47 16,4 2-4-16,3-1-8 0,5 1 2 16,6-4-10-16,4 1-86 0,5-1-137 15,0-3-138-15,3 0-93 0,0-2-64 16,3-2-39-16,8-4-51 0,3 0 260 16,3-4 417-16,6-2 150 0,5 0 228 15,0 1 32-15,4 1 106 0,3 1 95 0,1-2-110 16,1-4-65-16,-1 0-109 0,3-7-73 15,0-2-27-15,0-3-116 0,-1-6-111 16,0-3-111-16,-2-3-222 0,-10 6-269 16,6-12-974-16</inkml:trace>
  <inkml:trace contextRef="#ctx0" brushRef="#br1" timeOffset="93069.795">15338 2934 1709 0,'0'0'795'0,"0"0"-181"0,0 0-343 15,0 0-30-15,-58 70 62 0,48-41-27 0,-1 5 16 16,5 5-18-16,1 6-53 0,3 6-102 16,-1 9-40-16,1 5-27 0,-1 6-21 15,0 4-16-15,-4 2-14 0,3 1 1 16,3 1-2-16,1 1 2 0,0 0 13 16,4-1 19-16,1-9 17 0,0-10-36 0,-1-11-15 15,2-10-18-15,0-7-100 0,-2-2-32 16,-2-6 34-16,-2-5 15 0,0-3-34 15,-11-5-46-15,-3-4-113 0,-8-1-202 16,-8-6-180-16,6 0-488 0,-31-2-356 0</inkml:trace>
  <inkml:trace contextRef="#ctx0" brushRef="#br1" timeOffset="93550.754">12899 4501 1299 0,'0'0'1491'0,"0"0"-1090"0,0 0-92 16,106-31 148-16,-62 21-134 0,8-1-97 15,3 3-78-15,5-4-22 0,5 1 0 16,7 2-10-16,3-2-33 0,7-1-34 0,2 1-28 16,4 0-20-16,3 1 45 15,2 0-43-15,3 1-3 0,4 2 18 0,0 2 6 16,-2 2 16-16,1-3-16 0,2 1-2 15,1-2 44-15,2-5-20 0,6 0-13 16,1-3-2-16,0 0-16 0,-5-2-15 16,-4 0 0-16,-6-1-24 0,-11 4-7 15,-12-2 10-15,-9 3 18 0,-11 2-27 0,-11 3-10 16,-10 2 7-16,-8 1 8 0,-7 3-11 16,-7-1-13-16,-4 3-6 0,-3-1 13 15,-1 1-10-15,-2-1-21 0,0 1-31 16,0 0-84-16,0 0-105 0,-2 0-109 15,1 0-347-15,-7-3-931 0</inkml:trace>
  <inkml:trace contextRef="#ctx0" brushRef="#br1" timeOffset="94220.454">16493 3538 2161 0,'0'0'1220'0,"0"0"-979"0,0 0-133 15,0 0 62-15,0 0 131 0,0 0-18 0,0 0-15 16,93-29-14-16,-51 23-62 0,9 1-36 16,7 0-38-16,7 1-9 0,3 0 0 15,2 1-21-15,0 0-37 0,1 1-17 16,-3 0-19-16,0-2 4 0,-6-1-19 15,-4-1-18-15,-8-1-9 0,-7-1-91 16,-4 1-49-16,-8 1-12 0,-6-3-37 16,-6 4-108-16,-10 1-278 0,-6 3-594 0,-11 1-633 15</inkml:trace>
  <inkml:trace contextRef="#ctx0" brushRef="#br1" timeOffset="94410.827">16574 3860 2745 0,'0'0'446'0,"0"0"-239"16,0 0-64-16,0 0 210 0,0 0-11 0,85 67-53 15,-32-59 9-15,9-5-56 0,11-3-4 16,4 0-101-16,3-7-77 0,0-7-38 16,-2-5-22-16,-3-2-3 0,-6-5-61 15,-5 0-88-15,-7-3-49 0,-9 1-59 16,-6 0-187-16,-14 6-322 0,-2-10-729 0</inkml:trace>
  <inkml:trace contextRef="#ctx0" brushRef="#br1" timeOffset="94787.584">17135 3156 3273 0,'0'0'658'16,"0"0"-413"-16,0 0-61 0,0 0 168 16,98 0-9-16,-58 2-78 0,4 3-64 0,4 3-74 15,4 3-33-15,0 2-22 0,-1 1-23 16,0 3-7-16,-4 1-18 0,-1 0-6 16,-6 1-18-16,-2-2 0 0,-7 2-1 0,-3-1-9 15,-7 1 10-15,-5 0 3 0,-2 3-2 16,-5 3-1-16,-3 4-3 0,-6 4 2 15,0 5-1-15,-7 5-1 16,-9 3-9-16,-4 4 9 0,-5 4-21 0,-1 1 9 16,-4 4 3-16,1-2 0 0,-1-1-7 15,1-4-8-15,0-3-9 0,2-5 3 16,2-4-7-16,2-8-26 0,5-5-40 16,3-10 18-16,2-4 0 0,6-7-4 15,1-2-17-15,3-2-53 0,0-2-71 16,2 0-169-16,-1-6-250 0,2 1-587 15,-2-14-769-15</inkml:trace>
  <inkml:trace contextRef="#ctx0" brushRef="#br1" timeOffset="97457.256">19902 3213 872 0,'0'0'280'0,"0"0"900"0,0 0-718 16,0 0-7-16,0 0-51 0,0 0-21 16,0 0-33-16,0 0-99 0,0 0-67 15,0 0-37-15,32-33-3 0,-6 33 54 16,4 0-43-16,4 0-40 0,0 4-45 16,0-3-19-16,3-1-23 0,-1 0-15 15,2 0-13-15,3-5-31 0,2-2 1 0,-2-3-67 16,-3-1-45-16,-3 0-41 15,-7 0-58-15,-5 4-78 0,-11 0-170 0,-4 2-292 16,-6 2-514-16,-6 1-330 0</inkml:trace>
  <inkml:trace contextRef="#ctx0" brushRef="#br1" timeOffset="97633.836">20089 3248 430 0,'0'0'1838'15,"0"0"-1451"-15,0 0-91 0,-13 79 18 16,13-49 55-16,2 4-61 0,4 4-28 15,-1 3-57-15,2 0-62 0,-2 3-59 16,-4-1-35-16,-1-1-46 0,0 0-21 16,0-3-28-16,-4 1-3 0,-5-7-64 15,4-4-65-15,-4 1-36 0,1-7-42 16,-4-3-60-16,1-1-137 0,-1-3-161 16,2-6-497-16,-7 2-234 0</inkml:trace>
  <inkml:trace contextRef="#ctx0" brushRef="#br1" timeOffset="97800.825">19870 3955 2002 0,'0'0'444'0,"0"0"-128"0,0 0 66 15,0 0 22-15,0 0-41 0,87 2-105 0,-56 0-68 16,5-1-39-16,-1-1-18 0,4 0-59 16,-2 0-47-16,-1 0-26 0,2-3 29 15,-2-4-30-15,0-2-34 0,-2-5-123 16,-1 0-93-16,-4-3-113 0,-7 5-285 15,1-9-1077-15</inkml:trace>
  <inkml:trace contextRef="#ctx0" brushRef="#br1" timeOffset="97980.425">20752 3636 2977 0,'0'0'466'0,"0"0"-234"16,0 0-49-16,0 0 162 0,100-2-112 16,-72-6-143-16,3-4-90 0,0-1-43 0,0-4-122 15,0-3-107-15,-2-2-166 0,-7 6-600 16,2-14-614-16</inkml:trace>
  <inkml:trace contextRef="#ctx0" brushRef="#br1" timeOffset="98256.369">20919 3252 1337 0,'0'0'1457'0,"0"0"-1152"15,0 0-117-15,-56 88 102 0,43-55 6 0,4 7-25 16,0 0 2-16,4 5-22 0,4 5-82 16,-1 3-68-16,2 3-46 0,-3 1-21 15,0 2-13-15,1 2-9 0,-1-2-11 16,-3-2 24-16,0-2-23 0,-2-3 1 0,0-3-1 15,2-2 13-15,1-2-6 16,-2-2-9-16,1-3-33 0,-1-4-44 0,-2-2-57 16,0-7-23-16,-1-4-25 0,1-4-13 15,0-4-20-15,0-3-40 0,-1-3-86 16,-5-4-150-16,-2-2-156 0,1-3-158 16,-17-5-472-16</inkml:trace>
  <inkml:trace contextRef="#ctx0" brushRef="#br1" timeOffset="98724.95">22281 3232 2485 0,'0'0'1291'15,"0"0"-926"-15,0 0-89 0,0 0-22 0,0 0 10 16,0 0-20-16,88 2-61 16,-49-9 29-16,6-1-79 0,5-4-54 0,1-4-34 15,2-4-32-15,-1 2-13 0,-3-3-33 16,-2 0-54-16,-2 4-29 0,-6-2-102 15,-9 4-68-15,-11 6-168 0,-12 3-287 0,-3 3-603 16,-18 3-681-16</inkml:trace>
  <inkml:trace contextRef="#ctx0" brushRef="#br1" timeOffset="98870.504">22445 3232 1865 0,'0'0'690'0,"0"0"-120"0,0 0-331 15,-36 77 2-15,35-46 140 0,1 2 10 16,1 3-85-16,7 3-18 0,0 0-104 15,5 0-75-15,-3-3-54 0,-1-2-40 16,-2-2-15-16,0-1-24 0,-7-5-40 0,0-2-61 16,0-1-46-16,0-4-59 15,-5-4-82-15,1-5-182 0,-1-1-264 0,1-5-579 16,-2-2-81-16</inkml:trace>
  <inkml:trace contextRef="#ctx0" brushRef="#br1" timeOffset="99016.624">22442 3641 2500 0,'0'0'519'15,"0"0"-168"-15,0 0 55 0,0 0 58 16,79-78-70-16,-48 61-121 0,9 5-50 0,2-1-82 16,5 2-50-16,1 0-44 0,-3 3-47 15,-2 1-45-15,-7 0-4 0,-5 3-91 16,-6 4-110-16,-8 0-64 0,-6 0-76 16,-10 9-116-16,-2 3-217 0,-9-2-571 15,-20 15-67-15</inkml:trace>
  <inkml:trace contextRef="#ctx0" brushRef="#br1" timeOffset="99174.012">22543 3754 1931 0,'0'0'538'0,"0"0"-202"0,0 0-63 16,0 0 11-16,0 0-5 0,0 0-39 0,0 0-48 15,0 0-17-15,0 0-51 0,0 0-34 16,0 0 3-16,91 16-53 0,-44-37-16 0,3-3-21 16,2-3-3-16,-2-4-24 15,1 2-97-15,-5-2-86 0,-5 5-182 0,-10 4-603 16,3-3-1318-16</inkml:trace>
  <inkml:trace contextRef="#ctx0" brushRef="#br1" timeOffset="99400.666">23464 3382 3820 0,'0'0'535'0,"0"0"-442"0,0 0-89 15,0 0 119-15,-33 91 86 0,26-54 55 16,0 3-60-16,3-2-91 0,1 2-56 16,1-2-42-16,2-2-15 0,0-6-25 15,0-6-63-15,0-9-43 0,0-7-52 0,2-8-102 16,2-2-191-16,-1-4-586 0,-2-16-1057 16</inkml:trace>
  <inkml:trace contextRef="#ctx0" brushRef="#br1" timeOffset="99532.086">23408 3146 2959 0,'0'0'1637'16,"0"0"-1326"-16,0 0-311 0,0 0 0 16,0 0 43-16,0 0 46 0,107 3-89 15,-65-6-25-15,4 1-312 0,-8 0-177 0,15-2-925 0</inkml:trace>
  <inkml:trace contextRef="#ctx0" brushRef="#br1" timeOffset="99841.176">23948 3251 3780 0,'0'0'617'16,"0"0"-293"-16,0 0 62 0,-92 72-133 0,69-49-144 15,6-2-60-15,5 0-21 0,8-3-28 16,4-1-30-16,0-1 2 0,10 1-5 15,4-2-25-15,6 1 28 0,0-2 15 16,2-1 2-16,0 0-2 0,-2-1 3 16,0 0 10-16,-2 1 2 0,-2-1 0 0,-3 0 2 15,-3 0 10-15,-2 0-12 0,-2 0 0 16,-3 4 3-16,-3-1 9 0,0 1-12 16,-4 3 0-16,-7-2-54 0,-4-4-10 15,-5-1-9-15,-2-2-37 0,-4-3-19 16,-3-2-36-16,0 0-76 0,-4-4-97 15,7-1-318-15,-18-1-887 0</inkml:trace>
  <inkml:trace contextRef="#ctx0" brushRef="#br1" timeOffset="101202.909">25592 3366 2018 0,'0'0'641'15,"0"0"-211"-15,0 0-69 0,0 0 56 16,0 0-34-16,0 0-107 0,0 0-85 15,0 0-16-15,0 0-47 0,-94-22-51 16,69 37-44-16,0 4-20 0,-3 12 23 0,-1 3 7 16,5 5 42-16,-2 0 30 0,3 0-5 15,7-4-59-15,4-7-33 0,5-9-18 16,4-6-3-16,3-8-9 0,0-3-15 16,8-2-21-16,3 0-10 0,11-10 6 15,5-4-39-15,3-7-3 0,3-4-34 0,-1-4 5 16,-2-2-30-16,-2 1 43 15,-5 5 26-15,-6 2 41 0,0 4 43 0,-6 4 0 16,-2 4 43-16,-4 1-6 0,-1 6 62 16,-2 3-7-16,1 1 3 0,-1 0 18 15,1 5-18-15,3 2-7 0,3 3-9 16,-4 3-12-16,1 0-3 0,2-1-25 16,-3 1-33-16,2-3-6 0,1 0-45 0,2-4-28 15,3-1-79-15,0-1-37 0,2-4-47 16,1 0-128-16,1 0-281 0,-6-4-694 15,0-2-661-15</inkml:trace>
  <inkml:trace contextRef="#ctx0" brushRef="#br1" timeOffset="101584.563">26133 3214 2319 0,'0'0'1295'0,"0"0"-899"15,0 0-139-15,2 72 130 0,-4-41 3 16,-2 0-67-16,1 3-99 0,0-2-60 0,1-2-92 16,-1-3-57-16,3-2-15 0,-3-4-12 15,3-3-45-15,0-3-73 0,0-6-40 16,0-4-12-16,0-3-16 0,6-2 2 16,2 0 3-16,4-7-11 0,2-6 99 15,2-4 86-15,0-3 19 0,1-4 19 16,-2 2-16-16,2-2 37 0,-3 2 0 15,0 0 38-15,-2 3 5 16,-2 6-3-16,-3 2-16 0,-2 7-8 0,-2 2-7 16,-3 2 6-16,3 6 34 0,-3 5 14 15,2 4 7-15,1 3-13 0,-3 4-18 0,0-1-3 16,0 1 12-16,0-3-21 0,0-1-44 16,0-2-23-16,0-3-2 0,0-2-13 15,-3-4 0-15,3 0-43 0,-2 1-72 16,-3-1-37-16,-1 0-7 0,2 0-18 15,-3 0-60-15,1 0-166 0,3-1-287 16,0 0-625-16,0-3-504 0</inkml:trace>
  <inkml:trace contextRef="#ctx0" brushRef="#br1" timeOffset="101891.645">26616 3395 3005 0,'0'0'1063'0,"0"0"-864"16,0 0-25-16,-42 85 264 0,34-64-26 16,-1-6-160-16,8-4-149 0,1-6-103 15,0-2-16-15,8 0 1 0,2-3 14 0,6 0-18 16,4-3-41-16,5-5-28 16,2-4 9-16,3-5-31 0,-1-1-18 0,-1-1 3 0,-4 0 30 15,-4-2-31-15,-1 2 10 0,-7-1-8 16,-4 1-12-16,-6 1 59 0,-2 0 42 15,-10 3 35-15,-9 1 47 0,-3 5 77 16,-4 5-19-16,-1 3 18 0,-2 1-43 16,0 8-43-16,4 5 21 0,-3 3-9 15,3-1-18-15,5 1-16 0,2-2-15 16,3-3-27-16,5 0-22 0,0-5-129 16,4-1-100-16,3-2-159 0,0-3-371 15,3 0-729-15</inkml:trace>
  <inkml:trace contextRef="#ctx0" brushRef="#br1" timeOffset="102147.072">26887 3202 2217 0,'0'0'1249'15,"0"0"-993"-15,0 0-105 0,0 0 0 16,0 0 28-16,49 77 45 0,-48-52-26 0,2 0-66 16,-3 1-37-16,0 1-40 0,0-2-37 15,0-2-18-15,-4-2 0 0,-1-4 12 16,-1-1-9-16,1-8-3 0,2-2 2 15,0-3 25-15,3-3 10 0,0 0 6 16,0-5 3-16,6-6 15 0,5-4 21 16,1-6-80-16,3-3 29 0,3-5-31 15,2 0 0-15,-1-2-43 0,2 2-67 16,-1 1-52-16,-1 4-43 0,-1 3-42 16,-2 3-104-16,1 5-149 0,-2 4-205 15,-4 0-495-15,5 4-305 0</inkml:trace>
  <inkml:trace contextRef="#ctx0" brushRef="#br1" timeOffset="102734.431">27243 3259 1683 0,'0'0'1093'15,"0"0"-747"-15,0 0 18 0,-42 76 172 0,29-48-71 16,1 3-127-16,1-5-117 0,3-1-81 16,3-4-36-16,5-7-46 0,0-3-40 15,0-6-18-15,7-5-58 0,4 0-15 16,4 0-3-16,4-4-37 0,7-8-16 15,3-3-6-15,1-4-31 0,1 2-1 16,-3 1 31-16,-3-2 40 0,1 5 21 16,-7 4 75-16,1 3 3 0,-6 5 153 15,0 1 5-15,-8 0-4 0,0 4-3 16,-4 2-37-16,-2 3-31 0,0 4-10 0,-5 2 19 16,-1-1-7-16,-2 3-9 0,1-1-39 15,2-3-40-15,2-2-18 0,3-6-3 16,0 0 3-16,3-3-37 0,2-2 6 15,4 0 10-15,3 0-10 0,2-5-12 0,2-2 36 16,0 0 13-16,-3 3-3 0,-3-1-3 16,-3 3-1-16,-2 2 19 0,-4 0 0 15,-1 0 64-15,0 0 16 0,0 0-37 16,0 1-43-16,0-1 0 0,0 0-37 16,0 0-18-16,5-4-40 0,3-5-37 15,7-3-43-15,5-7-7 0,7-2 30 16,2-4-47-16,1-4 107 0,1 0-125 15,-3-4-185-15,1-3 179 0,-1-4 117 0,-3-4-76 16,1-2-15-16,-4-4 197 0,0 0 7 16,-2-1 51-16,-3 1-13 0,0 4 32 15,-6 10 80-15,-3 9 70 0,-1 9-1 16,-4 8 56-16,-3 8-56 0,0 2-44 16,0 9-8-16,0 9-12 0,-3 7 13 15,-5 9 71-15,-2 8-5 0,-2 8 27 16,-5 4-41-16,-3 3-88 0,-1-1-75 0,-2 1-64 15,1-1-3-15,2-6-40 0,5 0-26 16,5-6-43-16,4-5 24 0,4-4-52 16,2-6-54-16,3-5-62 0,7-4-101 15,5-4-281-15,-1-8-772 0,9-4-1018 0</inkml:trace>
  <inkml:trace contextRef="#ctx0" brushRef="#br1" timeOffset="103105.729">28632 3493 4230 0,'0'0'467'0,"0"0"-405"0,0 0-13 16,-49 74 178-16,47-65 111 0,2-8-144 15,11-1-103-15,14-3-91 0,9-8 2 0,11-9 1 16,7-6-3-16,3-3-112 0,-4-2-40 15,-4 0 21-15,-6 3 28 0,-9 1-4 16,-8 1-9-16,-8 0-22 0,-10-1 46 0,-4 4 75 16,-2-1 17-16,-11 3 25 0,-2 6 24 15,-7 4 22-15,0 8-19 16,-2 3-12-16,-4 9-7 0,1 11 19 0,-6 7 40 16,2 8 24-16,-2 3 21 15,1 5-10-15,1-1-15 0,4 0-30 0,6-4-33 16,7-4-25-16,4-7-24 0,8-7-52 15,0-4 13-15,8-4-3 0,3-3-19 16,3-3-24-16,5-2-39 0,1-4-32 16,6 0-60-16,2-7-131 0,0-5-279 15,-5 2-685-15,11-11-838 0</inkml:trace>
  <inkml:trace contextRef="#ctx0" brushRef="#br1" timeOffset="103235.995">29184 3329 3238 0,'0'0'631'0,"0"0"-452"15,0 0-100-15,18 70 170 0,-15-46 125 0,0 1-74 16,6-3-120-16,2-1-122 0,6-3-46 16,5-6-9-16,6-6-3 0,6-6-30 15,4 0-190-15,4-17-123 0,-9 3-296 16,16-19-1406-16</inkml:trace>
  <inkml:trace contextRef="#ctx0" brushRef="#br1" timeOffset="103415.568">29526 3262 3439 0,'0'0'587'0,"-78"57"-483"0,41-28 71 15,-8 11 319-15,-6 4-69 0,0-1-146 16,3-1-109-16,3-2-82 0,5-5-88 0,7-6-29 16,7-5-77-16,7-7-43 0,8-6-15 15,6-6 0-15,5-4-62 0,0-1-168 0,3-5-293 16,5-2-666-16,12-15-848 0</inkml:trace>
  <inkml:trace contextRef="#ctx0" brushRef="#br1" timeOffset="103695.406">30062 2819 3328 0,'0'0'503'0,"-21"65"-336"15,6-25 186-15,-5 7 187 0,-3 9-40 0,-2 4-173 16,-1-3-109-16,0-2-109 0,3 1-55 16,2-4-35-16,3-4-19 0,7-4-18 15,6-6 3-15,5-8-3 16,3-6-9-16,10-6-6 0,5-4-13 0,1-3-5 16,5-4 21-16,0-5-64 0,1-2 31 15,-2-4 5-15,-1-6-39 0,-2-5-61 0,-6-6-61 16,-6-4-126-16,-7-4-267 0,-1-3-494 15,-9 7-278-15,-15-17-11 0</inkml:trace>
  <inkml:trace contextRef="#ctx0" brushRef="#br1" timeOffset="103822.709">29761 3137 1683 0,'0'0'1163'15,"0"0"-845"-15,0 0-209 0,0 0-1 16,-77-38 250-16,77 35 23 0,0 3-95 16,9 0-82-16,7 0-87 0,6 0-15 15,9 0 72-15,11 3 64 0,4 0-95 0,7-1-49 16,5 1-45-16,3-3-49 0,-1 0-20 15,1 0-80-15,-5-5-140 0,-16-1-133 16,5-5-777-16</inkml:trace>
  <inkml:trace contextRef="#ctx0" brushRef="#br1" timeOffset="111070.241">20607 6325 686 0,'0'0'0'0,"0"0"0"0,0 0 1400 15,0 0-1021-15,0 0-89 0,0 0-71 16,0 0 11-16,0 0-13 0,0 0 8 0,-14-66 6 16,14 52-20-16,0-3-21 15,0 0-38-15,0-1-19 0,0 0-1 0,0-1-21 16,0-1-31-16,0-1-25 0,0 2-12 16,0 2 12-16,-1-1-9 0,-4 4-19 0,0 1 22 15,-1 2 6-15,1 2 12 0,-4 4 0 16,0 2-25-16,-2-1-30 0,0 1-11 15,-3 2 2-15,1 1 16 0,-2 0-19 16,0 0-16-16,-2 0 14 0,-1 4-16 16,-2 3 3-16,-1 1 14 0,0 6-1 15,-5 3-16-15,-1 7 2 0,-3 0 14 16,-3 7 1-16,-3 3 1 0,-2 2-2 16,-1 6 0-16,0-3 1 0,2 4-11 15,-2 2 10-15,5 0-16 0,3 1-2 16,3 3 20-16,6 4 3 0,5-5 21 15,6 4-12-15,5-1 6 0,6-4 4 0,3 1 5 16,11-5-6-16,4-1 25 0,6-4 2 16,8-5 19-16,3-3-6 0,2-6 17 15,5-5-8-15,1-6 27 0,1-4 11 16,0-6-47-16,1-3-60 0,-2 0 2 16,-1-8-3-16,-3-2-3 0,-3-2-12 0,-3 0-6 15,-5-1-40-15,-5 0-51 0,-5-3 7 16,-8 2-38-16,-4 0-11 0,-4-1-62 15,-2 2-71-15,-8 3-203 0,-6-2-167 16,2 3-430-16,-15-5-272 0</inkml:trace>
  <inkml:trace contextRef="#ctx0" brushRef="#br1" timeOffset="111245.886">20148 6757 1170 0,'0'0'1032'15,"0"0"-454"-15,0 0-167 0,0 0-93 16,0 0 39-16,0 0 54 0,0 0-83 15,0 0-42-15,85 17-100 0,-60-12-70 16,1-2-70-16,-2-1-19 0,2-2-27 0,2 0-31 16,-1-6-91-16,0-2-61 0,-1-1-66 15,-4-1-79-15,-2 1-188 0,-3 2-253 16,-9 6-520-16,-7 1-122 0</inkml:trace>
  <inkml:trace contextRef="#ctx0" brushRef="#br1" timeOffset="111396.301">20441 6767 1330 0,'0'0'812'0,"0"0"-359"15,0 0-173-15,0 0-7 0,0 0 52 0,0 0-28 16,-17 74-42-16,17-49-45 0,0 0-64 16,5 5 0-16,2 3 5 0,1-1 104 15,0 0-115-15,0-1-108 0,2-8-32 16,0-1-28-16,1-5-57 0,4-3-90 16,-1-3-49-16,0-3-18 0,3-2-67 15,-6-3-268-15,5-3-781 0</inkml:trace>
  <inkml:trace contextRef="#ctx0" brushRef="#br1" timeOffset="111828.099">21105 6224 772 0,'0'0'2022'16,"0"0"-1688"-16,0 0-85 0,0 0-24 0,0 0 65 15,0 0 43-15,0 0-63 0,0 0-97 16,0 0-50-16,0 0-13 0,0 0-9 15,-93 16 0-15,74 8-7 0,-1 6 25 16,1 2-13-16,3 7-30 0,0 3-21 16,0 6-25-16,1 3 1 0,-1 7-1 0,-3 8 3 15,1 1-3-15,1-1 4 16,3 0-33-16,2-4 1 0,7-6 25 0,2-6-27 16,3-9-10-16,0-5 10 0,8-7-24 15,2-5-4-15,3-4-26 0,5-7-64 16,3-4 2-16,5-4 13 0,5-5 3 15,3-2-10-15,5-11-55 0,1-8-74 16,1-2-89-16,-4-4-245 0,-8 5-506 16,4-10-267-16</inkml:trace>
  <inkml:trace contextRef="#ctx0" brushRef="#br1" timeOffset="112137.28">21378 6259 881 0,'0'0'2406'0,"0"0"-2088"0,0 0-204 16,0 0 25-16,0 0 169 0,0 0 76 16,7 83-128-16,-2-47-60 0,0 6-62 15,-1 7 16-15,-2 3-20 0,-2 5-45 16,0 0-39-16,-6 4-22 0,-5-1-24 15,-4-3-12-15,-2-3-30 0,1-5-68 16,2-9-36-16,5-10 0 0,3-6 2 16,4-9 0-16,2-6-46 0,0-2-107 15,3-6-176-15,3-1-206 0,0-1-403 16,10-13-232-16</inkml:trace>
  <inkml:trace contextRef="#ctx0" brushRef="#br1" timeOffset="112389.276">21750 6427 2496 0,'0'0'1136'16,"0"0"-916"-16,0 0-88 0,0 0-88 0,0 0 63 15,0 0 46-15,0 0 73 0,-99 61-34 16,69-38-103-16,1 2-55 0,1-1-13 16,0 1-3-16,2-1 1 0,4-2-19 15,2 1 0-15,4-4-12 0,2-1-4 16,8-5 16-16,5-1 0 0,1 0 0 15,1-1 43-15,8 1 6 0,4 2 3 16,1 2-21-16,2-3 8 0,0 4 10 0,4-3-12 16,-2 2-13-16,2-3 1 15,0 0-25-15,-3-1-4 0,3-1-8 0,2-3-21 16,-2 0-80-16,3-5-86 0,2-3-44 16,1 0-135-16,-5-2-239 0,13-10-900 0</inkml:trace>
  <inkml:trace contextRef="#ctx0" brushRef="#br1" timeOffset="112704.964">22290 6146 3402 0,'0'0'424'0,"0"0"-364"16,0 0 69-16,0 0 162 0,-59 68 65 15,40-35-80-15,0 5-65 0,-2 7-44 16,-2 9-39-16,0 0 8 0,-2 8 34 16,-4 4-52-16,-3 3-31 0,-5 3-29 15,0 3-22-15,-4 2-35 0,-5 2 0 16,1 5-1-16,-5-3-2 0,2-3-40 16,2-5-40-16,5-9-9 0,6-10-5 15,8-13 23-15,8-11 3 0,9-12-18 16,5-10-51-16,5-5-41 0,0-5-43 15,11-8-7-15,3-9-131 0,6-9-124 0,-3 4-155 16,11-29-730-16</inkml:trace>
  <inkml:trace contextRef="#ctx0" brushRef="#br1" timeOffset="112870.637">21997 6873 3134 0,'0'0'538'0,"0"0"-180"0,0 0 156 15,99-35-71-15,-62 21-120 0,3 0-95 16,5-3-107-16,2-1-73 0,0 0-47 16,-1 0-1-16,-4 1-42 0,-5-2-43 0,-6 2-51 15,-6 4-65-15,-3 1-98 0,-7 1-193 16,-6 6-450-16,-7 2-468 0</inkml:trace>
  <inkml:trace contextRef="#ctx0" brushRef="#br1" timeOffset="113047.804">22250 6828 1709 0,'0'0'1425'0,"0"0"-1189"0,0 0-124 0,-38 85 175 16,31-51 150-16,0 0-62 0,2 3-55 15,0 1-106-15,3-1-83 0,-1 1-30 16,-1-2-47-16,-2-4-23 0,0 1-31 16,0-4-14-16,-2-4-74 0,2-3-76 15,0-2-28-15,3-6-20 0,2-3-47 16,1-1-136-16,0-7-255 0,0-2-670 15,0-1-297-15</inkml:trace>
  <inkml:trace contextRef="#ctx0" brushRef="#br1" timeOffset="113212.81">22239 7051 2009 0,'0'0'984'0,"0"0"-734"0,0 0-110 15,0 0 164-15,0 0 72 0,0 0-43 0,0 0-71 16,91-35-102-16,-65 28-77 0,4-3-45 15,5-1-38-15,1-3-37 0,3-4-15 16,3-3-65-16,-3-3-95 16,0 1-149-16,-10 4-237 0,4-9-861 0</inkml:trace>
  <inkml:trace contextRef="#ctx0" brushRef="#br1" timeOffset="113484.134">22840 6259 1701 0,'0'0'153'0,"0"0"991"15,0 0-731-15,0 0 7 0,0 0 29 16,92 44-78-16,-70-24-131 0,4 6-47 16,0 4 29-16,-1 4-88 0,-1-1-68 0,-1 2 1 15,-1 1-21-15,-1-1-19 0,-2-1-9 16,-2 2 6-16,-8 1-21 0,-3 0-3 15,-6 1-1-15,-4 3-14 0,-11 1-55 16,-8 2 34-16,-6 1 0 0,-4-2-80 16,-3-1-39-16,-2-5-46 0,-2-2-35 15,4-6-81-15,-1-4-188 0,11-7-251 16,-12-4-610-16</inkml:trace>
  <inkml:trace contextRef="#ctx0" brushRef="#br1" timeOffset="114550.277">23951 6614 663 0,'0'0'124'0,"0"0"-82"0,0 0 1419 15,0 0-967-15,0 0-106 0,0 0 7 0,0 0 6 16,0 0-7-16,0 0-42 16,0 0-110-16,0 0-59 0,0-5-61 0,3 5-43 15,0-2-27-15,5 2-15 0,2-1 5 16,5-2 10-16,8 2 8 0,2-1-14 15,4-1-7-15,5 3-18 0,5-2 25 16,3-1-1-16,7 1-3 0,2 0 4 16,3-1 11-16,1 0-6 0,1 0-20 15,0 2-7-15,1-1-12 0,2 1-12 16,1-2-18-16,1 2-6 0,-3 1-16 16,-4-2-65-16,-4 0-22 0,-2-1 8 15,-3-2-26-15,-3-1-4 0,-5-2-34 16,-5-2-40-16,-5-2-75 0,-5-2-133 0,-8 2-253 15,-4-7-809-15</inkml:trace>
  <inkml:trace contextRef="#ctx0" brushRef="#br1" timeOffset="114862.421">24911 6299 1352 0,'0'0'58'15,"0"0"702"-15,0 0-378 0,0 0 37 16,0 0 47-16,0 0-30 0,0 0-81 16,97 66-122-16,-70-56-66 0,3 1 11 15,2 0-28-15,1 1-40 0,-2-1-46 16,-3 0-12-16,0-1 3 0,-4 2-43 16,-3-1-12-16,-3 2 1 0,-3-1-1 0,-2 3 2 15,-8-2 1-15,-3 5 9 0,-2 1-12 16,-7 5-30-16,-11 0 6 0,-2 4 8 15,-7 2-5-15,-4 2-16 0,0 3-30 16,-5-3-30-16,1-2-32 0,1-2-31 0,1-4-16 16,2-4-28-16,2-3-62 0,5-5-140 15,7-5-402-15,-11 0-803 0</inkml:trace>
  <inkml:trace contextRef="#ctx0" brushRef="#br1" timeOffset="130987.365">27330 6032 104 0,'0'0'2647'0,"0"0"-2259"0,0 0-171 16,0 0 60-16,0 0 47 0,10-71 27 15,-10 62-66-15,0-1-70 0,-5 2-43 0,-2 0-17 16,1-1-21-16,-1 1 0 16,-2 1-21-16,-3-3 32 0,-2 3-9 0,0 0-36 15,-2-1-43-15,-1 2-2 0,0 1-13 16,-3 1 6-16,-3 2-24 0,-5 2-12 16,1 0-12-16,-11 7-15 0,2 7 3 15,-3 4-3-15,-4 6-3 0,4 4 16 16,0 4-19-16,2 5 9 0,2 9 9 15,2 2-7-15,3 6 8 0,-1 2-11 16,5 5 13-16,5 2-11 0,2-1 11 16,3-2 0-16,6-1-1 0,2-2-1 0,3 0 3 15,5-4-1-15,2-4 2 0,11-5 1 16,6-6 21-16,9-4 30 0,6-9-24 16,3-2-6-16,8-7 12 0,-1-3-18 15,5-6 19-15,2-5-7 0,-2-2-27 16,3-2 21-16,-5-8-13 0,2 0-11 0,-5-4-2 15,-7 0-37-15,-6 0-37 16,-6-3-23-16,-5 1-4 0,-8 1-51 0,-4-2-36 16,-8 0-62-16,0 1-95 0,-6-1-185 15,-11 0-234-15,4 7-455 0,-16-13-302 16</inkml:trace>
  <inkml:trace contextRef="#ctx0" brushRef="#br1" timeOffset="131151.849">26951 6579 140 0,'0'0'427'0,"0"0"983"0,0 0-785 15,0 0-207-15,0 0-60 0,0 0 19 16,0 0-53-16,0 0-81 0,0 0 30 0,0 0-27 16,42 13-78-16,-17-10-40 0,4-3-39 15,1 0-38-15,-1-4-51 0,2-2-19 16,-3-1-90-16,0-2-96 0,-2 0-56 16,-4 2-104-16,-4-1-256 0,-5 3-555 15,-2-3-553-15</inkml:trace>
  <inkml:trace contextRef="#ctx0" brushRef="#br1" timeOffset="131317.093">27239 6535 421 0,'0'0'306'0,"0"0"1371"0,0 0-1142 16,0 0-129-16,-26 78-41 0,20-52-22 15,3 2-72-15,0 3-11 0,3 0-63 16,0 0-22-16,0 1-37 0,0-1-44 0,5 0 40 16,-4-1-88-16,3-1-43 0,1-4-3 15,-2-2-76-15,1-4-49 0,0 0-49 16,2-5-47-16,2 1-25 0,0-4-111 15,1-1-124-15,-4-5-259 0,7-5-752 0</inkml:trace>
  <inkml:trace contextRef="#ctx0" brushRef="#br1" timeOffset="131979.619">28153 6169 711 0,'0'0'16'16,"0"0"13"-16,0 0 721 0,0 0-182 16,0 0-208-16,8-72-18 0,-4 61-44 15,-2 3-13-15,-2 2-19 0,0 2-39 16,0 2-45-16,0 1-18 0,-4 0-2 16,-1-2 14-16,0 3-34 0,-6 0-22 15,3 0-25-15,-8 4-6 0,0 4-19 16,-3 4 3-16,-1 6-15 0,-3-1-6 15,3 6-6-15,-3 1-13 0,0 6 1 16,2 2 8-16,0 7-2 0,2 4 51 0,0 6 3 16,1 2-31-16,2 7-45 0,-1 1 7 15,5 2 8-15,1-2-21 0,6-4 36 16,5-1 19-16,0-6 51 0,6-6-40 16,8-5-60-16,2-8 21 0,6-4-37 15,2-4-2-15,4-6 0 0,0-3-1 16,3-6-14-16,0 1 12 0,-2-7-63 0,0 0-19 15,-4-2-2-15,-1-3-25 16,-4-5-18-16,-2 2-49 0,-3-3-49 0,-4 2-77 16,-3-3-154-16,1-2-185 0,-5 2-480 15,1-14-645-15</inkml:trace>
  <inkml:trace contextRef="#ctx0" brushRef="#br1" timeOffset="132775.463">28446 6070 1520 0,'0'0'1345'0,"0"0"-884"0,0 0-153 15,0 0-18-15,0 0 176 0,0 0-72 16,0 0-93-16,0 0-119 0,0 0-54 0,87-26-3 15,-48 24-7-15,0-4 12 0,1 4-33 16,0-3-31-16,2-2-33 0,-3 1-9 16,1-3-21-16,-2 1-3 0,-5-1-15 15,-4 0-27-15,-5 3-82 0,-8-2-9 16,-1 2-58-16,-5 2-79 0,-4-1-128 16,-3 2-257-16,-1 1-548 0,-2-3-639 0</inkml:trace>
  <inkml:trace contextRef="#ctx0" brushRef="#br1" timeOffset="132964.048">28694 6053 303 0,'0'0'2020'16,"0"0"-1369"-16,-23 76-213 0,19-41-14 0,-1 6-45 0,1 4 3 16,0 2-99-16,1-2-24 0,2 2-127 15,-1-2-56-15,-1-6-75 0,2-2-1 16,-1-5-25-16,2-5-11 0,0-6-50 15,0-4-14-15,6-6-62 0,0-1-62 16,0-6-76-16,-1 2-175 0,-2-6-282 16,0 0-747-16</inkml:trace>
  <inkml:trace contextRef="#ctx0" brushRef="#br1" timeOffset="133144.035">28635 6444 685 0,'0'0'140'16,"0"0"1604"-16,0 0-1357 15,0 0-154-15,0 0 149 0,0 0-13 0,0 0-80 16,92-43-106-16,-73 40-59 0,0 2-31 16,0-2-26-16,-3 1-20 0,-1 2-47 15,1-1-14-15,-2 1-38 0,-2 0-115 16,-2 0-84-16,2 1-87 0,-4 4-168 0,-5-1-528 16,-3 4-704-16</inkml:trace>
  <inkml:trace contextRef="#ctx0" brushRef="#br1" timeOffset="133332.746">28527 6656 196 0,'0'0'1429'0,"0"0"-258"16,0 0-866-16,0 0-100 0,0 0 210 16,0 0 25-16,0 0-104 0,0 0-145 15,95 22-28-15,-66-22-37 0,-1 0-32 0,0 0-8 16,0-5-37-16,1-1-37 0,-1 0-12 15,3 1-58-15,0-4-113 0,4 0-117 16,0-3-114-16,-10 3-242 0,19-8-801 0</inkml:trace>
  <inkml:trace contextRef="#ctx0" brushRef="#br1" timeOffset="133672.915">29843 5950 388 0,'0'0'2215'0,"0"0"-1612"16,0 0-322-16,0 0 0 0,-81 96 78 15,53-58-32-15,-6 3-19 0,-2 3-106 0,-3 4-79 16,-3 4-11-16,-5 4-5 0,-8 4-19 15,-2 6-15-15,-7 6-21 0,-1 2-7 16,1 2-34-16,0 2-10 0,4-2 1 16,1-5-2-16,5-1-1 0,9-8-20 15,8-4-15-15,7-10-31 0,5-6-15 16,11-10-3-16,2-7-34 0,12-11 9 16,0-7-49-16,8-7-7 0,9-6 21 15,4-11-59-15,4-3-177 0,2-8-270 16,-7 6-603-16,11-16-630 0</inkml:trace>
  <inkml:trace contextRef="#ctx0" brushRef="#br1" timeOffset="133891.482">29552 6582 1099 0,'0'0'2456'0,"0"0"-1833"0,0 0-229 15,0 0 36-15,0 0-73 0,101-16-139 16,-67 9-91-16,8-5-66 0,6 0-34 16,-1-4-24-16,4 2-3 0,-4 1-12 15,-4 0-27-15,-5 1-73 0,-6 1-37 16,-3 3-63-16,-8 2-26 0,-6 2-124 16,-6 1-266-16,-6 2-607 0,-3 1-579 0</inkml:trace>
  <inkml:trace contextRef="#ctx0" brushRef="#br1" timeOffset="134142.103">29843 6572 411 0,'0'0'1368'0,"0"0"37"16,-35 72-915-16,24-41-144 16,-4 7 35-16,4 2-35 0,2 5-92 0,4 4-71 15,2 2 121-15,3 4-49 16,0-2-122-16,0-2-94 0,1-5-12 0,4-2 24 15,-3-7 1-15,0-5-52 0,-1-8-1 16,3-5-17-16,-2-6-13 0,-1-5-20 16,2-5-46-16,-1-3-11 0,1 0-19 15,-1-3-34-15,1-8-73 0,0-1-139 0,-1-5-279 16,-2 5-617-16,0-13-711 0</inkml:trace>
  <inkml:trace contextRef="#ctx0" brushRef="#br1" timeOffset="134286.737">29782 6892 821 0,'0'0'13'0,"0"0"1364"0,0 0-724 0,0 0-263 16,88 5-56-16,-63-5-15 0,3-3-102 16,0-3-102-16,1-3-108 0,1-1-7 15,5-4-175-15,-2-1-175 0,-8 2-270 0,9-13-1182 16</inkml:trace>
  <inkml:trace contextRef="#ctx0" brushRef="#br1" timeOffset="134665.2">30614 6197 134 0,'0'0'3303'0,"0"0"-2751"0,0 0-310 0,0 0 93 15,0 0-21-15,78 37-91 0,-58-19-49 16,2 2 53-16,-2 5-111 0,-1 1-41 16,-2 1-5-16,-1 2-13 0,-1-1 25 0,-1-1 2 15,-5 2-26-15,0-4-25 0,-4 3-15 16,-3-3-3-16,-2 1-15 0,0 2 18 15,-1-1-6-15,-6 0-9 0,-8 2-2 16,2-1 0-16,-7 0-2 0,-3 1 0 16,-4-1-41-16,-4-2-18 0,0 4-10 15,-4-5-14-15,1 0-16 0,1-3-27 16,-1 1 24-16,1-1-9 0,2 0-13 16,-4-2-42-16,2 1-124 0,-1-4-171 15,1 2-164-15,7-7-371 0,-13 1-574 0</inkml:trace>
  <inkml:trace contextRef="#ctx0" brushRef="#br1" timeOffset="136331.827">22299 8483 861 0,'0'0'78'0,"0"0"1058"0,0 0-637 16,0 0-7-16,0 0-52 0,0 0-42 0,0 0-75 16,0 0-84-16,0 0-54 0,79-66-28 15,-76 62-22-15,-2-2-4 0,-1 5 16 16,0-1-29-16,-1-1-23 0,-8 3-35 16,0 0-32-16,-7 0-28 0,-7 0-12 15,-4 6 12-15,-8 5-2 0,-4 3 0 16,-4 4-7-16,-1 1 9 0,-1 2 19 15,0 5-4-15,-1 2-15 0,1 7-10 16,0 4 10-16,3 3 15 0,1 5-15 16,5 2-1-16,4 2 1 0,8-2-2 0,5-6-1 15,11-7 3-15,8-5 20 16,0-9 10-16,13-5 4 0,5-6-4 0,7-3-12 16,3-6 0-16,6-2-17 0,3-1 20 15,2-9-19-15,0-4-2 0,1-3 0 16,-1-1-18-16,-5-1 0 0,-3-2 15 15,-6 1 0-15,-2 2 0 0,-7 1 1 0,-1 3 2 16,-6 2 12-16,-2 0 3 0,-4 3-3 16,-3 1 6-16,0-1-18 0,-8 3-1 15,-4-2-26-15,-2 1 27 0,-2 0 0 16,-1 2 2-16,0-2 8 0,-3 3-10 16,0 1-18-16,1 2 15 0,-2 1-21 15,2 0 12-15,0 0-9 0,2 1-1 16,4 2-8-16,0 1-40 0,5 1-75 15,2-1-38-15,4 3-46 0,2 1-121 16,0 0-182-16,6 2-437 0,1-3-395 16</inkml:trace>
  <inkml:trace contextRef="#ctx0" brushRef="#br1" timeOffset="136897.223">23872 8410 157 0,'0'0'2111'0,"0"0"-1550"16,0 0-26-16,0 0-79 0,0 0-23 15,0 0-89-15,0 0-117 0,0 0-46 16,88-4 14-16,-75 29-12 0,1 4-52 16,-3 5 50-16,-2 4-39 0,-3 2-36 0,-3 4-15 15,-1 0-16-15,-2 2-39 0,0 2-24 16,-2 1-9-16,-4-1 12 0,0 0-13 15,1-8-2-15,2-4-12 0,0-10-3 16,3-2-21-16,0-10-21 0,0-3-7 0,2-5-14 16,1-3-10-16,1-3 10 0,1 0-13 15,-2-3-67-15,3-4-76 0,0-5-156 16,1-1-256-16,-1 1-525 0,0-11-866 16</inkml:trace>
  <inkml:trace contextRef="#ctx0" brushRef="#br1" timeOffset="137094.463">24088 8763 2918 0,'0'0'448'0,"0"0"-124"0,0 0 194 0,0 0-90 15,0 0-124-15,102 0-42 0,-62-1-43 16,7-5-58-16,12-1-46 0,6-1-12 16,6-2 18-16,2-3-33 0,5-4-40 15,-2 3-37-15,-3-2-11 0,-4 1-24 16,-6 1-49-16,-9 1-48 0,-6 2-69 15,-10 0-40-15,-8 3-66 0,-10 2-179 16,-7 1-490-16,-10-1-513 0</inkml:trace>
  <inkml:trace contextRef="#ctx0" brushRef="#br1" timeOffset="137357.719">24924 8472 789 0,'0'0'355'0,"0"0"709"0,0 0-708 0,0 0 21 16,0 0 13-16,0 0 0 0,0 0-85 0,0 0-36 15,0 0-45-15,81-39-76 0,-54 50-38 16,2 4-11-16,4 0-5 0,0 4 29 16,4-2 23-16,-3 4-79 0,-1-3-12 15,-4 1-43-15,-1 0-12 0,-8 0-3 16,-6-1-34-16,-3 0 16 0,-6 3 0 16,-5-2-16-16,-2 5 10 0,-13 1-7 15,-3-1 16-15,-6 2-9 0,-4-2 8 16,0-1 1-16,-3-1 6 0,3-4-10 0,-3 1-14 15,3-6-31-15,-1 2-22 16,4-5-49-16,0-1-56 0,4-4-113 0,5-2-313 16,-3-3-817-16</inkml:trace>
  <inkml:trace contextRef="#ctx0" brushRef="#br1" timeOffset="137904.183">27227 8253 1971 0,'0'0'1346'0,"0"0"-877"16,0 0-188-16,0 0 2 0,0 0 79 15,0 0-83-15,-88 38-93 0,58-13-52 16,-2 6-6-16,1 4-16 0,0 5-9 15,1 1-18-15,3 0 33 0,4 2-43 16,-2 1-27-16,5-5-39 0,5 0-9 16,1-7-2-16,8-2-19 0,6-7 18 15,0-8-24-15,8-5 15 0,9-6 12 16,3-4 2-16,11-4 19 0,0-7-19 0,3-3-2 16,1-3-9-16,-3-1-18 0,-3 0-24 15,-7 4-4-15,-2-1 4 0,-9 6 15 16,-5 2-13-16,-6 2-5 0,-2 1 51 15,-10-1 2-15,-5 0-9 0,-6-1 10 16,-2 1 22-16,-3 0-7 0,-1 0-3 0,1 0-12 16,0 0-9-16,6 2-3 0,-1-1-28 15,6 4-2-15,4 0-55 0,4 0-55 16,1 0-92-16,7 0-259 0,1 0-688 16,0 5-1046-16</inkml:trace>
  <inkml:trace contextRef="#ctx0" brushRef="#br1" timeOffset="138306.141">27606 8135 254 0,'0'0'2299'16,"0"0"-1519"-16,0 0-257 0,0 0-85 15,0 0-57-15,0 0-93 0,0 0-80 16,0 0-16-16,0 0-19 0,-36 96 36 15,28-55-40-15,-1 5-18 0,-2 4 24 0,2 1-64 16,-1 6-27-16,-2 0-35 0,1 6-14 16,-5-1-35-16,1 4-1 0,-2-4-1 15,1 1-1-15,1-4-15 0,1-1 15 16,3-4-58-16,-1-5-8 0,5-2-18 16,1-10-13-16,3-7-35 0,3-7-49 15,0-11-46-15,11-8-226 0,0-4-467 0,2-4-525 16,7-14-1122-16</inkml:trace>
  <inkml:trace contextRef="#ctx0" brushRef="#br1" timeOffset="138546.675">27753 8831 1429 0,'0'0'2321'0,"0"0"-1769"0,0 0-332 16,0 0 20-16,0 0 121 0,0 0-81 16,0 0-77-16,78-27-66 0,-40 22-65 15,6-1-11-15,2-2-7 0,1 1-9 16,0-2-34-16,-1 0-11 0,0-1-18 0,-4-2-39 16,-6 2-79-16,-7 0-67 15,-7 0-49-15,-8 3-129 0,-8 2-345 0,-4 2-718 16,-6 1-826-16</inkml:trace>
  <inkml:trace contextRef="#ctx0" brushRef="#br1" timeOffset="138719.741">27998 8785 130 0,'0'0'225'0,"0"0"1042"0,0 0-201 0,0 0-572 16,-56 89 56-16,49-63-63 0,1 4-63 16,2 1-102-16,2-1-44 0,2-1-77 15,0 0-74-15,2-4-88 0,3 2-39 16,0-2-27-16,-1-4-27 0,-1-2-125 15,-1-5-50-15,1-4-37 0,1-1-175 16,-4-5-346-16,0-1-556 0,0-3-251 16,0 0 936-16,0-5 626 0</inkml:trace>
  <inkml:trace contextRef="#ctx0" brushRef="#br1" timeOffset="138875.93">27968 9087 114 0,'0'0'2018'0,"0"0"-1427"0,0 0-379 15,0 0 93-15,79-56 209 0,-53 49-96 16,0-1-98-16,5 4-61 0,0-5-66 0,2 3-49 15,-2 0-50-15,-2-1-69 0,-2 2-25 16,-3 0-58-16,-5 1-68 0,-5 2-27 16,-5 0-68-16,-3 2-79 0,-6 0-226 15,-3 8-489-15,-11 3-130 0,0 0-205 16,-17 6 1037-16</inkml:trace>
  <inkml:trace contextRef="#ctx0" brushRef="#br1" timeOffset="139010.699">27982 9228 313 0,'0'0'215'0,"0"0"-32"15,0 0 832-15,0 0-36 0,0 0-655 16,0 0-141-16,0 0 59 0,0 0 37 0,0 0-40 16,0 0-63-16,57 52-70 0,-28-60-56 15,1-3-50-15,2-1-3 0,-2 0-163 16,0 0-120-16,0 0-173 0,-7 6-587 16,5-2-402-16</inkml:trace>
  <inkml:trace contextRef="#ctx0" brushRef="#br0" timeOffset="153471.437">26051 3213 948 0,'0'0'234'0,"0"0"1128"0,0 0-931 16,0 0-146-16,0 0 45 0,0 0 2 0,30-67-34 15,-19 53-28-15,3 3-30 0,-2 1-13 16,-2 1-28-16,-2 6-29 0,-3 0-6 16,-3 3-21-16,0 3-37 0,-1 4-25 15,-1 4 34-15,3 7 9 0,-3 5-31 16,2 8 10-16,-1 6-22 0,-1 6-30 16,0-2-33-16,0 8 6 0,0-2-13 15,-1 0-11-15,-4-1-15 0,1 1 3 16,-2-1-3-16,-2-3-24 0,1-7 3 15,1-3 15-15,1-7 3 0,-1-8-6 16,5-5-9-16,-2-7-1 0,3 0 1 0,0-6 12 16,0 0 3-16,0-3-12 0,0-6 6 15,7-4-6-15,4-8-3 0,3-5 20 16,3-8 12-16,0-4 1 0,-1 0-3 16,2-2 3-16,-7 3 2 0,1 0 0 0,-1 3 11 15,-1 4 2-15,-2 3 9 16,2 4-23-16,-2 4 14 0,0 2-3 0,1 6-12 15,0 0 30-15,1 4 3 0,-1 3-3 16,2 4-12-16,-3 0-16 0,1 4 1 16,2 7 0-16,-2 1-2 0,-1 8 15 15,2 3-14-15,-3 3 19 0,-1 5-3 16,-3 1-15-16,-1-1-3 0,-2 1-1 0,0-2-2 16,-3 1-18-16,-5-4-28 0,3-3-23 15,-4-2-18-15,2-1-13 0,0-3-3 16,1-3-12-16,1-2-36 0,1-5-74 15,2-3-92-15,2-5-73 0,2 0-117 16,7-7-93-16,2-3-81 0,7-9-514 16,-5 2-280-16</inkml:trace>
  <inkml:trace contextRef="#ctx0" brushRef="#br0" timeOffset="153820.649">26695 3334 699 0,'0'0'1605'0,"0"0"-1050"0,0 0-141 15,0 0 20-15,0 0 1 0,0 0-90 16,-48 72-59-16,33-46-56 0,-1 5-7 0,5 2-53 16,0 1-39-16,2 0-34 0,4-2-13 15,4-2-5-15,1-8-34 0,0-3-30 16,9-4-15-16,2-7-27 0,3-4-3 16,6-4 6-16,6-2 23 0,-1-8-2 15,5-6-9-15,1-7-22 0,0-1-2 16,0-2 3-16,-3-2 0 0,0 1-4 15,-5-2 10-15,-2 0 6 0,-5 2-16 16,-3 1 22-16,-6 1-12 0,-7 5-7 16,0-2 1-16,-6 3 9 0,-8 2 2 15,0 3 7-15,-3 4-3 0,0 8 16 16,-3 2 1-16,-3 9 1 0,-1 8-27 0,-2 11 27 16,-2 2 27-16,1 5 28 0,1 0-7 15,5-3-23-15,3-2-25 0,5-6-55 16,5-7-85-16,3-5-95 0,5-5-109 15,0-5-86-15,3-2-133 0,5-6-160 0,9-14-614 0</inkml:trace>
  <inkml:trace contextRef="#ctx0" brushRef="#br0" timeOffset="154140.03">26875 3242 342 0,'0'0'2250'15,"0"0"-1829"-15,0 0-209 0,0 0 207 0,0 0-41 16,0 0-75-16,0 0-21 0,60 79-30 15,-55-55-16-15,1 2-63 0,2 4-21 16,-6-4-45-16,1 1-62 0,-1 3-33 16,-2-4-12-16,0-1-14 0,-5 2-10 0,-2-7-25 15,1-2 7-15,0-5 31 0,2-5 11 16,2-5 0-16,2-1-11 0,0-2-8 0,0-2 1 16,0-5-3-16,4-5 19 15,4-5-25-15,3-8 14 0,1-6 13 0,4-10 0 16,4-5 1-16,-1-1-1 0,1 1 0 15,3 1 11-15,-4 7-11 0,1 3-13 16,0 10-5-16,-2 3-12 0,-2 6-4 16,-2 3-12-16,-1 4-21 0,-1 4-88 15,-4 2-54-15,4 3-130 0,-4 0-217 16,3 0-190-16,-5 0-451 0,0 1-609 0</inkml:trace>
  <inkml:trace contextRef="#ctx0" brushRef="#br0" timeOffset="155004.995">27244 3221 813 0,'0'0'1411'0,"0"0"-775"15,0 0-200-15,0 0-5 0,0 0-21 16,0 0-78-16,0 0-79 0,0 0 11 15,0 0-51-15,29 79-57 0,-24-45 2 16,-4 1-58-16,-1 2-25 0,0-1-20 16,0-1-22-16,-4-1 3 0,1-4-25 15,-3-6-11-15,3-3-2 0,2-9 1 16,-1-3-11-16,2-3-3 0,0-5-18 0,0-1-28 16,0 0-17-16,0-1-13 0,6-7 24 15,3-2 12-15,2-8 28 0,4-2 15 16,4-5 10-16,1-4-41 0,-1-3 16 15,-1-1 26-15,-2 1 1 0,1-3-18 16,0 4-4-16,-3 4 20 0,-3 3-19 0,0 8 20 16,-5 5 1-16,-3 6 21 0,0 5-9 15,-3 0 28-15,0 5 0 0,0 6-10 16,-1 7 31-16,-4 4 45 0,-3 5-27 16,-2 2-31-16,0-2-21 0,2-2-13 15,1-4-14-15,2-4-18 0,5-8 0 16,0-4 0-16,0-3 3 0,2-2-12 0,8 0 11 15,3-8 4-15,4-3 11 0,3-3 1 16,0-3 1-16,0-2-1 0,-1 2-18 16,1-1 16-16,-4 6 0 0,-1-1-16 15,-2 3 15-15,-1 3 1 0,-2 2-19 16,-3 4-10-16,0 1 1 0,-1 3 6 16,1 5 24-16,-2 3 17 0,2 4 41 15,-2 4 29-15,0 4 4 0,-4 0-6 0,-1 0-28 16,0 0-14-16,0-1-43 15,0-1 0-15,-3-6-49 0,3 1-23 16,-1-4-37-16,1-4-24 0,0 1-53 0,0-1-33 16,1-2-115-16,2-2-179 0,3 0-433 15,-2-2-351-15,5-2-718 0</inkml:trace>
  <inkml:trace contextRef="#ctx0" brushRef="#br0" timeOffset="155389.506">27935 3376 447 0,'0'0'1637'15,"0"0"-945"-15,0 0-342 0,0 0 10 16,0 0 91-16,0 0-10 0,0 0-113 16,0 0-150-16,0 0-44 0,-86 19-15 15,64 12-3-15,-3 2 106 0,5-3-55 16,3-2-64-16,4-6-46 0,6-4-57 16,1-5 0-16,6-4-18 0,0-4 0 15,0-3-3-15,7-2-13 0,3 0-14 16,4-5-7-16,3-5 29 0,3-2 25 0,1-5-19 15,0-2-10-15,-1-1 2 0,-4 2 26 16,-2 4-13-16,-4 2 13 0,-3 2 1 16,-3 6-1-16,-2 2 1 0,-2 2 1 0,0 0 0 15,0 5 6-15,0 3-4 16,0 3 32-16,0 4 47 0,0 2-8 0,-2 1-15 16,-2 0-13-16,4-2-21 0,-1-3-24 15,1-3-1-15,0-7-29 0,0 1 3 16,4-4-1-16,2 0-44 0,2-4-10 15,3-6 12-15,4-4-6 0,4-4-15 16,1-3-49-16,2-2-6 0,-2-5-10 16,3 0 15-16,0-5-47 0,2-3-76 15,-5-6-96-15,2-3-53 0,-4-7-146 0,-2-5-83 16,1-7-169-16,-5-6-446 16,-5 15 1016-16,5-31 233 0</inkml:trace>
  <inkml:trace contextRef="#ctx0" brushRef="#br0" timeOffset="155601.053">28294 2619 684 0,'0'0'55'15,"0"0"1384"-15,0 0-980 0,0 0-124 16,0 0 42-16,0 0-6 0,0 0-37 0,0 0-53 16,0 0-43-16,-19 73-22 0,13-45-5 15,0 0-16-15,2 6-21 0,-3 5-16 16,1 4-10-16,0 6-9 0,-1 0-33 16,-3 3-18-16,2 4-37 0,-3-1-12 15,-1 2-37-15,1-1-2 0,-2-6-12 16,3-3-12-16,2-5-30 0,0-5-73 15,5-3-24-15,0-7-10 0,2-3-9 16,1-3-49-16,0-3-142 0,0-1-232 0,4-3-491 16,-1-6-421-16,-1-1 270 0</inkml:trace>
  <inkml:trace contextRef="#ctx0" brushRef="#br0" timeOffset="156714.854">26364 3845 735 0,'0'0'120'16,"0"0"281"-16,0 0 849 0,0 0-802 15,0 0-106-15,0 0 14 0,0 0-16 0,0 0-43 16,0 0-58-16,0 0-42 0,0 0-46 0,-6-6-35 15,9 6-18-15,0 0-28 0,1 0-18 16,5 0-40-16,7 0 12 0,5 0 40 16,8 0-9-16,7 0-10 0,6-1 25 15,8-3 12-15,4-3-52 0,2-2-27 16,5 1 0-16,2 1 0 0,6-4 16 16,0 3-19-16,3-3-1 0,6 1-12 15,2-1-2-15,5-1 14 0,1 0 0 16,0 0 0-16,2 0-11 0,-2 2-12 15,-6 0 22-15,-5 2-13 0,-5-1-19 0,-10 6-8 16,-10-2 5-16,-8 3-2 0,-11-3 21 16,-9 5 15-16,-4-2-19 0,-10 2 20 15,-3 0 1-15,-2 0-1 0,0 0-13 16,-3 0-6-16,0 0-13 0,0 0-11 16,0 0-4-16,0 0-15 0,2 0-22 15,-2 0-18-15,1 0-15 0,-1 2-1 16,0 0-16-16,0 3-68 0,0-2-125 0,-1 2-143 15,-7 4-122-15,0 1-145 0,0-2-456 16,-11 4 425-16,60-68 529 0</inkml:trace>
  <inkml:trace contextRef="#ctx0" brushRef="#br0" timeOffset="157800.918">25599 4368 743 0,'0'0'2'16,"0"0"339"-16,0 0 917 0,0 0-809 0,0 0-115 15,0 0 64-15,-78 24-25 0,69-22-69 16,5-2-55-16,1 0-52 0,3 0-31 16,0 0-43-16,0 0-22 0,0 0 9 15,3 0 11-15,1 1-29 0,3-1-44 0,4 1-26 16,3 1 11-16,6-1 3 0,8 1 16 15,3-1-16-15,2-1-8 0,4 0-4 16,3-4-23-16,-3-2-1 0,-1 0-27 16,0 0-55-16,-1-3-82 0,-5 4-52 15,-1-1-29-15,-5 3-28 0,-4 2-139 16,-6 1-202-16,-6 0-435 0,-5 0-365 0</inkml:trace>
  <inkml:trace contextRef="#ctx0" brushRef="#br0" timeOffset="157953.938">25688 4477 329 0,'0'0'304'16,"0"0"1354"-16,0 0-1151 0,0 0-189 0,0 0-104 15,0 0-58-15,0 0 97 0,0 0 97 0,0 0-126 16,82 46-66-16,-46-43-44 0,2-2-40 16,-1-1-21-16,3-1-38 0,-3-5-15 15,-4-1-20-15,0 1-119 0,-1-5-62 16,-1-1-1-16,-3-2-169 0,-8 3-354 15,-3-12-1016-15</inkml:trace>
  <inkml:trace contextRef="#ctx0" brushRef="#br0" timeOffset="158216.063">26022 4217 121 0,'0'0'1270'16,"0"0"-461"-16,0 0-331 0,0 0-47 0,0 0-49 15,96 15-119-15,-71-11-53 0,1 5-49 16,-1 0-61-16,-2 0-25 0,-1 4-1 16,-2 2 41-16,-3 3 39 0,-3 1-37 15,-3 4-77-15,-6 1-22 0,-5 2-2 16,0 2 10-16,-10 4-26 0,-3 4-21 16,-4 1 5-16,-3-2-17 0,-1 1-17 15,1-2 11-15,2-6 2 0,0-4 0 16,3-4-13-16,4-5-36 0,1-5-41 15,3-4-26-15,4-1-35 0,3-4-48 16,0-1-140-16,0 0-265 0,5-3-659 16,9-10 231-16</inkml:trace>
  <inkml:trace contextRef="#ctx0" brushRef="#br0" timeOffset="158700.617">27265 4228 1076 0,'0'0'1384'0,"0"0"-959"0,0 0-277 15,0 0 111-15,0 0 134 0,0 0-138 16,0 0-109-16,0 0-68 0,0 0-32 16,0 0-5-16,-88 29 9 0,70-19 9 15,1 2 15-15,1 1 22 0,-4 2 18 16,1-1 0-16,1 1 12 0,-2 1-16 15,2 0-24-15,-3 2-35 0,-1 2-11 0,-1 3-16 16,-5 2-24-16,3 5 0 0,-3-1-2 16,2 1-10-16,2 0 12 15,3 0-1-15,4-4-9 0,6 0 10 0,1-3 12 16,6-4 13-16,4-5-13 0,0 1-11 16,0-3 23-16,9-2 22 0,2-1-31 15,3-3-15-15,3-2-2 0,3-3 0 0,2-1 0 16,3-2 1-16,0-5 0 0,-2-4 1 15,-1-2 1-15,0 1-1 0,-4 0 0 16,-4 2 0-16,-4 1 1 0,-2 2 9 16,-5 4-10-16,-1-3 0 0,-2 2-1 15,-2 0-16-15,-5-1-44 0,-5-1-24 16,1 0 17-16,-5-3 16 0,-1 3-24 16,-2-1 6-16,0 2 2 0,0 2 22 15,1-1 15-15,0 3-33 0,3 1-50 0,0 0-29 16,-1 0-49-16,3 0-78 0,2 0-143 15,2 1-168-15,2 1-623 0,1 0-258 16</inkml:trace>
  <inkml:trace contextRef="#ctx0" brushRef="#br0" timeOffset="159216.236">27587 4382 75 0,'0'0'2116'0,"0"0"-1406"15,0 0-278-15,0 0-80 0,0 0 36 16,0 0-39-16,0 0-108 0,0 0-82 15,0 0-54-15,0 0-14 0,0 0-14 16,-56 0-19-16,49 12-16 0,1 5-14 16,-1 8 14-16,4 4 4 0,-1 3 18 0,1 3 57 15,2 0 4-15,-4 0-68 0,4-3-27 16,-1-3-8-16,2-2-22 0,0-3-1 16,0-2 1-16,0-4-2 0,3-4-14 15,5-1 1-15,0-3-30 0,4-3-16 16,4-2-14-16,4-4-26 0,4-1-29 15,2 0-26-15,2-7-42 0,-1-4-57 0,-1 0-104 16,-2-3-199-16,-1 2-196 0,-7 2-503 16,1-6-483-16</inkml:trace>
  <inkml:trace contextRef="#ctx0" brushRef="#br0" timeOffset="159453.211">27925 4271 2247 0,'0'0'1521'15,"0"0"-1159"-15,0 0-131 0,0 0 188 16,0 0-85-16,0 0-136 0,0 0-46 16,79 11-31-16,-46-9-9 0,1-2-54 15,0 0-35-15,-3-5-23 0,3-1-3 0,-3 0-27 16,0-4-97-16,-3 4-77 0,-6 0-42 15,0 0-63-15,-5 3-147 0,-8 1-549 16,-6-1-597-16</inkml:trace>
  <inkml:trace contextRef="#ctx0" brushRef="#br0" timeOffset="159641.837">28040 4339 303 0,'0'0'258'16,"0"0"1462"-16,0 0-1027 0,0 0-230 0,-22 77-8 15,22-52-1-15,0-5-135 0,0 3-126 16,0-3-61-16,0 0-65 0,0-1-56 16,0-2-11-16,0-1-39 0,-3 0-68 15,-1 1-84-15,-3-2-65 0,3 0-45 16,-1-1-120-16,2-4-324 0,-1-3-530 16,0-4-116-16,2-1 1326 0</inkml:trace>
  <inkml:trace contextRef="#ctx0" brushRef="#br0" timeOffset="159800.288">28015 4591 788 0,'0'0'147'0,"0"0"865"0,0 0-349 16,0 0-203-16,0 0-36 0,0 0 34 0,87-63-92 16,-67 55-115-16,0 2-75 15,3 1-72-15,-2 0-73 0,0 4-31 0,-1-1-46 16,-2-1 6-16,-3 3-99 0,-1 0-108 16,-6 0-95-16,-2 5-223 0,-3 1-638 15,-5 4-550-15</inkml:trace>
  <inkml:trace contextRef="#ctx0" brushRef="#br0" timeOffset="159953.209">28018 4692 212 0,'0'0'1578'0,"0"0"-514"0,0 0-619 0,0 0-35 16,0 0 46-16,0 0-130 0,0 0-67 16,0 0-45-16,78 9-58 0,-44-9-83 15,3-3-39-15,2-6-16 0,3-4-18 16,1 0-79-16,0-5-89 0,-2 1-74 15,0-2-76-15,-5 1-191 0,-9 3-646 16,1-8-838-16</inkml:trace>
  <inkml:trace contextRef="#ctx0" brushRef="#br0" timeOffset="160214.86">28558 4207 686 0,'0'0'355'0,"0"0"608"0,0 0-493 16,0 0-3-16,0 0 47 0,0 0-78 0,87 86-50 16,-67-62-120-16,-2-1-32 0,1 0-41 15,-2 0-49-15,-6 1-52 0,1-2-35 16,-4 3-14-16,-3 2-32 16,-5 0-11-16,0 3-36 0,-12 2-10 0,-2 2-18 15,-6-1-31-15,-5 0-21 0,1-2 3 0,-4-3 27 16,2-6-3-16,3-4-7 15,0-5-34-15,4-2-37 0,2-4-74 0,1-7-203 16,4 0-265-16,-3 0-810 0</inkml:trace>
  <inkml:trace contextRef="#ctx0" brushRef="#br0" timeOffset="161186.709">29516 4296 261 0,'0'0'107'0,"0"0"928"16,0 0 104-16,0 0-649 0,0 0-187 15,0 0-14-15,0 0-30 0,0 0-67 0,0 0-55 16,0 0-28-16,0 0-19 16,-4-35-31-16,-2 34-3 0,-2 1-28 0,3 0-28 15,-4 0 0-15,2 0 0 0,0 3 18 16,-1 1 13-16,-1 0-9 0,-2-1 2 16,-2 4 1-16,-2 2-4 0,-4-1 1 15,-2 5-7-15,0 2 4 0,-3-1-4 16,2 2 0-16,-1-2-13 0,3 0 11 15,4-3 27-15,1-2 12 0,4-2 52 16,5-2-3-16,3-4-46 0,2 2-37 16,-2-3 3-16,3 1-21 0,0 1 1 0,0-2 1 15,0 0-2-15,0 2 0 0,0 2 0 16,-1-1 11-16,1 1-8 0,-2 1-3 16,2-2 2-16,0 0 10 0,0-2-12 15,0 0 24-15,0 1 16 0,0-2-16 16,0 0 3-16,0 0-8 0,2 0 2 15,-2 0-6-15,0 0-3 0,0 0 0 0,1 0-11 16,-1 0-1-16,3 0-2 0,-3 0-22 16,2 2 6-16,0 1 18 0,2 2-1 15,1 0 1-15,1 1-1 0,2-1-1 16,2 0-13-16,0-2-37 0,1 0 15 16,1-2 13-16,-2 1 24 0,-1-2 0 15,0 0 12-15,-2 0 0 0,-3 0-9 16,1 0 22-16,-2 0-4 0,3 0 0 15,-1-2 4-15,1-1 23 0,2 1-20 16,4-2-7-16,1 1-9 0,2-2-12 0,-1 0 0 16,0 2-3-16,0-2-12 15,-3 0-10-15,-3 4-5 0,-1-4-46 0,-4 4-27 16,-1 0-13-16,-2-1 12 0,0 2 21 0,0 0 4 16,0 0-20-16,-2 0-21 15,-1 0-9-15,0 0-20 0,-1 0-91 0,-1 0-224 16,-4 0-324-16,2 0-1321 0,-8 0 1376 0</inkml:trace>
  <inkml:trace contextRef="#ctx0" brushRef="#br0" timeOffset="161460.855">29107 4629 666 0,'0'0'167'0,"0"0"1010"0,0 0-623 16,0 0-251-16,0 0 59 0,0 0 26 0,0 0-42 15,0 0-110-15,0 0-47 0,0 0-9 16,84 28-11-16,-62-28-30 0,1 0-32 16,3 0-34-16,3-5-30 0,0-2-10 15,0 1-16-15,-1-1-17 0,1-1-16 16,-1 1 1-16,-3-1-43 0,0-1-119 15,3 0-14-15,-3-1-46 0,1 1-96 16,-1-2-231-16,-8 1-608 0,8-5-897 0</inkml:trace>
  <inkml:trace contextRef="#ctx0" brushRef="#br0" timeOffset="161742.862">29883 4141 1580 0,'0'0'1315'0,"0"0"-734"0,0 0-318 16,0 0-40-16,0 0 196 0,0 0-76 15,0 0-104-15,0 0-61 0,96 12-60 16,-68-12-54-16,6 0-21 0,1-2-16 15,1-3-15-15,2-3-12 0,-2-1-3 16,-3-2-67-16,-3 0-85 0,-7 2-22 16,-4 0-4-16,-7 4-53 0,-6 0-100 15,-5-1-206-15,-1 4-225 0,-4-1-773 0</inkml:trace>
  <inkml:trace contextRef="#ctx0" brushRef="#br0" timeOffset="161949.377">30055 4123 957 0,'0'0'137'0,"0"0"782"0,0 0-479 16,0 0 53-16,0 0 47 0,0 0-51 0,-39 73-89 16,30-45-54-16,1 3-61 0,0 4-4 15,2 3-56-15,0-2-89 0,-2 4-30 16,2-2-31-16,2 0-29 0,-2-3-44 16,3-4-2-16,-1-4-24 0,4-7-46 15,0-2-21-15,0-5-30 0,6-2-46 16,0-4-58-16,1-1-68 0,2-6-114 15,3 0-221-15,-1-1-412 0,-3-5-412 0,7-9 413 0</inkml:trace>
  <inkml:trace contextRef="#ctx0" brushRef="#br0" timeOffset="162135.272">30127 4428 293 0,'0'0'147'16,"0"0"2127"-16,0 0-1920 0,0 0-217 15,0 0 144-15,0 0 167 0,0 0-88 16,0 0-118-16,0 0-72 0,101-21-26 0,-77 20-6 15,4-1-40-15,-1 1-53 16,0-1-24-16,1 0-21 0,-2 1-25 0,-7-1-17 16,1 1-84-16,-7 0-52 0,-1 1-16 15,-6-2-56-15,-3 2-113 0,-3 0-298 0,-3 3-639 16,-4 3-368-16</inkml:trace>
  <inkml:trace contextRef="#ctx0" brushRef="#br0" timeOffset="162350.224">29994 4711 2811 0,'0'0'340'0,"0"0"-282"15,0 0 162-15,0 0 147 0,0 0-37 16,0 0-140-16,0 0-44 0,0 0-10 0,84 6 70 16,-56-6-50-16,4 0-40 0,1-4-21 15,1 2-4-15,-3-2-21 0,0-1-15 16,-1 2-25-16,-1-2-17 0,-1 1-13 15,0 2-28-15,0-1-20 0,0 2-22 16,0-1-80-16,-5 2 37 0,-3 0-169 0,-4-4-116 16,-5 2-236-16,-1-3-794 0</inkml:trace>
  <inkml:trace contextRef="#ctx0" brushRef="#br0" timeOffset="167157.215">25197 1138 108 0,'0'0'166'15,"0"0"1647"-15,0 0-1499 0,0 0-49 16,43-71 60-16,-35 55 36 0,-3 6 10 0,-1-1-50 16,-4 4-15-16,2 1-61 0,-2 2-33 15,0 3 9-15,0-1-57 0,-3 2-45 16,-2 0-16-16,-3 0-103 0,-5 5 0 16,-5 4-42-16,-2 3-1 0,-6 4 10 15,1 3 6-15,0 4 26 0,-3 0 2 0,0 4-1 16,-3 4 3-16,0 4-1 15,-3 1 13-15,1 5 3 0,1 2-15 0,1 0 6 16,5 0-9-16,4-3-1 0,7-4-17 16,6-5 6-16,6-8 11 0,3-6 1 15,7-5-1-15,8-5 1 0,4-5 17 16,5-2 16-16,3-1 10 0,1-8-26 16,1-4-17-16,-4-2-15 0,-1-1 3 15,-3 2-9-15,-4 0-10 0,-3 1-11 16,-6 2-4-16,-1 4 12 0,-5 2 33 15,-2 2 1-15,0-2 19 0,-9 1-19 16,-1 1-34-16,-2-4 31 0,1 2-12 16,-1-1 3-16,2 3-4 0,0-1-11 15,5 1-10-15,-1 1 10 0,1 1-22 0,5 0-80 16,-1 1-12-16,1-2-56 0,0 1-107 16,0-1-196-16,4-3-223 0,-1 3-480 0,7-6-553 15</inkml:trace>
  <inkml:trace contextRef="#ctx0" brushRef="#br0" timeOffset="167406.73">25478 1186 150 0,'0'0'2455'16,"0"0"-1979"-16,0 0-202 0,0 0 78 0,0 0 45 16,0 0-92-16,0 0-141 0,0 0-99 15,0 0-62-15,0 0-3 0,41 67-43 0,-38-55-102 16,-1-1-76-16,-2 1-108 16,0 1-168-16,-2-1-476 0,-1-2-305 0,-9 0 162 15</inkml:trace>
  <inkml:trace contextRef="#ctx0" brushRef="#br0" timeOffset="167536.827">25414 1399 349 0,'0'0'1872'0,"0"0"-1352"16,0 0-237-16,0 0 43 0,0 0 48 15,0 0-91-15,0 0-88 0,0 0-49 16,0 0-19-16,0 0-62 0,0 0-40 0,75 47-25 16,-54-47-130-16,0-5-44 0,0-3-328 15,-6 1-842-15,1-6-1051 0</inkml:trace>
  <inkml:trace contextRef="#ctx0" brushRef="#br0" timeOffset="167786.132">25741 1041 261 0,'0'0'2772'0,"0"0"-2319"15,0 0-228-15,0 0 168 0,0 0-20 16,0 0-111-16,0 0-77 0,94 0-51 16,-71-2-39-16,0-1-53 0,2-2-17 15,-1 0-25-15,2-2-9 0,-2 1-31 16,-2 1-94-16,-2-1-90 0,-5 3-31 16,-4 0-43-16,-3 2-239 0,-5 1-246 15,-3 0-475-15,0 0-403 0</inkml:trace>
  <inkml:trace contextRef="#ctx0" brushRef="#br0" timeOffset="167981.936">25918 1062 284 0,'0'0'261'0,"0"0"48"0,0 0 1012 0,0 0-940 16,0 0-68-16,-22 82 151 0,16-56-102 16,0 2-126-16,3 1 0 0,-2 4-25 0,0-1-84 15,-1 0-53-15,2-1-24 0,0-1-39 16,-3-4-11-16,4-4-12 0,0-4-16 15,1-6-12-15,2-1-72 0,0-3-102 16,0-2-62-16,0 0-67 0,0-4-192 16,0 0-287-16,0-2-551 0,0 0 631 0</inkml:trace>
  <inkml:trace contextRef="#ctx0" brushRef="#br0" timeOffset="168147.917">25859 1398 329 0,'0'0'2062'0,"0"0"-1704"0,0 0-124 15,0 0 61-15,0 0 111 0,0 0-79 0,0 0-104 16,79-46-71-16,-57 39-65 0,4 0-51 0,0 2-36 16,3 2-37-16,-3-1-15 0,2 1-35 15,-2 1-134-15,-6 2-75 0,-7 0-74 16,-4 2-174-16,-6 5-459 0,-3-1-266 16,-11 8 737-16</inkml:trace>
  <inkml:trace contextRef="#ctx0" brushRef="#br0" timeOffset="168312.109">25857 1594 329 0,'0'0'326'0,"0"0"1189"16,0 0-1136-16,0 0-108 0,0 0 11 15,0 0 37-15,0 0 48 0,0 0-24 16,0 0-75-16,0 0-92 0,0 0-83 0,88 37-35 16,-61-37-15-16,3 0-40 15,2-4-3-15,0 1-31 0,-2-2-132 0,0-1-69 16,-1 0-71-16,-2-3-252 0,-4 3-633 15,2-6-737-15</inkml:trace>
  <inkml:trace contextRef="#ctx0" brushRef="#br0" timeOffset="168694.46">26405 1277 355 0,'0'0'1664'15,"0"0"-610"-15,0 0-859 0,0 0-51 16,0 0 185-16,0 0 18 0,0 0-89 0,0 0-81 16,0 0-103-16,0 0 9 0,87-1 3 15,-53 1-21-15,2 0-35 0,4-3-17 16,-1 0 14-16,1-2-16 0,0 0-11 16,1-2-3-16,-1 0-12 0,-1-2-10 15,-2-1-104-15,-1 0-62 0,-4 0-128 16,-2-2-117-16,-10 4-318 0,-3-5-725 0</inkml:trace>
  <inkml:trace contextRef="#ctx0" brushRef="#br0" timeOffset="168970.982">26900 1008 245 0,'0'0'681'0,"0"0"1076"0,0 0-1528 16,0 0-181-16,0 0 144 0,0 0 121 0,0 0-63 15,0 0-90-15,81 18 13 0,-61-13-53 16,0 2-17-16,2 1-26 0,-1 1-15 16,-3 2-21-16,0 0-1 0,-3 2-40 15,-2 1 0-15,-4 3-3 0,-5 2 3 16,-3 2-1-16,-1 1 1 0,-5 2-31 16,-6 2 9-16,-6 2 19 0,-2 2-44 15,-4 0-15-15,0 0-12 0,-3 0-10 16,4-3-30-16,0-2-24 0,3-4-44 0,6-4-69 15,2-1-141-15,6-8-274 0,2-2-577 16,3-6 98-16</inkml:trace>
  <inkml:trace contextRef="#ctx0" brushRef="#br0" timeOffset="169509.473">27609 1019 2093 0,'0'0'1191'15,"0"0"-933"-15,0 0-97 0,0 0-6 16,88-48 56-16,-60 33 1 0,-1-3-113 16,2-1-83-16,2-1-16 0,3 0-62 0,-3 2-216 15,1 1-186-15,-5 0-180 16,-10 7-461-16,-3 2-651 0</inkml:trace>
  <inkml:trace contextRef="#ctx0" brushRef="#br0" timeOffset="169749.284">27686 969 1284 0,'0'0'134'15,"0"0"1149"-15,0 0-1094 0,0 0-70 16,0 0 121-16,-37 79 107 0,32-50-60 16,-2 3-73-16,2 5-27 0,-1 5-41 15,-1 2-19-15,-3 3-16 0,2 1-7 16,-3 1-9-16,-1-2-21 0,3-1-44 0,2-7-30 15,1-5-33-15,4-6 8 0,2-7-2 16,0-5-38-16,0-7-48 0,2-4-29 16,4-3-10-16,-2-2 3 0,3-2-83 15,5-4-167-15,-4-6-274 0,0 3-572 16,0-11-471-16</inkml:trace>
  <inkml:trace contextRef="#ctx0" brushRef="#br0" timeOffset="169933.941">27604 1314 170 0,'0'0'2563'0,"0"0"-2092"15,0 0-213-15,0 0-26 0,0 0 95 16,0 0-42-16,0 0-78 0,102-26-49 16,-69 18-72-16,1-1-52 0,1 2-34 15,-2-2-27-15,0 0-65 0,-1 2-124 16,-2 0-98-16,-4 0-111 0,-7 3-608 15,-5-1-782-15</inkml:trace>
  <inkml:trace contextRef="#ctx0" brushRef="#br0" timeOffset="170703.609">27505 629 1456 0,'0'0'328'0,"0"0"651"0,0 0-735 16,0 0-93-16,0 0 50 0,0 0 46 15,0 0-13-15,0 0-36 0,0 0-32 0,0 0-41 16,-1 1-32-16,5-1-35 0,1 0-17 15,5 0 11-15,1 1 47 0,9 2 91 16,1-3-67-16,8 0-44 0,-1 0-18 16,6-3 15-16,-1-1-18 0,2-3-30 15,1-2-25-15,1 0 0 0,-1-1-3 16,-2-1 0-16,-1 1-28 0,-5 2-8 16,-4 0-59-16,-1-1-27 0,-4 2-40 15,-2 1-56-15,-1 0-23 0,-1 0-83 16,-4 4-210-16,-3-1-445 0,-2 0-711 0</inkml:trace>
  <inkml:trace contextRef="#ctx0" brushRef="#br0" timeOffset="173375.175">29291 999 293 0,'0'0'2948'0,"0"0"-2488"15,0 0-265-15,0 0 10 0,0 0 137 16,0 0-70-16,0 0-70 0,0 0-79 16,0 0-47-16,0 0 16 0,-20-11-16 0,8 17-52 15,-4 5-22-15,-5 3 22 0,-1 5 1 16,-4 5-1-16,-1 4-24 0,1 3 18 16,-2 4-15-16,3 3 15 0,-1-2 1 15,1 1-19-15,6-1-14 0,4-6 1 16,7-6-2-16,5-8-9 0,3-4 6 15,0-3 7-15,8-4 10 0,3 0-14 16,6-4 15-16,4-1-1 0,0 0-56 0,5-1-29 16,2-7-5-16,-1 0-7 0,-3-3-6 15,-3 0 18-15,-3 0 12 0,-7 4 19 16,-2 1 29-16,-7 2 26 0,-2 2 28 16,-2-1 12-16,-6 0 12 0,-4 0 22 15,-1-3-59-15,-4 4 16 0,0-3-29 0,0 3 26 16,1 0 8-16,3 0-17 15,2 2-19-15,5 0-22 0,1 0-15 0,2 0-15 16,3 0-37-16,0 0-83 0,0 0-125 16,5 0-290-16,1-1-581 0,8-5-286 0</inkml:trace>
  <inkml:trace contextRef="#ctx0" brushRef="#br0" timeOffset="173775.33">29707 1002 2782 0,'0'0'478'0,"0"0"-335"0,0 0-3 15,0 0 72-15,0 0 49 0,0 0-79 16,-79 25-58-16,66-11-28 0,0 0-6 16,3 2 9-16,-3 3 49 0,3 3-13 15,-2 5-16-15,0 4-9 0,-1 5-15 16,-4 4-4-16,3 5-18 0,-3-2-21 15,6-1-40-15,3-4-10 0,2-4 0 16,6-6-2-16,0-3-37 0,6-3-2 16,4-8-10-16,5-3-30 0,1-2-9 0,2-5 5 15,4-2-30-15,1-2-9 0,3-7-63 16,3-5-93-16,1-2-289 16,-7 1-489-16,6-10-492 0</inkml:trace>
  <inkml:trace contextRef="#ctx0" brushRef="#br0" timeOffset="173967.895">29878 1108 729 0,'0'0'2610'0,"0"0"-2056"0,0 0-380 16,0 0-34-16,0 0 140 0,0 0 19 15,0 0-54-15,0 0-56 0,90 0-89 16,-62-4-54-16,0 0-43 0,1-2-3 15,0 0-37-15,-2-4-127 0,2 3-117 16,-5-3-58-16,-1 0-200 0,-6 3-662 16,-6-5-689-16</inkml:trace>
  <inkml:trace contextRef="#ctx0" brushRef="#br0" timeOffset="174154.063">29990 1102 1148 0,'0'0'1896'16,"0"0"-1617"-16,0 0-155 0,-53 80 180 0,39-51 114 15,2-1-77-15,4-2-103 0,3-2-79 16,5-3-88-16,0-4-70 0,0 1-1 16,0-2-101-16,3-6-41 0,-1 2-21 15,-2-3-44-15,0-1-86 0,0 0-231 16,-2-2-497-16,-3-1-464 0,-8-3 553 0</inkml:trace>
  <inkml:trace contextRef="#ctx0" brushRef="#br0" timeOffset="174403.957">29945 1349 251 0,'0'0'2981'0,"0"0"-2555"0,0 0-202 16,0 0 174-16,78-35-48 0,-60 28-150 15,2 0-96-15,0 1-95 0,-6 0-9 0,3 2-70 16,-6 3-146-16,-3 0-56 0,-5 1-36 16,0 0-143-16,-3 5-154 0,-6 3-175 0,-5 4-6 15,-6 1-222-15,-5 3 633 16,-4 2 375-16,-2-1 186 0,3 2 192 0,-1-2 98 15,4-1 266-15,6-4-146 0,7-2-100 16,3-3 15-16,6-2-97 0,0-1-90 16,9-1-39-16,4 2-106 0,7-3-71 15,5-2-19-15,5 0-28 0,5-1-61 16,2-8-58-16,2-1-105 0,1-6-90 16,-4 0-117-16,-7 2-395 0,4-11-1089 0</inkml:trace>
  <inkml:trace contextRef="#ctx0" brushRef="#br0" timeOffset="174662.647">30416 996 277 0,'0'0'2243'0,"0"0"-2021"0,0 0-3 15,0 0 111-15,0 0-44 0,45 86 7 16,-33-64-63-16,4 1-62 0,-5 1-68 15,1 0-23-15,-4 0-18 0,-3 2-9 16,-2 1-10-16,-3 0-6 0,-2 2-19 16,-7-1-9-16,-6-1-6 0,-3 0-37 15,-2-1-9-15,0-2 0 0,-2-1-7 16,2-3-40-16,6-5-16 0,-1-3-46 0,7-5-53 16,0-1-54-16,8-6-193 0,0 0-620 15,0-7-657-15,13-11 1413 0</inkml:trace>
  <inkml:trace contextRef="#ctx0" brushRef="#br0" timeOffset="174826.325">30840 1286 10 0,'0'0'3276'16,"0"0"-2882"-16,0 0-211 0,0 0 187 0,82-37-109 16,-63 30-153-16,-1-1-108 0,-1 3 0 15,0 0-93-15,0 1-152 0,-7 0-93 16,0 4-101-16,-5 0-184 0,-5 0-355 15,0 0-249-15,-16 8 770 0</inkml:trace>
  <inkml:trace contextRef="#ctx0" brushRef="#br0" timeOffset="174972.447">30767 1366 323 0,'0'0'277'16,"0"0"1408"-16,0 0-1018 0,0 0-273 0,0 0-51 0,0 0 44 16,0 0-100-16,0 0-95 0,0 0 11 15,0 0-65-15,-5 41-46 0,21-41-25 16,6 0-67-16,2-2 0 0,4-4-92 15,0-3-67-15,1-3-60 0,1 1-50 16,-5-4-160-16,-3 5-652 0,5-8-1033 0</inkml:trace>
  <inkml:trace contextRef="#ctx0" brushRef="#br0" timeOffset="175158.07">31337 1049 3432 0,'0'0'1160'0,"0"0"-966"0,0 0-53 0,0 0 48 16,0 0-43-16,0 0-45 0,0 0-56 15,100-8-45-15,-64 2-32 0,-1-2-114 16,-4 4-65-16,-2-4-37 0,-3 1-57 16,-5-1-263-16,-5 2-536 0,-7-5-523 0</inkml:trace>
  <inkml:trace contextRef="#ctx0" brushRef="#br0" timeOffset="175334.833">31418 1050 1099 0,'0'0'709'15,"0"0"7"-15,0 0-348 0,-30 70 92 0,20-44 84 16,-2 4-102-16,4 0-102 16,0 1-107-16,0-1-80 0,-1-1-80 0,2-1-51 15,-2-2-22-15,3-3 0 0,-1-1-14 16,2-3-20-16,0 0-122 0,2-6-59 15,0 0-19-15,3-1-54 0,-3-3-140 16,2-4-354-16,0-2-915 0</inkml:trace>
  <inkml:trace contextRef="#ctx0" brushRef="#br0" timeOffset="175509.492">31342 1338 1186 0,'0'0'1825'0,"0"0"-1150"16,0 0-435-16,0 0-14 0,0 0 104 15,81-38-127-15,-61 30-71 0,3 3-40 16,-2 0-92-16,2 0-3 0,0 2-49 16,0-1-12-16,-4 1-65 0,-2 2-35 0,-3 0-22 15,-3 1-77-15,-5 0-162 0,-5 1-164 16,-1 3-443-16,-9 5-434 0</inkml:trace>
  <inkml:trace contextRef="#ctx0" brushRef="#br0" timeOffset="175682.604">31206 1534 1903 0,'0'0'1597'0,"0"0"-1506"0,0 0-78 0,0 0 249 15,90-21 121-15,-49 10-147 0,6 1-116 16,4 0-74-16,1-1-46 0,5 6-24 16,-3-3 11-16,-3 2-92 0,-4-2-202 15,1 0-111-15,-14 5-352 0,11-9-1329 0</inkml:trace>
  <inkml:trace contextRef="#ctx0" brushRef="#br0" timeOffset="179987.384">25358 646 365 0,'0'0'391'15,"0"0"761"-15,0 0-890 0,0 0-61 16,-104-1 19-16,68 6-11 0,-3 2-35 16,-2-1-39-16,-3 0 5 0,-2 2 35 0,1 3-48 15,-2-3-29-15,-1 7-3 0,-2-3-13 16,-2 7-25-16,-3 1-29 0,1 4-28 16,-3 3 0-16,-2 2-2 0,2 2-11 15,-2 1-12-15,2 1-9 0,2 0 11 16,2 1 23-16,4-1 0 0,3 2-16 15,4 3 13-15,2 0 3 0,5 2 19 16,2 3 25-16,7 1-10 0,4 1-5 16,2 5-26-16,3 0 21 0,6 6-23 15,3 3-2-15,8 1 2 0,0 2-17 0,12-3 32 16,12-5-7-16,10-4-6 0,11-6 29 16,9-6-14-16,8-3 34 0,5-4 38 15,6-2-46-15,0-1-26 0,1 0-7 16,2 0-11-16,-1 3-1 0,4 0-18 15,3 0 19-15,8 2 16 0,5-2 46 0,6-1-31 16,4 0-31-16,8-6-40 16,3-2 40-16,5-4 1 0,2-4 0 0,5-2 13 15,3-6-14-15,6-2-1 0,2-2-1 16,2-2 2-16,2 0 14 0,-2 0-14 16,0-5 12-16,-3 0-12 0,-4 0-19 15,-1-3-2-15,-4 1-10 0,1-1-16 16,2-3 12-16,1 0 35 0,6-2 17 15,6-2 14-15,5-2-28 0,6-2-1 16,4-1 1-16,4 0 25 0,8-3 3 0,-4 0 34 16,5-2-28-16,-3-1-6 0,-3 2-18 15,-1 2-13-15,0-1 27 0,-2 4 17 16,1 2 8-16,-1-1 29 0,-7 2-14 16,-5 1-36-16,-6-2-31 0,-7-2 46 15,-13-1 6-15,-8 0-9 0,-11-1-22 0,-12-3-20 16,-8 1 0-16,-10-6-1 0,-9 1-33 15,-7-2-41-15,-5-2-30 0,-5-2 2 16,-1 0 0-16,-1-2 28 0,-1 0 40 16,0-2 34-16,2 1 5 0,-2 0-4 15,1 1 23-15,-2-1 59 0,-5 1 25 16,-2-2-15-16,-9 1-7 0,-3-2-31 16,-9 1-24-16,-4-2-31 0,-3 0-14 15,-6-1-42-15,-5-2-42 0,-1-1-31 16,-6 2-17-16,-10-1 3 0,-4 0-44 0,-11-1-18 15,-8 2-12-15,-12 0-5 16,-8 3 72-16,-9-1 86 0,-4 3 32 0,-5 3 32 16,-1 1 27-16,-3 3-24 15,-2 1 52-15,-1 2 50 0,-4-1 31 0,-6-2 4 0,-8 3-14 16,-8-2-41-16,-12 2-61 0,-12 1-23 16,-7 2 20-16,-11 1 32 0,-5 1 16 15,-8 0-56-15,-10 4-13 0,-12 2-11 16,-10 4 11-16,-11 6 30 0,-10 5-27 15,-4 1-3-15,-3 7-2 0,-2 5-24 16,-4 2-18-16,-1 4 19 0,-1 3 3 16,3 2 20-16,-1 4-42 0,3 4-29 15,3 2-5-15,6 4 43 0,4 5-16 16,9 0 32-16,3 5 7 0,7 0 5 16,4 3 6-16,9-2 1 0,12 0 31 15,11-4-18-15,13-5-12 0,18-5 2 0,20-7 25 16,21-8-25-16,23-4-3 0,20-8 0 15,15-3-60-15,13-1-120 0,8-2-56 0,9-1-174 16,0 0-327 0,6-1-873-16</inkml:trace>
  <inkml:trace contextRef="#ctx0" brushRef="#br0" timeOffset="191911.85">26648 3005 1918 0,'0'0'978'0,"0"0"-658"0,0 0-138 15,0 0-71-15,0 0-13 0,0 0 136 0,0 0 2 16,55-72-49-16,-34 54-69 16,4-1-46-16,-1 0-26 0,2 2 0 0,0-1 16 15,0 0 9-15,-3 2-3 0,-3 2-13 16,0 0-21-16,-1 1-16 0,-4 3-17 15,-1-1-1-15,0 1-15 0,-3 0-37 16,1-2-59-16,-3 0-31 0,1 2-41 16,0 0-38-16,0 1-52 0,-4 5-84 15,0-1-161-15,0 4-172 0,-5 1-111 16,-1 0-525-16,0 4 1238 0,-7 5 88 0</inkml:trace>
  <inkml:trace contextRef="#ctx0" brushRef="#br0" timeOffset="192132.498">26799 2974 591 0,'0'0'404'0,"0"0"1036"16,0 0-1201-16,0 0-117 0,0 0 7 0,0 0 108 16,0 0 81-16,0 0-83 0,0 0-52 15,0 0-64-15,52-28-37 0,-28 13-10 16,1-3 24-16,1-1 32 0,0-2-4 15,-2 4-50-15,-1 0-59 0,-2 1-15 0,0-3-37 16,-1 3-62-16,-1-2-84 0,-2 0-64 16,0-1-90-16,-3 2-222 0,-4-1-658 15,-3 5-586-15,-7-6 1748 0</inkml:trace>
  <inkml:trace contextRef="#ctx0" brushRef="#br0" timeOffset="192405.754">27005 2420 1190 0,'0'0'1514'0,"0"0"-1292"0,0 0-94 0,0 0 22 15,0 0 61-15,0 0 99 0,0 0-102 16,0 0-38-16,0 0-58 0,95 21-46 16,-75-10-47-16,-1 1-19 0,-4 3-22 0,-4 0 0 15,-2 1-28-15,-5 1 25 0,-4 4-22 16,0 0-6-16,-4 1-23 0,-6 2 29 15,-3 0 19-15,-4 3-16 0,-3-2-28 16,-1 4 49-16,-3-1 8 0,-1 0-55 16,1 2-2-16,2-2 5 0,0-1-9 15,5-4-3-15,4-5-36 0,7-6-67 16,6-5-139-16,0-5-202 0,11-2-214 16,6-9-259-16,-4-1 722 0,11-12 235 0</inkml:trace>
  <inkml:trace contextRef="#ctx0" brushRef="#br0" timeOffset="192791.97">27593 2371 280 0,'0'0'258'15,"0"0"1046"-15,0 0-1106 0,0 0-23 16,0 0 48-16,0 0 80 0,0 0-17 15,0 0-36-15,0 0-72 0,0 0-51 16,0 0-23-16,-80 55-6 0,64-37 34 16,-1-5 20-16,6 1-40 0,3-3-18 15,-1-1-35-15,8-3-16 0,-1-2-18 16,2 1 6-16,0-1-22 0,5-1-9 0,4 1-40 16,0 1 9-16,3 2 12 0,1 0 16 15,-2 0 0-15,1 2 2 0,-2 0 1 16,-3 0 15-16,-2 2 16 0,-3-1 15 15,0 1 13-15,-2 0 6 0,0 1 0 16,-4 0-1-16,-4 1-64 0,1-2 0 16,-4 0-27-16,0-2-32 0,1-2-34 15,-1-1 16-15,-1-4-7 0,2 1-43 0,-1-3-52 16,2-1-22-16,2-1-58 0,2-5-94 16,2-6-367-16,3-2 238 0,0 2-126 15</inkml:trace>
  <inkml:trace contextRef="#ctx0" brushRef="#br0" timeOffset="193014.695">27691 2485 225 0,'0'0'2065'0,"0"0"-1555"0,0 0-160 16,0 0-34-16,0 0 66 0,3 76-52 0,-3-49-78 16,-6 2-39-16,4 2-56 0,-1 0-19 15,0 2-46-15,0-1-37 0,0-2-37 16,-3 0-17-16,1-2-1 0,-3 0-12 15,-1-4-34-15,0-1-15 0,1-3-25 0,0-3-9 16,0-4 3-16,3-4-4 0,1-5-12 16,2 0-28-16,1-4-63 0,1 0-134 15,0-3-187-15,0-5-250 0,5-7-347 16,4-2-142-16,-3 0 1220 0</inkml:trace>
  <inkml:trace contextRef="#ctx0" brushRef="#br0" timeOffset="193238.47">27697 2635 346 0,'0'0'306'0,"0"0"978"15,0 0-950-15,0-82-147 0,0 58-38 16,0 1-56-16,0 4 27 0,3 2 11 16,4 4-34-16,0 5-40 0,1 3 4 0,0 2-13 15,1 3 41-15,-1 3 70 0,1 4 22 16,0 3-17-16,-4 0 6 0,-2 1-13 16,0 3-26-16,-3 0-22 0,0-1-35 15,0 2-36-15,0-1-38 0,-6 3-7 0,1-3-30 16,-5 2-37-16,2-3-29 15,-2-2-21-15,3-2-43 0,2-3-53 16,0-2-30-16,4-4 5 0,1-1-53 0,0-9-205 16,8-7-242-16,2-3-496 0,0 2 1159 15,12-14-303-15</inkml:trace>
  <inkml:trace contextRef="#ctx0" brushRef="#br0" timeOffset="193603.644">28054 2192 163 0,'0'0'2304'0,"0"0"-1943"0,0 0-130 16,0 0 111-16,0 0 60 0,-28 68-75 16,17-42-78-16,-1 3-60 0,1 5-53 15,-3 3-17-15,3 2-17 0,0-1-23 16,0-3-30-16,4-3-25 0,2-4-24 16,5-7-24-16,0-5-68 0,6-6-6 15,2-2-49-15,6-6-32 0,0-2-4 16,3 0-31-16,3-5-136 0,0-5-179 0,2-2-210 15,1-6-363-15,-1 2 25 0,1 1 916 16,-3-1 161-16,-4 1 0 0,1 3 1 16,-2 4 139-16,-4 0 150 0,-2 4-127 15,-4 3 1374-15,-3 1-1066 0,-2 1-111 0,0 5 13 16,0 4 106-16,-2 1-101 0,-4 3-97 16,1 2-50-16,-2-1-63 0,-1 1-55 15,3-3-61-15,2 1-52 0,0-5-6 16,3-4-49-16,0-2-89 0,0 1-64 15,3-4-60-15,5 0-95 0,1-4-245 16,5-2-188-16,1-2-478 0,0-7-121 16,-5 6 1330-16,6-7 28 0</inkml:trace>
  <inkml:trace contextRef="#ctx0" brushRef="#br0" timeOffset="193756.046">28322 2492 615 0,'0'0'72'16,"0"0"501"-16,0 0 496 0,0 0-710 15,0 0-57-15,0 0-37 0,0 0-86 16,0 0-125-16,0 0-54 0,0 0-146 15,0 0-145-15,41 23-30 0,-20-31-83 0,1-3-135 0,6-3-650 16,0-4 889-16,-5 5 29 16</inkml:trace>
  <inkml:trace contextRef="#ctx0" brushRef="#br0" timeOffset="193939.982">28629 2335 280 0,'0'0'252'16,"0"0"-93"-16,0 0-35 0,0 0 1212 0,22-75-993 0,-22 61-127 16,0 7 115-16,-1 3-8 0,-4 4-12 15,0 3-12-15,-1 10-76 0,-3 6-61 16,1 7-45-16,-4 7-6 0,-1 5 62 15,3 3 38-15,0 2-73 0,1-3-56 16,1-2-65-16,3-2-17 0,2-5-31 16,3-4-48-16,0-5-7 0,0-5 7 0,2-6 18 15,1-3 14-15,0-3-11 16,-3-3-31-16,0-2-53 0,0 0-22 0,-2-5-110 16,-4-2-354-16,-4-2-402 0,-3-3-53 15,-1-1-258-15,1 3 1341 0,-5-5 0 0</inkml:trace>
  <inkml:trace contextRef="#ctx0" brushRef="#br0" timeOffset="194033.36">28426 2541 307 0,'0'0'404'0,"0"0"-160"0,0 0 937 0,0 0-925 16,0 0-43-16,2-71 38 0,13 60 41 16,4 0-85-16,7-2-67 0,5-1-16 15,0 0-67-15,5-4-57 0,3 0-16 16,1-1-152-16,-1-2-144 0,0 2-147 16,-8 3-528-16,15-6-747 0</inkml:trace>
  <inkml:trace contextRef="#ctx0" brushRef="#br0" timeOffset="194359.142">29160 2467 684 0,'0'0'2480'16,"0"0"-1937"-16,0 0-429 0,0 0-35 0,0 0 156 15,0 0 117-15,0 0-93 0,0 0-100 16,0 0-55-16,0 0-33 0,26-32 26 16,-12 14 4-16,3-4-41 0,4-6-20 15,3-4-13-15,2-8 4 0,3-3-31 16,0-4-2-16,2-2-65 0,0 1-55 16,0 2-33-16,0 3-4 0,0 5 15 0,-3 2-20 15,-1 2-12-15,-4 3-47 16,0 6-31-16,-6 5 11 0,-6 5 41 0,-4 8 78 15,-6 2 3-15,-1 5-189 0,-2 5-161 16,-6 5-37-16,-3 5-113 0,-4 4-207 16,4-1 698-16,-12 15-111 0</inkml:trace>
  <inkml:trace contextRef="#ctx0" brushRef="#br0" timeOffset="194552.955">29320 2363 2935 0,'0'0'388'16,"0"0"-182"-16,0 0 110 0,0 0 98 15,0 0-73-15,0 0-141 0,0 0-74 16,0 0-38-16,0 0-33 0,0 0-39 16,0 0 2-16,54 13 9 0,-20-30-15 15,3-6-12-15,4-1-43 0,0-5-24 16,-2-1 5-16,-1-2 4 0,-4 2-21 0,0-4-69 16,-3 3-62-16,0 1-75 15,-5 4-124-15,-1 4-204 0,-8 6-527 0,0 0-589 0</inkml:trace>
  <inkml:trace contextRef="#ctx0" brushRef="#br0" timeOffset="194973.33">29329 1676 473 0,'0'0'241'16,"0"0"738"-16,0 0-285 0,0 0-232 15,0 0-78-15,0 0 4 0,0 0-73 16,0 0-20-16,102-7-81 0,-68 7-68 0,4 0-51 15,-1-2-18-15,-2-1-28 0,-2 2-24 16,0 1-23-16,-2-1-2 0,-3 1-16 16,1 0 1-16,-1 0 3 0,0 5-19 15,0 1-24-15,-2 3-32 0,1 4-8 16,-3 2 21-16,-2 6-1 0,0 3-2 16,-5 6 24-16,-5 4 28 0,-8 4 25 15,-4 4 23-15,-12 5-23 0,-11 6-7 16,-11 0-42-16,-5 1-54 0,-7-2-52 0,2-2-56 15,3-1-84-15,5-10-299 0,8-3-802 16,11-11 256-16,-2 0 905 0</inkml:trace>
  <inkml:trace contextRef="#ctx0" brushRef="#br1" timeOffset="212197.587">17554 6928 2726 0,'3'0'679'0,"4"0"-523"16,5-3-121-16,5-3 129 0,3 0 28 15,5 2 31-15,3-3-18 0,4 2-59 16,6 3-26-16,4 1-6 0,8 1-34 0,5 0-43 15,7 0 5-15,5 0-38 0,6 0 84 16,4-4-45-16,1-1-12 0,1-2-4 16,-3 1-14-16,-3-5-11 0,-5 3-2 15,-8-4 0-15,-5-1-32 0,-7-2-11 16,-8 0-107-16,-6-1-53 0,-7-3-25 16,-7 3-108-16,-9-2-228 0,-4 5-467 0,-7-6-522 15</inkml:trace>
  <inkml:trace contextRef="#ctx0" brushRef="#br1" timeOffset="212440.019">18590 6532 2502 0,'0'0'306'0,"0"0"-120"0,0 0 67 0,0 0 71 0,0 0-68 16,0 0-58-16,81-3-50 0,-59 9-11 15,1 0-4-15,3 0-15 0,-2 2-20 16,2 1-14-16,-1 2-23 0,1 0 0 15,-4 2-21-15,-1 2-19 0,-2 2-21 16,-6 1-34-16,-4 0 16 0,-6 4-10 16,-3 0 26-16,-3 6 2 0,-11 2 0 15,-7 1 1-15,-4 3-1 0,-5-1-2 16,-4 3 0-16,-3-1-32 0,1-4-43 16,-3 3-43-16,2-8-28 0,1-2-10 0,1-7-70 15,4-3-185-15,9-6-375 0,-11-3-951 16</inkml:trace>
  <inkml:trace contextRef="#ctx0" brushRef="#br1" timeOffset="213109.183">15103 6335 320 0,'0'0'2087'0,"0"0"-1716"0,0 0-89 16,0 0-51-16,-54-76-60 0,37 57-15 0,-3 7 99 15,1 0-34-15,-1 5-87 0,0 2-19 16,-2 2 9-16,-1 3 37 0,-3 0-57 0,1 3 7 16,0 6 76-16,-3 2-23 0,-2 5-66 15,0 3-40-15,-3 6-22 0,-1 7 34 16,0 6-22-16,5 7-5 0,0 9-7 15,2 4 7-15,4 9-22 0,4 0-9 16,9 3 3-16,4-1-12 0,6-6 18 16,5-8 10-16,9-10-4 0,6-7 3 15,3-8-15-15,2-10 18 0,2-2-5 16,2-8-13-16,4-7 3 0,2-2-3 16,-1-1-2-16,2-8-13 0,-2-5-12 15,-3-6-3-15,-2-4-61 0,-3-1-42 0,-2-3-48 16,-5 0-29-16,-3 1-30 0,-4-1-50 15,-3 1-179-15,-3 2-279 0,-6 1-414 16,-1 0-194-16</inkml:trace>
  <inkml:trace contextRef="#ctx0" brushRef="#br1" timeOffset="213381.936">14823 6679 646 0,'0'0'137'0,"0"0"1062"0,0 0-606 0,0 0-12 0,0 0-84 16,0 0-9-16,0 0-94 0,-42 72-71 15,45-60-48-15,8 0-77 0,3-5-67 16,0-3-43-16,6-2-46 0,0-2-42 15,-1 0-20-15,3-4-13 0,-4-5-67 16,0 1-52-16,-2 0-49 0,-3 0-56 16,-4 1-39-16,-1 1-123 0,-4 2-114 15,-2-1-80-15,-2 4-12 0,0 0 145 16,-2 1 477-16,-1 1 3 0,-2 5 263 0,1 3 54 16,-1 4 57-16,2 0-43 0,0 4 42 15,0 4-61-15,2 3-63 0,-2 0-37 16,2 2-13-16,-1 2-63 0,1-5-38 15,1 2-40-15,0-2-58 0,0-4-6 16,0 0-43-16,0-1-43 0,0 0-41 16,0 0-31-16,1 1-39 0,2-3-165 0,4-1-28 15,-1-8-789-15,-1-4-661 0</inkml:trace>
  <inkml:trace contextRef="#ctx0" brushRef="#br1" timeOffset="213690.109">15459 6332 718 0,'0'0'2128'16,"0"0"-1765"-16,0 0-159 0,0 0 97 16,0 0 10-16,0 0-42 0,0 0-89 15,0 0-62-15,-64 71-41 0,50-38 0 16,1 8 18-16,1 5 18 0,0 6 22 15,-2 4-44-15,2 4-39 0,0 2-12 0,0 2-16 16,1-5-22-16,4-7 10 16,4-6 0-16,3-10 3 0,0-11 1 0,9-6-16 15,3-7-2-15,6-6-38 0,3-3-12 16,4-3-24-16,2-3 3 0,3-6-28 16,1-4-24-16,-4-3-69 0,1-2-25 15,-2-1-82-15,-5 0-222 0,-6 2-146 0,3-8-542 16</inkml:trace>
  <inkml:trace contextRef="#ctx0" brushRef="#br1" timeOffset="213929.498">15563 6496 1425 0,'0'0'1822'0,"0"0"-1513"0,0 0-54 16,0 0 94-16,0 0-41 15,0 0-92-15,0 0-10 0,0 0-13 16,0 0-56-16,92-4-64 0,-68-2-40 0,-2 1-14 16,-3-1-19-16,-1 1 0 0,-2-1-13 0,-3-1-20 15,-3 1-22-15,2 1-79 0,-4-2-59 16,-2 3-43-16,-3 1-36 0,0 0-73 16,-3 1-144-16,0-1-92 0,0-1-99 15,-3 1-317-15,0 1-281 0</inkml:trace>
  <inkml:trace contextRef="#ctx0" brushRef="#br1" timeOffset="214633.925">15623 5992 665 0,'0'0'281'15,"0"0"-141"-15,0 0 608 0,0 0-213 16,0 0-161-16,0 0-100 0,0 0-15 15,0 0 14-15,-33 69-26 0,27-48-31 16,0 3-43-16,0 4-23 0,1 2-29 16,1 6-38-16,1 4-9 0,1 4-12 0,1 3-25 15,-1 6-10-15,1 2-27 0,-2 7-2 16,-1 1 1-16,-2 4-14 0,-3-2 14 16,2-5 1-16,1-5-3 0,3-7 0 15,0-10 3-15,3-4-1 0,0-6 1 16,0-6-2-16,0-4-11 0,3-2-5 15,2-4-31-15,1-5-59 0,-1-2-22 0,1-3-32 16,0-2-13-16,-2 0-14 0,2-2-51 16,-2-7-90-16,1-3-112 0,-2-3-207 15,-2 0-504-15</inkml:trace>
  <inkml:trace contextRef="#ctx0" brushRef="#br1" timeOffset="-214623.656">15597 6563 1140 0,'0'0'316'0,"0"0"661"0,0 0-732 0,0 0-62 15,0 0 74-15,0 0 59 0,0 0 7 16,0 0-56-16,0 0-66 0,0 0-49 16,72 84-13-16,-56-63 0 0,1 3-28 15,-4-1-13-15,2 1-27 0,-4-3-41 16,0 0-8-16,1-4-22 0,-3-2-9 0,1 0-10 15,2-2-11-15,-1-4-13 0,2 0-111 16,-1-5-43-16,3-1-35 0,0-3-94 16,2 0-201-16,1-7-226 0,-4-2-738 15,6-13 500-15</inkml:trace>
  <inkml:trace contextRef="#ctx0" brushRef="#br1" timeOffset="-214339.244">16292 6203 16 0,'0'0'2600'0,"0"0"-2262"0,0 0-153 16,0 0-25-16,0 0 126 0,0 0 52 0,0 0-59 16,0 0-46-16,4 64-85 0,-10-29-46 15,-4 10-13-15,-3 5 6 0,-3 9 28 16,-4 4 36-16,-3 6-74 0,-3 3-30 15,-5 2-31-15,-2 2-9 0,-4 0-15 16,0-1-3-16,-2-4-15 0,0-3-25 0,3-8-36 16,7-6-37-16,6-9 19 0,7-10 26 15,9-12-36-15,7-10-62 0,4-9-119 16,11-8-226-16,8-15-101 0,4-12-453 16,-4 4-462-16</inkml:trace>
  <inkml:trace contextRef="#ctx0" brushRef="#br1" timeOffset="-214180.367">16214 6861 1349 0,'0'0'1831'0,"0"0"-1436"0,0 0-77 15,0 0 139-15,0 0-61 0,0 0-69 16,96-18-125-16,-65 11-87 0,0 0-69 16,1-5-43-16,0 0-3 0,-1-2-43 15,-3-2-88-15,-3 0-103 0,-4 3-61 16,-4 1-147-16,-8 6-338 0,-8 5-763 0</inkml:trace>
  <inkml:trace contextRef="#ctx0" brushRef="#br1" timeOffset="-214023.278">16391 6919 82 0,'0'0'2526'0,"0"0"-2053"16,0 0-52-16,-17 91-27 0,14-62-39 15,-1-2-92-15,2 1-41 0,0-5-86 16,0-1-100-16,-1-2-36 0,-1-1-69 15,-1-5-91-15,-3 3-68 0,-1-2-62 0,3-1-172 16,1-5-506-16,2-3-604 0,0-1 413 0</inkml:trace>
  <inkml:trace contextRef="#ctx0" brushRef="#br1" timeOffset="-213854.824">16422 7124 33 0,'0'0'189'0,"0"0"2295"0,0 0-2054 15,0 0-76-15,0 0-19 16,87-71-83-16,-67 60-124 0,-1 3-72 0,0-2-56 15,-3 2-18-15,0 2-85 0,-5 2-121 16,-2 2-72-16,-5 1-89 0,-1 1-109 16,-3 3-168-16,-1 6-60 0,-8 1-355 15,-7 4 839-15,6-3 196 0,-13 9 42 0</inkml:trace>
  <inkml:trace contextRef="#ctx0" brushRef="#br1" timeOffset="-213731.768">16422 7124 401 0,'11'71'117'15,"-22"-61"-42"-15,2 2 574 0,0 0 157 0,2 0-375 16,6-3-44-16,1 0 4 15,5 0-54-15,7-2-82 0,6-2 38 0,4-4-10 16,4-1-113-16,7-6-66 0,2-8-67 16,4-5-37-16,-2-4-92 0,1-5-65 0,-1-3-67 15,-1-2-111-15,-8 7-158 16,3-12-699-16</inkml:trace>
  <inkml:trace contextRef="#ctx0" brushRef="#br1" timeOffset="-213455.989">17010 6384 1235 0,'0'0'2012'16,"0"0"-1631"-16,0 0-25 0,0 0-36 15,77 77-20-15,-59-52-45 0,-3 0-74 16,0 4-77-16,-1 2-71 0,-1 0-15 15,-1 5 0-15,-4 4-18 0,-2-1-1 0,-3 3-15 0,-1 3-48 16,-2-1-64-16,-2 5 0 0,-5 6 51 16,-5 2 75-16,-5-3-35 0,-3-4-37 15,-3-3 0-15,-5-4-28 0,-3-5-115 16,0 0-146-16,-2-2-206 0,7-10-240 16,-17 10-946-16</inkml:trace>
  <inkml:trace contextRef="#ctx0" brushRef="#br1" timeOffset="-210580.727">13294 6871 2442 0,'0'0'574'0,"0"0"-229"0,0 0-12 0,0 0 32 16,0 0-81-16,0 0-77 0,0 0-49 0,0 0-42 15,0 0-48-15,0 0 11 0,59-15 29 16,-29 15 59-16,5 0-51 0,3 0-59 16,1 0-26-16,-2 0-16 0,2 0-15 15,-2-4-3-15,1-6-15 0,-2-3-49 16,-3 0-67-16,0-5-64 0,-5 2-56 16,-4-1-79-16,-4 2-264 0,-7 4-548 15,-5-3-476-15</inkml:trace>
  <inkml:trace contextRef="#ctx0" brushRef="#br1" timeOffset="-210345.899">13822 6585 264 0,'0'0'414'0,"0"0"-98"0,0 0 830 16,0 0-690-16,0 0-105 0,0 0-69 15,81 34-27-15,-63-18-103 0,-1 1-61 0,-4 0-37 16,-4 5-41-16,-3-2 18 0,-6 3-15 15,0 3-4-15,0 0-8 0,-10 4 14 16,-3-2-2-16,-6 4-16 0,-1-1-52 16,-2 2-21-16,-2 3-44 0,-2 3 51 15,-2-1 22-15,3-2-61 0,1 0-48 16,0-5-100-16,4-9-294 0,-12 2-852 16</inkml:trace>
  <inkml:trace contextRef="#ctx0" brushRef="#br1" timeOffset="-209858.323">12465 6422 1213 0,'0'0'322'0,"0"0"565"15,0 0-526-15,0 0 78 0,0 0 13 0,15 76-64 16,-9-46-89-16,1 5-55 0,-1 4-41 16,1 3-44-16,0 6-30 0,2-1-29 15,-1 3-33-15,0 2-18 0,-4-2-48 16,2 3-1-16,-1-1-24 0,-5 1-40 15,0 3-58-15,0-1-58 0,0 2-51 16,0-3-59-16,-4-3-163 0,1-1-244 0,-1-16-612 16</inkml:trace>
  <inkml:trace contextRef="#ctx0" brushRef="#br1" timeOffset="-193334.834">23573 5385 1668 0,'0'0'1441'0,"0"0"-1231"16,0 0-63-16,0 0 8 0,0 0 163 16,0 0-7-16,0 0-32 0,0 0-60 15,0 0-87-15,0 0-47 0,0 0 7 0,35 21 21 16,-24-10 15-16,0 4-46 0,0 1-3 16,1 2 0-16,-2 4-49 0,2 0-6 15,-4 3-9-15,1-1 22 0,-3 2-21 16,1-1-14-16,-3 3-3 0,-1-5 2 15,0 2 0-15,-1-4 1 0,-1-3-1 16,1-4-1-16,-2-6-3 0,0-2 0 16,0-5-9-16,0-1 9 0,0 0-37 15,0 0-5-15,0 0-10 0,0-1 28 16,0-6-15-16,0-4-22 0,0-2 18 0,0-6 13 16,2-4 21-16,3-4-4 15,3-1 13-15,2-4-9 0,-1 0 0 0,5 3 9 16,-3 1 1-16,3 3-16 0,-3 3 16 0,1 4 1 15,1 6-12-15,-3 0-8 16,0 3 19-16,0 4 0 0,0 1-13 0,-1 1-31 16,1 3-3-16,0 0-6 0,0 0-70 15,0 0-81-15,0 0-128 0,-2 4-309 16,-1 1-653-16,-2-1-563 0,-5 4 1334 0</inkml:trace>
  <inkml:trace contextRef="#ctx0" brushRef="#br1" timeOffset="-192982.334">23979 5541 127 0,'0'0'2681'16,"0"0"-2351"-16,0 0-49 0,0 0 105 15,0 0 7-15,0 0-92 0,0 0-101 16,0 0-70-16,0 0-42 0,82 19-26 16,-62-29-26-16,2-2-36 0,-3-2-61 15,1-1-12-15,-3 1-29 0,0 0-14 0,-1 0-2 16,-4 3 7-16,-5 1-29 15,-3-1 10-15,-4 3 52 0,0-3 46 0,-8 1-6 16,-3 0-53-16,-4-1 88 0,0 2 3 16,-1 3 52-16,0 3-5 0,-1 3 4 15,1 6-29-15,-1 6 34 0,0 6 0 16,-1 7-22-16,0 1 1 0,0 8 5 16,1 1 7-16,3 1-16 0,2 0 28 15,4-3 9-15,5-2 3 0,3-5-16 16,1-5 10-16,8-5-1 0,4-4-42 15,3-4-22-15,2-2 0 0,5-3 15 0,4-3-15 16,-2 0-89-16,4-9-3 0,1-2-87 16,2-4-89-16,1-3-125 0,-2-4-382 15,-6 5-705-15,4-10-56 0</inkml:trace>
  <inkml:trace contextRef="#ctx0" brushRef="#br1" timeOffset="-192479.009">24527 5188 724 0,'0'0'81'0,"0"0"1322"0,0 0-979 16,0 0-167-16,0 0 29 0,0 0 58 15,0 0-73-15,0 0-129 0,0 0-76 0,0 0-32 16,0 0 5-16,-80 73 2 0,65-50-20 16,0-1 1-16,-1 0 6 0,6-2 13 15,1-2 9-15,6-5-19 0,-1 0 12 16,4-4-3-16,0 0-12 0,7-3 13 15,1 1 8-15,2 4-9 0,3-4-12 16,1 0-26-16,2 2 0 0,-2 0 1 16,4 2-3-16,-5-2-1 0,2 2 1 15,-2-1 1-15,-1 0 12 0,-2 0-10 16,-3-1 12-16,-4-3 10 0,0 2 0 16,-3-2 11-16,0 2-2 0,0 0-15 15,-6-2 5-15,-3 5-2 0,-5-2-19 16,-3 2 0-16,-2-4-3 0,-1 2-25 0,0-3-36 15,-2 1-41-15,1-4-15 0,2 0-22 16,0-3-51-16,5 0-80 0,-1 0-128 16,4-5-341-16,5 0-957 0,3-4 901 0</inkml:trace>
  <inkml:trace contextRef="#ctx0" brushRef="#br1" timeOffset="-192147.302">24662 5626 258 0,'0'0'2641'0,"0"0"-2110"0,0 0-164 0,0 0 103 16,0 0-83-16,0 0-80 0,0 0-53 16,0 0-41-16,0 0-53 0,0 0-54 15,89-13-51-15,-67 7-37 0,1-3-18 0,-1 0-17 16,-6-2-129-16,1 0-66 0,-3 0-16 15,-2 3-38-15,-7 1-146 0,-2 1-544 16,-3 0-461-16,-3 2-464 0</inkml:trace>
  <inkml:trace contextRef="#ctx0" brushRef="#br1" timeOffset="-191966.846">24725 5613 88 0,'0'0'2350'0,"0"0"-1899"0,0 0-143 16,0 0 99-16,0 0 18 0,-24 78-53 15,22-58-103-15,2 3-85 0,0 0-9 0,0-1-17 16,0 0-94-16,0-1-64 0,0-1 0 16,0-2-21-16,0 0-89 0,2-4-30 15,-1-1-41-15,2-1-32 0,-3-1-99 0,3-5-225 16,-3-1-491-16,0-4-531 16,0-1 409-16</inkml:trace>
  <inkml:trace contextRef="#ctx0" brushRef="#br1" timeOffset="-191781.393">24812 5782 1023 0,'0'0'1988'0,"0"0"-1697"15,0 0-160-15,0 0 223 0,0 0 67 16,0 0-114-16,0 0-94 0,79-13-99 0,-59 9-77 16,2-2-37-16,1 0 0 0,2 0-59 15,-3 0-57-15,0 0-66 0,-4 2-60 16,-3 2-50-16,-5 2-181 0,-5 0-310 15,-5 0-735-15</inkml:trace>
  <inkml:trace contextRef="#ctx0" brushRef="#br1" timeOffset="-191637.326">24815 5931 813 0,'0'0'1638'0,"0"0"-1206"15,0 0-326-15,0 0 159 0,0 0 91 16,0 0-68-16,0 0-93 0,0 0-105 15,98-20-90-15,-69 13-3 0,-1-2-59 16,4-1-143-16,-2 0-155 0,-7 2-268 16,7-2-1074-16</inkml:trace>
  <inkml:trace contextRef="#ctx0" brushRef="#br1" timeOffset="-181673.651">12777 10776 437 0,'0'0'2974'16,"0"0"-2632"-16,0 0-264 0,0 0 92 15,0 0 137-15,30 77-13 0,-20-36-100 0,-1 9-72 16,-1 6-5-16,0 4-1 0,-4 3-13 15,0 3-30-15,-2 1-27 0,-2 1-10 16,0-1-25-16,-5-2-11 0,1-10-2 16,0-8-13-16,-1-12 0 0,-1-14-40 15,3-7-63-15,0-10-29 0,1-4-18 16,2-7-25-16,0-8-26 0,0-12-98 16,3-9-116-16,5-10-56 0,-2-6-130 0,-1-7-54 15,-4-5-156-15,-1-3 31 0,-1-3 456 16</inkml:trace>
  <inkml:trace contextRef="#ctx0" brushRef="#br1" timeOffset="-181322.611">12825 10896 228 0,'0'0'522'0,"9"-118"-359"16,4 73 1486-16,6 7-1179 0,0 6-75 16,4 8-12-16,3 5-46 0,0 2-85 15,-2 6-36-15,-2 3-47 0,0 6-55 16,-5 2-37-16,-6 8-22 0,0 9-10 0,-7 7-11 16,0 7-23-16,-4 10-10 0,-8 9 12 15,-7 8-13-15,-4 2-15 0,-6 0 12 16,0-5 3-16,0-8 14 0,2-5 5 15,5-10-4-15,3-7-2 0,6-4-13 16,4-6-3-16,5 1-40 0,0-3-12 16,13-2 22-16,4 1 5 0,8 0 4 0,6-2 9 15,4 1-1-15,4 1 13 0,0-1 3 16,-2 4 2-16,-4-1 0 0,-2 0-1 16,-8 4 36-16,-3 0 0 0,-7 3 6 15,-6 2-1-15,-3 3-11 0,-4 2-4 16,0 2-3-16,-2-1 1 0,-9 1-1 15,0-4-5-15,-5-5 8 0,1 0 0 16,-3-7-2-16,1-2-13 0,1-5 9 0,-2-3-18 16,5-3-3-16,-4-1-55 0,4-1-33 15,1-6-43-15,-3-5-49 0,3-6-72 16,1-3-79-16,2-4-305 0,5 3-819 16,4-12-793-16</inkml:trace>
  <inkml:trace contextRef="#ctx0" brushRef="#br1" timeOffset="-180911.309">13450 11243 46 0,'0'0'2662'0,"0"0"-2161"15,0 0-25-15,4 97 34 0,-8-58 16 16,-2 4-143-16,-1-3-127 0,4-5-123 16,2-10-72-16,1-7-61 0,0-8-10 0,3-7-27 15,6-3-14-15,0-2 33 0,4-9-1 16,6-6-35-16,1-6-25 0,0-5-7 15,0-5-2-15,3 2-1 0,-4 1 28 16,-2 5 0-16,1 8 6 0,-1 5-3 16,-2 7-4-16,0 5 62 0,3 9 55 15,0 6 83-15,1 9-18 0,0 4-35 16,-1 3-30-16,1 7-21 0,2 2 11 16,-1 3 16-16,-3 3-12 0,0 1-10 15,-4 4-2-15,-4 7 5 0,-3 2 4 16,-6 3-7-16,0 4 61 0,-6-3 63 15,-7-1-87-15,-2-4-46 0,0-7-6 0,-1-8-6 16,0-5 10-16,1-10-7 0,0-8 18 16,0-7-21-16,-3-5-6 0,-1-8-12 15,-4-1-27-15,-5-7-33 0,-2-10 11 16,-2-7-2-16,-1-7-28 0,-3-8-26 0,0-5 5 16,2-3-40-16,6-2-27 0,9 1-43 15,8 4-105-15,11 3-114 0,4 4-72 16,15 2-174-16,7 1-397 0,-5 9-371 15,18-11 791-15</inkml:trace>
  <inkml:trace contextRef="#ctx0" brushRef="#br1" timeOffset="-180628.197">14959 11139 851 0,'0'0'2429'15,"0"0"-2029"-15,0 0-182 0,0 0 105 16,0 0 18-16,0 0 19 0,27 77-107 0,-17-42-89 16,0 8-24-16,-4 4-22 0,1 2 13 15,-3 0-1-15,-1-3-82 0,-3-6-45 16,0-7-3-16,0-10-12 0,0-10-43 15,0-6-90-15,0-7-61 0,0 0-79 16,0-8-82-16,0-4-251 0,0-10-706 16,-4 5-869-16,-9-19 1567 0</inkml:trace>
  <inkml:trace contextRef="#ctx0" brushRef="#br1" timeOffset="-180485.082">14777 10944 3126 0,'0'0'594'0,"0"0"-228"15,0 0-52-15,0 0-18 0,0 0-117 0,81-5-101 16,-42 0-78-16,1-1-129 0,7-2-135 16,3-1-155-16,-11 1-571 0,23-3-852 0</inkml:trace>
  <inkml:trace contextRef="#ctx0" brushRef="#br1" timeOffset="-180213.695">15501 10932 1213 0,'0'0'2541'16,"0"0"-2268"-16,0 0-144 0,-61 86 163 15,36-54 140-15,-2 1-75 0,0 2-108 16,4-6-85-16,4-3-61 0,7-3-52 0,7-7-51 16,5-3-31-16,0-3-11 15,8-1-13-15,8-2 25 0,5-2-34 0,6-2 13 16,3 2-4-16,2-4 25 16,0 4 28-16,-4-1-10 0,-5 3 9 0,-3 1 3 15,-4 3 21-15,-7 1 46 0,-2 0 39 16,-3 5-3-16,-4-1-25 0,-4 5-5 0,-9 1-34 15,-6 1-15-15,-4-1-6 16,-3 1-15-16,1-4-2 0,0-6-1 0,3-2-66 16,2-4-73-16,7-7-31 0,2 0-6 15,4-4-49-15,4-11-114 0,1-4-223 16,2 3-625-16,2-17-648 0</inkml:trace>
  <inkml:trace contextRef="#ctx0" brushRef="#br1" timeOffset="-179962.694">15711 11297 1881 0,'0'0'1466'0,"0"0"-1038"0,0 0-174 0,76 72 112 16,-55-47 47-16,-1-5-28 0,-2-4-117 16,-2-7-132-16,6-3-57 0,-2-6-3 15,6-5-31-15,1-9-3 0,2-9-23 0,0-4-19 16,-2-6-57-16,-1 0 0 0,-5-1 2 16,-3 5 34-16,-9 2 19 0,-6 4 2 15,-3 7 12-15,-10 3 37 0,-12 1-7 16,-7 3 18-16,-4 1-32 0,-6 6-16 15,0 2-12-15,0 10 24 16,-1 5-21-16,4 3-3 0,0 5-2 0,4 0-19 16,2 2-13-16,7-2-35 0,4 0-98 15,3-1-45-15,3 2-41 0,3 0-77 16,3 0-264-16,3 0-925 0,-1-6-1094 0</inkml:trace>
  <inkml:trace contextRef="#ctx0" brushRef="#br1" timeOffset="-179389.97">17237 11130 1330 0,'0'0'676'0,"0"0"435"16,0 0-716-16,-10 93-13 0,10-58 72 15,-1 0-58-15,1-6-59 0,0-8-103 16,0-5-85-16,4-8-40 0,4-6-39 16,4-2-4-16,5-2 4 0,4-10 3 0,5-6-16 15,2-9-15-15,0-7-42 0,1-2-24 16,-1-1-61-16,-3 2-11 0,-3-1-7 16,-2 4-9-16,-5 4 9 0,-4 1 5 15,-6 3 7-15,-5 2 33 0,0 1 22 16,-13 1 11-16,-5 2 24 0,-7 3 0 15,-1 1-17-15,-2 4 18 0,3 6 27 0,0 4-15 16,2 4 1-16,6 11-13 0,-2 8 39 16,4 12 4-16,2 6 12 0,2 9 3 15,-3 8 24-15,2 6 21 0,1 0-31 16,2 2-8-16,5-7 9 0,4-9-22 16,0-8-6-16,4-13-45 0,5-11 0 15,5-8-15-15,2-7-15 0,7-3-27 16,2-5-37-16,4-10-36 0,-1-10-47 15,3-7-51-15,-3-1-183 0,0-4-332 16,-2-1-648-16,-9 12-581 0</inkml:trace>
  <inkml:trace contextRef="#ctx0" brushRef="#br1" timeOffset="-179244.388">17649 11050 942 0,'0'0'2211'0,"0"0"-1626"0,0 0-251 0,90 64 39 0,-54-35 40 15,-2 1-55-15,5 1-97 0,-3-3-85 16,0-5-76-16,2-6-58 0,-2-5-41 15,-1-7-1-15,0-5-63 0,-2-10-80 16,-2-7-54-16,-1-11-40 0,-5-3-213 16,-5 4-766-16,1-17-957 0</inkml:trace>
  <inkml:trace contextRef="#ctx0" brushRef="#br1" timeOffset="-179059.937">18064 10814 942 0,'0'0'2778'0,"0"0"-2384"0,-77 80-210 15,46-35 73-15,-5 6 38 0,0 5 5 0,3 1-63 16,1 1-37-16,0-3-21 0,5-3-95 16,1-8-58-16,6-3-26 0,4-11-61 0,5-7-102 15,5-10-65-15,6-6-64 0,0-7-78 16,7-5-171-16,8-10-410 0,2-12-569 16,-3 7-230-16</inkml:trace>
  <inkml:trace contextRef="#ctx0" brushRef="#br1" timeOffset="-178681.588">18387 10417 248 0,'0'0'3223'0,"0"0"-2762"0,0 0-216 16,5 107 106-16,-11-53-31 0,1 11 19 0,-2-1-92 16,3 3-50-16,4-1-46 0,0-2-69 15,8 1-7-15,1-3-8 0,1-6-58 16,0-11-9-16,-2-9-46 0,0-7-50 15,2-12-1-15,-3-6 3 0,-1-5-9 16,-4-5-21-16,-2-1-19 0,0 0 18 0,-3-10-21 16,-7-3-194-16,-6-3-162 0,-3-4-156 15,-5-3-341-15,-5-1-22 0,-4-3-166 16,-7-1 1161-16,-1-3 16 0,-2 1-42 16,-2 2 52-16,5 4 186 0,5 9-50 15,11 4 34-15,7 7 1887 0,8 2-1599 16,6 2-130-16,3 0-28 0,3 0 48 15,12 0-78-15,7-1-42 0,9-4 42 16,9-3-75-16,5-3-82 0,3-1-64 16,3-5-22-16,1 1-27 0,0-3-12 0,-3 0-31 15,-3 1-164-15,-4 1-62 16,-3 3-60-16,-4 2-336 0,-11 2-782 0</inkml:trace>
  <inkml:trace contextRef="#ctx0" brushRef="#br1" timeOffset="-178330.302">19180 10987 821 0,'0'0'2496'0,"0"0"-2074"0,0 0-252 0,0 0-73 16,0 0 79-16,0 0 150 0,91 19 4 15,-30-25-67-15,7-8-96 0,5-7-81 16,1-4-62-16,-5-3-12 0,-1-6-12 16,-6 2-39-16,-6-5-111 0,-5-1-100 0,-6 0-57 15,-6-2-102-15,-12 10-836 16,-4-12-1562-16</inkml:trace>
  <inkml:trace contextRef="#ctx0" brushRef="#br1" timeOffset="-178163.608">19751 10368 1395 0,'0'0'1803'16,"0"0"-1465"-16,-47 101 18 0,32-48 132 15,-1 10-34-15,1 8-75 0,4 1-133 16,1 4-104-16,-2-2-63 0,1-6-43 0,0-7-36 16,4-11-18-16,3-13-48 15,4-17-22-15,4-11-55 0,14-9 9 0,3-9-39 16,9-12-29-16,3-12-140 0,-4 4-338 15,13-28-808-15</inkml:trace>
  <inkml:trace contextRef="#ctx0" brushRef="#br1" timeOffset="-177451.85">20128 10076 316 0,'0'0'3007'0,"0"0"-2431"0,0 0-369 15,-22 87-4-15,8-30 190 0,1 11-41 16,0 6-53-16,0 4-75 0,0 0-60 15,0-2-49-15,3-1-52 0,-2-4-38 16,1-5-25-16,2-10-30 0,4-9-46 16,2-16-8-16,3-11 17 0,0-11-2 15,5-9-22-15,9-2 15 0,6-14-3 16,3-7 24-16,5-6-24 0,1-8-43 0,0-1 0 16,0-3 33-16,-3 4 28 0,-1 6 30 15,-4 7 16-15,-5 7 15 0,-2 11 77 16,-6 5 14-16,-1 1-11 0,-3 8 33 15,-1 8 15-15,-3 3-22 0,0 4-33 16,0 1-21-16,0 1 2 0,-3-3-5 0,3-2-22 16,-3-7-27-16,3-3-10 0,0-6-24 15,0-2-53-15,5-2-41 0,6-4 28 16,1-5 30-16,6-5-3 0,1-5-16 16,3 1-12-16,2 0 34 0,2 0 33 15,-3 6-15-15,3 5 15 0,-6 7 34 16,0 0 129-16,-4 9 12 0,-1 5-25 15,-4 5 12-15,0 4 51 0,-3-4-18 16,-2 0-95-16,-2 0-2 0,0-5-31 16,-1-2-30-16,0-5-3 0,-1-3 0 0,-1-3-43 15,1-1-57-15,-1 0-36 0,5-4-16 16,-1-4 30-16,4-2 18 0,4-3-21 16,2-3-55-16,1-2-51 0,2 0-26 15,2 4-23-15,-1 1 65 0,1 4 215 16,-1 6 41-16,-5 3 183 0,-2 1 87 0,-2 10-107 15,-6 2 45-15,-1 3-17 0,-3 3-28 16,0 2-28-16,0-2 3 0,0-2 30 16,-1-1-140-16,-1-8-36 0,1-1-32 15,1-2-1-15,0-5-15 0,0 0-3 16,1 0-15-16,5-2-31 0,4-5 37 16,5-2 24-16,-2-2-21 0,5-3-36 15,2 2-10-15,1-1 15 0,3 0 22 16,3-1 9-16,-1 2-15 0,2 2 8 15,0 0 15-15,-4 3 16 0,-3 1 18 16,-4 3-18-16,0 3-2 0,-5 3 2 0,1 6 60 16,-4 7 85-16,1 2-99 0,-3 2-46 15,-2 4-40-15,0-3-11 0,1-1 8 16,-3-1-230-16,3-1-99 0,-2-7-733 16,0 6-1376-16</inkml:trace>
  <inkml:trace contextRef="#ctx0" brushRef="#br1" timeOffset="-159132.709">23115 13827 218 0,'0'0'2096'0,"0"0"-831"0,0 0-1041 16,0 0 134-16,0 0 77 0,0 0-21 15,0 0-60-15,0 0-90 0,0 0-47 16,0 0-93-16,-64-2-57 0,83 2-28 16,12 0 33-16,11 0 1 0,14 0 17 15,6 0-24-15,7 0-46 0,0 0-19 0,-1 0-2 16,-1 0 1-16,-5 0-24 0,-6 0-48 16,-3-3-24-16,-8 1-7 15,-6-2-12-15,-7 0-2 0,-7 0-110 0,-10 4-140 16,-7-2-261-16,-8 1-619 0,-3 1-769 0</inkml:trace>
  <inkml:trace contextRef="#ctx0" brushRef="#br1" timeOffset="-158958.731">23478 13896 2827 0,'0'0'532'0,"0"0"-259"15,0 0-87-15,-34 95 194 0,28-49 54 0,2 8-87 16,3 6-115-16,1 0-71 15,0 1-49-15,0-2-3 0,0-3-39 0,0-3-49 16,0-2-21-16,0-5-30 16,1-6-55-16,1-8-30 0,0-10-16 0,1-8-36 0,-1-7-69 15,-1-7-92-15,2 0-194 0,-1-9-167 16,2 1-383-16,-1-15-336 0</inkml:trace>
  <inkml:trace contextRef="#ctx0" brushRef="#br1" timeOffset="-158796.693">23479 14403 2689 0,'0'0'558'0,"0"0"-262"0,0 0 1 16,0 0 89-16,0 0-113 0,89-32-66 16,-56 27-48-16,2 1-24 0,5-3-59 15,1 1-76-15,-4-2-33 0,-2 2-142 0,-6 1-49 16,-5 2-39-16,-7 2-93 0,-10 1-186 16,-4 0-582-16,-8 9-663 0</inkml:trace>
  <inkml:trace contextRef="#ctx0" brushRef="#br1" timeOffset="-158640.362">23456 14690 1570 0,'0'0'1273'15,"0"0"-1135"-15,0 0-96 0,0 0 160 0,0 0 27 16,0 0-61-16,0 0 18 0,99 49 28 16,-57-49-13-16,5-4-89 0,3-1-19 15,1 0 89-15,-2-4-73 0,1-3-109 16,-5-1-148-16,3-2-50 0,0-2-51 15,-4 1-223-15,-10 4-1071 0,12-10-440 0</inkml:trace>
  <inkml:trace contextRef="#ctx0" brushRef="#br1" timeOffset="-158257.236">24688 14152 3059 0,'0'0'1033'0,"0"0"-875"0,0 0-157 16,0 0 85-16,0 0 97 0,0 0 23 15,0 0-19-15,0 0-89 0,0 0-18 16,0 0-4-16,110 60-6 0,-65-51 9 0,3-6-27 16,3-2-28-16,-4-1-12 0,5 0 5 15,-2-4-17-15,-3-6-1 0,-1-2-23 16,-3-1-73-16,-3-4-77 0,1-3-34 15,-8-1-40-15,-2 1-99 0,-8-3-160 16,-7 6-494-16,-5-4-827 0</inkml:trace>
  <inkml:trace contextRef="#ctx0" brushRef="#br1" timeOffset="-158001.52">25267 13952 2692 0,'0'0'443'0,"0"0"-219"16,0 0 45-16,0 0 204 0,0 0-159 0,0 0-134 15,0 0-72-15,0 0-35 0,0 0-17 16,88 34 26-16,-65-20-8 0,0 0 57 0,-2 2 3 16,-1-2-58-16,-2 3-24 15,-5-1-22-15,-2 1 4 0,-2 1-10 0,-3 2-3 16,-4-1-21-16,-2 1-9 0,-3 2-24 16,-7 1 21-16,-5 2-25 0,-5 3-17 15,0 2-1-15,-6-1 9 0,-3 2 3 16,0 1 7-16,-2 0-7 0,1 0-36 15,-2-1-4-15,2-5-39 0,-1-2-38 16,7-5-59-16,3-9-145 0,6-3-252 16,5-13-935-16</inkml:trace>
  <inkml:trace contextRef="#ctx0" brushRef="#br1" timeOffset="-157515.689">26154 13899 2869 0,'0'0'404'0,"0"0"-185"15,0 0-13-15,0 0 219 0,0 0-40 16,116 13-104-16,-71-13-98 0,10-3-57 0,2-9-44 16,0-2-12-16,-1-1-33 0,-6-4-37 15,-2 0-13-15,-6 1-33 0,-4-1-107 16,-4 3-73-16,-10 0-36 0,-4 2-16 15,-5 3-110-15,-10 3-258 0,-5 2-864 0</inkml:trace>
  <inkml:trace contextRef="#ctx0" brushRef="#br1" timeOffset="-157308.323">26482 13860 1580 0,'0'0'1307'0,"0"0"-897"16,-20 66-127-16,16-32 108 0,-1 11 15 15,2 8-66-15,0 4-73 0,1 3-93 16,-3 2-74-16,0 0-42 0,-1-3-37 16,-1-2-7-16,-1-6-14 0,1-6-19 15,0-7-35-15,4-6-53 0,2-9-21 0,1-9-37 16,0-6-78-16,0-7-116 0,3-1-320 16,3-8-956-16</inkml:trace>
  <inkml:trace contextRef="#ctx0" brushRef="#br1" timeOffset="-157160.122">26500 14353 2073 0,'0'0'1548'15,"0"0"-1315"-15,0 0-145 0,0 0 276 16,102-16 44-16,-71 14-126 0,4-2-90 0,1 0-88 16,2-4-44-16,-1 1-60 0,-4-3-40 15,-4 3-115-15,-7 1-77 0,-4 1-54 16,-10 4-148-16,-3 1-370 0,-9 10-1086 0</inkml:trace>
  <inkml:trace contextRef="#ctx0" brushRef="#br1" timeOffset="-157004.131">26466 14676 2466 0,'0'0'560'0,"0"0"-310"0,0 0-15 0,0 0 150 15,0 0-86-15,0 0-159 0,0 0-57 16,105-40-5-16,-66 26-38 0,0 1-37 15,3 1-3-15,-3 1-59 0,-1 1-58 16,-2-2-107-16,-3 1-148 0,-9 4-330 16,2-3-1199-16</inkml:trace>
  <inkml:trace contextRef="#ctx0" brushRef="#br1" timeOffset="-155696.048">26652 15044 2115 0,'0'0'521'0,"0"0"-228"16,0 0-91-16,0 0 149 0,0 0 34 15,0 0-108-15,0 0-81 0,0 0-38 16,0 67-31-16,0-48 5 0,0 2-12 16,0 2-38-16,4 5-21 0,-2-1-39 15,1 6-7-15,0 0-13 0,1 3 53 16,-2-1-37-16,0 1-18 0,-2-4 0 15,0-1-12-15,0-5-27 0,0-1 8 0,0-3-21 16,0-3-6-16,-2-3-6 0,2-3 5 16,-2-3-30-16,1-2-12 0,1-3-48 15,0-3-71-15,0-2-97 0,0 0-163 16,0-3-492-16,0-6-407 0</inkml:trace>
  <inkml:trace contextRef="#ctx0" brushRef="#br1" timeOffset="-154956.865">26455 16333 752 0,'0'0'1394'0,"0"0"-871"16,0 0-130-16,0 0-7 0,0 0 15 15,0 0-49-15,0 0-100 0,0 0-46 16,0 0-40-16,93 28 18 0,-53-24 8 0,2-3-88 15,0-1-52-15,0 0-13 0,-2-4-18 16,-5-2-21-16,-5-2-15 0,-2-1-21 16,-6 0-55-16,-2-1-37 0,-5-1-50 15,-5 1-33-15,-4-1-98 0,-3 3-190 16,-3 1-268-16,0 1-616 0,-11 1-312 0</inkml:trace>
  <inkml:trace contextRef="#ctx0" brushRef="#br1" timeOffset="-154736.879">26652 16363 2466 0,'0'0'464'0,"0"0"-195"15,0 0-59-15,-19 89 174 0,16-53-60 16,3 2-131-16,0 2-69 0,2-2-40 16,2 2-7-16,-1-1-3 0,-1-1-37 0,-1 2-22 15,1 0-12-15,-1 0-3 0,1-2-1 16,0-5-76-16,3-3-15 0,-3-9-4 15,1-8 15-15,-1-5-62 0,-1-6-58 16,1-2-72-16,-1-1-72 0,1-5-125 16,-2 0-269-16,1-9-475 0</inkml:trace>
  <inkml:trace contextRef="#ctx0" brushRef="#br1" timeOffset="-154563.263">26616 16685 2062 0,'0'0'311'0,"0"0"-104"0,0 0 134 16,0 0 117-16,0 0-160 0,76 17-115 16,-48-8-39-16,-2-2-15 0,1 0-10 15,-1-1-54-15,-3-1-65 0,-1-4-18 16,-3 1-23-16,-1-2-68 0,-2 0-67 0,-1 0-79 16,-4-2-116-16,-3 1-244 0,-2-2-637 0</inkml:trace>
  <inkml:trace contextRef="#ctx0" brushRef="#br1" timeOffset="-152422.6">26368 12012 2100 0,'0'0'582'15,"0"0"-244"-15,0 0-60 0,0 0 56 16,0 0 9-16,0 0-67 0,0 0-84 16,-19 71-77-16,15-51-38 0,4 2 15 15,0 5 0-15,0 1 22 0,4 4-38 16,2 2-21-16,0 3 0 0,0 2-15 15,-2 3-1-15,1 1-11 0,-1 0-13 16,-1 4 3-16,-3 3-3 0,0-1-15 16,-2 0-16-16,-5-3-8 0,3-2-40 15,-1-6-15-15,4-5-16 0,1-7-34 0,0-7-21 16,4-6-4-16,4-6-63 16,3-3-96-16,1-4-156 0,0 0-256 0,-1-4-537 15,5-8-315-15</inkml:trace>
  <inkml:trace contextRef="#ctx0" brushRef="#br1" timeOffset="-151857.395">25980 10644 729 0,'0'0'2091'0,"0"0"-1614"0,0 0-213 16,0 0-30-16,0 0 74 0,0 0 6 16,0 0-69-16,0 0-40 0,0 0-55 0,97 6-6 15,-53-6-19-15,1 0-34 0,2-6-30 16,0 0-25-16,-3-4-15 0,-3-2-21 15,0-3 0-15,-4-1-15 0,-5 1-43 0,-3-2-81 16,-6 1-69-16,-9 1-55 16,-1 2-85-16,-9 3-145 0,-1 3-219 0,-7-2-639 0</inkml:trace>
  <inkml:trace contextRef="#ctx0" brushRef="#br1" timeOffset="-151623.487">26178 10736 2624 0,'0'0'604'16,"0"0"-191"-16,9 86-114 15,-1-46 148-15,2 7 13 0,-2 2-179 16,1 0-98-16,-3-3-61 0,0 1-53 16,-3-4-23-16,-1-5-34 0,-2-1-12 0,0-4-3 15,0-5-9-15,-2-4-25 0,-1-6-41 16,0-6-11-16,2-2-26 0,-1-5-13 0,1-2-46 15,-1-1-72-15,2-2-131 0,0 0-277 16,0-12-896-16</inkml:trace>
  <inkml:trace contextRef="#ctx0" brushRef="#br1" timeOffset="-151471.179">26337 11026 2714 0,'0'0'587'0,"0"0"-247"0,0 0 76 15,0 0-11-15,88-2-158 16,-64-4-146-16,0-3-76 0,0-3-25 0,2-3-138 16,-1 1-90-16,-2-3-67 0,-4 2-107 15,-4 3-339-15,-7-3-887 0</inkml:trace>
  <inkml:trace contextRef="#ctx0" brushRef="#br1" timeOffset="-151122.214">25870 10278 2749 0,'0'0'682'15,"0"0"-211"-15,0 0-214 0,0 0 94 16,0 0 3-16,0 0-91 0,0 0-77 0,0 0-67 16,0 0-28-16,0 0 15 0,11-8-9 15,-1 4-34-15,8-1-3 0,5-3-2 16,5-1-10-16,7-4-15 0,1 0-8 16,4 1 8-16,2 0-21 0,3-1-10 0,1 1-2 15,0 0-12-15,0 0 0 16,1-1 0-16,-2-1-58 0,-3 3-36 0,1-2-72 15,-2 2-58-15,-1 2-44 0,-4-3-63 16,2 5-185-16,-15 1-473 0,4 0-797 0</inkml:trace>
  <inkml:trace contextRef="#ctx0" brushRef="#br1" timeOffset="-146379.997">24841 14999 2936 0,'0'0'305'0,"0"0"117"0,0 0-340 15,0 0 16-15,0 0 81 0,0 0 44 0,0 0 9 16,0 0-68-16,0 0-75 0,0 0-21 16,66 37-4-16,-44-34-2 0,1-2-23 15,1-1-14-15,1 0-25 0,-2-4-22 16,-4-1-45-16,1-4-31 0,-3-1-50 15,-1 0-28-15,-2-4-25 0,-2 2-88 16,-4-2-174-16,-2 4-350 0,-3-1-549 0</inkml:trace>
  <inkml:trace contextRef="#ctx0" brushRef="#br1" timeOffset="-146097.946">25015 15044 457 0,'0'0'2406'15,"0"0"-1977"-15,0 0-273 0,0 0-61 16,0 0 92-16,-14 76 102 0,14-59-104 16,0 2-88-16,0 0-26 0,0 4-15 0,0 0 18 15,0 1-18-15,-3 2-10 0,0 0-6 16,-3 0-12-16,3 2-7 0,0-2-19 0,3-1 20 16,0-2-13-16,0 0-9 15,10-5-21-15,3-2 21 0,5-7 0 0,1-7-19 16,5-2-46-16,3-3-12 0,4-8-28 15,2-5-38-15,3-3-28 16,1-2-93-16,-1-5-125 0,5-3-260 16,-13 8-549-16,14-14-186 0</inkml:trace>
  <inkml:trace contextRef="#ctx0" brushRef="#br1" timeOffset="-144604.901">23594 13327 98 0,'0'0'1828'0,"0"0"-1329"0,0 0-109 0,0 0-91 16,0 0 33-16,0 0 0 0,0 0-81 15,0 0-19-15,0 0-36 0,0 0-60 16,-1-36-47-16,1 31-43 0,0-2-12 15,0 0-3-15,0-1-19 0,0-3-12 16,0-1 0-16,0-1-27 0,0-1 27 16,0 0 22-16,0-2-22 0,0 2 13 15,0-3-12-15,1-1-1 0,-1-1 13 16,0-1-13-16,0-3-2 0,0 0-22 16,0 0 12-16,-1-1-25 0,-4-1-9 15,1 2-4-15,0-1 32 0,-2-1-1 0,3 2-15 16,0-2 34-16,0 4 0 0,0 0 10 15,1 2-8-15,-1 0 38 0,0 5-3 16,1-1-16-16,1 3 22 0,-1 2 10 16,2 1-20-16,-1 0 4 0,-1 2 0 0,2-1-16 15,-2-2-18-15,0 3-3 0,2-1-15 16,-3 0 15-16,3 0 0 0,-1 2-13 16,0 0 12-16,1 4 1 0,0-3 3 15,0 4 9-15,-2-1-10 0,2 2-2 16,0 0-12-16,0 0 10 0,0 0-29 15,0 0-30-15,0 0-16 0,0 0-15 16,0 0-13-16,0 0-25 0,-1 0-47 16,1 0-65-16,0 0-57 0,-3 0-91 15,1 0-162-15,-1 0-551 0,12 0-534 0</inkml:trace>
  <inkml:trace contextRef="#ctx0" brushRef="#br1" timeOffset="-144022.85">23266 11797 1653 0,'0'0'562'0,"0"0"-219"15,0 0-108-15,0 0 35 0,0 0 49 0,0 0-56 16,0 0-61-16,0 0-51 0,0 0-9 15,0 0 4-15,0 0 25 0,9-10 8 16,-9 34-25-16,0 5-41 0,0 6-49 16,-1 5-42-16,-7 3-10 0,2 0-9 15,-1 0 0-15,-1 0-1 0,-2 0-2 16,2-2-27-16,0 0-19 0,1-2-25 16,-1-6-18-16,3-5-40 0,4-7-7 15,-1-8 0-15,2-6-32 0,0-3-39 0,6-4-70 16,3 0-78-16,1-7-189 0,-1-2-472 15,8-10-93-15</inkml:trace>
  <inkml:trace contextRef="#ctx0" brushRef="#br1" timeOffset="-143722.569">23639 11932 1861 0,'0'0'606'0,"0"0"-193"0,0 0-55 0,0 0 71 16,0 0-86-16,0 0-170 0,0 0-107 15,-78 27-54-15,52-12-12 0,-1 2-22 16,-1 1-3-16,2 1 23 0,2-1-10 16,-1 0 9-16,1 1 2 0,1-2-21 15,2 1 9-15,3 1 13 0,3-4 16 16,3-2-15-16,3-1 2 0,4-2 0 0,2 0 32 16,3 1-17-16,0-1-5 0,6-1 15 15,3 1-25-15,5-3 22 0,-1 2-10 16,7 0 16-16,5 1 25 0,0 0 19 15,4 1-11-15,2 2-20 0,2 2-32 16,2 0-10-16,-1 2-2 0,-2 1-57 16,0-2-169-16,-1 0-96 0,-3 0-116 15,-8-2-598-15,3 6-974 0</inkml:trace>
  <inkml:trace contextRef="#ctx0" brushRef="#br1" timeOffset="-142041.44">24049 11968 1642 0,'0'0'484'0,"0"0"-105"0,0 0-50 0,0 0 90 15,0 0-18-15,0 0-74 0,0 0-48 16,0 0-71-16,0 0-75 0,0 0 2 16,0 0-3-16,12-8 0 0,-7 4-34 15,0-1-60-15,-1 0-38 0,2-2-39 0,1 0-59 16,-1-1-37-16,3-1-37 0,1 0-53 16,2-3-70-16,3 0-136 0,3-4-170 15,2 1-165-15,-5 3-272 0,10-9-145 0</inkml:trace>
  <inkml:trace contextRef="#ctx0" brushRef="#br1" timeOffset="-141892.992">24450 11655 248 0,'0'0'1194'0,"0"0"-970"0,0 0-81 16,0 0 75-16,0 0 170 0,0 0-33 0,0 0-139 16,81-68-123-16,-67 57-81 0,-1 0-9 15,3-1-3-15,-1 1-4 0,3-3-44 16,-1 4-26-16,-1-5-131 0,3 2-176 15,-3-1-193-15,-3 4-96 0,4-6-90 0</inkml:trace>
  <inkml:trace contextRef="#ctx0" brushRef="#br1" timeOffset="-141565.283">24783 11383 909 0,'0'0'560'0,"0"0"-60"0,0 0-124 0,0 0-72 16,0 0-47-16,0 0-13 0,0 0-8 16,0 0-74-16,0 0-70 0,0 0-57 15,77-62-35-15,-65 53-3 0,1-2-48 16,4 3-53-16,0-3-5 0,0 0 27 15,2 2-4-15,-1-2 15 0,2 0 23 0,-2 3 27 16,0-2 21-16,-2 2 0 16,2-2 19-16,-4 3 7 0,3-1-26 0,-4-1-18 15,-1 2-91-15,-4 2-26 0,1-1-16 16,-1 1-4-16,-2-1 77 0,2 2 17 16,-1-1 19-16,0 0 42 0,5-2 3 15,-2-1 81-15,2 0 36 0,-1 1-14 0,2-3-29 16,1 2 4-16,-1-3 41 0,-3 2 19 15,5-1-90-15,-4-1-32 0,2 3 10 16,-1-3-13-16,-1 3-14 0,2-1 1 16,-1 0-1-16,-2 0 24 0,-2 4-26 15,-2-2-29-15,-3 4-44 0,0-1-23 16,-3 3-161-16,0-3-227 0,0 3-490 16,-3 0-342-16</inkml:trace>
  <inkml:trace contextRef="#ctx0" brushRef="#br1" timeOffset="-141215.811">25254 10899 1542 0,'0'0'462'0,"0"0"-190"16,0 0-74-16,0 0 156 0,0 0 76 15,0 0-112-15,0 0-88 0,0 0-63 16,0 0-22-16,0 0 4 0,41-14-28 16,-28 13-24-16,0-1-26 0,5 2-13 15,1 0-21-15,1 0-18 0,0 0-16 16,-2 2 12-16,0 1 1 0,0 2-13 16,-1-1 12-16,-2 1-3 0,-1 2-10 0,-2 0 10 15,-3 0-12-15,-3 3-3 0,-1 2-10 16,-5 1-8-16,0 5-4 0,-2 4-40 15,-7 3 4-15,-5 1 2 16,0 4 6-16,-6 4-40 0,-1-2-43 0,2 4-37 16,-1-2-63-16,0-1-48 0,4-1-207 0,5-10-652 15,-9 10-692-15</inkml:trace>
  <inkml:trace contextRef="#ctx0" brushRef="#br1" timeOffset="-140853.959">24702 11905 2274 0,'0'0'513'16,"0"0"-156"-16,0 0-105 0,0 0 162 0,0 0 41 16,0 0-86-16,78 0-87 0,-53 0-116 15,4 1-66-15,1 1-42 0,-1-2-27 16,0 0-16-16,-4 0-15 0,-2 0-19 15,-4 0-20-15,-2 0-89 0,-3 0-34 16,-2-7-38-16,-1 4-49 0,-4-1-84 16,-2 0-136-16,-3 1-292 0,-2 0-550 15,0 1-225-15</inkml:trace>
  <inkml:trace contextRef="#ctx0" brushRef="#br1" timeOffset="-140619.656">24976 11884 1975 0,'0'0'673'0,"0"0"-226"0,0 0-90 15,0 0 41-15,0 0 26 0,-45 69-84 16,36-50-124-16,1 0-88 0,2 4-24 16,0-3-9-16,0 4-13 0,1-2-21 0,2 1-28 15,3-1-8-15,0 0-4 0,0-3-20 16,0-1 11-16,2-5-12 0,4-2-3 16,3-3-15-16,2-4 18 0,2-2-15 15,2-2 12-15,3 0-13 0,1-1 4 0,1-6-61 16,-1-4-46-16,4-1-24 15,-2-1-23-15,0-4-37 0,-1 0-72 0,-2-2-138 16,-5 6-300-16,1-10-763 0</inkml:trace>
  <inkml:trace contextRef="#ctx0" brushRef="#br1" timeOffset="-139936.065">24725 11667 186 0,'0'0'1027'0,"0"0"-751"0,0 0-145 16,0 0-50-16,0 0 59 0,0 0 25 15,0 0-12-15,0 0-8 0,0 0 7 16,0 0 39-16,6 11 28 0,-6-8 5 16,2 0-19-16,-1-1-36 0,2 1-17 15,-1-2-4-15,0-1-9 0,1 1-23 0,1-1-21 16,-2 2-30-16,1-1-18 0,-2 0-10 15,1-1-9-15,-1 0-9 0,1 0-16 16,-2 0-3-16,0 1-10 0,0-1-15 0,0 0-6 16,0 0-16-16,0 0 0 0,0 0 10 15,0 0 6-15,0 0 27 0,0 0 4 16,2 0 1-16,-2 1 18 0,2-1-6 16,-1 0-11-16,-1 1 10 0,0 1-9 15,0-2 10-15,0 0-1 0,0 0 7 16,0 0 9-16,0 0 0 0,0 0 13 15,0 0 8-15,3 0 7 0,-1 0-6 16,2-3 9-16,3-3 76 0,3-1-24 16,0-3-40-16,6 0-47 0,-3-4-21 15,4 1-2-15,-3 1-1 0,-2 2 0 16,1 1-19-16,-2 1 1 0,1 3 2 16,-3-1-2-16,1 3 3 0,-1 2-4 15,-1 1 19-15,1 0 24 0,1 6 0 0,-1 1-5 16,0 5-17-16,-1-1 19 0,4 2-18 15,-4-1 9-15,3 2-11 0,0-1 0 16,-1-3 1-16,0 0-1 0,2-4 11 0,-1 0-12 16,0-1 1-16,1-3 13 0,1-2-14 15,2 0 0-15,2-7-23 0,3-5-88 16,3-7-61-16,3 2-8 0,0-4 3 16,2-1-115-16,-3 3-224 0,-5 4-673 15,5-5-387-15</inkml:trace>
  <inkml:trace contextRef="#ctx0" brushRef="#br1" timeOffset="-136534.415">24645 12919 473 0,'0'0'606'15,"0"0"-504"-15,0 0-100 0,0 0 19 16,0 0 38-16,0 0-27 0,0 0 508 16,0 0-121-16,0 0-138 0,0 0-55 15,0 0-5-15,3-11 32 0,-2 12-4 0,-1 0-40 16,0 0-36-16,0 0-35 0,0 1-15 15,0 0-17-15,0 2-31 0,0 1-13 16,0 6 9-16,0 3-27 0,-3 4-20 16,-1 5-11-16,-2 4-11 0,0 1 0 15,0 4 1-15,-1 1 9 0,5-1 10 0,-1 2 6 16,1-3-16-16,2 0 13 16,0-6 12-16,2-2 6 0,5-2-3 0,3-7-7 15,1-2-20-15,4-2-2 16,-1-7-11-16,6-1-3 0,2-2-19 0,7-5 20 15,3-5-10-15,5-3-19 0,3-5 19 16,2-2 10-16,4-2-13 0,-2 0 15 16,0-2 3-16,-4 2-3 0,-3-1-17 15,-3 0-10-15,-4-2-1 0,-1 0-25 16,-1 0-33-16,-5 0-50 0,-4 1 21 16,-4 4 12-16,-5 0 8 0,-5 2-2 0,-4 3-82 15,-1 1-2-15,-3 0-63 0,-5 3-117 16,-3 1-38-16,2 3-657 0,-10 0 14 0</inkml:trace>
  <inkml:trace contextRef="#ctx0" brushRef="#br1" timeOffset="-136290.537">25172 12847 1421 0,'0'0'1215'16,"0"0"-832"-16,0 0-178 0,0 0-2 15,0 0 73-15,0 0-93 0,0 0-86 0,0 0-53 16,0 0-25-16,0 0-19 0,85 42 0 16,-65-30-19-16,-1 3-34 0,3 1-4 15,-1 2-18-15,-2 3 37 0,1-1-15 16,0 3 5-16,-5-2-50 0,-2 1-70 16,-5-1-42-16,-2 0-165 0,-4 0-93 15,-2 0-67-15,0 2 41 0,-5-5-53 16,-15 8-187-16</inkml:trace>
  <inkml:trace contextRef="#ctx0" brushRef="#br1" timeOffset="-127183.224">14815 12073 938 0,'0'0'244'0,"0"0"-91"15,0 0 549-15,0 0-277 0,0 0-35 16,0 0-98-16,0 0 1 0,0 0 21 16,0 0-22-16,-11-20-29 0,11 20-59 15,0 0-40-15,0 0-20 0,0 0 0 0,0 0-12 16,0 0-29-16,0 0-29 0,0 0-26 15,0 0-20-15,0 0-25 0,2 0-3 16,1 0-11-16,4 0-13 0,5 0 24 16,6 0 37-16,7-6-16 0,8 0 9 15,3-4-12-15,10-5 4 0,0 2-4 16,3-3-15-16,2 0-3 0,2-2-15 16,2 1 15-16,4-1-1 0,3 0-11 0,3 0-1 15,2 1-2-15,3-2-6 0,1 1-6 16,0 1 2-16,0 0-2 0,-1 4 12 15,-3 0-3-15,-4 3 17 0,-2 2-30 16,-4 3 28-16,-5 0 1 0,-1 5-16 16,-8 0 6-16,1 0-13 0,-6 0 10 15,-3 5 1-15,-2 0 14 0,-1 1 0 0,-4-1-22 16,0-2 10-16,-2 2-21 16,-3 1 8-16,-3-3 7 0,0 2 16 0,-1-3-29 15,-3 0 4-15,1-2 5 0,0 2 21 16,-1-1-2-16,0-1 0 0,1 0 1 15,-1 0 2-15,1 0 2 0,-1 0-1 16,0-1 11-16,0-1-11 0,3 0-1 0,1-2-2 16,3-1 2-16,4-3 19 0,1-1-19 15,3 0 1-15,0-2 7 0,2-2-8 16,0 1 0-16,4-2 0 0,2 0 1 16,3 0 0-16,4 1 11 0,3-2-11 15,2 3 1-15,3-2-1 0,-2 1-1 16,5-2 1-16,0 3-1 0,1-1 1 15,1-1 0-15,0 2-1 0,1-2-1 16,2 3 0-16,-1-2 2 0,2 4 1 0,1-3 14 16,2 0-15-16,3 0 26 0,2-1-25 15,2-2 10-15,1 1-11 0,4 3 3 16,-2-2-4-16,3 1 3 0,-4 3 15 16,3-1 9-16,-3-1 1 0,1 4-7 15,-1-3 19-15,2-2-16 0,-4 2-12 16,1-2-11-16,1-3-1 0,-3 3 1 0,1-1-1 15,-1-1 0-15,1-1-1 16,0 3 1-16,0-1 2 0,-2 0 1 0,2 1 10 16,0 0-11-16,-3 0 25 0,2 0 0 15,-3 0 4-15,-4 0-30 0,0 1 10 16,-1 3-10-16,-4-1 1 0,-1 1-2 16,-1 1 0-16,-1-1-3 0,-3 1 3 15,-2 0 2-15,-1 2-2 0,-6 2 2 16,-5-2-2-16,-6 1-2 0,-9 2-1 0,-8 1-12 15,-9 1-4-15,-2 0 19 16,-6 0 3-16,0 0-3 0,-2 0-3 0,-9 0-73 16,-7 0-42-16,-6 0-81 0,-8 0 24 15,-5-1-71-15,-5 1-27 0,0 0-173 16,8 0-565-16,-21 0-674 0</inkml:trace>
  <inkml:trace contextRef="#ctx0" brushRef="#br1" timeOffset="-126079.3">14222 10525 440 0,'0'0'554'16,"0"0"562"-16,0 0-867 0,0 0 97 16,0 0 49-16,0 0-3 0,0 0-44 15,0 0-12-15,16 68-32 0,-13-54-48 0,1 0-38 16,1 4 14-16,0 0-52 15,-2 4-31-15,2 0-1 0,-1 3-30 0,-1 5-52 16,1 1-23-16,2 4-22 0,0 2 0 16,-2 4 0-16,5 2-9 0,1 7 9 15,0 2-8-15,0 7 5 16,3 5-3-16,-2 7-15 0,4 2-2 0,-4 5-1 0,1-2 2 16,1-3-36-16,-2-4 1 0,4-6-3 15,1-8 0-15,2-3-25 0,1-5-2 16,1-6 8-16,0 1-8 0,-2-7 2 15,0-3 15-15,-4-2-45 0,1-7-33 16,-3-1-1-16,-2-8-34 0,0-2-37 16,-4-5-51-16,-3-7-78 0,0 0-153 15,-2-14-24-15,-1-5-118 0,0-10-455 16,0 3-329-16,-7-28 1339 0</inkml:trace>
  <inkml:trace contextRef="#ctx0" brushRef="#br1" timeOffset="-125067.873">14351 10569 1041 0,'0'0'2138'0,"0"0"-1921"0,0 0-128 16,0 0-32-16,0 0 63 0,0 0 9 15,0 0-37-15,0 0-73 0,0 0-19 16,0 0 0-16,31-4 12 0,-5 1 38 16,7-1 19-16,2 0 8 0,3-1 7 15,-1-1-31-15,3 0 3 0,2 3-10 16,1-3-5-16,5 2-4 0,5-4-3 0,9-1 28 16,6-3-17-16,4 0-44 0,4-2 1 15,4 1-2-15,2-2-11 0,3 0-8 16,1 1 17-16,3-1 0 0,4-1-16 0,0-1 18 15,2 0 12-15,2-1-12 0,4 1 12 16,0-2-10-16,1-2 17 0,1 2-1 16,0 0-17-16,2 0 15 0,-1-2-14 15,0 2 1-15,-2 1 0 0,-1-1 0 16,0 3 0-16,-2 1-2 0,-1 1-1 16,-1 0-12-16,-2 2-16 0,0 0 0 15,-4 0-6-15,-2 1 4 0,1 3-1 16,-2-4-19-16,-1 1 28 0,0 0 19 15,0 2-9-15,-2-2 1 0,-2-1 11 16,2 4 2-16,-1-3 11 0,-1 4-10 16,-1-3 9-16,-2 4 1 0,0-1 8 0,-2 1-20 15,2 0-1-15,-2-1 0 0,1 1-15 16,1-4 14-16,1-2-15 0,1 0-15 16,-2-1-24-16,0-2 5 0,1 0 19 15,-5 1-1-15,0-1 8 0,-5 2 24 16,-1 2 2-16,-6 0 32 0,-5 4 0 0,-2-1 13 15,-7 4-13-15,-5-2-3 0,-1 5-12 16,-3-4-19-16,-1 5-2 0,-1-5-20 16,1 2-3-16,-4-1-3 0,0-2-9 15,-1 1 24-15,-3 3-4 0,-3-3 17 16,-1 5 21-16,-5 0 1 0,2 0 31 16,-5 0 12-16,2 0-18 0,-1 0-10 15,1 5-18-15,1 1 5 0,3-2 13 0,1 3-35 16,1-2 14-16,2-1-1 15,0 2-6-15,3-1 7 0,2-1-4 0,0 1 13 16,1-1-8-16,-2 2-16 0,3-2-2 16,-5 2 1-16,-2 0 0 0,-5 0 0 15,0 3 1-15,-5-1 12 0,-3 4-13 16,-3 0 15-16,0 0 7 0,-2 2-7 16,-1 3 3-16,-3-3-18 0,2 3-15 15,-3 2 3-15,-1-2 9 0,-1 2 0 0,-2 2 3 16,-1-2 0-16,-2 2 12 0,0 1-9 15,0 0 12-15,0 2 7 0,-2 2-4 16,-3 2-5-16,1 3 5 0,-4 5-6 16,1 3-10-16,-1 3 20 0,-2 7-1 15,-1 3 10-15,0 0-28 0,-1 3 25 16,-2-7-16-16,1 0 34 0,1-5 24 16,-2-1 61-16,0-4-70 0,-1-2-49 0,-1 0-9 15,-1 0-3-15,0-3-15 16,0-1-6-16,2-4 18 0,1-1-40 0,2-4 7 15,2-3-16-15,4-2 27 0,1-3 7 16,0-2 15-16,1 1-28 0,-1-6-8 16,2 0-38-16,0-3-15 0,1-3-15 15,1-1-23-15,-1-1-84 0,1-1-186 16,-1-3-344-16,-1-11-710 0</inkml:trace>
  <inkml:trace contextRef="#ctx0" brushRef="#br1" timeOffset="-123695.53">12125 10424 1527 0,'0'0'553'0,"0"0"58"16,0 0-357-16,0 0-68 0,0 0-10 0,0 0 30 15,0 0 22-15,0 0-33 0,0 0-25 16,0 0-36-16,0 0-9 0,21 79-20 15,-20-48-18-15,2 5-23 0,-2 3 10 16,1 7-34-16,1 2 9 0,-1 2-30 16,3 4 12-16,-1 5-29 0,1 3 16 15,-1 3-8-15,-1 2-10 0,2 5-2 16,-3 5-13-16,-1 3 3 0,2 3-19 0,-1 2 9 16,-1 4 8-16,-1 1 14 0,2 5 3 15,-2 2 0-15,0 6-3 0,0 0-1 16,0 3 1-16,1 2 0 0,-1 1 1 15,3 0-1-15,0 4 0 0,1 2 1 16,-1 0-3-16,4 1 2 0,-1 2-3 0,-2-2 3 16,2-1 2-16,0 2 0 15,2 0 32-15,-2-3-16 0,4 5 4 0,2-2-10 16,-1 2-10-16,1 1 0 0,4 2-2 16,-2 2 0-16,2 4 0 0,0 5 1 15,1 2 18-15,2 0 8 0,1 3 4 16,2 1-6-16,-1-3-23 0,0 2 12 15,-1-1 10-15,-1-2 10 0,-1-1-16 16,1 0 16-16,-3-1-1 0,-2-4-14 16,2 2-19-16,0-1 2 0,-3 1 16 0,1-1-16 15,-2 1 13-15,-2-5-14 16,3-1 17-16,-5-2-18 0,1-7-15 0,0-2 13 16,-5-3 0-16,0-5 2 0,-4-5 1 15,2-4 2-15,-2-6 0 0,1-5 9 16,-1-10-12-16,0-4 0 0,0-6-12 0,0-5-9 15,-1-4 3-15,-2-5-7 0,-3-1 1 16,1-4-13-16,-1-1 22 16,0-2-13-16,-1-6 7 0,-1-4 20 0,0-3 0 15,1-5 1-15,2-3 0 0,-1-4-10 16,2-2 7-16,0-4 0 0,1-3-22 16,2-2 1-16,-2-2 8 0,3-2-8 15,-2-1-7-15,2-2-9 0,-1-1-15 16,-1 0-9-16,2 0-7 0,-1-1 6 15,-2-2 16-15,0 2 47 0,-1-1-31 16,-5 1-17-16,1 1 22 0,-3 0-12 16,-3-2-19-16,1-2-19 0,-3-2 0 15,0-5-73-15,-4-8-104 0,7 5-272 0,-11-26-760 16</inkml:trace>
  <inkml:trace contextRef="#ctx0" brushRef="#br1" timeOffset="-122335.576">14813 10393 1512 0,'0'0'556'16,"0"0"200"-16,0 0-515 15,0 0-113-15,0 0 3 0,7-86 34 0,-7 66-19 16,0-1-29-16,-2 1-4 0,-4-2-22 16,-2 2-25-16,0-2-24 0,-2 2 11 15,0-2-25-15,-3 3 15 0,0 1 23 16,0 2 5-16,-5 3-5 0,0-2 5 16,-4 2-28-16,-5 3 22 0,-2 0-6 15,-3 3 45-15,-4 1-51 0,0 5-32 16,0-1-6-16,-4 0-12 0,-1 2 16 15,0 0-4-15,-3 0-12 0,1 4 8 0,0-1-11 16,-2 2-19-16,-2 1-5 0,0 2 20 16,-4 1 4-16,-3 3-2 0,1 4-14 15,0-1 15-15,-2 6-1 0,0 0-10 16,1 5-4-16,-2 1 4 0,2 3-6 0,-2 2-7 16,0 3 10-16,-1 2 14 0,2 3-12 15,-2 1 1-15,2 0 11 0,0 1 0 16,1 0-2-16,3-2 2 0,-1 0 1 15,1 2 0-15,1-6 0 0,-1 3 0 16,0 0 0-16,2-1-12 0,2 2-10 16,2 0 21-16,2 0-2 0,2 1-9 15,4-1-12-15,2 0 23 0,2 0-9 16,1-2 10-16,2-2 0 0,0-1 0 16,2 0 0-16,-2 0 0 0,1-1 12 15,-2-1 0-15,2 2-11 0,-1-1 0 16,1 1-1-16,-2 3 0 0,3-2 13 0,-1 3-10 15,0-4 0-15,2 1 18 0,3-2-8 16,0 0 14-16,4-3 1 0,5-3-6 16,0-1-1-16,3-4-6 0,-1-2 13 15,4-1-13-15,2-1 4 0,1-4-1 16,-1-1 10-16,5-1-27 0,0-5 20 0,1 1-20 16,1-1-1-16,0-3-1 0,0-2-2 15,0-1 0-15,0-1-18 0,0-1 9 16,0 0 9-16,0 0 0 0,0 0-12 15,0 0 12-15,0-3-25 0,0-1-12 16,0-6-46-16,0-1-52 0,0-2 8 16,1-5-94-16,-1-1-65 0,0 0-188 15,0 3-324-15,0-9-311 0</inkml:trace>
  <inkml:trace contextRef="#ctx0" brushRef="#br1" timeOffset="-122085.615">11784 11617 1281 0,'0'0'1164'16,"0"0"-958"-16,0 0-129 0,0 0 110 16,0 0 175-16,0 0-41 0,-84 62-91 15,69-45-120-15,0 2-41 0,5 5-8 0,-3 3 14 16,4 4 12-16,-1 3 0 16,3 6 9-16,1 1-21 0,-1 3-26 0,4-2 4 15,2 0-20-15,1-5-2 0,0-3-6 16,3-5 9-16,5-3-10 0,5-3-22 15,0-3 2-15,6-2-1 0,3-6 0 16,4-3-3-16,7-6 12 0,8-3-12 16,7-5-12-16,10-9-10 0,5-6-24 15,9-7-117-15,0 0-107 0,-17 6-173 0,17-7-753 0</inkml:trace>
  <inkml:trace contextRef="#ctx0" brushRef="#br1" timeOffset="-120978.241">654 13327 1121 0,'0'0'381'0,"0"0"-270"0,0 0-95 0,0 0 59 15,0 0 567-15,0 0-241 0,0 0-93 16,0 0-52-16,0 0 14 0,0 0-27 16,59-25-10-16,-59 25-17 15,0 0-40-15,1 0-58 0,-1 0-53 0,0 0-22 16,0 0 0-16,0 0-6 0,0 0-10 15,0 0 1-15,2 0-6 0,-2 0-1 0,0 0-6 16,1 0 16-16,1 1 9 0,2 6 15 16,3 4 61-16,0 2-6 0,4 5-22 15,-2 6-9-15,2 5-9 0,-1 2-9 16,1 5-19-16,1 3 0 16,-1 2-8-16,4 4-7 0,-2 2-6 0,4 0-21 15,-2 2 0-15,0 0 0 0,0-4-3 16,0-4 2-16,0-5 0 0,1-7 1 15,-3-5-1-15,0-8 0 0,-3-3-17 16,0-6 16-16,0-3-1 0,-3-3 3 0,2-1 12 16,0 0 3-16,-1-6 6 0,4-4 7 15,1-5 17-15,1-6-6 0,2-3-21 16,1-6-6-16,-1-5 13 0,0-8-22 16,1-1-3-16,-2-7 0 0,-1-2-61 15,-1 1 13-15,-1-1-16 0,-1 3 13 16,-2 3-4-16,-2 7-2 0,-1 6 2 0,-2 6-9 15,-3 8-24-15,-1 5-43 0,-1 7-24 16,-9 3-59-16,-3 2-125 0,-6 3-292 16,5 0-560-16,-17 7-391 0</inkml:trace>
  <inkml:trace contextRef="#ctx0" brushRef="#br1" timeOffset="-120761.592">771 13676 2914 0,'0'0'355'0,"0"0"-278"16,0 0 9-16,0 0 183 0,0 0 97 0,0 0-123 16,0 0-57-16,0 0-16 0,0 0 8 15,0 0-13-15,0 0-24 0,75-10-23 16,-54 5-41-16,4-3-8 0,-2 1-41 0,0 0-28 16,4-3-9-16,2 2-25 0,0-2-60 15,3 1-101-15,-1 3-77 16,1 1-104-16,1 4-224 0,-8 0-651 0,6 1-918 15</inkml:trace>
  <inkml:trace contextRef="#ctx0" brushRef="#br1" timeOffset="-119826.503">1962 16366 103 0,'0'0'46'15,"0"0"-46"-15,0 0 0 0,0 0 0 16,0 0 65-16,0 0 79 0,0 0-17 16,0 0-46-16,0 0 24 0,0 0 12 0,0 2-39 15,-1-2-78-15,-2 2-68 0,-1 2-180 16,2-2-45-16,1 1 36 0</inkml:trace>
  <inkml:trace contextRef="#ctx0" brushRef="#br1" timeOffset="-119482.213">1962 16366 851 0</inkml:trace>
  <inkml:trace contextRef="#ctx0" brushRef="#br1" timeOffset="-118959.566">1962 16366 851 0,'-89'82'150'0,"83"-82"-85"0,-1 0 108 16,3 0-66-16,1 0 7 0,0 0 26 0,0 0 535 0,0 0-390 0,0 0-159 0,0-2-14 0,2 0 81 15,-1 1 63-15,1-1-55 0,1 1-46 16,0-2-13-16,0 2 9 0,0 1-13 0,0-2 10 15,0 2 8-15,0 0-7 0,0 0-17 16,0 0-18-16,0 0-15 0,0 0-20 16,0 0-21-16,0 0-3 0,0 0-15 15,0 0 0-15,0 0-13 0,0-1 1 16,0 1-10-16,1 0-7 0,2 0-11 16,2 0-18-16,3 0-3 0,7 0 21 15,2 0 39-15,6 0-5 0,2-2-32 16,2 0 19-16,-2-1-6 0,2 0 1 15,-1-2-1-15,3 2 9 0,-3-1-22 0,-2-1 13 16,-2 3-13-16,-2-1-1 0,-2-1 0 16,-3 1-1-16,-6 1-1 0,2 0-14 15,-5 1 12-15,-2 1 0 0,1-2 1 16,-2 2 1-16,0-1 1 0,-2-1-1 16,3 2 0-16,-1 0-2 0,-2 0-9 15,1 0 0-15,2 0 9 0,-2 0-13 16,-1 0 1-16,1 0-6 0,-2 0-10 15,0 0 10-15,0 2 6 0,0-2 0 0,0 1-1 16,0-1 4-16,0 0 10 0,0 0 2 16,0 0 0-16,0 0 12 0,0 0-9 15,0 0 10-15,0 0-11 0,0 0 1 16,0 0 0-16,0 0 9 0,0 0-10 16,0 0 1-16,0 0 9 0,0 0-9 0,0 0-1 15,0 0-2-15,0 0-3 0,0 0-12 16,0 0 0-16,0 0 2 0,0 0 1 15,0 0 11-15,0 0 1 0,-2 0 0 16,2 0-12-16,-1 0-28 0,-1 0-39 16,-1 0-50-16,-1 2-76 0,-4 2-139 15,-4 0-315-15,3 1-767 0,-11 4-716 0,81-33 2052 16</inkml:trace>
  <inkml:trace contextRef="#ctx0" brushRef="#br1" timeOffset="-118278.632">1859 16456 1450 0,'0'0'391'16,"0"0"-177"-16,0 0 39 0,0 0 121 0,0 0-43 15,0 0-107-15,0 0-67 0,0 0-30 16,0 0-35-16,0 0 9 0,0 0 56 16,0 0-22-16,17 63-9 0,-10-41-10 0,-1 4 33 15,1 0-16-15,0 5-41 16,-2 3-21-16,-1 5-40 0,2 3-3 0,0 5 2 15,-1 1-5-15,-2 3-24 0,0-1-1 16,0-4-12-16,0-3 12 0,-2-5 6 16,2-6-6-16,0-4-12 0,-1-9-10 15,-1-5-15-15,0-4-64 0,1-5-57 16,2-2-34-16,-4-3-20 0,4 0-31 16,-1-3-133-16,2-3-232 0,-3 1-476 15,1-9-94-15</inkml:trace>
  <inkml:trace contextRef="#ctx0" brushRef="#br1" timeOffset="-118120.918">1981 16931 1205 0,'0'0'1383'0,"0"0"-1145"0,0 0-135 0,0 0 227 16,0 0 76-16,0 0-122 0,0 0-102 16,90-50-38-16,-70 43-29 0,0 1-53 15,-1 0-62-15,-1 2-7 0,-2 1-14 0,-3 2 5 16,-1 1-61-16,-2 0-123 0,-2 4-58 15,-2 8-70-15,-3-1-269 16,-3 19-781-16</inkml:trace>
  <inkml:trace contextRef="#ctx0" brushRef="#br1" timeOffset="-117930.68">2006 17312 969 0,'0'0'1765'16,"0"0"-1521"-16,0 0-196 0,0 0 128 0,0 0 133 15,0 0-90-15,0 0-138 0,0 0-65 16,0 0 50-16,0 0 19 0,0 0 29 16,92-14 7-16,-63 13-24 0,1-2-54 0,5 3-33 15,-1-2-10-15,6 2-56 0,-2 0-162 16,5 0-75-16,2 0-103 0,-11 0-335 16,17 2-833-16</inkml:trace>
  <inkml:trace contextRef="#ctx0" brushRef="#br1" timeOffset="-117346.706">2857 16929 179 0,'0'0'2654'16,"0"0"-2251"-16,0 0-304 0,0 0 54 0,0 0 185 16,0 0-51-16,0 0-85 0,0 0-93 15,0 0-41-15,0 0 15 0,0 0 22 16,81-6 6-16,-39 2-28 0,4 2-25 0,7-3-43 16,2 1 6-16,4-3-21 0,1-1 14 15,5 0-12-15,3-4 14 0,0-2-16 16,0-2 3-16,-6 2-3 0,-8-3-24 15,-3 4-56-15,-11 2-40 0,-5 2-3 16,-5 1-25-16,-8-1-44 0,-6 3-48 16,-5 2-66-16,-7 0-176 0,-2-1-133 15,-2 3-123-15,-7-2-276 0</inkml:trace>
  <inkml:trace contextRef="#ctx0" brushRef="#br1" timeOffset="-117037.223">3552 16611 2606 0,'0'0'389'0,"0"0"-305"0,0 0-68 16,0 0 124-16,0 0 61 0,0 0-39 0,0 0-45 15,0 0-35-15,88 29-13 16,-58-21 10-16,2 0-1 0,3 1-2 0,-1-1-23 16,5-1-22-16,-5 0 66 0,1 0-35 15,-3 1-34-15,-5-1-28 0,-1 2 18 16,-7 2 7-16,0 1-14 0,-6 3-11 15,-2 2-19-15,-4 2 19 0,-4 6 20 16,-3 1-5-16,-1 5 10 0,-8 1-25 16,-7 2 0-16,0 1 11 0,-8-1 8 15,1 0-19-15,-4-2 0 0,-2-1-28 16,-1-3-22-16,-1 0-61 0,2-7-39 16,5-3-129-16,1-7-142 0,6-3-541 0,-1-8-1231 15</inkml:trace>
  <inkml:trace contextRef="#ctx0" brushRef="#br1" timeOffset="-115678.21">4897 16351 973 0,'0'0'150'0,"0"0"-63"15,0 0-5-15,0 0 29 0,0 0 1021 0,0 0-787 16,0 0-127-16,0 0-55 0,0 0 66 0,0 0 53 16,31-3-41-16,-15 3-30 15,6 6 25-15,4 2-29 0,4 1-23 0,3 3-55 16,-1-2-44-16,0-1-27 0,-1-1-6 15,0-3-18-15,0-2-7 0,-2 1 6 16,0-4-29-16,-3 0-1 0,-2-2-3 16,-2-5-13-16,-3 0-8 15,-2-1-70-15,-4-1-28 0,-3 3-44 0,-3-1-64 16,-4 4-51-16,-3 1-129 0,0 2-222 16,-2 0-490-16,-12 0-479 0</inkml:trace>
  <inkml:trace contextRef="#ctx0" brushRef="#br1" timeOffset="-115456.394">5126 16433 2232 0,'0'0'365'15,"0"0"-110"-15,0 0-14 0,-3 82 74 16,3-46 28-16,3 6-41 0,2 4-102 16,-2 2-70-16,-1 4-9 0,-1 0 12 0,-1-2-32 15,0-3-70-15,0-1-31 0,0-5-37 16,-1-3-6-16,-1-3-52 0,1-4-16 15,-1-2-38-15,-2-6-26 0,3-2-23 16,-2-5-22-16,2-4-103 0,-2-6-102 16,1-4-113-16,1-2-110 0,-2-2-149 15,-2-10 86-15</inkml:trace>
  <inkml:trace contextRef="#ctx0" brushRef="#br1" timeOffset="-115329.835">5064 17012 650 0,'0'0'1167'0,"0"0"-710"0,0 0-95 16,0 0-21-16,0 0-37 0,0 0-88 15,0 0-54-15,0 0-58 0,98-63-69 0,-78 57-35 16,2 3-22-16,-2-2-86 0,-3 1-43 16,-1 3-40-16,-5 1-26 0,-2 0-82 15,-3 5-256-15,-5 3-496 0,-1 8-98 0</inkml:trace>
  <inkml:trace contextRef="#ctx0" brushRef="#br1" timeOffset="-115163.819">5100 17154 277 0,'0'0'1646'0,"0"0"-1439"0,0 0-190 15,0 0 258-15,0 0 154 0,0 0-29 16,0 0-123-16,0 0-100 0,0 0-54 16,0 0-16-16,0 0 41 0,17 34-1 15,12-35-38-15,4-5-81 0,0 1 0 16,2-4 12-16,3-3-21 0,0 0-19 16,1-2-22-16,-1 0-65 0,2-3-50 0,-3-2-148 15,-2-5-88-15,-8 5-256 0,6-19-795 0</inkml:trace>
  <inkml:trace contextRef="#ctx0" brushRef="#br1" timeOffset="-114924.326">5732 16098 2621 0,'0'0'441'0,"0"0"138"0,0 0-443 16,0 0-61-16,0 0 168 0,0 0 84 16,0 0-120-16,-4 67-100 0,4-37-73 15,0 6-22-15,0 6-11 0,0 1-1 0,-1 2-2 16,-2 0-34-16,1 1-78 0,-2-5-75 16,4-5-56-16,0-9-44 0,0-4-160 15,0-9-581-15,0-6-593 0</inkml:trace>
  <inkml:trace contextRef="#ctx0" brushRef="#br1" timeOffset="-113270.342">3333 17486 457 0,'0'0'146'16,"0"0"-94"-16,0 0 1096 0,0 0-772 15,0 0-110-15,0 0-86 0,0 0 39 16,0 0 22-16,0 0-62 0,0 0-29 16,0 0-33-16,-1-9-3 0,1 9-6 15,0 0-4-15,0 0 18 0,0 0 4 16,0 0-10-16,0 0-7 0,0 0-16 0,0 0-19 15,0 0-18-15,0 0-19 0,0 0-13 16,0 0 1-16,0 0 3 0,0 0-7 16,0 0-18-16,0 0 16 0,0 0-1 15,0 0 4-15,0 0-1 0,0 0 7 0,0 0 18 16,0 0-9-16,0 0 12 0,0 0 6 16,0 0-9-16,0 0-16 0,0 2-18 15,0-2-9-15,0 0 9 0,0 0-12 16,0 0-2-16,0 0-1 0,0 0 2 15,0 0-2-15,0 0 2 0,0 0 1 16,1 0 10-16,2 0-10 0,4 0-28 16,2 0 28-16,2 0 2 0,5 0-1 0,3 0 2 15,-1-2-3-15,1-1 0 0,0 1-12 16,0-2 10-16,-2 0-16 0,0-1-16 16,-2 0-15-16,-1-1-18 0,-4 1-25 15,-1 0-25-15,1 0-22 16,-3 1-50-16,-2 0-76 0,-1 1-157 0,-1 3-263 15,0 0-674-15,-3 1 26 0</inkml:trace>
  <inkml:trace contextRef="#ctx0" brushRef="#br1" timeOffset="-112491.879">3523 17548 65 0,'0'0'424'0,"0"0"1209"0,0 0-1316 0,0 0-155 16,0 0-40-16,0 0 94 0,0 0 43 0,0 0-61 16,0 0-55-16,0 0-14 0,0 0 1 15,-10 1-1-15,9 1-23 0,-1 1-20 16,1-2-11-16,-1 2-10 0,1 1-21 15,-1 2-44-15,1 3-12 0,-1 4 0 16,1 2 11-16,1 3 1 0,0 2 15 16,0 0 13-16,0 3 6 0,4 0-12 15,2 1-6-15,0 2-4 0,5 1 7 16,-3-4-17-16,0-1 16 0,3-5-17 16,-3-4 0-16,2-6 15 0,-1-2-14 15,1-5 1-15,0 0-1 0,3-4 35 0,3-4 31 16,-2-5-19-16,3-4-36 15,0-2-13-15,-2-1-87 0,0-2-77 0,-1 3-41 16,-2-1-74-16,3 1-126 0,-6 6-279 16,4-9-844-16</inkml:trace>
  <inkml:trace contextRef="#ctx0" brushRef="#br1" timeOffset="-109504.175">4973 13443 798 0,'0'0'264'0,"0"0"-95"16,0 0 4-16,0 0 831 0,0 0-585 16,0 0-85-16,0 0-57 0,0 0-33 15,0 0-42-15,0 0-32 0,0 0-1 16,43 16-26-16,-23-10-7 0,2-2 9 0,2-1-34 15,2 0-13-15,0-1-9 0,0-2-16 16,-3 0-2-16,2 0-1 0,-1 0-28 16,-1 0-5-16,-4-5-22 0,0 2-15 15,-5-1 0-15,2 0-18 0,-6 1-25 16,2-2-88-16,-5 3-46 0,-1-2-35 16,-2 4-11-16,-2-1-50 0,-2 1-129 15,0 0-250-15,0 1-522 0,-9 4-236 0</inkml:trace>
  <inkml:trace contextRef="#ctx0" brushRef="#br1" timeOffset="-109011.849">5046 13566 82 0,'0'0'101'0,"0"0"19"0,0 0 69 15,0 0 30-15,0 0-66 0,0 0-81 16,0 0 3-16,0 0-4 0,0 0-9 15,0 0-10-15,0 0 27 0,0 0 441 16,0 0-251-16,0 0-110 0,0 0-19 0,-1 0 24 16,1 2-22-16,0-1-32 0,0 2-23 15,0 0-4-15,0 2 20 0,0 2 15 16,0 3 7-16,0 2-7 0,0 1-17 0,0 6-18 16,4-1-17-16,-1 6 7 15,0 2 6-15,0 6-23 0,0 4 42 16,0 1 34-16,1 0-51 0,0 2-37 0,-1-3 6 15,0 2-38-15,-1-5 13 0,-1 3-6 16,0-3-16-16,1-3 7 0,-2-4-10 16,1-2-15-16,1-6-20 0,-2-4 14 15,0-3-23-15,1-7-31 0,1-3-25 16,-2-1-7-16,1 0-3 0,-1 0-13 0,0-1 22 16,0-3-4-16,0-3-73 0,0-4-106 15,0-2-105-15,-4-2-181 0,-2-1-420 16,2 4-108-16</inkml:trace>
  <inkml:trace contextRef="#ctx0" brushRef="#br1" timeOffset="-107834.945">5074 13839 1041 0,'0'0'33'0,"0"0"1361"16,0 0-1081-16,0 0-152 0,0 0 6 0,0 0 142 15,0 0 2-15,0 0-116 0,0 0-95 16,0 0-46-16,0 0 21 0,52-3 65 16,-26 1 90-16,4 0-67 0,3 0-86 15,2-1-43-15,-1 3-22 0,-1 0 3 16,-1-2 7-16,1 1-22 0,-3 1 1 15,-1-3 12-15,-5 1-13 0,-3-1-12 16,-2 1-40-16,-6-1-93 0,-4 0-46 16,-3 3-61-16,-1 0-49 0,-5 0-180 0,0 4-552 15,-6 2-443-15,-10 8 559 0</inkml:trace>
  <inkml:trace contextRef="#ctx0" brushRef="#br1" timeOffset="-107592.251">5166 14135 7 0,'0'0'84'16,"0"0"2178"-16,0 0-1917 15,0 0-235-15,0 0-7 0,0 0 112 0,0 0 81 16,0 0-80-16,0 0-11 0,0 0-57 16,0 0-13-16,84-2-13 0,-64-4-41 15,1 1-10-15,0 1-25 0,-3-3-27 16,1 0-19-16,0 0 0 0,0 1-43 0,-2-1-94 15,3 0-53-15,0-2-59 0,1 2 16 16,0-4-325-16,-1 2-637 0,-5 1-262 16,3-7 1108-16</inkml:trace>
  <inkml:trace contextRef="#ctx0" brushRef="#br1" timeOffset="-107319.505">5754 13271 2153 0,'0'0'659'0,"0"0"-188"0,0 0-433 16,0 0-12-16,0 0 76 0,0 0 104 15,0 0 18-15,0 0-99 0,-42 76-64 16,37-52-49-16,-1 2-12 0,-2-1-2 16,3 0-43-16,-4 0-58 0,1 0-67 15,0-4-48-15,-2-3-50 0,0-4-100 16,-3-3-131-16,3-3-192 0,-10-2-499 0</inkml:trace>
  <inkml:trace contextRef="#ctx0" brushRef="#br1" timeOffset="-106885.907">4711 13296 1608 0,'0'0'496'0,"0"0"-162"0,0 0-24 15,0 0 78-15,0 0-37 0,0 0-82 16,0 0-77-16,0 0-47 0,0 0-17 16,0 0-10-16,0 0-10 0,-5-17-12 15,5 17-3-15,3-1-10 0,0 0-6 16,0 0-13-16,4-3 7 0,5 4-10 0,-1-4 9 16,9 1 6-16,1 0-8 0,6 1-5 15,2 0-2-15,3-1-27 0,-2 1 11 0,3-1-17 16,0 0-10-16,3-1-6 15,3 0 9-15,6-1-6 0,5-1 13 16,3-2 2-16,2 2-27 0,3 0-1 0,0-2 16 16,-1-1-18-16,1 2 0 0,-2 1-2 15,-4-2 2-15,1 0-1 0,-7 2-2 16,-5 1-21-16,-7 0-6 0,-6 0 11 16,-5 3-11-16,-9 2-9 0,-3-4 5 15,-5 4-14-15,-3 0-47 0,-3 0-48 16,0 0-25-16,0 0-4 0,-3 0-15 15,-5 0-83-15,-2 0-212 0,1 4-499 16,-14-2-767-16</inkml:trace>
  <inkml:trace contextRef="#ctx0" brushRef="#br1" timeOffset="-105491.126">1947 15293 2005 0,'0'0'101'0,"0"0"616"0,0 0-521 15,0 0-90-15,0 0 44 0,0 0 76 0,0 0 42 16,0 0-82-16,0 0-50 0,0 0-30 15,0 0 12-15,0 15-22 0,-2-2-15 16,-1 6 18-16,-1 6-25 0,-1 4-7 16,0 4-2-16,-4 2 2 0,2 2-2 0,0 4-29 15,-1 1-5-15,1 3-31 16,2 1 1-16,0-1-2 0,1-1 0 0,1-2-11 16,3-6 10-16,-2-4-32 0,2-5 0 15,0-3-18-15,0-7-52 0,3-3-28 16,2-6-45-16,-2-3-27 0,3-3-10 15,-2-2-37-15,4 0-50 0,0-1-84 16,-1-5-162-16,0 0-437 0,2-7-346 0</inkml:trace>
  <inkml:trace contextRef="#ctx0" brushRef="#br1" timeOffset="-103056.73">1544 14340 638 0,'0'0'303'15,"0"0"-150"-15,0 0-26 0,0 0 46 16,0 0 48-16,0 0-45 0,0 0-20 15,0 0-30-15,0 0-25 0,0 0 209 0,0 0 164 16,-2-10-205-16,0 10-97 16,2 0-16-16,0 0 49 0,0 0 12 0,-1 0-41 15,1 1-57-15,0 1-48 0,0 0-21 16,0 2-13-16,1 6-6 0,5 5 43 16,7 8 49-16,-2 8-9 0,1 9-46 0,1 3-13 15,-3 5-12-15,-4 5 3 0,2-1-22 16,-3 2-24-16,-3-4 0 0,0-2 0 15,1-3-12-15,-2-5 9 0,1-2 3 16,-1-8-12-16,1-6-1 0,-2-8-8 16,1-3 6-16,-1-5-10 0,2-4-21 15,-2 1-61-15,1-4-38 0,-1-1-53 16,2 0-35-16,-1 0-53 0,1-6-93 16,1 0-157-16,0 0-80 0,3-13-452 0</inkml:trace>
  <inkml:trace contextRef="#ctx0" brushRef="#br1" timeOffset="-102612.481">1928 14443 2111 0,'0'0'1065'16,"0"0"-871"-16,0 0-172 0,0 0 156 0,0 0 226 15,0 0-103-15,0 0-162 0,0 0-139 16,0 0-15-16,0 0-22 0,-45 25 21 15,31-10-2-15,-5 1-17 0,3 5 23 16,-4 0 12-16,0 3 0 0,1 0 0 16,-1 1 0-16,0-3 2 0,4 1 29 15,0-1 3-15,3-4-21 0,0-2 2 16,6-4 13-16,0 0-9 0,2-4-18 16,1-1-1-16,1-2 0 0,3 1 1 0,-2-3 17 15,2 0-5-15,0 0 2 0,0 0 10 16,0 0 9-16,0 0 0 0,2 1 6 15,1 0-3-15,0 2 6 0,0-1-3 16,3 3 6-16,-1 0-6 0,7 1-9 16,-2 1 3-16,7 1 18 0,-1 1-13 0,6-1 10 15,-2-3-12-15,3 1-3 16,0-2-16-16,0 0 15 0,-1-2-14 0,-1 0-18 16,2-2 1-16,-4 1 10 0,1-1-12 15,-1 2-2-15,-3-1-16 0,-2-1-25 16,1 1-24-16,-5 1-10 0,0-1-100 15,-3 3-48-15,0 1-119 0,-1 6-207 16,0-4-512-16,-5 11-483 0</inkml:trace>
  <inkml:trace contextRef="#ctx0" brushRef="#br1" timeOffset="-99024.934">1824 13952 29 0,'0'0'46'0,"0"0"22"0,0 0 69 0,0 0 0 16,0 0-52-16,0 0-39 0,0 0 6 16,0 0-19-16,0 0 6 0,0 0 19 15,0 0-9-15,-26-25-10 0,22 24-39 16,-1-1-6-16,3 0-76 0,-1 2 50 15,0 0 22-15,0 0 10 0,0 0 3 16,3-1-3-16,-3 1 1 0,0-3 2 16,2 1 16-16,1 0 1 0,-1-1 29 15,-1 1-27-15,2 1 1 0,-1-1-7 0,1 2 17 16,-2-1-33-16,1 1-16 0,1 0-131 16,-2 0-91-16,1 0-20 0,-1 0 40 0</inkml:trace>
  <inkml:trace contextRef="#ctx0" brushRef="#br1" timeOffset="-97951.048">1841 13928 88 0,'0'0'147'0,"0"0"-33"0,0 0-20 0,0 0 24 16,0 0 3-16,0 0-11 0,0 0-35 0,0 0-32 16,0 0-11-16,0 0 27 0,-17-2 6 15,17 0-10-15,0 2 1 0,0 0 19 16,0 0 296-16,-1 0-160 0,1 0-88 16,0 0-45-16,0 0 7 0,0 0 22 15,0 0-26-15,0 0-20 0,0 0-3 16,0 0 0-16,0 0 26 0,0 0 10 15,0 0 19-15,0 0 6 0,0-2 19 16,0 2 6-16,0 0-7 0,-2 0-19 16,2 0-17-16,0 0 1 0,-1 0-11 0,1 0-6 15,-2 0-9-15,1 0-23 16,1 2-12-16,0 1-6 0,-2 3-4 0,1 0 11 16,-1 2-8-16,1 5 3 0,-2 4-21 15,0 2 12-15,-1 1-15 0,1 0-13 0,-1 2-17 16,1 0 14-16,-1 0-22 15,1-2 23-15,0-1-23 0,3-2-25 16,0-4-48-16,0-2-28 0,0-4-9 0,0 0-1 16,3-2-26-16,1-1-32 0,2-3-107 15,1-1-176-15,1 0-178 0,0-1-80 16</inkml:trace>
  <inkml:trace contextRef="#ctx0" brushRef="#br1" timeOffset="-97489.623">1602 13175 1330 0,'0'0'985'16,"0"0"-736"-16,0 0-88 0,0 0 64 16,0 0 83-16,0 0-60 0,0 0-102 15,0 0-67-15,0 0 53 0,0 0 63 0,0 0-1 16,97-21-36-16,-71 19-49 0,-2-3-35 16,2 5-6-16,-1-6-47 0,-2 4 16 15,-2-2-25-15,-1-1-11 0,-2 0-1 16,-4 0-14-16,-1 1-48 0,-4-1-70 15,1 2-73-15,-5 0-54 0,0 2-56 16,-5 1-145-16,0 0-568 0,-3 4-528 0</inkml:trace>
  <inkml:trace contextRef="#ctx0" brushRef="#br1" timeOffset="-97289.996">1702 13261 741 0,'0'0'1786'0,"0"0"-1499"0,0 0-187 0,0 0 147 16,0 0 116-16,8 75-50 0,-2-52-71 16,0 1-123-16,-1 0-32 0,1 3-65 15,0-3-22-15,0 2-6 0,-2 0-35 16,-1 0-18-16,0-2-56 0,-3 2-40 0,0-2-2 16,0 0 53-16,0-5-45 0,0-3-109 15,0-4-197-15,0-6-337 0,0 1-595 0</inkml:trace>
  <inkml:trace contextRef="#ctx0" brushRef="#br1" timeOffset="-97127.725">1791 13587 1243 0,'0'0'1182'0,"0"0"-882"0,0 0-126 16,0 0 111-16,0 0 50 0,0 0-101 16,85-40-93-16,-69 34-59 0,1 4-52 15,-2-1-30-15,-3 0-15 0,-1 2-11 16,-4 1-58-16,1 0-124 0,-5 1-87 15,-3 9-131-15,0-2-364 0,-11 18-543 0</inkml:trace>
  <inkml:trace contextRef="#ctx0" brushRef="#br1" timeOffset="-96968.354">1732 13802 1976 0,'0'0'298'0,"0"0"-204"0,0 0 132 15,0 0 83-15,0 0-97 0,0 0-4 0,0 0-46 16,0 0-55-16,82-25-43 0,-62 20-23 15,-3-1-40-15,2 1-1 0,-1-1-13 16,-1 0-91-16,-1 0-90 0,1-2-77 16,-4-1-114-16,0 1-314 0,-5-6-452 15</inkml:trace>
  <inkml:trace contextRef="#ctx0" brushRef="#br1" timeOffset="-96406.401">1327 12979 1532 0,'0'0'419'0,"0"0"-160"0,0 0-129 16,0 0-39-16,0 0 648 0,0 0-369 15,0 0-193-15,0 0-76 0,0 0-4 0,0 0 61 16,0 0-46-16,24-10-9 0,-2 6 37 16,4-2 58-16,10-1-26 0,3-4-62 15,4 2-12-15,2-1-18 0,-2 0-19 16,-1 3-31-16,-1-1-18 0,-2 0 10 15,-1 2-22-15,-3 2 0 0,-1-1 0 16,-4 1 0-16,-5-1-2 0,-2 2-14 16,-3 0-2-16,-4 2-25 0,-3 1-51 15,-3-2-35-15,-1 2-21 0,-2 0-72 16,0 2-54-16,0 2-132 0,-1 2-251 16,-1 3-772-16</inkml:trace>
  <inkml:trace contextRef="#ctx0" brushRef="#br1" timeOffset="-94998.7">2485 14818 320 0,'0'0'743'0,"0"0"-476"0,0 0-121 15,0 0-6-15,0 0 13 0,0 0 347 16,0 0 142-16,0 0-328 0,0 0-177 0,0 0-32 15,0 0 31-15,18-3 6 16,-18 3-66-16,0 0-32 0,0 0-22 0,0 0-6 16,0 0-14-16,0 0-2 0,0 0 0 15,1 0-2-15,-1 0 1 0,0 0 1 16,0 0 1-16,0 0 11 0,0 0 1 16,0 0 6-16,0 0-19 0,0 0 0 15,0 0-19-15,0 0 6 0,2 0-21 16,-2 0-136-16,3 1-77 0,-1 1-56 15,1 2-95-15,0-1-138 0,-1 2-71 0,-1-1-41 16,-1 2-177-16,-16-31 678 0</inkml:trace>
  <inkml:trace contextRef="#ctx0" brushRef="#br1" timeOffset="-93504.495">2535 14855 813 0,'0'0'1015'15,"0"0"-840"-15,0 0-45 0,0 0 535 16,0 0-210-16,0 0-114 0,0 0-98 16,0 0-23-16,0 0-11 0,0 0-47 15,0 0-42-15,1 0-27 0,1 0-25 0,-1-1-50 16,-1-1-18-16,1 1-21 0,2-1-13 16,-3 0-77-16,3-1-81 0,1-1-51 15,4-4-59-15,2-2-148 0,1 4-520 0,1-2-681 16,-68 55 898-16</inkml:trace>
  <inkml:trace contextRef="#ctx0" brushRef="#br1" timeOffset="-93359.03">2792 14690 2119 0,'0'0'394'0,"0"0"-232"0,0 0-160 0,0 0 133 15,0 0 51-15,0 0-67 0,0 0-23 16,0 0-83-16,0 0-13 0,0 0-157 15,90-75-155-15,-71 60-20 0,1-1-134 16,-7 4-172-16,11-8-683 0</inkml:trace>
  <inkml:trace contextRef="#ctx0" brushRef="#br1" timeOffset="-93226.888">3151 14462 1865 0,'0'0'367'15,"0"0"-241"-15,0 0 181 0,0 0 114 0,0 0-143 16,0 0-135-16,0 0-102 0,0 0-41 15,0 0-26-15,91-53-130 0,-71 41-93 16,0 1-159-16,-5 2-414 0,8-2-710 0</inkml:trace>
  <inkml:trace contextRef="#ctx0" brushRef="#br1" timeOffset="-93049.863">3539 14307 1873 0,'0'0'412'0,"0"0"-231"0,0 0 119 0,0 0 53 0,0 0-152 15,0 0-115-15,0 0-67 0,0 0-19 16,0 0-1-16,0 0-53 0,68-68-73 16,-54 56-4-16,2-1-81 0,3 1-45 15,-2 1-112-15,2 2-36 0,-2-1-109 16,0 2-82-16,-5 2 165 0,7-1 103 0</inkml:trace>
  <inkml:trace contextRef="#ctx0" brushRef="#br1" timeOffset="-92918.997">3823 14130 183 0,'0'0'668'0,"0"0"-251"0,0 0-39 0,0 0 21 15,0 0-46-15,0 0-111 0,0 0-52 16,0 0-45-16,0 0-55 0,0 0-33 16,85-47-32-16,-72 37-25 0,3 1-22 0,-3-1-43 15,1 0-5-15,1 1-59 0,-3 0 26 16,0 1-38-16,0-1-89 0,-4 2-214 16,2-2-261-16</inkml:trace>
  <inkml:trace contextRef="#ctx0" brushRef="#br1" timeOffset="-92710.893">4072 13926 2259 0,'0'0'536'0,"0"0"-327"0,0 0-87 16,0 0 177-16,0 0-7 0,0 0-141 15,0 0-113-15,0 0-38 0,0 0 0 16,0 0-12-16,0 0-51 0,62-33-15 0,-50 27 15 15,-4-1-1-15,1 1-12 0,0 0-28 16,-1-2-11-16,-2 0-57 0,0 0-85 16,0 0-207-16,-3 1-344 0,-3-3-610 0</inkml:trace>
  <inkml:trace contextRef="#ctx0" brushRef="#br1" timeOffset="-92385.973">4120 13754 2466 0,'0'0'371'0,"0"0"-265"0,0 0-90 15,0 0 157-15,0 0 114 0,0 0-90 16,0 0-90-16,0 0-15 0,0 0 21 16,0 0-3-16,0 0 0 0,26-8-26 15,-22 8-6-15,2 0-1 0,0 0-5 0,-1 0-29 16,5 1-9-16,-1 4-6 0,1-2-26 15,0 3 0-15,2-2-2 0,-1 1-1 16,4 0-11-16,-2 0-16 0,-2 0-28 16,2 1-31-16,-1 2 22 0,4 2 9 15,-3 1 44-15,-1 2-7 0,0 1-3 16,-3 3 4-16,-4 1-7 0,-5 3 25 16,0 5 14-16,-8 5-14 0,-4 5-10 15,-8 4-87-15,1 2-102 0,-2 0-21 16,-1-4-72-16,-2 1-85 0,6-12-691 15,-15 13-634-15</inkml:trace>
  <inkml:trace contextRef="#ctx0" brushRef="#br1" timeOffset="-91902.788">3258 15047 339 0,'0'0'574'16,"0"0"-330"-16,0 0-100 0,0 0 171 0,0 0 841 15,0 0-806-15,0 0-107 0,0 0-33 16,0 0 61-16,0 0 40 0,0 0-40 15,-7-10-58-15,11 10-59 0,6 0-41 16,6 2 13-16,3-1 51 0,8 0-62 16,5 1-24-16,1-2-30 0,3 0-21 15,0 0-4-15,0 0-35 0,-1-4 0 16,-2-1-1-16,-4-2-21 0,-2-2-43 0,-4 0-48 16,0-1-62-16,-4-1-58 0,-3 4-44 15,-5-1-111-15,-8 4-266 0,0 1-524 16,-6 5-423-16</inkml:trace>
  <inkml:trace contextRef="#ctx0" brushRef="#br1" timeOffset="-91678.804">3515 15029 1634 0,'0'0'1043'16,"0"0"-837"-16,0 0-161 0,0 0 182 16,0 0 152-16,0 0-63 0,0 0-61 15,-17 77-77-15,17-53-51 0,0 4 0 16,0-2 15-16,0 1-4 0,3 2-40 0,2-4-39 15,-1 0-17-15,1-4-23 0,-1-3-4 16,4-4-15-16,-2-2-31 0,0-2 7 16,4-5-19-16,0-2-15 0,3-3 6 15,-1 0-62-15,2-2-34 0,1-6-25 16,0-1-4-16,0-4-58 0,-1 1-99 16,-2-5-197-16,-5 7-187 0,0-9-712 0</inkml:trace>
  <inkml:trace contextRef="#ctx0" brushRef="#br1" timeOffset="-91054.546">3245 14898 1360 0,'0'0'169'0,"0"0"-55"16,0 0-16-16,0 0 508 0,0 0-170 15,0 0-192-15,0 0-100 0,0 0 41 16,0 0 25-16,0 0-39 0,8-14-33 16,3 2 16-16,2-6 7 0,3-3-12 15,1-2-47-15,3 2-40 0,0 0-16 0,1 5-12 16,2 3 13-16,-2 1-23 16,-1 3-10-16,0 5-14 0,2 2-13 0,-2 2 13 15,-1 0 2-15,1 3 17 0,-2 2 6 16,0-2-7-16,-1 4 7 0,-2-2-22 15,2 1 14-15,-1 0-17 0,1 1-18 16,-2-2 15-16,2 1-19 0,-1-3 21 0,1 0-27 16,1-3 26-16,2 0-22 15,0-3-81-15,0-7-28 0,3-4-19 16,0-3 11-16,0-2-13 0,0-5-63 0,2 1-179 16,-7 3-357-16,4-7-998 0</inkml:trace>
  <inkml:trace contextRef="#ctx0" brushRef="#br1" timeOffset="-85656.768">1992 15166 310 0,'0'0'3091'15,"0"0"-2771"-15,0 0-307 0,0 0 50 0,0 0 163 16,0 0 77-16,0 0-154 0,-89 63-93 15,68-40-31-15,-2 4 12 0,-2 2 12 16,-1 4-3-16,-3 3 3 0,2 0-18 16,1-1-9-16,3-1-22 0,4-5-10 15,2-3-2-15,7-5-3 0,0-6 12 16,4-6-25-16,3-4-27 0,3-5-100 16,0 0-77-16,0-5-44 0,8-5-67 15,3-5-169-15,2-6-180 0,-2 3-615 16,7-16 209-16</inkml:trace>
  <inkml:trace contextRef="#ctx0" brushRef="#br1" timeOffset="-85506.66">1853 15297 1186 0,'0'0'1174'0,"0"0"-648"15,0 0-289-15,0 0-4 0,0 0 78 16,0 0 61-16,0 0-47 0,0 0-106 16,85 32-108-16,-69-26-68 0,0 0-43 0,1 0-19 15,-1-1-36-15,1-2-90 16,-1 3-66-16,0-2-52 0,-2 1-74 0,-2 0-216 15,-1-1-640-15,-5 3-532 0</inkml:trace>
  <inkml:trace contextRef="#ctx0" brushRef="#br1" timeOffset="-84624.494">1889 15363 553 0,'0'0'0'0,"0"0"0"0,0 0 1337 16,0 0-957-16,0 0-186 0,0 0-59 0,0 0 40 16,0 0-21-16,0 0-80 0,0 0-23 15,0 2 0-15,0-1 10 0,0 3 35 16,0-1 28-16,3 1 13 0,-3 1-4 15,1-1-1-15,2 0-18 0,-3 2-23 16,0-3-9-16,1 2-19 0,1 0-1 16,-1 1-28-16,1 0-12 0,-1 3-19 15,1 0-3-15,-1 1 0 0,2 3-10 0,0 4 10 16,0-2 0-16,0 5-1 0,-2-1-2 16,1 3 0-16,-1-1-21 0,-1-1-45 15,0 0 40-15,2-5 29 0,-2 3 25 16,0-4-3-16,0 0-21 0,0 0 0 15,0 1 14-15,0-1-12 0,2 1-3 16,-2-1 0-16,2-1 0 0,-2-1-3 16,0-2 1-16,0 0 2 0,0 0 2 15,0-2 26-15,0 2-9 0,0-1 0 16,0 1-4-16,-2 1 1 0,-2 1-16 0,3 3-1 16,-1-1-12-16,1-1 10 0,1 2-9 15,0-1-1-15,0 0 10 0,0-1 3 16,0-1 48-16,0-1-45 0,0-3 0 15,0 0 19-15,0-3-3 0,0 1-1 16,0-1-2-16,0-1 5 0,0 2-2 16,0-3-7-16,1 1-8 0,1 1 14 0,-1 0-15 15,1 0 0-15,2 1 13 0,-3-3-1 16,2 2 25-16,-3-2-15 0,3 1 0 16,-2-1-4-16,1-1 4 0,1 2-6 15,0-2-1-15,-2 1-16 0,1 0 11 16,-1-3-10-16,2 2 12 0,-3 0-12 15,1-1 22-15,1-1-13 0,2 1 0 0,-1 0-10 16,1 1 14-16,2 0 5 0,1-2 4 16,3 3-13-16,-3-2-1 0,2-1-10 15,0 0 14-15,-1 0-13 0,1 0 25 16,-2-1-2-16,2-4 48 0,1 0-27 16,0-2-3-16,-1-2-6 0,1 0-19 15,-3-2-6-15,2-4-9 0,2-2-3 0,-2-2-20 16,1-2-66-16,1-3-76 0,0 0-78 15,0 0-79-15,-2-1-160 0,-2 6-532 16,-1-6-620-16</inkml:trace>
  <inkml:trace contextRef="#ctx0" brushRef="#br1" timeOffset="-77463.227">5263 14479 1091 0,'0'0'1917'0,"0"0"-1467"0,0 0-241 16,0 0 28-16,0 0 145 0,0 0-69 15,0 0-113-15,0 0-93 0,0 0-39 16,-52 57 17-16,36-34 7 0,-4 7-10 16,-3 4-33-16,-3 7-34 0,1 3 0 15,-2 0-15-15,-1 1-14 0,3-2 11 0,0-4-25 16,5-6 4-16,1-7-16 0,2-5-5 15,7-7-28-15,1-4-28 0,3-7-43 16,1-2-34-16,3-1-26 0,1-1-42 16,1-8-137-16,0-4-181 0,3-6-191 15,2 3-613-15,8-17 366 0</inkml:trace>
  <inkml:trace contextRef="#ctx0" brushRef="#br1" timeOffset="-77274.769">5098 14619 326 0,'0'0'329'16,"0"0"664"-16,0 0-182 0,0 0-328 15,0 0-87-15,0 0 13 0,81-24-71 16,-61 24-64-16,2 4-36 0,-2 1-75 16,2 1-49-16,-1-1-50 0,-2 1-22 15,0-3-42-15,-2 2-3 0,0-3-13 16,-2 0-33-16,-1-2-67 0,-1 2-38 0,-3-1-22 16,-1 2-26-16,-5 1-240 0,-1-1-543 15,-3 8-388-15</inkml:trace>
  <inkml:trace contextRef="#ctx0" brushRef="#br1" timeOffset="-76534.099">5188 14662 786 0,'0'0'39'0,"0"0"114"0,0 0 1038 15,0 0-796-15,0 0-86 0,0 0-14 16,0 0 11-16,0 0-46 0,0 0-87 15,0 0-45-15,0 0-17 0,21 42-5 16,-18-34-25-16,-1 1-35 0,-1 2-2 0,1 0-16 16,-1 0-10-16,2 3 10 0,-2 1-13 15,1 0 7-15,-1 1 3 0,-1 0 2 16,3 5-2-16,0 0-3 0,-2 4 12 0,2 2 43 16,-1 1-10-16,-1 0-34 0,1-1-32 15,-2 2 1-15,0 1-2 0,1 1-1 16,1-1-30-16,-1 2 28 0,-1-3-21 15,3-1-10-15,0 1 9 0,2 0-6 16,0 5 5-16,-1 1 25 0,2 1-1 16,0 1-32-16,-2 1 9 0,3-1-24 15,0-2 21-15,1-1 6 0,-3-1 19 16,4-5-9-16,-3-2-13 0,1-7 22 16,-1 0 1-16,-2-3 1 0,2-5 0 15,-2 0-2-15,-1-1-16 0,1-2 17 0,1 2 2 16,-1 0 2-16,-1 2 11 15,5-1-12-15,-3 1 14 0,-1 1-12 0,-1-1-1 16,3-3 0-16,-3 2 11 0,1-2-13 16,2-1 1-16,-2-1 13 0,0-1-14 15,-1-3 0-15,2 0-21 0,-1-1 9 0,-1-2 12 16,5 2 22-16,-5-2-7 0,2 0-2 16,-1 0 11-16,-1 0-8 0,3 0-1 15,-2 0 1-15,-1 0 5 0,4 0 19 16,-1-4-6-16,1 0-9 0,-1-1-4 15,4-3-2-15,-2 0 15 0,1-3 12 16,1-1-10-16,0-2-8 0,-1-2-7 16,1 3-8-16,2-2-11 0,-4 2 16 15,1 1-6-15,-2 0-12 0,0 2-2 16,1-1-10-16,-4 2-3 0,0-2-56 16,2-3-91-16,-2-2-51 0,2-1-98 0,-3-3-256 15,3 5-651-15,0-5-725 0</inkml:trace>
  <inkml:trace contextRef="#ctx0" brushRef="#br1" timeOffset="-62372.183">14303 12979 1755 0,'0'0'328'0,"0"0"447"15,0 0-288-15,0 0-100 0,0 0-22 0,0 0-79 16,0 0-78-16,0 0 10 16,0 0 9-16,43 17-60 0,-18-16-33 0,6 2-3 15,1-1-19-15,1-2-33 0,0 0-46 16,-1 0-2-16,1-2-31 0,-4-1-13 16,1 2-2-16,-1 0 12 0,-3-3-33 15,-3 2-31-15,-3-3-66 0,0 0-40 16,-2-2-22-16,-1 1-32 0,-4 1-133 15,-3-1-258-15,-3 4-557 0,-7-3-412 0</inkml:trace>
  <inkml:trace contextRef="#ctx0" brushRef="#br1" timeOffset="-62119.313">14640 12971 821 0,'0'0'1396'0,"0"0"-921"15,0 0-99-15,0 0 48 0,0 0-42 0,-55 68-92 16,40-41-122-16,-4 6-41 15,3 3-4-15,-1 1 19 0,2 2-19 0,0 0-28 16,4 1-19-16,1-2-24 16,4 5-9-16,2-2-6 0,3-2-25 0,1-1 0 15,7-7-11-15,6-4-1 16,3-5-2-16,3-4-16 0,2-3 2 0,3-8-14 16,4-2 30-16,0-4-18 15,3-1 15-15,2-1-16 0,-1-5-5 0,-2-4-92 16,3 1-22-16,0-3-22 0,2-1-29 15,3-3-128-15,-1 0-257 0,-8 3-540 16,10-10-681-16</inkml:trace>
  <inkml:trace contextRef="#ctx0" brushRef="#br1" timeOffset="-61381.6">13453 12955 680 0,'0'0'1851'0,"0"0"-1388"15,0 0-175-15,0 0 33 0,0 0-100 16,0 0 47-16,0 0-47 0,34 82-35 15,-19-43-7-15,2 6-10 0,2 5-50 16,-2 6 4-16,0 3-47 0,-2 5-27 0,-1 1-16 16,-1-2 1-16,-3 0-13 0,2-8 25 15,-4-7-7-15,1-11 1 16,2-7-13-16,-3-10-18 0,-1-4-9 0,0-8-12 16,-1-2 11-16,0-6-1 0,-1 0 2 15,4-10 36-15,1-7 107 0,3-6-59 16,0-11-50-16,0-6-13 0,2-10-21 15,2-4-1-15,-1-7-11 0,2-2 0 16,2-1-6-16,1 2 15 0,0 4-31 0,1 7 10 16,-3 5 3-16,-1 7-10 0,-3 7-38 15,1 5-19-15,-5 6-15 0,-5 7-19 16,0 6-21-16,-5 4-65 0,-1 4-190 16,0 1-330-16,-4 5-621 0,-13 10-696 0</inkml:trace>
  <inkml:trace contextRef="#ctx0" brushRef="#br1" timeOffset="-61203.221">13608 13372 395 0,'0'0'2158'16,"0"0"-1598"-16,0 0-143 0,0 0-57 0,0 0-46 15,0 0-47-15,0 0-69 16,0 0 1-16,0 0-33 0,101 14-75 0,-73-22-64 15,0-2-27-15,4 0-22 0,1 2-33 16,3 1-101-16,4 0-22 0,2 2-84 16,3 1-86-16,-9 2-308 0,18-4-713 0</inkml:trace>
  <inkml:trace contextRef="#ctx0" brushRef="#br1" timeOffset="-60681.943">15601 12969 1479 0,'0'0'610'16,"0"0"-276"-16,0 0-37 0,0 0 120 15,0 0-111-15,-99 28-106 0,70-4-80 0,-2 4 0 16,-1 8 40-16,0 6 65 0,3 2-26 16,3 7-14-16,3 4-28 0,3 1-31 15,6 4-44-15,4-4-42 0,5-3-39 16,5-5 2-16,6-11 49 0,11-6-21 15,6-9-25-15,3-9-6 0,4-5-15 16,4-5 14-16,-1-3-13 0,0-9 11 16,-1-2-49-16,-1-5-27 0,0-1-96 15,-6-1-59-15,-1-1-125 0,-8 5-315 16,-3-9-849-16</inkml:trace>
  <inkml:trace contextRef="#ctx0" brushRef="#br1" timeOffset="-60497.268">15327 13390 1975 0,'0'0'628'0,"0"0"-303"0,0 0 65 0,0 0 70 15,77 1-80-15,-39 3-137 0,5-2-79 16,0 0 15-16,4-1-63 0,1-1-18 16,-2-1-70-16,0-5-28 0,-1-4-16 15,-3-2-36-15,-2-1-64 0,-3 0-72 16,-2 1-65-16,-3 1-98 0,-5 1-233 15,-9 1-514-15,2-3-640 0</inkml:trace>
  <inkml:trace contextRef="#ctx0" brushRef="#br1" timeOffset="-59930.673">16358 12846 1471 0,'0'0'1200'0,"0"0"-770"0,0 0-95 16,0 0 35-16,0 0-18 0,0 0-78 0,-83 22-42 16,59-7-63-16,-3 8-62 15,-5 5-25-15,-1 7-27 0,0 8-15 0,0 7 12 16,0 8 0-16,5 6 6 0,4 8 15 16,4 5 39-16,7 5-15 0,7-3-15 15,6-4-25-15,6-7-11 0,11-14 8 16,5-10-18-16,5-13-2 0,0-10-10 15,4-7-6-15,0-9-15 0,0-5-3 16,0-1-12-16,2-13-12 0,-1 0 3 16,1-9-7-16,-4 0-65 0,-3-3-38 15,-6 1-38-15,-1-2-35 0,-9 3-95 16,-3 4-144-16,-7 2-298 0,0 5-691 16,-8-1-595-16</inkml:trace>
  <inkml:trace contextRef="#ctx0" brushRef="#br1" timeOffset="-59778.252">16159 13443 2910 0,'0'0'514'0,"0"0"-187"0,0 0 56 0,0 0-38 16,0 0-6-16,0 0-57 0,80 6-136 15,-55-4-91-15,3-2-55 0,-4 0-24 16,-1-4-28-16,1-3-104 0,-3 0-24 16,-1-3-44-16,-2 2-51 0,-4-2-264 15,-5 4-520-15,-2-3-431 0</inkml:trace>
  <inkml:trace contextRef="#ctx0" brushRef="#br1" timeOffset="-59637.417">16391 13451 2494 0,'0'0'599'16,"0"0"-226"-16,0 0 28 0,-19 90-46 15,12-52-85-15,2 4-85 0,0-1-50 0,4 1-55 16,1-2-31-16,0-4-49 0,0-5-61 16,7-6-68-16,6-8-13 0,1-4 6 15,2-5-87-15,4-3-103 0,-2-4-260 0,7-3-756 16</inkml:trace>
  <inkml:trace contextRef="#ctx0" brushRef="#br1" timeOffset="-59348.244">17089 12875 3328 0,'0'0'582'0,"0"0"-475"0,0 0-79 15,0 0 132-15,0 0 120 0,-73 68-40 0,59-37-83 16,0 7-44-16,2 7-37 16,1 7 16-16,-2 10 30 0,6 6 2 0,-1 2-51 15,1 4-9-15,3-3-47 0,2-1-17 16,2-7-12-16,0-6 12 0,6-12 11 16,4-13-11-16,3-10 0 0,6-12-36 15,5-8-4-15,4-2 25 0,3-14-12 0,6-9-46 16,2-10-76-16,-2-6-71 15,3-4-111-15,-4 0-218 0,-11 10-478 0,2-12-631 16</inkml:trace>
  <inkml:trace contextRef="#ctx0" brushRef="#br1" timeOffset="-59188.741">17236 13031 615 0,'0'0'3058'16,"0"0"-2602"-16,0 0-247 0,85 30 174 15,-49-23-9-15,1-2-103 0,2-3-104 16,0-2-61-16,3-2-43 0,-5-7-63 0,-4 0 0 16,-2-2-51-16,-4-2-73 0,-5 0-65 15,-5 1-66-15,-3-3-196 0,-6 7-567 0,-8-4-727 16</inkml:trace>
  <inkml:trace contextRef="#ctx0" brushRef="#br1" timeOffset="-58780.12">17404 13133 2741 0,'0'0'1064'0,"-20"65"-847"0,15-33-66 0,-1 4 215 16,-2 7 19-16,3-5-83 0,2 0-117 15,-1-5-109-15,4-2-76 0,0-3-40 16,0-2-57-16,0-4-80 0,0-4-43 0,0-5-47 16,0-5-157-16,0-3-296 0,0-5-422 15,0 0 112-15,-2-9 303 0,2-4 137 16,0-5 590-16,0-1 242 0,9-2 240 15,-1 1 20-15,8-2 168 0,3 2 32 16,5 0-63-16,5 2-117 0,4 1-120 16,2 2-113-16,1-1-64 0,-1 3-114 0,-1 1-77 15,-2 3-28-15,-5 0-6 16,-4 5-59-16,-6 1-57 0,-5 3-63 0,-2 4 21 16,-7 4 145-16,-3 3-201 0,-3 3-195 15,-10 4-4-15,-7 2 84 0,-2 4-15 16,-7 2-12-16,1-1 13 0,-3 4 343 15,0-2 58-15,3-2 256 0,1 1 71 0,6-3-57 16,6-3-28-16,4-6-40 0,8-3-45 16,3-2-64-16,7-6-28 0,7-3 11 15,8-1 31-15,1-10-32 0,7-3-46 16,1-6-78-16,0-2-9 0,4-5-105 16,-4-1-22-16,4-2-94 0,0-2-106 15,4-2-301-15,-11 9-462 0,20-15-524 0</inkml:trace>
  <inkml:trace contextRef="#ctx0" brushRef="#br1" timeOffset="-58561.279">18426 12812 1121 0,'0'0'2798'0,"0"0"-2540"16,0 0-221-16,-95 99 72 0,60-55 173 15,2 7 90-15,-3 2-134 0,2 8-44 16,0 5-66-16,-3 4-59 0,0 8-20 0,-4 4-22 15,1 4-15-15,-5-1-9 0,3 1-3 16,1-6-30-16,3-9-70 0,5-13 6 16,6-11-9-16,8-12-13 0,7-13-36 15,5-9-81-15,7-10-136 0,0-3-353 16,7-8-686-16,12-21-775 0</inkml:trace>
  <inkml:trace contextRef="#ctx0" brushRef="#br1" timeOffset="-58399.945">18272 13381 4043 0,'0'0'477'0,"0"0"-286"16,78-17 88-16,-48 8 14 0,2 0-105 15,-1 0-103-15,3-1-85 0,-3-1-19 0,5 0-72 16,-1-3-25-16,-3 3-30 0,-3-1-224 16,-7 0-311-16,-10 4-732 0,-6 3-1128 0</inkml:trace>
  <inkml:trace contextRef="#ctx0" brushRef="#br1" timeOffset="-58232.82">18386 13459 2410 0,'0'0'1085'15,"0"0"-873"-15,-25 82-63 0,22-48 159 16,1 5 73-16,2-1-85 0,0 0-103 16,2-4-47-16,3-3-61 0,-1-2-54 15,-1-5-31-15,1-5-40 0,-1 0-36 16,-2-4-9-16,-1-2-50 0,0-5-104 0,0 1-54 15,-2-4-81-15,-5-2-166 0,2 0-567 16,-5-3-490-16</inkml:trace>
  <inkml:trace contextRef="#ctx0" brushRef="#br1" timeOffset="-58071.765">18392 13590 401 0,'0'0'3093'0,"0"0"-2682"0,0 0-253 0,0 0 79 16,76-10 88-16,-51 9-86 0,3-3-80 15,7-2-49-15,4-4-64 0,3-5-46 16,6-2 0-16,-1-7-116 0,2-1-89 16,-2-2-66-16,-1-4-138 0,-11 8-587 15,8-16-1233-15</inkml:trace>
  <inkml:trace contextRef="#ctx0" brushRef="#br1" timeOffset="-57869.817">19341 12866 388 0,'0'0'3171'0,"0"0"-2884"0,0 0-186 16,0 0 125-16,0 0 72 0,0 0 23 16,79 92-95-16,-64-61-88 0,1 5-56 15,-2 3-15-15,-1 6-24 0,-1 5 20 16,-5 2-14-16,-6 2-34 0,-1 2-15 16,-10 1-50-16,-8 4-32 0,-8 0-15 15,-7 1-28-15,-6 1-18 0,-9-2-14 16,0-1-43-16,-6-3-106 0,-4-2-167 15,13-14-283-15,-27 12-722 0</inkml:trace>
  <inkml:trace contextRef="#ctx0" brushRef="#br1" timeOffset="-57228.332">14081 15016 1911 0,'0'0'1220'0,"0"0"-752"16,0 0-106-16,0 0-20 0,0 0 17 16,84 50-50-16,-48-43-86 0,4-3-22 15,5-4-64-15,1-4-62 0,1-6-26 16,-5-2-34-16,0-4-15 0,-8 1-33 0,-3-1-61 16,-8 3-58-16,-3 2-43 15,-6 2-67-15,-5 4-132 0,-5 1-236 0,-2 4-616 16,-2 0-615-16</inkml:trace>
  <inkml:trace contextRef="#ctx0" brushRef="#br1" timeOffset="-57055.417">14395 15058 1729 0,'0'0'1020'0,"0"0"-657"0,0 0-3 16,-19 91 32-16,15-50-22 0,4 2-84 15,-1 1-77-15,1-2-28 0,0-2-46 16,4-3-77-16,3-6-37 0,2-2-21 15,5-8-15-15,2-7-22 0,1-6-18 16,5-5-24-16,1-3-44 0,3-11-6 16,4-3-16-16,1-7 9 0,0-5-69 15,1-2-141-15,-9 6-339 0,7-9-773 0</inkml:trace>
  <inkml:trace contextRef="#ctx0" brushRef="#br1" timeOffset="-55752.533">15622 15218 2835 0,'0'0'518'15,"0"0"-295"-15,0 0-9 0,0 0 145 16,0 0 7-16,77 11-104 0,-58-18-87 15,4-3-68-15,-1 0-6 0,-2-2-43 16,0-1-16-16,-3-2-14 0,-2 0-4 16,-2 0-24-16,-6-2-3 0,0-1-91 15,-5 0 17-15,-2 0 26 0,0 1 14 16,-9 3 6-16,-4 0 30 0,-4 3-26 16,-5 1-19-16,-4 1 3 0,-4 4-6 15,1 3 28-15,-1 2 19 0,4 2-32 16,1 10 21-16,2 7 13 0,3 4 0 15,4 5 40-15,1 7 31 0,3 4-7 16,5 3 7-16,2 2-16 0,1-1-4 0,4 0 4 16,0-6 0-16,9-6-15 15,2-7-7-15,5-7-15 0,7-3-16 0,3-7-2 16,3-5-21-16,4-2-34 0,0-1-54 16,2-10-44-16,-2-3-25 0,0-5-34 0,-3-2-51 15,-2 0-144-15,-2 0-292 0,-9 4-656 16,2-6-496-16</inkml:trace>
  <inkml:trace contextRef="#ctx0" brushRef="#br1" timeOffset="-55573.874">16077 15016 1213 0,'0'0'2116'0,"0"0"-1654"0,0 0-279 0,0 0 77 16,72 81 87-16,-52-57 1 0,2-1-101 15,-2-1-89-15,3-2-48 0,-1-4-50 0,-1-6-60 16,0 1 0-16,0-5-60 0,1-1-74 15,-2-2 46-15,2-3-37 0,-4-1-126 16,-3-8-125-16,-2-7-136 0,-2 0-210 16,-2 3-470-16,-3-10 11 0</inkml:trace>
  <inkml:trace contextRef="#ctx0" brushRef="#br1" timeOffset="-55390.08">16431 15027 1273 0,'0'0'758'16,"0"0"-237"-16,0 0-61 0,-79-23-32 15,53 23-105-15,1 8-134 0,-4 13-41 0,-3 9 33 16,0 9 11-16,-2 7-56 0,-1 4-62 15,3 1-6-15,1-1 18 0,3-6-16 16,5-3-42-16,4-10-28 0,7-9-46 16,4-5-132-16,5-13-103 0,3-4-93 15,5-10-200-15,4-2-509 0,16-27-662 0</inkml:trace>
  <inkml:trace contextRef="#ctx0" brushRef="#br1" timeOffset="-55193.254">16734 14614 2013 0,'0'0'1549'0,"0"0"-1322"0,0 0-76 0,-17 76 244 15,4-32 9-15,1 6-91 0,1 6-112 16,2 0-43-16,4 0-12 0,3 1-52 16,2-1-74-16,2-1-20 0,3-4-18 15,5-6-6-15,-3-7-13 0,2-9-75 16,1-5 21-16,0-10 27 0,1-5-27 15,-3-5-22-15,2-4-12 0,-4 0-25 16,-3-7-78-16,-3-5-118 0,0-4-226 16,-2 2-770-16,-12-10-852 0</inkml:trace>
  <inkml:trace contextRef="#ctx0" brushRef="#br1" timeOffset="-55035.627">16352 15066 1527 0,'0'0'2042'16,"0"0"-1588"-16,0 0-256 0,0 0 75 15,0 0 53-15,0 0-81 0,0 0-86 16,0 0-13-16,103 52-82 0,-54-58-28 0,4-5-36 16,-3-5 0-16,1-1-88 15,-6 1-49-15,-2-2-86 0,-7 2-132 0,-2 2-305 16,-11 3-666-16,9 1-702 0</inkml:trace>
  <inkml:trace contextRef="#ctx0" brushRef="#br1" timeOffset="-53430.71">17095 15233 2134 0,'0'0'482'0,"0"0"-221"0,0 0 75 16,0 0 84-16,0 0-61 0,0 0-68 15,0 0-83-15,92-25-48 0,-71 4-52 16,-2-5-22-16,1-1-55 0,-3-1-7 16,-1 1-21-16,-4 2-1 0,-1 1-2 15,-5 3-14-15,-3 3-4 0,-3 3 14 0,0 1 4 16,-6 4-3-16,-4 4 3 0,-3 3 0 16,2 3 32-16,-5 0-7 0,0 4-10 15,-3 8-3-15,3 6 3 0,1 7 25 16,3 3 9-16,1 5 33 0,3 6 31 15,3 2-34-15,0 2-12 0,2 0-27 16,0-7-23-16,3-6-17 0,0-9-24 16,2-7-7-16,4-7-11 0,2-3-4 15,1-4-57-15,4 0-13 0,0-5-59 0,4-7-89 16,1-3-173-16,-3 1-262 0,7-8-790 0</inkml:trace>
  <inkml:trace contextRef="#ctx0" brushRef="#br1" timeOffset="-52848.43">17450 15034 2651 0,'0'0'766'16,"0"0"-408"-16,0 0-185 0,0 0 162 0,0 0 27 16,0 0-9-16,0 0-78 0,0 0-87 15,0 0-79-15,25 81-39 0,-22-64-22 16,-2-2-30-16,2-2-18 0,-2-2-17 16,2-3-13-16,0-3-9 0,0-1-64 15,0-2-34-15,2-2-33 0,0 0-4 16,5 0 30-16,-3-3 43 0,4 0 21 15,-1-1 37-15,-2 3 21 0,-2 1 1 0,1 0 11 16,0 0 10-16,-2 0 87 0,1 0 8 16,2 0-18-16,0 4-53 0,4 0-24 15,0 0-11-15,2-2-8 0,2 1-20 16,4-1-72-16,-1-2-37 0,4 0-72 16,3-7-76-16,1-1-79 0,-1-3-102 0,2-3-110 15,-3-1 14-15,0 1 287 0,-3-2 286 16,-2 2 143-16,-5 4 175 0,-5 3 9 15,-3 4 4-15,-6 3-23 0,-1 0 99 16,0 8 19-16,-3 6-86 0,-4 6-120 16,0 6-14-16,0 6 24 0,1-2 23 15,1-2-67-15,2-6-56 0,1-7-54 16,2-6-76-16,2-4-28 0,7-5-3 16,3 0 30-16,5-9-17 0,5-11-24 0,5-6-16 15,4-9-21-15,3-2-24 16,0-4-10-16,0 0 31 0,0-3 79 0,-3-3-64 15,-3 0-59-15,-4-4 19 0,-4-2 24 16,-5-1 37-16,-7 3 9 0,-4 3 4 16,-2 7 33-16,-2 12 34 0,0 8 113 0,0 12 25 15,0 9-13-15,-3 6-31 0,-3 11-43 16,-3 9 0-16,1 9 3 0,-1 8-3 16,0 4 6-16,-1 1-6 0,2 1 12 15,0-2 2-15,-2 0-35 0,2-3-64 16,0 0-24-16,3-1-69 0,0-2-46 15,1-2-22-15,3-6-5 0,1-4-99 16,1-8-130-16,8-6-239 0,-1-8-363 16,9-3-269-16</inkml:trace>
  <inkml:trace contextRef="#ctx0" brushRef="#br1" timeOffset="-47611.062">18593 14954 1383 0,'0'0'329'15,"0"0"-160"-15,0 0 35 16,0 0 600-16,0 0-362 0,0 0-175 0,0 0-15 16,0 0-3-16,0 0-40 0,0 0-35 15,65-58 14-15,-58 59-4 0,1 7-13 16,0 3-15-16,-4 4-25 0,1 0-34 0,-5 5-21 15,0-1-12-15,-2 0-34 16,-5 0-15-16,-3-1-14 0,1 0 0 0,-2 0-1 16,-2-4-30-16,1 3-12 0,1-4-34 15,2 0 27-15,3-1 28 16,1-2 6-16,0-1 13 0,5 0-17 0,0-1-11 16,0 0 0-16,2 0 11 0,6 2 17 15,1-2-22-15,5-1-10 0,4-1 4 16,2 1 28-16,1-2 2 0,1-1 1 0,1 1 1 15,-1 2 22-15,-5-2-5 0,-1 1 5 16,-6 2 16-16,-1-1 14 0,-4 5 10 16,-3 1-24-16,-2 0-16 0,0 1-9 15,-7 2 3-15,-2-1-17 0,-2-1 1 16,-4-1-2-16,1-2-20 0,-2-2-28 16,2-1-16-16,-1-2-9 0,2-4-19 15,1-1-11-15,1-1-22 0,0-3-23 16,2-3-33-16,0-4-44 0,2-2-87 15,6-3-144-15,-1 2-198 0,8-10-727 0</inkml:trace>
  <inkml:trace contextRef="#ctx0" brushRef="#br1" timeOffset="-47277.746">19696 14614 2812 0,'0'0'599'0,"0"0"-257"0,0 0-100 0,0 0 34 16,0 0 18-16,0 0-88 0,0 0-92 16,0 0-32-16,2 94-8 0,-2-56 8 0,3 5 16 15,-3 2-19-15,0 5 6 0,0 2 36 16,0 0-24-16,0 3-60 0,0-5-26 15,0-2-11-15,0-2-12 0,0-4 0 16,3-7 0-16,2-4-22 0,2-8-23 0,2-5 29 16,1-7 10-16,1-6-6 15,3-5-37-15,1-1-48 0,2-14 29 16,4-5 17-16,-1-3-41 0,-2-6-71 0,-2-1-46 16,-8 3-147-16,-5-1-191 0,-3 7-238 15,-6-7-665-15</inkml:trace>
  <inkml:trace contextRef="#ctx0" brushRef="#br1" timeOffset="-47078.957">19475 14888 65 0,'0'0'1437'0,"0"0"-1082"0,0 0 821 16,0 0-771-16,0 0-47 0,0 0-28 0,0 0-10 16,0 0-27-16,0 0-63 0,0 0-74 15,40 64-52-15,-11-61-28 0,4 0-24 16,5-3-19-16,1 0-33 0,4 0-9 15,0-4-27-15,2-4-120 0,3-2-79 0,2-4-69 16,-1 0-158-16,-10 2-518 16,16-5-755-16</inkml:trace>
  <inkml:trace contextRef="#ctx0" brushRef="#br1" timeOffset="-46835.163">20244 14945 1979 0,'0'0'1320'0,"0"0"-1069"0,-19 79-36 16,14-49 216-16,0 3 3 0,3-7-103 15,2-2-138-15,2-9-108 0,10-5-85 16,3-6 0-16,4-4 3 0,4 0 0 16,-1-7-3-16,3-6-15 0,1-3 13 0,0-3-35 15,0-2 4-15,-3-1-16 16,0 1 6-16,-6 1-6 0,-2 0 37 0,-4 3-6 16,-6 4-13-16,-4 2 31 0,-1 2 39 15,-6 2 10-15,-8 2 9 0,-7 3-37 16,-4 2-9-16,-5 0-12 0,-4 9-70 0,-3 5 12 15,3 3 21-15,-2 2-24 16,1 1-89-16,-1 4-69 0,1 0-54 0,-2 2-175 16,9-6-710-16,-18 13-1099 0</inkml:trace>
  <inkml:trace contextRef="#ctx0" brushRef="#br1" timeOffset="-45650.315">14629 16661 1532 0,'0'0'1644'0,"0"0"-1316"16,0 0-129-16,0 0-29 0,0 0 163 15,0 0-41-15,0 0-49 0,0 0-43 16,105 57-50-16,-68-55-41 0,-1-2-5 0,3-2-28 16,-3-7-18-16,1-2-38 0,-2-4-20 15,-3-2-1-15,-3-1-33 0,-6 1-93 16,-3 2-47-16,-7 3-49 0,-3 5-29 0,-7 2-63 16,0 3-149-16,-3 2-160 0,0 0-109 15,-6 2-289-15,-7 4 45 0</inkml:trace>
  <inkml:trace contextRef="#ctx0" brushRef="#br1" timeOffset="-45444.91">14981 16637 538 0,'0'0'645'0,"0"0"-46"16,0 0-154-16,0 0-38 0,0 0-50 16,0 0-18-16,0 0-50 0,-56 80-40 15,51-49-28-15,4 2-53 0,-2 7-44 16,1 0 3-16,2-1 0 0,0-3-16 16,0-4-35-16,2-5-36 0,4-4-12 0,3-8-4 15,0-4-5-15,1-3-19 0,4-5-28 16,0-3 10-16,4-1 6 0,2-9-10 15,-2-1-55-15,2-4-52 0,-3 1-7 16,-3-4-12-16,0 3-48 0,-3-1-68 16,-4 1-118-16,-1-2-254 0,-3 5-564 15,-3-7-465-15</inkml:trace>
  <inkml:trace contextRef="#ctx0" brushRef="#br1" timeOffset="-45118.148">14534 16377 1611 0,'0'0'451'0,"0"0"-305"16,0 0-58-16,0 0 447 0,0 0-73 0,0 0-110 16,0 0-65-16,0 0 24 0,87-62-45 15,-61 47-47-15,-1 2-53 0,2 5-62 16,-1 0-64-16,-1 4-31 0,-1 3-9 15,-2 1-15-15,0 0-1 0,-2 1 4 16,-4 3 9-16,1 2-24 0,-6 2 24 0,2 0-27 16,-3 3-7-16,-1 2 35 0,2 1 1 15,0 3 1-15,0 0-1 0,1-1-11 16,-1 0 9-16,3-2-9 0,-2-2-19 16,4-5-9-16,4-1 0 0,3-5 9 15,6-1-9-15,3 0-28 0,4-11-40 16,4-3 22-16,2-4-79 0,0-1-120 0,-12 2-239 15,17-4-778-15</inkml:trace>
  <inkml:trace contextRef="#ctx0" brushRef="#br1" timeOffset="-44628.229">16292 16451 1433 0,'0'0'465'0,"0"0"-283"15,0 0 916-15,0 0-685 0,0 0-125 0,0 0-102 16,0 0-52-16,-87 17-10 0,68 7-24 15,-2 7-54-15,1 8 25 0,2 10 6 16,3 5 13-16,3 2 23 0,5 4 31 16,3 0-18-16,4-4-62 0,1-8-22 0,9-7-5 15,3-9-7-15,4-11-5 16,5-6-25-16,4-9-15 0,1-6-31 0,2 0-30 16,0-11-31-16,-2-4-40 15,-2-4-46-15,-5-2-29 0,-3 0-92 0,-5 2-297 16,-5 5-727-16,-7-2-713 0</inkml:trace>
  <inkml:trace contextRef="#ctx0" brushRef="#br1" timeOffset="-44444.399">16148 16855 1231 0,'0'0'1551'0,"0"0"-1105"0,0 0-210 0,0 0 146 15,0 0-40-15,0 0-59 0,79 19-110 16,-50-19-41-16,2 0-24 0,3 0-16 15,-1-4-40-15,1-1-52 0,0-1-4 16,-3-1-54-16,0 0-110 0,-3 0-103 0,3 0-80 16,0 2-203-16,-6 0-865 0,12-2-712 0</inkml:trace>
  <inkml:trace contextRef="#ctx0" brushRef="#br1" timeOffset="-44003.667">17217 16604 1049 0,'0'0'1549'0,"0"0"-1069"0,0 0-177 15,0 0-46-15,0 0 27 0,0 0 54 16,-86 11-139-16,70-2-79 0,-2 4-24 16,-1 5-19-16,1 7 15 0,-1 4 15 15,2 8-9-15,-2 4 15 0,3 6 12 16,-1 6-10-16,5 3-24 0,-3 2-36 15,4-3 5-15,3-3-14 0,2-9 2 0,6-7-23 16,4-11-25-16,6-6 0 0,8-7-1 16,2-5-12-16,7-3 11 0,-1-4 0 15,3-5-13-15,0-4 0 0,-3-2-12 16,-3-1-19-16,-3 0-17 0,-4 0-43 16,-3 0-65-16,-6 3-48 0,-1-1-41 15,-2 2-83-15,-1 0-156 0,-3 0-281 0,0 1-697 16,-4 0-211-16</inkml:trace>
  <inkml:trace contextRef="#ctx0" brushRef="#br1" timeOffset="-43724.015">17054 17099 1501 0,'0'0'1154'15,"0"0"-633"-15,0 0-95 0,0 0 8 16,0 0-40-16,0 0-76 0,0 0-73 16,0 0-44-16,0 0-55 0,0 0-64 15,101 28-54-15,-74-29-28 0,-1-7-12 16,2-1-70-16,-4-1-55 0,-1 1-55 0,-3-1-32 15,-4 2-16-15,-1 1-67 0,-7 2-98 16,-2 1-88-16,-4 4-39 0,-2 0 61 16,0 0 196-16,-5 5 275 0,-2 2 110 15,1 1 142-15,-1 2 93 0,-1 2 5 16,2 0-47-16,1 1-33 0,2 0-41 16,3 1-18-16,-1 0-37 0,1 2-56 0,0 0-6 15,0 4-26-15,3-1-15 0,1 1-19 16,1 2 0-16,0 0-52 0,2-1-12 15,-1-2-133-15,0-2-58 0,1 0-61 16,3-3-38-16,0-3-150 0,-2-4-654 16,3-2-1103-16</inkml:trace>
  <inkml:trace contextRef="#ctx0" brushRef="#br1" timeOffset="-43198.683">18164 16720 430 0,'0'0'600'0,"0"0"-294"0,0 0 820 15,0 0-579-15,0 0-218 0,0 0-138 16,-28-65-42-16,23 57-7 0,0 3-48 15,1-1-3-15,0 4-5 0,-1 1-8 0,3-1 0 16,-4 2 27-16,0 0 29 0,-4 3-20 16,1 3-12-16,-2 5-13 0,-2 3-6 15,-2 4-1-15,0 4-2 0,0 3 5 16,-2 1 4-16,-1 8-16 0,-2 3-40 16,2 4-21-16,2 3 16 15,2 5 8-15,5 1 4 0,4 1-16 0,5-1 9 0,0-2-30 16,11-3-3-16,3-7 15 0,5-4-15 15,4-9 0-15,3-7-36 0,2-7-16 16,4-5-63-16,1-6-28 0,3 0-43 16,-1-8-29-16,4-3-35 0,-5-1-29 15,2 3-53-15,-10-1-347 0,7-1-907 16</inkml:trace>
  <inkml:trace contextRef="#ctx0" brushRef="#br1" timeOffset="-42744.266">18524 16558 1638 0,'0'0'299'0,"0"0"-14"0,0 0 502 0,0 0-337 16,0 0-133-16,0 0-60 0,0 0-28 0,-14 75 16 16,25-38-60-16,2 10-65 0,-1 4-46 15,-2 4-19-15,-3 3-3 0,-4 1-15 16,-2 2-19-16,-1-1-6 0,0-4-12 16,-4-6-19-16,2-9-30 0,2-9-77 15,0-10-3-15,3-10-46 0,5-5-23 16,3-7-20-16,5-2-15 0,3-15-161 15,-5 4-232-15,9-19-749 0</inkml:trace>
  <inkml:trace contextRef="#ctx0" brushRef="#br1" timeOffset="-42493.917">18828 16792 1646 0,'0'0'195'0,"0"0"1085"15,0 0-986-15,0 0-129 0,0 0-4 0,0 0-7 16,-76 51-56-16,57-30-45 0,3 0-30 0,-1 0 14 15,5 0 7-15,-2-3 9 16,5 0-25-16,-1-1-9 0,4-2-7 0,1-1 13 16,3 1 22-16,2-2 46 0,0-1 58 15,9 1-37-15,4 1 6 0,5 3-22 16,1-1-15-16,7 2-1 0,2-3-36 16,0-1-40-16,3-1-6 0,0-2-3 15,1-5-55-15,1-2-92 0,1-2-74 16,2-2 55-16,0-5-39 0,-1-5-114 15,0-5-234-15,-8 1-235 0,9-10-614 0</inkml:trace>
  <inkml:trace contextRef="#ctx0" brushRef="#br1" timeOffset="-42257.286">19439 16609 950 0,'0'0'2184'16,"0"0"-1726"-16,0 0-287 0,0 0-80 15,0 0 51-15,0 0 84 0,-72 92-83 0,48-50-78 16,-2 6-9-16,-3 6 49 0,-1 5 27 16,-3 4 55-16,-1 3-28 0,0 2-34 15,-1 0-48-15,1 0-48 0,3 1-29 16,4-4-18-16,5-2-98 0,6-8-76 16,4-6-51-16,4-10-3 0,5-11-43 15,3-8-95-15,0-12-215 0,0-8-564 0,6-2-489 16,8-23 1378-16</inkml:trace>
  <inkml:trace contextRef="#ctx0" brushRef="#br1" timeOffset="-42076.749">19266 17145 817 0,'0'0'281'16,"0"0"1414"-16,0 0-1132 0,0 0-110 15,86-25-10-15,-58 19-50 0,5-2-104 16,5-4-121-16,-1-2-80 0,2-1-60 0,2-2-28 15,-1-1-37-15,-3 0-60 0,-1 1-59 16,-7 3-22-16,-4 0-87 0,-9 3-105 16,-4 4-179-16,-6 3-243 0,-6 2-513 15,-3 2-163-15</inkml:trace>
  <inkml:trace contextRef="#ctx0" brushRef="#br1" timeOffset="-41919.123">19498 17090 316 0,'0'0'131'0,"0"0"-4"16,0 0-6-16,-43 77 1333 0,32-46-921 15,3 2-150-15,1 7-86 0,1 1-37 16,-2 2-36-16,2 0-3 0,2-1-50 16,-1-3-49-16,2-6-75 0,2-3-47 15,-1-10-46-15,2-3-110 0,0-7-42 16,0-4-12-16,2-3-15 0,2-3-112 16,1 0-624-16,-2-6-557 0,1-9 762 0</inkml:trace>
  <inkml:trace contextRef="#ctx0" brushRef="#br1" timeOffset="-41746.797">19419 17417 902 0,'0'0'55'16,"0"0"1135"-16,0 0-621 0,0 0-197 0,0 0 27 15,0 0-26-15,0 0-56 0,82-6-81 16,-60 6-84-16,2-1-66 0,2-7-40 16,0-3-46-16,3-6-3 0,1-3-160 15,-1-5-32-15,-1-2-26 0,0-2-75 16,-2-2-253-16,-1 1-850 0,-9 8-133 15,4-8 1255-15</inkml:trace>
  <inkml:trace contextRef="#ctx0" brushRef="#br1" timeOffset="-41463.24">20174 16601 466 0,'0'0'431'0,"0"0"1195"0,0 0-1002 15,0 0-169-15,0 0-96 0,0 0-24 16,87 79-19-16,-70-60-107 0,3 5-65 16,2 1-9-16,-2 6 2 0,2 2 0 15,-1 3 6-15,-2-1-28 0,-2 1-67 16,-4-1 13-16,-6 0-61 0,-7 0-55 16,0 1-39-16,-12 2-3 0,-7 0-3 15,-9 3 18-15,-4 1 24 0,-4 4 16 16,-5-2-25-16,-3 1 3 0,-1-5-28 15,-5 0-55-15,-1-4-87 0,-3-2-119 0,-3-5-143 16,-1-3-159-16,0-4-588 16,12-8-302-16,-17 0 1262 0</inkml:trace>
  <inkml:trace contextRef="#ctx0" brushRef="#br1" timeOffset="-38136.803">14818 18138 973 0,'0'0'254'16,"0"0"-95"-16,0 0-107 0,0 0 413 0,0 0-225 15,-35-77-68-15,29 58-1 0,0 2 94 16,1 4 43-16,0 3 31 0,2 5-47 16,2 1-9-16,1 4 24 0,0 0 12 15,0 0-42-15,0 0-51 0,0 0-37 0,0 0-31 16,0 1-37-16,4 4-48 15,-1 4-52-15,4 3 6 0,0 5 0 16,2 5-27-16,0-2 0 0,-1 2-3 0,-3-3-33 16,-2-1-30-16,0-2-37 0,-3-3-7 15,0-1 10-15,0-5 9 0,-2 0-19 0,-4-1-31 16,0-1-73-16,0-5-194 0,-3 0-207 16,0 0-553-16,-4-9-519 0</inkml:trace>
  <inkml:trace contextRef="#ctx0" brushRef="#br1" timeOffset="-37972.168">14680 17913 2812 0,'0'0'484'15,"0"0"-287"-15,0 0-70 0,0 0 151 16,0 0 70-16,0 0-134 0,0 0-84 16,90-7-72-16,-76 5-43 0,2-3-15 15,-3 1-41-15,0 1-125 0,0 1-148 16,0 2-95-16,-3 0-601 0,0 2-1188 0</inkml:trace>
  <inkml:trace contextRef="#ctx0" brushRef="#br1" timeOffset="-37828.087">15087 18212 3004 0,'0'0'523'0,"0"0"-229"15,0 0-77-15,0 0 70 0,0 0-14 16,0 0-141-16,0 0-104 0,0 0-26 15,0 0-2-15,0 0-31 0,63-8-55 16,-54-3-53-16,1-1-62 0,-3 4-62 16,1-3-128-16,-3 5-252 0,1 0-727 0</inkml:trace>
  <inkml:trace contextRef="#ctx0" brushRef="#br1" timeOffset="-37426.265">15270 18104 661 0,'0'0'352'0,"0"0"1085"16,0 0-1031-16,0 0-98 0,0 0-18 16,35 65 26-16,-27-54-19 0,4-5-88 0,-2-2-54 15,0-4-19-15,4 0-28 0,-1-2-1 16,3-5-30-16,3-1-25 0,5-3-21 16,2-2 79-16,-1-3-70 0,1 1-40 15,-4-2-9-15,-1-1-40 0,-2-1 6 16,-5 1 15-16,-1 1-24 0,-3-1 19 15,-3 4-4-15,-4 1 37 0,-3 0 0 16,0 1 40-16,0 1 6 0,-3 0-10 16,-4 1 19-16,-3 0-21 0,-1 1-28 15,-4 1-3-15,2 3-3 0,-1 2 0 0,-2 3 6 16,4 1-6-16,-3 10-18 0,3 2-7 16,0 6 22-16,1 6 3 0,-1 3 22 15,4 3 21-15,-4 4 2 0,4 1-8 16,2 0-7-16,1-1-8 0,3 0-7 15,2-5-15-15,2-5-1 0,7-4-17 0,4-5-7 16,0-4-8-16,5-2 21 0,-1-1-7 16,0-3-2-16,2-1 6 0,-1 0-22 15,1-2-88-15,4-1-38 0,-1-2 49 16,3 0-179-16,-1 0-136 0,-4 0-550 16,7-4-645-16</inkml:trace>
  <inkml:trace contextRef="#ctx0" brushRef="#br1" timeOffset="-37263.002">15983 18287 828 0,'0'0'2295'0,"0"0"-1779"0,0 0-220 16,0 0-4-16,0 0 135 0,0 0-25 15,0 0-88-15,0 0-153 0,0 0-86 16,0 0-40-16,0 0-35 0,39 5-37 16,-34-5-102-16,0 0-40 0,1 0-28 15,1 0-63-15,2 0-165 0,2 1-283 0,-2 0-417 16,0 3-1294-16,-109-15 2337 0</inkml:trace>
  <inkml:trace contextRef="#ctx0" brushRef="#br1" timeOffset="-36642.937">16996 17937 1159 0,'0'0'1662'0,"0"0"-1226"0,0 0-137 16,0 0-107-16,0 0 139 0,0 0 61 15,0 0-96-15,0 0-115 0,77 81-68 0,-60-51-27 16,-1 1-7-16,-2-2-12 16,-2-1-34-16,1-2-31 0,-4-1-2 0,-1-3-2 15,-2-4-25-15,1-1 12 0,-3-3-13 0,-1-2-8 16,0-5 5-16,-1-1 7 0,-1-4 12 15,-1-2 10-15,2 0-1 16,-2-2-19-16,1-5-8 0,1-3 30 0,2-7 9 16,1-6 24-16,3-6 10 0,-1-4-22 15,2-2-19-15,1 2-2 0,-2 2 0 16,3 3-21-16,0 5-6 0,-1 3-25 16,0 2-107-16,4 1-34 0,-3 0-41 15,3 4-114-15,-2 0-225 0,-4 5-541 16,5 0-444-16</inkml:trace>
  <inkml:trace contextRef="#ctx0" brushRef="#br1" timeOffset="-36333.086">17379 18074 218 0,'0'0'2183'15,"0"0"-1799"-15,0 0-175 0,12 81 57 16,-4-62 112-16,-1-5-44 0,2-4-89 0,3-4-93 16,-1-6-34-16,3 0-29 0,-1-3-18 15,0-6-25-15,0-2-21 0,0-5 3 16,0-1-28-16,-2-4-47 0,2 0-48 15,-3 2 18-15,-1 0 30 0,-2 5 13 16,0 2 33-16,-4 3-23 0,-1 5-32 16,-2-1 56-16,-2 4 34 0,-6 1 11 15,-2 0-44-15,-4 0 0 0,0 0 52 16,-2 3 21-16,1 5-3 0,1 2-6 16,-1 4-4-16,3 1-24 0,2 3-9 15,0 3 12-15,6 0-13 0,2 1-21 16,2 2-6-16,0-4-40 0,5-1-15 15,6-2-62-15,1-5-15 0,1-4-54 0,5-4-7 16,2-4 24-16,1-1 9 0,3-9-4 16,2-3-246-16,-6 2-345 0,6-8-829 0</inkml:trace>
  <inkml:trace contextRef="#ctx0" brushRef="#br1" timeOffset="-35665.487">17883 17895 1083 0,'0'0'746'0,"0"0"362"16,0 0-791-16,0 0-110 0,0 0 91 0,0 0 36 16,0 0-32-16,0 0-129 0,0 0-80 15,-22 81-26-15,10-55-12 0,0 1-15 16,0-1-21-16,1-2-4 0,1-2-12 15,4-4-3-15,1-4-2 0,4-5-22 0,1-2-32 16,3-2 13-16,7-1 28 0,4 2 15 16,4-1 1-16,2-1 8 0,0 0-9 15,2 0-11-15,-1 1 11 0,-1 1 15 16,-2 0 16-16,-1 1 6 0,-2 0 15 16,-3 4 6-16,-2-3 10 0,-4 3-23 15,0-2 35-15,-3-1 48 0,-1 0-49 16,-2 0-39-16,0-2-7 0,0 0-15 15,-3 0-3-15,-3 0-15 0,-2 0-57 16,-4-2-19-16,0 4-10 0,-3-1 13 0,1 0 6 16,-2-1 3-16,3-1-43 0,0-2-50 15,-2 1 12-15,4-2-68 0,0-1-143 16,2-1-314-16,-2-1-963 0</inkml:trace>
  <inkml:trace contextRef="#ctx0" brushRef="#br1" timeOffset="-34767.15">18203 18305 320 0,'0'0'2373'0,"0"0"-1917"16,0 0-102-16,0 0-29 0,0 0 55 15,0 0-51-15,0 0-126 16,0 0-104-16,0 0 5 0,0 0 76 0,77 15-6 16,-39-18-65-16,-2-2-39 0,-1-1-40 15,-4 2-30-15,-5-1 0 0,-1-2-2 16,-5 2-31-16,-3-1-85 0,-4 0-13 16,-1 1-49-16,-5 3-50 0,-4-1-106 15,-3 3-254-15,0 0-499 0,-4 0-462 0</inkml:trace>
  <inkml:trace contextRef="#ctx0" brushRef="#br1" timeOffset="-34596.57">18397 18306 1007 0,'0'0'170'0,"0"0"1303"0,0 0-1004 0,0 0-102 16,0 0-7-16,0 0 17 0,-7 83-58 16,7-58-103-16,3 2-69 0,1 1-67 15,-1-5-54-15,0-1-26 0,0-3-46 16,0-4-82-16,-2-2-57 0,2-4-12 0,0-2-27 15,-2-1-68-15,-1 1-223 0,0-3-473 16,0-3-442-16</inkml:trace>
  <inkml:trace contextRef="#ctx0" brushRef="#br1" timeOffset="-34310.614">18393 18552 855 0,'0'0'193'0,"0"0"884"16,0 0-453-16,0 0-175 0,0 0-108 15,0 0-3-15,0 0-43 0,86-58-93 16,-63 50-93-16,-4-1-48 0,1 2-61 15,-4 2-43-15,-3 2-16 0,-3 3-65 16,0 0-41-16,-5 0-20 0,-2 7-23 0,-3 0-61 16,0 4-158-16,-6 6-82 0,-6-2-203 15,-1 2 185-15,-5 1 224 0,2 1 303 16,-3-3 0-16,2 1 264 0,-1-3 201 16,1-1-53-16,4-1-49 0,4-2-64 15,5-4 61-15,3 0-7 0,1-4-91 0,1 1-79 16,8-1-76-16,3 2-47 15,3-2 11-15,3-2 26 0,3 0 24 0,5-2-31 16,4-6-13-16,1-4-34 0,3-1-43 16,1-1-3-16,2-1-84 0,1 0-67 15,2-1-39-15,-1 0 81 0,2 1-222 16,-10 1-472-16,8-2-1553 0</inkml:trace>
  <inkml:trace contextRef="#ctx0" brushRef="#br1" timeOffset="-33899.832">19689 18073 1000 0,'0'0'2265'15,"0"0"-1877"-15,0 0-237 0,0 0 3 16,0 0 94-16,0 0 72 0,0 0-3 0,31 65-121 16,-24-35-114-16,-2 2-42 15,-2-1-25-15,-3-1 1 0,1-6-16 0,-1-3-18 16,2-4-22-16,-2-4-60 0,0-1-59 16,0-4-26-16,0-1-9 0,-3-3-57 0,0-4-170 15,-2 0-332-15,-4-7-927 0</inkml:trace>
  <inkml:trace contextRef="#ctx0" brushRef="#br1" timeOffset="-33721.242">19565 17987 1542 0,'0'0'562'16,"0"0"618"-16,0 0-947 0,0 0-56 15,0 0 75-15,0 0-26 0,0 0-83 16,0 0-118-16,88-61-25 0,-61 53-118 15,0 3-99-15,-1 1-101 0,-7 1-280 0,8 3-991 0</inkml:trace>
  <inkml:trace contextRef="#ctx0" brushRef="#br1" timeOffset="-33343.496">20067 18011 2644 0,'0'0'695'0,"0"0"-320"0,0 0-211 0,0 0 40 16,0 0 129-16,0 0-24 0,0 0-161 15,0 0-121-15,-4 70-27 0,-4-51-14 16,0-1 13-16,-2 0 1 0,3-2-12 16,0 0-19-16,3-3-12 0,2-2 15 15,2-3-6-15,0-2-12 0,3 0 6 16,6 0 19-16,2 0 21 0,-1 0 37 0,3-1 3 15,2 0-13-15,-1 0 7 0,0-1-3 16,0 1-15-16,1-1-14 0,-2 1-1 16,0-1 33-16,0 0 9 0,-1 1-9 0,-2 2 24 15,-3-3-58-15,-1 4 1 0,-3 1-2 16,-2-1 1-16,-1 4-19 0,0 1-39 16,-6-1 6-16,-1 2 9 0,-2-2-21 15,-5-1-59-15,2-2-4 0,-5-2 0 16,1-1-32-16,-1 0 3 0,1-3-96 15,-2-3-309-15,6 0-813 0,-10 0-497 0</inkml:trace>
  <inkml:trace contextRef="#ctx0" brushRef="#br1" timeOffset="-32748.709">21640 17864 1448 0,'0'0'472'0,"0"0"722"15,0 0-913-15,0 0-21 0,0 0-33 16,0 0-1-16,0 0 42 0,0 0-33 0,0 0-50 15,0 0-56-15,-13-18-62 16,6 28-37-16,-2 7-23 0,-4 3-7 0,-1 7 0 16,-1 1 6-16,2 0 12 0,2-2 13 15,2-3-31-15,3-4 0 0,6-3-16 16,0-2 13-16,5-1-21 0,8-2 12 16,1-4-13-16,6 0 10 0,5-2 0 15,-1-2 11-15,2 0 1 0,0 1-18 16,-1-2 19-16,-4 2 2 0,-5 1 0 15,-2 2 26-15,-6 0 14 0,-3 3 18 0,-2 1 3 16,-3 2 0-16,0 0-15 0,-3 0-9 16,-4 1-16-16,-3-1-3 0,0-1-6 15,0 0-12-15,-3-2-13 0,1-2 1 16,2-2-37-16,0-1-42 0,2-5-53 16,0 0-49-16,3-7-68 0,-1-5-46 15,5-5-76-15,1-2-34 0,0-2-236 16,1 3-651-16,13-11-193 0</inkml:trace>
  <inkml:trace contextRef="#ctx0" brushRef="#br1" timeOffset="-32427.146">21859 17971 2463 0,'0'0'640'0,"0"0"-232"0,0 0-104 0,0 0 73 16,0 0-18-16,46 85-60 0,-40-53-97 16,-1 2-31-16,1-4-28 0,-1-3-13 15,2-7-66-15,0-8-64 0,5-7-85 16,1-5-6-16,2-2 27 0,-2-8 6 15,5-8-9-15,-4-3-24 0,0-2-25 16,-2-2-59-16,0-1 3 0,-2 2-10 16,-3 3 36-16,-3 4 18 0,1-1 44 15,-2 2 24-15,-3 1 16 0,0 2 44 16,0 2 50-16,0 0 67 0,-3 3 13 16,0 4 13-16,1 1-7 0,-1 3-13 15,3 0-27-15,0 9-38 0,0 4 6 0,0 5-2 16,0 5 2-16,0 2 15 15,0 5-3-15,0-4 4 0,0 1-4 0,0-2-25 0,3-5-45 16,3-4-6-16,2-2-51 0,0-4-10 16,-1-4-52-16,0-5 40 0,-2-1-58 15,3-1-53-15,-1-10-44 0,2-1-126 16,2-6-272-16,-3 3-420 0,3-9-778 0</inkml:trace>
  <inkml:trace contextRef="#ctx0" brushRef="#br1" timeOffset="-32147.99">22274 17914 2750 0,'0'0'529'0,"0"0"-354"16,0 0 41-16,0 0 130 0,0 0-27 0,0 0-152 15,0 0-105-15,53 84-31 0,-44-57 18 16,1 2 65-16,-4 0 3 0,0 0-32 16,-4 1-21-16,1-4-30 0,-3-2-19 15,0-2-14-15,0-5-1 0,0-3 1 0,0-5 18 16,-1-5-1-16,-1-3 9 0,2-1-8 15,0-1-16-15,0-6 0 0,6-7 36 16,3-2 19-16,1-6 6 0,2-4-42 16,3-5-12-16,0-1-10 15,2 1-3-15,1-2-25 0,0 4 7 0,1 5-34 16,-3 4-54-16,2 1-96 0,-5 5-75 16,5 1-75-16,-5 3-194 0,-3 2-652 15,6-2-790-15</inkml:trace>
  <inkml:trace contextRef="#ctx0" brushRef="#br1" timeOffset="-31749.08">22799 17945 1967 0,'0'0'1115'0,"0"0"-653"0,0 0-250 0,0 0-124 16,0 0 107-16,29 81 77 0,-20-51-86 15,2 2-81-15,-3 3-31 0,-3 0-6 16,-4 6 2-16,-1 0-15 0,0 4-12 16,-7 1 15-16,-3-2 83 0,-2-2 48 0,2-4-86 15,-2-4-72-15,1 0-29 16,2-8-2-16,1-2-16 0,-1-8-11 0,6-6-52 16,-2-7-24-16,0-3-13 0,-1-13-62 15,0-6-76-15,-2-9-37 0,2-6-37 16,-1-5-145-16,1 6-487 0,-4-22-764 0</inkml:trace>
  <inkml:trace contextRef="#ctx0" brushRef="#br1" timeOffset="-31603.449">22752 17748 1967 0,'0'0'1647'0,"0"0"-1363"15,0 0-89-15,0 0 138 0,96-24-102 0,-68 17-105 16,5 1-89-16,1-3-37 0,3-1-119 15,5-2-200-15,-2 0-100 0,-8 5-369 16,6 4-1365-16</inkml:trace>
  <inkml:trace contextRef="#ctx0" brushRef="#br1" timeOffset="-31459.152">23405 18058 1755 0,'0'0'2551'0,"0"0"-2131"0,0 0-272 15,0 0 17-15,0 0-49 0,0 0-116 16,0 0-223-16,0 0-75 0,42-92-77 16,-32 71-589-16,-3-6-1153 0</inkml:trace>
  <inkml:trace contextRef="#ctx0" brushRef="#br1" timeOffset="-30089.614">31084 6443 1406 0,'0'0'1650'0,"0"0"-1165"0,0 0-198 15,0 0-16-15,0 0 142 0,0 0-43 16,0 0-107-16,0 0-84 0,0 0-72 16,0 0-59-16,0 0-17 0,-13 8 17 0,27-4 25 15,5-2 54-15,2 4-3 0,1-2-49 16,3 2-20-16,1-2-22 0,0 0 3 16,2-1-18-16,3-3-15 0,0 0-3 15,2 0-15-15,4-3-30 0,-1-5-25 16,4-2-54-16,-3 0-33 0,1-4-40 15,-4 2-34-15,-5-2-110 0,-3-1-233 0,-8 1-474 16,-6 2-662-16,-9-4 267 0</inkml:trace>
  <inkml:trace contextRef="#ctx0" brushRef="#br1" timeOffset="-29831.447">31370 6254 1121 0,'0'0'1950'0,"0"0"-1469"0,0 0-354 16,0 0-20-16,0 0 261 0,0 0-45 15,0 0-181-15,0 0-105 0,0 0-6 16,0 0 25-16,84-1-23 0,-51 7 4 16,2 3-18-16,-2 1 17 0,-3 1-14 15,-4 2-1-15,0 2-9 0,-3 2-12 16,-4 2-3-16,-6 1 0 0,-6 4-8 0,-5 1 10 16,-2 3-28-16,-10 3 29 0,-8 1 0 15,-4 2 24-15,-6 3-12 16,-3 0-10-16,-2-1 20 0,0-1 11 15,1-5-32-15,6-6-1 0,5-7-11 0,6-5-41 16,9-6-117-16,6-6-74 0,0-4-105 16,11-10-124-16,8-5-757 0,-4 0-988 15,19-20 2045-15</inkml:trace>
  <inkml:trace contextRef="#ctx0" brushRef="#br1" timeOffset="-24201.878">32411 5999 427 0,'0'0'2870'0,"0"0"-2420"0,0 0-255 0,0 0 100 16,0 0 133-16,0 0-27 0,0 0-133 16,0 0-64-16,0 0-71 0,-6-26-63 0,18 12-19 15,4-5-21-15,5-4 1 0,2-3-4 16,2 1-26-16,1-5-1 0,0 7 0 16,-3-4-12-16,-3 6-16 0,-1-2 4 15,-1 4-3-15,-5 3-18 0,-2 1 11 16,-2 3 7-16,-3 5 15 0,-3 2 11 15,-1 3-11-15,-2 2-12 0,0 0-7 16,0 0-8-16,0 5-22 0,-2 4 22 16,-1 5 38-16,0 3 1 0,0 7 21 15,-2 6-9-15,-1 2-12 0,-3 7 19 16,4 3-4-16,-6 8 15 0,2 3-29 0,-3 2 23 16,-1 6 0-16,0 2-21 0,0-1 9 15,-1-2 12-15,2-4-24 0,1-5 0 16,5-8-27-16,3-8 5 0,2-9 20 15,1-3-28-15,0-8-21 0,0-5-37 16,0-3-13-16,0-2-17 0,0-4-72 16,0-1-162-16,0 0-280 0,0 0-546 0,-3 0-460 0</inkml:trace>
  <inkml:trace contextRef="#ctx0" brushRef="#br1" timeOffset="-24023.799">32293 6597 1208 0,'0'0'2050'0,"0"0"-1666"0,0 0-163 15,0 0 224-15,0 0-34 0,0 0-95 0,0 0-121 16,0 0-67-16,0 0 72 0,0 0-36 16,89 21-68-16,-46-18-53 0,7-2-22 15,6-1-21-15,1 0 0 0,5 0-100 16,-3 0-36-16,0 0-28 0,-5 0-58 16,-5 0-120-16,-14 0-349 0,8 0-903 0</inkml:trace>
  <inkml:trace contextRef="#ctx0" brushRef="#br0" timeOffset="-17340.788">13785 7828 2581 0,'0'0'361'0,"0"0"-163"0,0 0 54 16,0 0 81-16,0 0-22 0,0 0-23 0,0 0-40 15,77-42-51-15,-55 34-37 0,-2-1-44 16,7 3-43-16,1-2-30 0,-1 3-42 16,5-1-1-16,2 3 0 0,0 0-21 15,0 1 21-15,6 0 1 0,2 0 23 0,6 2-3 16,2-5 22-16,8 0-31 0,2-1-11 15,5-2 0-15,7 3 1 16,2-5-1-16,8 1-1 0,3 2 0 0,4-2-3 16,7-1 0-16,0 1-15 0,2 2-19 15,0-1-18-15,1-1 19 0,-2 0 8 16,1 0 1-16,1 1 15 0,-1-3-13 16,0 4 24-16,0 1-11 0,-1-1 9 15,-3 2-13-15,-1-1 1 0,-3 5 0 0,-2-2 13 16,-2 3-44-16,-3 0 45 0,-2 0-2 15,0 0-52-15,-4 1 27 0,-1 2 13 16,-3 1 13-16,1 1-44 0,-4 0 18 16,0 0-3-16,-3 0 16 0,2-1-4 15,-2-1 17-15,-2 1 0 0,-1-2 2 16,0 1 1-16,-1-1 2 0,-1-1-3 16,0-1-9-16,2 0 8 0,-2 0 1 15,1 0-31-15,-1-1 29 0,0-1-35 0,0-1-6 16,-1 1 27-16,-1 0-8 0,-1 0 22 15,0 2 2-15,0-3-1 0,0-1 1 16,0 3-1-16,-1-3-9 0,-1 0 10 0,3 1 0 16,-4-2 0-16,3 2-1 0,-1-1 0 15,1 0-1-15,0-2-57 0,0 3 41 16,0-3 16-16,0 1 0 0,0 0-22 16,0 1-1-16,-1 2 12 0,1-3-5 15,0 4 15-15,2-1-38 0,1-1 38 16,0 2-20-16,-2 1 23 0,2 0 1 15,0-1 12-15,2 1 18 0,-1 0-9 16,4-2-22-16,-2 0 3 0,2 1-1 16,1 0-2-16,-1-2-1 0,0 0-18 15,2 3 19-15,-2 0-18 0,3-4 14 16,-1 4 4-16,1 0 0 0,2-1 2 0,-1 1-1 16,2-1 0-16,-2 0 0 15,3-3 19-15,1 4-4 0,-2-1-1 0,3-3 16 16,1 1-17-16,1-1-14 0,-2-1-25 15,2 3 23-15,0-2-23 0,1 1 22 0,-3-1-16 16,4 3 18-16,-1-1 0 0,0-1 2 16,3 2 25-16,-1-4-10 0,0 4 5 15,1 0 3-15,-3-3-24 0,3 2 0 16,-2 2 29-16,0-4-28 0,2 1-1 16,-2-1-25-16,0 1 10 0,0-2 15 15,-1 1 3-15,1 1-1 0,-2-1-2 16,2-1-3-16,-4 1 2 0,5 0-32 15,-3 0 33-15,-1-1 12 0,1 1 2 16,0-1-14-16,-3 2-22 0,1-4 10 16,-1 3 9-16,0 0-22 0,-3 0 12 0,1 0 13 15,-5 2 2-15,2 1-2 0,-3-1 19 16,1 2-19-16,0 0-16 0,2 0 1 16,-2 0 15-16,2 0 1 0,-1 0-1 0,0 2-11 15,0-1-39-15,-1-1 48 16,1 0-26-16,1 2 6 0,-2-2 19 0,1 4-13 15,-1-4 16-15,3 3-15 0,-4 1 14 16,1-1 2-16,2 1 3 0,-3 1-2 16,7 0 9-16,-4 0-11 0,5-2-2 15,0 1 2-15,3 0 0 0,-2-1 10 16,5-2-10-16,-2 1 0 0,3-1-2 16,0 0-20-16,-1-1 21 0,1 2 1 15,-1 0 0-15,0 0 0 0,1 1 10 16,-3 0 1-16,3 1-11 0,0 1-22 15,-1 0 8-15,1 0 14 0,-4-1 0 16,3 3 37-16,-2-1-9 0,-2 0-26 0,2-1-1 16,-1 1 5-16,2-3-6 0,1 2-3 15,3-1-10-15,-1-3 11 0,5 2 2 16,0 0 3-16,3-2-3 0,-2-1 0 0,6 4 16 16,-3-3-16-16,3 1 18 15,-2 2 4-15,0 1-6 0,1-3-15 0,0 3 27 16,0 2-26-16,1-2 26 0,0 0-27 15,1-2 11-15,3 3 1 0,0-1-13 16,2 0 25-16,-2-3-25 0,-1 3 12 16,0-1 31-16,-5-3-30 0,-3 3 24 15,-2-1-36-15,-6 1 24 0,-5-1-13 16,-3 0 10-16,-7-1-19 0,-7 0 25 16,-4 0-28-16,-8-1 0 0,-8 0-3 15,-7 0-13-15,-11 2-6 0,-4-1 20 0,-11-2-32 16,-4 0-15-16,-3 2-4 0,0 0 0 15,0-2 10-15,-8 0-13 0,0 0-50 16,-4 0-83-16,-4-2-259 0,4 0-369 16,-10-5-1089-16</inkml:trace>
  <inkml:trace contextRef="#ctx0" brushRef="#br0" timeOffset="-16721.586">29944 7728 505 0,'0'0'366'0,"0"0"610"0,0 0-558 16,0 0-65-16,0 0-19 0,0 0-42 15,0 0-12-15,0 0-56 0,0 0-25 16,0 0-29-16,0 0-27 0,30 46-12 16,-25-27-4-16,-1 5 18 0,-2 3-13 15,1 5-55-15,2 3-29 0,1 3-11 0,-2 4-25 16,0 2-9-16,3 3 16 0,-2 3-18 15,0 1 8-15,1 3-9 16,-3 1-15-16,-1 4 15 0,-2 3 13 16,0 7-11-16,-5 0 26 0,-2 2-28 0,0 1-1 15,0 0-2-15,2-6-21 0,1-4 6 16,1-5-16-16,2-7 10 0,1-5 23 16,0-6-15-16,0-6-8 0,0-5-38 0,0-3-24 15,1-4 0-15,1-6 0 0,1-4-38 16,-1-4-59-16,3-4-46 0,-1-2-98 15,-3-1-146-15,1-4-134 0,-2-3-460 16,0-8-476-16</inkml:trace>
  <inkml:trace contextRef="#ctx0" brushRef="#br0" timeOffset="-16473.765">29841 8916 20 0,'0'0'2629'0,"0"0"-2362"16,0 0-238-16,0 0-28 0,-8 75 102 0,12-46 124 15,3 6-55-15,2 1 31 16,5 2-27-16,2 1 6 0,3-1-21 0,0-6-18 16,1-2-22-16,2-6 3 0,-2-6 57 0,-1-6 16 15,1-3-63-15,-1-8-33 0,4-1-43 16,-1-7-3-16,4-8-10 0,3-7-33 16,4-9 10-16,3-7-8 0,5-5-14 15,3-4-34-15,4-1-32 0,2-2-50 16,-2 1-18-16,1 6-41 0,-6 4-43 15,-5 8-79-15,-11 7-148 0,-10 7-617 16,-11 7-987-16</inkml:trace>
  <inkml:trace contextRef="#ctx0" brushRef="#br0" timeOffset="-15284.945">27913 10355 543 0,'0'0'0'16,"0"0"-61"-16,0 0 61 0,0 0 417 16,0 0 176-16,0 0-155 0,0 0-126 0,0 0-34 15,0 0 38-15,0 0 4 16,0 0 6-16,0-26-48 0,0 35-58 0,0 4-28 15,-1 10-24-15,-1 6-35 0,2 5-12 16,-2 5-38-16,0 4-9 0,-1 1-16 16,3 1-3-16,-1 0-18 0,1 2-22 15,-2 3-12-15,2 1 11 0,0 4-12 16,0 3 11-16,-1 3-11 0,-1 7-2 16,2 1-2-16,0 3-22 0,0 2 8 15,0 5-5-15,0 3-22 0,-1 2-3 16,-1 2 6-16,-1-1 3 0,-2 3-3 0,1-1 18 15,-1 1 10-15,-1 0 12 0,4-1-2 16,-4 1-13-16,1-2-41 0,-2 3-36 16,5 1 5-16,-4 0 28 0,3 0 28 15,0 0 3-15,1-2-10 0,1 1 4 16,1 1-13-16,0-2 16 0,0 1 16 16,0 0-10-16,0-2 2 0,0 4 23 0,1-1 3 15,-1 0 16-15,0 2-17 16,0-1 26-16,0 2-13 0,0-1-15 0,-3-1-13 15,2 1 12-15,-1-1 1 0,1 0 1 16,0-1-1-16,-3 2 0 0,1 0-11 16,1-2 11-16,-1 1 25 0,-1-1-12 15,0-1 2-15,-1 2 7 0,1 0 3 16,-2 0 25-16,3 1 15 0,2-2-31 0,1-2 41 16,0-1-60-16,0-4-13 0,1 2 14 15,4-4-16-15,0-4 0 0,1-1-12 16,0-3 12-16,0 0 0 0,0-2-13 15,0-1 13-15,0 2 22 0,2 2-19 16,-2-1 28-16,3 7 9 0,-1-2-3 16,-3 4 6-16,3-3-30 0,2 1 2 15,-3-2-13-15,0-2-2 0,0-2-37 0,3-2-15 16,-2-3 21-16,-3-1 31 0,3-5 0 16,2-1 0-16,-3 0 1 0,2-7 0 15,-1-1 1-15,1 0 0 0,-1-2 1 16,1-1 16-16,-1 2-19 0,-2-3-3 0,0 2-9 15,-1-3-16-15,-2-1 7 0,-3-3-4 16,0-6 0-16,0-3-15 0,0-9 18 16,0-7-31-16,0-7-6 0,0-9-15 15,0-4-29-15,0-1-58 0,1-9-34 16,1-11-33-16,0-8-100 0,1-10-173 16,-3 5-679-16,0-32-201 0</inkml:trace>
  <inkml:trace contextRef="#ctx0" brushRef="#br0" timeOffset="-14301.279">28068 9878 117 0,'0'0'30'0,"0"0"1575"0,0 0-879 16,0 0-371-16,0 0-189 0,0 0-2 16,0 0 18-16,0 0-26 0,0 0-20 15,85-10-16-15,-54 10 0 0,10 0 5 16,3 0-42-16,6 0-21 0,3 0-12 15,4 0-19-15,2 4-3 0,2-1-16 16,1 1 4-16,3-3 6 0,4-1 15 16,4 0 37-16,5-5 35 0,6-6 63 15,4 1-121-15,1-2-51 0,5 0 0 0,4 0 15 16,6 1 50-16,6 1-33 16,4 3-32-16,6 2 0 0,1-2 15 0,7 4 0 15,2-1 0-15,3-2-13 0,-1 0-2 16,6 0 1-16,-1-4 14 0,2 3-15 15,1-4 0-15,-1 3 13 0,0-3 8 0,-3-1 10 16,-4 4-16-16,-5 0 19 16,-8 4-34-16,-7-2 3 0,-6 1-3 0,-13 4 27 15,-6 1-14-15,-13 0-13 0,-9 0-2 16,-12 3-11-16,-10 1 12 0,-12 1-11 16,-9 0-12-16,-11-2 23 0,-5 2-18 15,-6-4-18-15,-3 4 2 0,-7-4 35 16,-5 4 0-16,-3-1-11 0,-3-1-14 15,-2 3-9-15,0-1 19 0,4-3-16 16,-1 3-49-16,1-5-18 0,4 1-41 0,0 0-41 16,0-1-91-16,5 0-265 15,-12 0-791-15</inkml:trace>
  <inkml:trace contextRef="#ctx0" brushRef="#br0" timeOffset="-13415.887">28890 10868 434 0,'0'0'117'0,"0"0"1228"0,28-81-843 0,-20 51-31 0,4-1-93 16,-3-2-22-16,-4 8-44 0,-2 1-35 16,-1 6 2-16,-2 4-1 0,0 3-42 15,-5 7-35-15,-2-3-36 0,-2 5-56 16,-3 1-36-16,-2 1-40 0,-3 1-33 15,-2 8-10-15,-4 6-2 0,0 5 10 16,0 4-1-16,0 7-21 0,-3 6-4 16,0 7 28-16,0 4-15 0,2 4 14 15,0 6-1-15,2 2-13 0,3-1 15 16,5-3 2-16,2-3 16 0,6-8 3 16,5-5 16-16,1-10 8 0,6-6-21 0,7-5-5 15,1-7-4-15,5-3-14 0,3-5 2 16,4-4 18-16,1-1-18 0,3-10 9 0,0-2-12 15,4-2-21-15,-6-3-28 16,-2-2-54-16,-1 1-15 0,-9 1-28 0,-4 3-43 16,-6 0-74-16,-4 3-89 15,-2 0-91-15,-5 3-215 0,-9-1-487 0,4 3-313 16,-12-3 1142-16</inkml:trace>
  <inkml:trace contextRef="#ctx0" brushRef="#br0" timeOffset="-13284.845">28766 11118 235 0,'0'0'166'0,"0"0"1350"16,0 0-720-16,0 0-285 0,0 0-120 15,0 0-13-15,0 0-12 0,0 0-36 16,0 0-69-16,0 0-29 0,0 0-64 16,54 0-50-16,-37 0-48 0,3 0-31 0,-1-6-39 15,-2 1-44-15,0-2-72 0,-3 0-29 16,0 1-72-16,-3-2-99 0,-3 2-157 0,-1 0-161 16,-2 3-411-16,-5-2-296 0</inkml:trace>
  <inkml:trace contextRef="#ctx0" brushRef="#br0" timeOffset="-13127.071">28941 11060 671 0,'0'0'55'0,"0"0"111"16,0 0 1219-16,0 0-920 0,0 0-70 0,0 0 10 16,0 0-20-16,0 0-59 0,-12 75-72 15,12-59-32-15,3 4-4 0,3-1-44 16,0 0-79-16,-1 3-65 0,0-3-30 16,1-2-24-16,1-2-31 0,-2-3-98 0,1 0-21 15,2 0-60-15,-3-5-63 16,5 1-95-16,-1-4-110 0,-2 0-187 0,5-4-730 15</inkml:trace>
  <inkml:trace contextRef="#ctx0" brushRef="#br0" timeOffset="-12773.161">29484 10621 421 0,'0'0'1531'16,"0"0"-858"-16,0 0-261 0,0 0-51 15,0 0 66-15,0 0-31 0,0 0-108 16,0 0-109-16,0 0-59 0,0 0-34 0,-73 67 3 16,53-31-19-16,-2 4 37 0,2 5 75 15,0 4-63-15,4 2-37 0,1 5-31 16,5 0-17-16,3-2-13 0,2-4-5 15,5-7-16-15,0-5 0 0,11-7-3 16,3-6-9-16,6-5-15 0,0-6 2 16,2-3-41-16,3-3-28 0,-2-4-28 0,0-1-21 15,-2-3-28-15,2 0-53 0,0-5-96 16,-3-2-211-16,-6 2-538 16,3-6-785-16</inkml:trace>
  <inkml:trace contextRef="#ctx0" brushRef="#br0" timeOffset="-11852.645">29715 10724 310 0,'0'0'55'0,"0"0"402"0,0 0 833 16,0 0-824-16,0 0-105 0,0 0-13 15,0 0 2-15,0 0-13 0,0 0-21 16,0 0-31-16,0 0-48 0,-34-9-47 16,34 9-4-16,0 0-15 0,6 0-35 15,2 2-36-15,4 2-6 0,3-1 18 16,6-1-12-16,4-2-25 0,0 0-41 0,3 0-18 16,1-8-16-16,-1 0-49 0,-3-3-38 15,-2-1-31-15,-2 1-24 0,-4 2-31 16,-5-2-28-16,-3 2-107 0,-6 1-181 15,-3 3-225-15,0 3-532 0,-14-2-776 0</inkml:trace>
  <inkml:trace contextRef="#ctx0" brushRef="#br0" timeOffset="-11687.046">29749 10715 261 0,'0'0'636'0,"0"0"903"0,0 0-1008 15,-10 72-4-15,10-41-41 0,0 0-67 16,0 0-83-16,1 1-87 0,2-4-87 15,0 1-59-15,0-5-48 0,-1-5-55 16,-1-2-6-16,-1-5-73 0,0-2-49 0,0-1-47 16,0-2-79-16,0-1-118 15,-3-1-291-15,0-2-812 0,-3-3-606 0</inkml:trace>
  <inkml:trace contextRef="#ctx0" brushRef="#br0" timeOffset="-11509.338">29755 10946 1618 0,'0'0'598'0,"0"0"163"0,0 0-400 0,0 0-59 16,0 0 171-16,0 0-88 0,79-39-166 16,-58 33-96-16,2 4-102 0,-3-1-21 15,-4-1-98-15,-1 4-65 0,-4 0-47 16,-3 0-39-16,-2 0-56 0,-5 4-116 16,-1 1-181-16,-3 3-105 0,-9 4-34 15,-5 4-374-15,-3 0 953 0,-2 5 133 16,-3-2 29-16</inkml:trace>
  <inkml:trace contextRef="#ctx0" brushRef="#br0" timeOffset="-11359.695">29788 11043 163 0,'-17'14'183'0,"3"-4"-30"0,0-1-49 0,5-2 1298 0,1 1-790 0,5-3-165 16,3 0-42-16,0 1-42 15,8-1-42-15,7-2-35 0,4 0-73 0,4-3-71 16,8 0-23-16,0-4-18 0,4-4-52 16,3-4-49-16,4-4-50 0,0 2-38 15,4-7-35-15,-2 0-151 0,2-4-127 16,-15 4-322-16,14-9-1004 0</inkml:trace>
  <inkml:trace contextRef="#ctx0" brushRef="#br0" timeOffset="-11096.615">30610 10441 1846 0,'0'0'1385'0,"0"0"-1172"0,0 0-6 0,0 0 234 16,0 0-28-16,0 0-102 0,-77 87-99 15,61-56-45-15,-2 6 1 0,-1 3-16 16,-3 3-37-16,-5 6-37 0,-3 6-29 16,-5 6-19-16,-2 2-28 0,-8 4 0 15,-1 2-2-15,-2-1-15 0,1-1-9 16,-1-2-43-16,5-5 37 0,5-6 9 16,7-8-22-16,8-10 10 0,6-11 15 0,8-9-16 15,4-9-20-15,5-2-74 0,0-5-21 16,2 0-22-16,5-5-62 0,6-4-78 15,1-5-179-15,4-6-143 0,1-3-477 16,-5 5-504-16</inkml:trace>
  <inkml:trace contextRef="#ctx0" brushRef="#br0" timeOffset="-10881.573">30492 10937 1170 0,'0'0'2306'0,"0"0"-1845"0,0 0-213 15,0 0 180-15,0 0 75 0,0 0-98 16,90-25-154-16,-65 21-91 0,3-1-78 0,3-4-22 16,5-1-42-16,0-3-18 15,-1-1-72-15,-4 1-58 0,-3 3-70 16,-8 1-63-16,-6 2-115 0,-5 3-395 16,-9 2-975-16</inkml:trace>
  <inkml:trace contextRef="#ctx0" brushRef="#br0" timeOffset="-10733.495">30545 10989 1069 0,'0'0'1943'0,"0"0"-1556"0,0 0-111 0,0 0 171 15,-22 75 18-15,21-50-120 0,1 4-128 16,0-2-62-16,1 0-49 0,4-2-18 16,0 0-18-16,2-3-70 0,-2-2-3 15,1-3-61-15,-4-4-33 0,1 3-33 16,-3-4-23-16,0-3-3 0,2-3-43 0,-1 0-100 15,-1-6-200-15,0 2-532 16,0-2-613-16</inkml:trace>
  <inkml:trace contextRef="#ctx0" brushRef="#br0" timeOffset="-10554.517">30545 11197 1418 0,'0'0'1102'15,"0"0"-293"-15,0 0-485 0,0 0-126 0,0 0 223 16,0 0-31-16,0 0-175 0,98-39-108 15,-72 28-64-15,0-1-43 0,1-2-44 16,-2 0-79-16,-2 0-58 0,0-3-35 16,-4 1-76-16,-5 4-253 0,-1-7-1048 0</inkml:trace>
  <inkml:trace contextRef="#ctx0" brushRef="#br0" timeOffset="-10308.675">31026 10575 1816 0,'0'0'415'0,"0"0"192"0,0 0-354 15,0 0 156-15,0 0 120 0,0 0-95 16,79 45-141-16,-59-27-85 0,-1 3-52 0,1 1-34 16,2 2-25-16,-2 0-33 0,-2 4-33 15,-2 2-7-15,-1 2 6 0,-2 2-30 16,-1 2-15-16,-8-3 13 0,-3 3-56 15,-1 3-42-15,-5 0 9 0,-10 1-31 16,-1-2-10-16,-9 4 19 0,-4-4-127 16,-4 0-75-16,-5 0-61 0,8-10-257 15,-18 11-725-15</inkml:trace>
  <inkml:trace contextRef="#ctx0" brushRef="#br0" timeOffset="-6947.956">28457 12570 1683 0,'0'0'1913'0,"0"0"-1541"0,0 0-240 16,0 0-45-16,0 0 224 0,0 0 25 16,0 0-98-16,0 0-43 0,0 0-37 15,93 14-51-15,-62-9-29 0,0-5-17 16,-1 0-34-16,1 0-25 0,-1-2-2 15,-3-4-45-15,-2-1-76 0,-5-1-46 0,-3 0-37 16,-4 3-44-16,-3 2-108 0,-7 3-193 16,-3 0-551-16,-4 2-758 0</inkml:trace>
  <inkml:trace contextRef="#ctx0" brushRef="#br0" timeOffset="-6751.798">28530 12797 82 0,'0'0'2969'0,"0"0"-2443"0,0 0-258 16,0 0-50-16,0 0 78 0,0 0 31 16,0 0-60-16,0 0-35 0,0 0-61 15,90 46-68-15,-59-46-6 0,4 0-36 16,2-3-22-16,1-2-28 0,-2-2-11 16,0 1-73-16,-2 0-72 0,-3-1-102 15,-3 2 6-15,-2 3-41 0,-3 1-276 0,-7-1-597 16,1 2-922-16</inkml:trace>
  <inkml:trace contextRef="#ctx0" brushRef="#br0" timeOffset="-5597.534">29898 12182 852 0,'0'0'189'0,"0"0"1041"0,0 0-865 16,0 0-21-16,0 0-27 0,0 0 7 15,0 0 10-15,0 0-92 0,0 0-56 16,0 0-71-16,-57-66-35 0,50 62-15 16,-1 1-6-16,1 1-7 0,-1 2 28 0,1 0 61 15,-3 5-74-15,1 4-40 16,-4 7-8-16,-1 5 11 0,-1 6-2 0,0 7 2 15,-1 2 4-15,2 5-13 0,-3 3 6 16,3 3-11-16,3 1-14 0,-1 1 16 16,4 0 3-16,2-5-6 0,4-3 19 0,2-7-32 15,5-8 1-15,7-5 12 16,3-6-15-16,4-2 43 0,0-4-19 0,2-4-3 16,0-2-21-16,1-3-18 0,0 0-19 15,-1-3-26-15,-5-3-35 0,2-2-17 16,-7 0-26-16,1 0-27 0,-5-1-63 15,-3-2-150-15,-4-1-280 0,0 5-695 16,0-7-494-16</inkml:trace>
  <inkml:trace contextRef="#ctx0" brushRef="#br0" timeOffset="-5436.187">29757 12572 1539 0,'0'0'650'0,"0"0"473"0,0 0-828 15,0 0-86-15,0 0 177 0,0 0 45 16,0 0-97-16,0 0-114 0,0 0-89 15,90 15-76-15,-64-20-55 0,2-7-9 0,-4 0-104 16,-1-3-79-16,0 0-71 16,-6 1-73-16,-3 1-158 0,-6 1-313 0,-4 5-675 15,-4 2-61-15,-4 3 1536 0</inkml:trace>
  <inkml:trace contextRef="#ctx0" brushRef="#br0" timeOffset="-5277.812">29940 12496 460 0,'0'0'120'0,"0"0"1028"0,0 0-360 0,0 0-357 0,0 0-117 16,0 0 13-16,-31 72-21 0,31-56-79 15,0 3-53-15,0 2-31 0,2 0-19 16,2 0-41-16,2 4-6 0,-1-2-16 16,3 0 16-16,-1-1-77 0,0-1-46 15,5-4-145-15,-4-3-28 0,7-3-64 16,-2 0-104-16,-2-5-406 0,9-5-1049 0</inkml:trace>
  <inkml:trace contextRef="#ctx0" brushRef="#br0" timeOffset="-4950.167">30452 12121 859 0,'0'0'1754'16,"0"0"-1227"-16,0 0-166 0,0 0-55 16,0 0 50-16,0 0-12 0,0 0-125 0,0 0-75 15,0 0-36-15,-73 94-20 0,59-58-8 16,-1 6-1-16,5 4 15 0,1 2-6 16,4 1-27-16,-2 4-9 0,2-2-25 15,2 0-7-15,1-1-20 0,0-4 0 0,2-6-1 16,0-6-14-16,7-5 14 0,5-4-48 15,1-6-63-15,2-5 0 0,4-4-10 16,4-3-25-16,2-7-34 0,4 0-43 16,-1-7-95-16,3-5-240 0,-11 0-661 15,6-8-833-15</inkml:trace>
  <inkml:trace contextRef="#ctx0" brushRef="#br0" timeOffset="-4156.238">30875 12122 127 0,'0'0'1472'16,"0"0"-504"-16,0 0-745 0,0 0-21 15,0 0 41-15,0 0 88 0,0 0-44 16,0 0-60-16,0 0-74 0,0 0-16 15,0 0 8-15,-12-37 16 0,12 41-32 16,0 2-43-16,0 5-28 0,0 5 15 0,0 8 10 16,6 7-7-16,1 1-21 0,-1 7 9 15,-2 0-9-15,1 0-19 0,-2-1-18 16,0 0-17-16,-2-1 0 0,-1-3-1 16,0 1 0-16,0-4-2 0,0-2-10 15,-1-6 10-15,-1-2-34 0,1 0-10 16,-2-6 10-16,0-3-22 0,1 0-31 0,1-6 4 15,-1 0-22-15,2-3-13 0,0-1-21 16,0-2-10-16,0 0-38 0,0-2-51 16,5-2-9-16,-1-4-41 0,2-3-16 15,0-1-149-15,1-7-324 0,-1 5-623 16,-1-11 815-16</inkml:trace>
  <inkml:trace contextRef="#ctx0" brushRef="#br0" timeOffset="-2855.212">31432 12028 261 0,'0'0'1982'16,"0"0"-1346"-16,0 0-329 0,0 0-128 15,0 0 43-15,0 0 113 0,0 0-109 16,0 0-123-16,0 0-78 0,0 0-23 16,0 0 16-16,-79 72 23 0,61-54-7 15,-3 1-32-15,1-2 0 0,-3 1 10 0,3 0 1 16,-3 0-13-16,0-2 12 0,2-1-9 15,0 1 10-15,1-3-11 0,2-2 10 16,3 1 0-16,0-3-12 0,0 1-16 0,1 1-2 16,2-3 16-16,1 2-10 0,3-3 0 15,3-1-10-15,0-5 3 0,3 4 1 16,1-4 17-16,-1 2 1 0,2-1 2 16,0-1 23-16,0 0-10 0,0 2 4 15,0 0 9-15,0 2 3 0,2 1 15 16,2 0 3-16,2 0-8 0,3 1-14 15,-2 2-5-15,2-1-4 0,3 3 19 16,1-2-34-16,5-1 13 0,-2 2-16 16,1-1 2-16,0-3-2 0,3 0-20 15,0 0-41-15,-1-4-19 0,-2 1-19 16,0-3-13-16,0 0-22 0,-3 0-6 0,-1 0-49 16,-1 0-29-16,0 0-86 0,-1-3-202 15,-3 1-536-15,4-2-409 0</inkml:trace>
  <inkml:trace contextRef="#ctx0" brushRef="#br0" timeOffset="-2439.983">31778 11990 1315 0,'0'0'611'0,"0"0"62"0,0 0-405 0,0 0-104 0,0 0 40 16,0 0 108-16,0 0-47 15,0 0-95-15,0 0-97 0,0 0-16 0,-28 44-1 16,17-19 40-16,-3 6 1 0,0 2 20 16,-2 3 1-16,0-1-47 0,-3 3-7 15,-2-1-45-15,-1 3-17 0,-4 3 22 16,-1 0-10-16,-2 1-14 0,-1 0-28 16,-1-3 25-16,3-1-22 15,-1-3-2-15,4-2-35 0,3-6 25 0,7-4 19 16,6-6-29-16,5-5-45 0,4-6-29 15,0-6-54-15,1-2-20 0,8-3-9 16,3-8-30-16,6-5-209 0,1-4-601 0,-3 3-296 16,5-9 847-16</inkml:trace>
  <inkml:trace contextRef="#ctx0" brushRef="#br0" timeOffset="-2173.767">31673 12372 2695 0,'0'0'501'15,"0"0"-246"-15,0 0 39 0,0 0 87 16,0 0 11-16,0 0-146 0,0 0-93 0,97 1-67 15,-75-2-37-15,2-6-15 0,0 1-31 16,1 0-3-16,-2-3-25 0,2-2-48 16,-3 0-71-16,0-1-59 0,-4 0-26 15,-1 1-47-15,-6 2-143 0,-5 0-333 0,0 4-713 16</inkml:trace>
  <inkml:trace contextRef="#ctx0" brushRef="#br0" timeOffset="-1480.167">31781 12399 245 0,'0'0'681'0,"0"0"707"15,0 0-1136-15,0 0-129 0,0 0 51 16,0 0 114-16,0 0-20 0,0 0-97 15,0 0-47-15,0 0-36 0,0 0-3 0,0 69 3 16,0-43 26-16,0 1-8 0,0 4-16 16,-3 0-9-16,0 1-19 0,-2-1-13 15,-1-1 38-15,2-4-50 0,1-5-36 16,1-4-1-16,2-3 1 0,0-4-1 0,0-2-16 16,3-2-17-16,2-3-54 0,0 0-18 15,0-3-7-15,-3 0 6 0,1 0 18 16,0 0-19-16,0 0 25 0,-1 0 0 15,-2 0 16-15,1 0 6 0,-1 0 12 16,0 0 7-16,0 0 3 0,0 0-9 16,0 0-4-16,0-4 0 0,0-1-19 15,0 1-3-15,0-1-11 0,0 0-28 16,0 0-22-16,0-1-18 0,0 1-34 16,-1 0-25-16,1 1-12 0,0 1 19 15,-2-2 5-15,1 2-5 0,-1-1-21 0,2 1-68 16,-3-1-40-16,0 1-139 0,2-1 361 15,-2 1 111-15,2 2 0 0,-5 0-97 0</inkml:trace>
  <inkml:trace contextRef="#ctx0" brushRef="#br0" timeOffset="-1037.834">31724 12629 385 0,'0'0'195'16,"0"0"-51"-16,0 0 1268 0,0 0-921 0,0 0-105 16,0 0-82-16,0 0 33 0,0 0-4 15,0 0-50-15,0 0-29 0,34-2-57 16,-22 2-56-16,2 0-31 0,3-2-24 15,2 1-25-15,0-1-18 0,0 2-33 16,1-3-10-16,-2 0-21 0,1 1-16 16,-1-2-33-16,-2 0-37 0,-1-1-25 0,0 0-46 15,-2 0 2-15,-2-2-73 16,-2 0-49-16,-1-2-199 0,-2-1-522 0,-1 0-437 16,-2-4 651-16</inkml:trace>
  <inkml:trace contextRef="#ctx0" brushRef="#br0" timeOffset="-699.777">32170 11993 2724 0,'0'0'472'0,"0"0"-300"0,0 0 63 0,0 0 159 16,0 0-10-16,0 0-149 0,0 0-124 16,0 0-46-16,83 69-4 0,-68-50-6 0,0 2-33 15,1 2 2-15,-3 1 4 0,2 4 13 16,-3-3-41-16,-2 1-3 16,-1-2-39-16,-4 2 23 0,-3-2-17 0,-2 0-17 15,0-2-8-15,-4 2-7 0,-8 0 7 16,-1 1-35-16,-5 0-27 0,-1-1-7 15,-4-3-7-15,0 2-8 0,1-6-18 16,2-4-23-16,0-1-102 0,4-4-153 0,1-4-562 16,1-2-607-16</inkml:trace>
  <inkml:trace contextRef="#ctx0" brushRef="#br0" timeOffset="897.477">30206 13728 13 0,'0'0'1480'0,"0"0"-653"16,0 0-339-16,0 0-126 0,0 0-24 16,0 0-57-16,0 0-130 0,0 0-44 15,0 0-6-15,0 0 8 0,0 0-10 16,24 3 4-16,-10-3-11 0,-3-1-2 16,3-2 5-16,0-1-18 0,3 0-9 0,0 0-22 15,5-3-7-15,4-4-8 0,2-3-13 16,6-1-2-16,0-3-16 0,5-1-3 15,4-3-10-15,1 0-5 0,4 0 0 16,2-2-4-16,6 1 10 0,3-4 0 16,3 2 12-16,1 0 0 0,2 0 0 0,2-1-2 15,0 2-11-15,-1-1 1 0,4 2 12 16,0-4-24-16,4 4-4 0,-2-1 0 16,1 0 27-16,1 2-20 0,-1-1-1 15,1 1 4-15,-2-1 3 0,1 1 15 16,1-2 43-16,-1 1-43 0,0-1 1 15,0 1 10-15,-4 0-9 0,0 1 0 16,-4 0-1-16,3 0-1 0,-8 3-2 16,-5 2 1-16,-7-1-2 0,-6 5-12 15,-11 1 2-15,-3 3 10 0,-11 0 3 16,-6 6 2-16,-3-1 23 0,-4 2-13 0,-1-1 7 16,-3 3-1-16,0 0-9 0,0 0-9 15,0 0-55-15,-6 0-53 0,-1 0-24 16,-2 3-32-16,-4-2-44 0,-3-1-113 15,-2 1-150-15,-6 0-321 0,4 4-765 16,-19 0 691-16</inkml:trace>
  <inkml:trace contextRef="#ctx0" brushRef="#br0" timeOffset="1660.823">30767 13969 170 0,'0'0'316'16,"0"0"-137"-16,0 0-107 0,0 0 1306 15,0 0-825-15,0 0-141 0,0 0-55 0,0 0 4 16,14-66-21-16,-19 59-61 0,-3 1-44 16,-1-1-47-16,-2 3-63 0,-1 2-11 15,-1 0 1-15,-2 2-11 0,-1 3-68 0,-4 6-2 16,0 3-10-16,-2 10 13 0,-3 3-7 16,1 6-9-16,-1 6 13 0,1 3-4 15,4 3 0-15,0 3-9 0,1-2-2 16,6-1-1-16,3-1 3 0,0 0-20 15,5-4 0-15,2-3-1 0,3-2-2 16,0-6 0-16,0-3 1 0,8-4-23 16,4-1 21-16,3-5-19 0,4-1 20 15,1-4-16-15,0-3 16 0,2-6-37 16,1 0 5-16,-1-7-11 0,0-5-1 16,-2-1-36-16,-1-4-30 0,-1 1-25 0,-4-3-29 15,0-2-33-15,-3 1-122 0,-6 1-129 16,-3-2-189-16,-2 7-594 0,-4-5-498 0</inkml:trace>
  <inkml:trace contextRef="#ctx0" brushRef="#br0" timeOffset="1809.535">30502 14252 72 0,'0'0'2767'0,"0"0"-2258"0,0 0-189 16,0 0-5-16,0 0 14 0,0 0-63 15,0 0-121-15,0 0-80 0,80 31-38 16,-49-31-27-16,0-5-43 0,2-5-71 15,-4-1-71-15,-1-3-51 0,-6 4-65 16,-2-1-103-16,-3 1-80 0,-9 6-556 16,-2-1-50-16</inkml:trace>
  <inkml:trace contextRef="#ctx0" brushRef="#br0" timeOffset="1958.745">30800 14210 62 0,'0'0'375'16,"0"0"-179"-16,0 0 948 0,0 0-396 0,0 0-268 16,-45 73-179-16,40-56-31 15,3 1-15-15,1 3-69 0,1-2-38 0,0 3-30 0,0 0-25 16,0 1-28-16,0-1-24 15,3 1-26-15,1-2-15 0,-2-2-25 0,3-4-68 16,-1 1-84-16,4-5-90 0,-3-3-51 16,5-4-147-16,-2-2-645 0,2-2-569 15</inkml:trace>
  <inkml:trace contextRef="#ctx0" brushRef="#br0" timeOffset="4546.445">31662 13697 457 0,'0'0'172'0,"0"0"960"0,0 0-671 16,0 0-105-16,0 0-28 0,0 69 2 15,6-39-37-15,3 1-59 0,2 8-45 0,0 1-25 16,1 2 1-16,-2 0-35 0,-1 1-12 16,-4-2-47-16,-1 0-25 0,-2-3-44 15,-1-2-2-15,-1-3-40 0,0-3-25 16,0-4-27-16,0-4 20 0,0-6 10 0,0-5-65 15,0-3-37-15,0-7-27 0,2-1-65 16,4-3-72-16,-1-8-140 0,3-4-194 16,0 2-527-16,4-16 570 0</inkml:trace>
  <inkml:trace contextRef="#ctx0" brushRef="#br0" timeOffset="4846.782">31963 13864 473 0,'0'0'1064'0,"0"0"243"0,0 0-1008 0,0 0-92 16,0 0-7-16,0 0 9 0,0 0-70 16,0 0-83-16,-84 58-56 0,64-39-16 15,0 0-24-15,-3 1-68 0,0-1-5 16,3 0 24-16,-1 0 51 0,4-2 7 16,4-3 8-16,2 0 23 0,1-5 19 0,4-1 23 15,3-3 46-15,2 0 7 16,1-2 0-16,0 0-20 0,7 1-15 0,3 1 18 15,1 3-5-15,2-1 5 0,5 0 9 16,0 0 22-16,0-2-19 0,2 2-35 16,-1-3-18-16,-1-1-35 0,2 0-2 15,-1-3-49-15,-2 0-75 0,2 0-19 16,-2-6-82-16,4-3-71 0,-4-3-189 16,-3 3-514-16,4-9-622 0</inkml:trace>
  <inkml:trace contextRef="#ctx0" brushRef="#br0" timeOffset="5130.592">32290 13730 638 0,'0'0'293'0,"0"0"1480"16,0 0-1394-16,0 0-229 0,0 0 13 16,0 0 94-16,0 0-27 0,0 0-105 15,0 0-48-15,-62 86-15 0,52-58 0 16,-2 5 1-16,0 4 17 0,-6 6 13 15,-2 4-6-15,-3 4-22 0,-2 3-10 16,-1 2-36-16,-1 0-19 0,-2-5-4 16,3 0 2-16,1-3-46 0,3-4-38 15,2-7-16-15,4-5-13 0,6-6-31 16,2-9 4-16,8-8-37 0,0-8-118 16,6-2-245-16,2-6-563 0,9-12-373 0</inkml:trace>
  <inkml:trace contextRef="#ctx0" brushRef="#br0" timeOffset="5312.394">32191 14125 7 0,'0'0'2516'0,"0"0"-2084"0,0 0-247 0,0 0 64 16,0 0 169-16,0 0-10 0,89-22-150 15,-62 16-85-15,7 0-56 0,2-2-28 16,4-4-6-16,0-2-47 0,1-2-36 15,-4-2-33-15,0 2-93 0,-5-2-77 16,-5 1-29-16,-5 3-64 0,-5 2-113 16,-6 2-321-16,-5 4-690 0</inkml:trace>
  <inkml:trace contextRef="#ctx0" brushRef="#br0" timeOffset="5481.096">32420 14097 42 0,'0'0'2283'15,"0"0"-1812"-15,0 0-179 0,0 0-27 16,-29 90 87-16,27-63 30 0,-1 0-146 0,3 3-96 16,-1-4-60-16,1-2-24 0,0-2-56 15,-3-1-25-15,3-4-49 0,-1-1-34 16,0-4-48-16,-2-1-70 0,1-4-50 16,1-1-86-16,-1-4-162 0,2-2-454 0,0 0-283 15,-3-1 773-15</inkml:trace>
  <inkml:trace contextRef="#ctx0" brushRef="#br0" timeOffset="5644.954">32371 14343 297 0,'0'0'212'0,"0"0"1697"16,0 0-1362-16,0 0-224 0,0 0-36 15,0 0 75-15,0 0-17 0,93-60-100 16,-70 53-79-16,5-3-61 0,-1 2-35 16,0-3-70-16,-2 1-21 0,-2 0-96 15,-3 2-71-15,-7 1-69 0,0 5-72 16,-6 1-116-16,-4 1-274 0,-3 0-586 0,0 3-159 15</inkml:trace>
  <inkml:trace contextRef="#ctx0" brushRef="#br0" timeOffset="5790.776">32428 14403 352 0,'0'0'157'0,"0"0"1865"16,0 0-1639-16,0 0-219 0,0 0 34 16,-59 68 132-16,59-57-21 0,3-4-67 0,7-2-46 15,5-2-47-15,5-3-16 0,2-1-41 16,6-9-58-16,3-8-34 0,3-6-31 15,-1-4-117-15,3-7-84 0,-3-1-102 16,0-2-203-16,-4-4-711 0,-10 13-868 16</inkml:trace>
  <inkml:trace contextRef="#ctx0" brushRef="#br0" timeOffset="6077.929">32755 13730 1679 0,'0'0'494'0,"0"0"235"16,0 0-373-16,0 0 57 0,0 0 84 15,0 0-79-15,78 55-122 0,-58-39-122 16,-1 2-28-16,1 2-63 0,0 1-29 16,-3 2 4-16,-2 3-18 0,-3 1-22 15,-3 2-18-15,-4 1-27 0,-3 1-31 16,-2 2-12-16,-7 1-18 0,-7 0-13 15,0 1 15-15,-5 0-17 0,-1-2-26 16,1 1 0-16,-2-3-13 0,-1 1-16 16,-1-1-16-16,3 0-131 0,-3-4-93 15,1 1-113-15,1-2-160 0,3-9-656 16,-10 8 492-16</inkml:trace>
  <inkml:trace contextRef="#ctx0" brushRef="#br0" timeOffset="44679.166">31304 13966 13 0,'0'0'228'0,"0"0"-12"16,0 0 44-16,0 0 43 0,0 0-35 15,0 0-203-15,0 0-3 0,0 0 16 16,0 0 933-16,0 0-689 0,0 0-142 16,0 0 22-16,0 0 56 0,0 0-14 15,54-52-27-15,-51 48-34 0,0 0 0 0,-2 1 31 16,0-1-38-16,3 3-47 0,-2-1-9 15,-1 0-1-15,2 1 0 0,-3 1-31 16,0 0-27-16,0 0-3 0,0 0 3 16,0 0 2-16,0 0 7 0,0 3-18 15,-3 0-34-15,-4 4 12 0,2 3 6 0,-3 4-8 16,-3 3-16-16,-1 2-12 16,1 2 0-16,-4 1-1 0,2 2-1 15,0-2 0-15,-2 1-16 0,1 0 16 0,-1-2-17 16,2 3-5-16,-5-1 6 0,4 2 3 15,-2 2-15-15,2-2-4 0,-1 1-11 16,4 4 21-16,3-4-22 0,-1 3-3 16,6-3 37-16,1-1-9 0,2-1 19 15,0-3-10-15,0-3 0 0,6 0-2 16,2-4 12-16,-2-1-12 0,5-4-13 16,-3 2-3-16,5-6 5 0,0 2-18 15,4-2-11-15,-1-2-1 0,4 0 6 0,0-3-3 16,-1 0-15-16,3 0-13 0,-1 0-24 15,-2-3-29-15,1-1-37 0,-4-3-19 16,2 1-34-16,-5-3-104 0,-1 1-194 16,-4 1-293-16,1-5-350 0</inkml:trace>
  <inkml:trace contextRef="#ctx0" brushRef="#br0" timeOffset="46899.136">28735 15830 1524 0,'0'0'185'16,"0"0"1023"-16,0 0-846 0,0 0-108 15,0 0-7-15,0 0 14 0,0 0-17 16,0 0-89-16,-11 75-31 0,9-47-25 16,-4 4-13-16,3 0-22 0,0 2-36 0,3 3-10 15,-1-1-15-15,1 2-3 0,0-1-1 16,0-2-17-16,0-4-34 0,1-5 2 16,1-4-42-16,1-7-37 0,-2-2-26 15,2-3-10-15,-2-2 1 0,1-1-55 16,-1-4-193-16,0-1-380 0,7-2-586 0</inkml:trace>
  <inkml:trace contextRef="#ctx0" brushRef="#br0" timeOffset="47174.096">29042 15985 1375 0,'0'0'82'0,"0"0"1331"15,0 0-977-15,0 0-125 0,0 0-15 16,0 0-29-16,0 0-111 0,0 0-110 0,-84 23-21 15,65-14-6-15,-1 1-19 0,2 0-27 16,2 0-29-16,-4-1-15 0,3 3-1 16,-3 0-9-16,0 2 18 0,4 1-13 15,-1-2 49-15,7-2 27 0,3-1 19 0,4-1 47 16,3-3 28-16,0 1-19 0,0 1-3 16,6 0-10-16,2 1-9 0,4 0-1 15,2-2-14-15,8-1-36 0,4 1-2 16,5 0-22-16,7-3-96 0,2-1 22 15,2-1-69-15,1-2-50 0,-1 0-78 16,0-5-99-16,-11-1-270 0,11-3-519 0</inkml:trace>
  <inkml:trace contextRef="#ctx0" brushRef="#br0" timeOffset="47404.719">29506 15971 2043 0,'0'0'505'0,"0"0"-231"0,0 0 56 0,0 0-8 16,0 0-91-16,-82 33-108 0,61-16-25 0,-5 4 15 16,-1 2 0-16,-2 4-19 0,-2 3-26 15,-4 2 0-15,-3 4-6 0,-2 3-24 16,-2 1-26-16,-3 6-12 0,0-2-22 16,-2 3-3-16,1-2-30 0,4-5-48 15,2-4-15-15,13-8 5 0,2-7-44 16,11-7-10-16,7-6-29 0,7-7-107 15,0-1-261-15,6-2-256 0,14-14-536 0</inkml:trace>
  <inkml:trace contextRef="#ctx0" brushRef="#br0" timeOffset="47666.602">29400 16134 2549 0,'0'0'780'16,"0"0"-390"-16,0 0-151 0,0 0 40 15,0 0 13-15,0 0-101 0,0 0-71 16,0 0-59-16,0 0 13 0,0 0-4 16,98 18 0-16,-64-18 22 0,3-7-45 15,2-4-47-15,3 1-58 0,-5-3-70 16,-4 1 6-16,-2 0-16 0,-5 2-65 15,-10 1-57-15,-4 0-140 0,-9 5-166 16,-3 0-252-16,0 1-444 0,-11 2 458 0</inkml:trace>
  <inkml:trace contextRef="#ctx0" brushRef="#br0" timeOffset="47824.408">29569 16106 1049 0,'0'0'1032'0,"0"0"-686"0,0 0 16 15,-57 67 0-15,42-41-11 0,-1 4-86 16,2 0-51-16,0 1-35 0,2-1-14 15,2-2-59-15,-2-3-57 0,4-5-49 0,0-2-23 16,2-4-80-16,0-2-77 0,1-5-46 16,2-2-45-16,0-2-97 0,0 0-222 15,3 0-514-15,-3-3-196 0</inkml:trace>
  <inkml:trace contextRef="#ctx0" brushRef="#br0" timeOffset="47986.78">29447 16348 954 0,'0'0'1234'0,"0"0"-698"0,0 0-109 15,0 0-35-15,0 0-51 0,79-39-86 16,-62 36-84-16,0 3-50 0,0 0-41 16,0 0-30-16,3 0-50 0,-3 0-31 15,2 0-146-15,0 0-56 0,-1 0-13 16,-3 0-15-16,-1 0-48 0,-4 0-178 16,-2 0-559-16,-4 2-307 0</inkml:trace>
  <inkml:trace contextRef="#ctx0" brushRef="#br0" timeOffset="48910.31">28743 17023 2365 0,'0'0'602'0,"0"0"-320"15,0 0-62-15,0 0 46 0,0 0-12 0,0 0-43 16,0 0-31-16,0 0-13 0,0 0-9 0,0 0-5 16,23-12-18-16,-12 7-16 15,4 1-21-15,1-3-28 0,6 2 3 0,4-1-10 16,7-1 13-16,4 1-18 0,8-2-19 15,1 0-23-15,5 1-14 0,3 1-4 16,1-2 2-16,4 3-39 0,0-1 27 16,5 0 12-16,1 1-15 0,4-2 0 15,-3 1-22-15,0 0 1 0,-4-2-34 16,-3 0 30-16,-7 0-2 0,-7 1 5 16,-7 1-14-16,-10 1 8 0,-5 0 40 15,-10 2-34-15,-3 1-21 0,-7 1-15 16,-1 1 9-16,-2 0-34 0,0 0-65 15,-8 1-38-15,0 3-85 0,-4 0-192 0,3-1-517 16,-13 7-982-16</inkml:trace>
  <inkml:trace contextRef="#ctx0" brushRef="#br0" timeOffset="49515.094">29127 17179 1580 0,'0'0'1142'0,"0"0"-689"0,0 0-154 0,0 0 14 16,0 0 18-16,0 0-73 16,0 0-38-16,0 0-69 0,8 73-35 0,-5-44-30 15,-3 3-46-15,0 3 0 0,-3-2-28 16,-2-2-12-16,-3-2 0 0,1-5-3 16,4-5-55-16,0-3-37 0,3-5-59 15,0-5-15-15,2-5-20 0,5-1-47 16,3-6-114-16,2-5-100 0,0-1-323 15,9-12-724-15</inkml:trace>
  <inkml:trace contextRef="#ctx0" brushRef="#br0" timeOffset="49773.978">29409 17192 1425 0,'0'0'1045'0,"0"0"-828"0,0 0-169 15,0 0 100-15,0 0 22 0,-88 34-26 16,72-24-93-16,2 1-19 0,2-3-30 0,3-1 20 15,3-1-18-15,1-1-1 0,2-1 19 16,0 2 35-16,1-2 17 0,2 1 24 16,0 2-3-16,0 2-10 0,0 0 19 15,2 3 12-15,1 1 20 0,3 0-17 16,2-1-32-16,3 0-41 0,0-2-36 16,4-1-10-16,1-2-13 0,4-6-49 15,3-1-106-15,2-1-53 0,0-8-40 16,4-4-108-16,1-3-240 0,-7 4-470 0,9-9-248 0</inkml:trace>
  <inkml:trace contextRef="#ctx0" brushRef="#br0" timeOffset="49976.094">29771 17158 1967 0,'0'0'557'0,"0"0"-260"16,0 0-50-16,0 0 21 0,0 0-14 15,0 0-61-15,0 0-45 0,-90 37-6 16,70-13-17-16,-5 6-1 0,-1 4-9 15,-1 3-13-15,-4 4-52 0,0 3-50 16,-4 2 0-16,-1 2-3 0,0 1-15 16,-1 0-38-16,1-2-89 0,2-2-11 0,3-1-38 15,6-4-67-15,5-7-8 0,5-8-56 16,7-6-241-16,3-10-482 16</inkml:trace>
  <inkml:trace contextRef="#ctx0" brushRef="#br0" timeOffset="50125.416">29631 17569 2564 0,'0'0'623'0,"0"0"-310"0,0 0-67 0,0 0-4 16,0 0-128-16,87-38-108 0,-60 25-6 16,5-4-98-16,2-1-90 0,2 0-58 15,-2 1-159-15,-9 3-318 0,4-2-816 0</inkml:trace>
  <inkml:trace contextRef="#ctx0" brushRef="#br0" timeOffset="50286.589">29738 17583 196 0,'0'0'2130'0,"0"0"-1559"16,0 0-289-16,-38 80-27 0,30-54 17 15,0 0-61-15,3-4-110 0,-4-1-101 16,6-5-70-16,0-3-66 0,0-1-50 15,0-3-29-15,3 0-47 0,-2-3-91 16,2-2-202-16,0 0-435 0</inkml:trace>
  <inkml:trace contextRef="#ctx0" brushRef="#br0" timeOffset="50464.822">29726 17748 1076 0,'0'0'1168'0,"0"0"-680"0,0 0-113 15,0 0-14-15,0 0-79 0,90-26-100 16,-66 21-82-16,0-2-56 0,2 2-44 15,-2-1-101-15,-1 2-72 0,-2 2-61 16,-5 1-42-16,-2 1-124 0,-6 0-172 16,-4 1-203-16,-4 10-530 0</inkml:trace>
  <inkml:trace contextRef="#ctx0" brushRef="#br0" timeOffset="50598.332">29732 17912 1182 0,'0'0'1458'0,"0"0"-979"15,0 0-246-15,0 0-4 0,0 0 71 16,0 0-52-16,0 0-79 0,82-8-49 0,-52-1-39 16,1-2-41-16,0-3-40 0,0 2-90 15,-3-3-142-15,1 3-117 0,-3-1-110 16,-8 3-522-16,8-5-512 0</inkml:trace>
  <inkml:trace contextRef="#ctx0" brushRef="#br0" timeOffset="51217.772">30413 16705 29 0,'0'0'2456'0,"0"0"-1825"16,0 0-296-16,0 0-34 0,0 0 36 15,0 0-35-15,0 0-74 0,0 0-37 16,0 0-38-16,87 34-88 0,-67-29-47 16,2-1-18-16,-3-3-40 0,1-1-30 0,-2 0-74 15,-2 0-59-15,-1 0-57 0,-7-1-110 16,-3-1-199-16,-4-1-646 0,-1 3-357 0</inkml:trace>
  <inkml:trace contextRef="#ctx0" brushRef="#br0" timeOffset="51404.126">30388 16892 1944 0,'0'0'1150'0,"0"0"-895"0,0 0-105 0,0 0 134 15,0 0 9-15,0 0-78 0,0 0-60 16,0 0-80-16,99 29-38 0,-69-29-37 16,4 0-68-16,-3-2-109 0,2-3-139 15,-2-1-129-15,-5-1-315 0,11-4-902 0</inkml:trace>
  <inkml:trace contextRef="#ctx0" brushRef="#br0" timeOffset="51844.14">31203 16787 1770 0,'0'0'678'0,"0"0"-510"0,0 0-167 15,0 0 288-15,0 0 134 0,0 0-96 16,0 0-106-16,111 19 12 0,-70-19-12 16,5 0-11-16,1 0-53 0,4 0-12 0,-1-1-10 15,1 0-44-15,0-4-36 0,-3 2-12 16,5-1-43-16,4 0 0 0,2-1 2 15,4 1-2-15,3-1 0 0,-1-1-46 16,0 0-45-16,-7 0 17 0,-5 1-24 16,-7 2-18-16,-3-2 17 0,-7 3 16 0,-7-2-41 15,-6 4-56-15,-7 0-90 0,-5 0-85 16,-5 0-129-16,-4 0-513 0,-2 0-453 0</inkml:trace>
  <inkml:trace contextRef="#ctx0" brushRef="#br0" timeOffset="54467.655">31735 15643 699 0,'0'0'463'0,"0"0"-291"0,0 0-94 16,0 0-19-16,0 0-43 0,0 0-16 0,0 0-150 15,0 0-94-15,0 0-104 0,0 0-11 16,0 0-13-16</inkml:trace>
  <inkml:trace contextRef="#ctx0" brushRef="#br0" timeOffset="60663.348">31322 15737 1132 0,'0'0'586'15,"0"0"626"-15,0 0-869 0,0 0-140 16,0 0 66-16,0 0 17 0,0 0-38 16,0 0-56-16,-14 65-47 0,14-42-22 0,0 4-18 15,0-3-4-15,0 2-34 0,0-2-30 16,3-1-21-16,-3-1-16 0,0-1-2 16,0-5-10-16,0-3-40 0,0-4-40 15,0-4-24-15,0-3-23 0,0 0-58 16,3-2-58-16,5 0-97 0,-1-4-116 15,6-1-173-15,1-5-386 0,5-4-98 0,-5 4 623 16,9-13 427-16</inkml:trace>
  <inkml:trace contextRef="#ctx0" brushRef="#br0" timeOffset="60906.268">31666 15737 1886 0,'0'0'561'0,"0"0"-297"0,0 0-48 16,0 0 94-16,0 0-1 0,0 0-100 15,0 0-77-15,0 0 22 0,0 0-19 16,0 0-32-16,0 0-22 0,-68 81-26 16,48-51 14-16,-2-1-23 0,-1 2-18 15,0-1-25-15,-2 1-3 0,0 2-11 16,0-5-16-16,2-2-38 0,5-2-69 16,5-6-6-16,2-4 5 0,5-3 7 15,3-3-49-15,3-2-63 0,0-3-165 16,9-3-190-16,3 0-447 0,3-9 19 15,3-4 704-15,-2 1 253 0,13-10 66 0</inkml:trace>
  <inkml:trace contextRef="#ctx0" brushRef="#br0" timeOffset="61138.357">31735 15825 199 0,'0'0'88'0,"0"0"170"15,0 0 1283-15,0 0-1149 0,0 0-108 16,0 0 24-16,0 0-8 0,0 0-27 16,0 0-46-16,0 0-48 0,98 27-3 15,-72-27-33-15,3 0-41 0,-2 0-68 16,-1-2-34-16,0-5-6 0,-1 1-37 0,-2-2-150 16,-4-3-42-16,-2 3-48 15,-6-3-88-15,-3 3-247 0,-5-2-568 0,-3 4-244 16</inkml:trace>
  <inkml:trace contextRef="#ctx0" brushRef="#br0" timeOffset="61325.732">31913 15818 722 0,'0'0'19'0,"0"0"418"0,0 0 572 0,0 0-673 0,-62 73-23 16,50-50 17-16,1 3-2 0,2 3-87 16,-1 1-62-16,2 1-12 0,-1-2-61 15,-2-1-34-15,3-3-72 0,-1-3-3 16,3-4-47-16,0-2-56 0,1-3-1 15,0-3-35-15,1-3-53 0,0-3-53 16,2-2-55-16,0-2-143 0,2 0-227 16,0 0-390-16,0-8 495 0,0-2 405 15,0 1 163-15,9-7-192 0</inkml:trace>
  <inkml:trace contextRef="#ctx0" brushRef="#br0" timeOffset="61473.729">31792 16056 385 0,'0'0'124'15,"0"0"-26"-15,0 0 1379 0,0 0-1011 0,0 0-160 16,0 0-14-16,0 0-5 0,0 0-37 15,0 0-48-15,0 0-42 0,82-33-28 0,-60 37-41 16,2-4-23-16,2 3-34 0,3-3-34 16,-1 1-36-16,1-1-114 15,-2 2-110-15,-4-2-43 0,-2 0-126 0,-6 0-583 16,-1 0-693-16</inkml:trace>
  <inkml:trace contextRef="#ctx0" brushRef="#br0" timeOffset="62107.108">31435 17056 372 0,'0'0'71'0,"0"0"-54"0,0 0-15 16,0 0 47-16,0 0-38 0,0 0-11 16,0 0-39-16,0 0-33 0,0 0-153 0,0 0 225 15,0 0-62-15,16 0 46 0,-13 0-63 0</inkml:trace>
  <inkml:trace contextRef="#ctx0" brushRef="#br0" timeOffset="62334.939">31435 17056 121 0,'38'-52'176'0,"-38"49"-118"0,0 0-51 15,0 0-7-15,0 1-241 0,0-1 237 16</inkml:trace>
  <inkml:trace contextRef="#ctx0" brushRef="#br0" timeOffset="62742.477">31438 16973 225 0,'0'0'85'0,"0"0"3"0,0 0-23 16,0 0-6-16,0 0 680 0,0 0-208 0,0 0-164 16,0 0-66-16,0 0 21 0,0 0-7 15,0 0-85-15,0 0-36 0,0 0-1 16,0 0-14-16,0 2-18 0,0 0-8 16,0 2-41-16,0 2 9 0,-1 4 9 0,-2 1-4 15,-3 6-21-15,4 2-41 0,-6 4-36 16,2 1-4-16,2 2 22 0,0-1-24 15,-1-2-21-15,1-2-1 16,3-3-22-16,-1-4-11 0,2-2-1 0,0-4-18 16,0 1-19-16,0-4-33 0,0-3-32 15,0-1-22-15,0-1-16 0,7 0-68 16,1 0-136-16,2-6-58 0,1-3-224 16,7-4-438-16,-1-2-229 0,-6 4 1311 15</inkml:trace>
  <inkml:trace contextRef="#ctx0" brushRef="#br0" timeOffset="63029.314">31781 16965 756 0,'0'0'0'0,"0"0"4"15,0 0 1216-15,0 0-679 0,0 0-148 0,0 0-54 16,0 0-17-16,0 0-32 0,0 0-108 15,0 0-41-15,0 0-19 0,-68 80-1 16,48-53-1-16,-3-1-2 0,2 2-63 16,-5 1-24-16,1-1-31 0,-1 3-1 15,3-2-15-15,2 1-33 0,1-2-71 16,3-4-38-16,0-1-44 0,7-4 23 16,0-2 13-16,4-3-11 0,6-6-6 0,0-4-27 15,3-4-213-15,12-6-562 0,1-9 334 16,4-3-127-16,3-2 425 0,-7 4 285 15,10-7 32-15</inkml:trace>
  <inkml:trace contextRef="#ctx0" brushRef="#br0" timeOffset="63207.119">31685 17208 212 0,'0'0'284'0,"0"0"1129"0,0 0-872 0,0 0-190 16,0 0-65-16,0 0 65 0,0 0-50 16,0 0-112-16,0 0-53 0,90-44 7 15,-65 39 6-15,1 0-28 0,4-1-53 16,-1 1-43-16,1 2-25 0,-4-3-15 15,-1 2-66-15,-4 0-49 0,-5 1-44 16,-2-1-56-16,-2 2-75 0,-5-3-144 16,-4 3-226-16,-3 0-468 0,0 0-5 15</inkml:trace>
  <inkml:trace contextRef="#ctx0" brushRef="#br0" timeOffset="63496.172">31885 17141 326 0,'0'0'245'0,"0"0"-102"0,0 0 1019 16,0 0-598-16,0 0-187 0,-51 77-49 15,40-57-16-15,0 1-27 0,2 0-87 0,0 0-31 16,4-5-79-16,0 0-82 0,2-4-6 16,0-2-47-16,3-3-113 0,-3-1-41 15,3 0-30-15,-2-1-27 0,-1 2-119 16,1-4-301-16,0 1-307 0,2-1 219 16,0-3 407-16,0 0 359 0,0 0 23 15,0-5 6-15,4 0 141 0,1-1-23 16,0 1-53-16,1 0 613 0,0 2 38 15,3-1-208-15,2 1-145 0,2-2-24 16,5 1-66-16,2-2-141 0,2 0-58 0,4 0-46 16,0-1-45-16,0 1-12 0,-2-1-28 15,0 2-57-15,-4 3-19 0,-3 0-25 16,-6 2-80-16,-2 0-50 0,0 0-48 16,-9 4-122-16,0 4-184 0,-3 1-47 15,-9 3 40-15</inkml:trace>
  <inkml:trace contextRef="#ctx0" brushRef="#br0" timeOffset="63621.951">31890 17454 336 0,'0'0'114'0,"0"0"-46"16,0 0 281-16,-76 58 878 0,69-50-719 16,6-2-138-16,1-3-111 0,3-1-90 15,5-2-36-15,9 0-19 0,2 0 6 16,7-7 13-16,6-2-71 0,3-5-62 0,5 0-59 16,0-5-219-16,-7 3-180 0,16-7-784 0</inkml:trace>
  <inkml:trace contextRef="#ctx0" brushRef="#br0" timeOffset="64168.358">32634 16504 1231 0,'0'0'127'15,"0"0"1059"-15,0 0-867 0,0 0-60 0,0 0 86 16,0 0-7-16,0 0-86 0,0 0-108 16,84-3-77-16,-67 3-67 0,-2 0-28 15,1 0-6-15,-5 0-47 0,1 1-23 16,-2 1-50-16,-1-1-98 0,-1 2-152 15,-4-1-326-15,-2 0-383 0,-2 3 63 16,0-1 732-16</inkml:trace>
  <inkml:trace contextRef="#ctx0" brushRef="#br0" timeOffset="64339.542">32667 16597 316 0,'0'0'98'0,"0"0"13"0,0 0 1571 0,0 0-1203 15,0 0-200-15,0 0-26 0,0 0-30 0,0 0-32 16,0 0-56-16,0 0-37 0,0 0-16 15,-20 61-32-15,26-56-25 16,0-1-25-16,2 0-75 0,3-2-48 0,0 0-31 16,4-2-72-16,-2 0-86 0,2-4-202 15,-4-1-598-15,1-6-391 0</inkml:trace>
  <inkml:trace contextRef="#ctx0" brushRef="#br0" timeOffset="64830.94">33208 16037 479 0,'0'0'1852'16,"0"0"-1345"-16,0 0-196 0,0 0-104 0,0 0 32 15,0 0 4-15,0 0-39 0,0 0-63 16,98 0-69-16,-67 0-53 0,0-3-19 15,-1-2-84-15,-1-1-58 0,-1-1-37 16,-4 0-67-16,-5 2-132 0,-9-2-242 16,-4 2-137-16,-6-1-243 0,0 3 231 15,-6-1 710-15,-2 2 19 0</inkml:trace>
  <inkml:trace contextRef="#ctx0" brushRef="#br0" timeOffset="64995.857">33408 15973 88 0,'0'0'300'0,"0"0"-264"15,0 0 39-15,0 0 417 0,0 0 658 16,0 0-758-16,-34 79-51 0,28-54-59 15,3 3 34-15,-3 1-85 0,1-1-32 16,0 0-65-16,-1-4-64 0,3-2-70 16,-3-3-16-16,1-1-32 0,-1-4-75 0,2 1-37 15,-2-5-39-15,-1-1-27 0,4-3-81 16,-1-2-208-16,2-1-224 0,2-3-438 16,0 0 640-16,0 0 537 0,0-4 0 15</inkml:trace>
  <inkml:trace contextRef="#ctx0" brushRef="#br0" timeOffset="65262.288">33320 16288 121 0,'0'0'257'0,"0"0"-227"15,0 0 41-15,0 0 1130 0,0 0-607 16,0 0-258-16,0 0-78 0,0 0 43 0,0 0-71 16,0 0-93-16,0 0-58 0,82-45-38 15,-65 45-29-15,-3-3-12 0,0 1-25 16,-3 1-127-16,-2 1-74 0,-4 0-30 16,-5 0-40-16,0 0-124 0,-8 6-121 15,-6 1-100-15,-2 2 5 0,-5 5 161 16,-4-1 475-16,-1 3 62 0,-1-1-33 0,4 2-16 15,-2-2 163-15,7 1-35 16,3-2-1-16,2-3 372 0,8-2 615 0,2-2-768 16,3-1-127-16,0-1 25 0,8-4 8 15,5 1-65-15,5-2-64 0,5 0-12 16,2-2-43-16,3-4-49 0,1-4-31 16,-1 0-2-16,3-3-26 0,-3-1-118 0,-1-2-58 15,2-2-112-15,-4-1-208 0,-6 5-703 16,2-7-221-16</inkml:trace>
  <inkml:trace contextRef="#ctx0" brushRef="#br0" timeOffset="65495.364">33723 16230 49 0,'0'0'688'16,"0"0"716"-16,0 0-967 0,0 0-44 0,0 0 3 15,-68 70-44-15,49-50-103 0,0 2-83 16,-2 2-69-16,-4 4-32 0,-4 4-15 15,-2 3 25-15,-2 5-41 0,-2 2-16 16,-1 2-8-16,-3 3-10 0,2-1-31 16,-2 1-28-16,1-1-16 0,3-4-43 15,4-3-29-15,3-3-17 0,5-5-15 0,5-3 17 16,3-4 3-16,6-4-16 16,1-5-300-16,5-2-564 0,2-5-561 0,1-1 1558 0</inkml:trace>
  <inkml:trace contextRef="#ctx0" brushRef="#br0" timeOffset="65728.196">33331 16911 398 0,'0'0'1671'0,"0"0"-1047"0,0 0-178 0,0 0-66 16,0 0-58-16,0 0-76 0,0 0-100 15,0 0-68-15,0 0 62 16,0 0-11-16,82-21-45 0,-51 12-26 0,4 1-9 15,0-1-30-15,-1 1-19 0,-1 0-16 16,-4 1-51-16,-1 0-50 0,-7 2-35 16,-2 2-53-16,-5-1-58 0,-2 3-68 0,-4-2-149 15,0 3-209-15,-5 0-295 0,-1 0-4 16,-2 0 604-16</inkml:trace>
  <inkml:trace contextRef="#ctx0" brushRef="#br0" timeOffset="66058.795">33488 16918 82 0,'0'0'225'0,"0"0"-150"0,0 0-17 16,0 0-38-16,0 0 3 0,0 0 42 0,0 0 743 15,0 0-148-15,0 0-262 0,0 0-120 16,0 0 101-16,14-7-50 0,-14 13-82 16,0 1-38-16,-2 6-34 0,-3 4-36 15,-7 2-30-15,1 3-32 0,-3 4-24 16,0 1-25-16,3-1-3 0,-2 1-22 16,3 1-3-16,2-2-27 0,2-2-50 15,3-3-13-15,3-4-35 0,0-4 18 16,0-3 9-16,3-5-21 0,2-2-77 15,1-3-45-15,1 0-75 0,2-5-124 16,2-2-211-16,-1-3-409 0,1-2 155 0,-2 4 892 16,3-5 13-16</inkml:trace>
  <inkml:trace contextRef="#ctx0" brushRef="#br0" timeOffset="66211.645">33547 17075 173 0,'0'0'277'0,"0"0"-150"0,0 0 990 15,0 0-426-15,0 0-294 0,0 0-143 0,0 0 53 16,0 0-25-16,0 0-70 15,0 0-77-15,0 0-25 0,63-23 0 0,-41 19 2 16,4 0-53-16,-1 0-59 0,1 0-18 16,2-2-72-16,1 0-136 0,0 0-91 15,-2-1-195-15,-5 2-624 0,-11-2-539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24:40.75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FF0000"/>
    </inkml:brush>
    <inkml:brush xml:id="br4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2761 1296 2345 0,'0'0'780'15,"0"0"-388"-15,0 0-190 0,0 0 43 0,0 0 140 16,0 0-32-16,-81 4-74 0,54 10-90 16,-4 5-43-16,-2 5-33 0,-3 7-13 15,-4 2-15-15,-6 10 8 0,1 6-23 16,-2 3-19-16,2 0-17 0,0 0-32 15,9-5 22-15,6-6 12 0,6-7-33 16,6-4-3-16,2-7-1 0,6-2-29 0,3-2-9 16,4-4-4-16,3 1-5 0,6-2-4 15,7 2-2-15,10-1 51 16,9-1 3-16,5 0 0 0,6 0 0 0,3-2 18 16,2 1-6-16,-3-2-12 0,-5 1 0 15,-7 1-21-15,-4 1 9 0,-6 3 12 0,-4 3 13 16,-6 5-13-16,-3 5 18 15,-3 3 9-15,-7 4-5 0,0 1-20 0,-2 2 0 16,-6-6 25-16,-2-4-15 0,0-4 6 16,-3-6 0-16,3-3-2 0,-1-5-16 15,2-5-24-15,1-3-36 0,1-4-28 16,1 0-27-16,-2-4-43 0,-1-7-52 16,-1-6-22-16,0-8-143 0,4 5-601 15,-3-24-734-15</inkml:trace>
  <inkml:trace contextRef="#ctx0" brushRef="#br0" timeOffset="321.234">2875 1935 355 0,'0'0'3187'0,"0"0"-2834"16,0 0-243-16,7 77 188 0,-7-44 226 16,-3 2-117-16,0 1-194 0,-1-3-122 15,4 0-52-15,0-7-27 0,0-2-12 0,4-6-27 16,5-5-9-16,-2-6-28 0,5-3 9 15,0-4 10-15,3-4-19 0,2-9-37 16,1-5-17-16,3-5-11 0,-1-5 10 16,1-2 11-16,-3-2 3 0,-2 1 25 15,0 0 15-15,-6 3 37 0,1 4 28 16,-5 6 7-16,-1 6 42 0,-3 6 78 16,1 6 8-16,2 0-21 0,-1 6-35 15,2 10 10-15,1 3 33 0,-1 8-25 16,0 5-11-16,-2 1-11 0,4 3-8 0,-3-2-42 15,0-2-25-15,4-5-13 0,0-7-56 16,-2-5-111-16,0-6 22 0,2-5-69 16,1-4-123-16,0-3-262 0,0-3-454 15,0-18-466-15</inkml:trace>
  <inkml:trace contextRef="#ctx0" brushRef="#br0" timeOffset="558.075">3368 1973 1679 0,'0'0'29'15,"0"0"1236"-15,0 0-1047 0,12 93-49 16,-6-46 324-16,2 13 18 0,-1 5-181 16,3 10-54-16,-2 10-13 0,1 9-75 15,1 10-69-15,-3 9-28 0,-1 5-19 16,-2 6-38-16,-1-2-7 0,-1-3-27 0,1-11-18 16,-2-13-16-16,-1-17 1 15,3-16-6-15,-2-15-10 0,1-13-32 0,1-12-20 16,-3-12 1-16,1-8-22 0,-1-6-30 15,0-18-35-15,0-14 3 0,0-20-20 16,0-16-45-16,0-17-143 0,-6-12-211 16,-2 20-370-16,-10-60-58 0</inkml:trace>
  <inkml:trace contextRef="#ctx0" brushRef="#br0" timeOffset="776.886">3411 2021 965 0,'0'0'1787'15,"0"0"-1284"-15,0 0-283 0,0 0-23 16,0 0 58-16,92-52-10 0,-66 52-89 15,-1 0-36-15,0 4 1 0,1 9-10 16,-1 5-22-16,-2 4-21 0,-6 4 11 16,-4 4 10-16,-4 8-3 0,-6 5-41 15,-3 7 7-15,-11 6-27 0,-7 3-24 16,-5 2 1-16,-3-4-2 0,1-4-26 0,-1-6-35 16,0-10 13-16,5-8-4 0,2-9-25 15,5-7-42-15,4-9-50 0,2-4-26 16,1-13-91-16,3-10-81 0,4-13-262 15,0-7-188-15,0 7-745 0,7-30 796 0</inkml:trace>
  <inkml:trace contextRef="#ctx0" brushRef="#br0" timeOffset="1005.654">3775 2036 1083 0,'0'0'827'0,"0"0"240"0,0 0-690 16,48 66-31-16,-35-24 13 0,-3 8-32 15,-3 8-42-15,1 9-3 0,-2 9-4 16,0 4-65-16,0 9-80 0,0 4-24 0,1 6 73 15,-4 1-80-15,0-1-62 16,-2-6-19-16,-1-6-21 0,0-9-22 0,0-12-48 16,0-10 7-16,-1-12-22 0,1-10 16 15,0-12 14-15,0-9-6 0,0-10-29 16,0-5-47-16,0-12-21 0,0-12-13 16,0-12-22-16,-3-12-19 0,2-14-66 15,-5-13-245-15,-1-8-284 0,-8-10-441 16,2 21-224-16</inkml:trace>
  <inkml:trace contextRef="#ctx0" brushRef="#br0" timeOffset="1209.052">3771 2137 1289 0,'0'0'445'0,"0"0"775"0,0 0-971 15,0 0-38-15,0 0 80 0,0 0 5 0,78-43-83 16,-65 43-51-16,4 0-19 0,-2 1-8 16,2 6-27-16,-3 5-31 0,2 6-22 15,-4 2-12-15,-2 5 15 0,-6 6-18 16,-1 2-28-16,-3 3 6 0,-5 6-17 15,-6 1-1-15,0-1-39 0,-4-1-35 16,2-6-42-16,3-7-29 0,3-9 7 16,3-12 17-16,2-7-31 0,2-1-114 15,2-16-204-15,6-7-320 0,2 2-336 16,12-22-371-16</inkml:trace>
  <inkml:trace contextRef="#ctx0" brushRef="#br0" timeOffset="1469.468">4189 2299 2786 0,'0'0'609'0,"0"0"-267"15,6 79-50-15,-5-44 86 0,-1-4 11 16,0-6-104-16,0-7-127 0,2-7-76 16,1-6-42-16,5-5-10 0,4 0-30 0,5-11-2 15,5-8 1-15,5-9-38 0,3-7-86 16,1-4-52-16,-4-1-22 0,-3 1 24 16,-6 0 36-16,-4 6 9 0,-8 4-10 15,-6 1 37-15,-3 3 88 0,-14 3 14 16,-8 4 2-16,-4 2 85 0,-4 7 29 15,0 5-53-15,0 4 71 0,3 1-59 16,4 11 0-16,0 7-31 0,1 4-6 16,1 4 12-16,6-2-33 0,3 1-16 15,3-7-59-15,6-5-76 0,2-3-69 16,4-5-88-16,0-6-316 0,7 0-617 0,8-10-616 16</inkml:trace>
  <inkml:trace contextRef="#ctx0" brushRef="#br0" timeOffset="2031.421">4626 1964 3123 0,'0'0'396'16,"0"0"-260"-16,0 0 172 0,0 0 133 0,-26 69-15 15,10-44-99-15,-1-1-99 0,2 0-97 16,1-3-74-16,4 0-57 0,2-5-15 16,4-1-18-16,4-3-19 0,0-5-82 15,9-3-9-15,4 0 15 0,4-2 46 16,6-2 33-16,-1 0 34 0,5 2 13 15,-1 1-10-15,1 1 12 0,-1 3 77 16,-7 3-22-16,0 2-15 0,-6 2 48 16,0 2 79-16,-3 0-79 0,0 0-36 0,-4 0-15 15,-2 0-13-15,-1-5-22 0,-2-3-2 16,-1-3-60-16,0-3-34 0,0-2-31 16,0 0-15-16,0-3-46 0,3-6-35 15,3-4-1-15,7-5-186 0,1-3-33 0,8 0-302 16,5 0-457-16,2 3 539 15,4 5 512-15,0 4 149 0,1 3 270 0,-1 2 446 16,-3 2-36-16,-4 2-293 0,0 0 124 16,-3 0-37-16,0 0-98 0,0-2-119 15,0-5 29-15,-1-1-173 0,-1-6-49 16,2-5-9-16,0-4-27 0,1-5-28 16,0-3-52-16,-2 0 6 0,-3 2-52 15,-5 4 83-15,-7 4-53 0,-7 6 68 16,0 4 50-16,-12 2-11 0,-5 6-14 15,-7 3 67-15,-2 0-34 0,-5 7 24 16,-3 11-18-16,-2 6 3 0,0 7 27 0,3 5 112 16,1 4-57-16,6 2-46 0,2 2-34 15,6-2-3-15,4-1-20 0,7-6-25 16,5-6-19-16,2-4-2 0,8-4-21 0,9-6-25 16,6-1 1-16,10-3-12 0,9-5 8 15,8-6-2-15,5 0 30 0,3-8-130 16,-1-6-119-16,-2-1-41 0,-16 2-407 15,16-9-1065-15</inkml:trace>
  <inkml:trace contextRef="#ctx0" brushRef="#br0" timeOffset="3745.155">7946 1030 658 0,'0'0'2443'16,"0"0"-2051"-16,0 0-268 0,0 0-70 15,0 0 182-15,-20-79 131 0,11 66-107 16,-2 2-38-16,1 4-60 0,0 4-42 0,-1 3-41 16,-3 0 3-16,-2 4-82 0,-5 11 0 15,-4 7 0-15,-4 12 13 0,1 12 11 16,-1 11 25-16,1 11-1 0,1 8 16 16,1 9 49-16,0 4 44 0,3 3-75 15,2-2-28-15,4-5-9 0,6-6-2 16,5-9-7-16,5-11-3 0,1-12-31 15,11-6-2-15,7-10 30 0,5-5 13 16,4-5-10-16,3-5-15 0,2-6 0 0,3-5 0 16,-1-5 3-16,-1 0-9 0,1-8-12 15,-6-2-12-15,0-5-48 0,-7-1-37 16,-1-3-54-16,-4-3-51 0,-6-3-83 16,0-1-213-16,-8-2-441 0,-2 0-322 15,-2 6-531-15,-16-6 934 0</inkml:trace>
  <inkml:trace contextRef="#ctx0" brushRef="#br0" timeOffset="3895.822">7689 1677 703 0,'0'0'2525'0,"0"0"-2017"16,0 0-146-16,0 0 17 0,0 0-3 15,0 0-31-15,0 0-38 0,80 3-101 16,-50-2-85-16,2-1-57 0,0 0-43 16,-1-1-9-16,1-6-12 0,1-2-27 0,-3-2-118 15,1 0-88-15,-2 0-50 0,-4-1-83 16,1-2-180-16,-6 3-237 0,-7 1-399 15,-2 0-115-15</inkml:trace>
  <inkml:trace contextRef="#ctx0" brushRef="#br0" timeOffset="4030.622">8123 1592 476 0,'0'0'186'0,"0"0"1132"0,-37 68-248 0,21-37-684 15,4 2-79-15,-2 2-5 0,4 2 14 16,1 0-50-16,1 0-60 0,2-4-72 16,6-2-42-16,0-3-83 0,1-9-9 15,8-5-61-15,4-5-55 0,3-8-13 16,5-1 18-16,5-6-46 0,3-12-101 15,4-11-282-15,-5 4-704 0,12-26-919 0</inkml:trace>
  <inkml:trace contextRef="#ctx0" brushRef="#br0" timeOffset="4287.852">8629 1007 2425 0,'0'0'1630'0,"0"0"-1499"16,0 0-71-16,0 0 148 0,0 0 94 15,0 0-60-15,-42 92-62 0,28-47-31 0,1 5 3 16,3 2 39-16,-2 10-61 0,4 1-21 16,-4 5-6-16,1 6-37 0,-1 1-39 15,-1 4-26-15,3-4-1 0,4-3-2 16,5-6-1-16,1-8-13 0,3-13 14 16,7-7 1-16,6-9-38 0,1-8-6 15,5-6-16-15,2-5-11 0,3-5-34 16,4-5 0-16,0-5 12 0,4-6-79 15,0-5-131-15,-1-5-209 0,-6 4-492 16,6-16-106-16</inkml:trace>
  <inkml:trace contextRef="#ctx0" brushRef="#br0" timeOffset="5663.807">9210 1111 1110 0,'0'0'1016'0,"0"0"-299"0,0 0-265 16,0 0-125-16,0 0-81 0,0 0-25 15,0 0-6-15,0 0 26 0,86 8-19 16,-51-6-72-16,3 2-61 0,-2-3-19 0,1-1-24 16,-3 0-9-16,1 0-15 0,-2-5-22 15,-3 0-21-15,-2-2-19 0,-5 2-119 16,-6 0-62-16,-5 1-37 0,-4 1-122 15,-3 2-257-15,-2 1-514 0,-6-1-432 0</inkml:trace>
  <inkml:trace contextRef="#ctx0" brushRef="#br0" timeOffset="5885.442">9383 1127 1277 0,'0'0'296'0,"0"0"-114"0,0 0-59 15,0 0 658-15,0 0-408 0,0 0-226 16,0 0-74-16,0 0-12 0,0 0-1 16,0 0-25-16,0 0-22 0,-12 5-13 0,12-5-60 15,2 0-17-15,-2 0 10 0,1-2-6 16,-1 0-30-16,0 2-25 0,0 0 12 16,0 0-22-16,0 0-75 0,-1 2-56 15,-3 1-75-15,1-3-199 0,-2 5-197 0,15-11 190 16</inkml:trace>
  <inkml:trace contextRef="#ctx0" brushRef="#br0" timeOffset="6476.018">9086 615 2111 0,'0'0'537'0,"0"0"-187"0,0 0-58 15,0 0 25-15,0 0-1 0,0 0-127 16,0 0-74-16,0 0 68 0,23 76 55 0,-14-34-44 16,-1 11-47-16,2 5-13 0,-5 6-6 15,-2 5-9-15,-2 4-37 0,-1 5-34 16,0 5-5-16,0 1-26 0,-6 1-17 16,2-2 0-16,-3-1 1 0,1-4-1 15,0-7-1-15,3-10 1 0,-1-11 12 16,2-11-12-16,2-12 0 0,0-7-12 15,0-8-15-15,3-4-10 0,2-4-69 16,-1-3-16-16,2-1-27 0,1-1-4 0,0-7-12 16,2-3-26-16,3-8-32 0,0-5-152 15,2-6-253-15,-3 3-467 0,-1-17-270 0</inkml:trace>
  <inkml:trace contextRef="#ctx0" brushRef="#br0" timeOffset="6694.856">9226 1216 1353 0,'0'0'296'0,"0"0"-108"0,0 0-58 0,0 0 547 16,0 0-218-16,0 0-153 0,0 0-109 15,0 0 34-15,0 0 58 0,0 0 3 16,67 47-54-16,-49-23-38 0,2 3-25 16,0 1-38-16,-2 1-9 0,0 2-13 0,0-3-42 15,0 0-18-15,-1 1-22 0,2-3-31 16,-3-2-2-16,3-1 0 0,0 0-2 15,1-3-25-15,-1-2-13 0,1 0 4 16,0-2-104-16,2-4-48 0,0-3-45 16,3-3-16-16,-2-5-81 0,3-1-216 15,-6-2-259-15,7-17-527 0</inkml:trace>
  <inkml:trace contextRef="#ctx0" brushRef="#br0" timeOffset="6993.013">10245 907 1505 0,'0'0'1637'0,"0"0"-1411"16,0 0-108-16,0 0 201 0,0 0 99 15,0 0-65-15,0 0-147 0,-43 94-83 16,25-50-10-16,-2 7 22 0,-1 5 44 16,-4 5-69-16,-1 5-28 0,-6 9-22 15,-4 7-20-15,-4 8-7 0,-5 8-33 16,-5 4 0-16,-5 1-15 0,0 0 14 15,-4-5 0-15,4-3-13 0,-1-6-14 16,7-7-20-16,4-9 18 0,9-9 8 16,6-10 1-16,7-12-52 0,9-13-6 15,2-10-36-15,9-8-35 0,3-11-36 0,0 0-70 16,13-15-81-16,3-9-184 16,1 4-275-16,12-27-509 0</inkml:trace>
  <inkml:trace contextRef="#ctx0" brushRef="#br0" timeOffset="7163.929">9896 1942 1558 0,'0'0'1889'0,"0"0"-1579"15,0 0-181-15,0 0 191 0,88-60 123 16,-61 49-65-16,1 0-165 0,3 0-91 16,4 1-37-16,1 1-21 0,3-1-49 15,-2-1-15-15,1 3-31 0,-1-3-29 16,-1 1-86-16,0 0-74 0,-8 0-55 15,-4 2-58-15,-7 4-179 0,-5-2-261 0,-6 4-549 16,-6 2-461-16</inkml:trace>
  <inkml:trace contextRef="#ctx0" brushRef="#br0" timeOffset="7349.96">10217 1848 2632 0,'0'0'424'0,"0"0"-283"0,0 0 60 0,-36 84 163 15,29-51 17-15,1 3-101 0,5 1-89 16,-1 1-40-16,1-1-34 0,1 5-32 15,-1-5-30-15,-4 0-55 0,1-5-1 16,-1-5-35-16,0-7-99 0,2-1-114 16,2-8-51-16,1-1-205 0,0-6-489 15,0-4-663-15</inkml:trace>
  <inkml:trace contextRef="#ctx0" brushRef="#br0" timeOffset="7639.494">10273 2124 965 0,'0'0'2449'0,"0"0"-2032"0,0 0-186 0,0 0 120 16,0 0-128-16,0 0-115 0,86-20-62 16,-68 18-32-16,2-1-14 0,-1 0-15 15,-2 2-56-15,-2 0-123 0,-2 1-36 0,-6 1-48 16,-4 6-132-16,-3 5-163 0,-7 4-136 16,-9 3-261-16,-4 5-251 0,-8-1 1088 15,-2 4 133-15,-2-2 0 0,-2 1 460 16,-2-1-190-16,6-3 748 0,3-2-343 15,7-4-137-15,5-4-46 0,7-4-87 16,7-3-94-16,1-1-44 0,9-1-35 16,6-3-60-16,10 0-10 0,9-3-9 15,8-6-37-15,7-8-37 0,7-5-49 16,2-4-30-16,3-4-39 0,-1-4-34 0,-2-1-27 16,0-4-74-16,-7-3-201 15,-15 11-247-15,9-20-735 0</inkml:trace>
  <inkml:trace contextRef="#ctx0" brushRef="#br0" timeOffset="7889.779">11130 1267 1929 0,'0'0'1480'0,"0"0"-1292"0,0 0-46 16,0 0 100-16,88 90 75 0,-65-65 1 15,2 4-72-15,-2 2-96 0,1 4-70 16,-1 5-19-16,-2 6-16 0,0 1-29 16,-4 6 42-16,-7 0 2 0,-2 1-35 15,-8-1-23-15,-4-1 0 0,-9 0 1 16,-7 3-1-16,-5-1-1 0,-6-1-2 0,-5-4-10 16,-2-3-47-16,-1-3 6 0,0-7-6 15,-2-7-48-15,0-4-44 0,-1-10-71 16,-2-5-60-16,12-4-263 0,-17-9-631 0</inkml:trace>
  <inkml:trace contextRef="#ctx0" brushRef="#br0" timeOffset="9993.249">12966 1336 267 0,'0'0'1171'15,"0"0"217"-15,0 0-1189 0,0 0-64 16,0 0 161-16,0 0 87 0,0 0-47 15,0 0-28-15,0 0-62 0,0 0-83 16,0 0-62-16,-8 2-31 0,-12 8-67 16,-6 5-3-16,-7 4-11 0,-6 6-1 0,-4 3-10 15,-3 3-2-15,-3 4 6 0,1 0-4 16,-2 0 4-16,2 2 3 0,2-1-1 16,0 0 4-16,2-3 0 15,2-1-7-15,4-4 17 0,8 0-1 0,2-5-9 16,8-3-3-16,4-6 2 0,4-2-2 15,4-5 0-15,4 0 12 0,1-2-1 16,3-3-23-16,0-1 5 0,4 1 22 0,4 0 35 16,6 3-4-16,3 0-4 0,6 0 10 15,0 1-3-15,5 1-3 0,-4 1 8 16,4-2-8-16,-2 2-13 0,-2-1 1 16,0 3-16-16,0-2-1 0,0 1 10 15,1 0 6-15,1 1 1 0,2 0 11 16,1 1 13-16,1 1-25 0,2-2-3 15,-2 0-12-15,2-3 19 0,-2 1-4 0,1-4-3 16,-1 2-13-16,-4-1 1 16,-3 1-1-16,-1-3-2 0,-2 1 2 0,-6-3 17 15,-1 1 17-15,-3 1-5 0,-2-3 2 16,-4 0 9-16,-1 0 13 0,-2 0 33 16,-1 0-3-16,0 0-19 0,0 0-11 0,0 0-10 15,0 0-5-15,0-3-1 16,2-1-3-16,-1-2 0 0,2-2-2 0,-2-3-1 15,1-6-15-15,1-4 0 0,-2-5-16 16,0-6-1-16,2-7-1 0,-1-6-2 16,-1-5-73-16,-1-6-43 0,0-6-3 15,0 3-34-15,0-2-27 0,0 2-12 16,-3 7 5-16,-1 6-38 0,1 7-65 16,0 10-53-16,-2 8-48 0,0 8-114 15,1 7-567-15,-6 6-848 0</inkml:trace>
  <inkml:trace contextRef="#ctx0" brushRef="#br0" timeOffset="10872.526">14384 1192 1254 0,'0'0'205'0,"0"0"-10"16,0 0-26-16,-22-71 544 0,13 52-355 16,1-1-89-16,-4 2-40 0,1 4-32 15,-1 2-20-15,-1 1-22 0,-1 3-46 16,0 2-8-16,0 1-13 0,-3 5 27 15,0 0 3-15,-8 4-50 0,-2 8-10 16,-5 10 13-16,-4 8 28 0,-1 11-1 16,-5 11 0-16,3 9-28 0,0 11-39 15,4 8-7-15,5 9 1 0,4 3-22 0,8 5 43 16,7-5-7-16,10-5 10 0,1-12 21 16,10-15 45-16,7-13-8 0,5-13-41 15,6-7-8-15,2-8-10 0,2-6-14 16,1-3 2-16,2-4-9 0,-3-4-3 15,1-2-21-15,-2-2-3 0,-4-7-24 0,-4 1-27 16,0-4-28-16,-4-1-30 0,-5-2-58 16,-3 0-52-16,-4 1-56 0,-6 0-57 15,-1 1-143-15,-4-2-224 0,-8 1-297 16,2 2-73-16</inkml:trace>
  <inkml:trace contextRef="#ctx0" brushRef="#br0" timeOffset="10996.955">14069 1863 401 0,'0'0'1031'0,"0"0"-771"16,0 0 911-16,0 0-707 0,0 0-21 0,0 0-78 15,0 0-106-15,0 0-6 0,0 0 45 16,0 0-42-16,101 33-76 0,-64-24-80 16,-1-6-42-16,-1-3-34 0,1 0-21 15,-1-5-3-15,1-4 0 0,0-3-91 16,0-3-112-16,-4-1-90 0,-2-2-60 16,-2-2-181-16,-8 6-439 0,-2-3-335 0</inkml:trace>
  <inkml:trace contextRef="#ctx0" brushRef="#br0" timeOffset="11158.074">14477 1769 1542 0,'0'0'520'0,"0"0"-228"0,0 0 21 16,0 0 57-16,-39 77-6 0,35-47-53 0,3 2-107 15,1 1 4-15,0-3 1 0,1-1-51 16,6-3-87-16,1-4-71 0,4-6-53 16,0-3-86-16,4-5-45 0,4-5-29 15,3-3-1-15,1-10-77 0,-5 1-294 16,12-20-711-16</inkml:trace>
  <inkml:trace contextRef="#ctx0" brushRef="#br0" timeOffset="11412.694">15159 1066 1608 0,'0'0'1665'15,"0"0"-1532"-15,0 0-79 0,0 0 263 16,0 0 70-16,0 0-86 0,0 0-119 15,-43 73-65-15,29-35-13 0,-3 9 95 0,2 3 6 16,-1 6-66-16,-1 4-23 0,1 4-22 16,-3 6-4-16,4 2-2 0,0 5-3 15,3-4 2-15,2-2-8 16,4-6-34-16,6-9-12 0,0-8-33 0,6-11-9 16,7-8-36-16,5-10-34 0,6-8-17 15,6-7 29-15,6-4-20 0,4-4-28 16,4-11-40-16,2-6-61 0,-3-2-61 15,-1 0-55-15,-2 0-280 0,-10 4-499 16,2-6-446-16</inkml:trace>
  <inkml:trace contextRef="#ctx0" brushRef="#br0" timeOffset="12981.679">15398 863 718 0,'0'0'53'15,"0"0"64"-15,0 0 1147 0,0 0-782 16,0 0-87-16,0 0-85 0,0 0-24 16,0 0 33-16,0 0-37 0,0 0-37 15,0 0-35-15,9 16-26 0,-5-6-28 16,0 2 3-16,-1 4-22 0,-1 3-6 0,1 6-22 16,-2 8 6-16,1 5-6 0,-2 7-30 15,0 5-10-15,0 5-27 0,-2-1-18 16,-2 1-8-16,-1 0-1 0,1 1-15 15,0-4-1-15,1 0-2 0,2-7-12 16,1-7-1-16,0-7-29 0,3-7-27 16,2-8-19-16,2-6-6 0,-2-3-9 15,1-3-6-15,-1-4-9 0,1 0-19 0,3 0-44 16,1-7-88-16,1-4-117 0,4-6-238 16,-1-3-330-16,-3 1-427 0</inkml:trace>
  <inkml:trace contextRef="#ctx0" brushRef="#br0" timeOffset="13287.946">15921 979 1785 0,'0'0'967'16,"0"0"-582"-16,0 0-215 0,0 0 14 0,0 0 198 16,0 0-5-16,-101 59-123 0,71-36-118 15,1 1-68-15,-4 3-16 0,1 1 0 16,1 3-18-16,0-1-17 15,1 1-17-15,1-2-12 0,2 2 0 0,0-2-31 16,2 0 0-16,6-2 12 0,4-2-3 0,3-6 34 16,8-1 6-16,1-3 11 0,3 0-17 15,6-1-1-15,4-1 1 0,4 4 21 16,9-3 10-16,2 1 30 0,5-4-27 16,3-1-31-16,5-2 15 0,3-2-18 15,0-6-25-15,2 0 7 0,5 0-78 16,-1-7-48-16,1-2-98 0,2-4-114 15,-14 3-327-15,15-15-857 0</inkml:trace>
  <inkml:trace contextRef="#ctx0" brushRef="#br0" timeOffset="13539.407">16638 1023 1216 0,'0'0'2508'16,"0"0"-2187"-16,0 0-279 0,0 0 76 15,0 0 165-15,-72 91 59 0,46-54-58 0,-5 6-116 16,0 4-77-16,-2 7-3 0,-4 5-6 16,-3 3 18-16,-2 5-15 0,-2 5-58 15,-5 4-27-15,-4 0-17 0,0 0 2 16,-1-2-67-16,3-5 30 0,5-9 7 16,5-6-25-16,6-8-36 0,3-6-16 15,6-6-21-15,6-9 5 0,1-4-12 16,8-8-53-16,2-5-94 0,8-8-186 15,1 0-138-15,1-10-416 0,6-6-334 16,0 0 677-16,11-14 638 0</inkml:trace>
  <inkml:trace contextRef="#ctx0" brushRef="#br0" timeOffset="13710.21">16178 1794 2783 0,'0'0'414'15,"0"0"-226"-15,0 0 88 0,89-34 171 0,-61 26-108 16,-1-2-79-16,0 1-76 0,2-3-77 15,1 1-52-15,-1-3-45 0,1 0-10 16,-2-1-27-16,-3-2-80 0,-1 0-105 16,-1 0-29-16,1 0-54 0,-6 1-176 15,-2 0-528-15,-6 6-542 0,-9-1 642 0</inkml:trace>
  <inkml:trace contextRef="#ctx0" brushRef="#br0" timeOffset="13890.863">16399 1665 780 0,'0'0'281'0,"0"0"1013"15,0 0-897-15,-44 93-60 0,35-55 1 16,2 8 61-16,0 3-41 0,4 4-75 16,0 1 1-16,3-3 71 0,0-1-209 15,0-4-91-15,0-6 9 0,3-5-39 0,0-7-25 16,0-6-64-16,4-6-51 0,-3-3-10 16,4-5-4-16,-2-2 13 0,-1-2 33 15,2-4-145-15,-4 0-176 0,0-3-306 16,0-6-532-16,-1 0-326 0</inkml:trace>
  <inkml:trace contextRef="#ctx0" brushRef="#br0" timeOffset="14053.092">16429 2019 2191 0,'0'0'1312'0,"0"0"-1189"16,0 0-53-16,0 0 160 0,0 0 71 15,0 0-56-15,85 17-90 0,-61-17-69 16,4-6-46-16,5-5-40 0,1-4-3 15,1-3-127-15,1-4-77 0,0-3-88 16,-5 0-168-16,-7 5-601 0,5-13-869 0</inkml:trace>
  <inkml:trace contextRef="#ctx0" brushRef="#br0" timeOffset="14447.318">17188 1130 1672 0,'0'0'1447'0,"0"0"-1424"0,0 0 5 16,0 0 316-16,95 41 180 0,-66-18-78 15,1 2-43-15,4 4-70 0,0 5-69 16,-1 0-76-16,2 4-55 0,-8-1-30 0,-1 5-25 16,-3-1-17-16,-4 4-31 15,-9-1-30-15,-6 6-2 0,-4-3-37 0,-5 5-22 16,-13-1-8-16,-9 3-4 0,-5 0-23 15,-7 1-41-15,-3-1-17 0,-8-1-7 16,-5-1-25-16,-1-2-16 0,-9-1-84 16,1-4-111-16,-6 0-210 0,2-4-405 15,17-11-678-15,-16 6 953 0</inkml:trace>
  <inkml:trace contextRef="#ctx0" brushRef="#br0" timeOffset="19027.248">17864 2258 2865 0,'0'0'1484'0,"0"0"-1242"15,0 0-153-15,0 0 43 0,0 0 131 0,0 0-34 16,0 0-62-16,0 0-55 0,0 0-63 16,7 0-48-16,-7 0-1 0,0 0-15 15,0 0-34-15,0 0-81 0,0 0-105 16,0-1-82-16,3-6-127 0,0 2-557 15,4-13-675-15,-27 49-90 0</inkml:trace>
  <inkml:trace contextRef="#ctx0" brushRef="#br0" timeOffset="19550.932">18801 1242 3194 0,'0'0'1477'0,"0"0"-1360"0,0 0-90 15,0 0-27-15,0 0 101 0,0 0-18 16,0 0 21-16,0 0 30 0,33 82-15 16,-26-36-34-16,0 7-12 0,-1 2-7 0,0 3-32 15,-1-2-10-15,-2-2-24 16,-3-1-1-16,2-6-14 0,-1-5-4 0,1-9 4 15,1-10-12-15,1-10-21 0,0-7-25 16,5-4-52-16,1-2 31 0,3-5 11 16,6-10 26-16,4-6 26 0,3-9-18 15,1-10 28-15,1-4-31 0,-4-2 27 16,-2 2-21-16,-6 3 15 0,-1 6 1 16,-3 7-1-16,-3 6 31 0,-1 10 3 15,-1 4 31-15,-1 5-34 0,0 3-30 16,5 12 30-16,-2 7 2 0,1 8 35 15,0 7 34-15,-3 4 2 0,-1 2-21 0,-3-1 31 16,0-6-1-16,0-6 0 0,1-8 3 16,2-7-6-16,-2-5-9 0,-1-3 3 15,2-4 9-15,0 0-10 0,3-6-2 16,2-4-10-16,4-7-5 0,3-5-13 0,2-5-21 16,3-4-18-16,1-4-1 0,-3-1-2 15,3-1-30-15,0-3-27 16,-1-3-70-16,-1 3-55 0,-1-2-49 0,0 1-58 15,-2 5-150-15,-1 1-535 0,-2 6-448 16,-3 8-463-16,-1 0 1601 0</inkml:trace>
  <inkml:trace contextRef="#ctx0" brushRef="#br0" timeOffset="19763.42">19791 1194 3280 0,'0'0'1273'0,"0"0"-993"16,0 0-167-16,0 0 107 0,0 0-40 16,0 0-35-16,79 19 31 0,-47-12 18 0,6 0-77 15,4-1-47-15,-1-2-43 0,-2-2-15 16,0-2-10-16,-2 0-2 16,-1-3-54-16,-3-6-73 0,-1 1-54 0,-2-3-41 15,-1-1-75-15,-4 4-190 0,-5-1-524 16,-6 4-402-16,-6-6-455 0</inkml:trace>
  <inkml:trace contextRef="#ctx0" brushRef="#br0" timeOffset="19940.378">20220 1189 251 0,'0'0'2794'0,"0"0"-2372"16,0 0-261-16,-49 90 60 0,32-50 171 0,3-2-14 16,-3 3-55-16,3-1-79 0,3 0-52 15,-1 1-52-15,2-2-46 0,1-1-37 16,-2-3-44-16,2-3-13 0,2-4-27 0,0 0-40 15,1-6-97-15,5-3-67 0,1-1-59 16,0-2-110-16,6-9-331 0,6-7-726 16,0 0-662-16,14-19 1923 0</inkml:trace>
  <inkml:trace contextRef="#ctx0" brushRef="#br0" timeOffset="20260.587">20774 1196 39 0,'0'0'3591'0,"0"0"-3002"0,0 0-387 16,0 0-100-16,-69 68 55 0,36-41 153 16,-1 2-39-16,3 0-55 0,5-5-76 0,8-1-80 15,6-5-33-15,6 1-24 16,4-4-2-16,2 0-1 0,6 2 2 0,5-1 32 16,5 4-34-16,4-2-11 0,-1 3-5 15,3-2-20-15,-1 2 21 0,-2 0 3 0,1 1 9 16,0 0-9-16,-2 0 9 0,-2 0 0 15,-3 0 3-15,-2-3 0 16,-4 0-51-16,-4 0 0 0,-3 0 39 0,0 3-16 16,-6-2-20-16,-5 1 17 0,-6 1-32 15,-6-3-7-15,-5-1 3 0,-2-3 30 16,-3-2 35-16,-2-3-41 0,-2-8-12 16,-6-2-9-16,-4 0-58 0,-6-7-124 15,-4-5-351-15,-4-6-766 0,15 4-805 16,-30-16 1780-16</inkml:trace>
  <inkml:trace contextRef="#ctx0" brushRef="#br0" timeOffset="23892.616">22285 1002 287 0,'0'0'2641'16,"0"0"-2203"-16,0 0-219 0,0 0-48 15,0 0 115-15,0 0-2 0,0 0-76 16,0 0-75-16,0 0 5 0,107 6-6 16,-61-2 36-16,0-1-25 0,3-1-64 15,-5 0-15-15,-2-2-12 0,-1 0-16 16,-5 0-36-16,-1 0 0 0,-5 0-27 16,-3-4-49-16,-4-1-67 0,-5 2-61 15,-4-2-38-15,-4 2-45 0,-5 0-174 0,-4 1-333 16,-1 0-641-16</inkml:trace>
  <inkml:trace contextRef="#ctx0" brushRef="#br0" timeOffset="24088.323">22603 1078 1337 0,'0'0'232'0,"0"0"959"0,0 0-854 16,-28 89 17-16,22-49 44 0,2 5 4 15,-3 3-55-15,3-2-83 0,-1 0-95 16,-1-2-69-16,4-3-63 0,-3-2-37 15,2-3-1-15,-4-2-48 0,4-5-85 16,-2-3-78-16,0-5-31 0,2-3-33 16,2-6-94-16,-1-3-168 0,2-2-190 15,0-6-510-15,0-1 73 0,0-2 1139 0,0-11-52 16</inkml:trace>
  <inkml:trace contextRef="#ctx0" brushRef="#br0" timeOffset="24232.918">22549 1569 388 0,'0'0'248'0,"0"0"1482"0,0 0-1298 16,0 0-88-16,0 0-19 0,54-68 60 15,-41 59-80-15,5 2-78 0,-2-1-63 16,4 2-59-16,-1 4-59 0,-2-4-46 0,-1 4-33 16,-1 0-14-16,-3 2-64 0,-4 0-78 15,-2 4-121-15,-3 4-7 0,-2 8-182 16,-1 2-222-16,-6 1-308 0</inkml:trace>
  <inkml:trace contextRef="#ctx0" brushRef="#br0" timeOffset="24377.493">22575 1709 661 0,'0'0'59'0,"0"0"971"15,0 0-392-15,0 0-286 0,0 0-69 16,0 0 103-16,0 0-56 0,-57 64-82 16,69-54-22-16,7-3 38 0,6 2-57 15,8-3-90-15,5-3-37 0,7-3-28 0,2-2-19 16,4-9-33-16,3-7-52 16,3-4-37-16,1-6-83 0,1-4-140 0,-14 6-243 15,18-23-818-15</inkml:trace>
  <inkml:trace contextRef="#ctx0" brushRef="#br0" timeOffset="24626.499">23796 974 2096 0,'0'0'1665'0,"0"0"-1423"16,0 0-195-16,0 0 116 0,-76 58 111 15,51-31 3-15,0 6-29 0,-1 8-40 16,1 6-71-16,-4 9-37 0,-3 6-33 15,-4 9-28-15,-7 8-15 0,-3 6-24 16,-8 6 0-16,-2 4-18 0,-1 0-33 16,0-2-13-16,0-4 27 0,3-7-14 15,3-8-25-15,7-11-13 0,10-12-2 0,6-12 12 16,11-12-56-16,8-10-52 0,9-14-63 16,0-3-168-16,12-14-217 0,7-9-437 15,-1 2-582-15,15-27 1377 0</inkml:trace>
  <inkml:trace contextRef="#ctx0" brushRef="#br0" timeOffset="24801.674">23441 1713 1064 0,'0'0'2693'0,"0"0"-2322"16,0 0-221-16,0 0 153 0,84-4 118 16,-52 2-116-16,2-1-89 0,7-2-65 15,5-2-48-15,4 0-58 0,1-5-43 16,0-3-2-16,-1 1-63 0,-4-3-46 0,-6 3-58 15,-4-3-73-15,-6 5-105 0,-4 1-179 16,-9 3-508-16,-9 1-442 0</inkml:trace>
  <inkml:trace contextRef="#ctx0" brushRef="#br0" timeOffset="25014.17">23728 1658 658 0,'0'0'1507'0,"0"0"-961"16,0 0-163-16,-52 99-4 0,39-57 66 0,3 4-62 15,1 5-34-15,4-1-42 0,-1 5-69 16,5-1-37-16,-1-1-58 0,-1-4-64 16,3-7-49-16,0-4-30 0,0-9-13 0,0-4-18 15,0-6-90-15,0-2-49 16,0-6-46-16,3-1-54 0,-3-6-102 16,0-4-257-16,0 0-502 0,0-2-608 0,-3-12 1430 0</inkml:trace>
  <inkml:trace contextRef="#ctx0" brushRef="#br0" timeOffset="25148.871">23641 2041 630 0,'0'0'2895'15,"0"0"-2438"-15,0 0-324 0,0 0 75 0,0 0 117 16,0 0-100-16,0 0-51 16,90 29-43-16,-58-29-64 0,4 0-67 0,3-7-70 15,7-2-61-15,-2 0 51 0,5-1 68 16,1-1-295-16,-2 3-220 0,-13-1-685 0,13 1-843 15</inkml:trace>
  <inkml:trace contextRef="#ctx0" brushRef="#br0" timeOffset="25552.696">25207 1605 326 0,'0'0'2554'15,"0"0"-1893"-15,0 0-301 0,13 90-68 16,-12-52 71-16,1 0-53 0,-2 5-25 16,0-2-87-16,0-4-80 0,0-3-66 15,0-8-32-15,1-4-20 0,1-5-18 16,0-6-49-16,3-4-103 0,-2-4-59 15,-2-3-28-15,2 0-85 0,-2-5-347 16,-1-10-892-16</inkml:trace>
  <inkml:trace contextRef="#ctx0" brushRef="#br0" timeOffset="25694.036">25171 1307 957 0,'0'0'2866'0,"0"0"-2414"0,0 0-313 15,0 0-24-15,0 0 73 0,86-25-22 16,-55 17-166-16,5-1 0 0,4 0-200 16,2-1-131-16,-8 3-255 0,12-3-784 0</inkml:trace>
  <inkml:trace contextRef="#ctx0" brushRef="#br0" timeOffset="25957.72">25749 1466 2020 0,'0'0'1859'0,"0"0"-1642"15,0 0-130-15,-75 66 221 0,50-46 156 16,4-2-113-16,6-2-166 0,4-6-103 16,8 2-70-16,3-1-12 0,1 1-10 0,9 1 8 15,3 1 2-15,7 1-18 0,4 1 0 16,3 2-3-16,2-2 20 0,-2 0 1 16,0 0-1-16,-1 0 1 0,-3 2-1 15,-4-2 1-15,1 2-25 0,-7-2 4 16,-3 1 9-16,-2 0 0 0,-8-1-28 15,0 1 7-15,-5 0-10 0,-10-1-2 16,-4 2-31-16,-9-1-16 0,-6 0-12 16,-4-1 22-16,-4-4 2 0,-1 0-15 15,-3-2-47-15,3-3-112 0,10-3-316 16,-21-1-754-16</inkml:trace>
  <inkml:trace contextRef="#ctx0" brushRef="#br0" timeOffset="26564.998">26903 1571 1403 0,'0'0'744'0,"0"0"24"0,0 0-432 0,0 0-154 16,0 0 97-16,0 0 83 16,0 0-72-16,0 0-49 0,0 0-127 0,-79-47-34 15,68 68-16-15,-3 11 13 0,-2 14-10 16,-1 5 19-16,0 5 48 0,1-3 12 16,4-4-58-16,1-10-55 0,4-8-16 0,5-7-15 15,2-9-1-15,0-6 23 0,5-7-24 16,7-2-40-16,4 0-2 0,7-6-10 15,2-8-18-15,1-8-48 0,1-3-16 16,1-3 11-16,-4 1 53 0,-1-1 5 16,-5 2 29-16,-1 1 2 0,-3 1 6 15,-1 2 28-15,-4 5 11 0,-3 2 29 16,0 6 28-16,-3 5 2 0,-3 4 10 16,3 0-7-16,0 7-3 0,0 3-39 15,5 7 42-15,0 5 24 0,7 2-45 16,-5 3-40-16,5 0-12 0,-1-2-1 15,6-2-41-15,3-4-92 0,1-4 36 0,5-2-73 16,4-6-56-16,1-1-81 0,0-5-318 16,-9-1-544-16,6-1-1128 0</inkml:trace>
  <inkml:trace contextRef="#ctx0" brushRef="#br0" timeOffset="27479.752">27889 1532 215 0,'0'0'310'0,"0"0"1443"0,0 0-1278 15,0 0-61-15,0 0-44 0,17-68-42 16,-13 61-5-16,-1 2-71 0,0 2-51 15,1 3-35-15,-1 0-7 0,4 9-15 16,2 4 24-16,4 11 29 0,-1 7-67 0,-1 6-24 16,-2 7-27-16,-5-1-3 15,-1 1-22-15,-2 0-15 0,-1-5-18 0,0-3-21 16,2-8-12-16,-1-8-6 0,1-6-36 16,-1-5-46-16,1-5-12 0,-1-4-21 0,1 0-22 15,-1-1 0-15,4-7 15 0,-2-2 57 16,5-4 16-16,1-6 15 15,1-4 28-15,1-2-1 0,-1-1 8 16,1-3 17-16,1 1 3 0,-2-1 18 0,3-4-21 16,-3 2 25-16,-1 2-22 0,2 1-3 15,-3 8-5-15,1 4 5 0,-5 7 43 16,0 8 21-16,0 2 21 0,-1 1 4 16,2 9 5-16,-3 1 22 0,3 9-7 15,-2 2-6-15,-2 7-6 0,-1 3-12 16,0 1-37-16,0 1-21 0,-4-1-27 15,-1-3 0-15,3-3-18 0,-3-1-42 16,4-2-16-16,-1-4-30 0,2 0-36 0,0-4-22 16,0-4-35-16,2-3-70 0,4-4-151 15,2-5-212-15,4 0-65 0,2-6-377 16,-4-2-206-16,12-15 880 0</inkml:trace>
  <inkml:trace contextRef="#ctx0" brushRef="#br0" timeOffset="27765.729">28454 1586 955 0,'0'0'144'15,"0"0"1481"-15,0 0-1227 0,0 0-79 16,0 0 55-16,0 0 31 0,16 84-43 16,-16-53-63-16,-2 1-61 0,-1-2-76 15,0-4-47-15,2-6-51 0,1-5-46 16,0-9-18-16,4-3 37 0,8-3-37 16,1-1 0-16,5-10-55 0,4-5-30 0,6-7-9 15,-1-5-53-15,-1 0-11 0,-2 0 38 16,-3 3-18-16,-4 2 18 0,-6 4 15 15,-4 2 24-15,-7-1 21 0,0 5 60 16,-8 0 38-16,-7 1 48 0,-3 0-2 16,-3 7-19-16,-2 0-53 0,0 5-9 15,0 5 28-15,-1 7-13 0,-2 9 16 16,0 4 0-16,1 3-3 0,1 2-31 16,4-4-17-16,3-1-44 0,3-5-124 0,7-4-88 15,3-6-318-15,4-6-503 0,0-4-654 16,11-7 963-16</inkml:trace>
  <inkml:trace contextRef="#ctx0" brushRef="#br0" timeOffset="28027.944">28753 1378 995 0,'0'0'804'16,"0"0"388"-16,0 0-1022 0,0 0 15 16,0 0 145-16,0 0 22 0,81 83-58 15,-67-54-65-15,0 1-25 0,-2-2-81 16,1 1-50-16,-4-5-42 0,0 1-31 15,-4-2 0-15,-3 1-13 0,-2-1 12 16,-2 0-51-16,-7 0 10 0,-3-1-17 0,-1-3 13 16,0-1 15-16,1-6 10 0,4-1 21 15,2-9 3-15,3-2 31 0,3 0-31 16,0-6-3-16,5-9-19 0,7-8-11 16,2-8-29-16,6-7 13 0,1-6 0 15,1-4-47-15,-1-2-109 0,-1 0-86 16,-1 0-208-16,-4 17-503 0,2-11-643 0</inkml:trace>
  <inkml:trace contextRef="#ctx0" brushRef="#br0" timeOffset="28613.358">29093 1423 2043 0,'0'0'1769'16,"0"0"-1476"-16,-1 69-152 0,-4-40 166 0,-1 5 28 15,1-2-69-15,-1-4-99 16,4-2-115-16,-1-3-37 0,3-1-15 0,-2-3-14 16,1-3-29-16,1-4-54 0,0-5-34 15,3-5-16-15,2-2-31 0,4-1 15 16,4-7 21-16,4-4 18 0,4-7 3 16,1-2 24-16,3-5-1 0,-2-2-71 0,0 2-46 15,-1 2 83-15,-5-1 65 0,0 6 67 16,-4 5 9-16,-4 3 128 0,-2 8 36 15,-4 0 0-15,-3 3-12 0,0 0-11 16,0 5-20-16,0 2 22 0,-1 4 11 16,-4 1-43-16,1-1-46 0,1-1-25 15,0-1-46-15,3-3-3 0,-1-2-25 16,1-4-5-16,0 0-1 0,0 0-70 16,1 0-44-16,5-4-15 0,6-3 23 15,1-1 34-15,4-4 7 0,0 2-2 0,3-1 7 16,-3 2 28-16,-3 4 50 15,-3 4 13-15,1 1 129 0,-4 1 44 0,-3 7-2 16,1 3-22-16,-4 3-19 0,-2 0-10 16,4 2-12-16,-4-1-41 0,3-1-39 15,0-1-28-15,0-2-15 0,3 0 12 0,1-3 2 16,2-2-29-16,1-1-54 0,0-4 82 16,3-1-42-16,-1 0-49 0,1-7 29 15,2-2-48-15,0-2-52 0,1-1-38 16,-5 1 66-16,-1 2-53 0,-3 4-95 15,-4 0 39-15,0 5 222 0,-3 0 23 16,0 0 166-16,-3 0 21 0,-1 3-54 16,0 1-32-16,-5-1 12 0,5 1 3 15,-1 1 1-15,0 0-33 0,2-4-84 16,3-1-13-16,-2 0-155 0,2 0-34 0,0-1-53 16,0-4-200-16,0-8-747 0,36 7-755 15</inkml:trace>
  <inkml:trace contextRef="#ctx0" brushRef="#br0" timeOffset="29530.47">29715 1558 696 0,'0'0'198'0,"0"0"1902"16,0 0-1627-16,0 0-179 0,0 0 56 15,0 0-46-15,0 0-63 0,0 0-81 16,0 0 67-16,0 0-44 0,0 0-74 16,-31-33-42-16,14 49-33 0,-5 9-1 15,-6 7 16-15,-3 8 20 0,0 2 95 0,0-1-34 16,5-2-55-16,6-5-32 0,7-8-31 15,5-9 8-15,6-8-20 0,2-4-43 16,10-5-38-16,6 0-10 0,7-6 1 16,5-4-29-16,3-5-8 0,5-4-28 15,-2 0-15-15,0 0 11 0,-1 2 6 16,-4 6 18-16,-3 4 42 0,-4 7 93 16,-8 0 31-16,-1 7 89 0,-6 4 12 0,-2 2 15 15,-2 1-10-15,-1 0-45 0,-2-3-26 16,3-3-26-16,1-3-22 0,-1-3-18 15,5-2-12-15,-1 0-18 0,6-8-49 16,1-3-19-16,6-8-27 0,4-4-25 16,2-6-49-16,1-3-70 0,2-2-127 15,-2-3 9-15,0 0 57 0,-2-4-6 16,-3-3-12-16,1-3-30 0,-3-5 57 16,-4-2-88-16,-1-4 60 0,-2 3-123 15,-1 3 155-15,-4 7 317 0,0 12 737 16,-5 11 31-16,-2 11-104 0,-1 4-50 0,0 6-58 15,0 1-125-15,-3 0-108 0,0 3-89 16,-3 6-74-16,1 7-20 0,-4 6-2 16,-2 7 81-16,0 7-28 0,-1 7-61 15,1 2-45-15,1 4-49 0,0 2-9 0,-1 4-12 16,-1-3-15-16,-1 4-2 0,0-1-17 16,0-3 16-16,3-1-48 0,1-5-9 15,3-4-31-15,1-6-64 0,4-4-48 16,1-10-38-16,0-2-50 0,1-7-170 15,4-2-507-15,-1-5-753 0</inkml:trace>
  <inkml:trace contextRef="#ctx0" brushRef="#br0" timeOffset="30082.666">30872 1595 2292 0,'0'0'1221'0,"0"0"-927"0,4 68-102 0,3-49 46 16,2-1 79-16,1-6-34 0,6-5-35 15,3-5-81-15,3-2-63 0,3-4-22 0,6-9-19 16,2-5-63-16,3-5-3 15,0-2-103-15,-2-3-67 0,-4 2-13 0,-5 3-1 16,-5 4 27-16,-9 3-3 16,-5 3 54-16,-6 2 38 0,-3 3 71 0,-8-3 25 15,-9 5 59-15,0 0-10 0,-6 4-25 16,-1 2 16-16,1 0 6 0,0 7-4 16,2 7 10-16,4 4 6 0,0 4-7 15,4 6 19-15,1 1 18 0,4 3 15 16,3 0-1-16,5-2-33 0,3-2-33 15,0-4-32-15,9-5-29 0,5-7-55 16,5-5-8-16,7-2 2 0,1-5-9 0,5-1-27 16,-1-8-67-16,0-5-78 0,0-3-87 15,-2-4-234-15,-8 6-571 0,7-14-234 0</inkml:trace>
  <inkml:trace contextRef="#ctx0" brushRef="#br0" timeOffset="30293.134">31392 1402 2889 0,'0'0'550'0,"0"0"-303"0,0 0 166 16,0 0-6-16,0 0-16 0,59 88-67 16,-42-55-75-16,6-3-37 0,-1 1-73 15,4-2-72-15,2-4-67 0,3-8-13 16,1-3-36-16,4-9-23 0,2-5-28 16,3-1-49-16,-2-10-51 0,0-6-50 15,-4-2-75-15,-3-5-220 0,-5-1-488 16,-7-1-274-16,-8 5-502 0,-5-8 1809 0</inkml:trace>
  <inkml:trace contextRef="#ctx0" brushRef="#br0" timeOffset="30424.463">31810 1294 85 0,'0'0'2816'15,"0"0"-2416"-15,0 0-333 0,-80 51 79 16,49-18 199-16,0 6-6 0,3 3-32 0,2 5-63 16,3-1-66-16,3-2-29 0,4-1-69 15,2-5-80-15,5-8-29 0,5-7-105 16,4-8-22-16,1-8-26 0,11-7-18 15,9-3-30-15,7-13-150 0,5-9-344 16,-5 2-746-16,14-21-181 0</inkml:trace>
  <inkml:trace contextRef="#ctx0" brushRef="#br0" timeOffset="30784.763">32270 949 1558 0,'0'0'1945'0,"0"0"-1658"16,0 0-151-16,0 0 171 0,-13 86 65 15,1-43-62-15,-1 7-38 0,-2 5-25 16,0 1-72-16,-1 1-38 0,5 2 11 0,-2 0-58 16,6-3-66-16,1-2-24 0,4-4-19 15,2-4 1-15,2-6-18 16,7-5-24-16,3-7 31 0,0-9 27 0,0-7-77 16,-3-8-48-16,-3-4-40 0,-1-1 6 15,-2-10 3-15,-3-2-38 0,0-6-213 16,-8-4-236-16,-9-3-164 0,-9-1 323 0,-5 2 363 15,-8-1-197-15,-3 0 64 16,-6 1 135-16,3 0 121 0,-3 1 325 0,0 0-76 16,3 5 45-16,6 3-52 0,8 7 59 15,11 3 97-15,9 2 8 0,8 3-93 16,3 1-81-16,3-1-81 0,8 1-34 16,9-2 15-16,10 1-31 0,10-1 12 15,14-1-19-15,6-2-33 0,6-4-43 16,4 0-18-16,-4-1-36 0,-2 1-141 15,-8 1-178-15,-16 3-217 0,5-3-1171 0</inkml:trace>
  <inkml:trace contextRef="#ctx0" brushRef="#br0" timeOffset="30937.533">32560 1778 1982 0,'0'0'2663'0,"0"0"-2148"0,0 0-396 15,0 0-46-15,0 0-73 0,0 0 0 0,0 0-83 16,0 0-121-16,0 0-68 0,0 0-39 16,0 0-343-16,0 11-1111 0</inkml:trace>
  <inkml:trace contextRef="#ctx0" brushRef="#br0" timeOffset="32041.251">2376 4184 1755 0,'0'0'1436'0,"0"0"-1271"0,0 0-12 16,0 0 147-16,26 94 3 0,-22-49-70 15,1 8-41-15,-1 5-32 0,0 3 31 16,2-1 2-16,-3-1-93 0,0-3-39 0,-2-9-37 16,1-4-23-16,-1-12-1 15,-1-7-24-15,2-8-12 0,-1-8-62 16,0-2-85-16,1-6-69 0,1 0-76 15,2-11-274-15,-2 1-497 0,0-23-712 0</inkml:trace>
  <inkml:trace contextRef="#ctx0" brushRef="#br0" timeOffset="32427.945">2039 4178 1479 0,'0'0'1405'0,"0"0"-1229"0,0 0-57 16,-91 79 133-16,72-32 58 0,2 9-2 15,11 12 8-15,5 5-69 0,1 7-59 16,10 7-72-16,6 4-27 0,4-2-31 16,4-3-18-16,5-13-26 0,4-13-13 15,3-13-2-15,5-14 3 0,-1-10 33 16,5-9-20-16,2-9 18 0,2-5 7 0,2-8 6 16,1-10-16-16,-1-7-30 0,0-7-42 15,2-7-13-15,-1-5 6 0,-3-7-39 16,0-8 11-16,-3-4 7 0,0-3-7 15,-8-7 25-15,-2-3 15 0,-7-2 0 0,-9-1-20 16,-9-1 57-16,-8 3 24 0,-4 6-23 16,-17 7 10-16,-9 10-10 0,-6 10 39 15,-7 12 52-15,-4 11-12 0,0 11-19 16,-1 8-37-16,2 4 13 0,0 11 0 16,1 5-24-16,-1 6-13 0,1 6-34 15,3 2-15-15,1 3 16 0,5-2 5 16,7-1-48-16,3-3-4 0,8 3-108 15,6 3-97-15,7 0-301 0,2-7-566 16,9 13-1030-16</inkml:trace>
  <inkml:trace contextRef="#ctx0" brushRef="#br0" timeOffset="32772.524">3819 3971 2035 0,'0'0'1497'16,"0"0"-1310"-16,0 0-143 0,0 0 88 15,0 0 213-15,89 74-56 0,-63-62-83 16,0-5-58-16,0-3-50 0,3-2-37 0,1-2-12 16,-1-3-10-16,-2-3-39 0,-2-4-47 15,-4-1-134-15,-3-1-86 0,-6 4-136 16,-4-2-353-16,-8-2-734 0</inkml:trace>
  <inkml:trace contextRef="#ctx0" brushRef="#br0" timeOffset="32933.374">3947 4129 889 0,'0'0'1968'16,"0"0"-1392"-16,0 0-376 0,-39 97-8 16,30-56 163-16,2 3 51 0,0 4-43 15,0 3-100-15,1-2-93 0,0-1-64 16,1-1-51-16,0-3-55 0,2-3 0 15,0-5-12-15,3-8-85 0,0-8-74 0,0-4-42 16,5-7-29-16,2-6-125 0,-2-1-578 16,3-6-654-16</inkml:trace>
  <inkml:trace contextRef="#ctx0" brushRef="#br0" timeOffset="33080.017">3979 4522 2176 0,'0'0'1412'0,"0"0"-1206"0,0 0-55 0,0 0 150 15,0 0-90-15,0 0-140 0,80-24-68 16,-64 21-3-16,0 1-46 0,-2 0-109 16,4 2-146-16,-4 0-95 0,-3 5-171 15,-2 2-636-15,-9 9-633 0</inkml:trace>
  <inkml:trace contextRef="#ctx0" brushRef="#br0" timeOffset="33229.648">3937 4789 254 0,'0'0'2277'0,"0"0"-1763"0,0 0-188 0,0 0 10 15,0 0-37-15,0 0-42 0,0 0-15 16,0 0 66-16,0 0-20 0,96 45-57 16,-49-57-76-16,4-4-88 0,4-6-57 0,1-5-10 15,0-4-88-15,-2-3-67 0,-1 1-43 16,-1-3-34-16,-1-1-162 0,-13 8-646 16,11-14-978-16</inkml:trace>
  <inkml:trace contextRef="#ctx0" brushRef="#br0" timeOffset="33493.453">5057 3881 1944 0,'0'0'1868'0,"0"0"-1682"16,0 0-119-16,-59 93 82 0,34-47 72 15,0 7 75-15,-1 8-105 0,-1 1-94 16,-6 13-26-16,-2 5-47 0,-6 7 0 0,-7 9-8 15,-4 2 5-15,-4 4 6 0,1 0-2 16,-1-2-7-16,3-4-17 0,4-8-1 16,8-12-3-16,11-13-79 0,7-15-13 15,9-15-85-15,8-12-85 0,6-15-128 16,0-6-624-16,7-15-725 0</inkml:trace>
  <inkml:trace contextRef="#ctx0" brushRef="#br0" timeOffset="33638.681">4827 4698 2191 0,'0'0'1640'0,"0"0"-1313"0,0 0-242 15,95-56 150-15,-58 37 120 0,0-1-83 16,1 1-114-16,0-4-88 0,1 3-70 0,-1-2-12 16,-2 0-61-16,3 2-101 15,-8 2-58-15,-2 0-104 0,-7 6-358 0,-5 4-851 16,-8 8-601-16</inkml:trace>
  <inkml:trace contextRef="#ctx0" brushRef="#br0" timeOffset="33830.56">5006 4697 1451 0,'0'0'819'0,"0"0"-78"0,0 0-405 16,-7 83-104-16,11-50 168 0,5 1 34 15,0 5-73-15,-1 4-82 0,4 4-50 16,-4 0-93-16,-2-2-96 0,-1-4-40 15,-4-5-21-15,-1-7-107 0,0-7-43 16,1-4-45-16,1-4-30 0,-2-4-94 16,0-3-168-16,0-4-200 0,0-3-482 15,-3 0-407-15,-4-5 1447 0</inkml:trace>
  <inkml:trace contextRef="#ctx0" brushRef="#br0" timeOffset="33976.658">5078 4931 918 0,'0'0'268'0,"0"0"943"0,0 0-785 15,0 0-73-15,0 0 98 0,0 0-54 16,77-53-72-16,-56 49-80 0,4 3-76 0,2-2-101 16,6 0-68-16,0-3-31 15,3-2-154-15,5 0-112 0,3-3-179 0,-11 3-334 16,21-5-386-16</inkml:trace>
  <inkml:trace contextRef="#ctx0" brushRef="#br0" timeOffset="39008.446">6797 4214 1835 0,'0'0'1419'0,"0"0"-1037"16,0 0-158-16,0 0-29 0,0 0 95 15,0 0-58-15,0 0-35 0,0 0-19 0,0 0-49 16,0 0-35-16,0 88-24 0,3-51 0 16,0 4-30-16,2-1-22 0,-1 1 9 15,0-2-27-15,1-3-18 0,0-5 0 16,-2 0 0-16,0-8-43 0,-3-5-79 16,0-9-31-16,0-6-23 0,0-3-27 15,0-11-99-15,0-1-413 0,-6-19-984 0</inkml:trace>
  <inkml:trace contextRef="#ctx0" brushRef="#br0" timeOffset="39177.662">6646 3848 3536 0,'0'0'488'0,"0"0"-281"0,0 0-55 15,0 0 40-15,0 0 21 0,0 0-118 0,0 0-34 16,0 0-55-16,97-14-6 0,-60 9-76 15,8 1-106-15,1 0-65 0,6 3-126 16,-13 1-389-16,14 0-1138 0</inkml:trace>
  <inkml:trace contextRef="#ctx0" brushRef="#br0" timeOffset="39476.385">7293 4037 2050 0,'0'0'1411'0,"0"0"-1186"16,0 0-70-16,-63 86 178 0,40-58 61 0,3-1-37 15,1-2-113-15,5-4-95 16,5-3-73-16,7-6-76 0,2 0-6 0,2-5-40 16,8 2 46-16,6 0 7 0,3 2-7 15,4-4-2-15,1 4 2 0,5-3-2 0,0 3 2 16,-2-2 0-16,0 2 2 0,-5 1 7 16,-2 1 6-16,-5 1-14 0,-4-1 35 15,-4 4 10-15,-2-3-10 16,-4 4-18-16,-1-1-15 0,-1 1-1 0,-8 0-2 15,-7 1-11-15,-1 0-22 0,-5-3-3 16,-2 2-19-16,-1-5-30 0,1-2-25 16,-1-3-27-16,1-1-22 0,-2-3-53 15,4-1-82-15,-1-3-200 0,5 0-715 16,-17-7-1203-16</inkml:trace>
  <inkml:trace contextRef="#ctx0" brushRef="#br0" timeOffset="40325.746">8844 3960 651 0,'0'0'170'0,"0"0"1152"0,0 0-849 0,23-72-113 16,-19 60 27-16,-1 2 6 0,-3 7-34 16,0 0-36-16,0 3-64 0,-1 0-59 15,-8 9-38-15,-2 3 18 0,-5 7-52 16,-7 8-34-16,-6 6-49 0,-3 5-17 16,-1 2-7-16,0 1 9 0,0-4-9 0,5 0-21 15,2-8 0-15,9-6-15 0,4-4 12 16,7-5-15-16,2 1 15 0,4-2-15 15,6-1 3-15,4 1 14 0,9 0 1 16,2 3 1-16,1-2 13 0,5 0-14 16,-1 1 0-16,-3 0 1 0,0-1-1 15,-5-2 1-15,-3 1 23 0,-6 2-3 16,0-1 7-16,-5-1 17 0,-1 1-27 0,-3-1-16 16,0 1 13-16,-6-1-13 15,-1 0 0-15,-2-3-2 0,-1 2-20 16,-3 0-25-16,-1-2-4 0,-1-1 1 15,2-2-1-15,1-2-2 0,0-3-25 0,2 0-12 16,1-2-34-16,5-4-19 0,1-8-64 16,3-7-202-16,0 2-647 0,0-25-632 0</inkml:trace>
  <inkml:trace contextRef="#ctx0" brushRef="#br0" timeOffset="40650.12">9063 4304 787 0,'0'0'2634'15,"0"0"-2308"-15,0 0-127 0,0 0 186 16,0 0-8-16,0 0-80 0,0 0-102 16,0 0-64-16,0 0-64 0,94-30-40 15,-71 4-27-15,0-5-18 0,1 2-82 16,-3 0-34-16,-3 2 30 0,-5 2-27 0,-4 6-4 16,-5 4 40-16,-4 5 21 0,-3 4 46 15,-7 2 28-15,-6 4-15 0,-4 0-13 0,-3 6 27 16,0 8 1-16,-2 2 41 0,4 8 24 15,2 2 2-15,0 6-8 16,4 4 27-16,3 5-25 0,0 1 28 0,3 3-7 16,0 0-3-16,3-2-15 0,3-2-30 15,3-7-34-15,0-5-16 16,4-6-45-16,5-6-77 0,5-7-24 0,1-6 6 16,8-4-14-16,1-11-37 0,5-9-130 15,1-10-266-15,-6 5-435 0,9-23-562 0</inkml:trace>
  <inkml:trace contextRef="#ctx0" brushRef="#br0" timeOffset="40885.511">9524 4034 1486 0,'0'0'1522'0,"0"0"-1183"0,0 0-209 0,0 0 117 16,0 0 119-16,36 87-102 0,-29-48-59 16,-1 8 44-16,1 6-59 0,-4 8-31 0,-1 6-34 15,-2 6-10-15,0 5 28 0,-2 5-61 16,-5 1-31-16,1-1-33 15,0-2-15-15,-2-3-3 0,2-6-2 0,2-8-25 16,1-9-40-16,1-10-8 0,-1-12-50 16,3-12-39-16,0-9 5 0,0-9 0 15,0-3 9-15,0-15-32 0,0-9-96 16,-1-9-82-16,1-13 6 0,-3-8-24 16,2-7-119-16,-5-9-196 0,-4-6-316 15,0-7 8-15</inkml:trace>
  <inkml:trace contextRef="#ctx0" brushRef="#br0" timeOffset="41098.325">9491 4135 284 0,'0'0'378'16,"0"0"1635"-16,30-76-1583 0,-17 63-101 0,0 4-22 16,0 1 1-16,0 5-36 0,2 2-43 15,-1 1-16-15,-1 1-53 0,3 5-63 16,-2 4-17-16,3 4-1 0,-2 0-30 0,-1 4-22 16,-1 1 16-16,-4 2-31 15,1 4-12-15,-6 0 0 0,-4 4-2 0,0 3 0 16,-12 3-53-16,-3 0 22 0,-4-3 2 15,0-2 16-15,-1-7-31 0,-1-6-18 16,0-3-3-16,-3-7-10 0,1-4-21 16,3-3-40-16,-2 0-66 0,1-3-72 15,-2-6-205-15,7 0-479 0,-15-10-695 0</inkml:trace>
  <inkml:trace contextRef="#ctx0" brushRef="#br0" timeOffset="41737.659">11035 3931 1542 0,'0'0'747'0,"0"0"-22"16,0 0-306-16,0 0-140 0,0 0 64 15,0 0-28-15,-80 31-95 0,54-11-109 16,0 5-44-16,-4 2-21 0,1 2 16 0,2 0 2 15,5 2-12-15,3-5-22 0,8-2-8 16,5-5-22-16,6-4 0 0,2-1-22 16,11 0-35-16,4-1 56 0,6-1 0 15,4-1-17-15,5 2 18 0,0-4 1 16,-1 1 20-16,1-3-8 0,-3 3-13 16,-5-2 3-16,-2 0 39 0,-6 1 4 15,-6 2-18-15,-1-1-10 0,-8 2-3 16,-1 2 13-16,-1 0-4 0,-9 3 1 15,-3 2-10-15,-6 0-15 0,1 4-18 0,0-4-31 16,0 0-12-16,3-5-13 0,2-2-17 16,4-3-41-16,2-6-47 0,4-3-68 15,2-3-91-15,1-9-242 0,0-7-208 16,1 0-464-16,9-16-163 0</inkml:trace>
  <inkml:trace contextRef="#ctx0" brushRef="#br0" timeOffset="41897.399">11304 4214 342 0,'0'0'313'0,"0"0"1504"16,0 0-1410-16,0 0 18 0,0 0 57 16,0 0-48-16,0 0-84 0,43 84-55 15,-46-59-47-15,-2 3-80 0,-1-3-71 16,0-3-88-16,0-4-9 0,2-5-94 16,1-6-86-16,2-1-31 0,1-6-22 0,0 0-49 15,0-3-93-15,0-8-313 0,0-6-503 16,1 4-309-16,-1-10 880 0</inkml:trace>
  <inkml:trace contextRef="#ctx0" brushRef="#br0" timeOffset="42045.647">11292 4091 756 0,'0'0'95'15,"0"0"1788"-15,0 0-1370 0,0 0-103 16,13-79-26-16,3 65 0 0,0 1-70 0,3 2-87 16,-2 4-89-16,3 2-83 0,0 0-55 15,-2 2-37-15,0 2-73 0,1-2-64 16,1 1-32-16,0 2-48 0,-2 0-83 15,1 2-237-15,-6 7-471 0,-5-2-301 16,-1 16 280-16</inkml:trace>
  <inkml:trace contextRef="#ctx0" brushRef="#br0" timeOffset="42313.813">11589 4209 430 0,'0'0'1951'0,"0"0"-1345"16,-5 69-261-16,2-42-53 0,0 0 30 16,1-6-9-16,2-6-56 0,0-3-35 15,0-7-68-15,6-5-65 0,0 0-56 0,7-7 19 16,1-8 0-16,3-4-52 0,1-4-12 0,2-5-80 15,0 2-15-15,0 1 40 0,-1 3 2 16,-1 5 19-16,-4 6 12 0,-3 3 1 16,-1 5-1-16,-1 3 34 15,-2 0 16-15,-1 3 79 0,0 6 25 0,2 5-19 16,-2-2-12-16,0 3-7 0,0 1-9 16,1 1 1-16,-1 0-7 0,-2-3-10 15,3 2-14-15,-2-1-17 0,-1-2-26 16,0-1-15-16,0-3-22 0,-1-1-57 15,0-1-34-15,2-5-52 0,0 0-71 16,7-2-104-16,2-6-305 0,2-6-624 16,-1 4-772-16,9-16 1971 0</inkml:trace>
  <inkml:trace contextRef="#ctx0" brushRef="#br0" timeOffset="42509.144">12231 4076 137 0,'0'0'3345'0,"0"0"-2897"0,0 0-237 0,0 0 127 15,-44 93 41-15,29-62-12 0,3-2-72 16,3-4-80-16,2-5-85 0,7-4-73 0,0-4-57 16,0-5-19-16,0-3-20 0,7-3-19 15,0-1-36-15,5-1-15 0,4-9-42 16,1-7-74-16,6-2-166 0,2 0-246 16,-1-2-408-16,-1 1-57 0,0 5-292 15,0 4 736-15</inkml:trace>
  <inkml:trace contextRef="#ctx0" brushRef="#br0" timeOffset="42748.366">12424 4171 587 0,'0'0'196'15,"0"0"1291"-15,0 0-797 0,0 0-252 0,0 0-39 16,0 0-84-16,0 0-70 16,76 36-49-16,-63-43-33 0,4-8-53 15,-1-3-106-15,4-4-4 0,-1-6-83 0,-3 2 12 16,0-2-19-16,-5 5 1 0,-3 4 43 16,-5 5 46-16,-3 3 12 0,-6 7 34 15,-9 4-21-15,-6 0 43 0,-4 10 31 0,-1 4 17 16,-2 5 34-16,1 5 76 0,0 5-77 15,1 4-60-15,3 0-10 16,3 5-16-16,4-1 10 0,3 1 21 0,2-2-43 16,3-4-35-16,5-4-16 0,3-5-33 15,3-5-28-15,9-2-29 0,7-2 23 16,5-4-6-16,3-1 72 0,5-5 1 16,0-1-255-16,2-3-29 0,-8 0-48 15,10 0-1117-15</inkml:trace>
  <inkml:trace contextRef="#ctx0" brushRef="#br0" timeOffset="43366.055">13450 3394 1231 0,'0'0'322'0,"0"0"828"0,0 0-742 15,0 0 12-15,0 0-57 0,0 0 57 16,76 98-55-16,-59-48-49 0,-2 9-35 15,-2 6-63-15,-6 1-81 0,0 3-25 16,-2-4-7-16,-2 1-23 0,-2-6-40 16,3-6-42-16,-1-4-6 0,3-8-42 15,1-9-79-15,0-6-70 0,5-8-30 0,1-10-35 16,4-9-93-16,2-7-209 0,-3-5-678 16,4-25-961-16</inkml:trace>
  <inkml:trace contextRef="#ctx0" brushRef="#br0" timeOffset="43630.877">13956 3646 2972 0,'0'0'679'0,"0"0"-434"0,0 0-65 0,-68 75 69 16,41-42-41-16,-2 2-72 0,0-1-19 16,3 0-62-16,4-5-53 0,1-1-2 15,2-1-19-15,2-1-8 0,2-1-1 16,4-3 4-16,3-2-1 0,5-3-27 15,3-4 30-15,3-1 22 0,6 0 49 16,6-2 7-16,3 2 20 0,5-4 23 16,3 2-2-16,3-4-23 0,4-1-28 0,2-3-44 15,1-2 8-15,1-2-10 0,4-3-40 16,3-11-58-16,-2 0-85 0,4-6-48 0,1-7-88 16,1-4-227-16,-3-4-723 15,-13 6-970-15,15-19 2181 0</inkml:trace>
  <inkml:trace contextRef="#ctx0" brushRef="#br0" timeOffset="43850.528">14650 3484 1623 0,'0'0'1160'0,"0"0"-622"15,0 0-290-15,0 0 8 0,0 0 24 16,0 0 28-16,0 0-67 0,0 0-72 16,-80 87-52-16,49-38-1 0,-5 10-12 15,-1 11-1-15,-6 4 10 0,1 7-7 16,-2 3-21-16,-4 1-30 0,-1-1-28 15,2 1-12-15,-1-6-15 0,4-6-12 0,5-7 0 16,7-10-40-16,7-9-60 0,6-12-31 16,10-9-36-16,3-9-72 0,6-7-84 0,0-9-257 15,0-1-671-15,8-16-539 0</inkml:trace>
  <inkml:trace contextRef="#ctx0" brushRef="#br0" timeOffset="44016.003">14309 4200 620 0,'0'0'3067'0,"0"0"-2601"0,79-46-192 16,-43 30 123-16,9-6-63 0,0 0-54 16,3-1-71-16,0-3-76 0,5-2-57 15,-1-3-52-15,-3 0-24 0,-1 0-20 16,-6 2-86-16,-4 1-52 0,-6 3-51 16,-7 4-47-16,-7 4-96 0,-4 5-223 0,-11 7-469 15,-3 2-396-15,-14 6 36 0</inkml:trace>
  <inkml:trace contextRef="#ctx0" brushRef="#br0" timeOffset="44182.024">14597 4051 1018 0,'0'0'69'0,"0"0"1581"0,-32 65-1354 15,26-36-88-15,1 3 72 16,1 4 39-16,1-1 67 0,1 2-61 0,2 1-69 16,0 0-103-16,0-1-24 0,0-3-44 15,0-5-67-15,0-5-18 0,0-5-48 16,0-4-29-16,2-3-11 0,-1-7-56 15,2-2-93-15,1-3-132 0,0-1-333 16,1-3-761-16,-4-8-480 0</inkml:trace>
  <inkml:trace contextRef="#ctx0" brushRef="#br0" timeOffset="44311.864">14604 4354 2312 0,'0'0'1431'0,"0"0"-1229"0,0 0-76 16,0 0 142-16,0 0-95 0,82-40-108 0,-57 28-11 15,5-5-54-15,3-1-115 0,5 1-86 16,2 1 39-16,3-1-61 0,-11 5-483 16,13-1-930-16</inkml:trace>
  <inkml:trace contextRef="#ctx0" brushRef="#br0" timeOffset="44772.73">15918 4076 150 0,'0'0'2164'0,"0"0"-1673"16,0 0-91-16,11 80-18 0,-4-51 12 16,1 3-40-16,0 1-63 0,-4-2-55 15,2-1-70-15,-3-1-47 0,1-3-101 16,-3-6-18-16,1-5-24 0,-2-5-99 16,0-5-76-16,0-3-44 0,0-2-23 0,0 0-107 15,0-2-142-15,0-8-260 16,0 0-714-16,-6-11 611 0</inkml:trace>
  <inkml:trace contextRef="#ctx0" brushRef="#br0" timeOffset="44915.926">15868 3845 703 0,'0'0'2413'16,"0"0"-1945"-16,0 0-203 0,0 0-35 0,0 0 29 15,76-72-101-15,-40 50-96 0,5-1-62 16,3 1-28-16,3 0-236 0,2 1-213 15,-13 6-617-15,18-5-944 0</inkml:trace>
  <inkml:trace contextRef="#ctx0" brushRef="#br0" timeOffset="45186.93">16443 3869 2179 0,'0'0'1700'0,"0"0"-1502"15,-62 66-20-15,39-42 153 0,0 1 35 0,6 0-76 16,2-6-114-16,10-3-115 0,3-1-61 15,2-1-51-15,7 0 17 0,9-2 19 16,6 2 13-16,2-2-16 0,8-2-28 0,2-3-24 16,-2 4 12-16,-2-5 37 0,-2 1 9 15,-2 3 11-15,-3-2 1 0,-3 1 1 16,-5 1 2-16,-1 2-3 0,-5 0 10 16,-4-1-10-16,-2 2 0 0,-3 3-3 15,0-2-43-15,-10 1-21 0,-3 3-19 16,-3-3-2-16,-7 2 17 0,0-2 3 15,0-1-18-15,-3-3 3 0,2-5-19 16,-1 0-78-16,-1-3-152 0,3-3-282 16,3 0-614-16,-9-5-658 0</inkml:trace>
  <inkml:trace contextRef="#ctx0" brushRef="#br0" timeOffset="45701.568">17772 3892 1717 0,'0'0'179'16,"0"0"510"-16,0 0-299 0,0 0-147 16,0 0 231-16,0 0-40 0,0 0-95 15,0 0-77-15,0 0-59 0,0 0-63 16,-84-13-54-16,68 29-38 0,-7 3-8 16,0 5-9-16,0 0-13 0,3 0 12 0,1-1-27 15,6 0-3-15,3-6-1 16,6 2-2-16,4 0 2 0,0-3 0 0,8 2 1 15,6-2-3-15,3 0 3 0,2-2-2 16,2 1-7-16,2-1 8 0,-1-3 1 16,0 2-1-16,-2-1 2 0,-4-1 10 15,-1 1-11-15,-7 0 3 0,-3 3 52 16,-2-1 0-16,-3 0-1 0,0 2 46 16,-8-3 49-16,-3 1-74 0,-3 0-39 15,1-1-11-15,-3-4-13 0,0-3-12 0,2-2-70 16,2-1-20-16,-1-3-29 0,2 0-2 15,2 0-31-15,-1-4-46 0,0-5-98 16,4-2-170-16,1-6-294 0,0 7-553 16,4-15-689-16</inkml:trace>
  <inkml:trace contextRef="#ctx0" brushRef="#br0" timeOffset="45990.429">17955 4236 2714 0,'0'0'1021'0,"0"0"-854"0,0 0 16 0,83-17 118 15,-57 1-84-15,1-6-91 0,1-6-31 16,3-5-42-16,0-5-22 0,2 0-31 0,-5 3-46 16,-4 0-24-16,-4 4-1 0,-7 5 28 15,-5 5-25-15,-7 2 50 0,-1 5 18 16,-9 2 15-16,-7 6-13 0,-5-1-2 16,-4 3 0-16,-2 4-38 0,1 0 38 15,1 12 6-15,2 8 56 0,2 9 21 16,0 5-6-16,1 8 6 0,3 1 24 15,1 7 70-15,-1 3 39 0,5 1-43 16,-2 1-19-16,6-2-21 0,0-3 3 16,5-4-48-16,3-8-64 0,0-5-24 15,11-9-33-15,6-8-70 0,5-6-66 16,6-8-58-16,4-3-92 0,4-16-235 0,-11 3-665 16,16-20-742-16</inkml:trace>
  <inkml:trace contextRef="#ctx0" brushRef="#br0" timeOffset="46218.229">18719 3864 2077 0,'0'0'1244'0,"0"0"-986"0,0 0-151 15,0 0 54-15,8 100 107 0,-8-50 40 16,-3 9 49-16,2 5-26 0,0 2-90 16,1 5 7-16,0 1-81 0,-2 2-95 15,-2-2-2-15,-1-1-34 0,-5-3-36 16,5-4-24-16,-3-5-55 0,2-2 22 0,-2-5-79 15,2-5 3-15,-2-7-16 16,0-8 0-16,1-7-37 0,4-9-38 0,-1-9-121 16,1-7-123-16,2-9-190 0,-1-9-102 15,2-9-387-15,0-9 40 0,0 6 1091 16,0-30-167-16</inkml:trace>
  <inkml:trace contextRef="#ctx0" brushRef="#br0" timeOffset="46448.224">18929 3660 1542 0,'0'0'1607'16,"0"0"-1310"-16,0 0-107 0,0 0 9 16,94-24 56-16,-72 36-90 0,-2 6-13 15,0 5-10-15,-6 4-43 0,0 2-56 16,-5 3-18-16,-4 2 24 0,-5 0-12 16,-2 2 3-16,-10 2-9 0,-8 2 8 15,-7 2-17-15,-5-1-7 0,-5 2-14 0,-5-5 24 16,0-2-25-16,0-7-28 0,-1-4-82 15,-2-6-41-15,-5-3-19 0,-1-1-22 16,-5-5-38-16,-3 1-135 0,-3-4-329 16,12 0-744-16,-32 0-159 0</inkml:trace>
  <inkml:trace contextRef="#ctx0" brushRef="#br0" timeOffset="47694.64">2473 6697 463 0,'0'0'2184'0,"0"0"-1856"16,0 0-219-16,0 0 118 0,0 0 49 15,89-34-77-15,-65 32-92 0,2-2 3 0,-3 1 35 16,-2 3-61-16,-1 0-59 0,-7 0-25 16,-2 2-9-16,-5 3 7 0,-3 2-26 15,-3 5 28-15,0 5 56 0,-6 1-7 16,-4 2-49-16,-4 2-11 0,-2 2 11 15,-3-1 12-15,0-2 7 0,-1 2-7 16,-3 3 16-16,-3 2 0 0,0-2 6 16,2 3 4-16,2-4 17 0,5 0 16 15,8-4 0-15,5-3-16 0,4-1-2 16,7-1-17-16,9-1 26 0,6-2 45 0,2-3-46 16,3-3-33-16,4-6 14 0,0-1-27 15,4-5 7-15,-2-5-22 0,-1-4-37 16,-2-3-82-16,-4-3-92 0,0-1-63 15,-6-4-158-15,-1-2-254 0,-7 5-749 16,-4-11-506-16</inkml:trace>
  <inkml:trace contextRef="#ctx0" brushRef="#br0" timeOffset="48114.415">2390 6492 739 0,'0'0'62'16,"0"0"-62"-16,-99 13 1249 0,66 5-737 15,0 4-68-15,1 8-92 0,5 4-23 16,5 9-30-16,3 4-57 0,6 10-18 16,2 4-2-16,6 8-32 0,5 6-12 15,0 3-41-15,8 3-33 0,7 2-34 16,7-1-10-16,6-7-2 0,9-4-9 0,3-11-23 16,7-9-26-16,3-10-3 0,6-13-15 15,2-9 17-15,4-13-2 0,1-7 3 16,2-16 33-16,1-13-6 0,-4-4-12 0,-1-10-15 15,-4-5-15-15,-2-6-18 0,-6-5-31 16,0-5 10-16,-7-2-13 0,1-5 15 16,-5-4-9-16,-7-2 19 0,-6-1 8 15,-9-2-12-15,-12-1-6 0,-4 2-48 16,-17 4 38-16,-11 9 35 0,-11 8-11 16,-5 11 38-16,-5 12 40 0,-6 10-6 15,0 11 33-15,-4 8-24 0,-3 7-25 16,-1 6 3-16,-2 12 43 0,-2 7-30 15,1 9-34-15,1 7-14 0,-2 4-5 16,5 2-8-16,7 2-10 0,3-4-12 16,6 1-39-16,7 0-75 0,6-5-80 0,10 1-158 15,7 0-172-15,5-1-191 0,8-3-552 16,1-9-117-16,2 3 1390 0</inkml:trace>
  <inkml:trace contextRef="#ctx0" brushRef="#br0" timeOffset="68018.419">3963 6498 183 0,'0'0'587'16,"0"0"-219"-16,0 0-111 0,0 0-81 0,0 0 932 15,-3-76-806-15,1 58-30 16,0 0-20-16,2 4-24 0,0 2 36 0,0 2-35 16,0 7-46-16,0 0-19 0,0 1-19 15,0 2-13-15,0 0-13 0,2 0-21 0,0 0-12 16,2 3-25-16,3 2-10 0,5 5 19 16,2 2 18-16,2 5-45 0,0 7 12 15,1 7-16-15,3 7 3 0,-1 9 16 16,0 6-28-16,-3 7 1 0,-5 1-30 15,1-1 8-15,-5-4-9 0,0-8-25 16,-1-6 23-16,1-13 1 0,2-6-14 16,-2-6 3-16,0-7-6 0,1 1 0 15,0-7-9-15,1-3-4 0,0-1 7 16,0 0 3-16,3-5-16 0,1-6 37 16,4-9-1-16,-2-6 1 0,3-5-2 0,1-7-19 15,-3 0 0-15,1-5 3 16,-4 1 15-16,-1-2-13 0,-1 1-17 0,-6 3 0 15,-1 6 17-15,-1 4 1 0,-2 7 2 16,1 6 11-16,1 8-11 0,-3 4-18 16,4 4 7-16,-1 1 9 0,3 1 12 15,1 8 3-15,2 5 28 0,5 6 3 16,-3 8 26-16,2 5 7 0,-3 6-33 0,-2 4-7 16,-4 0-6-16,1-3-6 0,-3-3 6 15,1-7-2-15,1-8 35 0,1-7-8 16,-1-5-16-16,-1-4-9 0,1-3-3 15,2-3 9-15,3-3 4 0,-1-7 17 16,7-5 30-16,1-6 4 0,4-4-22 16,0-9-20-16,2-2-19 0,1-2-18 15,1-4-12-15,-2 5-9 0,4 1 2 16,0 5-23-16,-2 4-15 0,-2 2-37 0,1 6-36 16,-2 0-40-16,1 3-18 0,-5 0-31 15,2 3-186-15,-4 1-361 0,-3 4-701 16,-1-3-849-16</inkml:trace>
  <inkml:trace contextRef="#ctx0" brushRef="#br0" timeOffset="68242.147">5006 6288 108 0,'0'0'3118'0,"0"0"-2598"15,0 0-246-15,0 0-8 0,0 0 25 16,0 0 50-16,79 0 14 0,-51 4-88 15,1-1-79-15,4 1-46 0,0-1-22 16,2-2-53-16,-2-1-25 0,-3 0-40 16,0-3-2-16,-1-2-39 0,-3-1-55 0,1-1-39 15,-2-2-24-15,-3 0-40 0,-1 2-40 16,-4-2-62-16,-4 5-243 0,-4 1-490 16,-4 2-343-16,-5 1-582 0</inkml:trace>
  <inkml:trace contextRef="#ctx0" brushRef="#br0" timeOffset="68419.469">5401 6330 2214 0,'0'0'1044'0,"0"0"-822"0,0 0-133 16,-16 67 22-16,12-39 216 0,1 4 30 15,1 3-48-15,-2 2-100 0,3 3-44 16,-1 0-28-16,1 0-24 0,-2 0-40 16,0-1-28-16,-1-4-32 0,1-2-13 15,-2-5-19-15,4-5-48 0,1-6-79 16,0-5-83-16,3-9-87 0,7-3-108 0,6-1-288 15,-3-10-618-15,13-15-665 0</inkml:trace>
  <inkml:trace contextRef="#ctx0" brushRef="#br0" timeOffset="68747.743">5917 6275 2526 0,'0'0'1272'0,"0"0"-942"15,0 0-146-15,0 0 24 16,0 0 142-16,0 0-17 0,0 0-89 15,-53 79-102-15,35-49-69 0,0 1-31 0,0 0 4 16,2-2-16-16,5 0-12 0,3-5-18 16,5-5-1-16,3-2-1 0,1-3-10 15,9-1 12-15,3-1-1 0,4-2-13 0,2 0 13 16,1-2-1-16,3 0-10 0,-4-2 0 16,2-1-31-16,0 1 10 0,-5-1 3 15,-2 1 2-15,-3-1 7 16,-2 1 6-16,-2 0 13 0,-4-1-19 0,-3 3 18 15,0-1-17-15,0 5 20 0,-8 1 15 16,-4 2 6-16,0 1-9 0,-6 1-12 16,-2-1-18-16,-1 1-18 0,-3-3-7 15,-3 0-18-15,-2-2-18 0,-3-2-45 16,-1-3-59-16,-5 2-96 0,-1-6-260 0,6 0-628 16,-14-3-722-16</inkml:trace>
  <inkml:trace contextRef="#ctx0" brushRef="#br0" timeOffset="69301.004">7257 6103 2764 0,'0'0'449'0,"0"0"-223"16,0 0-26-16,0 0 62 0,0 0 86 0,82 21-14 15,-47-13-100-15,5-4-41 0,-1-1 6 16,3-3-11-16,0 0-72 0,-3-7-53 16,-2-3-20-16,-1 1-42 0,-4-6-1 0,-3 2-15 15,-5 0 3-15,-2 0-51 0,-5 0-98 16,-4 2-49-16,-4 2-53 0,-5 5-122 15,-4 0-296-15,0 3-589 0,-6 1-554 0</inkml:trace>
  <inkml:trace contextRef="#ctx0" brushRef="#br0" timeOffset="69509.405">7511 6198 2583 0,'0'0'438'0,"0"0"-205"0,-6 74-16 16,6-37 80-16,0 7 68 0,1 6-51 0,2-2-33 15,0 2-69-15,0 1-78 0,-3-6-45 16,0-2-37-16,0-4-52 0,0-7-28 16,0-8-63-16,0-6-22 0,0-8-71 15,0-4-75-15,0-6-129 0,3 0-363 0,0 0-654 16,-3-6-494-16</inkml:trace>
  <inkml:trace contextRef="#ctx0" brushRef="#br0" timeOffset="69649.074">7573 6523 3067 0,'0'0'411'0,"0"0"-217"0,0 0 23 16,0 0 128-16,88-25-35 0,-64 21-116 15,-2 1-83-15,4-2-50 0,-2 0-45 16,-1 1-16-16,-1 0-34 0,-2 0-24 0,-1 4-81 16,-9 0-70-16,-1 5-99 0,-8 9-126 15,-1 4-138-15,-4-1-454 0,-18 19-249 0</inkml:trace>
  <inkml:trace contextRef="#ctx0" brushRef="#br0" timeOffset="69817.394">7594 6819 1038 0,'0'0'781'0,"0"0"-363"0,0 0-165 0,0 0 37 15,0 0 101-15,0 0 14 0,0 0-106 16,0 0-109-16,0 0-122 0,0 0 91 0,0 0-28 16,29 13-54-16,9-28-21 0,4-4-55 15,3-2-1-15,3-3-25 0,4 1-12 16,0-3-3-16,-3 0-112 0,3-4-136 15,-6-2-147-15,-11 7-578 0,12-13-882 0</inkml:trace>
  <inkml:trace contextRef="#ctx0" brushRef="#br0" timeOffset="70080.259">8566 5957 3458 0,'0'0'521'15,"0"0"-367"-15,0 0-35 0,0 0 11 0,0 0 108 16,-68 84-16-16,44-40-29 16,-2 10-65-16,-3 10-40 0,-1 5-12 0,-5 9-12 15,-3 7-21-15,-2 8-25 0,-6 4-17 16,-2 1 0-16,-3 6 2 0,-3-1-2 16,5-1-1-16,0-5-10 0,9-7-48 15,5-10 22-15,6-16-4 0,9-14-18 16,7-16-27-16,3-14-62 0,6-9-15 0,4-11-50 15,1-6-85-15,12-16-235 0,-1 1-494 16,15-30-464-16</inkml:trace>
  <inkml:trace contextRef="#ctx0" brushRef="#br0" timeOffset="70210.862">8404 6709 2387 0,'0'0'1364'0,"0"0"-1163"0,0 0-81 16,88-40 170-16,-59 31 99 0,1-2-74 0,-1 0-38 15,3-2-113-15,-2-1-94 0,3-2-70 16,2 0-21-16,2 1-119 0,-1-2 19 0,1 4 33 16,-6-2-148-16,-6 3-148 15,-8 3-549-15,0 3-580 0</inkml:trace>
  <inkml:trace contextRef="#ctx0" brushRef="#br0" timeOffset="70419.064">8528 6692 1881 0,'0'0'715'16,"0"0"-438"-16,0 0-87 0,-20 73 119 16,20-45 109-16,6 4-87 0,5 3-20 15,0 2-39-15,1 2-58 0,0 1-82 16,1 6-37-16,-3 1-41 0,-4 3-14 16,-5 3-13-16,-1-3-27 0,0-4-42 0,-7-4-65 15,0-10-49-15,1-7-25 0,2-8-22 16,-1-7-116-16,4-8-310 15,-2-2-649-15,2-14-647 0</inkml:trace>
  <inkml:trace contextRef="#ctx0" brushRef="#br0" timeOffset="70578.739">8572 6918 3365 0,'0'0'509'0,"0"0"-307"15,0 0-27-15,0 0 70 0,92 7-8 16,-68-6-28-16,1 1-29 0,1-2-67 15,2-3-104-15,1-8-9 0,3-1-30 16,0-4-59-16,2 1-76 0,2-1-74 16,2 3 48-16,3 2-69 0,-10 3-843 15,12 1-868-15</inkml:trace>
  <inkml:trace contextRef="#ctx0" brushRef="#br0" timeOffset="70975.054">10518 6519 3146 0,'0'0'426'0,"0"0"-151"16,16 75-20-16,-10-38 16 0,-1 7 13 0,-1 3-47 15,-3-3-47-15,0-3-56 0,-1-4-61 16,0-5-40-16,0-8-33 0,0-8-10 16,0-6-51-16,0-8-112 0,0-2-60 15,0-2-72-15,2-8-190 0,-2 1-612 16,0-19-918-16</inkml:trace>
  <inkml:trace contextRef="#ctx0" brushRef="#br0" timeOffset="71130.09">10292 6300 2760 0,'0'0'723'0,"0"0"-417"16,0 0-155-16,0 0 104 0,9-77 34 15,10 63-89-15,4-1-89 0,4 3-105 16,3 0-6-16,5 3-65 0,1 2-113 16,2 0-117-16,3 3-153 0,-11 0-334 0,17 4-789 0</inkml:trace>
  <inkml:trace contextRef="#ctx0" brushRef="#br0" timeOffset="71399.928">10941 6291 3320 0,'0'0'419'0,"0"0"-287"0,0 0 86 15,0 0 180-15,-26 75-4 0,22-57-138 16,1-4-125-16,3 3-82 0,0-4-37 16,4-2 7-16,7 1 5 0,1-2-23 0,5-1-1 15,2 2 0-15,1-1 0 0,3-1 1 16,-1 1 1-16,0 1-2 0,-2-3-11 15,-3 3-1-15,-1-4 11 0,-3 5-10 16,-3-4 10-16,-4 3 2 0,-6 2 1 16,0 2 38-16,-9 0-39 0,-5 3-1 15,-5-1-3-15,-1 0-24 0,-6 1-28 16,1-5-3-16,-2 2-18 0,0-2-13 0,-2-4-24 16,-1 1-49-16,-1-4-54 0,-3 0-84 15,8 0-268-15,-19-1-879 0</inkml:trace>
  <inkml:trace contextRef="#ctx0" brushRef="#br0" timeOffset="72043.587">12651 6147 2877 0,'0'0'441'0,"0"0"-196"0,0 0-55 15,0 0 89-15,0 0 25 0,0 0-41 16,0 0-103-16,0 0-83 0,-82 50-40 16,55-23-13-16,-2 6-3 0,3-1-2 15,4-3-1-15,2-3-4 0,7-4-14 16,5-4-3-16,6-6-21 0,2-4 2 16,10 3 9-16,6-2 13 0,1 1 0 0,5-5 2 15,3 3-2-15,2 1-40 16,0-1 39-16,2 1-19 0,-1 0 20 0,-4 1 0 15,-5 3 0-15,-1-1 0 0,-4 2 21 16,-6 2 28-16,-1 0 22 0,-7-1 5 16,0 2 1-16,0-1 2 0,-8-1-34 15,-5 1-11-15,-2-1-19 0,-3 0-15 16,-2-2-33-16,-1-1-25 0,1-3-49 16,0-2 0-16,4-3-24 0,3 1-8 15,2-5-55-15,3 0-81 0,5-9-177 0,-1-3-250 16,4 2-538-16,0-20-637 0</inkml:trace>
  <inkml:trace contextRef="#ctx0" brushRef="#br0" timeOffset="72281.231">12947 6331 718 0,'0'0'2435'15,"0"0"-2071"-15,0 0-194 0,0 0 142 0,0 0 63 16,27 97-29-16,-24-58-58 0,4 7-86 15,-2 7-8-15,0 7-57 0,-2 6-40 16,2 5-34-16,-1 9-23 0,0 5-10 16,3 5-17-16,1 5-13 0,-3-5-24 15,1-2-9-15,-1-13-34 0,-1-10 12 16,0-17 7-16,-1-13-7 0,1-11-8 16,-1-10-47-16,0-9-2 0,0-5-25 0,0-7-56 15,0-12-90-15,5-9-151 0,-2-9-203 16,-1 5-178-16,0-20-681 0</inkml:trace>
  <inkml:trace contextRef="#ctx0" brushRef="#br0" timeOffset="72519.384">13029 6348 886 0,'0'0'1377'0,"0"0"-992"16,0 0-38-16,0 0-21 0,0 0-2 15,0 0-43-15,0 0-36 0,82-39-77 16,-60 47-72-16,1 5-43 0,-2-1 15 15,-5 6-19-15,0 0 16 0,-4 3 2 16,-5 4 35-16,-6 2-4 0,-1 4-16 16,-7 4-57-16,-7 0-23 0,-6 1-2 15,-3-2-15-15,1-3-44 0,-3-5-20 0,4-8 5 16,2-5-9-16,2-10 3 16,4-3-74-16,1-7-72 0,6-8-31 0,5-10-45 15,1-7-91-15,4 5-184 0,9-27-618 0</inkml:trace>
  <inkml:trace contextRef="#ctx0" brushRef="#br0" timeOffset="72754.134">13490 5703 2436 0,'0'0'631'0,"0"0"-427"0,0 0-9 16,0 0 162-16,0 0 32 0,0 0-75 15,53 74 27-15,-45-31-117 0,-2 10-35 16,-1 9 38-16,1 5-63 0,-5 3-40 15,-1 1-27-15,0 2-43 0,-4-3-37 0,-3-7-17 16,0-3-24-16,1-12-91 0,3-9-30 16,1-12-9-16,2-9 11 0,5-11 3 15,5-3-34-15,4-4-83 0,-1-11-97 16,6-6-115-16,0-4-309 0,-2 3-691 16,9-16-234-16</inkml:trace>
  <inkml:trace contextRef="#ctx0" brushRef="#br0" timeOffset="72900.638">13822 6311 646 0,'0'0'2200'0,"0"0"-1563"0,0 0-261 0,0 0-87 16,22 81 12-16,-20-56-14 16,-2 1-35-16,0 0-51 0,-2-2-42 0,-1 0-44 15,-2-6-27-15,2-5-46 0,2-2-42 16,-1-7-30-16,2-3-70 0,-1-1-76 0,-1-4-50 16,2-6-96-16,-3-4-225 0,2 1-606 15,0-10-649-15</inkml:trace>
  <inkml:trace contextRef="#ctx0" brushRef="#br0" timeOffset="73017.737">13829 6186 2722 0,'0'0'784'0,"0"0"-443"15,0 0-143-15,0 0 130 0,0 0-56 16,0 0-8-16,0 0-56 0,0 0-147 16,0 0-61-16,0 0-40 0,62-12-94 0,-39-8-77 15,3-9-159-15,-6 7-417 0,13-21-1466 0</inkml:trace>
  <inkml:trace contextRef="#ctx0" brushRef="#br0" timeOffset="73265.197">14337 5747 2103 0,'0'0'1702'0,"0"0"-1473"0,-20 68-106 16,13-33 151-16,-1 7 117 0,0 5-12 15,1 2-62-15,3 5-118 0,-1 2-75 16,1 6-33-16,3 1-21 0,1 2-34 15,1-5 24-15,9-5 12 0,0-15-29 16,2-13-34-16,-1-8-9 0,0-7-24 16,0-6-7-16,-2-3-47 0,-1-3-40 15,0 0-15-15,-1-5-3 0,-6-6 36 0,2-2-33 16,-3-4-80-16,0-1-132 16,-7-1-175-16,-5-1-145 0,-4-2-96 0,-2 0-49 15,2 6-275-15,-17-17 261 0</inkml:trace>
  <inkml:trace contextRef="#ctx0" brushRef="#br0" timeOffset="73388.847">14095 6142 1161 0,'0'0'680'0,"0"0"23"16,0 0-176-16,0 0 27 0,0 0-141 0,0 0-85 16,0 0-68-16,0 0-11 0,0 0-44 15,86-20-77-15,-52 20-43 0,-1 0-27 16,2 0-27-16,-4 0-31 0,1 0-49 16,0 0-91-16,-3 0-95 0,-1 0-118 15,-6 0-304-15,7 0-810 0</inkml:trace>
  <inkml:trace contextRef="#ctx0" brushRef="#br0" timeOffset="73569.551">15166 6613 4803 0,'0'0'729'0,"0"0"-384"0,0 0-38 16,0 0-96-16,0 0-90 0,0 0-37 0,0 0-43 15,0 0-41-15,0 0-99 0,0 0-58 16,0 0-57-16,-26 0-133 0,16-2-729 16,-12 0-2256-16</inkml:trace>
  <inkml:trace contextRef="#ctx0" brushRef="#br0" timeOffset="89764.209">15890 6240 1163 0,'0'0'790'16,"0"0"180"-16,0 0-660 0,0 0 15 15,0 0-82-15,0 0-23 0,11 74-10 16,-8-49-17-16,-3 1-60 0,0 0-47 16,0-1-24-16,0-2-16 0,0 1-3 15,-1-6-13-15,-2-3-27 0,1-4-3 0,0-2-14 16,0-6-41-16,1 0-102 16,-1-3-57-16,-1-3-84 0,-1-5-166 0,-1 1-676 15,-3-16-535-15</inkml:trace>
  <inkml:trace contextRef="#ctx0" brushRef="#br0" timeOffset="89925.001">15825 5964 2992 0,'0'0'485'16,"0"0"-168"-16,0 0-21 0,0 0 108 16,0 0-75-16,0 0-114 0,0 0-99 15,0 0-83-15,91-11-33 0,-75 11-42 16,2 1-38-16,-2 4-125 0,1 4-99 15,-3 4-178-15,-2-2-524 0,-2 14-887 0</inkml:trace>
  <inkml:trace contextRef="#ctx0" brushRef="#br0" timeOffset="90167.341">16201 6404 2240 0,'0'0'1177'0,"0"0"-933"15,0 0-96-15,0 0 151 0,0 0 47 16,0 0-47-16,0 0-100 0,0 0-95 16,0 0-49-16,0 0-24 0,42 6-15 15,-31-6-16-15,1 0-67 0,2 0-105 16,2-6-89-16,3 1-160 0,1-2-239 0,-3 3-356 15,6-5-397-15</inkml:trace>
  <inkml:trace contextRef="#ctx0" brushRef="#br0" timeOffset="90508.573">16639 6314 2786 0,'0'0'427'15,"0"0"-121"-15,0 0 0 0,0 0 83 16,0 0-75-16,0 0-95 0,0 0-54 0,88 15-55 15,-61-33-42-15,4-4-23 0,0-4-45 16,-2-3-9-16,1-2-61 0,-4 0 9 16,-1 2-25-16,-6 5 22 0,-5 3-1 15,-5 7-5-15,-6 2 14 0,-3 4 54 16,-5 3 1-16,-9-1-63 0,-1 3 18 16,-2 3 37-16,-3 0 9 0,-2 7 3 15,-1 8 22-15,1 4-24 0,0 5 1 0,-1 5 38 16,1 5 12-16,5 4-9 0,1 3 22 15,3 2 15-15,3 2 0 16,1 2-16-16,6-5-12 0,3-2-9 0,2-5-7 16,10-8-15-16,5-4 16 0,4-6-34 15,6-5-3-15,2-5-23 0,6-5-50 16,4-2-38-16,1-3-60 0,5-7-75 0,-2-2-130 16,-10 1-295-16,12-5-895 0</inkml:trace>
  <inkml:trace contextRef="#ctx0" brushRef="#br0" timeOffset="90661.395">17407 6536 2146 0,'0'0'1131'0,"0"0"-836"16,0 0 27-16,0 0 135 0,0 0-74 16,0 0-92-16,0 0-138 0,0 0-116 15,0 0-37-15,0 0-98 0,0 0-67 0,35-8-71 16,-22 2-113-16,-5 1-209 0,11-6-939 0</inkml:trace>
  <inkml:trace contextRef="#ctx0" brushRef="#br0" timeOffset="91242.541">18843 5673 764 0,'0'0'2341'0,"0"0"-1844"0,0 0-251 16,0 0-3-16,0 0-22 0,0 0 17 15,0 0 58-15,34 92-94 0,-19-44-50 16,-1 6-48-16,-1 7-16 0,-2 3 9 0,0 4 12 15,-3 0-48-15,-2 1-13 0,1-5-23 16,0-3-4-16,-1-8-21 0,3-9 2 16,2-10 20-16,-2-9 2 0,1-7-6 15,2-5-3-15,-1-5 0 0,-1-8 13 16,5 0-16-16,-1-3-9 0,6-11 18 16,0-7 9-16,4-8-6 0,2-10-22 15,2-6-2-15,0-10-21 0,2-4-3 16,0-11-18-16,0-5-10 0,-1-3-26 15,-1-1-1-15,0 3 9 0,-5 7 10 0,-2 6 20 16,-4 10-8-16,-5 8-43 0,-4 10 0 16,-4 11-10-16,-4 6-27 0,0 10-65 15,-12 4-96-15,-2 4-177 0,-3 5-254 0,3 2-519 16,-11 11-314-16</inkml:trace>
  <inkml:trace contextRef="#ctx0" brushRef="#br0" timeOffset="91439.757">18958 6029 2100 0,'0'0'811'0,"0"0"-293"0,0 0-132 15,0 0-3-15,0 0-48 0,0 0 34 16,0 0-100-16,99 30-74 0,-67-28-49 0,3-2-43 16,2 0-37-16,5-4-50 0,1-3-16 15,2-1-27-15,2 0-30 0,4-1-62 16,-1 0-60-16,4-1-55 0,0 2-116 15,-13 2-304-15,18-4-874 0</inkml:trace>
  <inkml:trace contextRef="#ctx0" brushRef="#br0" timeOffset="92614.834">21027 5661 1334 0,'0'0'91'0,"0"0"1233"0,0 0-961 16,0 0-41-16,0 0-18 0,0 0 21 15,0 0-23-15,0 0-27 0,0 0-81 16,0 0-66-16,0 0-88 0,-40-22-25 16,15 32-12-16,-3 2 16 0,-4 7-1 15,-7 3 4-15,0 4-7 0,-4 2-12 16,-4 4 24-16,-3 4-5 0,0 4 11 0,-3 5-12 16,3 5 22-16,-1 2 15 0,6 4-3 15,3 2 30-15,6-1 6 0,10-3-22 16,10-5-23-16,7-6-37 0,9-10-9 15,1-3-30-15,13-8 2 16,9-8-5-16,3-7 33 0,10-7 0 0,5 0 24 16,1-15-12-16,0-3-9 0,0-5-3 0,-3-1-3 15,-4 0 1-15,-1-2-1 0,-7 3-12 16,-4 2-27-16,-8 6-1 0,-5 4 1 16,-4 1 40-16,-6 7-10 0,0-1 12 15,-3-2-19-15,-8 1 17 0,-3-1-22 16,-1-2 0-16,-4 2 6 0,3-2-2 15,-4 3 18-15,2-1 1 0,2 4-2 16,-2 1-12-16,4 1-15 0,-2 0-16 0,5 0-9 16,0 3-15-16,2 0-43 0,4 1-62 15,2 3-108-15,3-2-259 0,0 2-637 16,8 1-874-16</inkml:trace>
  <inkml:trace contextRef="#ctx0" brushRef="#br0" timeOffset="92777.194">21242 6056 2644 0,'0'0'565'0,"0"0"-101"15,0 0 86-15,0 0-110 0,0 0-112 16,0 0-111-16,0 0-99 0,0 0-84 16,0 0-34-16,0 0-49 0,72 41-85 15,-66-35-83-15,0 1-102 0,-1-1-268 16,-5 12-904-16</inkml:trace>
  <inkml:trace contextRef="#ctx0" brushRef="#br0" timeOffset="92932.614">21209 6291 897 0,'0'0'1701'0,"0"0"-1193"0,0 0 21 0,0 0-38 16,0 0-106-16,0 0-153 0,0 0-97 15,76 26-59-15,-45-26-76 0,3 0-52 16,6-6-151-16,2-5-152 0,-11 3-288 15,16-12-1122-15</inkml:trace>
  <inkml:trace contextRef="#ctx0" brushRef="#br0" timeOffset="93314.719">21677 5741 1747 0,'0'0'1648'0,"0"0"-1259"16,0 0-43-16,0 0-38 0,0 0-24 15,0 0-14-15,78 1-17 0,-41 4-58 16,1-3-74-16,0 2-57 0,1-4-10 0,-1 0-18 16,0 0-10-16,-1-7-26 0,-1 0-25 15,1-3-71-15,-4 1-77 0,-4 0-74 16,-5 2-83-16,-5 1-222 0,-9 2-452 15,-6 4-604-15</inkml:trace>
  <inkml:trace contextRef="#ctx0" brushRef="#br0" timeOffset="93478.764">22037 5717 1828 0,'0'0'790'0,"0"0"-359"16,0 0-39-16,0 0 45 0,-22 71-24 15,16-35-45-15,-3 9-33 0,3 6-42 16,-1 1-29-16,1 2-64 0,-2 0-43 15,2-2-33-15,0-5-64 0,2-4-60 16,0-6 0-16,2-7-75 0,2-8-64 0,0-5-49 16,4-7-33-16,2-1-53 15,0-6-203-15,2-3-304 0,-5 0-633 0,0-3-448 0</inkml:trace>
  <inkml:trace contextRef="#ctx0" brushRef="#br0" timeOffset="93653.916">21950 6210 1656 0,'0'0'1415'15,"0"0"-1026"-15,0 0-38 0,0 0 101 0,0 0-83 16,0 0-65-16,0 0-103 0,87-24-79 16,-59 24-67-16,0 0-52 0,2 0-3 15,-1 0-26-15,-2 0-32 0,0 0-73 16,-4 0-102-16,-4 5-71 0,-5 1-96 16,-6 1-319-16,-5-1-674 0,-6 10-294 0</inkml:trace>
  <inkml:trace contextRef="#ctx0" brushRef="#br0" timeOffset="93780.382">21957 6486 2244 0,'0'0'604'0,"0"0"-220"0,0 0 13 0,0 0 13 15,0 0-88-15,0 0-180 0,0 0-37 16,0 0-68-16,0 0-37 0,111 2-28 16,-71-9-83-16,5-4-38 0,2 0-71 15,1-1-82-15,-2-1-170 0,-13 4-620 0,16-2-780 16</inkml:trace>
  <inkml:trace contextRef="#ctx0" brushRef="#br0" timeOffset="94016.139">22868 6104 3966 0,'0'0'565'0,"0"0"-399"15,0 0-55-15,0 0 76 0,0 0 66 16,0 0-67-16,83-1-29 0,-37-5-51 16,7-2-45-16,4-3-22 0,2-2-12 15,-3 1-27-15,0-5-12 0,-4 1-18 16,-4-2-79-16,-6 0-82 0,-6 0-61 0,-8 1-90 16,-7 2-307-16,-8 2-813 0,-12-3-1197 15</inkml:trace>
  <inkml:trace contextRef="#ctx0" brushRef="#br0" timeOffset="94245.813">23258 5784 1129 0,'0'0'1157'0,"0"0"-371"0,0 0-362 0,0 0-26 16,0 0-71-16,0 0 1 0,91-25-81 16,-58 25-69-16,3 2-35 0,3 7 6 15,-3 2 22-15,-1 3-26 0,-3 0-36 16,-4 4-21-16,-5 0-37 0,-4 4-23 15,-5-1-3-15,-8 5-25 0,-4 1-18 16,-2 5-37-16,-9 2 7 0,-8 3-22 16,-5-1-12-16,2-2-5 0,-3-4 14 15,1-1-12-15,3-5-46 0,4-5-43 0,2-4-71 16,1-1-131-16,5-5-246 0,3-4-690 16,4-5-1076-16</inkml:trace>
  <inkml:trace contextRef="#ctx0" brushRef="#br0" timeOffset="94761.034">24235 5536 646 0,'0'0'808'0,"0"0"886"0,0 0-1318 15,0 0-57-15,0 0-2 0,0 0 7 16,0 0-35-16,98 78-56 0,-64-66-80 0,2-4-31 16,2-4-34-16,1-4-21 0,0 0-40 15,0-7-27-15,1-4-33 0,-1-5-92 16,-4 1-43-16,-2-2-52 0,-8 2-78 0,-5 1-86 16,-9 3-204-16,-5 3-453 15,-6 1-694-15</inkml:trace>
  <inkml:trace contextRef="#ctx0" brushRef="#br0" timeOffset="94971.714">24427 5649 630 0,'0'0'988'15,"0"0"-744"-15,-17 68 533 0,11-37-157 16,5 6-144-16,-1 5-111 0,-1 4-32 16,0 2-21-16,1 4-43 0,-6 3-64 15,2 1-44-15,-3-2-30 0,1-1-44 16,-1-4-47-16,5-7-23 0,1-6-17 15,3-6-30-15,0-6-10 0,0-10-26 0,2-3-65 16,1-7-73-16,-2-2-6 0,0-2-27 16,1 0-90-16,-1-4-129 0,2-4-81 15,0-4-251-15,-1 1-400 0,-2-9-26 0</inkml:trace>
  <inkml:trace contextRef="#ctx0" brushRef="#br0" timeOffset="95128.392">24364 6115 745 0,'0'0'176'0,"0"0"962"0,0 0-356 16,0 0-305-16,0 0-147 0,0 0-62 15,0 0 62-15,0 0-42 0,85-37-51 16,-57 41-77-16,3-2-53 0,3-1-31 16,2-1-42-16,6 0-34 0,1-7-23 15,2-5-74-15,0-1-118 0,-3-5-111 16,-3 0-180-16,-11 4-498 0,1-11-716 0</inkml:trace>
  <inkml:trace contextRef="#ctx0" brushRef="#br0" timeOffset="95418.849">23980 5134 1398 0,'0'0'387'15,"0"0"1071"-15,0 0-1061 0,0 0-16 16,0 0 3-16,97 13-44 0,-60-9-101 0,11-2-35 16,2-2-30-16,9 0-38 0,5 0-57 15,2-2-36-15,5-4-31 0,-1-4-11 16,4 2-1-16,1-3-15 0,-2-1-19 16,-2-1-8-16,-1 0-64 15,-5-4-55-15,-1 3-56 0,-5-1-132 0,-17 5-376 16,12-6-1099-16</inkml:trace>
  <inkml:trace contextRef="#ctx0" brushRef="#br0" timeOffset="95932.309">25958 6260 1797 0,'0'0'1278'16,"0"0"-914"-16,0 0-44 0,0 0-17 15,0 0-60-15,-12 87-33 0,-2-62-98 0,-6 0-29 16,-4 0-83-16,-2 3-88 0,-1-4-190 15,6-6-170-15,-10 7-681 0</inkml:trace>
  <inkml:trace contextRef="#ctx0" brushRef="#br0" timeOffset="98582.135">27559 5664 1728 0,'0'0'42'0,"0"0"710"0,0 0-491 16,0 0-4-16,0 0 72 0,0 0 11 0,0 0-4 15,0 0-67-15,0 0-74 0,-5-66-43 16,-6 66-63-16,-1 0-37 0,-5 0-24 16,-2 6 8-16,-4 6-8 0,-4 3-4 15,-2 4-8-15,-3 4 11 0,2 3 7 0,-2 5 9 16,-1 5-13-16,2 7-2 0,0 4 2 16,0 6-5-16,3-2-7 0,5 0-3 15,6-3-12-15,4-10 0 0,9-8-1 16,4-10-2-16,4-7-22 0,9-6 22 15,3-4 58-15,5-3-12 0,2 0 33 16,2-7-3-16,1-5-34 0,-2-3-30 16,-1 1-12-16,-3 1-33 0,-4 0-4 15,-1 1 10-15,-5 0 6 0,-4 5 19 16,-2 2 2-16,-2 1 3 0,-2 1 15 16,0-1 3-16,-9 2-19 0,-1-3-2 15,-6 4-26-15,-2-4-32 0,-3 4 10 0,-4-2-7 16,3 2 12-16,-2 1-6 0,1 0 4 15,5 0-20-15,4 0-20 0,0 0-23 16,6 0-51-16,2 4-48 0,4-1-85 16,2 1-149-16,0 1-252 0,8 1-627 0</inkml:trace>
  <inkml:trace contextRef="#ctx0" brushRef="#br0" timeOffset="98943.128">28080 5579 813 0,'0'0'391'0,"0"0"-251"0,0 0 3 15,0 0 966-15,0 0-620 0,0 0-167 16,0 0-103-16,0 0-23 0,0 0-36 0,0 0-18 15,0 0 8-15,-93 41-14 0,70-14 44 16,-2 4-8-16,2 1 12 0,0 0-19 16,0 7-34-16,2-1-6 0,0 3-13 15,0 2-15-15,3-1-33 0,2 1-25 16,2-5-12-16,5-4-11 0,4-5 2 16,3-4 6-16,2-5-6 0,0-3-17 15,7-4 2-15,5-3-3 0,4 0-14 16,4-4-31-16,2-3-40 0,7-2-21 15,-1-1-3-15,4-1-46 0,0-6-83 16,-2 3-130-16,-7 0-326 0,6-4-814 0</inkml:trace>
  <inkml:trace contextRef="#ctx0" brushRef="#br0" timeOffset="99440.977">28301 5600 1150 0,'0'0'1687'0,"0"0"-1181"15,0 0-116-15,0 0-79 0,0 0-51 16,0 0 18-16,0 0 5 0,0 0-65 16,105 38-33-16,-74-32-78 0,0 0-40 15,2-4-25-15,-2-2-18 0,3 0-24 0,-2-7-9 16,-5-2-100-16,-1 1-83 15,-3-3-24-15,-6 3-57 0,-6-3-138 0,-9 5-278 16,-2 3-677-16,-2-2-723 0</inkml:trace>
  <inkml:trace contextRef="#ctx0" brushRef="#br0" timeOffset="99614.691">28464 5668 2035 0,'0'0'644'0,"0"0"-150"0,-7 67-45 16,7-36 15-16,-2 6-66 0,2-1-44 15,0 3-91-15,0-3-80 0,0-3-44 16,0 0-57-16,0-3-57 0,0-5-25 16,0-1-28-16,-1-6-72 0,1-6-49 15,-2 0-55-15,-1 0-109 0,0-5-284 0,-1 0-719 16,-6-2-774-16</inkml:trace>
  <inkml:trace contextRef="#ctx0" brushRef="#br0" timeOffset="99765.461">28464 5970 2816 0,'0'0'507'0,"0"0"-348"16,0 0 147-16,0 0 156 0,82-17-131 15,-56 16-134-15,0 1-117 0,-2 0-62 16,-1 0-18-16,0 0-43 0,-7 0-71 0,0 0-173 16,-6 2-119-16,-5 1-295 0,-5 4-960 0</inkml:trace>
  <inkml:trace contextRef="#ctx0" brushRef="#br0" timeOffset="99926.588">28361 6174 1799 0,'0'0'1249'0,"0"0"-819"0,0 0 0 0,0 0-35 16,0 0-80-16,0 0-41 0,101 8-45 16,-58-11-92-16,2-7-73 0,4-3-64 15,0-4-13-15,5-2-87 0,-4-4-84 16,-2-2-128-16,-3 0-215 0,-11 4-828 15,6-8-1267-15</inkml:trace>
  <inkml:trace contextRef="#ctx0" brushRef="#br0" timeOffset="100193.511">29107 5461 1850 0,'0'0'338'15,"0"0"803"-15,0 0-735 0,36 70-44 0,-19-40-17 16,4 4-30-16,-2 0-85 0,3 1-68 16,-3 1-53-16,-1 2-42 0,-5 1-30 15,-3-2-21-15,-8 4-16 0,-2 1 0 16,-6 0 2-16,-10 0-2 0,-7 0 0 16,-2 2-52-16,-5 2-12 0,-2-3 16 15,-2 1-1-15,3-3-33 0,0-4-13 16,6-6 9-16,2-9-21 0,9-11-44 15,6-6-121-15,3-5-254 0,5-11-955 0</inkml:trace>
  <inkml:trace contextRef="#ctx0" brushRef="#br0" timeOffset="100367.535">29448 5898 1918 0,'0'0'1957'15,"0"0"-1450"-15,0 0-164 0,0 0 0 0,0 0-102 16,0 0-71-16,79-8-61 0,-43 3-72 16,0-1-37-16,6 0-34 0,-2 0-35 15,-2-1-95-15,-5 3-80 0,-5 2-80 16,-8-1-174-16,-7 3-266 0,-10 0-691 0</inkml:trace>
  <inkml:trace contextRef="#ctx0" brushRef="#br0" timeOffset="100531.423">29394 6084 2338 0,'0'0'753'0,"0"0"-341"0,0 0-52 0,0 0-12 15,0 0-31-15,0 0-22 0,0 0-44 0,99 13-110 16,-68-13-93-16,2-1-34 0,1-4-14 16,-4-2-52-16,-1 1-79 0,-3 0-44 15,-4-1-52-15,0-1-106 0,-6 4-297 16,5-5-881-16</inkml:trace>
  <inkml:trace contextRef="#ctx0" brushRef="#br0" timeOffset="101381.337">30221 5559 1175 0,'0'0'1851'0,"0"0"-1340"16,0 0-117-16,0 0-43 0,0 0 17 15,0 0-30-15,0 0-94 0,90 7-56 16,-56-7-60-16,0 0-61 0,3 0-22 16,-1 0-36-16,2-6-9 0,0 0-36 15,-4-3-52-15,-1 0-70 0,-4 0-61 16,-4-1-25-16,-8 4-76 0,-6 1-164 0,-6 0-227 16,-4 2-606-16,-2-2-564 0</inkml:trace>
  <inkml:trace contextRef="#ctx0" brushRef="#br0" timeOffset="101564.491">30437 5525 995 0,'0'0'160'0,"0"0"84"0,0 0 1012 16,0 0-796-16,-64 70-71 0,53-45-16 15,-1 4-13-15,5 2-34 0,1 2-49 16,2 5-23-16,0-1-38 0,1-1-9 16,0 0-68-16,1-4-79 0,-2-3-38 15,4-3-22-15,-1-3-18 0,-1-1-22 16,-1-3-72-16,-2-1-100 0,-3 1-56 15,-3 0-128-15,-1-1-335 0,1-5-679 0,-6 2-661 16</inkml:trace>
  <inkml:trace contextRef="#ctx0" brushRef="#br0" timeOffset="101756.53">30193 6031 1691 0,'0'0'523'0,"0"0"248"0,0 0-410 15,0 0-60-15,0 0 153 0,93-68-28 0,-68 58-140 16,4 2-102-16,1 1-77 0,2 1-16 15,1 2-11-15,-2 4-10 16,-3-2-41-16,-2 2-29 0,0 0-24 0,-1 0-7 16,-5 0-17-16,0 2-84 0,-4 4-94 15,-2 0-44-15,-3 1-67 0,-6 5-174 16,-5 0-262-16,0-2-418 0,-14 9-162 0</inkml:trace>
  <inkml:trace contextRef="#ctx0" brushRef="#br0" timeOffset="101908.673">30295 6234 772 0,'0'0'127'16,"0"0"3"-16,0 0 625 0,0 0 68 16,0 0-222-16,0 0-112 0,0 0-58 0,0 0-49 15,0 0-40-15,0 0-42 0,67 41-87 0,-37-40-89 16,2-1-57-16,2 0-28 16,2 0-39-16,1-7-15 0,3 2-88 0,-3-2-97 15,1-3-96-15,-9 4-190 0,11-3-978 16</inkml:trace>
  <inkml:trace contextRef="#ctx0" brushRef="#br0" timeOffset="102069.872">31418 6302 3587 0,'0'0'1811'0,"0"0"-1486"0,0 0-217 16,0 0-47-16,0 0-34 0,0 0-27 15,0 0-21-15,0 0-94 0,0 0-109 0,0 0-74 16,0 0-206-16,-63-14-795 16,43 8-1399-16</inkml:trace>
  <inkml:trace contextRef="#ctx0" brushRef="#br0" timeOffset="103204.288">6427 6649 2221 0,'0'0'1029'0,"0"0"-796"16,0 0-208-16,0 0-22 0,0 0 10 15,0 0-12-15,0 0 2 0,0 0-3 16,0 0-123-16,0 0-154 0,0 0-289 16,39 73-1094-16</inkml:trace>
  <inkml:trace contextRef="#ctx0" brushRef="#br0" timeOffset="103395.837">6430 6980 1375 0,'0'0'612'0,"0"0"412"0,0 0-561 0,0 0-93 0,0 0-112 16,0 0-146-16,0 0-76 0,0 0-36 15,0 0-25-15,0 0-112 0,0 0-122 16,63 27-130-16,-57-27-309 0,3 0-1040 0</inkml:trace>
  <inkml:trace contextRef="#ctx0" brushRef="#br0" timeOffset="108740.405">7125 5867 1706 0,'0'0'975'0,"0"0"-401"16,0 0-290-16,0 0-113 0,0 0 83 16,0 0 41-16,0 0-38 0,0 0-93 0,0 0-90 15,0 0-1-15,7 54 7 0,-3-26 33 16,2 4 55-16,0 5-70 0,1 5-37 15,3 1-7-15,-1 2-14 0,-1 4-4 16,4 1-12-16,-2 5-24 0,-1 3 3 16,-1 2-3-16,2 2-18 0,-4 3 15 15,1 2-18-15,-1 3 18 0,1-3-12 16,0-1 0-16,-1 2-4 0,3-3 19 16,2 1-2-16,-1-1 1 0,2-4 0 0,2 0-1 15,-2-5 2-15,2-2-21 0,1-1 19 16,-1-3-13-16,-1-3-10 0,-1 0-11 15,-1-3 9-15,-2 1 5 0,-2-3-5 16,0-1 2-16,0-1 7 0,-1-2-15 16,0-4 11-16,0 0 4 0,-1-8 17 15,-2-2-23-15,2-2 24 0,-4-4 0 0,2-5 0 16,-3-2 0-16,1-4-2 0,1-3 2 16,-2-3 10-16,0-1 17 0,0 0 4 15,0 0-7-15,0 0-24 0,0 0 24 16,0 0 7-16,0 0-10 0,0 0-6 15,0-1-5-15,0-3-10 0,0 4 0 0,0-2-1 16,0 2 1-16,0-2 0 0,0 1 1 16,0 0 1-16,0 1 0 0,0 0 0 15,0-1-2-15,1 1-22 0,2-4-5 16,0 4-7-16,2-3-8 0,3-2-16 16,2 0 12-16,3-2 19 0,3 0-1 15,2 3 4-15,2-3 2 0,1 4 10 16,0-1 10-16,1-1 1 0,3 2-33 15,-1 0 10-15,5-1 15 0,1 2 9 16,5-2 0-16,1 1-13 0,3 0 12 0,1 0 2 16,2-1 24-16,0 0-19 15,4 1-6-15,0 0 0 0,2 1 0 0,2 0 0 16,-1 2 1-16,3 0 9 16,1 0-10-16,1 0-1 0,3 0 1 0,-1 2 34 15,3-2-19-15,2 3 25 0,1 0-25 0,1-3-12 16,2 0-3-16,3 0-18 0,0 0 17 15,4 0-11-15,-2-1 11 0,4-2-1 16,-1 1-11-16,1 0 12 0,2 0 0 16,-1 0-1-16,3 1 0 0,0-1 2 15,1 0 0-15,1 2 1 0,2 0 2 16,0-1-2-16,-1 1 0 0,2 0-1 16,-1-2-1-16,-1 2-1 0,1-1-9 15,0 0 10-15,2-1 0 0,-1 1-2 16,2 1 0-16,-1 0 1 0,1 0 2 15,0 0 0-15,4 0 2 0,-1-2-1 16,0 2-1-16,1 0 12 0,-3 0-12 16,2 0-29-16,-1 0 12 0,0 0 16 0,2 0 2 15,0 0 13-15,1 0-12 0,-2 2-1 16,4-2 1-16,-1 0 12 0,3 0-13 0,-1 1-1 16,0 2 2-16,-1 0 1 15,0-2-3-15,0 4-6 0,1-3 4 0,-1 0 1 16,0 0-2-16,2-2 3 0,-1 2 0 15,5-2 1-15,0 0 11 0,0 0-9 16,3-2-2-16,3 0 11 0,-3-2 7 16,0 1-19-16,1 0 0 0,-4-3-25 15,1 3 25-15,-1-1 1 0,-1-1-1 16,1 1 0-16,0 0 1 0,1-1 18 16,-1 1-18-16,0 1 2 0,-1-3 9 15,2 1 6-15,1 0-18 0,-2-2-3 0,1 1-9 16,-1-2 11-16,3-1 1 0,-3 1 0 15,3-3 12-15,-1 3-12 0,2-1 2 16,-1 2 10-16,0 0-11 0,-1 0 18 16,0 1-19-16,-2 0-2 0,-2 1-16 15,1 0 18-15,-2-2 1 0,-3 2 0 16,1-2 12-16,-3 1 2 0,-2 1 0 0,0-2-12 16,-2 2 25-16,-3-1-28 0,-3 0 2 15,1-1 1-15,-6 2-2 0,-3-1-1 16,0 1-8-16,-6 0 8 0,-1 0 0 15,-4 0 0-15,-4 1 0 0,-2-1 12 16,-6 2 0-16,-3-1-11 0,-5 1 0 16,-7 1 1-16,-8 0-2 0,-6 2-1 15,-7 0-14-15,-7 0-16 0,-3 0 10 16,-3 0 21-16,0 0-18 0,-3 0 0 16,-3 0 18-16,-2 0 22 0,0 0-10 0,0 0 3 15,2 0 13-15,3 0-10 16,0 0-6-16,3 0 4 0,0 0-16 0,0 0 0 15,0 0 0-15,0 0-1 0,2 0 1 16,1 0-19-16,0 0-8 0,1 0 27 16,0 0 11-16,0 0 10 0,-1 0-19 15,-1 0-1-15,-1 0 0 0,1 0 0 0,-1 0 1 16,1 0 0-16,1 0-1 0,1 0 18 16,0 0-17-16,2 0 10 0,1 0-9 15,0-1-2-15,-2 1-1 0,2-2-2 16,1 2 0-16,-2 0 2 0,2 0 3 15,0 0-1-15,-2-1 10 0,1 1-10 16,0 0-2-16,-2-1-1 0,1 1-2 16,-1 0 0-16,2-2 0 0,-1 2-18 15,0 0 18-15,-2 0-22 0,1-1 13 16,0 1 11-16,-2 0 1 0,1 0 1 0,-1 0 1 16,2-2 13-16,-1 2-12 0,1 0 10 15,0-2-13-15,2 1-28 0,3-1 27 16,1 0 0-16,4 0 1 0,1 0 18 15,2-1-8-15,-1 1-10 0,-1-1-1 16,2 3-2-16,-3-2-10 0,3 0 13 0,-1 0 0 16,3 1 1-16,2-3 38 0,0 3 34 15,3-1-55-15,1-1-18 0,2 1 0 16,1 2 18-16,4-3-16 0,2 2 13 16,3 0-14-16,3-1-1 0,1-1 0 15,4 1 12-15,2 0-12 0,1-1-12 16,1-1 12-16,5 1 2 0,1-3-1 15,2 1 1-15,2 1 10 0,-1 0-9 0,5-1-1 16,-1-1 13-16,2 2-2 0,3 0-12 16,-2-1 0-16,4 1 17 0,-2 0 3 15,3 1-9-15,1-1 0 0,2 1-9 16,1-1 10-16,2 1-13 0,1-1-2 16,1-2-2-16,2 2-8 0,1-2 12 15,3 0-2-15,0-3 2 0,4 2 2 16,3-3 0-16,1 1-1 0,5 0 27 15,0-3-13-15,0 4-12 0,3-3-1 0,1 1-2 16,-1-1-19-16,0 2 18 0,4 1 1 16,-2-2 0-16,2 3 0 0,2-1-11 15,-1 0 10-15,4 1 0 0,-1 1 1 16,2 2 0-16,2-3 18 0,-1 2-18 16,3-1-25-16,-1 1 13 0,2 0 12 0,2 0 2 15,1 1 23-15,1-1-23 0,2 1-1 16,-1 0 28-16,3 4-11 0,-1-4-6 15,-1 4-12-15,1 0-24 0,-1-2 18 16,2 2 6-16,0-1 1 0,2-3 0 16,1 4 1-16,-1-1 10 0,1-2-12 15,-1 1 1-15,2 2-1 0,-3-1-9 16,0 0 7-16,-1-2-13 0,3 1 14 0,0 1 2 16,1-2 10-16,2 2-10 0,1 1 11 15,-1-2 4-15,0 2-16 0,1 0-27 16,0 0 14-16,0 0 13 0,0-3 0 15,1 3 1-15,0-1 11 0,1 1-9 16,-2 0-1-16,0 0-1 0,-2 0-1 0,1-1-12 16,-1 1 9-16,-3-1 2 0,3-1 0 15,0 1 1-15,-1 1 0 0,2 0 12 16,-1 0-11-16,-3 0-1 0,-2 0-12 16,0 3 12-16,-4-2 0 0,-3 4 0 15,-2 1 1-15,-3-3 17 0,1 2 10 16,-4 1-7-16,-4 1-3 0,-1 0-17 15,-2-2-1-15,-4 2-24 0,1-1 21 16,-4 0-9-16,-2-2 12 0,-3 1 0 16,-4-2 3-16,-2-1 12 0,-6 1-13 15,-5-1 19-15,-2 0-6 0,-7 0-3 16,-4-2 3-16,-10 0 0 0,-2 0-11 0,-6 0 8 16,-8 0 0-16,-4 0-12 0,-1 0-3 15,-4 0-9-15,-2 0 10 0,-7-4 0 16,-1 2 2-16,-4-1 0 15,-2 1 12-15,-6 1 15 0,0-1 6 0,-1 2 25 0,-2-4 20 16,0 3 13-16,3-5-67 0,-3 0 9 16,2-3-31-16,-2-1 1 0,0-1-3 15,2 0 0-15,-1-2-24 0,2 1 12 16,0-4-6-16,2 1-15 0,0-3 15 16,1-1 16-16,0-3 0 0,0-2-10 15,-1-1-1-15,4-6 10 0,-3 2 1 16,-1-3 0-16,1-2-10 0,2-3-24 15,0 0 3-15,-1-2 6 0,3-5 5 16,3-2-11-16,-1-1-9 0,0-2-7 16,0 1 7-16,0-1-1 0,-1 1 19 15,-3 1 3-15,0 1 3 0,-2-3-1 0,1-2-11 16,-3 1 0-16,2-2-1 0,-3-3 1 16,2 3 29-16,0-2 0 0,0-2 1 15,2 1-34-15,-1 0-8 0,-1-3 14 0,3 5-11 16,-1 2 38-16,-2-1 1 0,0 7 21 15,-4 1 6-15,-1 3 7 16,0 1-1-16,0 4-5 0,-4 0 2 0,-2 3-18 16,-2 0-12-16,2 2-10 0,-1-2-23 15,1 1 5-15,1 1-11 0,-2 0 14 16,2 0 13-16,0 2 12 0,2 0-20 16,0 4 19-16,0 1 2 0,-1 5 10 15,-1 3 7-15,0 0 52 0,2 4-27 0,-3 4 12 16,4 1-4-16,-1 3-14 0,-2 2-7 15,2-1-12-15,-1 1-18 16,4 2 0-16,-3 0-18 0,3 0-18 0,0 0-10 16,0 0-2-16,0 0 2 0,0 0 19 15,-2 0 8-15,2 5 1 0,-3-3 17 16,0 3 1-16,1 0 21 0,-1 2 1 0,-1-1 2 16,0-1-9-16,-2 2 6 15,0-1-21-15,0 0 0 0,1 0 0 0,-4 0 3 16,-1-2 12-16,1 0-14 0,-1 0 1 15,0 0 10-15,1-3 6 0,1 1 3 16,-2 1-18-16,3-2-3 0,-4 1 1 16,6-1 1-16,-5-1 17 0,1 0-19 15,-1 0-14-15,-2 0 10 0,-1 0 2 16,-4 0-22-16,0-1 6 0,-3 1 18 16,-5-2 0-16,-4 2-24 0,-1 0-13 15,-2 0 25-15,-4-1 11 0,-3-2-26 0,-1 1-16 16,-3-3 0-16,-1 1 31 15,-1-3 12-15,0 2 0 0,-3-2 1 0,1 1 1 16,-2 0 1-16,-1-2 12 0,0 2-4 16,-2 0-11-16,0-1-3 0,-2-1-16 15,-1 2 1-15,0 0 0 0,-2 1 16 16,2-2-17-16,-3 0 7 0,0 0 1 0,2 0 10 16,-1-1 0-16,1 1 1 15,3 0 11-15,-3 1-11 0,2 0-3 0,0-2-15 16,1 1 3-16,-1 1 14 0,3 0-2 15,0-1-10-15,-1 0 11 0,3 1-19 16,2-1 19-16,-1 0-13 0,2 0 2 16,2 1 1-16,-1 0 11 0,0 0-11 15,3 0 12-15,-1 2-15 0,0 1 3 16,2-3 12-16,-1 3 1 0,1 0 0 0,0 3 2 16,2-2 10-16,-1-1 1 0,1 1-13 15,0 1 1-15,2-1-1 0,-2 0 2 16,2 2-3-16,-2-2-1 0,0 0-2 15,-1-1 3-15,0 2-1 0,-1-1-2 16,0 1 3-16,0-2-12 0,-1 0-3 16,-3 1 15-16,2 0 1 0,-2-1 12 15,2-1-10-15,-2 1 12 0,4 1 0 0,-3-1-13 16,0-1 1-16,0 2 12 0,1-2-15 16,-2-1-2-16,-3 2 0 0,1-1-11 15,-2 2 1-15,-1-3 10 0,-4 2-22 16,1 0 24-16,-3-1 0 0,0 2 0 0,-3 1-1 15,-2-3 0-15,-2 4-24 0,-3-1 24 16,-1 1 1-16,-1 0 2 0,-2 0 10 16,-2 0 10-16,1 0-22 0,-2 0 0 15,-2 0 0-15,1 1 0 0,1 3 0 16,-2-4 12-16,1 2-12 0,-1-1 1 16,3-1 1-16,2 0-1 0,-4 0 2 15,4 2-3-15,-3-2-21 0,2 0 8 16,-2 0 12-16,3 0 1 0,-2 0 0 15,3 2 3-15,-1-2-1 0,1 0 1 16,0 0 12-16,4 0-12 0,0 1 9 0,0 1-9 16,4-1 0-16,-1 1 13 0,2-1-16 15,1 0 1-15,0 2 1 0,3-3-1 0,1 2-1 16,0-1 0-16,-1 1 0 16,0-1-16-16,2-1 16 0,-2 2 1 0,2-1 1 15,-1 3-2-15,0-2-1 0,3 1 1 16,-1 0 0-16,1 0 0 0,0 2-1 15,0-1 1-15,-1 2 19 0,1-2-1 16,2 2-6-16,-1-2-11 0,-2 3 2 16,3 0 13-16,-2-2-14 0,-1 2-1 15,2 0 2-15,-2 0-1 0,-2-1-2 16,0 1-2-16,0 1-10 0,-2-1 12 16,-1 0-1-16,-1 1 1 0,-2 1 0 15,1-1 2-15,-1 1 1 0,-2-1-1 16,-2 2 9-16,2-1-10 0,-4 1-1 0,2 2 12 15,-3-3 3-15,0 1-15 0,-2 0 0 16,1 0-11-16,-3 1 11 16,3-1 2-16,-2-1-2 0,-2 3-14 0,1-2 12 15,-2 2 0-15,0-2 2 0,0-1 2 16,-1 1-1-16,0 0 2 0,1 0 0 16,-2-1-3-16,1 3-2 0,0-1 0 0,-3-1-1 15,2 0 3-15,0 2-3 0,-2-2 3 16,1 0 2-16,0 1-2 0,-1 1-15 15,0-4 12-15,2 4 3 0,-1-3 2 16,2 1 0-16,2-2 10 0,2-1-11 16,1-1 14-16,2-1-13 0,0-2 0 15,2 1 13-15,1-1-14 0,2-1-1 16,1 1-11-16,1 0 8 0,1 0-12 16,-1 0 13-16,-1 0 0 0,2 1-10 0,-1-2-4 15,-1 2 13-15,0-1-12 0,0 0 15 16,0 3 0-16,0-3 2 0,2 0-1 15,-1 0 0-15,-1 1-1 0,3-2 19 16,-1 1-18-16,2-1 1 0,-1 3-1 0,2-5-1 16,-2 5-2-16,3-3-10 15,0 2 11-15,0-3 2 0,2 3 0 0,-2-2 1 16,2 2-2-16,-3-2-2 0,1 2-1 16,3-2 1-16,-3-1-1 0,-1 1 2 15,1 1-1-15,0-3 1 0,0 2 1 16,-2 1 0-16,3-2 1 0,-4 1 1 15,2 1-1-15,-1-3 2 0,-1 3 0 16,0 0 7-16,-1-2-10 0,0 1-3 16,-3 1 3-16,1 0 0 0,0 0 0 15,-3 0-2-15,0 1 1 0,0-3-11 16,-2 3 12-16,-1-1 0 0,-3 1-12 0,2 0 12 16,1 0 2-16,-2 1-2 0,-2-1-1 15,1 1 1-15,0 1 0 0,0-3 2 16,-2 2 10-16,1 0-10 0,0 1 0 0,-1-3 0 15,-2 4 0-15,-2-2-1 16,1 2-2-16,-5-2-11 0,2 0 11 16,-2 2 2-16,-1-2-1 0,0 2 0 0,1-2 0 15,1 1 1-15,0-1-1 0,1-1 0 16,1-1 0-16,0 1 0 0,3-1-2 16,-1 1 2-16,0-2 0 0,-1 2-12 15,2-1-3-15,-2 1-19 0,-1 1 19 16,0-3-10-16,0 3 22 0,0 1 2 15,0-1-2-15,1 0-8 0,3 0 11 16,-1 0 3-16,2 0-1 0,-2-1 10 16,6 1 10-16,-1 0-7 0,0-3-13 0,2 0 0 15,0 1 0-15,2-2-2 16,0 0-3-16,-1-1 1 0,1 2 1 0,-1 0-1 16,2-1-1-16,0-1 1 0,0 0 1 15,0 0 1-15,2 0 0 0,-1 0 12 0,-1-3 0 16,3 0 0-16,-3 2-9 0,2-4 10 15,1 3-11-15,-1-3 15 0,-2 1-17 16,2 1 0-16,-2-2 0 0,0 2-1 16,-3 0-30-16,2-1 13 0,-4 3 15 15,-1-1-15-15,-2 1 15 0,0 1 2 16,0 0 1-16,0 0 1 0,-4 0 1 16,2 2 13-16,-3 0-14 0,1 2 11 15,-2 2-11-15,3-4 0 0,-2 3 15 16,1-2-15-16,1-1-1 0,-2 1-3 0,1 0 2 15,0-2-12-15,-2 1 11 0,4 1 0 16,-3-2 0-16,3 0-1 0,-1 1-9 16,2 1 12-16,-2-3 0 0,2 0-1 15,2 0 1-15,1 0 0 0,0 2 0 16,0-2 1-16,3 0-1 0,-2 1-2 0,1-1-23 16,1 0 10-16,-2 0 15 0,3 0-2 15,2 0 0-15,0 0-1 0,3 0-9 16,-1 0 11-16,2 2 1 0,2-2-13 15,-1 0 12-15,-1 1-2 0,2-1 1 16,0 2-10-16,1 1 11 0,1-1-2 16,-2 3 1-16,1-2 2 0,2 1-1 0,-2 1 1 15,1 1-18-15,2-1 16 0,-3-2-11 16,3 3 13-16,1 1 1 0,-1-1 0 16,4 1 0-16,-1 1 1 0,2-2 1 15,1 0 1-15,0 0-1 0,3 0-1 16,-2 0 1-16,4-1 12 0,-2 1 0 15,2-2-2-15,1 1-12 0,1 0 2 16,-1 0-2-16,4 0-1 0,0-2 1 16,2 1 2-16,1-2-2 0,1 0 2 15,3-1-2-15,-3 0 14 0,1 1-15 16,1-1-1-16,0 2-20 0,0-2 20 0,0-1-18 16,1 4 16-16,0-2 0 0,-1 1-9 15,1-1 10-15,1 3-16 0,-1-3 15 16,2 3 2-16,-2-4 1 0,5 2 0 15,-1 0 1-15,1-2 1 0,3 2-2 16,2-2 1-16,0 0-1 0,2-1 0 0,4 1 0 16,-1-1 2-16,5 1 1 0,1-1 0 15,4 2 24-15,2-2-11 0,5 0 11 16,0 0-6-16,0 0-21 0,0 0-12 16,0 0 12-16,3 0 1 0,0 0-1 15,2-2 0-15,0 0-15 0,-1 2 12 16,1-2-14-16,-1-1 16 0,-1 3 1 15,0 0-2-15,0 0 1 0,-2 0 1 16,-1-1 1-16,2 1 1 0,-1 0 1 16,-1-2-3-16,0 1-65 0,0-1-42 15,0 0-202-15,0-1-319 0,-10-3-873 0</inkml:trace>
  <inkml:trace contextRef="#ctx0" brushRef="#br1" timeOffset="113672.154">1776 9032 241 0,'0'0'222'16,"0"0"1599"-16,0 0-1485 0,0 0-140 0,0 0 23 15,0 0 88-15,0 0 10 0,0 0-84 16,0 0-44-16,0 0-64 0,-17-8-41 15,25 8-40-15,6 0-1 0,6 0 41 16,6 0 5-16,7 0 16 0,3 0-34 16,3 0-31-16,0 1 28 0,3-1-25 15,1 0-1-15,-1 0-8 0,1-5 12 16,-3-2-22-16,-1-1 7 0,-3-3-19 16,-2 1-11-16,-9 1-1 0,-3 0-27 15,-5 3-102-15,-5 0-98 0,-3 3-104 0,-5 3-148 16,-1 0-330-16,-3 0-720 0</inkml:trace>
  <inkml:trace contextRef="#ctx0" brushRef="#br1" timeOffset="113914.462">2137 9140 196 0,'0'0'2228'0,"0"0"-1870"0,0 0-210 0,0 0 51 16,-10 67 104-16,10-43 61 0,1 2-141 15,5 1-100-15,4 2-30 0,-3 4 32 16,0 2 8-16,1 5-50 0,-1-1-15 16,-3 7-46-16,0-3-19 0,-1-2 0 15,0-3-3-15,0-4-27 0,0-9-1 16,0-5-24-16,0-3-50 0,4-6-31 0,-1-5-32 16,-1-1-46-16,1-4-12 0,0-1-88 15,1 0-236-15,-1-1-251 0,0-4-588 16</inkml:trace>
  <inkml:trace contextRef="#ctx0" brushRef="#br1" timeOffset="114317.168">2718 9417 1714 0,'0'0'733'15,"0"0"-151"-15,0 0-313 0,0 0-65 0,0 0 109 16,0 0 29-16,0 0-56 0,0 0-140 16,0 0-72-16,-77-20-31 0,61 26 6 15,2 1 37-15,-3 5-55 0,4 2-20 16,-3 4-11-16,6 4 0 0,1 2 15 16,2 1 10-16,7-3-23 0,0-4-2 15,0-4-16-15,1-6-11 0,8-3-16 16,0-4 9-16,2-1 28 0,6-3 6 0,2-7 0 15,3-5-37-15,-1-3-55 16,1-4-22-16,0-2-10 0,-2 4 28 16,-3 2 18-16,0 2 16 0,-1 9 12 0,-4 2-13 15,-2 5 63-15,1 1 22 0,-3 9 87 16,-1 1-15-16,0 3-10 0,-1 3 46 16,-2-1-16-16,-1-1-31 0,0 1 21 0,0-4-33 15,-2-5-31-15,2-1-40 0,-1-5-9 16,1-1-40-16,-1-1-7 0,5-10-57 15,4-1-54-15,2-12-124 0,-1 6-297 16,7-20-981-16</inkml:trace>
  <inkml:trace contextRef="#ctx0" brushRef="#br1" timeOffset="114528.339">3028 8903 2223 0,'0'0'1182'0,"0"0"-1061"15,0 0-86-15,-18 67 205 0,15-36 181 0,0 4-99 16,1 3-91-16,2 5-102 0,0 4-43 16,4 7-4-16,-3 4-18 0,2 3-21 0,-3-5-37 15,1 0-6-15,1-6-27 0,1-11-98 16,3-3-56-16,1-11 3 0,1-8 2 16,3-8-16-16,0-5-93 0,2-4-254 15,0-7-547-15,0-2-686 0,1-15 1148 0</inkml:trace>
  <inkml:trace contextRef="#ctx0" brushRef="#br1" timeOffset="115109.75">3333 9249 1835 0,'0'0'1315'0,"0"0"-831"16,0 0-333-16,0 0-12 0,0 0 112 16,0 0 22-16,-89 75-53 0,67-53-85 0,2 0-64 15,1-3-53-15,5-2-18 0,1-3-11 16,3 0-26-16,1-1-21 0,3-1-72 15,3-4-24-15,-1-2 27 0,4-3 25 0,0-3 8 16,4 0-9-16,5-2-4 0,4-3 107 16,3 1 20-16,3-2-20 0,4 2-47 15,0 1-22-15,1 3-13 0,-1 0 51 16,2 3 12-16,-4 3 18 0,1 0 1 16,-5 1 76-16,0-1 18 0,-2-1-56 15,-1 0-1-15,-2 0-12 0,0-3 6 16,-1-2-31-16,-2 1-154 0,-2-1-86 15,3 0-195-15,-3 0-17 0,-1 0-10 16,1 0-93-16,-1 0-161 0,-2 0 48 16,-1 0 498-16,3 0 170 0,-3 3 440 15,1-1 160-15,2 0-138 0,1 1-17 0,0-3 1 16,2 0-27-16,1-3-109 0,3-4-97 16,0-2-61-16,4-7-7 15,1-2-44-15,2-6-64 0,0 0-37 0,0-2-2 16,-1-2 1-16,-5 3 1 0,-1 5-12 15,-6 3 12-15,-5 4 26 0,-2 5-1 0,0 1 35 16,-9 6-41-16,-1 1 31 16,-4 0-16-16,-1 6 44 0,-4 8 6 0,2 7 19 15,-2 4 2-15,-1 5-25 0,1 2-24 16,-1 4-10-16,5-1 12 0,0 0 31 16,6-4 0-16,4-3-43 0,2-6-40 15,3-3-6-15,5-3-37 0,5-5 19 16,5-1-25-16,4-4-9 0,4-4-49 15,1-1-4-15,8-1 43 0,1 0-18 16,0-1-193-16,2 0-31 0,1 1-139 0,-4 0 256 16,-8 0-265-16,-5 2-1293 0</inkml:trace>
  <inkml:trace contextRef="#ctx0" brushRef="#br1" timeOffset="115422.038">2053 10229 889 0,'0'0'2569'0,"0"0"-2117"16,0 0-342-16,0 0-47 0,0 0 87 16,0 0 68-16,0 0-116 0,0 0-81 15,0 0 56-15,105-5 55 0,-44-4-3 16,8 0-34-16,6 2-34 0,3 0 43 0,5 2-16 15,7 0-63-15,2 3-7 0,5-2-18 16,1 3 0-16,3-2 2 0,-1 0-4 16,0 2 2-16,-5-3-2 0,-1 3-10 15,-7 1 1-15,-5 0 11 0,-8 0 0 16,-10 5-43-16,-7-2-58 0,-11 1-5 16,-4 0 2-16,-4-2 2 0,-7 4-5 0,-5-1-10 15,-4 0-38-15,-6-2-62 0,-6 3-191 16,-3-3-284-16,-7 4-809 0</inkml:trace>
  <inkml:trace contextRef="#ctx0" brushRef="#br1" timeOffset="116314.708">5926 9055 13 0,'0'0'1995'0,"0"0"-1609"0,0 0-83 15,0 0 64-15,0 0 31 0,0 0-72 16,0 0-93-16,0 0 8 0,-94-1-70 15,65 15-47-15,-1 6-44 0,-2 6-28 0,-1 4-18 16,0 2 12-16,0 5 19 0,0 4 30 16,2 2 15-16,1 3-49 0,6-1-25 15,3 3-5-15,3 1-16 0,4-3-5 0,5 1-10 16,4-9-12-16,5-4-3 16,0-9-9-16,2-7-19 0,5-6 12 15,6-5 16-15,0-6 4 0,5-1 10 0,2-1 2 16,1-7 41-16,2-3-42 0,-3-6-10 15,0 1-45-15,-1-1 6 0,-3 0-15 16,-2 1 12-16,-5 5 15 0,-3 2 37 16,-6 3 1-16,0 3 33 0,-6 2 3 15,-6 0-37-15,-5 0-15 0,-3 1 11 16,-5 0-20-16,1 0 21 0,-2 1-13 16,3 0 14-16,3 3-25 0,1-1-1 15,6 2-3-15,2-3-24 0,2 3-47 16,6-3-77-16,1 0-67 0,2 3-166 0,5 0-243 15,5 1-452-15,0-4-584 0,9-2 1649 16</inkml:trace>
  <inkml:trace contextRef="#ctx0" brushRef="#br1" timeOffset="117025.735">6147 9261 1167 0,'0'0'2295'0,"0"0"-1880"0,0 0-262 0,0 0-27 15,0 0 58-15,0 0 17 0,0 0-80 16,0 0-60-16,0 0-61 0,0 0-15 16,0 0-19-16,83 36-102 0,-73-30-84 15,-3 4-105-15,-1 1-247 0,-5-1-749 16,1-1-761-16</inkml:trace>
  <inkml:trace contextRef="#ctx0" brushRef="#br1" timeOffset="117148.931">6185 9535 1694 0,'0'0'1462'16,"0"0"-1254"-16,0 0-180 0,0 0 116 0,0 0 143 0,0 0 12 16,0 0-100-16,0 0-103 0,0 0-49 15,0 0-32-15,92 62-15 0,-74-67-44 16,3-5-145-16,1-1-106 0,-6 2-201 0,8-10-839 16</inkml:trace>
  <inkml:trace contextRef="#ctx0" brushRef="#br1" timeOffset="117335.034">6583 9163 3041 0,'0'0'1070'0,"0"0"-921"0,0 0 34 15,0 0 73-15,99 25-31 0,-72-20-73 0,2-4-51 16,0-1-52-16,3 0-49 0,-2-6-22 15,3-1-102-15,2-3-63 0,-2-2-148 0,-3 0-276 16,-8 3-695-16,-5-1-996 0</inkml:trace>
  <inkml:trace contextRef="#ctx0" brushRef="#br1" timeOffset="117514.895">6793 9243 1694 0,'0'0'811'16,"0"0"-245"-16,0 0-288 0,0 0 77 15,-19 83 111-15,18-58-41 0,1 3-87 16,0-2-85-16,0-2-107 0,0 1-106 16,-2-3-40-16,1-2-31 0,1 0-51 0,0-3-91 15,0 0-48-15,0-1-96 0,0-3-259 16,0-5-586-16,0 2-598 0</inkml:trace>
  <inkml:trace contextRef="#ctx0" brushRef="#br1" timeOffset="117661.917">6767 9551 1296 0,'0'0'1265'0,"0"0"-508"16,0 0-550-16,0 0-77 0,0 0 134 16,0 0-12-16,86-55-66 0,-64 52-40 0,3-2-59 15,-1 0-84-15,-1 4-3 0,-2 0-44 16,-3 1 10-16,-5 0-49 0,-1 2-88 16,-8 6-98-16,-1 2-87 0,-3 7-157 15,-6-2-233-15,-4 1-639 0,-10 6 406 0</inkml:trace>
  <inkml:trace contextRef="#ctx0" brushRef="#br1" timeOffset="117784.337">6829 9725 352 0,'0'0'2080'0,"0"0"-1581"0,0 0-332 0,0 0 15 0,0 0 155 15,0 0 0-15,0 0-95 0,0 0-53 16,0 0-74-16,0 0-38 0,97 32-46 16,-71-39-31-16,1-3-15 0,2-5-140 15,-3 2-81-15,6-6-122 0,-9 2-343 16,10-8-1359-16</inkml:trace>
  <inkml:trace contextRef="#ctx0" brushRef="#br1" timeOffset="117990.905">7378 9462 2714 0,'0'0'1726'16,"0"0"-1528"-16,0 0-167 0,0 0 46 0,0 0 82 15,0 0 101-15,0 0-62 16,95-8-110-16,-67-2-61 0,-1-5-27 0,2-1-1 16,0-4-32-16,-2 1-80 0,-1-4-57 15,-3 3-44-15,-4-3-93 0,-3 5-155 16,-6 4-314-16,-3-1-629 0</inkml:trace>
  <inkml:trace contextRef="#ctx0" brushRef="#br1" timeOffset="118227.122">7554 9182 215 0,'0'0'2837'0,"0"0"-2387"0,0 0-320 16,0 0 27-16,0 0 98 0,0 0 14 15,0 0-21-15,0 0-76 0,79 37-58 16,-57-21-41-16,0-2 1 0,-1 2 2 16,-1-1 4-16,-2 1-26 0,-3 1-14 15,-1-2-16-15,-6 3 4 0,-2 1-7 0,-5 3-6 16,-1 5-13-16,-7 4-1 0,-6 4-1 15,-5 1-42-15,-1-2-50 0,-1 0-11 16,0-7-16-16,2-1-19 0,1-6-40 16,2-6-1-16,5-3-1 0,2-6-96 15,5-5-234-15,1-5-239 0,2-2-928 0</inkml:trace>
  <inkml:trace contextRef="#ctx0" brushRef="#br1" timeOffset="118461.85">8250 9166 2342 0,'0'0'2105'0,"0"0"-1775"0,0 0-284 16,0 0 141-16,0 0 42 0,0 0 63 16,80 33-105-16,-48-33-105 0,3-4-52 15,4-3-18-15,0-5-12 0,3-1-15 16,-6-4-130-16,-5 3-46 0,-5-1-15 15,-7 3-66-15,-6 4-235 0,-6 4-495 16,-7-2-398-16</inkml:trace>
  <inkml:trace contextRef="#ctx0" brushRef="#br1" timeOffset="118615.824">8381 9176 1251 0,'0'0'1106'0,"0"0"-474"0,0 0-376 15,-27 86-11-15,23-48 175 0,1 5-22 0,1 2-58 16,2 4-79-16,0 2-44 15,0 1-52-15,0 0-38 0,0-4-66 16,0-1-58-16,-1-8 13 0,-1-5-16 0,2-7-18 16,0-7-18-16,0-6-71 0,0-9-69 15,5 0-50-15,1-5-23 0,3-5-187 16,-4-2-655-16,2-15-1128 0</inkml:trace>
  <inkml:trace contextRef="#ctx0" brushRef="#br1" timeOffset="118794.909">8347 9537 1911 0,'0'0'2099'16,"0"0"-1804"-16,0 0-292 0,0 0 136 15,0 0-9-15,95 6-6 0,-62-14-29 16,2-3-95-16,3-2-59 0,-2-3-135 0,-1-1-50 16,-3-1-85-16,-6-1-170 0,-9 4-493 15,0-10-468-15</inkml:trace>
  <inkml:trace contextRef="#ctx0" brushRef="#br1" timeOffset="119036.365">7966 8957 1213 0,'0'0'2290'0,"0"0"-1955"15,0 0-93-15,0 0 221 0,77-13-48 16,-47 6-85-16,5 0-121 0,1-1-42 0,4-1-34 16,-1 2-30-16,1-2-25 0,3 0-23 15,-1 0-34-15,3-1-21 0,-1 3-11 16,1-2 8-16,-2 1-24 0,-1 0-46 16,-7-3-81-16,1 6-31 0,-2-3-3 15,-2 2-58-15,-6 0-293 0,-6 2-798 16,-4-2-1343-16</inkml:trace>
  <inkml:trace contextRef="#ctx0" brushRef="#br1" timeOffset="119583.973">10125 9859 1554 0,'0'0'1648'0,"0"0"-1390"15,0 0-213-15,0 0-23 0,0 0 149 16,0 0 100-16,0 0-111 0,-13 75-160 15,6-51-31-15,0 0-171 0,-1 1-78 0,-3-1-86 16,1-2-182-16,0-4-223 0,1-6-615 16,1-4 1017-16</inkml:trace>
  <inkml:trace contextRef="#ctx0" brushRef="#br1" timeOffset="120285.715">11281 8838 293 0,'0'0'2712'0,"0"0"-2345"0,0 0-173 0,0 0 141 0,0 0 19 16,52 97-72-16,-45-54-75 0,0 4-69 15,-3 3-50-15,-4 1-5 0,0-1-10 16,-4 3-21-16,-3-2-21 0,-2 0 2 15,1-6-33-15,-4 0-13 0,2-9-8 16,3-5-65-16,1-5 1 0,-1-8 14 16,6-6 29-16,-1-7 2 0,2-4-22 15,0-1 4-15,0 0 18 0,0 0 28 0,0-3-1 16,6-6-11-16,5 2 12 16,2-3-4-16,3 1-9 0,3 3-21 0,0 1 18 15,1 4-1-15,-4 1 29 0,1 0 34 16,-3 4-16-16,-3 3 22 0,-2 0 10 15,-3-1 14-15,-3 1 22 0,-1 4-28 16,-2-3 7-16,0 4 5 0,-8-2 3 16,-2 0-18-16,-3 0-9 0,-3-1-18 15,-1-2-28-15,-1 0-19 0,-1-2-45 0,0-1 0 16,2-2-18-16,-2 0-4 0,4-2-18 16,-2 0-53-16,6-6-13 0,-1-3-88 15,5-5-213-15,6-5-614 0,-1 5-810 16,4-12 1618-16</inkml:trace>
  <inkml:trace contextRef="#ctx0" brushRef="#br1" timeOffset="120747.697">11696 9363 1570 0,'0'0'1329'16,"0"0"-980"-16,0 0-59 0,0 0 173 16,-6 78-1-16,-5-54-68 0,0 1-91 15,3-2-93-15,-1-4-58 0,5-2-55 16,1-6-88-16,3-5-9 0,0-3-52 0,0-1-2 15,3-2 14-15,8 0-36 0,-1-3 3 16,5-5-15-16,4-7 0 0,2-1-13 16,-2-1-6-16,3 0 6 0,1 3 9 15,-3 5 12-15,2 8 21 0,-2 1 10 16,0 5 27-16,0 7 22 0,-1 6 70 16,-3 2-5-16,1 7-10 0,-3 0 19 15,2 4-22-15,-3 2-9 0,0 4 9 16,-3 0-9-16,-3 5 3 0,-1 1 24 15,-6 4 3-15,0 0-6 0,-10 2 6 0,-6-2 6 16,-1 3-9-16,-6-5-9 0,0 0-13 16,0-4-20-16,0-6-1 0,1-9-6 15,6-7 9-15,-1-5 1 0,4-10 2 0,-3-4-9 16,3-1-18-16,-4-11-6 16,2-5-45-16,1-10-7 0,1-7-23 0,3-3 17 15,3-6-27-15,5 1 21 0,2 1 10 16,12 1-4-16,2 2-27 0,6 2 8 15,2 3-23-15,4 0-14 0,3 2-8 16,1 3-69-16,3 2-94 0,-1-2-144 16,3 4-211-16,-9 5-449 0,12-3-642 0</inkml:trace>
  <inkml:trace contextRef="#ctx0" brushRef="#br1" timeOffset="121371.069">12788 9369 2684 0,'0'0'453'0,"0"0"-175"0,0 0 39 16,0 0 48-16,0 0-41 0,0 0-83 15,81 16-85-15,-52-34-55 0,2-6-49 0,4-9-30 16,-2-1-22-16,-1-4-28 0,-2 4-42 16,-7 1-16-16,-4 3-21 0,-5 6 42 15,-5 4-43-15,-6 4 37 0,-3 4 24 16,-4 3-2-16,-8 4 24 0,-2 0-9 16,-4 5 21-16,-3 0 13 0,-1 0 40 15,0 9 25-15,-1 6-13 0,3 4 23 16,4 7 17-16,-1 8 1 0,3 3-13 0,2 7 9 15,5 1 5-15,3 0-20 16,2-4-7-16,2-3-30 0,0-6-22 0,6-7-15 16,4-5-28-16,3-7-39 0,5-10-67 15,5-3 11-15,2-5-12 0,4-10-66 16,0-4-184-16,-10 3-573 0,5-12-664 0</inkml:trace>
  <inkml:trace contextRef="#ctx0" brushRef="#br1" timeOffset="121530.669">13215 9146 1542 0,'0'0'977'16,"0"0"-321"-16,0 0-433 0,0 0 97 0,0 0 105 15,0 0-59-15,68 84-61 0,-47-64-78 16,1 1-99-16,4-4-91 0,1-4-37 16,2-4-16-16,3-6-109 0,1-3-46 15,4-12-69-15,1-7-168 0,-9 2-706 0,7-18-1143 16</inkml:trace>
  <inkml:trace contextRef="#ctx0" brushRef="#br1" timeOffset="121710.136">13647 8960 1732 0,'0'0'1789'16,"0"0"-1445"-16,0 0-212 0,-89 84 94 0,62-45 106 16,-1 4-6-16,5 0-21 0,0 0-77 15,4-4-61-15,6-2-79 0,3-6-73 16,3-7-15-16,6-4-82 0,1-8-115 15,0-2-19-15,8-8-22 0,5-2-23 16,7-12-188-16,-2 0-612 0,11-27-1066 0</inkml:trace>
  <inkml:trace contextRef="#ctx0" brushRef="#br1" timeOffset="121927.872">13985 8578 205 0,'0'0'2822'0,"0"0"-2245"0,0 0-457 0,-14 76-6 16,6-36 166-16,4 9 136 0,-1 1-50 16,5 3-76-16,0 4-107 0,2 0-62 0,4-1-30 15,2 0-27-15,-1-4-37 0,1-5-21 16,2-6-6-16,1-7-27 0,1-9-88 16,3-6 27-16,1-8 0 0,0-9-22 15,2-2-45-15,-1-4-32 0,-3-10-105 16,-1-3-198-16,-6 3-277 0,-4-9-696 0</inkml:trace>
  <inkml:trace contextRef="#ctx0" brushRef="#br1" timeOffset="122093.405">13780 9041 1501 0,'0'0'783'0,"0"0"-90"0,0 0-383 16,0 0 14-16,0 0 54 0,0 0-58 15,0 0-66-15,0 0-82 0,0 0-12 16,0 0 17-16,0 0-39 0,85 50-32 0,-36-53-54 15,0-6-40-15,1-2-12 0,1-2-33 16,-4-1-53-16,-1 2-121 0,-4 1-63 16,-3 0-134-16,-13 5-602 0,4 2-983 0</inkml:trace>
  <inkml:trace contextRef="#ctx0" brushRef="#br1" timeOffset="122461.85">15058 9020 323 0,'0'0'2125'0,"0"0"-1639"16,0 0-245-16,0 0-95 0,0 0 245 15,0 0-7-15,85 47-70 0,-44-36-67 16,3-3-102-16,7-7-44 0,3-2-37 0,5-11-27 15,-1-6-31-15,1-6-6 0,-4-1-101 16,0-6-86-16,-5-2-81 0,-6 0-194 16,-13 4-688-16,2-9-1279 0</inkml:trace>
  <inkml:trace contextRef="#ctx0" brushRef="#br1" timeOffset="122661.961">15501 8735 466 0,'0'0'2552'0,"-38"77"-2118"16,25-32-64-16,0 10 94 0,0 9-22 16,0-1-28-16,5 2-186 0,0-3-134 15,1-4-45-15,4-6-49 0,3-10-19 16,0-10-51-16,4-13-33 0,8-10-12 0,5-9 35 16,5-4-11-16,4-14-56 0,4-9-90 15,1-8-178-15,0-8-328 0,-8 10-520 16,8-23-199-16</inkml:trace>
  <inkml:trace contextRef="#ctx0" brushRef="#br1" timeOffset="123020.125">15904 8322 1516 0,'0'0'1920'0,"0"0"-1663"0,0 0-100 16,0 0 223-16,9 71 29 0,-9-28-19 15,0 9-58-15,-7 9-65 0,-1 2-62 16,-2 4-69-16,-4 1-51 0,2-1-31 0,-1-5-54 15,-1 1 0-15,4-9-24 16,2-9-54-16,3-8-7 0,5-9 9 16,0-13 13-16,0-5-13 0,8-6 13 0,0-4-4 15,5-4 7-15,2-8 23 16,3-8 10-16,2-2-7 0,2-6 4 0,-3 0-3 16,-1-1 20-16,-1 5-5 0,-1 1-2 15,-5 9 19-15,-2 4-13 0,-3 10 14 16,-1 0 39-16,0 12 10 0,-2 7 48 15,3 4 6-15,-3 6-12 0,-2 2-24 0,1 4-7 16,-1-5 4-16,2-1-16 16,1-5-30-16,1-5-18 0,2-5-18 15,1-2 0-15,1-4 0 0,0-4-43 16,1-4-57-16,1 0-39 0,1-8-19 0,4-3-108 16,0-2-414-16,-3 2-785 0,4-7-1200 0</inkml:trace>
  <inkml:trace contextRef="#ctx0" brushRef="#br1" timeOffset="123482.65">16378 8891 1140 0,'0'0'3054'16,"0"0"-2636"-16,0 0-261 0,-14 87 36 15,7-57 182-15,2-1-50 0,-1-4-98 16,4-6-118-16,0-4-87 0,2-4-22 15,0-1-2-15,0-3-23 0,4-3-2 0,-1-1 0 16,3-2-45-16,2-1-13 0,1 0 12 16,3-4 1-16,1-6 8 0,4-1 22 15,-2-1 11-15,1-1 1 0,-3 3 3 16,-1 1-1-16,-3 2 25 0,-3 5-27 0,-2-1 15 16,0 3 15-16,-2 0 45 0,-1 5 19 15,-1 2 12-15,0 4-3 0,0-3-31 16,0 3 3-16,0-1 16 0,0-4-31 15,0 1-30-15,3-6-30 0,3 0 3 16,3-1 13-16,4 0 14 0,1-6 0 16,5-6-29-16,1 0-4 0,2-2 15 15,-1 3 0-15,0-1-10 0,0 4 7 16,-1-1 0-16,-4 6 12 0,1 1 9 16,-4 2 42-16,-1 0-17 0,-2 3 8 15,-3 4 6-15,1 4 7 0,-2-1-22 16,-3 2-21-16,2 1-1 0,-4-1 10 0,1 1 4 15,-1 1-16-15,-1-3-18 0,0-1-15 16,0-1-76-16,0 1-58 0,-1 1-52 16,-4 1-132-16,2-4-394 0,-6 9-784 0</inkml:trace>
  <inkml:trace contextRef="#ctx0" brushRef="#br1" timeOffset="123796.233">17443 9310 303 0,'0'0'4003'0,"0"0"-3503"16,0 0-350-16,0 0-101 0,0 0 6 15,0 0-15-15,0 0-40 0,0 0-12 16,0 0-126-16,0 0-228 0,0 0-341 15,20-9-1273-15</inkml:trace>
  <inkml:trace contextRef="#ctx0" brushRef="#br1" timeOffset="125581.27">19323 8574 914 0,'0'0'401'16,"0"0"775"-16,0 0-925 0,0 0-77 15,0 0 57-15,0 0 132 0,0 0-22 16,0 0-39-16,0 0-69 0,0 0-44 16,17-11-29-16,-20 11-3 0,-2 0-32 15,-4 3-33-15,-2 0-37 0,-2 4-19 0,-2 4-8 16,-4 1-13-16,-3 0 0 0,-1 3-15 15,-1 3 2-15,-2 1-1 0,1 3 2 16,-1 3-2-16,0 3-1 0,-1 6 3 16,0 1-3-16,1 3 3 0,2 2 12 15,0 0-14-15,3 0-1 0,4-4 3 16,2-1 12-16,5-4 9 0,4-5-8 16,3-3-13-16,3-6-1 0,3-3 0 0,6-2 1 15,2-3 9-15,3-2-9 0,2-6 18 16,3-1-6-16,0 0-13 0,3-5 20 15,0-7-1-15,-3-1-19 0,1 0 16 16,-4-2-17-16,-3 2-1 0,-4 4-1 16,-1 0 1-16,-5 4 0 0,-3 2-3 15,0-1 3-15,0 3-1 0,-3-4-5 0,-5 2-21 16,-1-3-1-16,1 0-11 0,-4 1 18 16,-1-1-7-16,1 1 10 0,-2-1-25 15,3 6-27-15,-2-1-33 0,1-1-11 16,2 2-2-16,-1 0-37 0,3 0-33 15,0 2-74-15,2 3-170 0,3 0-211 16,2 1-491-16,1-2-509 0,1 2 1471 0</inkml:trace>
  <inkml:trace contextRef="#ctx0" brushRef="#br1" timeOffset="129868.818">18896 8469 604 0,'0'0'163'0,"0"0"492"15,0 0 128-15,0 0-260 0,0 0-163 16,0 0 1-16,0 0-42 0,0 0-64 16,0 0-88-16,0 0-15 0,39-44-62 0,-19 27-28 15,3 0-3-15,-1 1 15 0,-1 3 3 16,-2 1 2-16,1 0-20 0,-2 2-13 15,2 0-6-15,-3 0-1 0,-3 3-5 16,2 2-10-16,-3 0 4 0,1-1-27 16,1 2-1-16,-2 2-12 0,1 1-13 15,0 1-17-15,-2 0 2 0,1 3 6 16,-1 7 10-16,1-1 8 0,-1 3 15 16,-1 0-2-16,-2 1-12 0,1 0 15 15,0-3 9-15,-2 0-9 0,3-1-1 0,1-2-1 16,0-4 2-16,1 1 30 0,4-4 3 15,2 0-5-15,0-4-28 0,2-3-67 16,2 0-32-16,1-3-11 0,0-2-54 16,0 2-59-16,-2-1-81 0,-5 1-173 15,-1 0-249-15,0-3-627 0</inkml:trace>
  <inkml:trace contextRef="#ctx0" brushRef="#br1" timeOffset="130436.319">19810 8821 1383 0,'0'0'699'16,"0"0"309"-16,0 0-679 0,0 0 60 0,0 0-27 15,0 0-21-15,0 0-82 0,0 0-78 16,0 0-62-16,85 54-52 0,-74-53-42 16,1-1-25-16,-1 0-17 0,-3 0-109 15,-2 0-100-15,0 0-95 0,-4 0-203 16,-1 0-549-16,-4 6-590 0</inkml:trace>
  <inkml:trace contextRef="#ctx0" brushRef="#br1" timeOffset="130580.868">19779 9032 150 0,'0'0'1725'0,"0"0"-1022"0,0 0-243 16,0 0-42-16,0 0-23 0,0 0-99 0,0 0-115 15,0 0-73-15,0 0-58 0,82 56-21 16,-57-53-29-16,2-3-83 15,3 0-110-15,4 0-108 0,-9-4-236 0,15-1-917 16</inkml:trace>
  <inkml:trace contextRef="#ctx0" brushRef="#br1" timeOffset="131770.848">20534 8353 293 0,'0'0'180'0,"0"0"-144"15,0 0-17-15,0 0-2 0,0 0 146 16,0 0 185-16,0 0-227 0,0 0-85 0,0 0 29 16,0 0 91-16,-3-11 26 0,3 10 4 15,0 1-18-15,0 0-22 0,0-2 13 16,0 2 51-16,0 0 29 0,0 0 5 0,0 0 25 16,0 0-52-16,0 0-17 0,0 0 20 15,0 0-34-15,0 0-20 0,0 0 11 16,0 0-44-16,0 0-25 0,0 0-28 15,0 2-9-15,0-1-19 0,0 3-15 16,0 0-1-16,0 3-14 0,0 6 15 16,0 4 8-16,0 3 1 0,0 6 9 15,0 1 37-15,0 3-16 0,3 1-31 16,0 4-11-16,2 2-10 0,-1 5 3 16,1 4-12-16,-3-1-14 0,0 3-1 15,-1 0 1-15,-1-1-1 0,0-3-2 0,0 0 0 16,0-7-11-16,0-6-17 0,0-5 15 15,0-8-18-15,0-4-7 0,0-4-15 16,3-3-9-16,-2-2-3 0,1-3-15 16,-1-2-13-16,-1 0-12 0,2 0-10 0,-1 0 0 15,2-2-16-15,1 0-22 16,2-4-60-16,2 0-81 0,1-4-84 0,0-3-112 16,1-1-208-16,-1-4-499 0</inkml:trace>
  <inkml:trace contextRef="#ctx0" brushRef="#br1" timeOffset="132469.204">20973 8460 55 0,'0'0'415'0,"0"0"1081"0,0 0-1107 0,0 0-85 15,0 0-85-15,0 0-11 0,0 0-48 16,0 0-42-16,0 0-20 0,0 0-15 16,0 0-23-16,31-22 0 0,-31 22 16 15,0 0 22-15,0 2 9 0,0-1 6 0,-1 2-25 16,-1 2-26-16,-2 1 29 0,-2 1-8 16,-1 2-11-16,0-2-20 0,-2 1-5 15,-5 3-29-15,-1-1-18 0,-5 4-16 16,-2 3-12-16,-6 1-28 0,-1 1-9 15,-3 5 15-15,0-2-12 0,-1 3 13 16,2-1-7-16,2-1 24 0,1-3 29 0,6-1 3 16,1-2 0-16,8-6 3 15,5-4 16-15,2-2-3 0,5-3-1 0,1-1 16 16,0 2 10-16,1-2-7 0,5 5 22 16,2 0 9-16,0 0-3 0,3 1-16 15,4-1 4-15,-4 2 5 0,6 0-9 16,-2 4 0-16,2 1-18 0,-1 4 40 15,1-3 97-15,0 3-104 0,-2 0-42 16,1-2-1-16,0 3-5 0,1-4-13 0,-1 2 0 16,1-2 2-16,0 0-2 0,1-1 0 15,-2-1 0-15,2 2-1 0,-2-3-14 16,1 0-7-16,-3-1 4 0,-2-2-19 16,-2-1-60-16,2 0-8 0,-5-1 1 15,0 0-7-15,-4-1-19 0,2-3-25 16,-2 1-57-16,0 1-102 0,0-2-105 0,0-1-173 15,0-1-561-15,0 0-202 0,2 0 1081 16</inkml:trace>
  <inkml:trace contextRef="#ctx0" brushRef="#br1" timeOffset="132934.457">21287 8861 1505 0,'0'0'481'0,"0"0"518"16,0 0-657-16,0 0-37 0,80-8 41 16,-43 0-14-16,4 1-84 0,5-3-63 15,-1 3-56-15,0-1-19 0,0 2-25 16,-1 0-18-16,-2 1-18 0,-2 0-15 0,2 1-10 16,-4 2-24-16,1-4-13 0,-3 1-8 15,1-1-43-15,-3-2-101 0,0-2-56 16,-6 3-66-16,-3-5-117 0,-3 1-336 0,-7 4-891 15,-7-6-51-15</inkml:trace>
  <inkml:trace contextRef="#ctx0" brushRef="#br1" timeOffset="133197.87">22034 8538 703 0,'0'0'69'0,"0"0"1279"15,0 0-928-15,0 0-101 0,0 0-88 16,0 0-1-16,0 0 2 0,0 0-42 15,0 0 2-15,0 0-31 0,80 66-33 0,-64-39-22 16,-2 2-7-16,-2 2 6 0,-1 2-3 16,-1-1 2-16,1 2-45 0,-1 0-22 15,-5-1-37-15,-2-2-2 16,-3 3-20-16,0-3-12 0,-8 0-70 0,-4-2-13 16,-2-1-7-16,-3-2 22 0,0-5 33 0,0-2 1 15,4-4-13-15,3-5-43 16,2-6-36-16,6-4-96 0,2-3-221 0,11-11-835 15,0 1-364-15</inkml:trace>
  <inkml:trace contextRef="#ctx0" brushRef="#br1" timeOffset="133396.625">22662 8538 2187 0,'0'0'1390'0,"0"0"-984"0,0 0-170 0,0 0-87 16,0 0 166-16,0 0-109 16,93 15-87-16,-57-15-58 0,2 0-36 0,3-3-15 15,4-4-10-15,1-4-37 16,-2-2-106-16,-2 1-91 0,-5-4-65 0,-9 3-139 16,-8 2-281-16,-9 0-469 0,-5 6-465 0</inkml:trace>
  <inkml:trace contextRef="#ctx0" brushRef="#br1" timeOffset="133601.796">22850 8507 241 0,'0'0'388'0,"0"0"1014"0,0 0-923 15,-33 78-63-15,27-42 12 0,1 6-6 16,-1 5-70-16,0 5-53 0,-2-1-49 16,-4 2-57-16,-1-1-43 0,-1-1-40 15,-4-2-46-15,-2-1-12 0,1-4-24 0,2 0-28 16,3-4-1-16,2-4-27 15,5-5-8-15,6-5-56 0,1-6-61 0,1-7-15 16,6-7-20-16,3-3 3 0,3-3-92 16,3-8-179-16,0-6-239 0,-2 1-667 15,2-13-121-15</inkml:trace>
  <inkml:trace contextRef="#ctx0" brushRef="#br1" timeOffset="133759.049">22828 8904 111 0,'0'0'2222'0,"0"0"-1812"0,0 0-233 16,0 0-58-16,0 0 67 0,0 0 5 15,0 0-32-15,0 0-159 0,102-16-42 0,-66 2-167 16,0-4-95-16,-2-5-182 0,0 4-566 16,-9 2-430-16,1-6 1482 0</inkml:trace>
  <inkml:trace contextRef="#ctx0" brushRef="#br1" timeOffset="134073.955">22500 8334 2111 0,'0'0'550'16,"0"0"-197"-16,0 0-81 0,75-30 43 15,-46 22-41-15,0-3-44 0,0 1-27 16,2 3-26-16,2 1-20 0,1 0-19 16,0 0-18-16,5 3-37 0,1 0-34 15,1 1-19-15,2 2-30 0,0 0-18 16,1 0-28-16,0 0-37 0,1 2-119 15,-1-1-73-15,-2 3-121 0,2-3-280 0,-12-1-560 16,10 0-541-16</inkml:trace>
  <inkml:trace contextRef="#ctx0" brushRef="#br1" timeOffset="137537.705">24677 8483 1494 0,'0'0'617'0,"0"0"13"0,0 0-244 16,0 0-71-16,0 0-23 0,0 0 25 15,0 0-48-15,0 0-18 0,0 0-109 0,0 0-19 16,0 0-41-16,0 0-30 0,0 0-15 15,-99 47-6-15,71-28-7 0,-4 3 1 16,-3 0-22-16,4 1 12 0,0-2-3 16,5-2-11-16,5-3 8 0,6 1-9 15,7-5-18-15,1 0-3 0,7 0-1 16,0 0 22-16,9 0 9 0,6 1 10 16,4-1-18-16,0-1 10 0,1 0-10 15,0 0-1-15,-3-2 0 0,0 1 1 16,-3-1-1-16,-3 1-1 0,-5-2-1 15,-1 2 2-15,-5-2 1 0,0 2 29 0,0 1 7 16,0-2 24-16,-5 3 42 16,-3 0-54-16,-1 0-28 0,1 0-3 0,-1-1-18 15,-2-3-1-15,2 0-23 0,2-2-58 16,1-4-55-16,3-2-25 0,2 0-40 0,1 0-109 16,0-4-250-16,1-4-542 15,5-1-543-15,0-1 638 0</inkml:trace>
  <inkml:trace contextRef="#ctx0" brushRef="#br1" timeOffset="137688.004">24689 8891 1342 0,'0'0'1347'0,"0"0"-859"0,0 0-138 15,0 0-28-15,0 0 17 0,0 0-6 16,0 0-68-16,0 0-85 0,0 0-63 16,12 66-56-16,-11-63-40 0,1-3-21 15,2 0-24-15,1 0-83 0,3 0-59 0,1-7-18 16,4 0-91-16,3-8-285 15,-5 3-660-15,11-12-462 0</inkml:trace>
  <inkml:trace contextRef="#ctx0" brushRef="#br1" timeOffset="138074.46">25211 8334 1505 0,'0'0'1221'15,"0"0"-723"-15,0 0-183 0,0 0-44 0,-11 66 60 16,3-30-5-16,1 2-48 0,3 6-52 15,1 2-51-15,0 2-50 0,3 0-34 16,0-1-28-16,0-3-17 0,4-2-46 16,1-6-12-16,-1-2 9 0,0-9-31 15,2-2-35-15,-1-9-7 0,1-4-31 16,-3-3-21-16,0-2-25 0,-3-3-41 16,0-2-111-16,-3 0-212 0,-8 0-91 0,-1-2-150 15,-5-4-367-15,0-3 310 0,-2-1 339 16,3-1 388-16,-1-5 88 0,2-3 43 15,1 0 309-15,0-5-39 0,1-2 872 16,1-2-634-16,3 2-238 0,0-2 1 16,4 9 37-16,2 2 7 0,3 9-49 15,0 1-48-15,6 4-66 0,8 3-53 0,2 0 43 16,10 0-23-16,0 0-77 0,6 0-51 16,0 0-21-16,2-1-13 0,4-1-37 15,2-3-85-15,0 2-120 0,1-1-91 16,0 1-283-16,-12 1-912 0,6 2-443 0</inkml:trace>
  <inkml:trace contextRef="#ctx0" brushRef="#br1" timeOffset="138208.443">25605 8919 1403 0,'0'0'2299'0,"0"0"-2038"0,0 0-109 16,0 0 168-16,0 0 127 0,0 0-120 15,0 0-178-15,0 0-104 0,0 0-45 16,0 0-21-16,31 46-61 0,-19-45-31 15,-1 1-100-15,2-2-27 0,-1 0-146 0,-3 0-588 16,5-2-764-16</inkml:trace>
  <inkml:trace contextRef="#ctx0" brushRef="#br1" timeOffset="138752.411">27038 8326 734 0,'0'0'1653'15,"0"0"-1240"-15,0 0-165 0,0 0 23 16,0 0 53-16,0 0 76 0,0 0-109 16,-23 71-59-16,4-50-69 0,-6 4-31 0,-6 3-31 15,-2 1 0-15,-4 3 27 16,-1 4 31-16,2 0-59 0,2 2-33 0,1 2-10 16,1 2-30-16,5-4-24 0,1-3 16 15,10 0-2-15,4-5-17 0,8-4-18 16,4-7 15-16,3-1-13 0,10-4 13 15,1-4-33-15,6-6 3 0,5-3 2 16,-1-1 1-16,5 0 6 0,-1-3-25 16,-3-5-18-16,1-1-18 0,-3-1 6 15,-5 1 9-15,-3 0 39 0,-6 2 7 0,-1 1 24 16,-7 1 39-16,-1 0 52 16,-1 1-39-16,-7-1 36 0,-1-1-36 0,-3-3-28 15,-1 3-9-15,-5-1-13 0,-1 1 1 16,-2-2 12-16,0 0-15 0,-1 0-11 15,-1-4-13-15,0 1-58 0,0-3-37 16,2 1-49-16,-2-4-31 0,0 0-102 16,4 0-144-16,-1-2-304 0,0-1-427 0,4 1-522 15,4 5 1545-15,-2-8-69 0</inkml:trace>
  <inkml:trace contextRef="#ctx0" brushRef="#br1" timeOffset="139124.506">26521 8262 160 0,'0'0'978'0,"0"0"367"15,0 0-897-15,0 0-105 0,0 0-19 0,0 0 26 16,0 0-59-16,0 0-86 0,0 0-47 15,0 0-112-15,0 0-44 0,87-51 41 0,-56 34-3 16,2-1-24-16,-2 5 2 0,-3 1 13 16,-3 2 12-16,-5 4-19 0,-3 0-8 15,-2 6-14-15,-4 0-2 0,-2 7-3 16,-2 4-10-16,0 1 13 0,-1 5 24 16,-1-2-23-16,-3 1 0 0,1 1 11 15,3-4-12-15,3-1 0 0,-1-4 1 16,4-2 2-16,4-1 25 0,0 1-13 15,5-6 13-15,1 0-28 0,1 0-32 16,1-6-35-16,2-5-41 0,-1 3-36 16,-1-3-76-16,-2-1-94 0,0-1-137 15,1 1-503-15,-10 5-568 0</inkml:trace>
  <inkml:trace contextRef="#ctx0" brushRef="#br1" timeOffset="139518.126">27520 7968 264 0,'0'0'163'0,"0"0"1890"0,0 0-1259 16,0 0-303-16,0 0-166 0,-52 82-67 16,36-57 51-16,3 5-75 0,1 1-60 15,3 9-46-15,1 3-15 0,2 10 66 16,1 3 9-16,-2 3-73 0,2 3-21 16,-1-1-16-16,2 4-41 0,-2 1-36 0,-1-1 0 15,-3 1-2-15,1-5-10 0,1 0 10 16,-1-6-23-16,1-5-33 0,2-6-25 15,3-8-5-15,1-6 11 0,2-6 6 16,0-4-2-16,0-5-19 0,0-5-13 16,2-1-24-16,-1-8-52 0,4 1-46 15,-1-2-163-15,2-2-263 0,1-10-593 0,-3 4-701 16,3-13 1567-16</inkml:trace>
  <inkml:trace contextRef="#ctx0" brushRef="#br1" timeOffset="140097.22">27626 8772 1315 0,'0'0'237'0,"0"0"932"0,0 0-732 15,0 0-39-15,0 0 30 0,0 0-15 16,0 0-83-16,99 7-75 0,-68-7-72 16,2 0-67-16,5-3-52 0,-4-4-43 15,2 0-20-15,-1-5-1 0,-3 0-61 16,-4 0-100-16,-5 1-59 0,-4 1-57 0,-3-1-100 15,-9 4-236-15,-4 2-534 0,-3 1-449 16</inkml:trace>
  <inkml:trace contextRef="#ctx0" brushRef="#br1" timeOffset="140257.854">27835 8759 225 0,'0'0'391'0,"0"0"795"0,0 0-600 15,0 0-86-15,-31 76-68 0,28-47-16 16,0 6-26-16,1 0-91 0,-2 1-77 15,1 0-53-15,1 1-49 0,-1-6-38 16,0 0-39-16,0-1-43 0,1-6 0 16,2-1-18-16,0-5-10 0,0-5-63 15,0-2-112-15,5-6-53 0,-2 0-98 16,0-4-274-16,-3-1-465 0,0 0-345 16,0 0 486-16</inkml:trace>
  <inkml:trace contextRef="#ctx0" brushRef="#br1" timeOffset="140408.402">27778 9153 1243 0,'0'0'569'0,"0"0"821"16,0 0-1046-16,0 0-94 0,0 0 108 16,0 0 6-16,0 0-75 0,91-43-78 0,-61 40-82 0,1 0-50 15,3 0-43-15,-1-1-36 0,-3 0-35 16,-3 4-87-16,-4-2-55 0,-5 2-32 16,-4 0-44-16,-7 6-142 0,-7 2-329 15,-3 4-520-15,-5-3-251 0</inkml:trace>
  <inkml:trace contextRef="#ctx0" brushRef="#br1" timeOffset="140568.94">27791 9320 264 0,'0'0'1396'16,"0"0"-311"-16,0 0-771 0,0 0-67 15,0 0 61-15,0 0 38 0,0 0-70 16,0 0-74-16,0 0-32 0,0 0-25 0,0 0-35 16,30 65-36-16,7-68-25 0,2-9-49 15,5-1-83-15,3-5-55 16,-1 0-44-16,5-2-62 0,-2-1-197 0,-5 1-734 15,-10 3-1164-15,11-8 2107 0</inkml:trace>
  <inkml:trace contextRef="#ctx0" brushRef="#br1" timeOffset="140780.197">28704 8707 2360 0,'0'0'1158'0,"0"0"-786"0,0 0-142 16,0 0-12-16,0 0 119 0,0 0 22 16,0 0-100-16,97-8-92 0,-64 8-73 0,2 0-58 15,1 0-35-15,-5 0-1 0,-4-3-21 16,-2 1-46-16,-2 1-81 0,-3-1-69 16,-5 2-45-16,-5 0-129 0,-6 0-392 15,-2 0-1069-15,-8 0 41 0</inkml:trace>
  <inkml:trace contextRef="#ctx0" brushRef="#br1" timeOffset="140921.125">28684 8844 764 0,'0'0'1782'0,"0"0"-1316"0,0 0-296 16,0 0-4-16,0 0 230 0,0 0 7 16,0 0-129-16,0 0-86 0,85 10-105 15,-49-10-83-15,6-5-52 0,1-3-140 0,3-1-150 16,-11 1-213-16,14-7-805 0</inkml:trace>
  <inkml:trace contextRef="#ctx0" brushRef="#br1" timeOffset="141518.965">30030 8318 813 0,'0'0'134'0,"0"0"536"15,0 0 325-15,0 0-564 0,0 0-114 16,0 0-41-16,0 0-27 0,0 0-41 0,0 0-49 16,0 0-38-16,0 0-34 15,-98 68-16-15,68-41-16 0,-6 3-27 0,-7 8-27 16,-3 5 0-16,-5 2 42 0,4 7 16 0,-2-2-13 15,5-2 3-15,10-4-21 0,5-6 6 16,10-7-16-16,8-6 9 0,5-6-11 16,6-7-4-16,7-1 0 0,6-2 37 15,6-4-15-15,4 0-16 0,5-5-17 16,0 0-1-16,4 0-1 0,0-7 1 16,-1 0-2-16,-2 0 0 0,-4-2 1 15,-5 3 1-15,-4 0 28 0,-6 1-7 16,-5 2 16-16,-2-2-7 0,-3 1-3 15,0 1-11-15,-7-4-16 0,-4-1-22 16,-2 0-23-16,-6 0-4 0,-1-1-3 0,-5 0 3 16,-4 3 3-16,1 1-6 15,-3 2-18-15,-3 1-23 0,-2 2-24 16,-7 2-25-16,-4 8-65 0,-7 3-176 16,-4 4-634-16,12-4-1389 0,-28 10 2344 0</inkml:trace>
  <inkml:trace contextRef="#ctx0" brushRef="#br1" timeOffset="160929.085">4823 11287 1112 0,'0'0'1175'0,"0"0"-749"0,0 0-133 16,0 0 4-16,0 0 24 0,0 0 19 0,0 0-64 15,0 0-49-15,0 0-26 0,0 0 32 16,0 0-65-16,0 0-37 0,-56-48-9 15,56 48-55-15,7-4-21 0,6 3-10 16,10 1 7-16,9 0 23 0,8 0 10 16,5 0 3-16,4 5-25 0,0-5-12 15,1 0-2-15,1 0-22 0,2-5-7 16,0-3-11-16,-1-3 0 0,-1-3-2 16,-2-2-31-16,-6 0-31 0,-4 3-60 15,-3 0-30-15,-9 2-44 0,-8 4-30 16,-5 3-88-16,-11 4-293 0,-3 0-713 15,-14 5-761-15</inkml:trace>
  <inkml:trace contextRef="#ctx0" brushRef="#br1" timeOffset="161177.794">5049 11343 1941 0,'0'0'1324'0,"0"0"-1133"16,0 0-102-16,-7 85 135 0,7-47 163 15,4 4-30-15,4 3-135 0,2 10-65 16,1 2-22-16,-2 4-29 0,1 7-29 16,-2-1-20-16,-2 4-23 0,-1-5-16 15,-2 0-6-15,0-9-11 0,-2-6 0 16,2-8-2-16,0-7-16 0,2-5-22 16,-2-5-62-16,2-6-55 0,-1-7-15 15,2-1-47-15,-2-7-86 0,3-5-178 0,-3 0-312 16,1-5-492-16,-5-9-448 0</inkml:trace>
  <inkml:trace contextRef="#ctx0" brushRef="#br1" timeOffset="161353.475">5164 11993 1121 0,'0'0'2312'0,"0"0"-1882"16,0 0-323-16,0 0-22 0,0 0 230 15,0 0 71-15,80-12-95 0,-56 7-99 16,4 1-76-16,1-2-40 0,2 0-28 15,-2 1-46-15,1-3-2 0,-2 2-30 16,-1-2-76-16,3 1-77 0,-3 1-43 16,-3 4-54-16,-1-1-194 0,-10 3-601 0,-5 4-630 0</inkml:trace>
  <inkml:trace contextRef="#ctx0" brushRef="#br1" timeOffset="161560.24">5270 12281 147 0,'0'0'2153'0,"0"0"-1364"16,0 0-571-16,0 0-174 0,0 0 197 16,3 65 125-16,14-54-99 0,7-3-106 15,7-1-12-15,5-4 2 0,4-3-77 16,2 0 3-16,3-7-7 0,-2-3-2 16,-2-3-41-16,-2-3-27 0,-1-1-15 0,-2-4-123 15,-4-1-83-15,1-1-89 0,-10 4-207 16,9-12-833-16</inkml:trace>
  <inkml:trace contextRef="#ctx0" brushRef="#br1" timeOffset="161753.136">6116 11681 2564 0,'0'0'2143'0,"0"0"-1858"15,0 0-258-15,0 0 31 0,76-19 128 16,-50 12 67-16,0-1-102 0,4 0-90 16,0 0-61-16,2-3-17 0,-2 3-28 0,-1-1-97 15,-5 2-80-15,-1 4-37 0,-5-1-100 16,-6 2-422-16,-6 2-1001 0</inkml:trace>
  <inkml:trace contextRef="#ctx0" brushRef="#br1" timeOffset="161928.892">6204 11897 140 0,'0'0'3185'0,"0"0"-2858"0,0 0-293 15,0 0 105-15,0 0 185 0,0 0 18 16,0 0-126-16,0 0-47 0,85 44 23 0,-52-44-85 16,3-5-55-16,1-5-52 0,1-1-18 15,-1 1-101-15,1-1-92 0,2 4-94 16,-2 3-126-16,-10-1-668 0,7 5-506 0</inkml:trace>
  <inkml:trace contextRef="#ctx0" brushRef="#br1" timeOffset="169133.358">7443 10957 124 0,'0'0'986'0,"0"0"257"0,0 0-554 15,0 0-194-15,0 0-110 0,0 0-28 0,0 0-26 16,0 0-48-16,0 0-81 0,0-1-83 16,0 1-43-16,0 2-21 0,0 4 14 15,0 4 7-15,4 7 6 0,2 9-15 16,1 8-10-16,5 10-5 0,-5 8-4 16,3 5-6-16,-4 9 1 0,0 7-10 15,-4 5-15-15,0 2-18 0,1 2 0 16,-2 3-1-16,-1-4-1 0,0-2-22 15,0-6-15-15,0-5-16 0,3-9 1 16,0-7-13-16,3-11-8 0,1-10-4 16,0-11-21-16,-1-7-28 0,1-7-15 15,2-6-34-15,1 0-41 0,0-11-31 0,3-8-80 16,0-5-266-16,-1 1-531 0,5-23-747 0</inkml:trace>
  <inkml:trace contextRef="#ctx0" brushRef="#br1" timeOffset="169585.218">7958 11178 840 0,'0'0'1996'0,"0"0"-1695"16,0 0-141-16,0 0 63 0,0 0 171 16,0 0-68-16,0 0-139 0,0 0-91 15,0 0-28-15,0 0-16 0,0 0 10 16,-38 64-35-16,15-37-27 0,-6 2 0 0,0 4-3 15,-5 1-15-15,2 1-10 16,-1-2 26-16,1 0 2 0,4-3 12 0,3-4-9 16,0-1-1-16,5-4 15 0,3-2-17 15,1-5-22-15,1 4 19 0,4-3-12 16,0 1-22-16,3 2 6 0,1 0 16 0,4-1 13 16,3 1-20-16,0-2-6 0,2-2 28 15,6-1 3-15,0-1 59 0,3-1-3 16,2-1-29-16,3-1 20 0,3 0-14 15,-2-3 23-15,3 1-1 0,2 2 3 16,0 0 10-16,5 3 54 0,2 1-31 16,4 5-42-16,3 1 12 0,5 6-22 15,1 1-17-15,3 1-22 0,-2-3-2 16,-2 2-1-16,0-4-2 0,-3-3-14 0,-3-1-2 16,-5-2-21-16,-4-4-13 0,-5-1-15 15,-6-4-18-15,-4-1-22 0,-1-2-18 16,-4-3-56-16,-3-1-88 0,0 0-145 15,-3-3-259-15,0 0-588 0,0-9-772 0</inkml:trace>
  <inkml:trace contextRef="#ctx0" brushRef="#br1" timeOffset="170479.787">8964 11790 680 0,'0'0'1908'0,"0"0"-1551"15,0 0-126-15,0 0-2 0,0 0 53 16,-45-68-70-16,32 60-30 0,0 1-38 16,0 1-45-16,0 3-2 0,3 3-20 15,-6 5-6-15,3 7-25 0,-6 7 19 16,1 9-4-16,-1 5-2 0,-1 7 36 0,2 3 21 15,1 5-27-15,2 2-25 0,3 2-25 16,0 3-2-16,5-1 3 16,-2 2-1-16,5-1 1 0,4-5 17 0,0-4 7 15,10-7 21-15,6-8-18 0,4-6-40 16,0-6-3-16,6-5-9 0,-1-3-3 0,1-5 7 16,-2-6-19-16,-1 0 0 0,-3-4-19 15,0-8-29-15,-2 1-10 0,-2-4-45 16,-3-2-30-16,-5-1-47 0,1-1-33 15,-6-2-100-15,-3 2-221 0,0 7-545 16,-10-7-359-16</inkml:trace>
  <inkml:trace contextRef="#ctx0" brushRef="#br1" timeOffset="170757.997">8743 12184 2342 0,'0'0'542'0,"0"0"-202"15,0 0-54-15,0 0 172 0,0 0-71 16,0 0-102-16,0 0-76 0,0 0-59 15,95 30-55-15,-75-30-70 0,-1 0-25 0,0-5-49 16,-2-1-67-16,0 0-49 0,-2-4-69 16,1 1-80-16,-5-3-109 0,-2 4-138 15,-4 2-111-15,-2 1-121 0,0 2-5 0,-3 2 146 16,0 1 310-16,0 0 342 0,-4 4 443 16,1 5 375-16,0 1-83 0,0 2-158 15,2 1-133-15,1 5-99 0,0 1-12 16,0 1-59-16,0 2-55 0,1-1-57 15,5 3-41-15,1 0-3 0,-1 1-8 16,1-2-14-16,3 1 5 0,-2-4-101 16,0-4-9-16,1-1-40 0,1-4-68 15,0-4-6-15,1-2-75 0,1-5-88 16,1-1-54-16,4-10-130 0,-6 0-255 0,9-14-737 16</inkml:trace>
  <inkml:trace contextRef="#ctx0" brushRef="#br1" timeOffset="171031.982">9334 11762 1539 0,'0'0'1322'0,"0"0"-950"0,0 0-120 16,0 0 64-16,0 0 42 0,0 0-106 16,0 0-97-16,0 0-53 0,-15 82-22 15,11-48-16-15,4 2 10 0,-3 3-1 16,2 3 13-16,1 2-13 0,0 4-12 15,0 2-21-15,0 2 2 0,7-2 19 0,-1 1-18 16,1-5-19-16,2-2-23 0,1-6-1 16,3-3-55-16,1-8-8 0,0-6-1 15,3-8 18-15,-2-8-18 0,4-5-55 16,-2-4-19-16,3-11-25 0,3-5-53 16,-1-6-145-16,1-2-264 0,-6 5-638 15,4-15-567-15</inkml:trace>
  <inkml:trace contextRef="#ctx0" brushRef="#br1" timeOffset="171281.955">9638 11808 2138 0,'0'0'569'0,"0"0"-190"15,0 0-38-15,0 0 36 0,0 0 16 16,9 93-89-16,-5-55-100 0,1 4-23 15,1 3-16-15,-3 5-6 0,0 2-22 16,-1 0-59-16,-2 1-35 0,0-2-41 16,0-2-2-16,0-7-25 0,0-5-27 15,0-10-15-15,4-10-24 0,3-9-55 16,5-8-53-16,1-8-65 0,5-12-161 0,1-7-239 16,-5 5-614-16,12-18-822 0</inkml:trace>
  <inkml:trace contextRef="#ctx0" brushRef="#br1" timeOffset="171567.103">9933 11948 2602 0,'0'0'571'0,"0"0"-245"15,0 0 43-15,0 0 88 0,0 0-101 0,0 0-117 16,0 0-107-16,0 0-68 0,0 0-39 16,0 0 5-16,-60 73-18 0,40-50-11 15,-2 1-1-15,-1 2-15 0,1-1-16 16,-1 2 4-16,2-3-13 0,3-3-12 15,3-4 25-15,6-4 27 0,2-3 9 16,4-5-9-16,3-2-37 0,0-3-18 16,0 2-9-16,4 1 36 0,6 1 28 0,2 3 28 15,5 0-4-15,3 0 16 0,-1-1-12 16,4 1 9-16,0-2 5 0,0-1-5 16,3-1 18-16,2-1-3 0,0-2-52 15,3 0-22-15,-3-5 4 0,1-4-122 16,-3 1-183-16,0-1-85 0,4 0-177 15,-9 3-61-15,9-3-1092 0</inkml:trace>
  <inkml:trace contextRef="#ctx0" brushRef="#br1" timeOffset="171915.292">10268 11794 2496 0,'0'0'666'0,"0"0"-221"16,0 0 3-16,0 0-12 0,0 0-82 15,0 0-82-15,0 0-95 0,0 0-71 0,-29 72-27 16,16-37 3-16,1 8-9 0,0 4-13 15,0 8-8-15,-4 6-40 0,0 4-11 16,-5 7 17-16,-2 2-17 0,-2 1-1 16,-1-2-21-16,2 0-22 0,2-6-29 15,7-7-1-15,4-8-18 0,4-9-15 16,4-11-13-16,2-10-24 0,1-9-1 16,0-9-27-16,4-4-88 0,5-11-110 15,3-8-132-15,0 2-267 0,7-21-835 0</inkml:trace>
  <inkml:trace contextRef="#ctx0" brushRef="#br1" timeOffset="172104.898">10282 12256 2013 0,'0'0'1230'0,"0"0"-782"0,0 0-112 0,0 0 79 15,85-4-73-15,-59 4-118 0,3 0-96 16,0 0-57-16,0-2-47 0,0-2-24 15,-1-3-9-15,-2-1-83 0,-1-3-70 16,-2-1-49-16,-4 1-76 0,-2-1-159 16,-6 4-332-16,-3 0-922 0</inkml:trace>
  <inkml:trace contextRef="#ctx0" brushRef="#br1" timeOffset="172284.099">10424 12333 924 0,'0'0'2069'16,"0"0"-1530"-16,-16 74-217 0,14-44 36 16,-1 5-10-16,2-1-62 0,-1-1-66 0,1-2-89 15,1-1-65-15,-2-6-66 0,1-2-67 16,-2-4-94-16,3-7-35 0,-1-5-35 16,-1-4-85-16,1-1-189 0,1-1-556 15,0 0-510-15</inkml:trace>
  <inkml:trace contextRef="#ctx0" brushRef="#br1" timeOffset="172446.153">10400 12564 775 0,'0'0'1721'0,"0"0"-1167"15,0 0-187-15,0 0 32 0,0 0 18 0,88-56-88 16,-62 45-114-16,-1 3-101 0,-1-3-47 16,1 4-38-16,-5-2-29 0,-3 3-31 15,-4 0-67-15,0 2-37 0,-4-1-56 16,-3 4-79-16,-3 1-141 0,-3 0-255 15,0 1-704-15</inkml:trace>
  <inkml:trace contextRef="#ctx0" brushRef="#br1" timeOffset="172613.957">10433 12735 1482 0,'0'0'1237'15,"0"0"-897"-15,0 0-100 0,0 0 100 16,0 0 66-16,0 0-143 0,97-29-133 15,-70 12-77-15,-1-3-47 0,-1-2-6 0,1-1-62 16,1-1-96-16,-1-1-77 0,3 1-64 16,0 0-18-16,-8 5 21 0,3-9-1440 0</inkml:trace>
  <inkml:trace contextRef="#ctx0" brushRef="#br1" timeOffset="172916.26">10893 11853 2315 0,'0'0'812'0,"0"0"-493"16,0 0-85-16,0 0 112 0,0 0-42 0,89 12-38 15,-65 1-57-15,2 6-50 0,1 4-39 16,0 5-2-16,-2 5 16 0,-2 0 6 15,-4 3-67-15,-4 1-34 0,-4-1-27 16,-3 2-9-16,-3-2-3 0,-4 6 0 16,-1-2-2-16,0 2-13 0,-7-1-30 15,-8-1-37-15,-3-2-12 0,-4 0-31 16,-1 0-40-16,-3-2 19 0,-1-1 8 16,-4-3 12-16,1-3-56 0,-2 0-104 15,-4-3-208-15,7-8-261 0,-16 8-672 0</inkml:trace>
  <inkml:trace contextRef="#ctx0" brushRef="#br1" timeOffset="208423.555">18854 10415 447 0,'0'0'313'0,"0"0"1171"0,0 0-1112 16,0 0 1-16,0 0 4 0,0 0-69 16,79-20-72-16,-74 18-59 0,-2 0-25 15,-2 2 25-15,1-1 30 0,-2 1-22 16,0 0-4-16,0 0-10 0,0 0-31 16,0 0-37-16,-3 0-27 0,-5 1-24 15,-3 3-22-15,-5 4 0 0,-7 4-30 0,-6 6 2 16,-4 6-2-16,-5 6 12 0,-1 2-11 15,-1 3 27-15,3 3-7 0,2-2 9 16,5-2-3-16,4-3 7 0,7-2-32 16,6-6-2-16,6-4 0 0,6-7-15 0,1 2-13 15,5-4 28-15,10-3 16 0,2 2-16 16,8-7-28-16,3-2 26 0,6-4-28 16,3-7 6-16,1-5-4 0,2-2 7 15,-6-1-12-15,-6 1 15 0,-6 1-3 16,-5 3 5-16,-6 4-14 0,-5 0 15 15,-2 3 14-15,-4 1-2 0,0 0 1 16,-5 3 1-16,-5 0-1 0,-4 0-23 16,-6 1-29-16,-3 2 11 0,-2 0-18 15,-2 0 40-15,-4 4-12 0,0 1-10 16,1 2-39-16,0-2 20 0,2-3-32 16,1 0 5-16,3-2-83 0,-1-1-57 0,1-6-164 15,6-1-372-15,-12-14-798 0</inkml:trace>
  <inkml:trace contextRef="#ctx0" brushRef="#br1" timeOffset="208770.083">18354 10208 114 0,'0'0'2101'15,"0"0"-1620"-15,0 0-118 0,0 0-43 0,0 0-28 16,89-82-56-16,-63 57-50 0,4 2-21 16,-1 0-50-16,2 4-10 0,0 2 19 15,-2 4-25-15,-3 6-38 0,0 2-30 16,-6 5-10-16,0 5 19 0,-4 4-3 0,-1 5-19 16,-2 1 10-16,-2-1-7 15,1 0-9-15,-2-3 4 0,-1-3 11 0,0-1-15 16,2-3-9-16,-1-4 21 0,1 0-6 15,2-2 1-15,1-5 8 0,1-3-25 16,4-1-2-16,0-1-24 0,2-4-68 16,4 3-40-16,0 1-40 0,4 0-10 15,-1 1-41-15,2 4-49 0,-1-1-134 16,0 3-325-16,-8 1-515 0,7-3-241 0</inkml:trace>
  <inkml:trace contextRef="#ctx0" brushRef="#br1" timeOffset="209254.45">19394 10104 121 0,'0'0'701'0,"0"0"1016"15,0 0-1224-15,0 0-148 0,0 0-88 16,0 0-52-16,0 0-58 0,0 0-23 0,-56 83 3 16,42-52 57-16,0 5 23 0,0 6-90 15,0 1 12-15,4 5 48 0,0 2-49 16,4 1-24-16,2 3-37 0,2-4-28 16,2-1 10-16,0-4-40 0,5-7-9 15,6-5-37-15,2-7-36 0,3-2 7 16,1-6-23-16,1-3-11 0,-1-4-4 0,2-1-25 15,-5-3-31-15,0-4-46 0,-2-2-71 16,-2-1-93-16,-1-1-102 0,-2-8-105 16,-1-4-114-16,-2-8-119 0,1 4-365 15,-1-18 1175-15</inkml:trace>
  <inkml:trace contextRef="#ctx0" brushRef="#br1" timeOffset="209482.784">19658 10072 1164 0,'0'0'813'0,"0"0"-163"15,0 0-30-15,0 0-62 0,10 100-137 16,-10-57-86-16,0 7-64 0,0 5-11 16,-3 3-68-16,-2 2-53 0,-1 1-60 0,3-7-27 15,0-4-52-15,2-4-20 16,1-9-53-16,0-8-33 0,1-3-37 0,5-7-10 15,1-4-15-15,5-7-16 0,-1-4-57 16,3-4-107-16,1-11-213 0,4-6-468 16,-5 3-551-16,6-16 883 0</inkml:trace>
  <inkml:trace contextRef="#ctx0" brushRef="#br1" timeOffset="209787.558">20092 10235 1456 0,'0'0'1417'0,"0"0"-1308"15,0 0-25-15,0 0 82 0,0 0 152 0,-42 72-46 16,18-47-106-16,-3 3-33 0,-1-2-30 16,3-2-53-16,-3 0-33 0,0-1-17 15,-1 1-12-15,1-5-13 0,0-1-9 16,4-1-63-16,3-3-61 0,1-4-8 0,7-3 65 16,6-2 101-16,5-4 13 0,2-1 37 15,2 0 0-15,7 0-49 0,1 0 78 16,3 0 59-16,6 0-12 0,1 0-14 15,2 3-9-15,2 0 21 0,3 3 43 16,1-1-48-16,2-1-69 0,0 0-20 16,3-1-24-16,-1-2-6 0,0-1-76 15,0 0-94-15,-2-4-49 0,-1-4-30 16,1-1-119-16,-3-1-155 0,-1-3-3 16,-7 3 177-16,1-11-1700 0</inkml:trace>
  <inkml:trace contextRef="#ctx0" brushRef="#br1" timeOffset="210010.649">20452 10151 2760 0,'0'0'388'16,"0"0"-82"-16,0 0-2 0,29 67-24 16,-17-43-14-16,1 3-46 0,1-2 29 15,2 5-117-15,-1 1-107 0,-1 1-1 16,-3 5 83-16,-2-2-40 0,-3 3-66 15,-6-4-2-15,0 0-74 0,-12-2-17 16,-2-1-24-16,-8-2-28 0,-4 2-8 16,-7-1-33-16,-1-3-8 0,-3-1-96 15,-2-4-122-15,-1-4-84 0,3-7-169 16,9-5-630-16,-8-6 521 0</inkml:trace>
  <inkml:trace contextRef="#ctx0" brushRef="#br1" timeOffset="212889.337">21184 10443 1430 0,'0'0'1747'0,"0"0"-1410"0,0 0-144 16,0 0 69-16,0 0-14 0,0 0-37 0,0 0-35 15,0 0-37-15,0 0-38 0,0 0-21 16,99-46-16-16,-68 44-3 0,1 0-3 16,1 0-21-16,0 2-10 0,0 0-24 15,-1-1-3-15,0 1-27 0,-3-2-19 16,0 1-49-16,-7 0-30 0,-2 1-32 15,-5 0-80-15,-6 0-90 0,-8 4-230 16,-1 2-526-16,-3-1-521 0</inkml:trace>
  <inkml:trace contextRef="#ctx0" brushRef="#br1" timeOffset="213033.742">21196 10621 588 0,'0'0'362'0,"0"0"950"0,0 0-882 15,0 0 29-15,0 0-70 0,112-6-48 0,-70-2-105 16,4-2-90-16,1 1-59 0,1-1-6 16,0-2-75-16,2-1-6 0,-2 0-59 15,-3-2-115-15,-3 1-80 0,-1 0-99 16,-5-2-227-16,-10 4-722 0,6-11-413 0</inkml:trace>
  <inkml:trace contextRef="#ctx0" brushRef="#br1" timeOffset="213257.46">21967 10097 13 0,'0'0'2501'0,"0"0"-2133"0,0 0-195 16,0 0 0-16,0 0 98 0,0 0 41 16,0 0-22-16,-3 91-4 0,9-51-63 15,2 2-78-15,0 1-25 0,0 4-23 0,0-2-57 16,0 1-40-16,-2-2-9 0,-2-2 7 15,1-4-74-15,1-7-50 0,0-5-34 16,0-7-47-16,3-3-7 16,1-8-22-16,0-2-101 0,2-6-73 0,0 0-106 0,0-7-147 15,-2-2-389-15</inkml:trace>
  <inkml:trace contextRef="#ctx0" brushRef="#br1" timeOffset="213573.373">22468 10208 134 0,'0'0'0'16,"0"0"2541"-16,0 0-2197 0,0 0-251 16,0 0 3-16,0 0 117 0,0 0 31 15,-82 61-86-15,49-37-45 0,-3 2-60 16,0-2-18-16,0 2-13 0,-1 0 4 16,2-2-25-16,0 1-1 0,2-1-3 0,4-5-29 15,1 0 3-15,6-3-2 0,8-4 15 16,4-3 15-16,5-5-11 0,5-2-7 15,3 0 19-15,9 1 31 0,4 1 48 16,5-1 59-16,5 2 58 0,4-3-32 16,3 1-62-16,2-2-13 0,1 1-12 15,2-1-28-15,-1 0-27 0,-2-1-22 0,-1 0-53 16,-1 0-69-16,-1 0-73 0,-2 0-25 16,-2 0-27-16,-2 0-134 0,-5 0-221 15,1 0-600-15,-9 0-513 0,3 0 1611 0</inkml:trace>
  <inkml:trace contextRef="#ctx0" brushRef="#br1" timeOffset="214305.4">23866 10176 2060 0,'0'0'553'0,"0"0"-227"15,0 0-109-15,0 0-9 0,0 0 1 0,0 0-44 16,0 0-83-16,0 0-82 0,0 0 0 15,-103 58 1-15,72-35-1 16,-3 2 19-16,6-1 15 0,1-4 20 0,5 0 9 16,11-4-23-16,4-4-40 0,7-7 16 15,1 3-13-15,11 1 148 0,4 0-48 16,4 1-32-16,3 3-31 0,0-1-37 0,1-1 35 16,-1 2 17-16,-3-1 16 15,-1-1-12-15,-1 1 3 0,-4-2-7 0,0 0-9 16,-3 1 0-16,-3 2 6 0,-1 0-6 15,-2 1 3-15,-2 0-25 0,-3 2-24 16,-2-1-55-16,-7 2 0 0,-6 0 40 16,-2-3-56-16,-1 2-36 0,-2-2 45 15,1-4 22-15,0-1-34 0,2-4-40 16,7-3-1-16,1-2-41 0,6 0-64 16,2-7-149-16,1-6-259 0,4-5-186 0,8-4-522 15,-1 2 658-15,13-11 580 0</inkml:trace>
  <inkml:trace contextRef="#ctx0" brushRef="#br1" timeOffset="214585.294">24039 10511 864 0,'0'0'371'0,"0"0"696"15,0 0-666-15,0 0-25 0,6 76 41 0,-7-58-47 16,1-3-59-16,0-3-96 16,0-6-82-16,3-1-93 0,7-5 15 0,5 0 41 15,3-5-44-15,6-7-43 0,2-1-9 16,3-4-55-16,-2-3-13 0,-2 1 4 15,-3-1 11-15,-5 4 9 0,-6 2 44 16,-5 1 21-16,-6 1 7 0,0 1-28 16,-3-1 1-16,-5 2-2 0,-4-2-1 0,-4 1-41 15,3 4 28-15,-2 2-10 0,0 1 25 16,-1 3-31-16,0 1-16 0,1 0-6 16,1 1 10-16,0 3-22 0,3 1-1 15,2 2-66-15,0 0-104 0,4 4-195 16,-1-2-177-16,1 3-405 0,2-1-355 15,-2 0 1208-15</inkml:trace>
  <inkml:trace contextRef="#ctx0" brushRef="#br1" timeOffset="-213575.741">25329 10215 176 0,'0'0'189'0,"0"0"13"0,0 0 1264 16,0 0-1003-16,0 0-166 0,0 0-101 16,0 0-17-16,0 0-19 0,0 0-27 15,0 0-41-15,-81 48-31 0,61-30-8 16,-1-2 33-16,0 5-23 0,-1 0 19 15,-3 2-7-15,5 5 17 0,-2-3 1 16,4 5-2-16,3-1-7 0,2-2 34 16,5 2-10-16,5-2 3 0,3-4-31 0,0-3-43 15,11-5-13-15,5-5-9 0,5-3 44 16,3-3-26-16,2-4-32 0,2 0 36 16,-2-4-10-16,-1-3-27 0,-6 1-1 15,-1-4-2-15,-5 4-16 0,-3 0-17 0,-2-1 8 16,-5 4 27-16,-3-2 1 0,0 1-3 15,0 0-15-15,-3 0 17 0,-3 0-3 16,-2 1 2-16,-3-1-25 0,-2 2-25 16,-4-1-38-16,-2 2 20 0,-3-1-23 15,-2 2 3-15,0 0-3 0,0 0-53 16,1 0-89-16,0 0-36 0,3 0-71 16,4-4-97-16,5-1-144 0,-1-6-122 15,3-1-374-15,2 4 577 0,0-11 489 0</inkml:trace>
  <inkml:trace contextRef="#ctx0" brushRef="#br1" timeOffset="-213149.848">25029 10137 189 0,'0'0'300'0,"0"0"1272"0,0 0-1057 16,0 0-167-16,0 0-108 0,0 0-10 15,0 0 20-15,0 0-76 0,90-77-61 16,-65 63-19-16,-5 0-30 0,0 6-5 15,-6-3-12-15,0 8-13 0,0 0-18 16,-4 3 5-16,0 0 1 0,-2 1-11 16,-2 3-11-16,1 3-3 0,2-1 0 15,-2 0-9-15,0 0 12 0,2 0 1 16,1-3-1-16,-3 0-3 0,-1 1 0 0,1-3-16 16,-3-1 7-16,2 1 10 15,-3-1-2-15,2 1-21 0,-3 0-6 0,1 2 3 16,3-1-40-16,3 0-24 0,1 1-15 0,2-2-16 15,6-1-41-15,4 0-77 16,1-1-233-16,3-4-602 0,-5-2-486 16</inkml:trace>
  <inkml:trace contextRef="#ctx0" brushRef="#br1" timeOffset="-212449.086">26107 10206 346 0,'0'0'179'0,"0"0"-159"0,0 0-1 15,0 0 7-15,0 0 0 0,0 0 548 16,0 0-262-16,0 0-120 0,0 0 6 16,0 0 72-16,-82 45-34 0,69-30-39 15,0 3-32-15,-1 4-21 0,-3 1-31 16,-1 4-43-16,-2 1-9 0,-1 3-29 16,0 3 16-16,0-2 28 0,2-2 58 0,8-4 18 15,2-4-69-15,7-5-23 16,2-3 6-16,5-3 63 0,8 0-10 0,4-3-34 15,3 0-13-15,3-4-6 0,6 1-17 16,1-4-15-16,4-1-15 0,-1 0-19 16,-2 0-19-16,-2-2-2 0,-1-3-110 15,-5-1-61-15,-4-1-40 0,-5-2-40 0,-3 1-91 16,-2 0-213-16,-8-1-224 0,-1 3-652 16,-7-3 1184-16</inkml:trace>
  <inkml:trace contextRef="#ctx0" brushRef="#br1" timeOffset="-212275.89">25890 10518 238 0,'0'0'134'16,"0"0"84"-16,0 0 1282 0,0 0-1079 16,0 0-111-16,0 0 55 0,0 0-59 0,90-11-84 15,-65 10-68-15,3-1-63 0,2-2-28 16,3 3-54-16,3-4-9 0,-2-1-1 15,3 3-33-15,-1-2-174 0,-2-1-146 0,2 0-97 16,-10 2-345-16,6-3-1176 0</inkml:trace>
  <inkml:trace contextRef="#ctx0" brushRef="#br1" timeOffset="-210688.841">27145 10275 290 0,'0'0'78'0,"0"0"37"15,0 0 2-15,0 0 411 0,0 0 139 16,0 0-265-16,6-72-152 0,-12 66 1 15,3 1 10-15,0 0-8 0,-2 0-40 0,0 4-44 16,-1-1-8-16,-2-1-54 0,-1 3-54 16,-2 0-34-16,-2 0-19 0,-2 3-19 15,-2 5 7-15,0 6 12 0,-3 7 25 16,0 6 34-16,-2 6 1 0,2 6 10 0,0 7 23 16,1 2 29-16,1 5 5 0,5-5-35 15,6-5-36-15,6-5-16 0,1-9-12 16,5-6-18-16,9-9-8 0,1-2 21 15,3-1-7-15,0-4-16 0,0-1-46 16,-1-4 12-16,-2 0 3 0,-3 0-27 16,-2-2 5-16,-2 0-12 0,-1 0-3 15,-3 0-41-15,-1 0-31 0,-2 0-36 16,-1 0-54-16,0 0-97 0,0 0-130 0,-1 0-185 16,-5 0-156-16,-2-2-628 0,0-1 1384 15</inkml:trace>
  <inkml:trace contextRef="#ctx0" brushRef="#br1" timeOffset="-210549.178">26914 10618 673 0,'0'0'0'0,"0"0"0"0,0 0 1390 0,0 0-982 16,0 0-85-16,0 0 68 0,0 0 45 0,0 0-68 15,0 0-57-15,91 7-64 16,-66-4-77-16,1 0-56 0,1-3-53 16,4 0-30-16,0-2-1 0,2-3-30 0,0-6-12 15,0 1-166-15,-4 0-78 0,-4-1-42 16,-3 1-160-16,-7 1-313 0,-5 3-759 0</inkml:trace>
  <inkml:trace contextRef="#ctx0" brushRef="#br1" timeOffset="-210379.563">27176 10537 150 0,'0'0'1414'0,"0"0"-761"0,0 0-404 16,0 0-10-16,0 0 146 0,-37 70 24 15,35-51-112-15,2 5-74 0,0 0-75 16,0-1-52-16,0 2-34 0,0-1-32 15,4-2-30-15,0 0-27 0,2-1-33 0,0-4-139 16,-1 1-50-16,6-5-61 0,0-2-124 16,1-3-297-16,2-8-630 0,-4 0 377 15</inkml:trace>
  <inkml:trace contextRef="#ctx0" brushRef="#br1" timeOffset="-209865.214">27688 10222 189 0,'0'0'1877'0,"0"0"-1311"0,0 0-219 16,0 0-148-16,0 0 8 0,0 0 9 15,0 0-86-15,0 0-52 0,-75 16-12 16,58 9 29-16,4 8 37 0,-3 8 18 16,3 5-1-16,2 4 6 0,2 4-14 0,3-1-24 15,3-4-37-15,3-4-34 0,0-5-29 16,6-11-17-16,6-4 0 0,2-6 3 15,4-2-3-15,3-6-21 0,5-5-22 16,3-5-6-16,3-1-16 0,4-7-64 16,0-4-19-16,-2-6-84 0,1-1-79 15,-2 2-156-15,-5-2-191 0,-8 4-464 16,4-10-570-16</inkml:trace>
  <inkml:trace contextRef="#ctx0" brushRef="#br1" timeOffset="-209370.769">28043 10192 767 0,'0'0'473'16,"0"0"585"-16,0 0-942 0,0 0-103 0,0 0 58 15,0 0 104-15,0 0-53 0,0 0-71 0,0 0-51 16,0 0-3-16,0 0-3 16,0-5 6-16,0 5 32 0,0 0 26 0,0 0 32 15,0 0 31-15,-3 0 7 0,3 0 0 16,0 0-17-16,-1 0-29 0,-1 0-25 16,2 0-25-16,0 0-32 0,0 0-3 15,-1 1-13-15,-1 1 13 0,1 0-10 16,0-2 0-16,-1 1 13 0,1-1 2 15,1 0 17-15,0 0 7 0,0 0 15 16,0 0 28-16,0 0 26 0,0 0 30 0,0 0 23 16,0 0-42-16,0 0-6 15,0 0-23-15,0 0-24 0,0 0-1 0,0 2-21 16,0 3-31-16,0 6 2 0,0 7 7 16,-5 7 47-16,1 10 15 0,-1 7 67 15,-1 1 24-15,1 4-82 0,2-3-56 16,0 0-6-16,0-4-18 0,3-7-3 15,0-7-33-15,0-3-38 0,5-10-79 0,4-1-43 16,3-6 35-16,3 1 16 0,3-4-67 16,2-3-184-16,-1 0-288 0,-1-5-537 15,6-9-516-15</inkml:trace>
  <inkml:trace contextRef="#ctx0" brushRef="#br1" timeOffset="-209112.644">28416 10329 16 0,'0'0'2263'0,"0"0"-1791"16,0 0-314-16,0 0 37 0,0 0 0 16,0 0-33-16,0 0-44 0,-91 24-33 15,68-10 1-15,0 0-30 0,1 2-9 16,0 0-18-16,0-1-10 0,2 2 25 0,2 0 6 16,1-3-28-16,1 3-22 0,4-3-25 15,1 1 25-15,5-2 0 0,4 1 47 16,2-2-15-16,0-1 15 0,8 1-7 15,7-2-15-15,4-3-22 0,6 0-3 16,7-7 0-16,4 0-25 0,3-3-31 16,6-8-64-16,-3-1-93 0,4-4-110 15,-6-1-131-15,-1-2-545 0,-10 7-768 0,8-13 1562 16</inkml:trace>
  <inkml:trace contextRef="#ctx0" brushRef="#br1" timeOffset="-208843.616">28932 10132 82 0,'0'0'71'16,"0"0"1984"-16,0 0-1796 0,0 0-149 15,0 0 103-15,0 0 98 0,0 0-11 0,0 0-116 16,0 0-29-16,0 0 12 0,-70 79 9 16,42-39 27-16,-3 3-1 0,-3 4-57 15,0 0-38-15,-2 3-45 0,-3 0-47 16,0 4-15-16,0-2-18 0,1 1 2 0,2 0 1 15,-1-6-25-15,8-2-34 0,2-9-43 16,5-3-7-16,4-5-22 0,7-8-34 16,3-4-72-16,6-9-55 0,2-5-5 15,10-4-143-15,9-11-166 0,4-9-707 16,-1 1 845-16,18-21 180 0</inkml:trace>
  <inkml:trace contextRef="#ctx0" brushRef="#br1" timeOffset="-208696.086">28789 10499 1201 0,'0'0'1765'16,"0"0"-1467"-16,0 0-231 0,0 0 73 16,0 0 211-16,0 0 70 0,0 0-149 0,84-24-123 15,-59 13-73-15,5 3-51 0,0-4-25 16,0-1-17-16,1-1-54 0,-1 0-111 16,-3-2-66-16,-1 3-116 0,-1-4-165 15,-11 3-566-15,-3 3-298 0,-8 0 866 0</inkml:trace>
  <inkml:trace contextRef="#ctx0" brushRef="#br1" timeOffset="-208477.671">28939 10461 939 0,'0'0'723'0,"0"0"627"0,0 0-1145 0,-34 76-20 16,22-47 170-16,4 2 19 0,0-2-63 16,5-2-132-16,3-2-77 0,0-3-34 15,0-1-32-15,2-2-26 0,1-2-10 16,3-2-22-16,-4 3-58 0,4 3-15 15,-1 2 30-15,2 0 65 0,-5-2 0 16,1-2-195-16,-1-2-10 0,-1-6-182 0,2-4-66 16,-3 0-320-16,0-6-347 0,0-1-57 15,-4 0 912-15,-3-9 265 0</inkml:trace>
  <inkml:trace contextRef="#ctx0" brushRef="#br1" timeOffset="-208346.507">28936 10662 160 0,'0'0'2703'16,"0"0"-2268"-16,0 0-228 0,0 0 21 0,101-11 1 15,-68 1-115-15,4-5-114 0,0-2-52 16,2-2-206-16,-3 0-141 0,-10 5-300 16,5-13-800-16</inkml:trace>
  <inkml:trace contextRef="#ctx0" brushRef="#br1" timeOffset="-208099.002">29723 10141 29 0,'0'0'2336'15,"0"0"-1750"-15,0 0-189 0,54 70 24 16,-38-39-49-16,-1 3-40 0,-2 3-147 0,2 1-22 15,-5 2-65-15,-1-3-52 0,-2 3-43 16,-5-1-3-16,-2 1-12 0,-2-3 12 16,-13-1-67-16,-8-3-38 0,-4-2-36 15,-13-1-19-15,-7 0-11 0,-5 0-60 16,-7-1-71-16,-5-1-135 0,13-6-369 16,-33 3-900-16</inkml:trace>
  <inkml:trace contextRef="#ctx0" brushRef="#br0" timeOffset="-189534.878">4232 10675 745 0,'0'0'162'0,"0"0"184"0,0 0 923 15,0 0-847-15,0 0-6 0,0 0-55 0,0 0-5 16,0 0-54-16,0 0-48 0,0 0-73 16,0 0-43-16,2-1-37 0,-2 1-37 15,0 1-15-15,0 5-19 0,0 6 1 16,5 7 5-16,0 9-11 0,-1 8-4 16,2 7-20-16,0 8 20 0,-2 3-9 15,3 3-12-15,-1 1 0 0,0 2-2 16,-2 0-16-16,2 3 18 0,2 4 0 15,0 1 0-15,-1 1-10 0,-1 2-5 16,1-2-12-16,-2-1-4 0,1-2 4 0,0-2-10 16,-2 2-21-16,1 0 9 15,0-2 13-15,-2 1-10 0,3-1 6 0,-2 0-15 16,4-2 24-16,-1 0-6 16,4-2 13-16,-2 0-38 0,0-1 39 0,1-1 22 15,-3-3-1-15,0-3-69 0,-1-2 43 16,-1-3 16-16,-2-1-47 0,-1-2 22 15,-2-2 36-15,0-1 1 0,0 0-52 0,0-1 33 16,-3 0 17-16,0 0-26 0,1-2 28 16,0-1 0-16,2-6 0 0,0-2 0 15,0-6-28-15,2-3 16 0,3 0-7 16,-2 1 19-16,1-1 15 0,1-1 62 16,-1 2-24-16,-1-6-32 0,0-2 1 15,0-3 3-15,-2-1-23 0,2 0 0 16,-2 1 13-16,-1 0-12 0,0 1 17 15,0 1-20-15,0-1-31 0,0 1 10 0,0-1 21 16,0-4 3-16,2 0 0 0,-2-1 0 16,0-1-1-16,0-4 1 0,0 2 12 15,1-2-15-15,-1-1 2 0,0 0 1 0,0 2 16 16,0-2-17-16,2 0 16 0,-2 0 1 16,0 0 12-16,0 0-4 0,0 0 1 15,0 0-3-15,0 0 5 0,0 0 7 16,0 0-3-16,0 0-6 0,1-2-16 15,-1 1 31-15,0-1 0 0,2 1-32 16,-2 0-11-16,0 1 0 0,1-2-1 16,-1 0-2-16,3 0-22 0,1-3 25 15,2 1 22-15,1-1 11 0,2-3-8 16,0 1-22-16,1 2-1 0,1-1 0 16,2-1 35-16,3 1 14 0,0-1-32 15,5 0-18-15,4-2-1 0,1 1 12 16,0 0-12-16,4 2-1 0,1 1 0 15,3 1 2-15,-1 3 19 0,2-1-17 0,1 2-2 16,0 0 21-16,3 0-20 0,2 2 1 16,0-1-3-16,1 1-3 0,4 1-3 15,0-1 6-15,3 0 10 0,0-1-10 16,1 0-3-16,1-1 3 0,-2 2 0 16,4 0-1-16,0 1-2 0,2 0 3 15,0 0 13-15,1 2-13 0,0 2 1 16,0-3 9-16,2 3-10 0,0-2 0 0,1 1 12 15,-3-1-9-15,3-1-2 0,-1 0-2 16,-2 1-1-16,3-3-16 0,0 2 3 16,2-4 14-16,-1 0-15 0,2 0 16 15,0 0 3-15,0 0 13 0,-1 0-14 16,-1-4-2-16,1 3-15 0,-2 0 15 16,1 0 4-16,-2 1 11 0,1 0-14 15,0 0-1-15,0 0 0 0,-1 0 2 0,2 0-2 16,1 0 0-16,-2 0-1 0,1 0 0 15,1 0-11-15,0-2 11 0,-1 0 0 16,2-2 1-16,0 1 0 0,0-1 10 16,0 1-8-16,0-2-2 0,1 2 1 15,1 0 17-15,-2-1-18 0,3 2-12 0,0 1 12 16,1-2 12-16,1 0-9 0,1 1-3 16,0-1 1-16,1-1 22 0,3 1-23 15,-1-1 16-15,1-2-28 0,3 0 12 16,-2 0 0-16,2-3-10 0,3 0 29 15,-1-1-10-15,2 0-9 0,1 0 0 16,0-1-1-16,0 2 2 0,1-1-1 16,0 2 0-16,-1-1 1 0,1 3-1 15,0-2 0-15,-3 2 2 0,0-1-2 16,-2 0-9-16,2 0-7 0,-2-3 13 0,-1 0 3 16,-3 1-2-16,1-3 2 0,-2 3-3 15,-1-2 3-15,-3-1 1 0,1 4 2 16,-3-3-3-16,-3 3 0 0,1-1 19 15,-2 2-16-15,-2 0 12 0,0 3-13 16,-4 0 16-16,-1 0-18 0,0 0-3 0,-4 1-24 16,1 0 15-16,-4-1 0 0,-1 1 11 15,-3 0 0-15,-2-1 1 0,-2-1 2 16,-5-1 21-16,0 3-23 0,-7-2 0 16,-1-1 2-16,-5 3-2 0,-6 0 0 15,-1-1 2-15,-2 3 14 0,-5 0-13 16,0-1-3-16,-1 2-18 0,-5 0 0 0,2 0 17 15,-3 0 1-15,2 0 15 0,-2-1-12 16,1 0 15-16,-1-1-3 0,0 1-3 16,0-2-10-16,2 1 0 0,-1-2 20 15,2-1 29-15,1-2-11 0,-1-1-16 16,4-4-21-16,-2 0 9 0,0-5-10 16,1 3 14-16,-3-5-15 0,2 0 2 15,-3-2-3-15,2-1 1 0,-1-1 1 16,-3-3 18-16,0-2-20 0,0-2 0 15,0-6 11-15,0-2-11 0,-7-4-14 0,3-3-4 16,-2 0-16-16,0-5-2 16,-1 1 21-16,-1-2-7 0,-1 2-8 0,3-1 27 15,0 1-27-15,0-2 17 0,1 3-2 0,2-1 12 16,0-1-21-16,2-2 6 0,1-2 5 16,0-4-8-16,0-1-46 0,6-5 9 15,2-1-6-15,1 1-12 0,-1 1 8 16,1 3 1-16,0 6-16 0,-4 4 37 15,-2 5 33-15,0 4 12 0,-3 4 0 16,2 3 0-16,-2 0-11 0,0 7 10 16,0-1 1-16,0 5 0 0,0 1 1 15,0 1-2-15,0-2-13 0,0 3 2 16,0-3-24-16,1 0-6 0,2-2 0 16,0 1-25-16,1 1-31 0,-1 1 89 15,-2 4 10-15,-1 1 47 0,0-1-29 16,0 1 1-16,0 0 9 0,0-2-13 0,0 0 1 15,0-2 21-15,-3 2-9 0,-1 1-13 16,2 3-6-16,-1-2-9 0,0 1-15 16,-2-2 15-16,2 3-2 0,-1-2-7 0,3-2 7 15,-2-2 2-15,0 2-53 0,-1 1 41 16,-1 3 12-16,2 1 58 0,-1 2-14 16,0 0-4-16,-1 5 3 15,1-4-40-15,-3 3 18 0,1-3 19 0,0 4-21 16,0 0 12-16,2-1-29 0,1 1 25 15,-1 1-5-15,1 2 15 0,0-1 2 16,2 1-11-16,-1 2-1 0,1 1 1 16,0 0-7-16,-1-1-21 0,1 2 16 15,-1 0-4-15,1 0 0 0,-1 0-12 0,2 0-1 16,-3 0-14-16,2 0 13 0,-2 0 0 16,-1 4 1-16,0-2-2 0,1 1 2 15,0-1 1-15,-2 2 1 0,1-1 17 16,1-2-6-16,-1 3 0 0,-2-3-8 15,0 3 8-15,2-1-10 0,0 1 10 0,-2-4 9 16,-2 5-18-16,0-3-1 16,-1 3-1-16,1 0-1 0,-4-3 0 0,1 3 13 15,-2-3-10-15,-2 2-3 0,-1-3-28 16,-4 4-21-16,-1-4 49 0,-4 0 25 16,0 3-7-16,0-4-18 0,-4 1-10 15,-3-1-11-15,0 1 21 0,-4 1 9 16,-1-2-9-16,0 0-9 0,-1 1-19 15,-2-1 12-15,-2 0 16 0,-1 0 0 16,-3 0-34-16,-2 0-33 0,-4 0 67 0,-1 0-22 16,2 2 22-16,-6-2 0 15,-1 1 7-15,-1-1 17 0,0 4-24 16,-3-3-3-16,0 0 0 0,-3 2-22 0,2-1 23 16,-2-2-10-16,1 3-15 0,-2-2-10 15,1 1 34-15,-1-1 2 0,1 0-24 16,-3 1 23-16,2-2 2 0,0 2-2 15,-1-1 2-15,-1 2 1 0,-2-2-1 16,2 1-12-16,1-2 12 0,-1 3 9 16,-1-1 16-16,3-1-25 0,-1 0-4 0,-1 2 4 15,2-1-18-15,0-2 3 0,-2 2-7 16,2 0 1-16,0-1 19 0,1-1-1 16,-2 3 3-16,2-1 2 0,-2 0 0 15,2-2 13-15,0 2-3 0,-3 0-13 16,2-2 1-16,1 1 0 0,0 1 4 15,0-1-2-15,-1 0-2 0,3 1 13 0,0 0-1 16,-1 0-15-16,1 0 3 0,-1-2-12 16,2 2 12-16,0 0-3 0,0 0 12 15,0-1-9-15,-1 3 0 0,1-1 12 16,-2 1-24-16,1 1 13 0,-2 0-1 16,0 1 1-16,-1-2 10 0,0 1-11 15,1 0-11-15,2 1 11 0,-1-1 3 16,2 1 18-16,0-3-20 0,0 2 0 15,3-1 1-15,2 0 20 0,-1-1-10 0,1 0-12 16,3 0 0-16,-1-1 1 0,0 2-1 16,3-2 0-16,-2 3-1 0,0-2-2 15,1 0-12-15,1 3 15 0,0-2 1 16,-1 0 11-16,1 0 10 0,2 1-21 16,-2 2 1-16,3 0 17 0,0-3 9 15,1 2 2-15,1 4-5 0,-2-1-1 16,4 2-22-16,-1-3-2 0,1 2 0 0,0-2 0 15,2 2 9-15,1-3-9 0,1 2-21 16,2 0 21-16,1-3 3 0,-1 3 9 16,1 0-12-16,0-1 1 0,1 1 18 15,0-1 8-15,1-2-15 0,-1 1 1 16,1-2-11-16,1 2-1 0,2-3 17 0,2 1 0 16,0-1-18-16,3-1-12 15,2 1 11-15,-2-2 1 0,5-1-3 16,-1 1-18-16,2-1 19 0,1 0 2 0,3-1 0 15,1 0-3-15,5 0 3 0,2 0 11 16,0 0 13-16,3 0-21 0,4-1 15 16,0-2 1-16,0 2-19 0,3 0 0 0,-1 0-2 15,1 1 0-15,0-1-11 0,0-1-8 16,0 2-3-16,0-1-1 0,0 1 4 16,0 0 6-16,0 0-1 0,0 0 13 15,0 0 3-15,0 0 2 0,0 0 14 16,0 0 8-16,0 0 1 0,0 0-1 15,0 0 6-15,0 0-5 0,0 0-4 16,0 0 0-16,-2 0 1 0,2 0-7 16,0-1-3-16,0-2-10 0,-1 1 0 15,1 0 10-15,-2-1 1 0,1 2-1 0,-2-1-10 16,2 0-1-16,-1 0-1 0,1 2 0 16,1-1-2-16,0-1-16 0,0 1 2 15,0 0-11-15,0 1-19 0,0 0-48 0,0 0-50 16,0 0-52-16,0 0-63 15,0 0-206-15,-6 4-788 0,15-1-1522 0</inkml:trace>
  <inkml:trace contextRef="#ctx0" brushRef="#br2" timeOffset="-181405.856">13137 12153 1967 0,'0'0'683'0,"0"0"-365"0,0 0-68 15,0 0-100-15,0 0 28 0,0 0 116 16,0 0-17-16,0 0-13 0,0 0-47 16,0 0-33-16,94-22-42 0,-58 14-35 15,4 1-13-15,6-1-2 0,0-1-13 16,3-1-9-16,0 1-34 0,3-3-8 16,-3 0-8-16,0-1-20 0,-1-2-18 0,-6 1-4 15,-5 0-57-15,-1 0-55 16,-7 0-40-16,-2 2-31 0,-8 3-72 0,-4 1-167 15,-7 4-327-15,-7 1-628 0,-6 3-498 16</inkml:trace>
  <inkml:trace contextRef="#ctx0" brushRef="#br2" timeOffset="-181198.028">13574 12059 329 0,'0'0'2133'0,"0"0"-1862"0,0 0-88 15,0 0-74-15,0 0 141 0,0 0 58 16,-9 87-46-16,16-55-61 0,0 8-35 15,2 4-19-15,1 6 1 0,0 2-9 16,-2 3-16-16,0 3-43 0,-2-2-28 16,0 0-37-16,-2-4-15 0,2 1-11 15,0-8 9-15,2-6-41 0,4-9-70 16,1-6-60-16,4-9-50 0,4-9-73 16,6-6-202-16,3-7-696 0,-3-5-843 15,16-20 2035-15</inkml:trace>
  <inkml:trace contextRef="#ctx0" brushRef="#br2" timeOffset="-180820.548">14348 12418 2077 0,'0'0'1721'0,"0"0"-1406"0,0 0-197 16,0 0-49-16,-98 8 107 0,70 3 77 15,1 4-44-15,1 1-78 0,3 5-51 16,8-2-41-16,1 4-5 0,5 2-22 15,5 1 0-15,3 2 0 0,1-2-3 16,3-4-9-16,8-8-21 0,3-3-25 16,2-10 1-16,6-1 11 0,2-8 10 0,4-8-34 15,2-5-37-15,0-6-43 16,3 1-13-16,-4-2 0 0,-1 1 40 0,-7 2 39 16,2 4 16-16,-7 2 31 0,-4 7 22 15,-3 5 3-15,-5 3 44 0,0 4 77 16,-3 0 40-16,-1 7-22 0,0 5 17 0,0 4-24 15,0 3-10-15,-1 4-24 0,-3 0-4 16,0-1 12-16,1-3-21 0,3-5-79 16,0-6-6-16,0-5-63 0,3-3-28 15,6-3-25-15,2-9 15 0,0-1-15 16,6-10-18-16,-2-1-106 0,2-4-194 16,-1-3-262-16,1-3-615 0,-7 7-634 15,6-21 1919-15</inkml:trace>
  <inkml:trace contextRef="#ctx0" brushRef="#br2" timeOffset="-180088.489">14727 11794 1299 0,'0'0'820'15,"0"0"319"-15,0 0-872 0,0 0 27 16,1 88 89-16,-4-51 45 0,3 6-69 16,-1 3-94-16,-1 4-82 0,2 6-41 15,-1 1-36-15,-3 5-24 0,-1 3-43 0,-2 1-27 16,-1-2-12-16,2-3-30 15,1-10-40-15,2-8-11 0,3-11-13 16,3-11-6-16,8-10-25 0,3-6-24 0,3-5-10 16,3-11-34-16,3-3-81 0,1-7-101 15,0-6-189-15,0-1-22 0,2-3 22 16,-4 1 253-16,-2 1 139 0,-3 1 10 0,-5-1-111 16,1 5 227-16,-6 2 46 0,0 4 439 15,-2 5 18-15,-1 4-28 0,-2 3-98 16,-1 4-76-16,-1 1-80 0,2 1-68 15,-2 0-34-15,0 0 2 0,0 1-34 16,0 3-19-16,-2 4-18 0,-2 1-4 16,-4 1-12-16,0 2-45 0,-4 0 16 15,2 1 41-15,1-1 13 0,-2-3-10 16,4 0 10-16,-1-3 18 0,4-1 13 0,1-1 53 16,3 1-27-16,0 0-66 15,0 1-4-15,7 2 28 0,2 1 31 0,4 0 19 16,-1-1-22-16,1 2-12 0,-1-3 8 15,0 0-5-15,2-2-7 0,-3-3-40 0,0 0-6 16,1-2-10-16,-1-2 13 0,5-5-62 16,-1-4-12-16,2-2-29 0,-3-1-45 15,3-1-47-15,-4 2 28 0,2 1-23 16,-4 1-8-16,-3 5 41 0,0 0 74 16,-4 4 86-16,1 2 0 0,-2-1 131 15,-2 1 61-15,2 0-40 0,0-2-35 16,1 0-9-16,-1 0-11 0,0-4-8 15,3 0-33-15,-3-4-28 0,-1 3-9 16,1-1-19-16,-1 2 19 0,-2 1 4 16,0 2 5-16,-7 3-9 0,-5 0 18 15,-2 5 22-15,-6 7 16 0,-2 4 24 16,0 5 34-16,-1 3 53 0,0 2 1 0,1 2-71 16,-1 0-49-16,5-3-6 0,3-3-9 15,6-3-13-15,4-3-39 0,5-3-25 16,3 2 13-16,10-3-9 0,3 1 6 15,7-3 2-15,7 2 11 0,8-5 2 0,6-2 86 16,2-5-86-16,0 0-40 0,1-4-134 16,0-4 58-16,1 1-22 0,1-3-158 15,-5 1-226-15,-1 0-731 0,-12 1-992 16,-1-4 2014-16</inkml:trace>
  <inkml:trace contextRef="#ctx0" brushRef="#br2" timeOffset="-179533.529">15679 12115 893 0,'0'0'2260'0,"0"0"-1751"15,0 0-225-15,0 0-36 0,0 0 62 0,0 0-88 16,0 0-29-16,78 37-37 0,-62-7-40 16,3 6-21-16,-3 8-13 0,1 2-6 15,-1 5-25-15,-2 4 10 0,-2-3-3 16,-4 4-25-16,2-3-16 0,-5-4-16 0,-2-4 1 16,0-5-2-16,1-5-2 15,0-8 2-15,2-5 1 0,-2-6-1 0,2-4-3 16,-2-5 3-16,-2-3-12 0,1-3-3 15,0-1 12-15,1 0 0 0,1-6 3 16,4-6 21-16,3-7-3 0,4-9 6 16,0-5-3-16,5-11-21 0,1-7-2 15,1-6-16-15,1-5 3 0,-1-2-18 16,0 1-10-16,-2 3 4 0,-1 5-19 16,-3 7-2-16,-3 6-1 0,1 5-3 15,-4 4-15-15,-2 8-28 0,1 2-30 0,-6 4-59 16,-1 4-91-16,-3 4-145 0,0 1-231 15,0 6-541-15,-10 1-455 0</inkml:trace>
  <inkml:trace contextRef="#ctx0" brushRef="#br2" timeOffset="-179332.514">15859 12414 790 0,'0'0'2642'15,"0"0"-2316"-15,0 0-244 0,0 0 173 16,0 0 121-16,0 0-61 0,82-7-116 16,-50-4-98-16,4-2-63 0,2 1-38 15,-1-1-2-15,3-1-53 0,-2 3-107 16,-2-1-44-16,2 1-75 0,-4 1-190 0,-1 1-602 16,-8 4-864-16,1-2 1249 0</inkml:trace>
  <inkml:trace contextRef="#ctx0" brushRef="#br2" timeOffset="-178859.401">17250 12296 1231 0,'0'0'111'16,"0"0"1390"-16,0 0-1110 0,0 0-95 0,0 0-5 16,0 0-30-16,0 0 48 0,0 0-47 15,94 38-74-15,-59-31-57 0,1-3-20 16,-1-3-41-16,1-1-22 0,-4 0-8 15,1-1-6-15,-2-3-16 0,-3-3-18 16,-5 1-34-16,-2 0-60 0,-4-4-74 16,-4 3-28-16,-2-1-69 0,-5 1-189 15,-3 1-646-15,-3 0-733 0</inkml:trace>
  <inkml:trace contextRef="#ctx0" brushRef="#br2" timeOffset="-178570.614">17543 12328 1258 0,'0'0'673'0,"0"0"345"0,0 0-768 16,0 0-71-16,0 0 68 0,0 0 62 15,-26 84-51-15,23-56-63 0,0 3-46 0,-1 4-32 16,2 2-15-16,-2 2-7 16,4 1 43-16,-1-3 8 0,1-5-60 0,0-5-56 15,9-4 1-15,0-3-31 0,4-3-3 16,4-6-19-16,2-3 10 0,1-3 10 15,3-4-13-15,2-1-3 0,1-4-25 16,1-4-39-16,2-5-38 0,1-1-27 16,2-3-56-16,-2-2-119 0,2-1-296 15,-2-2-695-15,-7 5-887 0,11-12 2096 0</inkml:trace>
  <inkml:trace contextRef="#ctx0" brushRef="#br2" timeOffset="-178103.701">18502 12291 760 0,'0'0'117'16,"0"0"1170"-16,0 0-683 0,0 0-145 0,0 0-71 15,0 0-70-15,0 0-92 0,0 0-107 16,0 0-91-16,0 0-6 0,-53 9 15 16,37 12 6-16,-2 4 16 0,0 5 6 15,-1 3 21-15,2 5 22 0,1 1 27 16,1 7-58-16,1-3-16 0,3 3-21 16,4-3-19-16,4-5 19 0,3-5 12 15,4-7-4-15,9-6-33 0,5-4-14 16,5-5 10-16,4-5 7 0,2-4-16 15,2-2 0-15,4-2-2 0,-2-10-49 16,-2-1-48-16,-3-3-50 0,-5 0-37 16,-5 2-99-16,-7-3-195 0,-4 5-693 0,-7-3-1129 15</inkml:trace>
  <inkml:trace contextRef="#ctx0" brushRef="#br2" timeOffset="-177949.211">18348 12596 111 0,'0'0'3006'0,"0"0"-2566"0,0 0-285 16,0 0 8-16,0 0 158 0,0 0-11 16,88-10-115-16,-50-1-106 0,5 0-89 15,4-3-1-15,-2-2-42 0,1 2-19 16,-2-2-123-16,-4 3-132 0,-1 0-243 16,-5 1-757-16,-9 3-725 0,2-1 1817 0</inkml:trace>
  <inkml:trace contextRef="#ctx0" brushRef="#br2" timeOffset="-177344.379">19627 12094 140 0,'0'0'382'15,"0"0"1179"-15,0 0-1089 0,0 0-104 16,0 0-240-16,0 0 223 0,0 0-37 15,-83-48-138-15,65 55-72 0,-4 5-44 0,-1 8-31 16,-4 9 52-16,1 6 65 0,1 7-16 16,2 8-9-16,1 7-35 0,-1 4 22 15,2 2-7-15,-1 1-18 0,1 1-16 16,3-6-18-16,5-5-3 0,3-11-6 16,10-7-16-16,0-8 9 0,15-3 1 15,6-5 15-15,4-1-4 0,5-3-26 16,3-5-19-16,2-4-2 0,1-5-23 15,-2-2 10-15,0-1-6 0,-1-7-40 0,-4-1-12 16,-1-3-19-16,-5-1-3 0,-4 1-52 16,-3-3-56-16,-6-1-116 15,-4 0-274-15,-5 1-553 0,-1 5-442 0</inkml:trace>
  <inkml:trace contextRef="#ctx0" brushRef="#br2" timeOffset="-177201.563">19452 12612 851 0,'0'0'1438'0,"0"0"-780"0,0 0-239 0,0 0-108 16,0 0 19-16,0 0-38 0,0 0-66 16,0 0-78-16,0 0-65 0,0 0-83 15,97-9-16-15,-75-1-119 0,1-2-91 16,-2-3-98-16,-1 1-260 0,-4 1-540 16,-6 2-377-16</inkml:trace>
  <inkml:trace contextRef="#ctx0" brushRef="#br2" timeOffset="-177034.798">19642 12548 202 0,'0'0'2085'0,"0"0"-1494"16,0 0-258-16,0 0-24 0,-15 76 66 0,15-54-30 16,0-3-81-16,0 0-88 15,3 0-47-15,2-1-12 0,-1-2-1 0,2 1-40 0,0 0-57 16,1-2-19-16,2 3-27 0,-2 0 6 16,2 1-50-16,0-1-100 0,0 0-50 15,0-1-45-15,1 1-122 0,3-2-260 16,0-3-501-16,-4-2-389 0,7-10 925 0</inkml:trace>
  <inkml:trace contextRef="#ctx0" brushRef="#br2" timeOffset="-176697.226">20275 12064 1172 0,'0'0'401'0,"0"0"615"0,0 0-701 0,0 0-103 16,0 0 91-16,0 0 89 0,0 0-64 0,0 0-101 15,0 0-106-15,0 0-50 0,28 0 46 16,-28 30 21-16,-3 6-3 0,-5 6-16 16,-2 7-24-16,-3 4 5 0,2 2 28 15,-3 3-10-15,-3-1-45 0,2 2-27 16,-1 0-28-16,0 0-18 0,4-8-17 15,4-1-2-15,2-6-8 0,6-7-9 16,0-6-22-16,9-7-15 0,5-5 13 16,5-7 5-16,5-10-39 0,6-2-13 15,7-9 24-15,3-9-15 0,2-6-80 16,1-1-111-16,-3-4-239 0,-1-1-436 0,-11 7-172 16,6-15-648-16</inkml:trace>
  <inkml:trace contextRef="#ctx0" brushRef="#br2" timeOffset="-176485.5">20686 12122 65 0,'0'0'2411'0,"0"0"-2121"0,0 0-152 16,0 0 32-16,-3 80 159 0,3-43 92 15,0 5-85-15,0 4-105 0,0 3-46 16,-2 0-9-16,-3-1-41 0,-2 1-65 15,-4-2-55-15,0-4-15 0,-1-2-42 16,4-5-72-16,3-6-61 0,5-5 2 16,0-8 58-16,13-12-127 0,7-5-222 0,2-17-340 15,7-7-910-15</inkml:trace>
  <inkml:trace contextRef="#ctx0" brushRef="#br2" timeOffset="-176228.879">21027 12225 3137 0,'0'0'465'16,"0"0"-209"-16,0 0-74 0,-83 27 40 0,51-7 29 16,0 1-90-16,-1 2-84 0,2 2-47 15,3 2-30-15,2-2-1 0,5-2-20 16,3-3-7-16,3-3 7 0,6-4-1 16,3-1 10-16,5-5-23 0,1-1 35 15,1 0 3-15,6 0 40 0,6 0 25 0,0 1-4 16,6-1-8-16,3 0-7 0,2 0 21 15,3 0 12-15,2 0-21 0,4-4-47 16,-1 0-14-16,3-2-61 0,5 0-34 16,2-6 3-16,3-1-147 0,3-2 13 15,4 0-1-15,0-2-206 0,-9 0-636 16,14-13-844-16</inkml:trace>
  <inkml:trace contextRef="#ctx0" brushRef="#br2" timeOffset="-176000.618">21638 12069 1565 0,'0'0'679'0,"0"0"-14"0,0 0-441 0,-88 59 22 15,57-26 225-15,-4 8-19 0,2 4-127 0,-3 4-101 16,2 3-40-16,-4 6-23 0,-2 1-72 16,-6 1-50-16,1 1-39 0,-3-4 0 15,1-1-64-15,2-8-88 0,8-8-38 16,6-7-12-16,8-13 35 0,10-7 62 15,7-7-13-15,3-3-173 0,3-3-295 16,0-4-523-16,8-4-337 0,-4-1 798 16,9-7 419-16</inkml:trace>
  <inkml:trace contextRef="#ctx0" brushRef="#br2" timeOffset="-175849.411">21210 12678 1406 0,'0'0'1060'0,"0"0"125"0,0 0-914 15,95-31-64-15,-58 18 157 0,0-2-75 16,5-1-59-16,0-4-74 0,2-2-56 15,2-3-45-15,1-3-55 0,-1 0-45 16,-6 0-111-16,-4 1-18 0,-6 2 12 0,-5 2-60 16,-7 4-144-16,-9 1-314 0,-7 2-526 15,-2 6-319-15</inkml:trace>
  <inkml:trace contextRef="#ctx0" brushRef="#br2" timeOffset="-175703.108">21565 12433 395 0,'0'0'1655'16,"0"0"-649"-16,0 0-744 0,-32 87-93 15,25-51 106-15,-2 1 71 0,-1 4-31 16,3 3-118-16,1 1-64 0,2 0 29 16,0-2 110-16,1-4-123 0,-1-7-149 0,1-5-30 15,1-4-70-15,2-5 23 0,0-7-88 16,2-3-65-16,2-5-109 0,4-3-341 16,-2-3-783-16,-1-2-513 0,1-11 1761 0</inkml:trace>
  <inkml:trace contextRef="#ctx0" brushRef="#br2" timeOffset="-175532.538">21519 12769 3395 0,'0'0'458'0,"0"0"-335"15,0 0 16-15,0 0 131 0,76-22-1 16,-47 14-143-16,1 0-83 0,-1-1-24 16,-2 1-19-16,-1 0-86 0,-7-2-68 15,-4 5-53-15,-7-2-61 0,-3 6-144 16,-5 1-321-16,-3 0-637 0,-10 10-199 15,0-3 1526-15</inkml:trace>
  <inkml:trace contextRef="#ctx0" brushRef="#br2" timeOffset="-175408.173">21458 12965 153 0,'0'0'2875'16,"0"0"-2137"-16,0 0-370 0,0 0-125 0,0 0-5 16,0 0 21-16,101 34-27 0,-51-39-104 0,4-10-40 15,7-3-70-15,-1-3-18 16,2-4-109-16,0-1-1 0,-1-2-64 0,-2-1-78 15,-16 5-196-15,16-16-1131 0</inkml:trace>
  <inkml:trace contextRef="#ctx0" brushRef="#br2" timeOffset="-175128.79">22369 12080 642 0,'0'0'2332'0,"0"0"-2006"0,0 0-27 16,37 74 145-16,-25-44-23 0,1 1-76 16,1 4-109-16,-2 1-105 0,2 0-36 0,-3 6-59 15,-4-2-33-15,-3 3 12 16,-4 1-15-16,0 4-3 0,-6 2 3 16,-5-2-2-16,-6-1-13 0,-2 0-31 15,-9-3-115-15,-3-3-13 0,-10-2-1 0,-5-1-16 16,-3 0-122-16,-6-3-180 0,-4 1-313 15,13-12-990-15,-27 7 1124 0</inkml:trace>
  <inkml:trace contextRef="#ctx0" brushRef="#br2" timeOffset="-173832.579">6531 15012 1828 0,'0'0'816'0,"0"0"-248"0,0 0-281 15,0 0-145-15,0 0 98 0,0 0 86 16,0 0-62-16,0 0-88 0,0 0-62 16,0 0-10-16,-3-24 28 0,-3 29 5 0,-4 2-39 15,-6 2-28-15,-4 5-21 0,-6 4-16 16,0 4-12-16,-4 4-6 16,-2 3-14-16,0 1-1 0,2 1-2 0,1 1 0 15,3 2-1-15,5 4-12 16,2 0 14-16,8 3-1 0,2 1 0 0,6-2-16 15,3-4 3-15,0-5 0 0,9-8-7 16,4-5 10-16,3-8 9 0,4-6 0 16,0-4 3-16,7-4 0 0,4-6 3 15,0-8 9-15,1-2-12 0,-2-1-33 0,-1 1 2 16,-3 2-11-16,-5 2-13 0,-3 4-18 16,-5 3 5-16,-6 3 23 0,-1 2 17 15,-5 4 28-15,-1 0 23 0,0 0 20 16,-4 0-15-16,-6 1 18 0,-7 2-46 15,-5 1-28-15,-3-2 4 0,-4 3 23 16,-1-3-1-16,-2 0-14 0,1 0-60 16,-5-2 5-16,3 0 4 0,1 0-31 15,2 0-47-15,3 0-106 0,3-2-197 0,1-5-257 16,5-4-446-16,3-2-357 0,5 1 1064 16</inkml:trace>
  <inkml:trace contextRef="#ctx0" brushRef="#br2" timeOffset="-173385.684">6065 14902 276 0,'0'0'427'0,"0"0"1529"16,0 0-1340-16,0 0-292 0,0 0-78 16,0 0-51-16,0 0-7 0,0 0 11 15,55-84-48-15,-37 62-43 0,-1 0-19 16,0 0-9-16,0 2-12 0,2 0-13 16,-3 4 0-16,1 0-13 0,1 2-14 15,-1 5-10-15,-3-1-15 0,2 3 9 16,-1 4-10-16,0 1 2 0,1 2-4 0,-3 0-9 15,2 5 9-15,-3 2 2 0,0 3-1 16,-2 1-1-16,0 1 3 0,0-1 10 16,-1 2-1-16,1-2-9 0,-3-1-2 15,0-3 2-15,1-3-3 0,-1 0-1 16,3-3 1-16,-1-1 0 0,1 0 1 16,3 0 1-16,1-5 1 0,3-2-3 0,2-6-34 15,3 1-64-15,1-6-46 0,1 3-25 16,-2 1-34-16,1 0-51 0,1 2-104 15,-2 3-252-15,-6 2-574 0,5 2-784 0</inkml:trace>
  <inkml:trace contextRef="#ctx0" brushRef="#br2" timeOffset="-171806.626">7264 14950 349 0,'0'0'1441'0,"0"0"-1013"0,0 0-124 16,0 0-7-16,0 0 49 0,0 0-18 16,0 0-71-16,0 0-66 0,0 0-5 15,0 0-2-15,0 0-57 0,-17-9-46 16,10 14-29-16,0 1-18 0,-2 6-3 16,-2 3-3-16,-1 1 9 0,-1 4-7 15,3 0-14-15,-2 3 5 0,1 1-18 0,2 0 13 16,0 3-1-16,4 1 6 15,1 1-8-15,2 2-10 0,2 0 0 0,0 0 12 16,0 2-12-16,3 2 13 0,4-1-14 16,2-1 9-16,0 0-11 0,2-4-19 15,0-1-8-15,1-3-1 0,1-3 1 16,0 0-32-16,3-3-61 0,0-3-78 16,2 2-35-16,1-5-94 0,1-1-243 0,2-1-451 15,-9-4-208-15</inkml:trace>
  <inkml:trace contextRef="#ctx0" brushRef="#br2" timeOffset="-170703.224">7802 15302 624 0,'0'0'257'0,"0"0"1110"16,0 0-918-16,0 0-159 0,0 0-47 15,0 0 34-15,0 0 20 0,0 0-77 16,0 0-57-16,0 0-38 0,78 37-13 15,-62-45-29-15,2-5-24 0,1-3-13 0,-2-5-46 16,2-2-40-16,-3-1-9 0,-2 0 2 16,-2 2 1-16,-5 2 21 0,0 4 0 15,-5 1 11-15,-1 0 14 0,-1 2 12 16,0 2 7-16,-3 0-4 0,-4 1-12 0,-2 1-1 16,1 2 29-16,-5 0-18 0,3 4-10 15,-2-1 31-15,-1 3-19 0,2 1-15 16,-5 0-10-16,0 1-30 0,0 6 3 15,-1 2 34-15,-2 5 3 0,2 0 2 16,0 3 10-16,-2 4 7 0,4-1-1 16,0 3 3-16,2 0-21 0,1-2-2 15,1 1 2-15,2 1 1 0,3-3 20 16,2 3 7-16,2-3 0 0,2 3-9 16,0-2 21-16,0 2-19 0,3-1 10 15,0 1-3-15,4-1-11 0,-1-1-16 16,0 2 14-16,5-3 3 0,-2-2-3 0,3-1-14 15,0-2 18-15,2-4-16 0,1-1 21 16,1-4-11-16,0-1-10 0,-1-1-2 16,3-4 1-16,2 0-1 0,-1 0-1 15,3-6-34-15,1-5-24 0,-1 0-41 16,-1-5-21-16,2 0-57 0,0-2-90 16,-4 0-184-16,-2 4-576 0,5-5-769 0</inkml:trace>
  <inkml:trace contextRef="#ctx0" brushRef="#br2" timeOffset="-169646.646">8564 14868 3 0,'0'0'1965'0,"0"0"-1346"16,0 0-265-16,0 0-108 0,0 0 67 16,0 0 31-16,85 40-98 0,-66-24-34 15,3 3-76-15,-2 4-28 0,0 1-6 0,-3 2-6 16,2 1-10-16,-6 0-22 0,0 1-27 15,-2 1-13-15,0 2 4 0,-4-2-13 16,1 2-15-16,-5-1-14 0,0-1 13 16,-3-1 1-16,0 1-1 0,0-2-11 0,-3-1-43 15,-7 2-37-15,2 0-6 16,-4 1-16-16,-2 1 6 0,-2 1 3 0,-4-2-7 16,-3 4 12-16,-2-2-3 0,-1-1-10 15,-4 0-26-15,-3-1-47 0,-2-4-83 16,-1 1-250-16,-3-5-595 0,9-4-209 15,-18 0 903-15</inkml:trace>
  <inkml:trace contextRef="#ctx0" brushRef="#br2" timeOffset="-167312.838">23134 12922 1746 0,'0'0'691'16,"0"0"-224"-16,0 0-95 0,0 0-4 0,0 0-40 15,0 0-96-15,0 0-58 0,0 0-62 16,-25 72-41-16,14-54-22 0,0 1 10 16,-1-1-25-16,1-1-19 0,0-2-15 15,3 0-15-15,2-6 2 0,3-2-30 0,3-3 3 16,0-4-93-16,0 0-96 16,6-2-47-16,8-8-106 0,10-7-102 0,8-4-559 15,-4 0-667-15,23-18 1661 0</inkml:trace>
  <inkml:trace contextRef="#ctx0" brushRef="#br2" timeOffset="-166799.089">23884 12279 792 0,'0'0'150'0,"0"0"1071"0,0 0-601 0,0 0-200 16,0 0-41-16,0 0-4 16,0 0-6-16,0 0-87 0,0 0-48 0,0 0-51 15,0-40-57-15,0 40-38 0,0 4-39 16,2 3-28-16,4 5-19 0,3 7 62 15,1 5-3-15,5 8-16 0,-4 4 16 16,0 5 9-16,0 2-34 0,-3 3-9 16,0 3-12-16,-3 2-15 0,0-1-3 15,-3 0-21-15,1-6 22 0,3-7 1 0,-1-10-11 16,6-10-12-16,-1-5 22 16,6-2 2-16,0-5 1 0,2-2-1 0,-2-3-34 15,3 0 10-15,-1-2 9 16,2-7 14-16,3-4 1 0,-1-5 2 0,2-1-1 15,3-7-1-15,1-4-33 0,0-3 2 16,-2-6-26-16,2-3-16 0,-4-4 3 0,2-3 3 16,2-3-6-16,-3 2-10 0,3 1-36 15,-4 5 15-15,-2 9-22 0,-3 7-10 16,-8 9-18-16,-2 8-42 0,-6 6-58 16,-3 5-188-16,-2 0-225 0,-8 5-151 15,3 2-495-15</inkml:trace>
  <inkml:trace contextRef="#ctx0" brushRef="#br2" timeOffset="-166600.779">24101 12624 734 0,'0'0'482'16,"0"0"659"-16,0 0-702 0,0 0-35 16,0 0 79-16,0 0-61 0,0 0-114 15,0 0-98-15,0 0-50 0,0 0-64 16,13 4-5-16,12-11-11 0,1-3-16 0,2 0-33 15,0 0-13-15,1 2 0 0,-2 0-18 16,1-1-17-16,-1-1-8 0,-1 0-72 16,0-2-62-16,0 3-47 0,1 0-57 15,1 1-130-15,2 1-299 0,-7 0-533 16,10-1-769-16</inkml:trace>
  <inkml:trace contextRef="#ctx0" brushRef="#br2" timeOffset="-166161.211">24964 12550 346 0,'0'0'2650'0,"0"0"-2091"0,0 0-272 15,0 0-89-15,0 0 6 0,0 0-15 0,0 0 55 16,0 0-106-16,81 29-49 0,-43-29-43 15,2 0-9-15,1-7-37 0,-1-1-16 16,0-5-39-16,-5 1-24 0,-4-5-53 16,-5 3-13-16,-4-3 24 0,-3 1 19 15,-5 0-32-15,-2 1-16 0,-6-1 14 16,-4 4 102-16,-2 0 34 0,0 1 59 16,-10 1 4-16,-2-1-12 0,-5 1-16 0,-4 1-34 15,-3 6 52-15,-5 3 12 0,-2 0-37 16,-2 9-6-16,-3 4 9 0,2 5 25 15,-3 4-9-15,1 3 15 0,2 4 15 16,2 7 22-16,2 2-4 0,2 4 13 16,5 0-10-16,2 0-13 0,6 1-20 15,4-5-1-15,8-4-19 0,3-7 1 16,11-7-19-16,6-2 4 0,8-6-31 16,6-5 0-16,3-3-10 0,2-4-9 15,4-3-38-15,2-7-23 0,0-6-54 0,0-2-59 16,-2-3-69-16,1-2-113 0,-11 4-303 15,14-10-823-15</inkml:trace>
  <inkml:trace contextRef="#ctx0" brushRef="#br2" timeOffset="-165785.003">26056 12233 1285 0,'0'0'163'0,"0"0"1367"0,0 0-1009 15,0 0-199-15,0 0-70 0,-90 3 72 16,66 9-92-16,0 8-66 0,-1 5-47 0,0 9 7 15,2 4 42-15,3 9-28 0,1 3-28 16,2 3 0-16,4 1 9 0,3-1-6 16,3 0-48-16,5-5-49 0,2-5-18 15,9-5-1-15,5-7 1 0,6-7 3 16,2-4-3-16,6-8-17 0,5-6-74 16,2-6-51-16,5-3-10 0,-1-8-12 15,-2-4-52-15,-2-2-130 0,-6-1-229 16,-6 0-429-16,-6 0-215 0,-9 7-586 15,-8-7 1652-15</inkml:trace>
  <inkml:trace contextRef="#ctx0" brushRef="#br2" timeOffset="-165601.062">25915 12622 1403 0,'0'0'341'0,"0"0"871"0,0 0-966 16,0 0-70-16,0 0 27 0,0 0 90 15,0 0-22-15,0 0-72 0,0 0-63 16,0 0 0-16,0 0-6 0,113 0-38 0,-70-6-46 15,4-4-46-15,1-5-68 0,5-2-58 16,0-4-77-16,-1-1-102 0,-2-5-157 16,-2 1-585-16,-14 7-893 0,5-9 1207 0</inkml:trace>
  <inkml:trace contextRef="#ctx0" brushRef="#br2" timeOffset="-165419.955">26469 12305 1918 0,'0'0'1766'0,"0"0"-1426"0,78-18-117 15,-40 6 133-15,5 1-73 0,1-2-115 16,4-1-104-16,-2-2-55 0,1 1-9 0,-2-2-27 16,-4-1-117-16,-5 1-40 0,-6 3-50 15,-7 2-98-15,-3 0-291 0,-8 3-627 16,-5 4-434-16,-7 0 1103 0</inkml:trace>
  <inkml:trace contextRef="#ctx0" brushRef="#br2" timeOffset="-165201.009">26848 12152 834 0,'0'0'97'0,"0"0"499"16,0 0 161-16,0 0-215 0,-26 67 2 16,22-45-19-16,-1 6-102 0,0 3-113 0,-1 3-68 15,0 3-21-15,-1 0-38 0,-2 2-47 16,1-1-42-16,-1-1-24 0,0-1-34 15,0-3-22-15,3-3-14 0,1-6-25 16,2-4-62-16,3-4-26 0,0-3-21 16,3-4-18-16,3 2-19 0,-1-6-4 0,2 2-53 15,-2-3-98-15,0-1-110 16,1-1-123-16,-2-2-232 0,0 0-638 0</inkml:trace>
  <inkml:trace contextRef="#ctx0" brushRef="#br2" timeOffset="-165009.404">26819 12581 2017 0,'0'0'1567'0,"0"0"-1289"15,0 0-153-15,0 0 139 0,0 0 95 16,0 0-107-16,0 0-163 0,0 0-52 16,88-41-16-16,-55 28-19 0,5-2-2 0,2 0-29 15,3 3-5-15,-1 0-3 0,0 5 36 16,-2-1-26-16,-9 3-99 0,-6 2-19 15,-7 3-34-15,-5 0-57 0,-9 6-141 0,-4 3-242 16,-3 4-407-16,-7-1-340 0</inkml:trace>
  <inkml:trace contextRef="#ctx0" brushRef="#br2" timeOffset="-164829.256">26812 12815 215 0,'0'0'2687'0,"0"0"-2354"0,0 0-247 15,0 0 153-15,0 0 146 0,0 0-75 16,0 0-118-16,0 0-83 0,0 0-1 0,0 0 2 16,84 6-11-16,-43-13-38 0,1-4-52 15,3-1-9-15,3 1-31 0,0-1-101 16,0 3-65-16,3-1-10 0,-4-2 5 16,-12 3-333-16,9-5-1361 0</inkml:trace>
  <inkml:trace contextRef="#ctx0" brushRef="#br2" timeOffset="-150797.679">5068 14979 153 0,'0'0'1316'0,"0"0"-589"0,0 0-397 15,0 0-162-15,0 0 51 0,0 0 136 0,0 0-27 16,0 0-63-16,0 0-57 0,0 0-65 16,-53 7-3-16,51-6 18 0,2-1-13 15,0 0-19-15,0 0-27 0,8 0-26 16,2 0 1-16,5 0 5 0,7 1 18 15,3 2-11-15,5-1-35 0,7 0-17 16,2-2-16-16,3 0-3 0,1 0 0 16,2 0-15-16,-3-4-1 0,-2 0-14 15,-4-2 0-15,-1 1-21 0,-5-2-31 16,-1 0-19-16,-3 0-8 0,-7-1-47 16,-2 1-43-16,-6 0-84 0,-2-4-135 15,-6 4-321-15,-3 2-799 0,-3-3-65 0</inkml:trace>
  <inkml:trace contextRef="#ctx0" brushRef="#br2" timeOffset="-150526.906">5323 14964 637 0,'0'0'401'0,"0"0"1154"0,0 0-1140 15,0 0-156-15,0 0 27 0,0 0 80 0,-24 79-11 16,21-57-126-16,1 0-81 0,-2 4-34 15,1 2-13-15,0 3 0 0,-2-1 58 16,2 4-64-16,0-1-53 0,0 2-26 16,0-2-16-16,3 1-1 0,0-1-1 0,0-3-1 15,3-3-1-15,3-2 4 0,2-6-3 16,2-1-15-16,2-3 6 0,4-1-6 16,0-4 15-16,5-4-22 0,2-3-30 15,6-3-36-15,4-9-28 0,5-5-62 16,2-5-78-16,2-4-187 0,-12 4-535 15,9-12-703-15</inkml:trace>
  <inkml:trace contextRef="#ctx0" brushRef="#br2" timeOffset="-149966.33">5832 14418 179 0,'0'0'2043'0,"0"0"-1523"0,0 0-240 16,0 0-94-16,0 0 100 0,0 0 62 16,-16 73-52-16,13-46-75 0,0 3-54 15,0 5-59-15,-2 1-25 0,-1 6 0 0,2 5-9 16,-2 3-13-16,0 10-9 0,-1 5-25 16,1 7 13-16,2 7-9 0,-1 3-19 15,4 4-9-15,1 0 11 0,0-1-13 16,1 0 0-16,8-7-1 0,5-2-3 15,1-5 1-15,5-8 2 0,-1-5-12 16,4-8-22-16,1-6-36 0,4-7-52 16,0-4-14-16,6-3-21 0,3-7-44 0,4-4-82 15,5-5-250-15,-12-7-506 0,27-5-317 16</inkml:trace>
  <inkml:trace contextRef="#ctx0" brushRef="#br2" timeOffset="-149376.527">8749 14771 2711 0,'0'0'973'0,"0"0"-746"0,0 0-139 0,0 0 19 15,0 0 46-15,0 0 114 0,76 51-48 16,-60-33-48-16,6 1-54 0,-1 2-35 15,4 4-15-15,-1 3-3 0,-2 1-6 16,-2 2 21-16,0-1 33 0,-1 5-42 16,-6-2-46-16,1 5 7 0,-5 4-19 15,-2 2-12-15,-4 3 12 0,-3 3 6 16,0 3-18-16,-10 0 2 0,-4 1-1 16,-5 0 1-16,-3 0-2 0,-2 0-18 15,-4-3-15-15,4-1-4 0,-4-1-29 16,1-3-26-16,1-2-20 0,3-1 9 15,3-2-13-15,1-3-13 0,1-4-12 0,1-5-99 16,0-4-69-16,1-4-172 0,1-8-246 16,-10 5-889-16</inkml:trace>
  <inkml:trace contextRef="#ctx0" brushRef="#br2" timeOffset="-147182.55">10266 15061 421 0,'0'0'2361'0,"0"0"-1950"0,0 0-156 16,0 0-84-16,0 0 59 0,0 0 75 15,0 0-62-15,0 0-33 0,0 0-35 16,94 21-9-16,-57-20-34 0,-1 0-44 16,-1-1-18-16,1 0-30 0,-3-5-19 0,-1-2-21 15,-2-2-3-15,-4 1-31 0,-3 0-51 16,-5 0-31-16,-3 3-31 0,-9 1-49 16,-1 4-94-16,-5 0-276 0,-3 3-715 15,-3 3-424-15,-16 7 883 0</inkml:trace>
  <inkml:trace contextRef="#ctx0" brushRef="#br2" timeOffset="-147000.875">10250 15326 1709 0,'0'0'1062'0,"0"0"-872"0,0 0-171 15,0 0 55-15,0 0 143 0,80 13 92 16,-50-12-123-16,3 2-129 0,3-3-57 15,2 3-123-15,-2-3-207 0,-2 1-172 0,-1 0-653 16,-7-1-267-16,3 1 1131 0</inkml:trace>
  <inkml:trace contextRef="#ctx0" brushRef="#br2" timeOffset="-138217.168">11888 14997 1524 0,'0'0'1815'15,"0"0"-1570"-15,0 0-150 0,0 0 28 16,-90 52 157-16,67-36-33 0,3-1-92 16,-2 2-63-16,4-1-30 0,0 4-13 15,-2 2-9-15,1 2-3 0,-4 6 3 0,3 1 3 16,1 3-3-16,-1 4 9 0,0 2-25 16,4-1 16-16,1 3-22 0,3-5 13 15,5-3 9-15,5-8 15 0,2-4 24 16,3-2-18-16,9-6-49 0,2-2-12 15,3-5-12-15,5-1 1 0,2-5 11 0,3-1 2 16,3 0 12-16,-1-4-14 16,2-5-2-16,-3-2 1 0,-1-1-11 0,0-4-10 15,-1-1-20-15,-3 1 2 16,-4-2 0-16,-2 0 10 0,-6 4-13 0,-3 0 0 16,-6 3 16-16,-2 2 27 0,0 2 3 15,-5 1-1-15,-5 3 22 0,-3 0-21 16,-6 2 13-16,-2 1-16 0,0 0 21 15,-3 0-18-15,-2 4 13 0,0 1-16 16,-1-1-3-16,1-3-18 0,4 1-16 16,1-2-64-16,2 0-55 0,2 0-69 15,-2-3-101-15,1-3-275 0,1 0-497 0,4 0-597 16,-7-8 1225-16</inkml:trace>
  <inkml:trace contextRef="#ctx0" brushRef="#br2" timeOffset="-137753.22">11378 14808 1159 0,'0'0'1014'0,"0"0"-455"16,0 0-267-16,0 0-87 0,0 0 59 0,0 0 18 16,0 0-47-16,56-86-62 15,-33 61-36-15,0 0-22 0,1 2 12 0,-2 0 2 16,-2 4-6-16,0 2-12 0,-1 1-4 15,-3 3-40-15,-2 4-12 0,-1 0-16 16,-1 6-5-16,-2 2-1 0,4 1-33 16,1 1 0-16,0 8-3 0,0 6-15 15,1 4 3-15,-2 3 3 0,-1 2 9 0,-1-1-16 16,-1-4 19-16,2-1 1 0,0-5 1 16,1-3 1-16,1-4-2 0,2-3 15 15,1-3-6-15,5-3-10 0,2-10-52 16,4-5-67-16,3-3-31 0,-2-2-19 15,0-1 18-15,-1 4-75 0,-5 0-146 16,-3 2-180-16,-1 3-214 0,-7 5-737 16</inkml:trace>
  <inkml:trace contextRef="#ctx0" brushRef="#br2" timeOffset="-134780.143">13335 15024 355 0,'0'0'2460'0,"0"0"-2021"0,0 0-162 16,0 0-93-16,0 0 86 0,0 0 3 15,0 0-90-15,0 0-62 0,0 0-47 16,0 0-13-16,-90 61-5 0,67-35 5 15,-3 4-6-15,-3 6 1 0,0 2-7 16,-2 5-25-16,0 3-24 0,3 2 0 16,3-1 1-16,5 0 2 0,6-6 18 0,4-2 10 15,7-7-29-15,3-7 1 0,0-4-2 16,7-4 18-16,4-7-7 0,4-4-9 16,4-5 18-16,3-1-3 0,6-7-2 15,-1-8-16-15,1-3 0 0,2-4-25 16,-2-2-20-16,-3-1 2 0,-2 2 9 15,-3 2-6-15,-6 1 13 0,-4 5 2 16,-3 1-2-16,-6 4 8 0,-1 1 1 16,-1 0 18-16,-9 1 1 0,-3 0 2 15,-4 1-3-15,-1-3-12 0,-3 3-28 0,-2-1-43 16,0-2-16-16,-1 1-27 0,1-1-42 16,-3-1-65-16,4 1-111 0,0-1-183 15,0-3-186-15,2-4-572 0,8 5 65 16,-5-13 1220-16</inkml:trace>
  <inkml:trace contextRef="#ctx0" brushRef="#br2" timeOffset="-134410.193">12884 14861 235 0,'0'0'345'16,"0"0"1189"-16,0 0-1039 0,0 0-109 15,0 0-85-15,0 0-15 0,0 0-71 0,0 0-96 0,82-84-62 16,-61 65-10-16,0 0 26 16,-1 2 14-16,-2 4-18 0,-2 3-13 0,1 4 0 15,-1 2-7-15,-1 4-2 0,-1 0-19 16,0 4-13-16,-3 5-15 0,0 1 12 15,1 0 19-15,-1 1-30 0,-1-1 21 16,2-2-4-16,-1-1-5 0,-2 0-10 16,1-2 22-16,2-3-1 0,0 0 10 15,-1-2 0-15,3 0 9 0,3-2-22 16,1-5 4-16,3-4-25 0,4-3-66 16,-1-1-35-16,1-1-50 0,-2 0-45 15,1-1-31-15,-2-1-51 0,1 1-124 16,-3 0-193-16,-3 5-599 0</inkml:trace>
  <inkml:trace contextRef="#ctx0" brushRef="#br2" timeOffset="-134124.376">13758 14838 1228 0,'0'0'683'16,"0"0"324"-16,0 0-792 0,0 0-36 15,0 0 138-15,0 0 24 0,89 6-87 0,-61-9-111 16,0-5-66-16,3-1-46 0,1-4-31 15,1-1-28-15,-7-1-102 0,1-1-155 16,-5-1-118-16,-4 1-263 0,-7 3-852 16,-3-7 174-16</inkml:trace>
  <inkml:trace contextRef="#ctx0" brushRef="#br2" timeOffset="-133918.157">14086 14414 78 0,'0'0'2399'0,"0"0"-2003"16,0 0-190-16,0 0 36 0,0 0 146 15,0 0-17-15,0 0-131 0,15 72-128 0,-9-43-29 16,4 8-27-16,0 2 9 0,0 7-22 16,-1 3-43-16,1 4-9 0,-4-2-38 15,-3 3-132-15,-2-2-82 0,-1-2-138 16,0-3-332-16,0-16-1181 0</inkml:trace>
  <inkml:trace contextRef="#ctx0" brushRef="#br2" timeOffset="-129691.728">14411 15307 2491 0,'0'0'502'15,"0"0"-147"-15,0 0-136 0,0 0 21 16,0 0 91-16,0 0-73 0,0 0-73 15,0 0 49-15,85 1-53 0,-46-9-50 16,4-4-15-16,2-2-22 0,-2-1-21 16,2-1-24-16,-5-1-37 0,-1-1-12 15,-3 0-24-15,-4 0-16 0,-3 0-87 0,-6 1-62 16,-5 4-50-16,-6 2-53 0,-5 4-193 16,-4 3-521-16,-3 4-587 0</inkml:trace>
  <inkml:trace contextRef="#ctx0" brushRef="#br2" timeOffset="-129436.583">14685 15265 176 0,'0'0'36'15,"0"0"2421"-15,0 0-1988 0,0 0-201 16,0 0-52-16,0 0 106 0,0 0-25 16,0 0-98-16,-16 81-78 0,16-59-29 15,0 4-15-15,0 3-3 0,0-1-6 16,0 3-7-16,0-1-12 0,-1-1-19 15,1 1-18-15,0-5-11 0,0 0-1 16,0-3-2-16,4-4-1 0,4-2 0 0,3-4-27 16,0-2-4-16,6-3-27 15,6-1-83-15,1-5 36 0,6-1-46 0,6-4-64 16,4-8-35-16,7-6-233 16,4-5-671-16,-12 4-1008 0,20-16 2162 0</inkml:trace>
  <inkml:trace contextRef="#ctx0" brushRef="#br2" timeOffset="-128716.808">15842 15031 1023 0,'0'0'472'0,"0"0"978"0,0 0-1041 16,0 0-148-16,0 0 1 0,0 0 98 16,0 0-53-16,0 0-79 0,0 0-96 15,0 0-58-15,0 0-41 0,-19 12-32 0,2 4 0 16,-6 7 0-16,0 3 24 16,-3 5 11-16,-1 2-8 0,-1 6-16 0,-2 2 6 15,1 4 13-15,0 1-7 0,4 1 7 16,1 0-10-16,4-5-20 0,7-6 1 15,5-8 0-15,6-6 26 0,2-5-25 16,9-6-3-16,5-5 0 0,8-3 0 16,5-3 2-16,5-9-2 0,2-3-3 0,1-7-43 15,-3-2 34-15,-2 2 11 0,-4-1-1 16,-6 1-11-16,0 1 13 0,-5 1 22 16,-5 2-22-16,-3 2-17 0,-3 2 14 15,-1 4-7-15,-3 1 10 0,0 0 22 16,-8 2-22-16,-3 1 0 0,-4-1-28 15,-1 2-5-15,-6 2-16 0,-1 0-12 16,-3 0-9-16,1 0-50 0,0 2-27 16,-1 2-41-16,1-2-57 0,5-1-135 15,1-1-158-15,2 0-433 0,3-6-215 0,5-1 40 16,-2-12 1120-16</inkml:trace>
  <inkml:trace contextRef="#ctx0" brushRef="#br2" timeOffset="-128276.089">15535 14770 124 0,'0'0'499'16,"0"0"1208"-16,0 0-1287 0,0 0-202 0,0 0 16 15,0 0 75-15,0 0-18 0,0 0-77 16,0 0-66-16,87-65-30 0,-63 47-6 0,-1 2 8 16,-2 0 1-16,0 1-35 0,-1 2-15 15,-1 1-13-15,1 4-3 0,-3 3-22 16,-1 2-33-16,-3 3-2 0,-1 1 0 15,-2 7-10-15,0 5 8 0,-2 2 4 16,1 3 16-16,-3 0-16 0,2-1 0 16,-2-2-11-16,3-4 7 0,1-3-20 15,2-2 21-15,1-2 3 0,2-4 18 16,3 0 4-16,0-8 8 0,5-6 7 16,-1-6-37-16,3-3-83 0,2-2-55 15,0-2-46-15,-1 2-58 0,-4 2-99 16,0 1-287-16,-7 8-653 0,4-3-821 0</inkml:trace>
  <inkml:trace contextRef="#ctx0" brushRef="#br2" timeOffset="-123463.517">12285 15398 759 0,'0'0'221'0,"0"0"576"0,0 0-298 16,0 0-98-16,0 0-144 0,0 0-32 15,0 0 33-15,0 0 8 0,39-72-33 16,-26 61-34-16,-1 0-40 0,1 2-29 16,0 2-6-16,-2 2-10 0,2 3-22 0,0 2-15 15,0 0 12-15,2 2-15 0,-4 2-35 16,-1 4-8-16,0-1-31 0,-5 2-10 15,-1 1 9-15,-3 0-1 0,1 2 2 16,-2 0-3-16,0 1-1 0,-3 1 1 16,-4-2-27-16,-5 2-13 0,-1-2 6 15,-1 0 4-15,-3-1-7 0,-1 0 3 16,1-3 6-16,1-2 13 0,-1-1 5 0,1-3 1 16,1-2-3-16,4 0 13 0,-3 0-20 15,3-5 1-15,-1-3-23 0,3-2 1 16,0-2-15-16,3-1-4 0,3-3 3 15,-2 1 3-15,5-1-37 0,0 2-32 16,0 3-45-16,0 2-56 0,8 2-28 16,0 2-96-16,2 1-190 0,4 1-212 0,1 2-281 15,-3-1 401-15,9 2 517 0</inkml:trace>
  <inkml:trace contextRef="#ctx0" brushRef="#br2" timeOffset="-122890.392">13729 15323 541 0,'0'0'287'15,"0"0"672"-15,0 0-440 0,0 0-186 16,0 0-117-16,0 0 38 0,78-40 74 16,-62 40-71-16,-3 4-30 0,3 4-79 15,-3 2-33-15,0 1-49 0,-3 3-7 16,-4-1 3-16,-2 2-12 0,-2 0-1 0,-2-1 4 15,0 1-16-15,-2-1-3 0,-4 0 0 16,-1-1-4-16,-3 0 7 0,-3-1-18 16,4-3-16-16,-5-3 18 0,2-2-21 15,2 0-2-15,0-4-28 0,0 0 5 0,4 0-3 16,-1-1-3-16,-1-6-18 0,3-2-13 16,-1-2 7-16,-1 0-10 0,4-1 12 15,0 2-6-15,-1 0-41 0,4-1-35 16,0 1-94-16,0 0-113 0,0 1-211 15,6 0-492-15,-2 3-551 0,6-1 1551 0</inkml:trace>
  <inkml:trace contextRef="#ctx0" brushRef="#br2" timeOffset="-122028.59">15250 15398 912 0,'0'0'247'0,"0"0"985"15,0 0-871-15,0 0-65 0,0 0-18 16,0 0 74-16,0 0-37 0,0 0-80 0,0 0-80 15,0 0-40-15,26-27-41 0,-23 27-28 16,0 0-24-16,0 0-19 0,1 0-1 16,1 2 1-16,-2 0 0 0,-1 0 0 15,-1 3 13-15,1-2-15 0,-2 2 11 16,0 2 3-16,0 0-2 0,-2 4-13 16,-4 1 0-16,-2-2-13 0,-1 1-5 15,0-1-10-15,0-3-12 0,0 0-3 16,0-2 3-16,0-2 3 0,1 0 0 15,1-2-1-15,-1 1 4 0,1-1 10 0,0-1-7 16,3 0 28-16,-2 0 0 0,2-3-12 16,1-2-26-16,-2-1 7 0,2-2-16 15,-1-2-3-15,3-1-9 0,1-1-24 16,0 0-17-16,4 0 2 0,2-2-19 0,0 3-32 16,-2 1-26-16,3 3-52 0,-2 2 2 15,2 2-46-15,-2 3-159 0,1 0-275 16,-1 0-494-16,2 0 1111 0</inkml:trace>
  <inkml:trace contextRef="#ctx0" brushRef="#br2" timeOffset="-120059.844">16934 14937 130 0,'0'0'343'0,"0"0"1483"0,0 0-1397 15,0 0-91-15,0 0-54 0,0 0 18 16,0 0 3-16,0 0-63 0,0 0-71 16,0 0-41-16,0 0-25 0,-20-51 3 15,19 52 9-15,0 2-32 0,-2 2-33 16,-3 7-27-16,0 5-13 0,-2 8 3 16,2 9 19-16,1 4 0 0,2 6 5 15,-1 2-11-15,1 2-4 0,0 1-3 0,0-2-10 16,-1-2-11-16,1-4-13 0,2-2-8 15,-1-3 9-15,2-3-13 0,0-3-14 16,0-4-10-16,0-5 15 0,0-6-54 16,6-4-50-16,1-4-19 0,5-7-13 0,1 0 6 15,7-11-93-15,4-7-269 16,-1-6-695-16,-4 5-713 0,4-14 1742 16</inkml:trace>
  <inkml:trace contextRef="#ctx0" brushRef="#br2" timeOffset="-119713.452">17227 15343 450 0,'0'0'346'0,"0"0"1409"0,0 0-1369 0,0 0-104 15,78 34 40-15,-57-32-69 0,1-2-102 16,3-6-76-16,2-8-24 0,5-2 24 16,1-1-7-16,-1-4-64 0,-2-1-4 0,-3-2-4 15,-1-1-49-15,-7 1-43 0,-2 1-9 16,-7 1 11-16,-3 1 22 0,-5 4 50 15,-2 2-5-15,-2 2 27 0,-7 1 2 16,-2 4 24-16,-3-1 11 0,-2 2 20 0,0 2-16 16,-1 2 0-16,-3 2-13 0,2 1 22 15,-2 4-5-15,0 6 5 16,1 7-9-16,-1 7 18 0,0 6 19 0,0 6 18 16,0 4 34-16,0 6-22 0,1-2-40 15,3 3-13-15,4-3-26 0,4-4-28 16,6-8-1-16,2-9 30 0,2-3-5 15,6-7-24-15,3-3-1 0,3-3-25 16,3-7-2-16,5 0-13 0,2-7-22 16,6-8-64-16,2-5-72 0,3-4-61 15,-1-3-52-15,1 0-6 0,-2-4-705 16,-10 9-821-16</inkml:trace>
  <inkml:trace contextRef="#ctx0" brushRef="#br2" timeOffset="-119459.428">18089 14761 235 0,'0'0'2664'0,"0"0"-2245"15,0 0-149-15,0 0 127 0,82 18 62 0,-58-4-159 16,2 4-113-16,-1 4-56 0,1 4-27 16,1 2-13-16,-1 4-36 0,-4 1-12 15,-5 6-31-15,-1 1-12 0,-9 2-12 16,-4 5-4-16,-3 1-47 0,-9 5-56 15,-8-2-6-15,-6 0 24 0,-4 1 18 0,-7 0-15 16,-1 0-56-16,-6-4-63 16,-2-1-120-16,-5 0-259 0,-5-5-578 0,13-9-640 15,-27 8 1758-15</inkml:trace>
  <inkml:trace contextRef="#ctx0" brushRef="#br2" timeOffset="-111208.319">19051 15319 772 0,'0'0'1393'0,"0"0"-251"0,0 0-809 16,0 0-194-16,0 0 15 0,0 0 191 0,0 0-48 16,0 0-63-16,0 0-87 0,0 0-67 15,0 0-28-15,39-3 18 0,-16 3 6 16,2 0 9-16,4 0-39 0,1 0-22 15,-1-1-23-15,0-5-1 0,-3-1-18 16,0 0-19-16,-5-1-100 0,-2 2-58 16,-3 1-16-16,-5 0-63 0,-5 3-219 15,-6 2-648-15,0 0-903 0,-10 7 1304 0</inkml:trace>
  <inkml:trace contextRef="#ctx0" brushRef="#br2" timeOffset="-111045.752">19023 15512 901 0,'0'0'1408'16,"0"0"-362"-16,0 0-738 0,0 0-144 0,0 0 25 16,0 0 58-16,0 0-61 0,0 0-87 0,0 0-3 15,0 0-28-15,70 21-19 0,-41-21-46 16,4 0-3-16,3-3 0 0,2-3-117 16,5 0-59-16,0-2-107 0,-8 0-296 15,17-4-1264-15</inkml:trace>
  <inkml:trace contextRef="#ctx0" brushRef="#br2" timeOffset="-110548.583">20308 15041 1603 0,'0'0'1643'15,"0"0"-1107"-15,0 0-259 0,0 0-177 0,0 0 84 16,0 0 178-16,0 0-92 0,0 0-127 16,0 0-85-16,0 0-24 0,0 0 2 15,-49 72 7-15,26-41 8 0,-3 4 4 16,-1 1-18-16,-2 1-13 0,-2 4-9 15,-1 2-15-15,0-2 15 0,0 0-13 16,7-4 10-16,3-6 16 0,4-6-1 16,8-6-9-16,4-3-16 0,3-3-2 0,3-3-11 15,5 0 8-15,7-2-12 0,6-2 13 16,6-4-35-16,4-2 7 0,3-4-25 16,2-6-8-16,2-5 5 0,-4 1-3 15,-4 0 9-15,-4 0 0 0,-3 2 25 16,-4 2 12-16,-6 2 15 0,-4 4 13 0,-3 0 11 15,-3 1 19-15,0 0 15 0,-6 2-37 16,-5-3-21-16,-4 1-21 0,-2-1 1 16,-5 4 19-16,-1-2-35 0,-7 1-7 15,1 1-8-15,-4-3-17 0,0 1-14 16,-2-3-38-16,2-2-30 0,-2-5-70 16,1-4-113-16,6-3-422 0,0-5-438 15,8 5-530-15,-5-16 1501 0</inkml:trace>
  <inkml:trace contextRef="#ctx0" brushRef="#br2" timeOffset="-110166.263">19798 14910 1083 0,'0'0'342'0,"0"0"718"16,0 0-666-16,0 0-119 0,0 0 28 15,0 0 39-15,0 0-65 0,0 0-99 16,0 0-60-16,71-69-25 0,-56 52-3 0,2 1-4 16,-3-2-6-16,0 5-9 0,0-2-22 15,0 0-12-15,0 7-13 0,0-4 4 16,0 3-4-16,-2 3 1 0,-1 3-22 16,0 2-3-16,0 1-19 0,0 0 18 15,1 4 1-15,-4 2 1 0,1 3 2 16,-4 0 25-16,4 1-1 0,-5-2 4 15,0 0 6-15,2-2-7 0,-1 0-18 16,2-1 4-16,1-2-1 0,4-1 12 16,2-2-12-16,2 0-15 0,6-2 0 15,1-9-76-15,4-2-40 0,2-2-31 16,0-3-22-16,1 1-19 0,-4-1-44 0,0 1-66 16,-2 2-137-16,-3 0-194 0,-5 5-492 15,0 0-430-15</inkml:trace>
  <inkml:trace contextRef="#ctx0" brushRef="#br2" timeOffset="-104416.347">12079 17195 359 0,'0'0'264'0,"0"0"1110"0,0 0-797 0,0 0-117 16,0 0-83-16,0 0-7 0,0 0-33 16,78 5-57-16,-51-5-42 0,4 0-54 15,0 0-61-15,0-4-50 0,2 0-15 16,-2-4-27-16,1 0-7 0,0-3-22 15,-3 0 1-15,-3-1-3 0,-3-1-21 0,-5 1-71 16,-3 0-76-16,-4 1-59 0,-3 3-89 16,-4 1-183-16,-4 1-478 0,0 3-490 15</inkml:trace>
  <inkml:trace contextRef="#ctx0" brushRef="#br2" timeOffset="-104204.208">12391 17084 615 0,'0'0'65'15,"0"0"457"-15,0 0 830 0,0 0-837 16,0 0-170-16,0 0-69 0,0 0 4 0,0 0 8 16,-16 86-99-16,16-56-80 0,3 1 2 15,-1 0 2-15,3 2 10 0,-1-3-19 16,-1 0-30-16,3-5-20 0,-2 0-14 16,3-3-19-16,-1-4 19 0,-1-5-40 15,0-3-17-15,2-4 5 0,1-1-7 16,0-3-20-16,4 1-56 0,-1-3-15 15,2 0-13-15,6-3-18 0,0-8-29 0,1-3-100 16,4-5-204-16,1-3-148 0,-1-4-164 16,-8 4-1043-16,10-15 1516 0</inkml:trace>
  <inkml:trace contextRef="#ctx0" brushRef="#br2" timeOffset="-104024.703">12878 16666 1099 0,'0'0'387'0,"0"0"805"0,0 0-682 16,0 0-159-16,0 0-48 0,0 0-7 15,0 0-66-15,0 0-91 0,-2 76-65 16,4-53-49-16,1 3-25 0,-3 2-19 16,0 1-18-16,0 2-83 0,0 1-76 0,-5-1-49 15,-2 2-95-15,1-2-210 16,-1 0-645-16,1-7-470 0,2 5 1434 0</inkml:trace>
  <inkml:trace contextRef="#ctx0" brushRef="#br2" timeOffset="-103841.561">13239 17160 1137 0,'0'0'2140'0,"0"0"-1743"0,0 0-114 15,0 0 77-15,0 0-109 0,0 0-134 16,88-14-117-16,-67 1-40 0,0-3-148 16,-1 0-186-16,-7 5-372 0,-1 1-1145 0</inkml:trace>
  <inkml:trace contextRef="#ctx0" brushRef="#br2" timeOffset="-103693.883">13254 17292 329 0,'0'0'362'0,"0"0"1496"0,0 0-1369 0,0 0-249 16,0 0 93-16,0 0 55 0,0 0-94 16,0 0-117-16,0 0-87 15,92 17-47-15,-66-22-42 0,3-2-1 0,-2-3-105 16,2 2-72-16,1-3-192 0,-8 4-404 16,9-2-1486-16</inkml:trace>
  <inkml:trace contextRef="#ctx0" brushRef="#br2" timeOffset="-103078.003">14218 16927 676 0,'0'0'183'0,"0"0"1167"0,0 0-598 0,0 0-273 16,0 0-178-16,0 0 43 0,0 0-33 15,0 0-104-15,0 0-84 0,0 0-46 16,-43 75-13-16,30-47 1 0,-3 3-1 16,4 1-6-16,-2 2-9 0,4 1-6 15,0 1-4-15,1 0-11 0,1-2-4 0,3-3-9 16,2-5 7-16,3-6-1 0,0-5-21 15,0-5-12-15,5-1 0 0,2-7-4 16,6 1 16-16,1-3 1 0,2 0 1 16,0-5 14-16,1-4-16 0,-1-3-20 0,1-2-19 15,-1-1-7-15,-1-3-6 0,-4-1-12 16,2 1-12-16,-4 2-10 0,-3 1 12 16,-2 6 7-16,-4-1 8 0,0 4 19 15,0 0 25-15,-3 3 15 0,-6 0-43 16,1 1 15-16,-4 2 0 0,-1-2 6 15,-1 2-36-15,1 0-7 0,0 0-19 16,0 0-22-16,1 0-61 0,-1 0-159 16,3 0-189-16,1 0-289 0,1-2-721 15,5 0 1111-15,0-9 3 0</inkml:trace>
  <inkml:trace contextRef="#ctx0" brushRef="#br2" timeOffset="-102616.54">14013 16715 437 0,'0'0'130'0,"0"0"1469"16,0 0-937-16,0 0-216 0,0 0-148 0,0 0-23 15,0 0-26-15,0 0-62 0,0 0-100 16,0 0-10-16,0 0-12 0,36-52-9 15,-23 41 6-15,-1 2-4 0,-2 1-12 16,1 2-15-16,0 3-13 0,-1 1-18 16,1 2 1-16,-1 0 10 0,-1 7-8 15,2 1-1-15,0 2-2 0,-3 0-1 16,1 1-1-16,-1-1 0 0,0-3 0 16,-1 0-17-16,1-2 17 0,1 0-1 15,1-3-9-15,-2-2 9 0,4 0-10 16,-1 0-23-16,1-5-75 0,0-4-59 15,4-2-67-15,-2 1-51 0,-1-2-91 16,2 2-202-16,-2 1-586 0,-3 4-497 0</inkml:trace>
  <inkml:trace contextRef="#ctx0" brushRef="#br2" timeOffset="-102442.657">14483 16821 166 0,'0'0'1305'0,"0"0"-226"16,0 0-770-16,0 0-58 0,0 0 33 16,79 12 45-16,-54-16-127 0,0-4-127 15,2-3-59-15,0-1-16 0,-2-5-154 16,-2 3-143-16,-7 2-213 0,5-7-756 0</inkml:trace>
  <inkml:trace contextRef="#ctx0" brushRef="#br2" timeOffset="-102231.647">14816 16569 934 0,'0'0'286'0,"0"0"1177"0,0 0-1035 16,0 0-176-16,0 0 125 0,0 0 1 16,0 0-89-16,-7 74-119 0,8-51-80 15,2 1-20-15,0 4 10 0,-1 2-31 16,-1-1-26-16,-1 3-23 0,0 0-43 15,0 1-138-15,-6 1-60 0,0-3-86 16,-1-3-149-16,3-5-589 0,0-7-789 16,2 1 1166-16</inkml:trace>
  <inkml:trace contextRef="#ctx0" brushRef="#br2" timeOffset="-100777.843">15094 17120 114 0,'0'0'398'0,"0"0"1197"15,0 0-1049-15,0 0-182 0,0 0-35 16,0 0 7-16,0 0-59 0,0 0-82 0,0 0-55 16,0 0-28-16,0 0-19 0,72-11-28 15,-65 13-19-15,-2 2-15 0,-1 1-9 16,-1 1 5-16,0-1 7 0,-2 4-3 16,-1 1 0-16,0 2-7 0,0 2-5 15,-5 0 5-15,-3 1-21 0,1-2 9 16,-1 0-10-16,0-1 1 0,-2-1 12 15,2-3-13-15,0 1-1 0,1-4-1 16,1 0-15-16,0-2 12 0,1-1-13 16,1 1-11-16,-2-2 14 0,1 1-8 15,-2-2-13-15,0 0 0 0,0 0 3 16,0 0 13-16,-1-3 15 0,2-1-19 0,-2 0-2 16,2 0-4-16,3 3 3 0,0-2 10 15,-1 3-16-15,4-2-12 0,0 2-22 16,0-1-13-16,0 1 10 0,0-2 9 15,0 2-19-15,0-1-20 0,0 0 10 0,1 0 38 16,2-2 21-16,-1 3 17 0,-1 0-4 16,-1 0 16-16,0 0 3 0,2 0 19 15,-2 0-21-15,0 0-1 0,0 0-2 16,0 0-10-16,0 0-14 0,1 0-90 16,1-1-134-16,1-2-133 0,1 0-128 15,0 2-153-15,-3-1-104 0,2 0-155 16,0 1 920-16,-3 0 3 0,2 0-169 0</inkml:trace>
  <inkml:trace contextRef="#ctx0" brushRef="#br2" timeOffset="-100344.668">14925 17179 417 0,'0'0'1383'0,"0"0"-757"0,0 0-149 15,0 0-105-15,0 0-23 0,0 0-40 16,0 0-58-16,0 0-67 0,0 0-45 15,0 0-3-15,0 0 24 0,6 9-13 16,2-7-12-16,2 0 60 0,2 1-28 16,3 1-46-16,4-2-9 0,1 1 24 15,2-2 0-15,2-1-42 0,3 0-31 0,-1 0-24 16,2-3-9-16,0-1-5 0,-3-2-10 16,3-2-13-16,-3 0-1 15,1-1-1-15,-3-2-3 0,-4 1-25 0,1 0-32 16,-3 0-18-16,-5 2-25 0,-2 0-15 15,-5 3-15-15,0 1 0 0,-5 1-3 16,0 3-1-16,0 0-43 0,0-2-89 0,-8 2-181 16,-1 0-519-16,-3 0-197 0,1 0-470 15</inkml:trace>
  <inkml:trace contextRef="#ctx0" brushRef="#br2" timeOffset="-100048.146">15164 17167 173 0,'0'0'323'16,"0"0"779"-16,0 0-430 0,0 0-239 0,0 0-83 16,0 0 4-16,0 0-40 0,0 0-37 15,0 0-76-15,0 0-46 0,-12 68-27 16,10-54-14-16,2 2-6 0,0 0-25 16,-1 2-25-16,-1 0-9 0,2 2-9 15,-1 1-7-15,-2 1-32 0,2 2 1 0,-2-3 2 16,0 2-3-16,2-6-1 15,1-1 0-15,0-1 1 0,0-5 11 0,5-1 0 16,2-1-10-16,2-1-2 16,5-6-3-16,1 1 3 0,5-2 2 0,6-2 8 15,0-6-10-15,7-6-46 0,2-6-12 16,1-2-28-16,3-4 10 0,0-3-85 16,1 1-89-16,-3 0-110 0,-2 5-222 15,-5 1-459-15,-7 5-423 0</inkml:trace>
  <inkml:trace contextRef="#ctx0" brushRef="#br2" timeOffset="-99231.632">15995 16949 2750 0,'0'0'609'15,"0"0"-257"-15,0 0-51 0,0 0 34 0,0 0-63 16,0 0-96-16,0 0-90 0,0 0-50 0,0 0-14 16,-54 72-10-16,34-45 16 0,-3 0-16 15,0 3-12-15,3 2 0 0,-1 1 0 16,4 2 18-16,0 0 10 0,4-2 8 16,3-2 13-16,6-4 58 0,1-6-10 15,3-6-45-15,0-3-32 0,4-4-20 16,5-3-1-16,5-3-11 0,4-2 9 15,1-1-58-15,3-6-15 0,4-5-3 16,-2-2-10-16,0-2-21 0,-1-1 9 16,-3 2 22-16,-4 1 23 0,-2 2 7 15,-3 2 6-15,-4 2 27 0,-3 1 16 16,-2 1 16-16,-2 0 12 0,0 0 2 0,-5 1 10 16,-2 1 0-16,-2-1-40 0,-5-1-21 15,0 1-19-15,-4 1-9 0,-1 2-53 16,-1-1-12-16,0 2-54 0,1-2-22 15,-1-1-72-15,4-1-133 0,1-1-174 0,0-4-255 16,1-2-649-16,4 2 1296 0,-5-11-165 16</inkml:trace>
  <inkml:trace contextRef="#ctx0" brushRef="#br2" timeOffset="-98815.342">15671 16793 427 0,'0'0'160'15,"0"0"1196"-15,0 0-650 0,0 0-272 0,0 0-214 16,0 0 19-16,0 0 42 0,0 0-32 16,59-75-81-16,-43 61-46 0,2 2-1 15,-3 0-17-15,1 3-20 0,-3 1-14 16,1 4-17-16,-4 1-23 0,0 3-28 0,0 0 1 16,0 2-2-16,-1 3 1 0,2 3 10 15,-2 1-9-15,1-2 15 0,0 3-16 16,0-3 0-16,2-3 11 0,4 0-1 15,1-3-9-15,3-1 0 0,5-4-3 16,3-8-37-16,4-5-101 0,3-2-47 16,-2-3-134-16,2 0-178 0,-11 6-513 15,8-1-584-15</inkml:trace>
  <inkml:trace contextRef="#ctx0" brushRef="#br2" timeOffset="-88664.908">17016 16901 277 0,'0'0'1820'15,"0"0"-1357"-15,0 0-138 0,0 0-8 16,0 0 71-16,0 0-16 0,0 0-74 15,0 0-78-15,0 0-25 0,0 0 2 16,-9-53-26-16,4 54-58 0,1 1-43 16,-5 3-18-16,-4 3-13 0,0 4 1 15,-7 4-22-15,1 4-18 0,-1 3-1 16,-3 3-1-16,4 2-10 0,-2 3 3 0,2 4 9 16,3 3 15-16,3 3 9 0,5 4-5 15,3-1-19-15,5 0 0 0,2-3 3 16,9-4 9-16,5-3-12 0,2-9 0 15,5-6-1-15,2-4-11 0,3-5 12 16,3-7-30-16,0-3 28 0,0-1-10 16,1-8-3-16,-3-3-22 0,-2 0 13 0,-5-3-61 15,-2 2-37-15,-4 0-50 0,-6 2-33 16,-3 0-42-16,-4 0-145 0,-3-1-377 16,0 4-615-16,-10-3-463 0</inkml:trace>
  <inkml:trace contextRef="#ctx0" brushRef="#br2" timeOffset="-88480.614">16822 17258 10 0,'0'0'163'15,"0"0"2228"-15,0 0-1841 0,0 0-276 16,0 0-7-16,0 0 10 0,0 0 12 16,0 0-63-16,0 0-74 0,90 23-44 15,-62-23-22-15,-2 0-43 0,3 0-41 16,1-5-4-16,-1-1-33 0,4-2-67 0,2-2-101 15,-1 0-70-15,4-2 6 0,-2 1-276 16,-6 4-635-16,12-3-664 0</inkml:trace>
  <inkml:trace contextRef="#ctx0" brushRef="#br2" timeOffset="-87952.924">18109 16746 238 0,'0'0'153'0,"0"0"1835"0,0 0-1360 15,0 0-216-15,0 0-120 0,0 0-88 16,0 0 175-16,0 0-143 0,-86-45-153 15,70 45-49-15,-3 4 18 0,-2 6 1 16,-3 5-1-16,0 6-24 0,-2 5 24 16,-1 6-3-16,-1 5 0 0,2 5-7 15,0 5 14-15,3 2 65 0,3 3 19 16,5 2-67-16,4-1-33 0,5 0-10 16,6-2-27-16,3-6 15 0,11-4-2 0,3-7-16 15,5-8 0-15,6-5-10 0,2-6 9 16,2-7 1-16,1-4-2 0,0-4 0 15,-3-4-16-15,-1-6-6 0,-1-3-46 0,-7-3-39 16,-1-3-44-16,-2 1-18 0,-7-1-89 16,-3 1-170-16,-4 0-512 0,-2 2-416 15,-2 5-613-15</inkml:trace>
  <inkml:trace contextRef="#ctx0" brushRef="#br2" timeOffset="-87801.034">17871 17223 783 0,'0'0'1577'15,"0"0"-878"-15,0 0-306 0,0 0-136 16,0 0 99-16,0 0-110 0,0 0-51 16,0 0-68-16,101 15-81 0,-75-22-26 0,2-5-20 15,-3-1-18-15,1 0-78 0,-6 0-89 16,-1-2-76-16,-3 2-85 0,-6 2-187 16,-2 1-264-16,-6 3-382 0,-2 2 27 0</inkml:trace>
  <inkml:trace contextRef="#ctx0" brushRef="#br2" timeOffset="-87649.597">18133 17119 246 0,'0'0'329'0,"0"0"-182"0,0 0 1166 15,0 0-792-15,0 0-176 0,-47 65-47 16,44-47-46-16,3 3-46 0,0-2-30 16,0 4-15-16,2-1-1 0,4 3-20 15,2 0-62-15,1-2-35 0,-1-3-30 16,2-1-13-16,0-1-99 0,-1-2-82 16,2-1-5-16,0-3 17 0,0-2-113 15,1-3-283-15,-1-3-438 0,1-4-300 16</inkml:trace>
  <inkml:trace contextRef="#ctx0" brushRef="#br2" timeOffset="-87293.823">18592 16652 819 0,'0'0'268'15,"0"0"-70"-15,0 0 586 0,0 0-244 16,0 0-109-16,0 0-19 0,0 0-61 16,0 0-86-16,0 0-119 0,0 0-61 15,0 0-2-15,-45 27 4 0,39-5 6 16,1 2 2-16,-1 5 7 0,3 1-1 16,-1 5-6-16,2 2-15 0,1 4-16 0,-1 2-21 15,2 2-16-15,0 4-3 16,0-2-8-16,3 1-16 0,0-4-3 15,3-3-16-15,-3-1-5 0,1-4 9 0,-1-1-19 16,-2-4-18-16,2-1-9 0,2-6 0 16,2-4-16-16,-2-2-42 0,4-4-26 15,3-3-28-15,2-5-51 0,2-4-77 16,4-2-135-16,2-7-114 0,0-6-170 16,1-2-554-16</inkml:trace>
  <inkml:trace contextRef="#ctx0" brushRef="#br2" timeOffset="-86972.476">18890 16724 809 0,'0'0'244'0,"0"0"1440"15,0 0-1133-15,0 0-274 0,0 0-21 16,0 0 24-16,0 0-9 0,-3 77-82 16,9-47-63-16,1 6-31 0,0 1-15 15,1 1-3-15,-2 1-4 0,0 3-21 0,-3-2-15 16,-3 1-22-16,0-3-15 15,0-4-30-15,-1-4-90 0,-4-6-48 0,3-6-20 16,1-7-10-16,1-8-19 0,0-3-97 16,8-8-129-16,-1-11-355 0,1 3-766 15</inkml:trace>
  <inkml:trace contextRef="#ctx0" brushRef="#br2" timeOffset="-86661.276">19085 16834 1375 0,'0'0'732'0,"0"0"81"15,0 0-492-15,0 0-137 0,0 0 127 16,0 0 29-16,0 0-115 0,0 0-108 0,0 0-48 16,-9 70-23-16,2-55-31 15,-3 3-15-15,-2 1-1 0,2 1-14 0,-1-1-4 16,-1 4-15-16,1-4-21 0,0 2-23 0,-1-3-21 16,4-3-20-16,5-7 9 0,0-3 38 15,3-3 25-15,0-2 6 0,0 0 41 16,5 0 3-16,1 0 69 0,0 0-25 15,3 0-45-15,-1 0 42 0,3 0-12 16,1 0 9-16,2 3 25 0,3-2 27 16,2 0 0-16,4-1-21 0,2 1-32 15,1-1-21-15,-1 0 14 0,-1 0-16 16,-1 0-17-16,-3 0-31 0,-4 0-87 16,-2 0-59-16,-4-1-14 0,-1 0-80 15,-1-3-141-15,-3 2-355 0,-2-4-836 0</inkml:trace>
  <inkml:trace contextRef="#ctx0" brushRef="#br2" timeOffset="-86384.514">19504 16737 1918 0,'0'0'1142'0,"0"0"-584"16,0 0-265-16,0 0-13 0,0 0 98 16,0 0-150-16,0 0-198 0,0 0-17 15,-36 85-13-15,20-40 37 0,-3 6 36 16,-1 7 13-16,1 3-1 0,-3 3 25 16,-3 2-1-16,2 1-51 0,0-3-56 0,1-2-2 15,2-7-70-15,4-8-39 0,5-9-56 16,5-8-46-16,2-10-72 0,2-6-214 15,2-5-521-15,0-8-716 0</inkml:trace>
  <inkml:trace contextRef="#ctx0" brushRef="#br2" timeOffset="-86205.916">19358 17340 1205 0,'0'0'29'15,"0"0"1587"-15,0 0-1034 0,0 0-64 16,101-48-31-16,-66 32-135 0,3-2-107 15,1-3-68-15,-1 1-68 0,1-2-58 16,-1-1-51-16,-4 1-28 0,-3 1-72 0,-7 2-80 16,-5 2-43-16,-8 3-85 15,-6 3-225-15,-4 6-549 0,-4 4-558 0</inkml:trace>
  <inkml:trace contextRef="#ctx0" brushRef="#br2" timeOffset="-86060.086">19575 17284 287 0,'0'0'408'0,"0"0"1378"16,-12 72-1063-16,9-41-208 0,3 4-109 0,0-1-117 16,0-2-100-16,5-1-100 0,-1-2-89 15,2-3-24-15,-4-2-124 0,1-4-60 16,-3-5-130-16,0-5-231 0,0-4-661 16,0-1-666-16</inkml:trace>
  <inkml:trace contextRef="#ctx0" brushRef="#br2" timeOffset="-85900.8">19612 17469 509 0,'0'0'267'0,"0"0"1443"0,0 0-1063 16,0 0-182-16,0 0-62 0,89-51-102 15,-70 42-128-15,1-1-102 0,-2 3-71 0,-5 1-6 16,-2 1-65-16,-4 3-72 0,-4 2-112 16,-3 0-123-16,0 2-121 0,-10 9-131 0,-3 3-170 15,-7 7-325-15,-2 2 486 0</inkml:trace>
  <inkml:trace contextRef="#ctx0" brushRef="#br2" timeOffset="-85687.95">19612 17469 323 0,'0'104'404'0,"-16"-85"371"0,6 0-18 0,3-7-285 0,5-2-125 16,2-4-44-16,0-2-40 0,6-3-29 0,3-1-52 15,5 0-22-15,5-5 60 0,3-8-44 16,2-8-88-16,2-4-88 0,0-7-37 16,2-5-68-16,0-6-69 0,1-2-109 15,-1-3-208-15,-8 12-612 0,5-14-828 0</inkml:trace>
  <inkml:trace contextRef="#ctx0" brushRef="#br2" timeOffset="-85548.735">20082 16923 1098 0,'0'0'381'16,"0"0"752"-16,0 0-606 0,0 0-24 0,0 0-58 16,0 0-137-16,0 0-92 15,74 78-59-15,-56-61-43 0,4 2-29 0,1 5 59 16,-4-2 173-16,-4 1-239 15,-4 1-56-15,-8 5-8 0,-3 4-14 0,-6 6-24 16,-11 6-13-16,-5 4-24 0,-7 5-30 16,-4-3-34-16,-2 0 46 0,-1-5 27 15,3-5-6-15,-1-5-18 0,0-9-38 0,1-2-45 16,1-6-132-16,-1-5-191 0,7-4-501 16,-13-3-863-16</inkml:trace>
  <inkml:trace contextRef="#ctx0" brushRef="#br2" timeOffset="-81277.406">7031 16980 1520 0,'0'0'344'0,"0"0"687"0,0 0-816 0,0 0-104 16,0 0 160-16,0 0 133 0,0 0-68 15,0 0-131-15,0 0-75 0,0 0-31 16,-29-66-26-16,22 64 4 0,1 1-18 15,-1 1-10-15,-4 0-16 0,0 0-11 16,-2 3-22-16,-4 6 0 0,-2 5 0 16,0 3 0-16,-2 5 18 0,1 3-3 0,-1 3-3 15,0 1-9-15,2 5-3 0,2 0-4 16,3 2-11-16,2 3-3 0,6 2 16 16,3 3-29-16,3 1 19 0,0-1 0 15,9-2 3-15,7-7 9 0,1-4 27 16,5-5-2-16,-1-5-23 0,1-4 28 15,1-6 1-15,-1-3 2 0,-2-3-31 16,3-3 11-16,-3-2 8 0,-1-4-6 0,2-4-13 16,1-5 12-16,-4-4-14 0,-1-2-100 15,-4-2-56-15,-2 0-25 0,-4 1-42 16,-4 1-53-16,-1 5-95 0,-2 2-161 16,-2 3-145-16,-8 2-133 0,-3 4-223 15,-1 0 368-15,-3 1 554 0,-1 1 111 16,-2 1 88-16,3-1 225 0,1 1-127 15,3-3 381-15,3 3 133 0,4 0-198 0,3 0-85 16,3 0-77-16,0 0-43 0,3 3-78 16,7 2-84-16,6 0 85 15,3 4 25-15,1-3-65 0,3 0-34 0,1-2-32 16,-3-3-50-16,-1-1-46 0,-2 0-18 0,0-4-22 16,-2-3-67-16,-2-4-71 0,0 1-123 15,-2-3-144-15,0-1-311 0,-4 3-632 16,-2 3-296-16</inkml:trace>
  <inkml:trace contextRef="#ctx0" brushRef="#br2" timeOffset="-81111.082">7158 17326 779 0,'0'0'0'0,"0"0"0"15,0 0 781-15,0 0-171 0,0 0-215 16,0 0-63-16,0 0-31 0,-19 76-2 16,19-58-49-16,0 2-55 0,3-1-21 0,0-1-15 15,3-2-72-15,-2 0-87 16,4-3-33-16,-2-2-11 0,0-2-124 0,4-6-21 15,-1-1-66-15,2-2-79 0,0-5-171 0,1-6-287 16,-3 0-415-16</inkml:trace>
  <inkml:trace contextRef="#ctx0" brushRef="#br2" timeOffset="-80867.866">7452 16921 995 0,'0'0'1990'15,"0"0"-1741"-15,0 0-191 0,0 0 152 16,0 0 77-16,-32 94-32 0,26-60-114 16,2 3-19-16,2 1 36 0,2 2 36 15,0 1-58-15,0 4-41 0,0 2-31 0,3-1-3 16,2 2-22-16,0-5-39 0,3-1-2 16,2-7-13-16,-2-8-22 0,4-6-3 15,2-7-12-15,-1-4-55 0,3-7-28 16,2-3 17-16,0-2-52 0,0-9-51 15,-1-4-128-15,0-7-206 0,-1-3-481 16,-6 3-482-16</inkml:trace>
  <inkml:trace contextRef="#ctx0" brushRef="#br2" timeOffset="-80664.713">7655 16956 992 0,'0'0'1911'0,"0"0"-1574"0,0 0-245 15,0 0 35-15,-9 67 215 0,9-39 20 16,0 4-123-16,6 3-78 0,1 2-26 16,-1 1 1-16,0 3-23 0,-2-1-61 0,1 2-46 15,0-3-6-15,-1-2-24 0,1-4-87 16,-2-4-54-16,1-6-5 0,2-7-16 16,0-4-44-16,2-9-94 0,2-3-247 15,-4-2-481-15,7-13-512 0</inkml:trace>
  <inkml:trace contextRef="#ctx0" brushRef="#br2" timeOffset="-80393.113">7948 17056 1178 0,'0'0'1646'0,"0"0"-1131"0,0 0-371 0,0 0-11 16,0 0 129-16,0 0-48 0,0 0-124 15,-51 64-65-15,40-43-24 0,-1 0 12 16,-1 1-13-16,3 2 0 0,0-2-2 15,-3 2-11-15,6-5-12 0,-1-2 3 0,4-3 22 16,0-6 18-16,4-2 10 16,0-1-28-16,4-2 0 0,5 2 13 0,1 1 33 15,6 2-5-15,-2-1-7 0,5 1-6 16,1-1 0-16,2-1-25 0,1 0 7 16,0-4-10-16,-1 0-15 0,0-2 2 15,3 0-105-15,-1-7-129 0,-2-4-93 16,-5 2-156-16,6-8-705 0</inkml:trace>
  <inkml:trace contextRef="#ctx0" brushRef="#br2" timeOffset="-80122.722">8273 16945 691 0,'0'0'2054'0,"0"0"-1666"16,0 0-273-16,0 0 54 0,-14 76 214 15,5-48-25-15,0 4-134 0,-2 4-103 16,-2 3-13-16,-1 5 9 0,-4 5 28 16,-2 6-63-16,-4 1-48 0,-1 4-10 15,-5 3 1-15,-2 1-24 0,-2-3 0 16,1-1-1-16,-2-3-16 0,5-3-32 0,1-9-53 16,2-3-38-16,6-6-2 0,1-8-32 15,8-6-36-15,3-7-86 0,3-8-194 16,4-7-485-16,2-3-489 0</inkml:trace>
  <inkml:trace contextRef="#ctx0" brushRef="#br2" timeOffset="-79961.715">8077 17643 82 0,'0'0'2395'15,"0"0"-1896"-15,0 0-29 0,0 0 142 0,87-31-176 16,-66 23-162-16,2-4-84 0,1 0-74 15,0-4-76-15,0 1-37 0,-1-1-3 16,-4 2-24-16,-3 1-117 0,-6 5-67 16,-3 1-48-16,-2 3-130 0,-5 4-305 0,0 0-491 15,-6 8-112-15</inkml:trace>
  <inkml:trace contextRef="#ctx0" brushRef="#br2" timeOffset="-79797.534">8214 17618 417 0,'0'0'265'0,"0"0"337"0,0 0 444 15,0 0-610-15,-6 84-105 0,6-57-12 16,0 0 35-16,3 1-83 0,0 0-83 16,0-1-73-16,-3 0-59 0,0-3-56 15,0-2-25-15,0-5-149 0,0-4-99 16,0-3-137-16,0-4-358 0,-2-2-723 16,1-4 294-16</inkml:trace>
  <inkml:trace contextRef="#ctx0" brushRef="#br2" timeOffset="-79535.406">8246 17855 1023 0,'0'0'68'0,"0"0"1316"16,0 0-998-16,0 0-71 0,0 0 120 0,0 0-72 16,92-53-150-16,-70 39-72 0,-1 0-64 15,2-1-77-15,-5 2-1 0,-4 0-67 16,-2 4-88-16,-4 2-51 0,-5 7 28 0,-3 0 2 16,0 1-26-16,-3 10 75 15,-5 6 58-15,-4 2-29 0,0 5 61 0,-2 2 38 16,1 1 41-16,3-2 14 0,1-4 56 15,5-1 106-15,3-5-5 0,1-7-70 16,0-2-58-16,1-3-18 0,9-3 17 16,3 0 26-16,2-5 6 0,3-7-34 15,3-5-10-15,0-2-71 0,2-4-19 16,-1-3-74-16,-1 0-6 0,2 0-94 16,-1 0-126-16,-3 0 148 0,-6 9-573 15,-2-9-1518-15</inkml:trace>
  <inkml:trace contextRef="#ctx0" brushRef="#br2" timeOffset="-79282.088">8570 17220 424 0,'0'0'1114'0,"0"0"-400"0,0 0-339 16,0 0 5-16,0 0 26 0,0 0-64 15,94 17-81-15,-73-5-45 0,2 1-64 16,-4 5-12-16,1 3-8 0,-4 1-42 15,-1 2-38-15,-2 2-26 0,-2 2-26 16,-4 2-2-16,-1 4-22 0,-4 2-68 16,-1 2-16-16,-1 4 15 0,0 0 3 15,0 2 90-15,-6-2-15 0,-5-3-29 16,-5-4-102-16,3-3 6 0,-4-4 23 16,1-3-3-16,-3-5-72 0,1-4-208 15,4-7-323-15,-9-4-740 0</inkml:trace>
  <inkml:trace contextRef="#ctx0" brushRef="#br2" timeOffset="-78673.786">9423 17206 408 0,'0'0'2282'0,"0"0"-1855"15,0 0-188-15,0 0 3 0,0 0 158 0,32 67-68 16,-25-43-109-16,2 3-100 0,-5 0-55 16,3-3-19-16,-4-1-19 0,0-4-30 15,0-3-9-15,-2-4-22 0,1-3-64 16,-2-3-53-16,0-4-50 0,0 0-96 16,0-2-163-16,-3 0-585 0,0-3-823 15,-7-8 1398-15</inkml:trace>
  <inkml:trace contextRef="#ctx0" brushRef="#br2" timeOffset="-78517.185">9341 16999 810 0,'0'0'2126'0,"0"0"-1796"0,0 0-231 16,0 0 107-16,0 0 79 15,0 0-177-15,0 0-108 0,90-32-103 0,-63 24-175 16,2 1-133-16,-8 0-335 0,12-2-831 0</inkml:trace>
  <inkml:trace contextRef="#ctx0" brushRef="#br2" timeOffset="-78243.411">9726 17006 1269 0,'0'0'634'0,"0"0"508"0,0 0-1029 0,0 0 5 16,-29 81 206-16,25-66 70 0,1 0-140 15,0-3-152-15,3-1-71 0,0-3-18 16,1 2-12-16,7-1 17 0,0 0 1 15,4-1 12-15,1 1 9 0,1-1 28 16,0 0-6-16,1 1-4 0,-1-1 19 16,1 0 18-16,-1 0 43 0,-1-1-37 15,3 2-10-15,-4-2-36 0,-1-2-54 16,-2-1-1-16,-2 1-2 0,-3-3-1 0,-2 0-9 16,-2 0 12-16,0 2-1 0,-2 2-27 15,-6 3-54-15,-5 4-9 0,-3-1-16 16,-3 1 5-16,0-1-33 0,-1-4-65 15,2 1-95-15,-1-1-180 0,0-6-338 16,3 3-873-16</inkml:trace>
  <inkml:trace contextRef="#ctx0" brushRef="#br2" timeOffset="-77531.176">10053 17002 111 0,'0'0'36'16,"0"0"2285"-16,0 0-1812 0,0 0-157 15,0 0-57-15,0 0-5 0,82-27-57 16,-62 29-68-16,2 8-47 0,-2 7-16 16,0 3-9-16,-5 4-23 0,-2 4-30 0,-6 1-21 15,-3 0-16-15,-2-1-3 0,-2 0-3 16,0-6-59-16,0-3-30 0,-3-7 18 15,1-1-19-15,2-10 0 0,-1 0-13 16,1-1 28-16,0-2 16 0,0-5-30 16,0-5 11-16,0-5 43 0,0-3 35 15,3-4 3-15,1 0 28 0,-1 0 3 16,0 0 19-16,0 1 27 0,2 2-2 16,-2 3-16-16,2 3 28 0,-2 5-15 15,1 1-17-15,2 5-8 0,-2 1 5 0,4 2-5 16,1 1-16-16,0 1-1 0,2 6 44 15,1 5 9-15,-3 1 3 0,1 4-12 16,-3 2 18-16,-1-2 2 0,-3 1-36 16,0-1-30-16,-2-3-28 0,-1-1-24 15,0-1-49-15,0-3-74 0,0-4-6 0,0-3-16 16,0-2-16-16,0 0-61 16,0-1-162-16,0-5-278 0,0-5-489 15,3 3-634-15,1-10 1779 0</inkml:trace>
  <inkml:trace contextRef="#ctx0" brushRef="#br2" timeOffset="-77266.671">10424 17004 962 0,'0'0'159'0,"0"0"1054"15,0 0-793-15,0 0-153 0,18 72 30 16,-12-54 94-16,1-2-49 0,2-4-135 16,-2-5-111-16,0-3-68 0,2-3-12 15,-1-1 9-15,3-4 8 0,-1-7-33 0,1-6-103 16,-1-4-62-16,-1-4-45 0,2 2-1 15,-3-1 110-15,-4 2 67 0,3 3 34 16,-5 3 20-16,-2 1 27 0,0 2 13 16,-2 1 6-16,-5 4 35 0,-2-1 12 15,-1 0-6-15,0 3-4 0,0 0-35 0,1 2 3 16,-1 4-61-16,3 0-10 0,-2 7-81 16,-2 3-28-16,2 4 16 0,-1 2 40 15,4-2 8-15,-2 0-62 0,2-1-148 16,3-1-181-16,-1-3-384 0,2-3-716 15</inkml:trace>
  <inkml:trace contextRef="#ctx0" brushRef="#br2" timeOffset="-77014.067">10550 16823 391 0,'0'0'392'0,"0"0"838"16,0 0-764-16,0 0-99 0,0 0-27 15,77 10-56-15,-59 0-62 0,-2 5-8 16,-3 0 0-16,-1 2-18 0,-2 2-32 0,-3 1-40 15,-1-1-38-15,-3-1-43 0,-2-3-18 16,0-4-25-16,-1-4 1 0,0-4-1 16,0-1 15-16,0-2 19 0,0 0 0 15,0-5-33-15,0-1-1 0,0-4-34 16,0-5-34-16,3-3 1 0,3-3 30 16,0-2-13-16,1 0-42 0,0 1-7 15,2-1-44-15,1 2-77 0,2 0-107 0,-2 2-258 16,-1 5-579-16,3-1-735 0</inkml:trace>
  <inkml:trace contextRef="#ctx0" brushRef="#br2" timeOffset="-76494.019">10853 16727 310 0,'0'0'238'16,"0"0"1406"-16,0 0-1075 0,0 0-258 15,0 0-17-15,0 0 58 0,0 0-25 16,14 75-77-16,-9-55-104 0,-1-1-25 0,3-1-10 15,-4-1-53-15,3-3-58 0,-2-4-22 16,0-2 0-16,-1-4-36 0,2-2-41 16,-1-2-16-16,3 0 22 0,0-8 50 15,1-3-7-15,2-3-25 0,1-3 7 16,-1-2 10-16,1 1 11 0,0 1 16 16,-2 5-7-16,-4 2 19 0,1 3 18 0,-4 6 1 15,0 1 82-15,-2 0 60 0,0 3-2 16,0 4-62-16,0 1 15 0,0 2-10 15,0 0-2-15,0-1 8 0,0-2-12 16,0-3-31-16,0-1-22 0,0-1-22 16,0-2-1-16,0 0 0 0,0-2-1 15,3-6-21-15,1-3-3 0,5-6-19 16,0-4-56-16,4-4-49 0,0-3-32 16,0 1-19-16,-2-4 0 0,1-2-56 15,2-3-75-15,-2-1-63 0,-2-4 55 0,-4-4 69 16,-2 4 46-16,-3-1 87 0,-1 6 136 15,0 7 181-15,0 8 124 0,-4 7 11 16,3 6 2-16,-1 4 29 0,1 3-30 16,1 1-97-16,0 0-87 0,0 1-68 15,0 6-65-15,1 6 2 0,3 7 7 0,2 5 82 16,2 5 52-16,-3 4 79 16,2 3-50-16,-1 3-34 0,-1 2-58 0,-1 3-50 15,-3-1-30-15,2-4-18 0,-1 1-80 16,-1-4-132-16,1-4-51 0,2-2-86 15,-1-3-160-15,-2-7-437 0,6 2-1030 0</inkml:trace>
  <inkml:trace contextRef="#ctx0" brushRef="#br2" timeOffset="-76180.538">11275 17236 775 0,'0'0'2735'16,"0"0"-2199"-16,0 0-404 0,0 0 18 16,0 0 150-16,0 0-51 0,79 6-121 15,-54-6-91-15,2-6-25 0,2-3-11 0,0-2-1 16,-2-1-86-16,-1 0-122 0,-4 1-54 16,-6 2-86-16,-5 2-314 0,-7 4-813 0</inkml:trace>
  <inkml:trace contextRef="#ctx0" brushRef="#br2" timeOffset="-76019.91">11289 17389 749 0,'0'0'671'0,"0"0"525"15,0 0-945-15,0 0-55 0,0 0 155 16,0 0-41-16,0 0-46 0,0 0-78 16,101 51-40-16,-65-55-53 0,2-7-64 15,4-3-29-15,-3-6-28 0,-2-4-124 16,-2-4-117-16,-5-2-125 0,-7 8-327 0,-3-10-1567 15</inkml:trace>
  <inkml:trace contextRef="#ctx0" brushRef="#br2" timeOffset="-75730.731">11437 17013 1744 0,'0'0'1275'0,"0"0"-717"0,0 0-448 0,0 0 32 15,0 0 120-15,79-7 12 0,-43 7-98 16,1 0-86-16,6 6-47 0,-4 2-43 16,-1 3 0-16,-2 6-19 0,-6 0 7 15,-4 4 2-15,-4 1 8 0,-8 3 1 16,-5 4-49-16,-6 1-21 0,-3 4 19 16,-6 2 42-16,-10 6 10 0,-2 2 0 0,-6 2-38 15,-2 2 4-15,-4 1-12 16,-2-1-51-16,-1 2-49 0,-2-2-50 0,-2-2-34 15,-2 0-122-15,-3-2-264 0,9-11-534 16,-19 13 38-16</inkml:trace>
  <inkml:trace contextRef="#ctx0" brushRef="#br3" timeOffset="-64710.664">12612 14196 1911 0,'0'0'65'0,"0"0"233"16,0 0-230-16,-18 70 23 0,13-42 6 16,2 1 83-16,2 0-32 0,1-1-26 15,0 0-3-15,7-1-20 0,2 3 13 0,2 1-14 16,1 3-59-16,1 2 31 0,1 5-36 16,-2 1-5-16,2 2 6 0,-2 4-35 15,-3 2 22-15,0 2-16 0,0 2-5 16,-3 1 25-16,0 4-14 0,-2 0-12 15,0 0 0-15,1 2 2 0,-2-1-2 16,1 1 2-16,0 1 1 0,4 1 9 16,0-1-12-16,2 2-11 0,2-3 11 0,1 0 0 15,0-1-7-15,-1-2-14 16,-1 0 20-16,-1-3 0 0,-3 1-2 0,-1-4-32 16,-2-2 10-16,-3-5-4 0,1 1 27 15,-2-5 2-15,0-3 0 0,0-7-18 16,-2-1 18-16,1-3 3 0,0-4 16 0,-1-6-19 15,2-4 0-15,-1-7 0 0,1-3 0 16,-2-2-26-16,2-1-31 0,0 0 6 16,0 0-6-16,0 0 31 0,0 0 26 15,0-1 19-15,0-2 32 0,0 0 0 16,0 2 0-16,0-2 3 0,0-1-19 16,0 0-10-16,3 0-3 0,0 1 3 15,0-2-6-15,1 1 3 0,2 1 1 16,0 1-20-16,5 0-1 0,-2-2 1 15,4 2 16-15,4-2-7 0,0 1-8 0,5-1-4 16,3 2 0-16,1-2 11 0,2-1-11 16,3 2 24-16,0-2-24 0,0 1-25 15,0-2 25-15,3 4-13 0,-1-3 39 16,1 3-33-16,0 2 7 0,0 0 0 0,2 0 20 16,-3 0-19-16,3 1 1 0,0 1-2 15,0 2 0-15,3-2 20 0,0 0-20 16,3-1 16-16,0-1-16 0,2 0 19 15,0-1-19-15,0-5-2 0,1 0-14 16,2-3 16-16,0 1-12 0,0-2 46 16,-1 3-33-16,2 1 0 0,-3 1-1 15,1 2 0-15,-2 0-19 0,1 1 4 16,-2 2 15-16,-1 0 2 0,1 0 19 16,-1 0-21-16,0 0-28 0,1-1 28 0,-1-1 19 15,0-2-17-15,-2-1 2 0,3 0-1 16,-1 0-1-16,-2-2 0 0,2 1-1 15,1 0 15-15,1 2-16 0,0-1 2 16,1 2-1-16,-3 1-1 0,4 1 0 16,-3 1-4-16,0 0-12 0,-1 0 29 15,0 0-13-15,3 0 0 0,-3 0 0 16,2 0 3-16,-1 0-3 0,-1-3 1 0,4 2 7 16,-2-1-8-16,0 0-15 0,1 2 15 15,1 0 7-15,-1-2-6 0,2 1-1 16,-2-1 1-16,5 0 1 0,-3 1 7 15,1-2 4-15,-3 2-4 0,1-1-9 16,-1 2-3-16,0 0 3 0,-5 0 0 16,3 0 2-16,-3 0-2 0,-2 3-9 15,-2 1-16-15,0-2 25 0,-3 3 1 0,2-3 14 16,-4-2-11-16,-4 0 14 0,-1 0-18 16,-2 0 0-16,-4 0-9 0,-5 0 9 15,-3 0 0-15,-3 0-1 0,-5 0 2 16,-1 0-1-16,-3 0 25 0,0 0 35 15,0 0 16-15,0 0-8 0,-4 0-33 16,0 0-13-16,-1-2-10 0,-2-1 19 16,1-1-31-16,1-1-10 0,0-3-3 0,1-2-15 15,-2-2 13-15,2 0-10 0,1-2 25 16,0-1 9-16,0-2-9 0,0 0-22 16,2-1 6-16,-2-1 14 0,2-2 1 15,-2-2-24-15,0-3 6 0,-2-3 0 16,0-4-16-16,-1-2-12 0,2-5 6 15,-1-7-6-15,-1-3 15 0,2-6-12 16,0-7 10-16,3-2 15 0,1-6-28 0,0-4-14 16,0-1-65-16,0-5 2 15,0 1 25-15,0 1 16 0,0 1-22 0,-3 3 18 16,-5 1-2-16,0 3 8 0,-2 2 23 16,0 4-32-16,-1 1-26 0,0 1 3 15,2 3-32-15,4 0-40 0,0-1 65 16,2 2-49-16,3-1 88 0,0 2 10 15,0 8-102-15,0 4-185 0,0 8 358 0,-3 9 95 16,-4 10 243-16,0 7-123 0,-2 6-27 16,2 1-36-16,-1 5-71 0,0 0 16 15,3 0-58-15,0 5-39 0,1-3 0 16,2 0-19-16,1 0-4 0,-2-2 9 16,3 0 14-16,0 0 29 0,0 0-9 15,0 0-1-15,0 0 26 0,-1 0 36 16,-1 0 52-16,-2 0-40 0,-2 0-51 15,0 0-17-15,-1 0-12 0,-3 0 29 16,0 0-13-16,0 2-3 0,-4 4-25 0,0 0 0 16,-1 2 10-16,-1-3-10 0,-1 0 20 15,1 1-5-15,-3-3 6 0,4 1-22 16,-5-1-3-16,0-1 3 0,1-2 48 16,-4 0 20-16,0 0-68 0,-4 0 32 15,0 0-23-15,-2 0 64 0,0 0-72 16,-4 0-2-16,3 0 20 0,-2 0 9 0,0 0-28 15,-2 2-11-15,-1 0 10 0,3-2 2 16,-2 1 18-16,-1-1 45 0,2 0-26 16,-2 0-38-16,-2 0 0 0,2 0 0 15,1 0 60-15,-2-1-60 0,1-3-49 16,-1 1-52-16,0-1 101 0,-3-1 22 16,0 3-13-16,-1-2-9 0,-3 4 0 15,-2 0 10-15,-4 0 14 0,-2 0-23 16,-2 3-1-16,-3 0 0 0,1 2 13 0,0-1-35 15,-2-1 44-15,-1-1-22 0,-1 1 0 16,4-1-9-16,-2-1 9 0,2-1 0 16,4 0 0-16,-2 0-19 0,1-3 19 15,3-2 12-15,0 3 14 0,2-2-26 0,-2 3-1 16,1-1 0-16,-1 2-2 0,0 0-19 16,0 0 22-16,0 4-9 0,1 1 9 15,0-3-14-15,-3 4 12 0,4-2 1 16,-1 0 1-16,2-1-3 0,0 1 3 15,3-1 0-15,1 0 3 0,2 0 0 16,2-2 22-16,2 2 4 0,3 0-26 16,2-1-3-16,3 1 32 0,0 0-22 0,5 1-8 15,0-3-4-15,4 3 4 0,2-1 10 16,3 1 7-16,-1 1-6 0,5-2-11 16,3 1 43-16,0-2-17 0,1 1-26 15,3 0-2-15,0-3-2 0,0 4 0 16,2-2-14-16,1 1-9 0,0 0-10 15,-1 3 19-15,-1 0 16 0,1 1 2 16,-1 0 14-16,-1-1 3 0,0 1 10 0,-1 0-7 16,-1-1-20-16,0-1 20 15,-1 0 3-15,3-1 7 0,-3-2 0 0,2 0-1 16,0-1-2-16,1 1-13 0,0-2-13 16,0 0 25-16,3 0-9 0,-1 1-7 15,-1-1-9-15,1 0 15 0,0 0 1 16,-4 1-6-16,1-1 0 0,-1 2-11 15,-3-2 23-15,4 0 0 0,-1 0 9 16,1 0-12-16,0 0-6 0,1 0 0 0,-3 0-16 16,3 0-1-16,-3 0 1 0,2 0 15 15,0 0 21-15,-1 0-11 0,-1 0-25 16,1 1 2-16,2-1-2 0,0 2 16 16,0-2-16-16,2 0 0 0,-1 0 0 15,1 0 1-15,-1 0 1 0,2 0-1 16,0 0 0-16,0 0 0 0,0 0 0 0,0 0-1 15,0 0-25-15,0 0-29 16,0 0-34-16,0 0-32 0,9 0 26 0,4-2-17 16,3-1-162-16,0-1-181 0,7-7-546 15,-100 31-899-15</inkml:trace>
  <inkml:trace contextRef="#ctx0" brushRef="#br3" timeOffset="-63959.351">15011 14289 1763 0,'0'0'214'0,"0"0"265"0,0 0-146 15,0 0-70-15,0 0-14 0,0 0-51 16,0 0-122-16,0 0-23 0,0 0 11 0,8-88-14 16,14 57 4-16,5-2-32 0,2-2-19 15,1-1-3-15,1 3 0 0,0-4 0 16,-2 3-13-16,0 0 11 0,-3 3-14 15,-3 4-2-15,-3 1-23 0,-3 4-67 0,-3 5-12 16,-2 2-30-16,-3 5-54 0,-3 3-94 16,-2 5-144-16,-2 2-174 0,-2 0-368 0</inkml:trace>
  <inkml:trace contextRef="#ctx0" brushRef="#br3" timeOffset="-63708.604">15225 14233 871 0,'0'0'1501'15,"0"0"-1300"-15,0 0-98 0,0 0 84 16,0 0 101-16,0 0 28 0,0 0-113 16,0 0-128-16,0 0-37 0,0 0 38 15,29-78 27-15,-12 42-8 0,6-3-41 0,1-4-23 16,2 0-19-16,2 1-11 15,-2 1 2-15,0 4-2 0,-1 2-2 0,-5 7-51 16,-1 2 24-16,-3 5 3 0,-1 1-60 16,-4 4-114-16,0 4-34 0,-4 4-115 15,-1 2-207-15,-5 3-512 0</inkml:trace>
  <inkml:trace contextRef="#ctx0" brushRef="#br3" timeOffset="-63003.66">16038 13412 2081 0,'0'0'288'16,"0"0"-46"-16,0 0-42 0,0 0 34 0,0 0 45 16,0 0-38-16,0 0-67 15,0 0-76-15,0 0 21 0,0 0 7 0,0 0-4 16,72 2-38-16,-46-2-68 16,1 0-13-16,2-5 12 0,0 0-13 0,1 0-2 0,-2-3-1 15,-5 2-64-15,1-1-128 0,-6 1-28 16,-7 2-57-16,-1 0-91 0,-7 4-238 15,-3 0-581-15,0 0-174 0</inkml:trace>
  <inkml:trace contextRef="#ctx0" brushRef="#br3" timeOffset="-62781.006">16237 13447 1413 0,'0'0'326'0,"0"0"-102"0,0 0 3 16,0 0 45-16,0 0 18 0,-36 80-59 15,29-59-51-15,1 3-46 0,-1 1-32 0,1 4-7 16,3-2-12-16,2 1 5 0,1-4-15 16,0-5-70-16,3-3 13 0,5-7-4 15,5-4 4-15,3-5 0 0,4 0-13 16,0-8 38-16,4-7-22 0,0-4-19 16,3-4-66-16,-1-2-95 0,0-3-49 0,0 1-102 15,-3 0-196-15,-5 6-574 16,2-7-443-16</inkml:trace>
  <inkml:trace contextRef="#ctx0" brushRef="#br3" timeOffset="-62541.236">16692 13033 1790 0,'0'0'383'0,"0"0"-18"15,0 0-55-15,0 0-3 0,0 0-20 16,0 0-100-16,0 0-98 0,0 0-70 16,0 0 34-16,0 0 10 0,-3 78-59 15,-1-48 21-15,-3 4-25 0,-3 1-11 0,3-1-11 16,-1 0-113-16,-1 2-93 16,1-4-75-16,0 2-185 0,2-10-483 0,-9 8-436 0</inkml:trace>
  <inkml:trace contextRef="#ctx0" brushRef="#br2" timeOffset="-34319.822">21182 15061 646 0,'0'0'1960'0,"0"0"-1401"0,0 0-253 16,0 0-119-16,0 0 37 0,0 0 68 15,0 0-65-15,0 0-75 0,0 0-57 16,-8 26-39-16,21-19 17 0,3 0 19 16,4 0-3-16,2-2 6 0,-1 0-40 15,1-2-6-15,0-3-28 0,-1 0-6 16,0 0-2-16,0-5-12 0,-1-2-1 0,-2-1-4 15,0-3-26-15,-2 0-40 16,-1-2-46-16,-4 1-22 0,-2 1-37 0,-1 2-47 16,-3-1-43-16,-4 4-146 15,-1 0-180-15,0 1-210 0,0 0-518 0</inkml:trace>
  <inkml:trace contextRef="#ctx0" brushRef="#br2" timeOffset="-34120.129">21414 15021 261 0,'0'0'173'0,"0"0"-115"16,0 0-2-16,0 0 1475 0,0 0-1065 15,0 0-163-15,0 0-44 0,-47 81 25 16,43-63-20-16,0 3-47 0,1-1-66 16,2 3-34-16,1 2-18 0,0 2-18 15,0 1 22-15,0-1-38 0,0 0-22 16,0-4 0-16,4-2-12 0,-1-6-6 16,2-3-25-16,1-4-11 0,0-3-41 15,3-3-31-15,2-2-7 0,2 0-22 16,4-3-41-16,-1-7-80 0,5-4-38 0,-3-4-145 15,3-4-558-15,-6 4-673 16,10-14 1277-16</inkml:trace>
  <inkml:trace contextRef="#ctx0" brushRef="#br2" timeOffset="-33910.508">21898 14650 1065 0,'0'0'368'0,"0"0"851"15,0 0-750-15,0 0-105 0,0 0 21 16,0 0-11-16,0 0-102 0,-20 89-130 16,15-64-74-16,3 1-29 0,-4 2-39 15,0 3-40-15,-4 3-114 0,0-2-63 16,-2 5-72-16,-4-1-172 0,3-6-569 0,-10 14-851 16</inkml:trace>
  <inkml:trace contextRef="#ctx0" brushRef="#br2" timeOffset="-32828.611">22437 14962 2350 0,'0'0'625'0,"0"0"-276"15,0 0-83-15,0 0 44 0,0 0-25 16,0 0-64-16,-79 60-63 0,65-36-35 16,-3 2 6-16,2 8 3 0,2 1 12 15,2 6-16-15,0 0-31 0,2 1-33 16,3 1-3-16,1-2-7 0,2-5-29 16,3-5-25-16,0-8 0 0,7-4-43 0,2-9-12 15,6-4-17-15,0-6-29 0,5 0-54 16,2-9-23-16,4-8-24 0,1-6-104 0,3-5-292 15,-8 4-703 1,7-13-1086-16</inkml:trace>
  <inkml:trace contextRef="#ctx0" brushRef="#br2" timeOffset="-32463.299">22645 15127 1289 0,'0'0'107'0,"0"0"1382"16,0 0-980-16,2 69-35 0,0-44-17 15,3-3-39-15,1-1-109 0,4-5-123 16,-1-6-43-16,5-5-79 0,2-3-37 16,4-2-25-16,0-7-2 0,5-7-20 15,1-4-26-15,2-4-39 0,-3-4 9 0,1-1-3 16,-1 0-9-16,-5 0-7 0,-1 2 3 16,-5 1 12-16,0 2 25 0,-5 0 24 15,-4 2 0-15,-4 1 31 0,-1 2 13 16,0-1 5-16,-9 2 16 0,-1 1 15 15,-3 2-48-15,0 4 51 0,-1 5-21 16,-1 4-19-16,2 2 19 0,-5 7-13 0,-1 8 16 16,0 5 24-16,-2 7 6 0,-1 3-6 15,2 6-6-15,0 1 0 0,1 4-1 16,3 1-11-16,2 0-22 0,4 0 3 16,2-5 7-16,5-7-25 0,3-6 15 15,3-7-18-15,6-5-24 0,5-4-28 16,2-5 31-16,4-2-13 0,2-3-39 15,3-5-46-15,4-7-43 0,-1-5-22 16,1-4-9-16,1-4-136 0,-1-2-344 16,-6 6-641-16,7-12-809 0</inkml:trace>
  <inkml:trace contextRef="#ctx0" brushRef="#br2" timeOffset="-32237.982">23351 14715 1259 0,'0'0'147'0,"0"0"1261"16,0 0-844-16,0 0-64 0,86 46-28 0,-60-25-70 16,0 2-133-16,0 1-95 0,-2 1-61 15,-1 0-25-15,0 0-33 0,-7 2-25 16,-1 1 8-16,-7 0-38 0,-5 5-19 16,-3 1-69-16,-11 1-39 0,-8 6-4 15,-7 1 6-15,-6 5-41 0,-1-2-6 0,-6 2 0 16,-3-4-48-16,-1 0-106 15,-3-3-249-15,11-9-592 0,-25 11-777 0</inkml:trace>
  <inkml:trace contextRef="#ctx0" brushRef="#br2" timeOffset="-25747.887">24276 15083 1709 0,'0'0'646'16,"0"0"53"-16,0 0-408 0,0 0-164 0,0 0 111 15,0 0 137-15,0 0-132 0,0 0-45 16,0 0-56-16,88 2-47 0,-59-5-37 16,2-4 16-16,5 0-40 0,0 0-1 15,3 0-8-15,-1 0-25 0,-1 0 0 0,1 1-40 16,-4-1 37-16,1 1-61 0,-8 0-16 16,1-1-58-16,-5 3-32 0,-5-3-16 15,-3 3-51-15,-6 1-113 0,-3 1-264 16,-4 2-663-16,-2 0-551 0</inkml:trace>
  <inkml:trace contextRef="#ctx0" brushRef="#br2" timeOffset="-25524.768">24397 15243 741 0,'0'0'476'0,"0"0"804"15,0 0-919-15,0 0-18 0,0 0 11 16,0 0-55-16,80-17-87 0,-52 13-56 16,3 0-32-16,3-3 13 0,2 3-45 15,3-4-21-15,2 2 15 0,-2-3-86 16,0 0-21-16,-3-1-47 0,1 0-52 16,-3-1-69-16,-3 1-54 0,-2 1-113 15,-4 2-280-15,-6 2-653 0</inkml:trace>
  <inkml:trace contextRef="#ctx0" brushRef="#br4" timeOffset="-17725.652">11997 16609 68 0,'0'0'167'0,"0"0"64"0,0 0 170 16,0 0 742-16,0 0-763 0,0 0-58 16,0 0-20-16,0 0-7 0,0 0-51 0,-85 18-60 15,81-12-55-15,-2 0-22 0,3 1-29 16,2 1-27-16,-1 3-26 0,2 4 9 16,0 3 29-16,5 4-7 0,3 2-6 0,2 5-16 15,2 3 0-15,2 4 12 0,2 4 10 16,0 6-7-16,0 3-15 15,1 2-15-15,0 5-16 0,-1 2-3 0,1 3-1 16,-2 4-11-16,1 1-2 0,0 0 12 16,-1 2-11-16,0-5 13 0,1-4-16 15,-2-4 16-15,0-5-24 0,1-3-7 16,-3-5-9-16,0-1 15 0,-1-3-31 16,-4-1-9-16,1-2-26 0,-3-5-18 15,-1-1-1-15,-1-4 50 0,1-2 19 16,-1-5 19-16,-1-5 8 0,1-1 14 15,-2-1 2-15,2-5 0 0,-2-1 10 0,-1 1 1 16,0-4 0-16,0 1-10 16,0 0 15-16,0 1-18 0,0 1-38 0,0 0 17 15,0 2 20-15,-4 0 1 0,3 0-2 16,-1 0-17-16,1 4 6 0,-1-3 13 16,2 1 0-16,-1-1 0 0,-1-1 13 0,2-1 9 15,0-3 3-15,0 0 16 16,0-1-7-16,0-2 7 0,0 0-3 0,0 0 16 15,0 0 2-15,0 0 3 0,0 0 4 16,0 0 5-16,0 0 0 0,2 0-31 16,1 0-15-16,1 0 6 0,3-1 9 15,3 0-3-15,2 0 12 0,4-1 4 16,0 0-10-16,4 1 9 0,1-1-12 16,1 2-1-16,3-3 7 0,0 2-3 15,1 0-27-15,2 1 5 0,0 0 3 16,4-3-21-16,0 2-15 0,1 0 3 15,0 0 12-15,2 0 0 0,1 1-6 0,0 0 5 16,4 0 1-16,-1 0 15 16,0 0-14-16,6 1 11 0,-2 1 58 0,6 2 107 15,-3 0-88-15,3 0-87 0,-3 2-2 16,5 0 33-16,-1 3 8 0,-1-3-41 0,3 2-15 16,0-1 14-16,-2 1 1 0,4 0 0 15,-1 1 19-15,0-1-19 0,1 0-2 16,0-1 1-16,2-1 1 0,-2-1-3 15,4 0 3-15,-1 1-2 0,-1-1 2 16,-1 2 9-16,1-2-8 0,-1 2-1 16,1 1 0-16,-1-1 3 0,3 4-3 15,1-1 0-15,-2 1 15 0,2-1-5 0,-1 0-10 16,1 1 0-16,0-4-21 16,-2 2 21-16,2-1 18 0,-3-3-18 15,1 2 3-15,-1-4 3 0,-2 2-4 0,1-2 23 16,1 1-24-16,-3-1-1 0,1-2-19 15,0 4 16-15,-2-4 3 0,1 1 0 0,-3 1-21 16,1 0 9-16,-1 1 12 0,1 1 3 16,0-3-1-16,-1 3-2 0,1-2-8 15,0 2 8-15,2-1 3 0,1-1 7 16,1 0-10-16,0-1-10 0,1-2 10 16,0 4 9-16,0-4-9 0,2 1-30 15,0-1 30-15,-1 0-1 0,1 0-8 16,-1 0 9-16,0 0 0 0,-1 0 0 15,2 0-3-15,-1 0 1 0,-1 0 1 16,3 0-10-16,0 0 11 0,2 0 10 16,-1 0-10-16,4 0-18 0,-1 1 16 15,1-1 0-15,1 0 2 0,0 0 1 0,2 0-1 16,-2 0-11-16,2 0 9 0,0 0 4 16,-1 0 17-16,-1-1-19 0,0 0-21 15,-1-1 18-15,-1 2 1 0,1 0-10 16,-3 0 10-16,3 0 2 0,-1 0 15 15,-1 0-1-15,3 0-14 0,-1 0-18 0,3 0 17 16,-2 0-2-16,1 0 3 0,1-2 21 16,-1 1-18-16,0-3-1 0,-1 1-2 15,1-1-10-15,-1-1 9 0,-3 2 2 16,0 0-2-16,0-1 4 0,-1 1-5 16,-2 0 2-16,0-1 0 0,-1-1-1 15,-1 2-9-15,-1-2-5 0,1 3 3 16,-3-4 12-16,-2 2 1 0,-1-3-1 15,-4 3 0-15,-4 0 0 0,-1 0 1 16,-5-1 17-16,-2 1-36 0,-3 0 11 0,-5 0-5 16,-2 2 3-16,-3-2 6 0,-4 1 0 15,-5 1-21-15,-3-1 2 0,-3 1 20 16,-4 2-16-16,0-2-12 0,-3 2 27 16,0-1 3-16,0-1 18 0,0 1 3 0,0 0 4 15,0-1-23-15,-3-1-2 0,0-3 0 16,-4-2-28-16,3-4 13 0,0-4 13 15,-1-2 2-15,2-3-1 0,0-2-1 16,1-3-13-16,2-1 15 0,-2-2 0 16,2-2-3-16,0-1-22 0,0 0 24 15,2-3-1-15,2-2-25 0,0-2 27 16,1-3 1-16,1-3-1 0,3-2-1 16,-1-3-2-16,0-3-25 0,0-1 7 15,2-1-16-15,-2 0 0 0,-2-1 14 0,1 1 23 16,0 2 0-16,-4 1 1 0,0 1 2 15,0 4 12-15,-1 3 4 0,-2 1-19 16,2 2-1-16,1 1-2 0,0 1 0 16,2 0-18-16,0 0 9 0,-1 2 9 15,2 1-19-15,0 0 7 0,2 1 3 0,1 0-3 16,-1 0 14-16,0 3 1 16,4-1-12-16,-4 4 9 0,0 0-37 0,0 5 13 15,-1 3 14-15,-4 6 10 0,2 3 3 16,-4 5 12-16,-1 2-10 0,0 1 11 15,0 3-1-15,0-1-10 0,0 1-2 16,0-2-1-16,0 2 0 0,0 1 1 16,0-3 2-16,0 2-2 0,-1-2-1 0,-1-1-1 15,2 2-1-15,-1-3-22 16,-1-1-2-16,2 0 11 0,-3-1-2 0,3 0 3 16,-3 1 12-16,1 0-16 0,0 0 17 15,1 0 1-15,-2 3-2 0,2-2-12 16,-1 1 15-16,2 2-2 0,-1-1 0 15,-1 0 1-15,2 2 1 0,0 0 1 16,0-1 3-16,-1 2 20 0,-1-1 4 16,2 0-1-16,-3-1 1 0,0 1 3 15,1 1-10-15,-3-2-19 0,1 1-1 0,0 1-1 16,-1 0 2-16,1-1-1 0,1 1 3 16,-1 0-3-16,-1 0 0 0,1-2-1 0,-1 1 0 15,-1-1 0-15,1 1 12 16,-1 0-9-16,1-3 22 0,-2 3 5 15,-1-1-5-15,0-1-10 0,0 1-13 0,-4 0 1 16,0-1-3-16,-4-1 1 0,-1 1-1 16,-8-1 15-16,-2 2-15 0,-3 0-147 15,-5-1 147-15,-2 3 37 0,-6 0 24 16,-4 0-61-16,-4 0-98 0,-6 0 46 16,-2 0 52-16,-3 0 15 0,-4 0-15 15,-2 3-5-15,-1-3 3 0,-4 0 2 16,-1 1-14-16,-1-1 13 0,-3 0-13 15,-2 0-2-15,2 0 15 0,-4 0 2 16,1 0-2-16,-3 2 1 0,-2-1-18 0,-2 3 18 16,2-1 0-16,0 2 2 15,-2 0-2-15,4 1-7 0,-1-1 5 0,2 2 4 16,0-3-4-16,2 3 4 0,2-2-2 0,0 0 15 16,2-1 10-16,-1 0-10 15,2-2-15-15,-3 2-19 0,4-1 19 16,-2-1-2-16,2 2 2 0,1-3-3 15,1 2 3-15,4 0-3 0,1-2-12 0,-1 1 6 16,5-1 9-16,0 1 11 0,2-1-11 16,2-1 0-16,-1 0 18 0,3 0-17 15,2 0 11-15,1 0-12 0,-1 0-25 16,1-4 24-16,2 1-2 0,0-1-28 16,-1 0 28-16,0-1-15 0,-1 2-19 15,3-1 34-15,-3 2-23 0,1 0 26 0,0 1 0 16,2 1 0-16,-1 0 0 0,0 0 2 15,1 0 1-15,-2 0 19 0,0 0-19 16,1 0-3-16,0 3 15 16,-3-1-15-16,2 0-2 0,0 1 2 0,-2-1 10 15,3-1-10-15,-4 0-17 0,1 1-8 0,0-2-9 16,3 0 34-16,-4 0 1 0,3 0 0 16,-1-2-1-16,0 0 0 0,2-1 0 15,0-1-1-15,-1 0 1 0,1-1 0 16,2 0 0-16,0 0-8 0,0-2 7 15,1 2 1-15,-1 0-15 0,2-1-7 16,-1 0-3-16,-2 2 4 0,3-2 8 16,-1 2-2-16,-1-2 12 0,1 1-13 15,-1-1-5-15,-2 1 21 0,2 1 1 16,0-3 30-16,-1 2-17 0,1 0-14 16,-1-1-2-16,2 1-29 0,1 0 15 0,-1 3-15 15,3-2 10-15,-2 2-16 0,3 1 35 16,-1 1-38-16,2 0 18 0,-2 0 20 15,2 3 2-15,0 1 16 0,2-1 6 16,-2 0-22-16,3 1 31 0,0-3 0 16,1 2-7-16,0-2-24 0,1 2-1 15,1-2 0-15,0 4 2 0,0-3-2 0,2 2 0 16,-2-3-1-16,2 4-25 0,-1-2 26 16,3 2 0-16,1 1 1 0,1-1 32 15,-1 1-16-15,0 0 2 0,2 0-5 16,2-1 24-16,0 2-6 0,4-3-31 15,0-1 15-15,1-1-14 0,1 1 21 16,5-1-10-16,0-2 16 0,2 0-6 16,3 1 15-16,2-1 0 0,2 0 0 15,1 0-3-15,5 0 2 0,0 0 10 0,2 0 4 16,2 0-4-16,0-1-13 0,0 1-11 16,0-2-4-16,0 2-18 0,0-1-15 15,0 1-19-15,2 0-15 0,2-2-9 16,0 2 12-16,4-1 0 0,1 0-31 15,3-1-87-15,1 2-59 0,3-1-200 16,-4 1-617-16,9 0-736 0,-122 8 732 0</inkml:trace>
  <inkml:trace contextRef="#ctx0" brushRef="#br4" timeOffset="-14832.467">20752 16644 365 0,'0'0'95'15,"0"0"12"-15,0 0 457 0,0 0 407 16,0 0-576-16,0 0-114 0,0 0-24 16,0 0 2-16,0 0-36 0,0 0-59 15,0-7-63-15,0 7-51 0,0-1-18 16,0 1 3-16,0-1 5 0,0 0-8 0,0-2 2 16,4-1-18-16,1 0 16 0,1-1 3 15,3-1 2-15,0-2-18 0,0 1-7 16,2-3 7-16,0 0 6 0,0 0-23 15,3-2 23-15,1 0-22 0,1-2 31 16,1-3-6-16,3 0 10 0,3-2-1 0,3-2 6 16,0 0-27-16,2 0 24 0,0 0 16 15,0 0-35-15,-2 1 13 0,-2 2 16 16,-1 1-10-16,-4 1 0 0,-3 4-28 16,-3 4 9-16,-1 1-21 0,-3 1 16 15,-1 1-13-15,0 1 25 0,0 0 11 16,1-2-8-16,0 1-6 0,-1 0-7 15,0 2 0-15,-2-1 4 0,-2 3 5 0,1 0 1 16,-3-2 2-16,1 0-5 0,-3 2-1 16,3 0 1-16,-3-1-7 0,0 2-3 15,2-1-14-15,-2 1 1 0,0 0 1 16,0 0 10-16,0 0-1 0,0 0-9 16,0 0 12-16,0 0-3 0,0 0 4 15,0 0-13-15,0 0-1 0,0 0 0 16,0 0-2-16,0 0 12 0,0 0-10 15,0 0 0-15,0 0-1 0,0 0 0 16,0 0-1-16,0 0 0 0,0 0 0 16,0 0-3-16,0 0 2 0,0 0-2 0,0 0-15 15,0 0 18-15,0 0 1 0,0 0 2 16,0 0 0-16,0 0 9 0,0 0-11 16,0 0 2-16,0 0 12 0,0 0 0 15,0 0-12-15,0 0 10 0,0 0-13 0,0 0 0 16,0 0-2-16,0 0 0 0,0 0-1 15,0 0-13-15,0 0-5 0,1 0-3 16,2 0 5-16,-2 0-1 0,4-1 20 16,0-1 18-16,0 1-18 0,2-1-2 15,1-1-10-15,1 0 12 0,1 1 3 16,-1 0 34-16,2-1-17 0,-2 0-20 16,1 0-3-16,2 2-9 0,-1 0 12 15,6 0 22-15,0 1-22 0,3 0 0 16,1 0 0-16,2-2 24 0,3 1-2 15,5-3-4-15,0 0-16 0,2-1 13 16,1 0-6-16,3-2 13 0,-3 3-19 0,1 0 9 16,1 2-1-16,0-2-10 0,0 4 1 15,2 0-2-15,-2 0-6 0,0 0 6 0,1 0 15 16,2 0-15-16,1 0 2 0,-1 0 0 16,5 0 0-16,0 0 21 0,0-2-23 15,-1-3-3-15,-1-3 2 0,0 0-1 16,-1-2 2-16,0 0 2 0,-1-2 26 15,2 0-28-15,-5 1 0 0,1 0-12 16,-2 3-1-16,0 1 1 0,-2 2-6 16,-1 3 0-16,3 0 15 0,0 1-9 15,1 0 24-15,-1-2 19 0,1 2-31 16,-4-3-45-16,-1 2 33 0,2-3 12 16,2 3 0-16,3-3 22 0,-4-1-22 15,1 2-64-15,-2 0 6 0,0 0 52 16,-1 1 6-16,0 2 64 0,-4-2-64 0,-2 2-55 15,-4 0 55-15,0 1 0 0,3 0 21 16,-1 0 25-16,1 0-3 0,-5 0-43 16,2-1-39-16,0-2 30 0,3-3 8 0,4 0 2 15,1 0 10-15,0-2 1 16,1-3-12-16,-3-1-56 0,-3 4-2 0,-1-3 42 16,-1 4 1-16,2-2 30 0,-2 1 40 15,-5 1-55-15,-1 0-9 0,-7 1 9 16,2 2 34-16,-3 0-13 0,0 0-21 15,0 2-14-15,-1 0 14 0,-2-2 0 16,-2 1-2-16,1 0-10 0,0 1 0 16,2-1 12-16,0-1 22 0,4 0-22 0,-1-1-10 15,-2-1 10-15,5 2 3 0,-3-4 0 16,0 4 15-16,5-2-16 0,-1 1 0 16,5-2-1-16,0 2 1 15,-1-4 65-15,-1 2-67 0,-3 2-73 0,-3 1 42 16,-1-1 30-16,-3 2-20 0,-2 0-9 15,-2 0-10-15,-4 3 40 0,2 0 27 16,-2 0 13-16,0 0-18 0,0 0-22 0,0 0-18 16,0 0 3-16,0 0 0 0,0 0-19 15,0-1-15-15,0-1-9 0,-2-2-9 16,1 0 6-16,-1 0-3 0,-1-1 2 16,2 0 10-16,-2 1 6 0,1-1 15 15,0 1 31-15,-1 1 0 0,2 0 0 16,1-2-1-16,-2 3 1 0,2-2 1 15,0 0 39-15,0 0 13 0,0 0-20 0,0 1-11 16,0-1-10-16,0 0 0 16,0 0 1-16,3 0-2 0,2-1-10 15,-3 2 10-15,2-2 4 0,-1 1 10 16,0 3-23-16,-1-1-1 0,-2-1 2 0,1 3 12 16,1 0 4-16,-2-1-1 0,0 0-16 0,1-1-2 15,-1-1-21-15,0 2-25 16,0-1-22-16,0-1-33 0,0 1-31 0,0-2-32 15,-1 0-38-15,-2-2-92 0,-3 2-173 16,-2-1-159-16,-3 2-385 0,5-1-182 16,-11 1 749-16,69 47 212 0</inkml:trace>
  <inkml:trace contextRef="#ctx0" brushRef="#br4" timeOffset="-14519.371">24047 15550 218 0,'0'0'186'0,"0"0"2083"16,0 0-1836-16,0 0-254 0,0 0 111 16,0 0 28-16,0 0-1 0,0 0-87 15,0 0-78-15,90 7-54 0,-71-5-21 16,1 1-28-16,2 1-3 0,-2 2 0 0,2-2-12 16,-1 1 9-16,-3-2-42 0,0 0 21 15,1 0-20-15,-3 0 33 0,0-3-35 16,-2 2-1-16,-1-1 0 0,-1 2-1 15,-4 0-14-15,1 0 4 0,-2 4 0 16,-3 0 12-16,-2 5 18 0,-2 4 13 16,0 0 21-16,0 4-19 0,-7 1-11 15,-2 2-7-15,1 1-15 0,-4 0 0 0,-2 0-98 16,0 1-21-16,0-3-40 0,0 0-32 16,0-3-22-16,0 2-24 0,-3-3-109 15,3 1-103-15,3-5-237 0,-9 10-727 0</inkml:trace>
  <inkml:trace contextRef="#ctx0" brushRef="#br2" timeOffset="-1370.366">26233 14743 290 0,'0'0'2213'16,"0"0"-1910"-16,0 0-213 0,0 0 128 16,13-74 196-16,-12 63-13 0,-1 5-94 15,0 0-65-15,0 3-53 0,0 3 13 16,-3 0-39-16,-7 0-50 0,-2 6-62 0,-5 3-14 15,-3 7-1-15,-2 3 1 0,-3 10-25 16,-3 3 3-16,-1 8-2 0,-2 7-13 16,1 7-3-16,-1 3 3 0,2 7 12 15,4 2-12-15,0-4-28 0,6-2 4 16,5-9 23-16,7-11-2 0,5-11 1 0,2-10-26 16,8-7 1-16,7-8-3 15,4-4-1-15,6-5 31 0,6-10-1 0,1-8 0 16,3-2-1-16,-1-4-36 0,-3 0 11 15,-3 1 12-15,-5 5-7 0,-6 6 4 16,-8 6 12-16,-3 4 6 0,-5 3 31 16,-1 2 5-16,-4 0 28 0,-8 0-43 15,-3 2-21-15,-7-1-2 0,0 1-16 16,-4 0 3-16,2 0-6 0,0-2-22 16,3 1-12-16,0-3-31 0,1 0-21 15,1-3-10-15,-1-2-27 0,0-1-76 16,1-2-91-16,-3-4-137 0,2-1-161 0,6 3-126 15,-9-10-547-15</inkml:trace>
  <inkml:trace contextRef="#ctx0" brushRef="#br2" timeOffset="-1015.094">25654 14408 1076 0,'0'0'1243'0,"0"0"-704"0,0 0-266 16,0 0-31-16,0 0 38 0,39-82-16 16,-18 58-62-16,3 1-81 0,2 3 4 15,-1 2 36-15,1 2-29 0,0 6-52 16,-2 4-24-16,-1 3-53 0,-2 3 9 16,-3 4 3-16,-2 7-15 0,-1 1-9 0,-4 3 9 15,2 1 19-15,-4 1-18 0,1-3-2 16,-2-1-14-16,0-2 15 0,-1-3 6 15,-1-2-2-15,1 0-1 16,1-4-3-16,1-2 3 0,4 0 9 0,4-4-9 0,6-6 12 16,2-5-5-16,3-2-10 15,0-2-108-15,4 0-15 0,0 1-34 0,-2 4-73 16,0 5-131-16,-2 3-126 0,-3 5-214 16,0 1-486-16,-8 0-217 0</inkml:trace>
  <inkml:trace contextRef="#ctx0" brushRef="#br2" timeOffset="-107.202">26952 15039 261 0,'0'0'1494'0,"0"0"-878"0,0 0-328 15,0 0 1-15,0 0-23 0,0 0-72 16,0 0 16-16,0 0-14 0,0 0-5 16,98 23-65-16,-71-38-26 0,4-2-47 0,-2-4-22 15,1-2 0-15,-1 1-28 16,-4 1-2-16,-3 0-1 0,-5 3 0 0,-2 1 0 15,-4 2 1-15,-5 3-1 0,-3 0 3 16,-3 4 35-16,0-2 8 0,-4 2-46 16,-7 1-6-16,-6 0 4 0,0 0-26 15,-5 2 28-15,-1 2-3 0,0 3-47 16,-1 0 50-16,-1 8 0 0,2 3-10 0,-3 6 10 16,3 3 24-16,0 3 10 0,0 7-3 15,0 1 9-15,4 2-21 0,-1 6 24 16,2 3-22-16,1 5-17 0,3-2-3 15,6-1 0-15,2-5 20 0,6-7-18 16,0-5 25-16,8-6 40 0,5-5-16 16,3-4 0-16,4-5-6 0,2-1 1 15,1-6 29-15,3 0-15 0,1 0-15 16,2-8-44-16,0-4-2 0,0-3-35 0,0-2-87 16,-1-1-81-16,0 0-43 15,-5-1-96-15,-1-1-220 0,-8 6-499 0,0-9-341 16</inkml:trace>
  <inkml:trace contextRef="#ctx0" brushRef="#br2" timeOffset="233.783">26763 14572 586 0,'0'0'345'0,"0"0"465"0,0 0-262 15,0 0-208-15,0 0 10 0,0 0 18 16,-83 63-38-16,68-37-78 0,-1 2-38 16,3 5-12-16,-2 3-38 0,4 4-46 0,1 3-44 15,0 0-41-15,2 6-5 16,0-1 3-16,3 5-28 0,0 0-2 0,1 1-1 15,4 1-22-15,0-1 22 16,10-2 0-16,3-5-24 0,4-3-4 0,5-4 25 16,3-7-15-16,2-5-7 0,3-4-21 15,3-9-59-15,5-7-41 0,2-3 13 16,0-5-39-16,2-10-11 0,1-10-151 16,-1-5-205-16,-11 4-589 0,13-22-673 0</inkml:trace>
  <inkml:trace contextRef="#ctx0" brushRef="#br2" timeOffset="475.395">27598 14584 1375 0,'0'0'462'0,"0"0"640"15,0 0-763-15,0 0 70 0,88 49-21 16,-61-32-64-16,2 4-61 0,1 5-79 15,0 2-68-15,-3 5-33 0,-2 3-37 16,-2 6-31-16,-9 2 0 0,-5 6-15 16,-7 3-3-16,-4 1 0 0,-12 7-58 15,-6 1-34-15,-9 2-12 0,-6 0-40 16,-2 0-20-16,-8-3-9 0,-3-1-20 16,-3-3-131-16,12-13-349 0,-29 20-824 0</inkml:trace>
  <inkml:trace contextRef="#ctx0" brushRef="#br2" timeOffset="12360.195">28418 15051 95 0,'0'0'335'15,"0"0"-123"-15,0 0-65 0,0 0 10 16,0 0-24-16,0 0-55 0,0 0-78 16,0 0-9-16,0 0-21 0,-3 0 30 15,3 0 22-15,0 0 268 0,0 0-59 16,0 0-75-16,0 0-49 0,0 0 19 16,0 0 24-16,0 0-11 0,0 0-3 15,0 0-4-15,0 0 19 0,0-2 1 16,0 2 5-16,0-2-16 0,0 2-17 0,0-3-9 15,0 2-7-15,0-2 5 0,0 0-5 16,0 2-30-16,0-1 1 16,0 1-7-16,0 1-8 0,0-2-5 0,0 2-9 15,0 0-9-15,0 0-20 0,0 0-2 0,0 0-3 16,0 0-4-16,0-2-9 0,1 0 8 16,5-1-9-16,3 0 7 0,6-2-8 15,6 1 38-15,3-3 88 0,6 2-59 16,2-2-40-16,1 2-9 0,3 2 24 15,4-2-9-15,-2-1-22 0,0 3-9 16,-1-2 13-16,0 1-16 0,-4 3-26 16,-4-2-14-16,-2 2 12 0,-4-2-3 15,-2 1-46-15,-6 2-19 0,-1-2-34 16,-5 2-39-16,-4 0-29 0,-2 0-32 16,-3 0-94-16,0 2-214 0,0 1-160 0,-5 1-46 15,-14 5-500-15</inkml:trace>
  <inkml:trace contextRef="#ctx0" brushRef="#br2" timeOffset="12646.884">28269 15315 813 0,'0'0'134'15,"0"0"-7"-15,0 0 524 0,0 0-362 16,0 0-79-16,0 0 104 0,0 0-17 16,0 0-73-16,91-36-99 0,-56 23-3 0,4 1 62 15,1 1-76-15,2-3-32 0,-3 1-19 16,4 2-25-16,-6 1-32 0,2-2 0 16,0 1-12-16,-2-2 12 0,-1 0-38 15,-2-1-22-15,0 0-61 0,-1 1 1 0,1-2-46 16,-4 2-71-16,-3-2-110 15,-2 2-138-15,-9 4-113 0,1-2-115 0</inkml:trace>
  <inkml:trace contextRef="#ctx0" brushRef="#br2" timeOffset="13010.249">28851 14658 1178 0,'0'0'91'0,"0"0"475"16,0 0-2-16,0 0-218 0,0 0-80 15,0 0-71-15,0 0-13 0,0 0-61 16,0 0 25-16,0 0 18 0,0 0 40 16,100 13-50-16,-71-4-82 0,-1 0-35 15,3 1-6-15,0 3-3 0,1 0 6 0,0 2-34 16,0 1 0-16,-4 0-9 0,-2 1-13 15,-3 2 22-15,-4-2 14 0,0 4-11 16,-6 1 9-16,-2 1-12 0,-6 1 0 16,-5 4 0-16,-3 1-56 0,-13 4-31 0,-5 3 12 15,-10 5-18-15,-5 1 7 0,-1 2 39 16,-5-1 22-16,-1 0 6 0,1-2-22 16,1-3 13-16,3-5-13 0,4-1 25 15,6-6-18-15,6-4-52 0,5-7-28 16,6-3-77-16,7-5-115 0,4-5-238 15,0-2-521-15,10-3-300 0</inkml:trace>
  <inkml:trace contextRef="#ctx0" brushRef="#br2" timeOffset="13726.869">30120 14605 1486 0,'0'0'42'0,"0"0"947"0,0 0-632 15,0 0-59-15,0 0 8 0,0 0-74 16,0 0-37-16,-75 21-70 0,57-8-45 16,-2 3-40-16,4 5-6 0,-2 5-3 15,2 2-12-15,-1 3-17 0,0 4 1 16,0 1 1-16,1 0-3 0,1 1 58 15,3-4-30-15,2-5-29 0,4-1-16 16,5-4-2-16,1 2 18 0,1 0 46 16,5-2-37-16,5-3-9 0,3-2-24 15,1-2 23-15,4-5-27 0,3-4 28 0,5-5 12 16,3-2 31-16,3-1 16 0,1-7-12 16,0-5 2-16,0-3-12 0,-4-1-24 15,-4-1-13-15,-8 3 34 0,-5 1 12 16,-7 5 9-16,-4 0 34 0,-2 2 22 0,-5 1-22 15,-8-2-50-15,-4 1-39 0,-1-3-12 16,-4 2-9-16,-1-1-31 0,-2 2 0 16,-1-2 3-16,1 1-19 0,0-1-36 15,-3 1-41-15,1-2-35 0,0 0-26 16,2-1-45-16,3-1-240 0,2-2-236 16,7 3-34-16,-3-12-385 0</inkml:trace>
  <inkml:trace contextRef="#ctx0" brushRef="#br2" timeOffset="14103.189">29748 14503 1201 0,'0'0'774'15,"0"0"-421"-15,0 0-101 0,29-64 28 16,-15 39-55-16,5-2-75 0,-1 1-32 15,1 0 6-15,0 2 0 0,-2 2-7 16,3 4-26-16,-1 4-15 0,-3 2 49 16,0 4 17-16,-5 4-76 0,-2 1-10 15,0 2-56-15,-4 1 0 0,0 0-19 16,-1 5-5-16,1 4 24 0,0 5 59 16,1 1 6-16,0 2-61 0,-1 2-4 0,3-3 3 15,1 1-3-15,0-3 15 0,2-3 19 16,-3-3-31-16,4-1 47 0,-1-3-16 15,2-2 12-15,0-2-6 0,3 0-3 16,4-3 4-16,0-4-29 0,2-4-12 16,1-2-31-16,2-3-102 0,-5 1-34 15,0 1-45-15,-1 0-52 0,-3 3-96 0,-1 0-186 16,-6 4-487-16,1 3-258 0</inkml:trace>
  <inkml:trace contextRef="#ctx0" brushRef="#br2" timeOffset="14544.768">30478 14626 886 0,'0'0'547'15,"0"0"-183"-15,0 0 19 0,0 0-11 16,0 0-82-16,0 0-65 0,0 0-78 0,0 0-32 15,0 0-23-15,0 0 4 0,0 0 5 16,-7-29 32-16,3 32 33 0,-2 5-20 16,-3 5-56-16,-5 6-34 0,1 10 3 15,-4 6 13-15,-1 8 36 0,1 1 16 16,1 5-56-16,1-5-25 0,4-1-43 16,3-6-3-16,4-4 1 0,4-3 1 15,0-5-18-15,5-5 1 0,5-5-1 16,6-3 1-16,4-5-25 0,8-7-13 15,4 0-24-15,7-13-54 0,5-3-43 16,2-7-22-16,2 0-97 0,-3 0-188 0,-12 6-211 16,5-8-468-16</inkml:trace>
  <inkml:trace contextRef="#ctx0" brushRef="#br2" timeOffset="14911.776">30756 14765 957 0,'0'0'1211'16,"0"0"-948"-16,0 0-57 0,-25 68 55 16,20-43 34-16,2-4-94 0,3-5-90 15,3-2-57-15,5-7-10 0,6-1 29 16,5-6-10-16,2 0-22 0,3-8-16 0,1-8 26 16,4-3-51-16,2-4-23 15,-4-3-84-15,0 0 13 0,-2-1 18 0,-8 1 38 16,-3 2 38-16,-6 1 3 15,-8 3 60-15,0 0 26 0,-8-1-26 0,-6 7-10 16,-3-1 7-16,-3 5 38 0,-2 6 2 16,2 4 20-16,-5 2-67 0,2 8-51 0,-1 5-2 15,2 5 28-15,0 6 3 16,2 3-6-16,1 3 15 0,2 2-3 0,1 0-15 16,4 2-22-16,1-2-2 0,4-4-23 15,3-1 7-15,4-8-17 0,0-1 11 16,5-5-20-16,7-5-37 0,7-3-89 15,3-6 51-15,6-1-13 0,10-8-86 16,-1-5-130-16,4-5-249 0,-13 4-523 16,14-12-352-16</inkml:trace>
  <inkml:trace contextRef="#ctx0" brushRef="#br2" timeOffset="15194.441">31330 14373 2692 0,'0'0'350'0,"0"0"-238"0,0 0 99 0,0 0 122 0,9 76-9 16,-5-48-123-16,3 5-74 15,4 0-24-15,0 3-11 0,2 3-27 0,-1-2-16 16,0 1-27-16,-3-1-13 0,-3-1-9 16,-4-3-27-16,-2-2 8 0,-3 0-61 15,-6-1-19-15,-4-5-10 0,-3 2 10 16,-3-4 30-16,0-4 23 0,-6 0 15 15,-1-5-33-15,-5 1-8 0,1-5-19 16,1-2-4-16,1-4 48 0,0-4-54 16,3 0-92-16,5-4-149 0,3-4-321 15,-2-11-500-15</inkml:trace>
  <inkml:trace contextRef="#ctx0" brushRef="#br2" timeOffset="15643.138">32039 14516 1583 0,'0'0'639'16,"0"0"-151"-16,0 0-67 0,0 0-23 15,0 0-41-15,0 0-84 0,0 0-67 0,0 0-64 16,0 0-117-16,0 0-25 0,0 0 0 15,-75 94 28-15,52-52-16 0,-3 3 7 16,-1 9 27-16,1 0 19 0,0 1 45 16,3-5-6-16,4-6-42 0,9-8-13 15,4-8-13-15,6-7-11 0,0-5-7 16,9-5 0-16,5 0 10 0,5-5-14 16,4-5-14-16,5-1-24 0,3-5-65 0,2-8-12 15,2 1-37-15,-2-6-22 0,-2 0-78 16,-4 2-73-16,-6-1-123 0,-7 3-120 15,-6 1-67-15,-4 4-170 0,-8 0-444 16</inkml:trace>
  <inkml:trace contextRef="#ctx0" brushRef="#br2" timeOffset="15824.72">31866 14851 1011 0,'0'0'609'0,"0"0"-129"0,0 0-159 0,0 0 5 15,0 0 94-15,0 0-25 0,0 0-61 16,0 0-66-16,87 35-79 0,-65-30-37 15,5-1-65-15,3-4-44 0,5 0-43 16,5-8 0-16,0-3-40 0,4-6-152 0,-1-4-85 16,-4-1-50-16,-3-1-98 0,-10 5-315 15,8-13-790-15</inkml:trace>
  <inkml:trace contextRef="#ctx0" brushRef="#br2" timeOffset="16029.46">32417 14439 2330 0,'0'0'462'0,"0"0"-74"0,0 0 60 0,0 0-73 16,104-16-127-16,-68 7-81 0,3-6-24 15,7 0-38-15,-1-4-99 0,2-3-6 0,-2 0-117 16,1-3-106-16,-7 1-103 15,-3 0-90-15,-7 3-209 0,-9 4-654 0,-10-2-386 16</inkml:trace>
  <inkml:trace contextRef="#ctx0" brushRef="#br2" timeOffset="16204.522">32727 14272 1175 0,'0'0'1066'16,"0"0"-837"-16,-40 73 46 0,29-40 193 15,0 7-45-15,-1 6-20 0,4 0-50 16,-1 4-91-16,0 0-50 0,4-1-62 15,-1 0-64-15,1-3-56 0,0-3-15 16,0-4-15-16,0-4-22 0,3-6-17 16,-1-5-26-16,3-3-17 0,0-4-28 0,0-5-35 15,3-1-43-15,3-5-110 0,1-2-180 16,-1-2-299-16,6-2-764 0</inkml:trace>
  <inkml:trace contextRef="#ctx0" brushRef="#br2" timeOffset="16393.374">32575 14747 3082 0,'0'0'370'0,"0"0"-272"15,0 0 51-15,0 0 159 0,0 0 15 16,0 0-141-16,77 42-58 0,-45-40-63 16,4-2-2-16,4 0-31 0,-1-2-28 15,1-5-43-15,-4-1-43 0,1 2-56 0,-5 3-81 16,-4 2-71-16,-7 1-59 0,-3 0-194 15,-8 2-583-15,-6 9-229 0</inkml:trace>
  <inkml:trace contextRef="#ctx0" brushRef="#br2" timeOffset="16618.34">32611 15141 2722 0,'0'0'577'0,"0"0"-424"0,0 0-17 15,0 0 170-15,0 0-23 0,0 0-115 16,0 0-19-16,0 0 11 0,90 6-55 16,-56-6-74-16,5-4-18 0,0-2-13 15,0 3-22-15,-1-4-45 0,-2 2-81 16,-2 1-13-16,-2-3-32 0,-2 2-30 16,-4-2-139-16,-3 2-246 0,-8 1-686 15,3-2-414-15</inkml:trace>
  <inkml:trace contextRef="#ctx0" brushRef="#br3" timeOffset="27124.977">15339 11406 485 0,'0'0'427'0,"0"0"230"0,0 0 47 15,0 0-165-15,0 0-113 0,0 0 10 16,0 0-39-16,0 0-55 0,0 0-73 15,0 0-66-15,0 0-41 0,76-32-3 16,-67 40-19-16,3 4-31 0,-1 2-21 16,1 3-3-16,1 3-13 0,0 3-20 0,-2 2-25 15,2 3-3-15,-3 1 12 0,2 2-14 16,-1 2 2-16,-2 3 3 0,3 1 6 16,-1 4 0-16,-1 2 7 0,3 4-13 15,4 1-1-15,3 6-26 0,1 1-24 16,3 3 6-16,-1-2-22 0,2-2 25 15,-2 0-3-15,0-3-21 0,1-2 15 0,-4-1 2 16,-1-3 22-16,0 0 0 0,-4-3 1 16,0-3-1-16,-3-2 18 0,-1-1-15 15,-2-6-3-15,-2-2-18 0,1-3 6 16,-3-3-4-16,2-2 15 0,-1-3-10 16,0-1 10-16,-2-2 0 0,2-4-17 15,-2-3-3-15,-1-1 9 0,0-5 0 16,-1-1 10-16,0 0 2 0,-2 0 18 15,3-4-15-15,0-2 24 0,3-3 16 0,0-4 5 16,1-4 3-16,-1-4 4 0,-2-3-37 16,3-3-16-16,-1-6 10 0,1-5-10 15,0-3 1-15,4-3-3 0,0-5-1 16,1-2-11-16,2 0 10 0,3-1-1 16,0 3-15-16,1 2 17 0,1 3-1 0,-2 1 2 15,3 2 1-15,0 1 0 0,-2 0-1 16,2 1 1-16,-1 3-1 0,1 1 15 15,1 2-3-15,0-2-12 0,0 2-12 16,1 0-9-16,-3 2 2 0,-1 1-17 16,-1 5-9-16,-5 2 3 0,-3 7-4 15,-2 6-2-15,-6 3-3 0,-1 4-25 16,0 3-6-16,-5 0-27 0,-6 0-67 16,-2 7-117-16,-5 2-134 0,-4 3-197 15,-1 1-407-15,4-1-568 0,-15 9 513 0</inkml:trace>
  <inkml:trace contextRef="#ctx0" brushRef="#br3" timeOffset="27370.341">15724 12116 786 0,'0'0'495'0,"0"0"645"0,0 0-663 15,0 0 57-15,0 0-70 0,0 0-44 16,84-17-98-16,-53 13-107 0,5-2-10 16,6 0-13-16,1 0 18 0,2 1-40 15,-5-3-79-15,-1 2-34 0,-3-2-18 16,0-1-39-16,-3 1 0 0,-4 0-21 0,-3-2-70 16,-3 0-69-16,0 2-47 0,-4 0-48 15,-3 0-144-15,-2 2-326 0,-4 3-768 16</inkml:trace>
  <inkml:trace contextRef="#ctx0" brushRef="#br3" timeOffset="28030.53">17247 12165 20 0,'0'0'2497'0,"0"0"-1822"0,0 0-164 15,0 0-117-15,0 0 4 0,0 0-35 0,0 0-51 16,0 0-53-16,0 0-71 15,82 69-49-15,-63-62-27 0,6-2 5 0,3-3 22 16,6 0-21-16,0-2-25 0,2 0-21 16,0 0-18-16,-1 0-20 0,1-2-7 15,0 0-9-15,-1-3-15 0,1 0-1 16,-3-3-2-16,-1 1-29 0,-4-2 27 16,-2-2-25-16,-3 0-22 0,-4-1-11 15,-5 4-60-15,-5-1-22 0,-4 2-12 16,-3 0-60-16,-2 3-150 0,-5-2-314 0,-6 6-638 15,1 0-597-15,-13 0 436 0</inkml:trace>
  <inkml:trace contextRef="#ctx0" brushRef="#br3" timeOffset="28294.717">17666 12209 839 0,'0'0'404'0,"0"0"1123"0,0 0-950 0,0 0-159 15,-25 69-46-15,19-47-21 0,0 0-25 16,1 2-66-16,-1 1-74 0,1-1-46 15,2 0-37-15,-3 1-15 0,4 3-9 16,-2 1-21-16,1 2-10 0,0 2-6 16,1 2-27-16,-1 1-14 0,-1 3-1 15,3 0-15-15,1 3 0 0,0-1 12 16,0-3-15-16,0-3 6 0,2-4 12 0,4-8 1 16,-1-6 17-16,3-3 0 0,-1-8-18 15,2-1-3-15,7-2 3 0,1-3 12 16,9 0-12-16,6-1 0 0,3-8-1 15,4-3-10-15,1-3-31 0,0-3-61 16,-1-2-70-16,-2 0-103 0,-4-1-180 16,-11 7-680-16,7-6-969 0</inkml:trace>
  <inkml:trace contextRef="#ctx0" brushRef="#br3" timeOffset="28943.92">18549 12177 414 0,'0'0'505'0,"0"0"1144"0,0 0-1131 16,0 0-170-16,0 0-174 0,0 0 132 16,0 0 61-16,0 0-153 0,0 0-72 15,0 0-31-15,0 0-28 0,-21-43 2 16,16 50 35-16,-2 8-38 0,-1 4-36 16,-1 6-3-16,0 3-10 0,-2 6-6 15,-2-2 16-15,-1 3-16 0,-2 2-5 16,0 3-20-16,-1-2-1 0,-2 3 14 15,1-1-15-15,2 1-2 0,0-2 1 0,7-3 1 16,3-5 12-16,6-1 9 16,0-6-4-16,8-3-16 0,6-2-1 0,1-4 19 15,5-3 8-15,0-1-3 0,3-4 7 16,1-4 8-16,2-3 13 0,2 0 5 16,3-6-11-16,0-5-16 0,0-1-15 15,-2-5-6-15,3-2-9 0,-6-2-58 0,1 0-32 16,-2-2-29-16,-5 3-38 0,-6 1-26 15,-2 2-34-15,-6 4-25 0,-5 1-89 16,-1 3-129-16,-6 2-160 0,-7 1-382 16,-1 2-307-16,-6 1 323 0,4 1 986 15,-12 0 0-15</inkml:trace>
  <inkml:trace contextRef="#ctx0" brushRef="#br3" timeOffset="29110.808">18485 12565 398 0,'0'0'130'15,"0"0"46"-15,0 0 1161 0,0 0-826 0,0 0-124 16,0 0-45-16,0 0 4 15,0 0 4-15,0 0-49 0,0 0-47 0,-28 56-14 16,49-55-37-16,3-1-42 0,5 0-42 16,4-3-43-16,1-4-30 0,2-2-43 15,-2 0-3-15,1-1-18 0,-3 1-43 16,-1-2-85-16,-2 3-80 0,-1-2-97 0,-6 3-161 16,-5 2-933-16</inkml:trace>
  <inkml:trace contextRef="#ctx0" brushRef="#br3" timeOffset="32128.289">4921 15020 629 0,'0'0'1'15,"0"0"34"-15,0 0 1173 0,0 0-709 16,0 0-89-16,0 0-92 0,0 0-37 16,0 0 80-16,0 0-78 0,0 0-35 15,0 0-10-15,-4 2-50 0,4-2-9 16,1 0-17-16,-1 0-16 0,1 0-33 0,1 0-13 16,-1 0-21-16,1 0-9 0,2 0-28 15,1 0-8-15,-1 0-16 0,3 0 3 16,-1 0-9-16,1 0 12 0,0 0-6 15,1 0 4-15,0 0 2 0,1 0-9 0,-2 0 0 16,3 0 0-16,-1 0 3 0,1-1-16 16,1 0 23-16,1-1-10 0,0 0-14 15,3 1 1-15,0-3 10 16,2 0-12-16,2 1-8 0,1-2 8 0,3-1 2 16,1 1-2-16,1 2-3 0,1-2 1 15,0-2 0-15,-2 2 2 0,2-1 0 16,-1-1-1-16,-4 2 0 0,2-2 1 15,-1 1-1-15,-3 0-18 0,-2-1 17 16,-4 2-13-16,0 0 3 0,-4 0-27 16,-2 1-9-16,-1 1-4 0,-2 1-18 15,-1 0-17-15,-3 0 2 0,1 2-22 16,-1-1-30-16,0 1-49 0,0 0-93 0,-4 0-116 16,-5 0-283-16,-1 0-744 0,0 0-530 15,-10 7 1922-15</inkml:trace>
  <inkml:trace contextRef="#ctx0" brushRef="#br3" timeOffset="32471.175">5250 15005 46 0,'0'0'329'0,"0"0"1433"0,0 0-1164 15,0 0-181-15,0 0-69 0,0 0-23 16,0 0-26-16,0 0-62 0,0 0-42 15,0 0-47-15,14 42-29 0,-10-30-33 16,-1 4-34-16,0 0-9 0,-3 2-6 0,0 2-10 16,0-1-8-16,0 4-4 0,0-3 3 15,0 5 0-15,0 0-15 0,0 0 12 16,-4 2-14-16,1-1-1 0,1-2 0 16,0-1 0-16,0 0 0 0,1-4-2 15,1-2 2-15,0-3 1 0,0-1 17 0,0-4-3 16,3-2-13-16,1 0-1 0,3-2 1 15,3 1 17-15,2-2-7 0,1-1-10 16,3-2 1-16,0-1 12 0,4 0-3 16,-2 0-12-16,1-3-20 0,3-4-53 15,-2-2-64-15,-1-1-53 0,-1 0-131 16,-3-2-296-16,2 2-901 0,-7 2-721 16,3-2 2097-16</inkml:trace>
  <inkml:trace contextRef="#ctx0" brushRef="#br3" timeOffset="33706.898">6456 15968 742 0,'0'0'167'0,"0"0"760"0,0 0-201 16,0 0-253-16,0 0-81 0,0 0-34 15,0 0 23-15,0 0-71 0,0 0-32 16,0 0-64-16,0 0-52 0,-2 9-40 16,4-9-27-16,2 0-13 0,2 0-16 15,3 0-2-15,1 0-6 0,0 0 14 16,1 0-23-16,4 0-7 0,-1 0-15 0,-1 0-3 15,3 0 4-15,4 3 2 16,-1 2-3-16,3 0 3 0,2 1 25 0,3-3-7 16,4-1-12-16,5-2 3 0,1 0-15 15,6-2-9-15,1-5-13 0,-1-2-1 16,3-1-1-16,-1-1-2 0,-1 3-16 16,-2-3 0-16,0 5 6 0,1 0 12 0,-2 2-1 15,-2 3-2-15,-2-1 3 0,-1 2 1 16,-3 0-1-16,-3 0 1 15,-1 2 1-15,-3 1-1 0,-3-1-1 0,0 0-2 16,-1 0 1-16,-1-1-14 0,0-1 15 16,2 0 12-16,0 0-9 0,-4 0-3 15,1 0 0-15,-3 0-27 0,0-3 27 16,-3 1-2-16,1 1-1 0,1 0 2 16,-2 1-11-16,2 0 12 0,-1 0 1 15,-2 0 20-15,1 0-20 0,-1 0-1 16,0 1 0-16,-3-1 0 0,4 1 0 0,-2-1-15 15,1 2 12-15,1-2-12 0,-2 0 3 16,2 0-9-16,-1 0 0 0,-1-2-4 16,2 0 19-16,-1 0 6 0,3 1 3 15,-3-1 9-15,1 1-2 0,-4 1-10 16,1 0-4-16,-2 0-8 0,0-2 0 0,0 2 9 16,-2 0-12-16,-1 0 3 0,0 0 10 15,-2 0-1-15,0 0-12 0,1 0 13 16,-2 0 0-16,-2 0 1 0,2-2-2 15,-3 2 1-15,0 0 2 0,0-1-12 16,0 1-21-16,0 0-7 0,0-1-17 16,0-1-37-16,-3 1-54 0,-3-2-77 15,-4 0-157-15,3 0-318 0,-13 0-1004 0,63 22-812 16</inkml:trace>
  <inkml:trace contextRef="#ctx0" brushRef="#br3" timeOffset="35539.93">30140 15385 10 0,'0'0'166'15,"0"0"680"-15,0 0 684 0,0 0-1047 16,0 0-151-16,0 0-40 0,0 0-15 0,0 0-44 16,0 0-53-16,0 0-6 0,0 0-29 15,-51 31-29-15,51-31-11 0,0 0-13 16,0 0-13-16,0 2-3 0,0-2-9 16,0 2 34-16,0-1-22 0,0-1-18 15,0 0-16-15,0 0 1 0,0 0-13 16,0 0-9-16,2 0 1 0,2 0 2 15,4 2 15-15,1-1 13 0,2 2-10 0,4-3-3 16,1 2 1-16,1-1-7 0,-1 1-3 16,2-1-3-16,-1 0-15 0,3 1-13 15,2-1 11-15,0 1 5 0,2-1-18 16,2 0-15-16,1-1 15 0,3 0-1 16,1 0-10-16,0 0 11 0,3-2 1 15,0 0 0-15,1-2-1 0,0 0 1 0,2 0-1 16,-3-1 0-16,1 1-3 0,0 1-9 15,-4 1 12-15,0-1-21 0,-1 3 9 16,-1-2 12-16,-4 0-2 0,3 2 1 16,-5 0-11-16,0 0 12 0,-1 0 1 15,-3 0 0-15,-2 0-1 0,0-3 2 16,-3 1-1-16,0 1 2 0,-2-1-1 0,-1-1 10 16,-3 1-12-16,1 0-2 0,-4 0 0 15,1 1-10-15,-3 0-3 0,0 1-9 16,-1 0 0-16,-1 0-1 0,1 0 4 15,-2 0-3-15,1 0 6 0,1-1 6 16,0 1 9-16,-1-1-12 0,2 1 12 16,0-1-15-16,2 1 6 0,-1-2-4 0,0 2 16 15,-1-1-21-15,0-1 3 0,3 0-6 16,-3 0 6-16,0 2-10 0,-1-2 1 16,0 2-15-16,-2 0 5 0,0 0-2 15,0 0-7-15,0 0-18 0,0 0 4 16,-2 0-26-16,-2 0-29 0,-6 0-51 15,-1 2-132-15,-9 2-245 0,-2 2-512 16,2-2-645-16,-16 13 380 0</inkml:trace>
  <inkml:trace contextRef="#ctx0" brushRef="#br0" timeOffset="48367.357">25107 17255 638 0,'0'0'2152'0,"0"0"-1745"15,0 0-174-15,0 0-94 0,0 0 60 16,0 0 101-16,0 0-35 0,0 0-67 16,100 15-38-16,-59-14-28 0,1-1-64 15,4-1-28-15,-4-8-16 0,2-3-24 16,-3-3-15-16,-3-2-25 0,-2-2-95 0,-4 0-37 16,-4-2-36-16,-2-1-87 0,-6 0-210 15,-9 6-563-15,-6-10-699 0</inkml:trace>
  <inkml:trace contextRef="#ctx0" brushRef="#br0" timeOffset="48717.971">25440 16806 3 0,'0'0'2389'0,"0"0"-2041"0,0 0-65 0,0 0-2 15,0 0 47-15,0 0-38 0,-33 79-67 16,33-52-46-16,2 8-65 0,6 2-13 15,2 4-10-15,0 4-27 0,1 3-34 16,0 1-10-16,-2 3-18 0,-2 2 13 16,-3 2-10-16,1-2-3 0,-3-1-1 15,0-5-1-15,-2-1-2 0,0-2 1 0,1-5 2 16,-1-4-14-16,0-5 15 0,0-5 0 16,0-6 0-16,0-1-31 0,0-5-27 15,-3 0-19-15,-1-4-16 0,-2-1 3 16,-2-3 22-16,-3-1-23 0,0-3-11 15,-1-2-15-15,-2 0-40 0,3-8 15 16,0-5-51-16,0-4-126 0,2-5-127 16,3-4-175-16,3-5-94 0,3-4-486 15,0 8 1002-15,8-16 199 0</inkml:trace>
  <inkml:trace contextRef="#ctx0" brushRef="#br0" timeOffset="49048.475">25682 17302 117 0,'0'0'2471'0,"0"0"-2047"0,0 0-149 16,0 0 18-16,0 0 0 0,42 82-35 0,-39-61-99 16,0-1-72-16,0 0-37 0,-2-3-50 15,0-2-14-15,-1-3-57 0,0-2-38 16,0-3-79-16,-2-1-82 0,-4-3-110 16,3 1-245-16,-8-4-941 0</inkml:trace>
  <inkml:trace contextRef="#ctx0" brushRef="#br0" timeOffset="49222.762">25682 17155 199 0,'0'0'2447'16,"0"0"-2026"-16,0 0-213 0,0 0 62 0,0 0 8 16,0 0-121-16,0 0-116 0,0 0-41 0,84-1-138 15,-68-5-134-15,2 0-77 16,-2-2-42-16,-3 3-345 0,-3 0-1064 0</inkml:trace>
  <inkml:trace contextRef="#ctx0" brushRef="#br0" timeOffset="49352.373">25831 17214 10 0,'0'0'329'0,"0"0"-136"0,0 0 1045 15,0 0-894-15,0 0-85 0,28 80-13 0,-19-63 2 16,1 1 21-16,0-2 6 0,0-1-107 15,-2-1-48-15,1-1-25 0,-3-1 2 16,0 0-22-16,-1 1-12 0,-2-1 1 16,-2 0-24-16,-1 0-24 0,0 0-16 0,0-1-1 15,0-1-18-15,0-2 16 0,-1-1-16 16,1-3-9-16,0-4-7 0,0 0-25 16,0 0-9-16,0 0-41 0,0-4 3 15,0-3-23-15,0-1-67 0,0-4-74 16,0 0-53-16,0-3-200 0,0 2-541 15</inkml:trace>
  <inkml:trace contextRef="#ctx0" brushRef="#br0" timeOffset="50265.404">26115 17212 300 0,'0'0'222'0,"0"0"-95"0,0 0 534 16,0 0-251-16,0 0-260 0,0 0-121 15,0 0 26-15,0 0 23 0,0 0-38 16,0 0-40-16,0 0-39 0,0-4 39 0,0 4 13 16,0 0 45-16,0 0 4 15,0 0 3-15,0 0 6 0,0 0 33 0,0 0 35 16,0 1 22-16,0 2 3 0,0-1-3 15,-2 0-14-15,-1 0-61 0,0 0-44 16,2 1-42-16,-1-2-23 0,-2 1-9 16,4-1-16-16,0-1-32 0,0 0-35 15,0 0 0-15,0 0 31 0,0 0 49 16,4 0-17-16,-1 0 49 0,2-1 3 0,-2-2 13 16,0 0 19-16,1 0 0 0,-1 0 29 15,0 1-16-15,-2-1-6 0,3 2-1 16,-2-1 7-16,-1 1 3 0,1 0 16 15,1 1 6-15,-1-2 17 0,1 1-11 16,0 0 1-16,2 0 11 0,-2 0-15 16,3 1-3-16,-3 0 3 0,3 0 2 15,0 4-2-15,1 6 24 0,3 2 32 16,-2 6 14-16,0 2-74 0,-2 3-35 0,2 3-3 16,-3 0-16-16,-1-2 4 15,1 1-9-15,0-5-10 0,-2-1-18 0,3-3 16 16,0-5-17-16,-1-2-12 0,1-2 9 15,-1-3-9-15,-1-3-6 0,-1-1-7 16,1 0-15-16,-3 0-19 0,-1-4-4 0,0-3 0 16,0 1-21-16,0 0-23 0,0-1-17 15,0 0-9-15,0 0-23 0,-4 0-53 16,2-1-74-16,-4 0-59 0,3 3-41 16,-2-3-47-16,2 2-30 0,-2-2 30 15,-1 2-115-15,0 0 557 0</inkml:trace>
  <inkml:trace contextRef="#ctx0" brushRef="#br0" timeOffset="50648.246">26017 17406 339 0,'0'0'232'15,"0"0"-187"-15,0 0 324 0,0 0 448 0,0 0-347 16,0 0-208-16,0 0-7 0,0 0 1 16,0 0-28-16,0 0-76 0,3-41-50 15,1 32-7-15,0 0 6 0,2-1 6 16,2-2 0-16,0 3-10 0,2-1-5 16,1 2-5-16,-2 0-2 0,1 1-17 15,-1 1-6-15,2 2-16 0,-3-2 4 16,2 1-50-16,-2 2 15 0,2 0-3 15,-2 2 19-15,1 0-31 0,2 1 0 16,-1 0 0-16,1 0 22 0,-1 0-19 0,-1 5-2 16,2 4 11-16,-3 3 4 0,1 3-13 15,-4 2-3-15,-2 0-22 0,3 2-9 16,-3 0 1-16,-2-2-26 0,1 0-31 16,-2-1-21-16,0-2-29 0,1 0-27 15,0-3-50-15,-1-3-102 0,2-2-115 0,1-4-219 16,1-2-502-16,1-5 93 0,0-3 877 15,5-9 182-15</inkml:trace>
  <inkml:trace contextRef="#ctx0" brushRef="#br0" timeOffset="50820.334">26497 17283 36 0,'0'0'2569'0,"0"0"-2093"15,0 0-259-15,0 0 66 0,0 0 54 16,10 68-82-16,-8-52-121 0,1 0-66 0,2-1-9 15,-1-1-50-15,2-2-9 0,-2-2-65 16,0-1-68-16,-1-4-30 0,-1-1-32 16,-2-1-73-16,0-3-165 0,0 0-242 0,0-1-780 15,-9-10 572-15</inkml:trace>
  <inkml:trace contextRef="#ctx0" brushRef="#br0" timeOffset="51010.227">26391 17068 404 0,'0'0'2272'0,"0"0"-1848"0,0 0-165 0,0 0 61 16,0 0 7-16,0 0-107 0,0 0-124 15,0 0-37-15,0 0-28 0,0 0-31 16,62 30-130-16,-39-30-82 0,3 0-65 16,0-6-132-16,-6 1-370 0,12-3-1022 0</inkml:trace>
  <inkml:trace contextRef="#ctx0" brushRef="#br0" timeOffset="51274.994">26765 17108 1231 0,'0'0'1788'0,"0"0"-1367"0,0 0-215 0,0 0 84 16,-75 65 61-16,53-46-115 0,3 1-94 16,3 2-81-16,2-4-21 0,8-2-40 15,1-1-21-15,5-3-29 0,0-1-2 16,2 1 24-16,7-1 7 0,5-1-10 15,0-1-3-15,3-1 11 0,0 3 23 16,3-3 19-16,-1 1 39 0,-2 1 16 16,0 1-24-16,-3-2 11 0,-6 1-3 0,1-1-11 15,-6 0-5-15,-3 0-8 0,0 0 6 16,-3 0 18-16,-6 1-58 0,2-5 0 16,-2 0-58-16,1-3-58 0,-2-2-109 15,2-7-84-15,3-7-64 0,2-5-176 16,3-5-414-16,0 3-568 0,0-15 898 0</inkml:trace>
  <inkml:trace contextRef="#ctx0" brushRef="#br0" timeOffset="51637.168">26978 16642 349 0,'0'0'1201'0,"0"0"13"15,0 0-730-15,0 0 2 0,24 85-21 16,-21-44-37-16,0 6-127 0,-3 5-27 0,0 4-67 15,0 0-67-15,-6-2-46 0,0-4-34 16,-3-4-60-16,1-2-12 0,0-5-27 16,-1-3-43-16,2-7 12 0,1-4 28 15,2-9 24-15,2-4-13 0,2-5-8 16,0-4-28-16,0-3-3 0,0 0 6 16,3 0 39-16,3-3 25 0,1-3 18 15,2-1 3-15,-1 0-19 0,1 2 0 16,1 1-2-16,-1 2 15 0,0 2-11 0,-4 0 17 15,4 0 0-15,-2 6-6 0,0 0 16 16,-2 2 2-16,-1 1-12 0,2-1-21 16,-4 1-19-16,1 0-32 0,0-2-32 15,-3 1-14-15,0-1-13 0,0-3-40 16,0 2-66-16,0-1-124 0,0-5-253 0,0 1-599 16,0-1-826-16</inkml:trace>
  <inkml:trace contextRef="#ctx0" brushRef="#br0" timeOffset="52444.192">27640 17334 1641 0,'0'0'995'16,"0"0"-529"-16,0 0-179 0,0 0-87 15,0 0 43-15,0 0-16 0,0 0-11 16,0 0 50-16,77 0-41 0,-41 0-72 15,3-5-61-15,4-4-34 0,1-5-58 0,0-5-21 16,0-3-46-16,-2-5-160 0,1-2-60 16,-2-1-30-16,0-4-29 0,-15 8-241 15,3-13-969-15</inkml:trace>
  <inkml:trace contextRef="#ctx0" brushRef="#br0" timeOffset="52674.21">27964 16781 886 0,'0'0'1660'0,"0"0"-1271"0,-31 83-171 16,21-35-26-16,-3 11 106 0,2 9 36 15,-3 3-71-15,3 0-48 0,3-3-107 16,3-11-108-16,5-9-68 0,0-15-118 16,10-11-70-16,8-14 26 0,3-8 50 15,10-12-20-15,5-12-112 0,-7 3-306 0,17-28-704 16</inkml:trace>
  <inkml:trace contextRef="#ctx0" brushRef="#br0" timeOffset="53088.054">28347 16488 797 0,'0'0'127'0,"0"0"1452"0,0 0-1084 16,0 0-117-16,0 0-42 15,-14 104 70-15,8-54-55 0,1 7-52 0,-3 7-51 16,-1 6-74-16,2 1-67 0,-2-2-65 15,2-5-42-15,0-7-63 0,3-6-68 16,4-12-40-16,0-6-4 0,3-10 30 16,5-7 59-16,4-4 46 0,-2-6-16 0,2-3-21 15,5-3-38-15,0-4-13 0,0-7-4 16,3-1-31-16,-1-1 52 0,1 3 92 16,-4 2 19-16,-3 6 23 0,-3 2 46 15,2 0 50-15,-7 6 14 0,3 2-33 16,-2 3-13-16,-3-1 6 0,2-1-12 15,-1-4-44-15,2-3-37 0,3-2-49 16,1-1 42-16,4-7 7 0,5-3 25 16,0-6-25-16,4 2-31 0,1-3 6 0,-2 1 13 15,3 1 9-15,-2 3 3 0,-3 2-1 16,-4 3-15-16,-2 2 16 0,-5 2-2 16,-5 3 2-16,-3 1 33 0,-1 0 85 15,0 0-13-15,0 0-37 0,0 2-44 0,0 3-23 16,-2-1-1-16,-1 3-18 0,-2 1 3 15,2 3-7-15,0-1-24 0,-2 1-31 16,2-3-13-16,2 2-59 0,1-4-54 16,0-1-17-16,0-2 2 0,0-1-115 15,5-2-212-15,2 0-563 0,6-5-516 0</inkml:trace>
  <inkml:trace contextRef="#ctx0" brushRef="#br0" timeOffset="53547.355">29660 16984 378 0,'0'0'326'0,"0"0"1453"0,0 0-1569 16,0 0-155-16,0 0 83 0,0 0 77 16,0 0-4-16,0 0-87 0,0 0-124 15,0 0-22-15,0 0-42 0,4 1 32 16,4-3 32-16,1-1 83 0,2 0 54 0,-3-1 52 15,2 2-15-15,-1 1-13 0,-2 1 41 16,-2 0 31-16,2 3-29 0,0 8-17 16,0 7 24-16,2 10-34 0,-2 10-59 0,-4 14-42 15,-3 11-40 1,-6 9-13-16,-7 8-21 0,-1 2 11 0,-1 0 0 16,2-5-13-16,3-8-15 0,3-5-9 15,1-9-16-15,5-10-54 0,1-9-18 0,0-8-23 16,3-8-14-16,6-7-29 0,0-5-3 15,0-6-70-15,1-4-149 0,-2-4-353 16,0-16-724-16</inkml:trace>
  <inkml:trace contextRef="#ctx0" brushRef="#br0" timeOffset="53771.784">29715 17074 457 0,'0'0'2048'0,"0"0"-1268"0,0 0-528 15,0 0-211-15,0 0 126 0,0 0 50 16,79-18-53-16,-52 18-83 0,-1 4-37 16,-1 4 9-16,-4 3-25 0,-5 3-4 0,-7 2 4 15,-4 2 28-15,-5 3-5 0,-5 3-51 16,-10 3-44-16,-5 1-49 0,-3 1 6 16,-4 0-25-16,-1-5-67 15,0-2 0-15,2-4-134 0,4-6-153 0,5-6-243 16,5-6-550-16,8-2 549 0,3-7 625 15,5-14 85-15</inkml:trace>
  <inkml:trace contextRef="#ctx0" brushRef="#br0" timeOffset="54570.955">29932 17056 881 0,'0'0'101'0,"0"0"1332"0,0 0-914 16,0 0-119-16,84-48-54 0,-71 46 19 16,-4 2-65-16,-1 0-92 0,-2 7-39 0,-3 4-68 15,0 2-48-15,-3 2-38 0,0 3-15 16,0 2 15-16,-3 0-4 0,-2 0-10 0,0 1-2 15,-1-3 0-15,2-1-2 0,-1-4-21 16,4-4 23-16,-1-5-21 0,2-4-11 16,0 0-26-16,3-3-51 0,3-7 54 15,7-3 56-15,2-5 0 0,3-2-88 16,1-2-52-16,3-2-6 0,-2 3 50 16,-1 3-9-16,1 4-74 0,-6 2 3 15,3 4 40-15,-6 2 47 0,-2 3 25 16,-3 3 64-16,-3 0 26 0,-1 0 136 15,1 5 56-15,-2 1 14 0,0 3-31 16,2 2-39-16,0-1-54 0,1-1-34 16,1 0-43-16,2-2-30 0,0-2 1 0,3-4 20 15,3-1-20-15,2 0 22 0,2-5-23 16,0-3 1-16,3-3 10 0,-1-1-12 16,-1-1-47-16,-1 0 29 0,-4 3-4 15,-2-1 22-15,-5 6 1 0,-3 0 18 16,-3 4 43-16,0 1 73 0,-2 0 6 0,-6 0-80 15,-4 3-24-15,-2 2-4 0,-2 5-33 16,1-1-3-16,1 3 1 0,3-1-16 16,3-1-10-16,1 0-42 0,5 1-22 15,0-6-37-15,2 1-37 0,0-5-60 16,8-1-75-16,3 0 9 0,6-8 10 16,2-3-91-16,4-3-106 0,3-1-74 0,1-1 98 15,-1 1 205-15,0 2-128 0,-3 3 378 16,-3 4 133-16,-5 3 362 0,-3 3 38 15,-3 0-51-15,-4 6 10 0,-3 2-43 16,1 2-55-16,-3-1-102 0,3 1-75 16,-3-2-35-16,3-2-31 0,3 0-81 15,-3-1-53-15,4-1-15 0,2 0-3 16,-1-2 1-16,4 0-40 0,2-2-9 16,0 0 9-16,4-6 21 0,1-5-21 15,1-2-43-15,-1 1 37 0,1-2 34 16,-6 0-1-16,0 1 11 0,-3 3-60 0,-6-1 22 15,-2 3-6-15,-3 2-13 0,0-2-10 16,-8 3 16-16,-1-1 19 0,-4 2-19 16,1 2 53-16,-1-1-1 0,2 0-26 0,2 0-56 15,2 0-45-15,3 2-11 0,0-3-25 16,4 2-11-16,0-1-26 0,0 1-26 16,8 1 147-16,2-1 80 0,3 0 170 15,2 1-13-15,1 1-20 0,1 0 9 16,1-1 28-16,3-4 9 0,5 1 9 15,2-6-48-15,6-3-38 0,-1-5-103 16,3-4-3-16,2-4-14 0,-1-3-95 16,-1-5-132-16,-2-1-59 0,-1-1-148 0,-10 9-536 15,3-10-425-15</inkml:trace>
  <inkml:trace contextRef="#ctx0" brushRef="#br0" timeOffset="54779.804">31280 16476 85 0,'0'0'0'0,"0"0"489"0,0 0-320 0,0 0 415 15,-79-28 571-15,57 28-774 0,5 3-150 16,-2 8-8-16,4 7 9 0,3 4-36 0,1 5-32 15,3 3-32-15,-1 6 15 0,3 3 25 16,2 3 16-16,0 3-3 0,-1 2-10 16,2 0-55-16,-1 0-44 0,-1 0-33 15,-3-1-31-15,0 0-12 0,-3-4 0 16,-1 1 0-16,-2-5 0 0,-1-2-2 16,0-3-96-16,0-2 0 0,-2-1 0 15,-1-5 0-15,2-3-25 0,-1-2 0 16,1-4-8-16,-1-2-2 0,3-3-42 15,-3-6-162-15,2-2-337 0,4-3-847 16,-2-3 397-16</inkml:trace>
  <inkml:trace contextRef="#ctx0" brushRef="#br0" timeOffset="54947.836">31409 17186 3952 0,'0'0'1009'0,"0"0"-911"15,0 0 15-15,0 0 36 0,0 0-149 16,0 0-155-16,-80-38-99 0,68 19-53 16,3-4-158-16,3 4-577 0,-5-12-919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33:43.2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2751 1073 1429 0,'0'0'1615'16,"0"0"-1232"-16,0 0-66 0,0 0 114 0,0 0 3 15,0 0-102-15,0 0-115 0,0 0-47 16,0 0-3-16,0 0-27 0,-13-15 11 16,4 20-54-16,-1 3-46 0,-2 9-27 0,-3 4-24 15,-4 11-10-15,-4 10 8 0,-3 13 2 16,0 8-2-16,-1 10-16 0,-1 10 16 15,4 6-22-15,2 6 9 0,6 0 15 16,2-4-2-16,8-7-27 0,4-12 29 16,2-14 0-16,5-11-22 0,5-15-11 15,3-8 3-15,3-10 12 0,2-5-6 0,4-3 24 16,3-6-2-16,5-7-11 16,6-8 12-16,0-8-26 0,0-4 27 0,2-10 0 15,-5 0-1-15,-5-2 1 0,-3 1 0 16,-5 2-2-16,-7 6 0 0,-7 6 2 15,-6 3 0-15,-2 7 0 0,-9 2-27 16,-6 0 15-16,-6 0 9 0,-2 3-43 16,-2 0-8-16,-2 5 8 0,0 3 34 0,0 1-21 15,0 5-7-15,2 6-14 0,4 3 5 16,1 3-21-16,2 3 12 0,2 2-27 16,3 0-163-16,5 0-196 0,0 0-299 15,6-4-581-15,2-4-535 0,2-3 1549 0</inkml:trace>
  <inkml:trace contextRef="#ctx0" brushRef="#br0" timeOffset="397.626">3451 2004 2504 0,'0'0'1656'16,"0"0"-1323"-16,0 0-216 0,0 0 52 0,0 0 196 15,0 0-55-15,0 0-77 0,0 0-130 0,0 0-52 16,0 0-8-16,0 0-19 0,-3 17-24 16,9-19-17-16,3-1-10 0,1-1-31 15,0-1-33-15,3 2-39 0,-3-2-52 16,0 1-125-16,1 0-301 0,-5 2-812 15,-6 2-1245-15,-82 15 2262 0</inkml:trace>
  <inkml:trace contextRef="#ctx0" brushRef="#br0" timeOffset="1675.367">5591 1605 1251 0,'0'0'45'0,"0"0"1247"0,0 0-877 0,0 0-89 15,0 0-2-15,0 0 3 0,0 0 42 16,0 0-112-16,0 0-75 0,0 0-44 16,0 0-19-16,74 69-40 0,-48-62-15 15,2-3-15-15,7-4-9 0,1 0-40 16,5-11-14-16,2-5 12 0,0-1-102 15,0-5-34-15,0-2-27 0,-4-1-78 16,-4 0-110-16,-8 3-295 0,-8 4-726 16,-10-10-767-16</inkml:trace>
  <inkml:trace contextRef="#ctx0" brushRef="#br0" timeOffset="1875.202">5761 1381 457 0,'0'0'2022'0,"-10"71"-1523"0,7-21-131 0,-2 11 107 16,5 7-92-16,-2 1-60 0,2 2-111 16,0-3-92-16,2-5-62 0,5-8-58 15,1-12-9-15,6-10-95 0,3-12-87 16,3-12 34-16,4-9 30 0,8-9-20 16,4-15-176-16,3-15-270 0,3-10-432 15,-12 6-349-15</inkml:trace>
  <inkml:trace contextRef="#ctx0" brushRef="#br0" timeOffset="2447.882">6261 880 320 0,'0'0'2245'0,"0"0"-1676"0,3 78-177 16,-3-29 34-16,0 13-78 0,-1 9-11 16,-6 5-64-16,-1 3-65 0,-2 2-49 0,2 1-71 15,-1 1-60-15,3-3-28 16,3-5-27-16,3-7 6 0,0-12-92 0,0-15 34 15,6-13 2-15,4-10-5 0,3-14-47 16,5-4 25-16,3-10-1 0,5-11 19 16,4-7-13-16,-1-8-53 0,3-3-22 15,-4 2 70-15,1 4 83 0,-7 8 21 16,-2 10 0-16,-4 6 15 0,-3 9 68 16,-3 0 57-16,-2 6-13 0,-2 6-15 15,0 3 18-15,0 1-7 0,0 0-28 16,-2 1-40-16,3-2-27 0,1 0-28 15,0-3-12-15,1-4-12 0,4 1 6 0,-2-6-53 16,4 2-27-16,-1-5-20 0,3 0 1 16,1 0 6-16,0 0 20 15,4 0 57-15,0 0-90 0,2 0-31 0,4 0 155 0,-1 0-9 16,3 0 9-16,-1-2-35 16,1-4 35-16,1-4 13 0,0-4 9 0,1-6 0 15,0-2 46-15,-2-7-68 16,0-1 0-16,-5 1 21 0,-5 0-21 0,-4 5-41 15,-9 2 41-15,-6 7 9 0,-1 4 58 16,-13 4-14-16,-5 4 31 0,-8 3-43 16,-4 10-4-16,-5 7 34 0,-1 8 16 15,1 4-4-15,1 6-15 0,2 1 0 16,5 1 40-16,2-1-7 0,4-1-18 16,5-4-16-16,4-4-30 0,5-4-19 15,7-2-18-15,0-3 1 0,3-3 2 0,6 0 9 16,3-4-10-16,5-2-2 0,3-2-9 15,4 2-25-15,3-6-11 0,5 0-14 16,4-3 47-16,2 0-12 0,2-2-151 16,5-5 30-16,1-5 19 0,9-1-272 15,1-1-653-15,-14 0-433 0,24-9 171 0</inkml:trace>
  <inkml:trace contextRef="#ctx0" brushRef="#br0" timeOffset="2829.791">8779 1416 241 0,'0'0'2844'0,"0"0"-2388"15,-4 110-118-15,1-45 85 16,0 17-31-16,-3 8-85 0,-2 7-133 0,-1 3-55 16,0 2 8-16,-2-1 43 15,1 1-97-15,2-4-25 0,1-4-42 0,2-6-6 16,5-12-39-16,0-7-31 0,3-15-23 15,6-11 23-15,2-11 3 0,0-10-30 16,-2-11-68-16,-1-9-46 0,-3-3-62 0,1-17-158 16,-5-11-170-16,-1-16-178 0,0-17-586 15,-1 11-92-15</inkml:trace>
  <inkml:trace contextRef="#ctx0" brushRef="#br0" timeOffset="3048.897">8714 1385 1410 0,'0'0'1807'15,"0"0"-1501"-15,0 0-195 0,0 0 116 0,0 0 90 16,0 0-93-16,0 0-42 0,98-35-40 16,-70 43-53-16,-1 5-24 0,0 6-10 15,-4 5 27-15,-5 6-20 0,-8 6-11 16,-2 8-11-16,-8 5-13 0,-4 5 7 16,-13 4-7-16,-5-3-8 0,-6-1-17 0,-1-6 10 15,-3-10-9-15,6-5-3 16,1-11-25-16,5-6-63 0,6-9-31 0,5-5 0 15,5-4-53-15,4-11-161 0,1-9-333 16,14-9-659-16,-4 5-663 0,24-23 1717 16</inkml:trace>
  <inkml:trace contextRef="#ctx0" brushRef="#br0" timeOffset="3396.448">9422 1436 287 0,'0'0'39'15,"0"0"2205"-15,0 0-1633 0,0 0-131 0,0 0 8 16,0 0-66-16,0 0-75 0,0 0-133 15,-76 94-67-15,41-49-20 0,0 7 43 16,2 2 0-16,4-2-71 0,5-2-53 16,6-9-46-16,7-9-15 0,5-9-22 0,6-6-59 15,0-10 2-15,3-3 21 16,8-4 7-16,6 0 44 0,3-11-5 0,5-3-34 16,4-8 7-16,3-6-19 0,1-5-37 15,-1-2 0-15,-2 1 27 16,-3 0 28-16,-1 5 9 0,-7 7 19 0,-3 8 17 15,-6 7 10-15,-4 4 95 0,1 3 45 16,-1 6-48-16,-2 6-37 0,-1 6 42 16,0 3 3-16,-2 5-9 0,1 3-21 15,-2-3-3-15,0-2-34 0,0-1-33 16,0-6-17-16,0-7-4 0,4-1-7 16,-2-7-65-16,-1-2-59 0,2 0-61 0,0 0-81 15,0-6-246-15,-1-2-509 0,1-2-219 16,0-1-575-16,-1-9 1689 0</inkml:trace>
  <inkml:trace contextRef="#ctx0" brushRef="#br0" timeOffset="3677.579">9684 1374 78 0,'0'0'75'0,"0"0"2119"0,0 0-1636 0,0 0-65 15,0 0 7-15,0 0-121 0,48 71-54 16,-41-47-76-16,4 2-81 0,-2 4-52 15,1 3-30-15,0 4-22 0,0 2-22 16,-1 3 34-16,-2 1-9 0,-1 0-46 16,-3-3-10-16,-3 2-10 0,0-6-1 15,-2-2 2-15,-2-9 11 0,1-7 2 0,3-6-3 16,0-10 0-16,0-2 9 0,0-1-6 16,6-7 4-16,4-9-7 0,3-9-11 15,6-8 11-15,4-9-12 0,4-5 0 16,-1-6-46-16,2 2-63 0,-1-2-18 15,0 6-7-15,-2 3-40 0,-2 3-47 0,-3 7-108 16,-1 7-208-16,-8 9-236 0,5 0-761 16</inkml:trace>
  <inkml:trace contextRef="#ctx0" brushRef="#br0" timeOffset="4286.413">10521 948 251 0,'0'0'1881'0,"0"0"-1132"0,0 0-333 16,0 0-152-16,0 0-49 0,0 0 5 16,0 0-10-16,0 0-17 0,-12 75-38 15,6-27-32-15,1 14-6 0,-2 8 39 16,-1 9 27-16,0 5-21 0,-3 2-53 15,-2 3-45-15,4-6-37 0,2-5-5 16,1-10-10-16,6-14 0 0,0-15 21 16,7-11-30-16,4-12-3 0,4-6-9 0,1-6-36 15,3-4-16-15,0 0-18 0,-1-7-33 16,1-8-13-16,-6 0-4 0,-1-4-27 16,-5-2-16-16,-6-2-25 0,-1-3-111 0,-10-2-192 15,-4-4-120-15,-9-4-37 16,-6 1 15-16,-3-2 150 0,-8 4 310 0,-1 0 182 15,-2 4 225-15,0 5-17 0,5 10 88 16,3 3 106-16,11 10 157 0,4 1-21 16,9 0-160-16,4 5-104 0,5-2-54 15,2 1-56-15,6 1-24 0,7 2 2 16,8 0 15-16,4-1-7 0,12-2-25 0,4-3-21 16,8-1-37-16,1-8-21 0,2-6-40 15,3-3-6-15,-2-4-76 0,-1-1-89 16,-2 0-74-16,-2-2-66 0,0 1-162 15,-17 5-678-15,8-6-865 0</inkml:trace>
  <inkml:trace contextRef="#ctx0" brushRef="#br0" timeOffset="4423.714">10978 1392 2050 0,'0'0'1512'0,"0"0"-1152"16,-10 78-235-16,4-47 104 0,-2 5 124 0,-2-3-22 15,1-2-83-15,2-6-118 16,2-2-79-16,2-3-51 0,2-4-18 0,-2-2-73 15,2-4-92-15,1-5-74 0,0-2-36 16,0-3-191-16,-1-4-535 0,-5-13-771 0</inkml:trace>
  <inkml:trace contextRef="#ctx0" brushRef="#br0" timeOffset="4555.662">10840 1208 150 0,'0'0'522'0,"0"0"1479"16,0 0-1600-16,0 0-66 0,0 0 42 15,89-20-191-15,-57 20-94 0,1 0-92 16,3 0-30-16,3 4-142 0,1 2-163 0,-1 2-201 16,-10-1-751-16,13 10-169 0</inkml:trace>
  <inkml:trace contextRef="#ctx0" brushRef="#br0" timeOffset="5078.581">11468 1494 3424 0,'0'0'994'16,"0"0"-793"-16,0 0-22 0,-72 69 170 16,55-49-60-16,5-2-101 0,5-4-104 15,3-2-74-15,4-1-7 0,0-3-2 16,0-3-1-16,7-1-20 0,3-2-34 16,6-2-10-16,0 0-33 0,7-7-9 15,1-5-7-15,1-3-2 0,0-3 2 16,-1-1 3-16,0-1 5 0,-5 5 47 0,-3 3-22 15,-5 5 28-15,-3 4 18 0,-5 1 34 16,-2 2 81-16,-1 2 33 0,0 3-16 16,0 2 33-16,0 0-18 0,0 0-39 15,0-1-20-15,4 0-26 0,-2-3-26 16,1 0 10-16,1-2 9 0,2-1 31 0,2 0-40 16,3-7-12-16,4-5-61 15,4-5-27-15,7-8-12 0,1-5-13 0,5-2-10 16,1-8-12-16,-1-5 18 0,3-7-46 15,-1-6-76-15,-1-6-65 0,2-5-75 16,-8 3-47-16,1 4 156 0,-7 13 270 16,-4 16 158-16,-9 14 196 0,-4 13-75 15,-2 6 5-15,-2 4 29 0,0 9-108 16,-3 9-29-16,-3 7 48 0,-3 10-19 16,1 5-3-16,0 6-44 0,0 1-31 15,-1 1-36-15,6-3-79 0,3 1-12 16,0-2-36-16,10 1-70 0,5-1 8 15,5-2-133-15,0-3-34 0,5-2-64 0,2-2-190 16,-7-11-528-16,12 8-676 0</inkml:trace>
  <inkml:trace contextRef="#ctx0" brushRef="#br0" timeOffset="5406.392">13690 1382 1797 0,'0'0'1435'0,"0"0"-1123"0,0 0-157 0,0 0 112 16,0 0 106-16,0 0-76 0,-66 101 31 16,35-54-47-16,-1 3-95 0,-1 2-86 0,5-4-25 15,6-7-17-15,7-10-22 0,8-8-22 16,4-10-14-16,3-7-27 0,0-6-21 15,8 0-16-15,4-3 13 0,5-8 14 16,6-7 16-16,4-6 0 0,2-7-43 0,1-3-42 16,-2-1-10-16,-3-1 24 15,-5 4 19-15,-7 4 27 0,-6 0-6 0,-7 6 24 16,-6 1-8-16,-10 2-26 16,-5 3 1-16,-1 4 33 0,0 5 14 0,1 4 14 15,2 3 0-15,3 3-24 0,1 6-19 16,3 0-22-16,3 1 6 0,3-3-12 15,2 2-212-15,1-4-310 0,3-2-639 16,0-2-792-16,7-4 1903 0</inkml:trace>
  <inkml:trace contextRef="#ctx0" brushRef="#br0" timeOffset="5645.708">13963 1308 274 0,'0'0'2543'0,"0"0"-1893"15,0 0-353-15,47 80-30 0,-39-47 27 16,-4 2-64-16,-1-1 25 0,-2 1-1 15,2-2-86-15,-3-4-95 0,0-3-53 0,0-7-20 16,0-5-3-16,0-5-15 16,0-4 18-16,0-5 0 0,0 0 0 0,1-2-3 15,2-5 3-15,0-6 18 0,2-5-18 16,3-7-18-16,5-9-6 0,3-4-16 16,4-7-42-16,1 0-111 0,5 3-28 15,-1 5-50-15,4 3-133 0,-1 9-368 16,-7 7-639-16,9 1-334 0</inkml:trace>
  <inkml:trace contextRef="#ctx0" brushRef="#br0" timeOffset="6109.906">14224 1413 212 0,'0'0'1971'0,"0"0"-1376"0,0 0-169 15,-43 77-38-15,25-40 9 0,-2 5-55 0,1-1-64 16,3-2-53-16,8-7-78 0,6-6-37 16,2-9-34-16,6-5-61 0,7-7 10 15,9-5 14-15,7-1-5 0,7-15 8 16,8-8-42-16,4-11 0 0,2-9-51 15,-2-6-35-15,-1-2 1 0,-3-3 30 16,-3 2-3-16,-2-4 12 0,-3-3-12 16,-1-5-16-16,-5-3-9 0,-2-3-22 15,-5-2 0-15,-7 2-46 0,-2 7 8 16,-7 7 40-16,-1 13 103 0,-5 13 31 16,-1 14 125-16,0 11 11 0,0 6-40 15,-3 3-22-15,-2 9-26 0,-3 10-42 0,-6 10 28 16,0 12 30-16,-6 10-13 0,-1 5 34 15,0 7 24-15,-1 0-12 0,3 1-52 16,0-3-49-16,5-3-27 0,1 0-14 16,4-8-4-16,1-3-43 0,7-4-61 0,1-9-12 15,1-5-33-15,10-9-51 0,4-6-50 16,3-11-51-16,7-6-215 0,2-6-170 16,3-13-291-16,1-7-410 0,-1-4 1111 15</inkml:trace>
  <inkml:trace contextRef="#ctx0" brushRef="#br0" timeOffset="6561.341">14855 1424 515 0,'0'0'193'15,"0"0"1264"-15,0 0-468 0,0 0-578 16,0 0-70-16,0 0-74 0,0 0-96 16,0 0-31-16,82 34 39 0,-60-43-26 0,6-7-76 15,3-9-77-15,5-6-12 0,0-4-50 16,-3-4-18-16,-1 6-12 0,-8 2 27 16,-9 7 22-16,-5 5 28 0,-9 6 15 15,-1 6 43-15,-8 5 12 0,-7 2 59 16,-3 1-37-16,-6 11-65 0,-2 6 31 15,-4 7 9-15,-2 5 7 0,1 4-10 16,0-1-25-16,5-2-24 0,2-4-11 16,6-4-14-16,4-5-2 0,6-5-62 0,2-3-61 15,0-3 8-15,6-5 3 0,0-2-25 16,0 0-73-16,9-6-173 0,1-2-195 16,3-3 32-16,7-5-4 0,1-2 41 15,4 0-210-15,0-2 315 0,1 1 366 16,1 4 65-16,0 3 75 0,-1 5 342 15,-1 7-208-15,-3 0 1275 0,-1 8-836 16,2 8-137-16,-3 6-346 0,3 5-4 16,-3 3 160-16,-1 3-165 0,1 1-48 15,-3 1 10-15,0-3 27 0,0 0-47 0,-3-8-45 16,-1-5-50-16,-4-5-1 0,-5-4 13 16,-1-5 7-16,-1-5 5 0,-2 0 28 15,1 0 10-15,-1-4 72 0,3-3-6 16,2-7-68-16,1-7-63 0,4-5-21 15,8-9-16-15,1-5-8 0,6-4-16 0,1 0-71 16,3 0-21-16,0 4-13 0,-3 5-65 16,-1 4-234-16,-7 9-489 0,5-3-598 0</inkml:trace>
  <inkml:trace contextRef="#ctx0" brushRef="#br0" timeOffset="6921.116">16982 1376 2463 0,'0'0'1405'15,"0"0"-1056"-15,0 0-268 0,-56 102 39 16,33-56 72-16,1 0 91 0,3-3-48 16,4-6-82-16,4-6-153 0,3-7-16 15,5-6-60-15,3-6-76 0,0-7-17 16,0-5-15-16,0-2-7 0,2-12-188 0,1 2-574 15,-1-23-1026-15</inkml:trace>
  <inkml:trace contextRef="#ctx0" brushRef="#br0" timeOffset="7053.172">16760 1058 440 0,'0'0'2769'15,"0"0"-2267"-15,0 0-191 0,0 0-4 16,81-9-97-16,-51 5-111 0,8-3-59 15,4-4-40-15,5-2-167 0,6-2-43 16,2-1-79-16,4-1-164 0,0 3-305 16,-14 6-815-16,11 5 453 0</inkml:trace>
  <inkml:trace contextRef="#ctx0" brushRef="#br0" timeOffset="7290.411">17420 1090 160 0,'0'0'3128'0,"0"0"-2636"0,0 0-222 15,-82 84 40-15,55-57-23 0,-1-4-44 16,8-1-87-16,4-4-95 0,6-3-61 15,10 1-30-15,0-3-3 0,10 5 33 16,7-2 30-16,5 0 1 0,4 2-30 0,4-4 2 16,-1 1-3-16,0 0-2 0,1 0-13 15,-4 1 14-15,-1-3 0 16,-5 3 1-16,-1-1-2 0,-6 0-15 0,-2 0-41 16,-7 1-3-16,-2 1-6 0,-2 2 64 15,-10 2-86-15,-8 0 12 0,-4-1 31 0,-6-1-16 16,-5 0-6-16,-3-2-34 15,-5-2-44-15,-4-3-72 0,-3-5-144 0,9-2-239 16,-24-5-597-16</inkml:trace>
  <inkml:trace contextRef="#ctx0" brushRef="#br0" timeOffset="8009.675">18694 1220 668 0,'0'0'1983'16,"0"0"-1552"-16,0 0-134 0,0 0-31 15,0 0 74-15,0 0 5 0,89 38-95 0,-66-7-43 16,-1 7-20-16,-2 4-44 0,-1 8-58 16,-4 0-30-16,-4 0-52 15,1-4 12-15,-2-6-15 0,-3-6-2 0,1-6-17 16,-5-7 18-16,0-9-2 0,-1-5 3 15,-2-5 15-15,0-2 13 0,0-2-10 16,0-7 12-16,0-4 25 0,0-7 33 0,0-7-21 16,0-8-28-16,0-7-36 15,6-6-3-15,2-2-26 0,8-4-10 0,0 3-28 16,7 1 0-16,1 2-3 16,2 3-15-16,0 4-43 0,0 5-49 0,3 5-41 15,-3 6-137-15,1 7-195 0,1 6-193 16,-2 6-500-16,-9 4-348 0</inkml:trace>
  <inkml:trace contextRef="#ctx0" brushRef="#br0" timeOffset="8330.464">19340 1260 346 0,'0'0'254'0,"0"0"1646"15,-17 76-1298-15,11-51-140 0,0-1-74 16,2-5-53-16,2-4-84 0,2-8-81 0,0-5-60 16,6-2-36-16,4 0 12 0,7-4 66 15,6-6-51-15,5-5-101 0,5-4-9 16,1-4-67-16,1-3-28 0,-2 2-12 15,-4-1 2-15,-2 3-3 0,-9 3 3 16,-5 2-12-16,-8 1-11 0,-5 2 63 0,-5 0 21 16,-11 3 53-16,-6 1 9 0,-4 5 9 15,-3 5-18-15,-4 2 0 0,2 12 0 16,-1 10 0-16,2 8 65 0,-1 7 31 16,4 8-31-16,1 2 56 0,3 2-16 15,4-2-19-15,6-4 15 0,6-7-43 16,7-3-38-16,7-6-20 0,11-4 0 15,3-7 52-15,7-5-52 0,2-8 6 16,6-5-24-16,4-11-22 0,1-6-123 0,3-5-12 16,0-2-36-16,-3-5-270 0,0 0-558 15,-4-3 5-15,-10 7-711 0</inkml:trace>
  <inkml:trace contextRef="#ctx0" brushRef="#br0" timeOffset="8594.676">19898 1081 1365 0,'0'0'1994'0,"0"0"-1674"0,0 0-162 15,0 0 78-15,21 71 91 0,-17-36-74 16,2 2 5-16,-1 3-50 0,4 1-59 16,0-1-6-16,3 0 94 0,1-4-146 15,-2-5-61-15,3-1-27 0,-3-6-1 16,0-4 22-16,-5-4-24 0,1-5-12 16,-2-3 10-16,-4-4 0 0,0-2-25 15,1-2 0-15,-1 0 2 0,2-1 1 0,0-7 24 16,2-6 0-16,4-11 0 0,3-12 0 15,7-14-21-15,3-11 3 0,3-11-43 16,1-2-21-16,3 0-76 0,0 6-49 16,0 11 6-16,-2 13-73 0,-2 15-131 15,-4 11-271-15,-1 11-322 0,-5 6-31 16,-4 2-172-16,-2 6 1094 0</inkml:trace>
  <inkml:trace contextRef="#ctx0" brushRef="#br0" timeOffset="8882.268">20393 1114 333 0,'0'0'375'0,"0"0"1471"0,-10 75-1344 0,9-47-97 15,1 4-101-15,0-4 36 0,1-2-50 16,6-6-157-16,4-5-59 0,3-8-37 16,3-2-3-16,6-5 43 0,3-1-34 0,4-10-34 15,4-7-9-15,-1-2-37 0,1-6-18 16,-2-2-32-16,-2 2 38 0,-5 1 24 16,-7 4-58-16,-6-1 52 0,-7 3 31 15,-5 3-1-15,-5 1-55 0,-10 1 55 16,-5 4 1-16,-5 8 1 0,-4 2 2 15,-1 13 22-15,-4 10 43 0,3 10 22 16,-1 5 5-16,0 6-21 16,3 3 9-16,2-2-3 0,3-2 30 0,6-5-24 15,5-5-50-15,8-5-33 0,5-7 64 0,1-9-24 16,10-5-43-16,2-6-58 0,7-1-18 16,1-4-34-16,6-7-58 0,1-5-42 15,0 1-59-15,1-3-408 0,-1-1-470 16,-3-2 68-16,-6 5-26 0,7-15 773 15</inkml:trace>
  <inkml:trace contextRef="#ctx0" brushRef="#br0" timeOffset="9152.315">20841 1071 642 0,'0'0'2374'0,"0"0"-1820"15,0 0-282-15,0 0 20 0,0 0 38 16,0 0-151-16,0 0-31 0,0 0-7 16,0 0-31-16,0 0-19 0,65 52-36 15,-62-37-18-15,-1-1-25 0,-1-2-10 16,-1 1 0-16,0 2-1 0,0-1-1 15,0 1 0-15,-3 2-1 0,-3 0-11 16,-2 1-13-16,-1 3-20 0,0-1-44 0,1 2-30 16,-1-3-25-16,4 0 21 0,2-5 24 15,3-4-68-15,0-4 34 16,0-3-38-16,3-3-100 0,2 0 47 0,2 0 81 16,1-5 51-16,0-2-16 0,1-2-55 15,1-1-55-15,-3 0-95 0,-1-1-62 16,-2 0-212-16,-1 0-560 0,0 4 1134 15,-3-5-147-15</inkml:trace>
  <inkml:trace contextRef="#ctx0" brushRef="#br0" timeOffset="9713.739">20853 1121 108 0,'0'0'329'0,"0"0"1520"0,0 0-1426 15,0 0-114-15,0 0-25 0,0 0 47 16,0 0-48-16,0 0-19 0,0 0-59 16,0 0-44-16,19 82-31 0,-16-58-38 15,-1 1-40-15,1 0-18 0,0-1 6 0,0 1-19 16,2-3 7-16,-2-1-4 0,0 0-5 15,0-2-4-15,-3-2 3 0,2-3 4 16,-2-2 5-16,0 2-5 0,0-4-7 16,0 1 0-16,-2-4-13 0,2-3 1 0,-1-1 9 15,1-3 7-15,0 0 8 16,0 0 4-16,1-6 8 0,5-2 40 0,0-8 28 16,4-3-68-16,3-7-9 15,2-4 4-15,3-4-33 0,-2-1-1 0,1-3-3 16,2 2-21-16,-1-1-19 0,2 3-33 15,-1 1-9-15,1 4-3 0,0 4-13 16,-3 3-3-16,0 3-18 0,-2 4-4 16,-2 3 9-16,-2 5-18 0,-3 4-39 15,-3 3-63-15,-2 0-150 0,-2 2-182 16,-1 6-206-16,0 3-405 0,-1-3 107 16,-10 8 949-16</inkml:trace>
  <inkml:trace contextRef="#ctx0" brushRef="#br0" timeOffset="10249.416">21689 1008 1512 0,'0'0'2153'0,"0"0"-1765"15,0 0-341-15,0 0-47 0,0 0 47 16,0 0 25-16,-104 0 30 0,71 15 7 0,-2 3-26 15,-2 5-27-15,4 2 12 16,3 2 0-16,6-3-4 0,6 0-2 0,5-5-26 16,3 0-33-16,4-5-1 0,3-1-1 15,2-1 0-15,1-4 0 0,2 3-1 16,4 0 12-16,6 1 6 0,-1 1 16 16,2 1-10-16,0 0-11 0,-1 0-12 0,-1 0 1 15,-2 0-2-15,-3-2 0 16,-2 1-13-16,-2 0 12 0,-2 0-1 0,0 1 2 15,-5 1 2-15,-4 2 11 0,-5 0-12 16,-3-1 11-16,-2 1-12 0,2-5-19 16,-1-1-23-16,2-3-29 0,5-4-24 15,5-1-25-15,6-3-19 0,0-3 6 16,0-8-16-16,11-7-68 0,6-7-119 16,9-5-321-16,4-1-488 0,7-3-48 15,7 4 606-15,-11 7 571 0,23-2-4 0</inkml:trace>
  <inkml:trace contextRef="#ctx0" brushRef="#br0" timeOffset="10619.179">21761 1271 696 0,'0'0'84'0,"0"0"1905"0,0 0-1399 0,0 0-150 16,91-2-69-16,-77 2-45 0,-2-2-83 0,1-1-22 16,0-5-40-16,5-2-105 0,5-4-76 15,4-5-46-15,7 0-58 0,0 0 0 16,2 0 31-16,-2 1-10 0,-3 1-83 16,-9 9 46-16,-8 3 64 0,-9 5 31 15,-5 4 25-15,-5 10 90 0,-9 8 61 16,-11 7-3-16,-2 7-41 0,-3 4-3 15,-2 1 6-15,6-4-16 0,3-2-18 16,7-9-45-16,7-4-17 0,4-8-13 16,5-6-2-16,8-5-1 0,10-3-62 15,11-12 27-15,11-8-14 0,11-10-38 16,6-8-9-16,4-3-79 0,-1-5 23 16,-1 0 77-16,-3-3 40 0,-1-1-34 0,-3-3-12 15,-4-1 24-15,-7 0 37 0,-7 3 22 16,-8 5 0-16,-10 10 25 0,-4 11 90 15,-9 10 39-15,-3 13-40 0,0 2-44 16,-9 14-17-16,-5 8 41 0,-3 10 17 0,-3 9-5 16,-3 6 10-16,1 7 78 15,0 1 27-15,2 3-88 0,4 0-75 0,4 1-58 16,4-1-39-16,8-1-1 0,0-2-165 16,0-3-96-16,3-2-95 0,2-14-355 15,4 5-1033-15</inkml:trace>
  <inkml:trace contextRef="#ctx0" brushRef="#br0" timeOffset="11864.341">5297 4145 359 0,'0'0'1845'0,"0"0"-1039"0,0 0-531 16,0 0-112-16,0 0 172 0,118 26 24 15,-63-9-79-15,10 2-73 0,6-2-11 0,4-2 49 16,1 0-111-16,-1-8-57 0,0-1-29 15,-6-4-23-15,-4-2-25 0,-6 0-15 16,-7-3-21-16,-9-6-104 0,-7 3-68 16,-8 0-53-16,-11-1-100 0,-10 4-346 15,-7-1-647-15,0 2-498 0,-22 2 1444 0</inkml:trace>
  <inkml:trace contextRef="#ctx0" brushRef="#br0" timeOffset="12014.935">5796 4286 271 0,'0'0'267'0,"0"0"1271"0,0 0-884 16,-55 66-199-16,46-33-41 0,5 7-5 16,4 7-55-16,0 5-91 0,6 3-39 15,3 2-10-15,1 2-64 0,-2 0-65 0,0 0-46 16,0-5-39-16,-1-4 0 16,1-8-51-16,-3-7-47 0,1-6-30 15,1-8-16-15,-4-4-49 0,0 1-72 0,-3-6-282 16,0-4-612-16,-4-1-453 0,-2-4 600 15</inkml:trace>
  <inkml:trace contextRef="#ctx0" brushRef="#br0" timeOffset="12353.574">5708 4994 977 0,'0'0'1169'0,"0"0"-443"16,0 0-329-16,0 0-31 0,0 0 131 0,0 0-87 16,0 0-84-16,99-55-60 15,-67 50-62-15,3-1-67 0,1 1-58 0,1 1-55 16,1 1-23-16,-1-3-1 0,-2 2-21 15,-7 2-82-15,-4 2-40 0,-4 0-34 16,-7 0-9-16,-3 9-19 0,-7 6-64 16,-3 2-91-16,-6 4-145 0,-11 5-42 0,-5 3-110 15,-4 3 31-15,-1-1 219 16,-4-1 284-16,0-3 123 0,0 1 273 0,1-4 130 16,1 0-24-16,5-6-62 0,1 0-34 15,8-5-26-15,4-6-18 0,5-2 5 16,5-1-67-16,1-1-80 0,6-2-34 15,8 2 85-15,5-2 61 0,7-1-39 16,5 0-9-16,8-1-29 0,3-6-40 16,3-2-37-16,2-3-37 0,-3 1-18 15,0-1-31-15,-5 1-129 0,0 1-74 16,1-1-70-16,-4 1-230 0,-9 2-743 16,5-2-515-16</inkml:trace>
  <inkml:trace contextRef="#ctx0" brushRef="#br0" timeOffset="14477.827">6774 5056 218 0,'0'0'271'15,"0"0"-163"-15,0 0-33 0,0 0 361 0,0 0 646 16,0 0-755-16,0 0-28 16,0 0-10-16,0 0 68 0,0 0 10 0,3-14-15 15,-3 14-72-15,0 0-55 0,0 2-25 16,0-1-29-16,0 3-31 0,0 1-30 16,5 4-34-16,1 6-24 0,0 5 11 15,3 9 16-15,0 7 15 0,-2 2-49 16,3 3-29-16,-3 2-16 15,2-2 0-15,-3-3-3 0,4-3-10 0,-3-5 1 0,-1-5-3 16,0-6-12-16,1-6-49 0,-3-4-33 16,0-4-31-16,2-5-45 0,-1 0-26 15,2 0 5-15,1 0-108 0,0-7-237 16,-1 0-406-16,3-4-342 0</inkml:trace>
  <inkml:trace contextRef="#ctx0" brushRef="#br0" timeOffset="15070.308">8513 4389 160 0,'0'0'2608'16,"0"0"-2012"-16,0 0-250 0,0 0 22 15,0 0 27-15,0 0-53 0,0 0-134 0,0 0-122 16,0 0-34-16,0 0-42 0,-81 52-10 16,49-33-12-16,-1 3 12 0,-2 0 15 0,-2 2 0 15,2 1-15-15,-4 1-1 16,0 0-1-16,-2 3 2 0,0 1 3 0,-4 1-3 16,-1 3 1-16,2-2-1 0,-2 2 0 15,4-2-1-15,4-3 1 0,4-3 0 16,11-3 2-16,4-5-1 0,9-5 0 15,4-1-1-15,6-5-12 0,0-1 9 16,6 0 3-16,6 3 32 0,6-1 1 16,5 2 1-16,6-1-1 0,4 2 0 15,5 1-8-15,-1 0 2 0,2 3 0 16,0-1-2-16,1 3-4 0,-1-2-9 16,0 1 0-16,-3 1-11 0,0-2-1 0,0 1-1 15,-3-1-2-15,-1 0 2 0,-2-2-17 16,-2 0-31-16,-5-3 16 0,-4-3-79 15,-1 2-38-15,-5-4-12 0,0-1 3 16,-3-2 5-16,-5 1-53 0,-2-3-409 16,-3 0-854-16,0-6-770 0,-8-5 2152 0</inkml:trace>
  <inkml:trace contextRef="#ctx0" brushRef="#br0" timeOffset="15597.512">9482 4304 825 0,'0'0'1325'0,"0"0"-801"16,0 0-277-16,0 0-109 0,0 0 19 15,0 0 85-15,0 0 12 0,0 0-28 16,0 0-31-16,0 0-17 0,0 0-20 16,-3-6 27-16,29 6-22 0,13 7-19 0,8-1-28 15,7 3-6-15,4-8-15 0,-2 2-35 16,0-3-8-16,-4-1-31 0,0-6-5 15,-5-5-16-15,-2-2-2 0,-6-2-108 16,0-1-36-16,-7 2-46 0,-8 0-26 16,-2 2-87-16,-9 6-201 0,-9-2-270 15,-4 4-572-15,-3 3-83 0,-20 2 1034 0</inkml:trace>
  <inkml:trace contextRef="#ctx0" brushRef="#br0" timeOffset="15793.158">9777 4336 140 0,'0'0'258'0,"0"0"1311"0,0 0-1086 15,-65 66-90-15,53-38 14 0,8 3-32 16,2 9-16-16,2 4-45 0,3 4-11 16,4 6-48-16,2 0-41 0,-1 4-49 15,0-1-65-15,-4 1-42 0,-1 2-24 16,-2-6-32-16,-1-6-2 0,0-4-4 16,0-4-8-16,0-9-15 0,0-5-76 15,2-5-41-15,-1-6-42 0,2-2-47 0,-1-4-57 16,-1-4-241-16,-1-3-543 0,0-2-526 15,-3 0 622-15,-4-4 792 0</inkml:trace>
  <inkml:trace contextRef="#ctx0" brushRef="#br0" timeOffset="15925.452">9777 4976 1167 0,'0'0'2557'0,"0"0"-2098"0,0 0-232 16,79-23-41-16,-48 18 161 0,1 2-60 15,1-1-120-15,-1 2-67 0,-2-2-62 16,0 0-38-16,-1-1-24 0,-3 1-71 15,-3-1-69-15,-5 2-40 0,-4 2-44 16,-7 1-107-16,-7 6-333 0,-1 9-434 0,-15 4-157 16,3-5 113-16</inkml:trace>
  <inkml:trace contextRef="#ctx0" brushRef="#br0" timeOffset="16106.799">9807 5229 466 0,'0'0'1894'15,"0"0"-1265"-15,0 0-341 0,0 0-148 16,0 0 15-16,0 0 60 0,0 0 21 0,0 0 49 0,0 0-25 15,0 0-38-15,0 0-2 16,89 65-9-16,-46-65-53 0,-1-3-46 0,1-3-39 16,0-3-58-16,-5-1-15 0,-3-3-48 15,-4 0-95-15,-2-3-76 0,-3 1-68 16,-3-1-185-16,-6 1-880 0,-2 4-1278 16,-4-3 2500-16</inkml:trace>
  <inkml:trace contextRef="#ctx0" brushRef="#br0" timeOffset="16370.006">10563 5044 2319 0,'0'0'1626'0,"0"0"-1388"16,0 0-104-16,89-33 213 15,-63 25-44-15,-7 6-125 0,-3 0-69 0,-6 2-36 16,-4 0-12-16,-3 2-37 0,-3 6-24 16,0 1-11-16,-1 9 11 0,-7 5 2 15,-2 4-1-15,-3 7-1 0,-1 5 12 0,-2 0 10 16,1-1 26-16,2-1-21 0,1-1-27 15,3-6-16-15,6-2 14 0,3-4 2 16,1-6 26-16,11-5-5 0,5-6-20 16,5-1-1-16,5-2 1 0,7-4-3 15,3 0-7-15,0-5-122 0,4-4 28 16,-2-1 2-16,2 1-146 0,-3 1-32 16,-2 1-173-16,-3-2-952 0,-10 6-902 15,6-6 2218-15</inkml:trace>
  <inkml:trace contextRef="#ctx0" brushRef="#br0" timeOffset="17005.025">12520 4678 1479 0,'0'0'250'0,"0"0"913"0,0 0-853 16,0 0-87-16,0 0 132 0,0 0-43 15,0 0-41-15,0 0-45 0,0 0-2 16,108 19-28-16,-67-15-64 0,3-3-53 0,6-1-52 16,1 0-25-16,4-3 0 0,0-2-2 15,-2-1-45-15,-2 0-117 0,-3-3-56 16,-3 2-15-16,-6 1-61 0,-3 3-177 16,-7 0-253-16,-7 2-538 0,-10 1-327 15,-10 0 1478-15</inkml:trace>
  <inkml:trace contextRef="#ctx0" brushRef="#br0" timeOffset="17178.989">12601 4948 271 0,'0'0'19'0,"0"0"1955"0,0 0-1451 16,0 0-118-16,0 0-65 0,0 0 42 15,0 0-102-15,0 0-66 0,105 61-19 16,-48-61-41-16,6 0-28 0,7-3-16 15,1-9-40-15,-3-4-45 0,-2-3-25 0,-7-5-71 16,-1-1-128-16,-8-1-59 0,-6-5-68 16,-13 9-357-16,-2-17-1329 0</inkml:trace>
  <inkml:trace contextRef="#ctx0" brushRef="#br0" timeOffset="17449.35">13090 4453 424 0,'0'0'538'16,"0"0"952"-16,0 0-1019 0,0 0-158 16,0 0 69-16,0 0 30 0,87-9-121 15,-48 18-83-15,6 3-66 0,1 2-7 16,3 3 0-16,-3 2-37 0,-3 2-43 16,-4 3-16-16,-5 1-17 0,-7 4-22 15,-7 2-1-15,-6 2-18 0,-6 5-35 0,-8 2 23 16,-5 5 10-16,-12 1-4 0,-3 5-30 15,-7-2-43-15,-4 2 21 0,-2-1 28 16,1-1-28-16,-1-3-25 0,4-3-31 16,1-1-50-16,0-7-99 0,5-4-284 15,-1-7-521-15,8-8-697 0,-4-8 1582 0</inkml:trace>
  <inkml:trace contextRef="#ctx0" brushRef="#br0" timeOffset="25712.458">15003 3976 584 0,'0'0'814'0,"0"0"212"0,0 0-761 15,0 0 8-15,0 0-39 0,6-81 11 0,-4 64 56 16,-1 2-27-16,3-2-49 0,-2 5-54 16,-1 1-53-16,1 5-7 0,-2 2 12 15,0 1 30-15,0 2-42 0,0 1-29 0,0 0-18 16,0 0-3-16,0 0-18 15,-2 0-40-15,1 1-3 0,-5 5-49 0,0 5 3 16,-5 3 13-16,-3 9 14 0,0 8 19 16,-3 9 0-16,-2 6 2 15,1 7 23-15,-3 7-22 0,0 5-3 0,-2 4 0 16,-3 1-18-16,0 2-4 0,3-7 7 16,0-5 13-16,6-12-13 0,6-6 13 15,4-11 0-15,4-11-1 0,2-2 0 16,1-8-19-16,0-3-11 0,3-5-41 0,4-2-36 15,3-1 24-15,4-8 24 0,4-1-2 16,0-4 27-16,0-1 3 0,-4 2 9 16,-1 2 3-16,-1 4 7 0,-4 5-22 15,0 2-16-15,1 0 53 0,-1 9 16 16,-1 5 21-16,0 3-6 0,0 4 6 16,-1 3-22-16,0 3 32 0,0 2-7 15,0 2-3-15,-2 3-35 0,4 3 81 16,-2-1-46-16,-1 0-22 0,-1-2-15 0,-3-3-22 15,2-5 21-15,0-3-32 0,0-4 14 16,0-2-58-16,-2-3-49 0,2-4-26 16,1-5-47-16,-1-2-197 0,2-3-265 15,2-7-427-15,1-6-245 0,0 4 1157 0,6-18-160 16</inkml:trace>
  <inkml:trace contextRef="#ctx0" brushRef="#br0" timeOffset="26183.358">15728 4242 1327 0,'0'0'1261'0,"0"0"-744"0,0 0-274 16,0 0-94-16,0 0 127 15,0 0 95-15,0 0-8 0,0 0-116 0,0 0-121 16,0 0-77-16,0 0-37 0,-49-6 0 0,35 24 13 16,-5 4 5-16,-1 7 10 0,1 4-3 15,-1 2 5-15,3 3-8 0,-2 4-13 16,3-4 7-16,5 2 11 0,0-4 1 16,6 1-1-16,-2-2 40 0,5-3-6 15,2-4-39-15,0-4-20 0,0-3-14 16,3-4-2-16,4-6-13 0,3-5-10 15,3-6 22-15,3 0-55 0,2-5 31 16,3-7-21-16,1-5 17 0,-2-1-17 16,0-2-7-16,0-4-9 0,-4 3 3 0,-2 2 36 15,-5 5-2-15,-4 0 5 16,-5 4-17-16,0 4 11 0,-5-1 28 0,-7 2 6 16,-3-2 10-16,-4 2-16 15,-6 1-24-15,1 1 12 0,-2-1 0 0,0 2-1 16,3 2-8-16,-2 0-19 0,2 0-12 0,2 5-19 15,3-1-37-15,1 4-89 0,3 0-155 16,1 4-277-16,4-1-563 0,3-3-569 16,-1 9 1699-16</inkml:trace>
  <inkml:trace contextRef="#ctx0" brushRef="#br0" timeOffset="27199.612">16411 4221 121 0,'0'0'2706'0,"0"0"-2334"0,0 0-111 16,0 0-32-16,0 0 44 0,0 0 3 15,0 0-52-15,0 0-116 0,0 0-52 16,0 0-29-16,-92 0 10 0,74 21 19 0,0 6-7 16,-1 7-6-16,3 3 0 0,-1 5 3 15,4 4-16-15,0-1 16 0,3 2 3 16,4-3 3-16,3-5-12 0,3-6 2 16,0-5 1-16,0-4-13 0,6-5 4 0,3-5-10 15,3-3-23-15,3-5 0 0,5-2-1 16,-1-4-58-16,1 0-24 0,2-7-18 15,-5-3-63-15,2-4-42 0,-4 0-107 16,-3-1-226-16,-3 3-630 0,-7-3-647 0</inkml:trace>
  <inkml:trace contextRef="#ctx0" brushRef="#br0" timeOffset="27379.451">16194 4536 1045 0,'0'0'1357'0,"0"0"-725"16,0 0-224-16,0 0-72 0,0 0 4 15,0 0-63-15,0 0-76 0,0 0-81 0,0 0-19 16,0 0-3-16,56 12-18 0,-33-9-19 16,3-1-61-16,1-2 0 0,4-3-55 15,0-6-58-15,1-3-47 0,1-2-46 0,-1-1-77 16,1-1-247-16,0-1-669 0,-10 4-904 16,5-3 2044-16</inkml:trace>
  <inkml:trace contextRef="#ctx0" brushRef="#br0" timeOffset="28032.385">17276 4013 375 0,'0'0'147'0,"0"0"1213"0,0 0-910 16,12-73-172-16,-11 53-68 0,1 5 37 0,-2 3 63 15,0 3-88-15,0 6 5 0,-2 0-32 16,-4 3-38-16,-2 0-73 0,-7 4-22 16,-1 7-21-16,-8 5-1 0,-3 6-3 15,-2 7 0-15,0 6-3 0,0 4 13 16,4 5 33-16,2 3 31 0,3 4 12 15,4 2-29-15,1 3-17 0,4-1-22 16,6-1 9-16,3-6-9 0,2-6-10 16,6-10-8-16,6-5-7 0,6-7-8 15,1-6 11-15,6-5-12 0,2-3 19 16,0-5-13-16,2-1-3 0,-2 0-24 0,-1-7-9 16,-2-1-21-16,-3-3-43 0,-2 1-39 15,-5-2-41-15,-5 1-39 0,-1 0-60 16,-2 1-125-16,-6-2-210 0,0 0-502 0,-3 1-501 15,-2 3 840-15,-10-3 466 0</inkml:trace>
  <inkml:trace contextRef="#ctx0" brushRef="#br0" timeOffset="28328.181">17105 4392 724 0,'0'0'173'16,"0"0"1040"-16,0 0-628 0,0 0-154 16,0 0-58-16,0 0-45 0,0 0-73 15,0 0-64-15,0 0-80 0,0 0-33 16,0 0-14-16,80 19-64 0,-60-26-102 15,-2-1-107-15,0-2-92 0,-1-1-93 16,-3-1-203-16,-3 1-444 0,-3 3-91 0,-3 2 702 16,-5 0 201-16,0 6 175 0,-5 0 54 15,-3 0 196-15,1 3 100 0,0 6-201 16,1 1-4-16,-1 4 1140 0,3 2-732 16,1 4-138-16,3 1-66 0,0 3 8 15,0 4-27-15,0-2-33 0,4 2-33 0,1-2-41 16,1-2-33-16,0-1-25 0,2-4-49 15,0-2-39-15,2-4-23 0,2-3-16 16,-1-6-52-16,7-4-92 0,2 0-24 16,4-8-92-16,2-9-204 0,5-3-308 15,-1-4-696-15,-7 4 308 0,10-16 1174 0</inkml:trace>
  <inkml:trace contextRef="#ctx0" brushRef="#br0" timeOffset="28590.383">17767 3991 935 0,'0'0'202'0,"0"0"923"16,0 0-589-16,0 0-90 0,0 0-65 16,0 0-28-16,0 0-90 0,-59 84-45 15,48-48-30-15,-2 6-28 0,4 1 18 16,-1 7-7-16,0 2-31 0,1 7-22 0,1 1-17 16,-2 2 20-16,1-3-18 15,3 1-46-15,0-7-18 0,3-7-24 0,3-4-15 16,0-8-1-16,9-6-20 0,6-9-6 15,6-5-51-15,8-7-7 0,4-6-18 16,3-2-40-16,1-13 28 0,1-9-29 16,-2-3-82-16,0-10-186 0,-1 1-282 15,-3-4-585-15,-9 10-598 0,0-20 1283 0</inkml:trace>
  <inkml:trace contextRef="#ctx0" brushRef="#br0" timeOffset="28796.223">18091 3931 1580 0,'0'0'92'0,"0"0"734"0,0 0-439 0,6 67-63 15,-1-27 42-15,-1 6 43 16,-1 5-15-16,1 6-79 0,-2 2-94 0,-2 1-55 16,0 0-35-16,-6 1-16 0,-1-4-66 15,-4-3-43-15,0-7-6 16,2-8-36-16,5-8-92 0,1-9-80 0,3-9-31 0,7-7 14 15,8-6-57-15,7-11-63 0,5-9-176 16,2-9-563-16,-6 5-742 0,13-26 1712 0</inkml:trace>
  <inkml:trace contextRef="#ctx0" brushRef="#br0" timeOffset="29044.2">18499 4091 1220 0,'0'0'2060'0,"0"0"-1752"16,0 0-172-16,0 0-29 0,0 0 107 15,-92 76 86-15,66-52-68 0,-2 0-96 0,3-1-72 16,2-1-39-16,4 0-22 0,2-1 6 16,5-1-9-16,-2 1-31 0,5-1 10 15,4 0 20-15,2-2-1 0,1 0 2 16,2-3 21-16,0-1 47 0,5 1-19 16,2-2-3-16,3-1-28 0,4-3-9 15,2 0-9-15,4-5-33 0,3-4-44 0,5-1-36 16,3-9-60-16,6-6-40 15,3-7-83-15,3-3-143 0,-2-2-372 0,-11 6-865 16,10-12 599-16</inkml:trace>
  <inkml:trace contextRef="#ctx0" brushRef="#br0" timeOffset="29416.099">18814 3978 297 0,'0'0'753'0,"0"0"581"16,0 0-921-16,0 0-15 15,-16 63-10-15,4-29-41 0,-5 8-52 0,-2 5-37 16,-4 6-18-16,-4 4-31 0,-5 7-78 16,-2 2-42-16,-4 7-7 0,-1-2-18 15,-2 2-9-15,2-4-16 0,2-5-6 16,4-7-31-16,6-7-2 0,5-7-19 16,9-6-63-16,3-5-40 0,8-6-143 15,0-9 75-15,2-10-4 0,0-7-63 0,3-5-163 16,7-10-249-16,-1-4-9 0,2-6-42 15,1-3 96-15,-1-3 37 0,2-2 532 16,0 0 55-16,2-2 137 0,0 4 286 16,0 5 163-16,1 7-5 0,1 5-77 15,3 2-43-15,3 3-44 0,4-1-55 16,5 4-49-16,4 0-53 0,3-1-20 16,6-4-48-16,1-1-42 0,3-3-34 15,-3-3-43-15,-1-4-73 0,-6 0-37 16,-5-1-139-16,-2 1-57 0,-6 3-25 15,-5 0-110-15,-9 4-633 0,-8 2-895 0</inkml:trace>
  <inkml:trace contextRef="#ctx0" brushRef="#br0" timeOffset="29583.495">18794 4610 204 0,'0'0'522'0,"0"0"893"0,-19 70-868 15,13-41-34-15,3 4 11 0,-1 2-62 16,3-3-95-16,-1-2-103 0,1-2-111 15,1-3-55-15,-2-1-37 0,2-4-40 16,-1-3-21-16,-1-3-22 0,1-3-94 16,-1-5-74-16,2-2-28 0,-1-4-23 15,-4 0-147-15,0 0-305 0,-1 0-604 0,0-4-369 16,-2-4 1584-16</inkml:trace>
  <inkml:trace contextRef="#ctx0" brushRef="#br0" timeOffset="29725.8">18720 4857 801 0,'0'0'248'0,"0"0"1293"0,0 0-985 15,0 0-95-15,0 0 15 0,80-21-71 0,-56 17-110 16,3-2-77-16,4-3-90 0,5-2-67 16,4-4-61-16,2-3-18 0,1-4-31 15,2 0-134-15,-4-5-60 0,-3 0-56 16,1 0-337-16,-15 7-1146 0,5-13-2 0</inkml:trace>
  <inkml:trace contextRef="#ctx0" brushRef="#br0" timeOffset="29976.29">19296 4130 1106 0,'0'0'732'16,"0"0"688"-16,0 0-941 0,0 0-117 15,89 85-7-15,-66-61-115 0,-2 3-52 0,-1-1-54 16,-1 3-51-16,-3 3-40 0,-5 1-22 15,-2-1-9-15,-9 3-11 0,0 1 9 16,-9 1-10-16,-8-2-18 0,-6 2-67 16,-6-3 8-16,0-3 13 0,-2-2-25 15,0-3-28-15,3-2-18 0,3-5-23 16,4-7-40-16,5-6-163 0,1-6-413 0,8 0-1099 16,4-18 899-16</inkml:trace>
  <inkml:trace contextRef="#ctx0" brushRef="#br0" timeOffset="30372.338">19946 3552 2350 0,'0'0'676'16,"0"0"-280"-16,0 0-92 0,0 0-2 16,0 0-57-16,0 0-53 0,0 0 79 0,0 0-71 15,0 0-2-15,42 86-18 0,-36-53-34 16,2 3-13-16,1 5-5 0,-3 3-23 16,1 6-20-16,1 6-4 0,0 5 115 15,-2 5-87-15,-2 1-49 0,-1 5-18 16,-1 0-6-16,-1 2-18 0,-1 0-2 15,2 1-5-15,-2 0-11 0,1 0-12 16,2 2-7-16,-2-2-92 0,-1-4 84 16,0-3 15-16,0-7-133 0,3-5 52 15,-2-7 42-15,2-9-10 0,0-4-23 16,-1-6-34-16,1-4-28 0,0-5-17 16,0-4 23-16,-1-5-141 0,-2-7-182 15,3-5-513-15,-3 0-607 0,3-6-382 0</inkml:trace>
  <inkml:trace contextRef="#ctx0" brushRef="#br0" timeOffset="31951.94">20945 3860 1079 0,'0'0'469'16,"0"0"-76"-16,0 0 348 0,0 0-246 15,0 0-50-15,0 0-42 0,0 0-59 0,0 0-97 16,0 0-34-16,6-64-45 0,-6 64-34 15,-3 0-18-15,-3 0 3 0,-5 0-22 16,-8 8-24-16,-4 4-22 0,-6 6-20 16,-4 2 2-16,-1 7-3 0,0-1 0 15,1 5-2-15,4-2-10 0,1 6-15 16,2 2 18-16,1 4-18 0,5 2 0 16,1 4-3-16,6 0-15 0,3-3-21 15,7-2 8-15,3-7-11 0,3-9 12 16,10-4-3-16,3-6-1 0,6-7 10 15,2-2 6-15,0-2 0 0,4-5-16 16,-3 0-2-16,-1-6 12 0,-2 0-13 0,-2-1-8 16,-4-2 8-16,-3 2-14 0,0-3 5 15,-5 0 10-15,-3 1 17 0,-1 1-5 16,-4-1-3-16,0 3 5 0,-1 2 8 16,-7-2 10-16,-2 1 1 0,-6 1-2 0,0 1 0 15,-4-1-19-15,-3 3 2 0,0-1 18 16,-3 0-1-16,2 2-19 0,1 0 3 15,2 4-19-15,4 1-12 0,3 2-21 16,2 0-26-16,6-1-51 0,4 1-94 16,2 0-144-16,0-1-183 0,5-1-210 15,3-1-399-15,10-1-173 0</inkml:trace>
  <inkml:trace contextRef="#ctx0" brushRef="#br0" timeOffset="32347.37">21153 3994 1266 0,'0'0'790'16,"0"0"-392"-16,0 0-95 0,0 0 60 16,0 0 1-16,0 0-67 0,0 0-55 15,0 0-41-15,0 0-30 0,0 0-51 16,0 0-8-16,-14-5 44 0,5 23-14 0,-4 7-32 16,-2 4-7-16,2 6 32 0,-2 4 23 15,4 3-31-15,3 2-30 0,2 4 72 16,3-3-75-16,2 0-52 0,1-6-42 15,3-5-12-15,7-2-3 0,3-7-21 16,7-4-25-16,3-5-26 0,4-6-25 16,6-4-19-16,0-6-29 0,2 0-32 15,-2-8-117-15,-3-2-216 0,-2-4-251 0,-9 4-490 16,4-8-578-16</inkml:trace>
  <inkml:trace contextRef="#ctx0" brushRef="#br0" timeOffset="33266.32">21516 4191 1647 0,'0'0'432'0,"0"0"-170"0,0 0 9 15,0 0 87-15,0 0 0 0,0 0-38 16,0 0-27-16,0 0-63 0,0 0-40 16,0 0 11-16,0 0-4 0,13 54-56 0,-6-49-37 15,3-1-18-15,2-4-13 0,1 0-21 16,5-4-10-16,2-7-11 0,-1-1-7 16,4-4-24-16,-1-2-55 0,-3 1-15 15,-1-5-9-15,-3 5 15 0,-2 1-16 0,-4 1 10 16,-2 1 24-16,-2 2 15 15,-2 0 1-15,-3 1 26 0,0-1 1 16,0 1-15-16,-3-2-4 0,-4 4 20 16,0-1 1-16,0 0-14 0,0 4 15 15,-5 4-1-15,1-1 0 0,-2 3-1 16,-3 3-7-16,-1 3 9 0,-2 7 0 0,-3 1 24 16,2 4 1-16,1 3-1 0,-1 2 4 15,3 1 6-15,1 3 3 0,1 2-1 16,1 3 10-16,5 1-27 0,1 3 8 15,1-3 1-15,5 0 2 0,2-2 13 16,0-6-9-16,10-3-19 0,3-3 9 0,4-7-12 16,4-1 4-16,2-8 11 15,3 1-6-15,1-4-21 0,0-5-1 16,4-5-17-16,-1-3-55 0,0-2-49 0,0-3-59 16,-3 2-34-16,-2-1-54 0,-4-1-100 15,-7 6-272-15,3-7-708 0</inkml:trace>
  <inkml:trace contextRef="#ctx0" brushRef="#br0" timeOffset="33531.7">21951 3888 2474 0,'0'0'412'16,"0"0"-184"-16,0 0 72 0,0 0 98 15,0 0-92-15,92 44-57 0,-74-22-60 16,2 2-54-16,-2 1-27 0,1 4-7 0,1 0 21 16,-1-1-24-16,1 4-40 0,-1 0 9 15,-4-1-38-15,-1 0-29 0,-5-1-19 16,-4-1-2-16,-5 0-37 0,0-3-52 16,-4 2-9-16,-9-3-16 0,-9 3-6 15,-3-4-32-15,-6 1-38 0,0 0-65 16,-3-8-29-16,0-2-9 0,-1-3-120 0,9-4-331 15,-13-5-666-15</inkml:trace>
  <inkml:trace contextRef="#ctx0" brushRef="#br0" timeOffset="34158.394">22515 4094 2387 0,'0'0'484'0,"0"0"-125"0,0 0-120 0,0 0 150 15,0 0 12-15,0 0-39 0,88-7-51 16,-54 2-82-16,5-2-65 0,1 0-39 16,-1 2-52-16,0-1-37 0,-5 0-22 15,-3 0-14-15,-1 3-21 0,-4-1-43 16,-6 1-106-16,-2 2-58 0,-5 1-48 15,-8 0-106-15,-3 1-329 0,-2 4-618 16,-12 8-383-16</inkml:trace>
  <inkml:trace contextRef="#ctx0" brushRef="#br0" timeOffset="34338.397">22623 4289 1170 0,'0'0'1138'0,"0"0"-645"0,0 0-47 16,0 0-1-16,0 0-64 0,0 0-79 0,0 0-58 15,0 0-56-15,0 0-56 0,93 43-65 16,-62-43-31-16,-4 0-36 0,2 0-12 16,1 0-31-16,-1 0-83 0,1-4-110 15,-1 2-65-15,1-3-184 0,-8 5-623 16,7-1-722-16</inkml:trace>
  <inkml:trace contextRef="#ctx0" brushRef="#br0" timeOffset="34938.536">23372 4085 1615 0,'0'0'1156'0,"0"0"-825"0,0 0-104 16,0 0 36-16,-18 69 138 0,18-52-51 16,5-2-78-16,7-1-106 0,2-4-58 0,3-3-7 15,3-5-6-15,5-2-10 0,1-4-39 16,4-8-16-16,1-2-28 0,-1-4-2 16,-1 0-39-16,-2-5-50 0,-3 3-6 15,-5-2 22-15,-1 2 6 0,-5 4-10 16,-4 2 9-16,-4 2 16 0,-5 6 21 15,0-1 30-15,-7 3 1 0,-8-1 0 16,-5 4 0-16,-2 1 0 0,-3 0 18 16,-3 6-16-16,-1 5 13 0,-1 1 19 15,1 5 0-15,-1 2-22 0,1 5 10 16,2 2 18-16,2 4 18 0,2 1 0 16,3 3 0-16,4-1 3 0,2 0 3 0,5-1-6 15,6 1-30-15,3-2-28 16,5-4-12-16,9-1 8 0,6-6-38 0,6-3-10 15,4-3-43-15,5-5-45 0,1-2-51 16,2-5-65-16,0-2-128 0,0 0-244 16,-9 0-497-16,11-8-666 0</inkml:trace>
  <inkml:trace contextRef="#ctx0" brushRef="#br0" timeOffset="36982.518">24421 3567 1752 0,'0'0'370'0,"0"0"-33"0,0 0-21 15,0 0 8-15,0 0 17 0,0 0-40 16,0 0-53-16,0 0-53 0,0 0-64 0,0 0-44 16,16-22-10-16,-4 39 35 0,-1 7 85 15,4 7-44-15,-4 11-28 0,-1 6-39 16,2 5-28-16,-4 2-7 0,1 1 7 15,1 2-40-15,-3 1-15 0,2-3 25 16,0-2-7-16,1-4-21 0,-2-5-11 0,3-6-16 16,0-5 14-16,-1-8-2 0,0-7-9 15,5-2 23-15,-4-9-1 0,3-4-1 16,0-4 2-16,1 0 0 0,1-11-23 16,3-4-6-16,1-4-10 0,0-5-5 15,3-5-1-15,0-2 0 0,-2-1 13 16,0-5 8-16,1-1-6 0,-3-3-17 15,1-5-11-15,-2-4-30 0,-5 0-34 16,1 2-3-16,-3 0 2 0,-4 3-22 0,0 7-10 16,-2 7-42-16,0 8 34 0,-5 6 37 15,0 9 45-15,0 6-20 0,-5 2-169 16,-2 0-117-16,-5 3-61 0,1 3-157 16,-11 5-873-16</inkml:trace>
  <inkml:trace contextRef="#ctx0" brushRef="#br0" timeOffset="37182.109">24475 4088 3186 0,'0'0'341'0,"0"0"-176"0,0 0-124 0,0 0 91 15,0 0 85-15,0 0 48 0,0 0-67 16,76 4-93-16,-53-4-56 0,-1-3-45 15,-1-1-4-15,4 1-11 0,-1 0-26 16,2-3-102-16,1 3-99 0,-2-3-141 16,-5 5-367-16,14-3-865 0</inkml:trace>
  <inkml:trace contextRef="#ctx0" brushRef="#br0" timeOffset="37562.553">25220 4146 3676 0,'0'0'475'15,"0"0"-413"-15,0 0-37 0,0 0 38 0,0 0 64 16,0 0 3-16,0 0-22 0,0 0-62 16,79-25-46-16,-49 7-40 0,-1-3-40 15,-1 2-35-15,-3-4 7 0,0 3-7 16,-4 2-7-16,-5 1-38 0,-7 3 21 15,-3 5 64-15,-6 0 75 0,-2 4 31 16,-9-1 37-16,-4 4-68 0,-5 0-7 16,-3 2 7-16,0 4 48 0,-2 7 24 15,0 3 0-15,0 5 7 0,2 4 2 16,4 3 22-16,-1 2-16 0,-1 4-28 0,3 2 5 16,0 1 4-16,3 1 10 0,1-4-17 15,4-1-6-15,5-3-30 0,5-5-24 16,0-3-1-16,8-2-36 0,3-3-4 15,9 0 3-15,2-5-40 0,5 0-18 0,3-3-45 16,1-5-87-16,3-2-97 16,5-7-192-16,-10-2-449 0,20-11-579 15</inkml:trace>
  <inkml:trace contextRef="#ctx0" brushRef="#br0" timeOffset="38035.636">26071 3845 2330 0,'0'0'725'0,"0"0"-390"15,0 0-217-15,0 0 6 0,0 0 118 16,0 0-12-16,-77 3-46 0,61 12-35 15,-4 3-22-15,1 6-25 0,1 6-1 16,1 2 16-16,3 8 23 0,2 1 10 0,1 0-40 16,2 4-37-16,-1-3-31 0,3-1-11 15,0-1-4-15,1-6 9 0,3-4-14 16,3-2-4-16,1-4 3 0,12-3-6 0,1-4-15 16,3-3-36-16,1-5-1 0,3-7-17 15,0-2-31-15,4-4-37 0,0-5-49 16,-3-3-46-16,-2 2-29 0,-5-2-70 15,-5 1-230-15,-6 3-587 0,-4-5-990 0</inkml:trace>
  <inkml:trace contextRef="#ctx0" brushRef="#br0" timeOffset="38207.222">25805 4217 2639 0,'0'0'530'16,"0"0"-303"-16,0 0 42 0,0 0 138 15,0 0-124-15,0 0-125 0,0 0-50 16,0 0-27-16,101-4-14 0,-69-4-27 0,2-1-34 16,3-2-6-16,-1 2-43 0,-2-1-89 15,-6 1-87-15,0 0-133 0,-9 3-220 16,4-1-679-16</inkml:trace>
  <inkml:trace contextRef="#ctx0" brushRef="#br0" timeOffset="38934.943">26579 3617 2077 0,'0'0'379'16,"0"0"-253"-16,0 0-97 0,0 0 132 0,0 0 80 16,0 0-1-16,0 0-61 0,0 0-36 0,-84 15-4 15,76-9 18-15,0-2 16 0,1 2 6 16,0-2 4-16,1 3 21 0,3-7-16 15,2 1-29-15,1 1-9 0,0-2 11 16,0 1-21-16,0 0-27 0,4 1-32 16,3 3-29-16,8 0-4 0,2 4 4 15,8 2-4-15,0 2-6 0,4-4-14 16,-3 0-16-16,0-1-10 0,-3-3 1 16,0 0 15-16,0-1-17 0,2-1-1 15,1-1 3-15,-2-2-3 0,2 0-48 16,2-6-70-16,-2-3-40 0,-2 0-33 15,-4 0-43-15,-3 1-81 0,-6-1-179 16,-1 1-300-16,-8 3-456 0,-2-2-363 0</inkml:trace>
  <inkml:trace contextRef="#ctx0" brushRef="#br0" timeOffset="39152.626">26603 3689 52 0,'0'0'1586'0,"0"0"-1060"0,0 0-38 15,0 0-67-15,-29 84 13 0,22-53-11 16,-3 10-66-16,1 2-32 0,-1 5-51 16,-4 5-45-16,2-2-46 0,-2 1-71 15,4-3-60-15,1-6-16 0,3-1-36 16,-1-7-9-16,5-4-12 0,2-2-22 16,0-8-84-16,0-3-59 0,0-3-40 15,2-6-45-15,5-4-119 0,-1-4-271 16,-1-1-503-16,2-5-588 0</inkml:trace>
  <inkml:trace contextRef="#ctx0" brushRef="#br0" timeOffset="39291.03">26512 4242 3034 0,'0'0'614'0,"0"0"-380"0,0 0-143 16,0 0 150-16,0 0 181 0,90-10-84 16,-60 6-116-16,3-3-124 0,0 3-65 15,2-4-33-15,-3 2-13 0,-4-1-57 16,-2 0-49-16,-3 2-40 0,-7 0-61 15,-1 2-86-15,-10 3-175 0,-5 0-247 16,0 0-374-16,-23 8-276 0</inkml:trace>
  <inkml:trace contextRef="#ctx0" brushRef="#br0" timeOffset="39446.289">26508 4398 2183 0,'0'0'556'0,"0"0"-231"0,0 0-25 15,0 0 187-15,0 0-26 0,0 0-121 16,0 0-100-16,0 0-87 0,0 0-68 15,92 58-42-15,-59-67-43 0,2-4-30 0,-2 0-50 16,2-2-73-16,-2-2-92 0,0-1-89 16,-3 3-199-16,-5 0-588 0,2-5-998 0</inkml:trace>
  <inkml:trace contextRef="#ctx0" brushRef="#br0" timeOffset="39621.353">27041 4260 349 0,'0'0'3109'16,"0"0"-2660"-16,0 0-352 0,-11 66 7 16,8-44 220-16,0 0 18 0,3 0-121 15,0-3-126-15,0 2-65 0,0-4-18 0,0 0-11 16,3-3-1-16,0-5-88 0,-2-2-90 16,1-3-58-16,-1-3-95 0,1-1-225 15,-2 0-660-15,0-6-866 0</inkml:trace>
  <inkml:trace contextRef="#ctx0" brushRef="#br0" timeOffset="40453.12">27311 3338 1623 0,'0'0'1183'0,"0"0"-633"15,0 0-128-15,0 0-42 0,0 0-41 16,0 0-71-16,0 0-69 0,0 0-95 16,0 0-58-16,0 0-46 0,91-52-3 15,-58 33-43-15,4-2 3 0,-1 2 16 0,-2 2-4 16,-7 5 10-16,-6 3 3 16,-5 5 2-16,-1 3 4 0,-7 1 12 0,-2 0 9 15,-1 1 28-15,-1 6-3 0,-2 2 8 16,-2 5 1-16,0 6 9 0,0 7 0 15,0 7-3-15,-9 6 5 0,-2 8-17 16,-2 5 39-16,-4 2 148 0,-1-1-99 0,0 1-59 16,0-4-11-16,-1-2-40 0,3-6-14 15,1-5-1-15,4-5 0 0,2-6 0 16,3-4-12-16,3-4 9 0,2-7-22 16,0-3-11-16,1-2-12 0,0-5-19 15,0-1-3-15,0 1 4 0,0-2-7 16,0 0 27-16,1 2 13 0,0 2 31 15,2 0-19-15,-1 4 4 0,1 5 17 16,0 2 2-16,1 6 13 0,1 4-14 16,0 4 35-16,1 3 4 0,1 2-1 15,0 1-11-15,5-1-1 0,-1 0 0 16,0-3-24-16,1 2-3 0,-2 0-1 0,-1 2 1 16,0-1 1-16,-4 2-1 0,-2-1 1 15,-3 1 10-15,0 0-11 0,-4-2-20 16,-6-2 5-16,-2-3-25 0,-2 1-17 0,-5-1 5 15,-4-2-27-15,-1-1-9 0,-5-7-7 16,-3 0-5-16,-1-1 14 0,-3-2-3 16,-1-4-64-16,-2-3-110 0,-1 1-190 15,-5-7-172-15,11 2-384 0,-22-5-523 0</inkml:trace>
  <inkml:trace contextRef="#ctx0" brushRef="#br0" timeOffset="52200.384">14515 5765 1000 0,'0'0'410'0,"0"0"783"0,0 0-682 0,0 0-34 15,0 0-23-15,0 0-39 0,0 0-33 16,0 0-86-16,0 0-82 0,-10-1-60 16,10 2-32-16,0 1-16 0,0 1-7 0,3 2 4 15,1 2-12-15,6 2-7 0,0 1-18 16,5 3-32-16,3-2-22 16,5 0-9-16,3 1 9 0,3-4-9 0,5 2 0 15,4-3 0-15,0-1 7 0,2 1-10 16,0 0-2-16,-1 2-1 0,-1-2 2 15,-5-2-1-15,-4 2-16 0,-3 0 17 16,-6 0-2-16,-4 0-12 0,-4 1 0 16,-4-1-4-16,-4 2-2 0,-1 1 3 0,-3 4 6 15,0 3 11-15,-6 5-2 0,-8 5-12 16,-5 5-6-16,-5 4 0 0,-7 3-12 16,-2 2-3-16,-3 2-4 0,-4-1 7 15,4-1-3-15,-2-4-7 0,4 0 10 16,1-3 9-16,2-5-3 0,5-3-3 15,3-2-7-15,7-6-20 0,1-6-37 16,6-5-49-16,3-2-85 0,3-5-124 16,3 0-197-16,0-2-442 0,2-7-393 0,2 2-459 15,3-6 1827-15</inkml:trace>
  <inkml:trace contextRef="#ctx0" brushRef="#br0" timeOffset="52988.974">16003 5631 749 0,'0'0'228'0,"0"0"1031"15,0 0-806-15,0 0-64 0,3-80-143 0,-3 68 207 16,0 4-76-16,0 2-94 0,-1 5-45 16,-1 0-63-16,-1 1-46 0,1 0-10 0,-2 0 27 15,-1 1-27-15,-4 4-52 0,-2 4-40 16,-6 7-9-16,-3 8-16 0,-1 8 22 16,-2 8 16-16,0 7 5 0,0 3-5 15,1 4-4-15,-3 0-6 16,0 2-27-16,1 1-1 0,2-3-2 0,2-4-11 15,4-9-4-15,7-10-3 0,6-8-43 16,3-9 16-16,0-7-43 0,3-3-21 16,6-3 14-16,5-1 7 0,-1 0-19 15,2-7 12-15,-1 0 7 0,2-2 11 16,-4 0 12-16,-1 4 16 0,1 4-6 16,-2 1 2-16,1 2 16 0,-1 11 37 0,0 5 20 15,2 8 29-15,-5 5-9 16,3 4-3-16,-4 2 52 0,-2 0 22 0,3 1-41 15,-5-1-9-15,-1-1 16 0,-1 0-19 0,0-1-3 16,0 1-16-16,-1-2-6 16,-4-5-33-16,0-3-2 0,4 1-14 0,-2-5-5 15,3-4-37-15,0-4-97 0,0-3-57 16,3-3-46-16,3-6-146 0,2-2-210 16,1 0-343-16,-1-8-322 0,-1-1-14 15,3-8 1282-15</inkml:trace>
  <inkml:trace contextRef="#ctx0" brushRef="#br0" timeOffset="54192.572">7671 5201 754 0,'0'0'124'0,"0"0"896"16,0 0-285-16,0 0-189 0,0 0-148 16,0 0-33-16,0 0-35 0,0 0-64 15,0 0-32-15,0 0-22 0,-19-8-66 16,19 10-36-16,0-1-16 0,0 1 1 15,0-2-10-15,0 2-16 0,4 2-38 0,2-1-28 16,3 6 0-16,5-1 36 0,4 4-6 16,4 4 1-16,6-2-7 0,2 1 0 15,3 1-15-15,3 0 3 0,5 2 3 16,2 0 6-16,0 1-8 0,3 2-15 16,-1 0-1-16,4-1-2 0,-3 1 1 15,3-2-2-15,0-1-22 0,0 0 10 16,1-1-18-16,-2-4-15 0,-2 1-13 0,-5-1-2 15,-4-3-19-15,-4-1-55 0,-5 0 6 16,-4-2 13-16,-5 0 23 0,-3-2-46 16,-8-1-141-16,-2-1-243 0,-2-2-537 15,-4-1-690-15</inkml:trace>
  <inkml:trace contextRef="#ctx0" brushRef="#br0" timeOffset="55328.186">15202 6178 873 0,'0'-1'127'0,"0"1"1335"0,0 0-1034 16,0 0-133-16,0 0 46 0,0 2 13 15,0 5-53-15,-3-1-55 0,-2 5-70 16,-4 2-38-16,0 3-9 0,-3 2 12 16,-5 3 6-16,0 0-38 0,0 4-17 15,-5 0-19-15,-1 3-13 0,-4 1-5 16,1 4-7-16,-5 2-20 0,-3 2-13 16,-2 1-13-16,-1 2-1 0,-1 0-1 15,2-1-12-15,1-3 10 0,1-1-13 0,4-7-4 16,3-2-14-16,6-6-22 15,4-3-57-15,5-6-19 0,5-5-24 0,3-4-53 16,4-1-81-16,0-1-226 0,0-1-640 0,0-1-855 16,5-9 1580-16</inkml:trace>
  <inkml:trace contextRef="#ctx0" brushRef="#br0" timeOffset="56594.255">16593 5815 682 0,'0'0'2'0,"0"0"1173"16,0 0-592-16,0 0-257 0,0 0 15 0,0 0 22 15,0 0-37-15,0 0-24 0,0 0-40 16,0 0-24-16,0 0-32 0,17-38-34 16,-17 38-7-16,0 0-19 0,0 4-37 15,0 3-36-15,-3 5-30 0,-1 5-4 16,-2 8 9-16,-4 6 4 0,-1 5-13 0,-2 2-5 16,-2 4-7-16,2 1 6 0,-2 3-6 15,0 0-9-15,3-3-16 0,0 0 11 16,4-6-13-16,2-6-15 0,5-7 13 15,1-7-10-15,1-4-12 0,5-3 0 16,5-4-3-16,1-1-16 0,4-5-23 0,4 0-22 16,-1 0 15-16,4-8 12 15,0-1-12-15,-1-4-6 0,-2-1-9 0,0-1 3 16,0-3-7-16,-5 2 15 16,-3 3 7-16,-3 2 27 0,-4 3 43 0,-4 2 3 15,-1 1-1-15,-3 1-1 0,-7 0 1 16,-3-1-2-16,-1-1-20 0,-5 5-8 0,1-4-9 15,0 4 9-15,-2 1-15 0,5 0 3 16,0 0 6-16,3 1-15 0,3 4 0 16,4-4-75-16,1 2-147 0,4 0-117 15,0 2-108-15,0-4-211 0,0 2-554 16,2-2 119-16,10-1 1047 0</inkml:trace>
  <inkml:trace contextRef="#ctx0" brushRef="#br0" timeOffset="56861.457">17373 5831 290 0,'0'0'2652'0,"0"0"-2135"0,0 0-292 16,0 0 134-16,0 0 12 0,0 0-40 16,-95 80-80-16,70-47-62 0,2 1-34 0,4 5-3 15,1 1 9-15,3 4-46 16,1 1-18-16,4 0-25 0,2-5-24 0,8-5-23 15,0-7-23-15,2-5 0 0,5-5-2 16,5-5-17-16,0-1-17 0,3-6-11 16,1 0-12-16,0-6-31 0,1 0-15 15,-1 0-21-15,0-2-61 0,-2-7-47 16,0 2-107-16,-2-2-327 0,-5 0-500 16,0 2-402-16</inkml:trace>
  <inkml:trace contextRef="#ctx0" brushRef="#br0" timeOffset="57017.138">17208 6210 589 0,'0'0'346'0,"0"0"793"0,0 0-608 16,0 0-30-16,0 0-89 0,0 0-30 0,0 0-90 15,0 0-81-15,0 0 8 0,0 0-12 16,0 0-48-16,87-4-52 0,-56 2-52 16,5-5-55-16,1-5-59 0,3-4-54 0,2 0-71 15,-1-3-87-15,1 0-219 0,-2 0-658 16,-9 2-619-16,8-6 649 0</inkml:trace>
  <inkml:trace contextRef="#ctx0" brushRef="#br0" timeOffset="57626.656">18164 5722 718 0,'0'0'2725'0,"0"0"-2182"0,0 0-220 15,0 0 54-15,0 0-52 0,0 0-56 16,0 0-78-16,0 0-88 0,0 0-48 16,-73 81-10-16,56-48 4 0,-3 9-7 0,1 4 0 15,-1 8-6-15,2 3 10 0,0 4-19 16,1-4 12-16,5-6-6 0,5-8-5 16,7-9-7-16,0-9-19 0,6-8 1 15,6-4-3-15,3-5-28 0,4-3-24 16,4-4-14-16,3-1-13 0,4-5-30 15,-1-5-27-15,-1-4-25 0,-5 0 3 16,-3-1-3-16,-6 1-17 0,-7 2-9 16,-4 0-7-16,-3 3-113 0,-5-1-76 15,-8 3-16-15,-5-4-19 0,-2 3-6 16,-1-3-3-16,-1-1-37 0,0 1 268 0,5 1 196 16,6 1 426-16,3 4 47 0,5 2 5 15,2 1-53-15,1 2-72 0,0 0-32 16,3 1-5-16,3 3-22 15,2 0-27-15,5-3-16 0,2-1-38 0,5 0-46 0,0-1-42 16,5-10-44-16,3-1-81 16,1-6-15-16,1-3-151 0,1 0-68 0,-4 2-7 15,-3 0-32-15,-6 2-122 0,-2 3-269 16,-8 1-477-16,-5 3-222 0,-3 1 209 16,-8 4 1154-16,-7 2 0 0,2 1 13 15,-4 2 176-15,4 2 114 0,1 5-179 16,1 3 1715-16,2 2-1391 0,3 7-141 15,1 0 8-15,-2 7 3 0,4 2-7 16,0 1-35-16,1-1-45 0,2-2-22 16,0 0-62-16,0-2-50 0,3-5-39 15,3-1-58-15,2-4-12 0,1-4-104 0,0 0-119 16,2-4-30-16,0-3-50 0,-3-2-320 16,6-1-972-16</inkml:trace>
  <inkml:trace contextRef="#ctx0" brushRef="#br0" timeOffset="58266.28">18779 5766 684 0,'0'0'120'0,"0"0"1337"0,0 0-969 0,0 0-90 16,0 0-67-16,0 0 11 0,0 0-52 15,-76 19-69-15,66 2-42 0,-1 5-24 16,2 9-17-16,0 7-6 0,0 5 12 15,-1 7-1-15,3 3-22 0,-2 1-8 0,0 1 5 16,3-7-18-16,3-2-39 16,3-6-13-16,0-8-27 0,3-5-21 0,6-8-3 15,3-2-15-15,2-6-30 0,4-4-31 16,3-3-39-16,4-1-22 0,4-3-12 16,1-4-19-16,-1-1-21 0,0-10-125 15,-2-3-319-15,-2-5-602 0,-7 5-516 16,1-15 1046-16</inkml:trace>
  <inkml:trace contextRef="#ctx0" brushRef="#br0" timeOffset="58488.337">19085 5632 1213 0,'0'0'192'16,"0"0"1361"-16,0 0-1119 0,-12 74-16 0,11-38-9 15,-1 6-62-15,-1 1-58 16,3 3-87-16,0 2-37 0,0-1-10 0,0 2-15 16,-2-5-56-16,-1 2-54 0,0-3-30 15,0-7-22-15,1-1-20 0,2-9-70 16,0-4-86-16,3-9-89 0,10-7-78 16,7-6-205-16,6-17-638 0,-5 3-970 15,20-24 1904-15</inkml:trace>
  <inkml:trace contextRef="#ctx0" brushRef="#br0" timeOffset="58753.715">19454 5819 1197 0,'0'0'1739'0,"0"0"-1183"0,0 0-341 0,0 0-82 16,-90 28 125-16,63-14 25 0,0 3-66 0,-1-2-94 16,5 1-83-16,4-3-30 0,-1 1-10 15,3 0-21-15,1-1-1 0,1 2-5 16,4-1 11-16,2 0 1 0,6-3 15 15,1 3 18-15,2-1 53 0,0 3 9 16,7-3-1-16,3 2-27 0,4-2-3 16,2-4-9-16,4 0-40 0,2-3-24 15,1-3-44-15,3 0-60 0,3-2-23 16,0-1-18-16,0 0-20 0,-1-1-73 16,0-6-142-16,0-2-310 0,-2-3-550 15,-7 3-406-15,7-10 1654 0</inkml:trace>
  <inkml:trace contextRef="#ctx0" brushRef="#br0" timeOffset="59011.98">19782 5747 2630 0,'0'0'590'16,"0"0"-265"-16,0 0 22 0,0 0-17 15,0 0-42-15,-62 78-57 0,46-47-56 0,-4 4-34 16,-3 2-4-16,0 6 16 0,-6 4-14 15,-1 7-30-15,-5-1-30 0,-3 6-21 16,0-2-28-16,-2 2-27 0,1 0 9 16,0-4-12-16,6-4-18 0,3-6 15 15,5-8-21-15,11-11-85 0,5-2-19 16,7-7-36-16,2-2-85 0,2-6-21 0,5-5 5 16,3-4-91-16,2-6-201 15,2-9-447-15,2-3-511 0,-4 4 684 16,5-12 547-16</inkml:trace>
  <inkml:trace contextRef="#ctx0" brushRef="#br0" timeOffset="59215.58">19547 6247 1444 0,'0'0'1799'0,"0"0"-1380"16,0 0-129-16,0 0 141 16,0 0-39-16,0 0-64 0,97 0-88 0,-73 0-76 15,6-6-54-15,2 0-38 0,1-1-32 16,1-5-40-16,-1-1-43 0,-4-4-90 15,-1 4-64-15,-6-3-20 0,0 2-27 16,-5 3-67-16,-5 1-163 0,-5 2-256 16,-6 3-456-16,-1 2-370 0,-6 1 1070 15</inkml:trace>
  <inkml:trace contextRef="#ctx0" brushRef="#br0" timeOffset="59350.121">19814 6179 222 0,'0'0'316'16,"0"0"1437"-16,0 0-1207 0,-55 71-232 15,41-45-71-15,2 4 67 0,-1 0 46 16,5 1-16-16,-3 1-81 0,3-2-56 15,-1 0-53-15,3-3-34 0,-1-3-40 16,1-3-48-16,-1-4-15 0,3-1-13 0,1-2-33 16,0-4-28-16,0-3-71 15,3-2-48-15,-3-2-42 0,3-3-19 0,0 0-125 16,-1 0-291-16,-1 0-594 0,1-1-349 16,-3-4 1480-16</inkml:trace>
  <inkml:trace contextRef="#ctx0" brushRef="#br0" timeOffset="59500.246">19706 6407 336 0,'0'0'2508'0,"0"0"-2056"0,0 0-160 0,0 0 127 16,0 0-6-16,89-23-53 0,-70 18-90 15,1 3-99-15,3-3-71 0,1-2-57 16,1-4-43-16,3-1-55 0,2-4-73 16,-1-3-138-16,0-2-127 0,-9 4-405 15,11-12-1334-15</inkml:trace>
  <inkml:trace contextRef="#ctx0" brushRef="#br0" timeOffset="59758.498">20196 5745 218 0,'0'0'2259'0,"0"0"-1629"15,0 0-127-15,0 0-137 0,65 72-22 16,-48-42-37-16,2 2-68 0,-1 3-64 15,-2 1-47-15,1 2-37 0,-3-1-27 16,-6 3-9-16,-1-2-43 0,-7-2-11 16,0 3-1-16,-11-1-23 0,-4-4-56 15,-6 0-40-15,-3-5-28 0,-4-1 7 16,0-6 17-16,1-1 3 0,0-6-13 0,2 0-46 16,2-7-83-16,4-3-132 15,-2-5-346-15,5 0-988 0,-3-14 530 0</inkml:trace>
  <inkml:trace contextRef="#ctx0" brushRef="#br0" timeOffset="60324.702">21032 5260 2343 0,'0'0'629'16,"0"0"-166"-16,0 0-58 0,0 68-7 15,3-32-69-15,2 9-58 0,0 3-29 0,-1 8-41 16,0 3-71-16,-1 3-33 0,-3 4 3 16,0 6 79-16,-1 3-58 15,-8 6-46-15,-1 0-32 0,-2 2 2 0,-2 0-33 0,3-1-10 16,-4-5-2-16,7-5-3 15,0-4-30-15,5-6 0 0,2-1-25 0,1-9-66 16,4-9-63-16,6-6-28 0,5-9-29 16,-1-11-126-16,6-10-342 0,-7-6-969 15,9-11-737-15</inkml:trace>
  <inkml:trace contextRef="#ctx0" brushRef="#br0" timeOffset="60870.756">22000 5464 1007 0,'0'0'1746'0,"0"0"-1201"15,0 0-161-15,0 0-82 0,0 0 18 0,0 0-60 16,-85 84-60-16,63-48-62 0,0 1-43 15,3 5-3-15,-4 5-13 0,1 3-6 16,1 4 12-16,-1 2 40 0,0 2-22 16,4-5-36-16,2-5-43 0,7-10-21 15,3-7 15-15,6-9-17 0,3-6-1 16,9-6-1-16,2-3-14 0,3-4-15 0,3-3 2 16,4 0 13-16,0-9-9 0,3-4-15 15,1-2-13-15,-2-3-24 0,-3-3-15 16,-1 2 3-16,-7 0-4 0,-2 3 34 15,-5 1 6-15,-5 3 9 0,-3 1 22 16,-6 1 12-16,-7 2 9 0,-6-2 0 0,-5 2-1 16,-3 1-39-16,-3 1 9 0,-2 3-21 15,1 2 6-15,0 1-43 0,4 0-87 16,1 1-119-16,3 3-120 0,3 1-149 16,3 0-250-16,5-2-710 0,-1 1 718 0</inkml:trace>
  <inkml:trace contextRef="#ctx0" brushRef="#br0" timeOffset="61294.732">22614 5597 267 0,'0'0'323'0,"0"0"1294"15,0 0-1135-15,0 0-116 0,0 0-62 16,0 0 3-16,0 0-48 0,0 0-33 15,-75 67-5-15,62-34-23 0,-3 4-25 16,1 6-11-16,-1 0 13 0,-1 4-29 0,2 2-18 16,-1-2-25-16,2 1-12 0,-1-5-27 15,7-3-34-15,2-3-30 0,4-8-1 16,2-4-23-16,5-7-4 0,6-5-75 16,9-3-40-16,3-2-9 0,3-3-22 0,2-4 40 15,2-1-29-15,-2 0-105 0,0-4-226 16,-2-4-247-16,-4-1-550 0,-8 0-508 15,2-4 1767-15</inkml:trace>
  <inkml:trace contextRef="#ctx0" brushRef="#br0" timeOffset="61657.712">22766 5905 1851 0,'0'0'1430'0,"0"0"-1109"16,0 0-62-16,0 0 145 0,0 0 23 0,0 0-77 15,0 0-125-15,0 0-51 0,0 0-74 16,0 0-40-16,98 52-29 0,-67-67-31 16,0-4-56-16,0-1-23 0,0-4-30 15,-3 1-3-15,0 3-19 0,-7 1 11 16,-5 5 13-16,-6-1 40 0,-6 5 18 0,-4 1 0 16,-1 0 49-16,-9 2 18 0,-4 0 1 15,-3-1-1-15,-1 1 19 0,-4 5-3 16,3 1-10-16,-2 1-2 0,-1 6-10 15,2 5-12-15,-2 5 3 0,1 5 15 16,1 4 34-16,-3 4 6 0,1 5 9 16,1 5-12-16,2-3 6 0,2 3 6 15,3 0 0-15,3-3-24 0,5-6-16 16,5-5-24-16,1-5 9 0,7-6 6 16,10-3-18-16,6-3-30 0,4-8-31 15,4 0-21-15,3-2-31 0,2-8-30 0,-1-6-31 16,1 1-47-16,-3-3-176 0,1-4-282 15,-6-1-529-15,-8 6-697 0</inkml:trace>
  <inkml:trace contextRef="#ctx0" brushRef="#br0" timeOffset="61891.926">23281 5542 1494 0,'0'0'1037'0,"0"0"-590"15,0 0-200-15,29 68 14 0,-17-37 187 16,1 1-88-16,0 1-81 0,2-1-100 16,1-3-84-16,2 1-58 0,-5-3-37 15,-1 0 0-15,-6 0-31 0,-4 4-43 0,-2-2-36 16,-8 3-20-16,-10 2 37 16,-8 3 10-16,-6-1 5 0,-7-4-15 0,0-2-52 15,1-4-94-15,3-6-175 0,5-8-220 16,4-11-447-16,10-1-340 0,-1-12 1391 0</inkml:trace>
  <inkml:trace contextRef="#ctx0" brushRef="#br0" timeOffset="62209.676">23498 5800 1436 0,'0'0'530'16,"0"0"517"-16,0 0-727 0,0 0-25 0,0 0 102 15,0 0-25-15,0 0-76 16,0 0-62-16,0 0-91 0,103 14-54 0,-71-14-40 15,5 0-25-15,-1-4-24 16,3-3-21-16,-2-1-74 0,-3-2-64 0,-4 3-49 16,-4-1-36-16,-9 3-119 0,-3 1-227 15,-9 2-483-15,-5 2-253 0,0 0 527 16,-13 1 565-16</inkml:trace>
  <inkml:trace contextRef="#ctx0" brushRef="#br0" timeOffset="62354.476">23695 5866 362 0,'0'0'140'0,"0"0"-68"0,0 0 120 16,-81 66 1061-16,66-48-680 0,7-1-68 15,7-3-88-15,1-1-28 0,1-1-47 16,9-1-85-16,5-3-38 0,2-1-16 16,6-3-44-16,3-4-77 0,3 0-82 15,3-6-18-15,1-4-101 0,1-4-77 16,2-3-91-16,2-2-217 0,-4-1-769 16,-9 4-912-16,5-8 1917 0</inkml:trace>
  <inkml:trace contextRef="#ctx0" brushRef="#br0" timeOffset="62678.696">24086 5874 1444 0,'0'0'1293'0,"0"0"-706"0,0 0-219 0,0 0 29 16,0 0 1-16,0 0-56 0,0 0-88 16,80 18-120-16,-45-28-89 0,5-5-45 15,-1-4-58-15,3 0-30 0,-5 0-31 16,-1 1-10-16,-5 3-18 0,-7 2 18 15,-8 2 2-15,-5-1 18 0,-6 5 44 16,-5-4 62-16,0 5 3 0,-10 0 62 16,-5-1-25-16,-1 3 29 0,-4 2 14 15,-4 2-24-15,0 2 5 0,-3 9 1 0,-2 5 15 16,-2 4-1-16,0 3 1 0,1 8-1 16,1 3-18-16,3 3 19 0,4 2 14 15,2 6 28-15,6-6-19 0,11 1-51 16,3-3-34-16,12-3 0 0,10-4-15 15,6-3-43-15,1-4-57 0,4-4-128 16,-4-7-13-16,1-5 4 0,-7-3-308 0,6-4-1117 16</inkml:trace>
  <inkml:trace contextRef="#ctx0" brushRef="#br0" timeOffset="63312.744">25313 5191 163 0,'0'0'2511'0,"0"0"-1931"0,0 0-138 16,0 0-99-16,0 0-59 0,0 0 38 15,39 69-94-15,-27-31-60 0,-4 6-37 16,0 6-15-16,-2 3-13 0,-3 2-18 16,-1 1-6-16,2 2 15 0,-4-1 66 15,0-3-78-15,0-4-49 0,2-6-15 0,1-7-15 16,0-5 9-16,3-6-12 0,-1-6 3 15,0-4-1-15,2-6 0 0,-2-2-2 16,0-3 0-16,-1-2 0 0,-1-3-18 16,3 0 16-16,2 0 2 0,3-6 1 15,2-5 20-15,5-7-21 0,2-6-1 16,1-3-14-16,0-7-9 0,-1-3 3 16,-1-5-12-16,1-6-16 0,-2-2-8 15,-1-7-40-15,-4 2 6 0,1-2 21 16,-5 4-30-16,-2 5 3 0,0 5 6 15,1 7-10-15,-6 8 6 0,0 5-12 16,-2 10-3-16,0 2-108 0,-4 4-217 0,-7 6-249 16,-3 1-432-16,2 0-500 0,-9 6 1310 0</inkml:trace>
  <inkml:trace contextRef="#ctx0" brushRef="#br0" timeOffset="63527.704">25319 5578 150 0,'0'0'2199'16,"0"0"-1494"-16,0 0-144 0,0 0-120 16,0 0-83-16,0 0-27 0,0 0-74 15,0 0-59-15,0 0-30 0,0 0-16 16,81 50-22-16,-57-50-39 0,2-7-52 16,3-3-39-16,3 1-27 0,1-4-82 0,1 2-73 15,0 0-40-15,0 3-31 0,1 3-72 16,-2-1-262-16,-1 5-663 0,-9-3-913 15,3-1 2052-15</inkml:trace>
  <inkml:trace contextRef="#ctx0" brushRef="#br0" timeOffset="64193.962">25910 5824 711 0,'0'0'1510'0,"0"0"-752"0,0 0-225 16,0 0-113-16,0 0 2 0,0 0-45 15,0 0-76-15,0 0-70 0,0 0-57 16,89 45-68-16,-61-50-43 0,4-6-32 16,-1-6-31-16,1 0-12 0,0-5-55 15,-1 2-18-15,-3-3-21 0,-4 3-16 16,-2 2 15-16,-8 1 7 0,-4 3-13 15,-3 2 36-15,-5 0 25 0,-2 3 6 0,-2 1 46 16,-6 0 27-16,-1 1-14 16,-1 4 23-16,-3 0 11 0,0 3-37 0,-2 2-10 15,-2 8 0-15,-3 5 10 0,-2 8 30 0,2 3-7 16,-1 6 1-16,3 3 9 16,0 2 3-16,3-1 9 0,3 3-7 15,1-7 19-15,8-1-9 0,3-6-9 0,0-5-13 16,6-6-11-16,7-3-25 0,4-4-4 15,6-3-23-15,2-4-43 0,7-5-61 16,4-8-52-16,4-5-90 0,2-4-331 16,3-1-786-16,-11 5-782 0,19-13 2090 0</inkml:trace>
  <inkml:trace contextRef="#ctx0" brushRef="#br0" timeOffset="64411.564">26816 5524 818 0,'0'0'691'15,"0"0"158"-15,0 0-317 0,0 0-20 0,0 0-15 16,-51 85-103-16,35-52-87 0,-2 5-52 16,5 0 2-16,-1 1-44 0,5-1-31 0,1-4-42 15,1-3-46-15,5-1-52 0,2-7-27 16,0-2-14-16,9-8-1 0,2-1-45 16,1-3-52-16,4-4-48 0,-2-3-53 15,3-2-55-15,-3 0-133 0,0-5-557 16,-6-2-527-16,-2 1-433 0,-6-6 1802 0</inkml:trace>
  <inkml:trace contextRef="#ctx0" brushRef="#br0" timeOffset="64557.75">26652 5822 2363 0,'0'0'529'0,"0"0"-94"0,0 0 68 16,0 0-11-16,0 0-93 0,0 0-77 15,0 0-118-15,0 0-73 0,97-26-76 16,-64 15-28-16,4-1-27 0,2 0-13 0,-1-2-63 15,-1-3-88-15,-2 0-75 0,-2 2-40 0,-1-3-157 16,-9 6-625-16,-2-6-978 0</inkml:trace>
  <inkml:trace contextRef="#ctx0" brushRef="#br0" timeOffset="64758.316">27044 5548 85 0,'0'0'3245'0,"0"0"-2263"0,0 0-556 16,0 0 15-16,105-6-119 0,-67 0-103 0,2-1-96 15,6-5-50-15,3-2-43 0,0-3-30 16,-1-3-52-16,-2 0-127 0,-6-3-84 16,-3 4-72-16,-9 3-162 0,-8 4-657 15,-11 2-777-15</inkml:trace>
  <inkml:trace contextRef="#ctx0" brushRef="#br0" timeOffset="64933.164">27305 5453 36 0,'0'0'1077'0,"0"0"427"0,0 0-783 0,0 0-60 16,-23 85-113-16,21-56-105 0,1 2-123 16,1 2-56-16,0-3-58 0,0 1-82 15,1-5-58-15,1 2-35 0,1-4-30 16,-2 1-1-16,2-3-43 0,0-3-32 0,2-2-55 15,-1-4-64-15,1-5-58 0,1-1-77 16,-1-2-197-16,-5-5-683 0,0 2-738 16,0-2 680-16</inkml:trace>
  <inkml:trace contextRef="#ctx0" brushRef="#br0" timeOffset="65110.261">27210 5834 382 0,'0'0'1410'15,"0"0"169"-15,0 0-1252 0,0 0-94 0,0 0 261 16,0 0 20-16,0 0-118 0,107-17-150 15,-73 15-88-15,2 0-56 0,0 0-38 16,2-3-37-16,-7 0-27 0,0 0-18 16,-7 0-64-16,-4-1-81 0,-2 5-61 15,-10-4-23-15,-2 5-37 0,-6 0-140 0,-1 0-321 16,-10 6-392-16,-7 5-93 0,-7 3 144 16,5-2 868-16,-19 7 218 0</inkml:trace>
  <inkml:trace contextRef="#ctx0" brushRef="#br0" timeOffset="65286.011">27286 5970 649 0,'0'0'19'15,"0"0"1038"-15,0 0-480 0,0 0-154 16,0 0 33-16,0 0 8 0,-45 65-38 16,45-58-96-16,5-2-58 0,8-3 1 15,6 2 5-15,8-4-50 0,3 0-80 16,6-4-75-16,3-3-40 0,-1-5-33 0,-1-1-46 16,1-2-60-16,-4 1-76 0,-1-1-59 15,-2 1-52-15,-3 2-213 0,-2 4-617 16,-4-3-756-16,-5 6 597 0</inkml:trace>
  <inkml:trace contextRef="#ctx0" brushRef="#br0" timeOffset="65536.946">27697 5879 365 0,'0'0'2403'0,"0"0"-1782"16,0 0-121-16,0 0 32 0,95 0-95 15,-73 0-156-15,-4 0-116 0,-1 0-65 16,-8 0-48-16,-1 0-38 0,-8 0-14 15,0 6-1-15,-3 2-41 0,-10 4 5 16,-2 5 37-16,-6 5 9 0,-4 0 19 16,1 1 8-16,-2 1 9 0,-2 1-11 15,5-3-13-15,2-4-20 0,6-3-1 0,7-5-12 16,6-3 9-16,2-3-9 0,4-4 0 16,13 0 11-16,4 0 0 0,9-7-30 15,6-3-72-15,5-2 6 0,3-1-13 16,-5-5-110-16,0 2-161 0,-1 0-305 0,-12 3-895 15,11-10-113-15</inkml:trace>
  <inkml:trace contextRef="#ctx0" brushRef="#br0" timeOffset="66129.679">28093 5091 1585 0,'0'0'1146'0,"0"0"-337"0,0 0-318 0,0 0-203 16,0 0-6-16,0 0-61 0,0 0-34 16,0 0-65-16,0 0-58 0,77-28-30 15,-55 22-10-15,1 0-12 0,-1 0-11 16,-2 3-1-16,-1 3-3 0,-1 0 0 16,-4 7-15-16,0 7 18 0,-2 7 18 15,-5 6-17-15,-4 7 0 0,-3 5 42 16,0 5 18-16,-8 4-7 0,-6 1-29 15,-3-1-7-15,1 2-3 0,-1-1 19 16,2-4-7-16,3-6 9 0,4-4-9 16,3-5-2-16,2-4-13 0,3-5 0 0,0-4-10 15,0-3 0-15,3-2-2 0,1 0-1 16,0 0-1-16,2 2-10 0,2 3 9 16,-2 2 0-16,0 3 2 0,-1 5-1 0,0-1 1 15,1 0-2-15,0 5-9 0,0-1-3 16,1-1 14-16,2 2 0 0,0 0-23 15,0-2-12-15,1 1 15 0,-2-2-28 16,-1 0 0-16,-2-2 13 0,-2-1 3 16,-3 2 11-16,0 1 22 0,0 1 10 15,-5-4-8-15,-7 3 19 0,1-3-21 16,-3 1-19-16,-3 1-18 0,-4-3 35 16,-1-2-20-16,-2-3-155 0,-4-6-108 15,2-4-178-15,6-2-540 0,-7-4-433 0</inkml:trace>
  <inkml:trace contextRef="#ctx0" brushRef="#br1" timeOffset="70481.461">25710 6492 440 0,'0'0'603'16,"0"0"-378"-16,0 0-157 0,0 0 63 15,0 0 1023-15,0 0-807 0,0 0-14 16,0 0-28-16,0 0 20 0,0 0-5 16,-78-8-41-16,71 8-36 0,2 0-16 0,-1 0-29 15,4 0-42-15,-4 0-65 0,2 0-34 16,-4-2-57-16,0 1-1 0,-2-1-14 15,1 1 13-15,3 0-1 0,0-1 3 16,6 2 2-16,0-1 35 0,0 1 5 16,6-1-3-16,0 1-17 0,7-3-7 15,4 2 6-15,11-1-6 0,9 0 34 16,11 0-16-16,8-2-21 0,7 1-9 16,6 2-3-16,11 1 0 0,2 0-12 15,10 0 9-15,9 4 1 0,9 1 2 16,8 0 3-16,4-4 15 0,4 1-18 15,-5-2-50-15,-3 0 34 0,-6-3 13 0,-7-2 2 16,-7 0 1-16,-10 1-3 0,-7-1-18 16,-12 1 0-16,-14 2-15 0,-10 0-58 15,-17 1-28-15,-9-1 4 0,-12 2-4 16,-7 0-43-16,-7 0-86 0,-12 0-275 16,1 0-757-16,-28 0-1399 0</inkml:trace>
  <inkml:trace contextRef="#ctx0" brushRef="#br1" timeOffset="71474.92">9910 5897 756 0,'0'0'1284'0,"0"0"-178"0,0 0-921 16,0 0-58-16,0 0 73 0,0 0 124 15,0 0 36-15,0 0-79 0,0 0-84 16,0 0-80-16,0 0-35 0,41-27-5 0,-23 32-16 16,6 5 3-16,6-3-25 15,10-1 4-15,9 0-22 0,4-4-18 0,9-2 6 16,6-3-9-16,1-7-12 0,0-2-12 15,-1-2-34-15,-3 2-46 16,-6-1-9-16,-6 0-92 0,-8 1-53 0,-9 2-96 16,-8 4-269-16,-11 0-570 0,-13 0-800 0</inkml:trace>
  <inkml:trace contextRef="#ctx0" brushRef="#br1" timeOffset="72038.336">6201 6047 1816 0,'0'0'732'16,"0"0"-288"-16,0 0-86 0,0 0 38 0,0 0-21 15,0 0-42-15,0 0-47 0,0 0-56 16,0 0-71-16,0 0-76 0,1-15-61 0,-2 13-22 15,-2 0-3-15,2-1 0 0,-2 1-15 16,1 1 18-16,1-1-1 0,-1 2-12 16,2 0 11-16,-1 0-10 0,-2 0-3 15,3 0-13-15,-2 0 28 0,1 2 25 16,1-2 5-16,0 0 7 0,3 0-10 16,9 1-5-16,8 2 17 0,11 0-11 15,14-3-13-15,14 0-15 0,12-9-25 16,5-4-118-16,3-2-80 0,-1 1-105 15,-3-1-209-15,-21 5-637 0,14-4-884 0</inkml:trace>
  <inkml:trace contextRef="#ctx0" brushRef="#br1" timeOffset="75118.281">25292 4780 886 0,'0'0'505'16,"0"0"-177"-16,0 0-120 0,0 0-10 15,0 0 6-15,0 0 3 0,0 0-13 16,0 0-56-16,0 0-51 0,0 0-10 16,0 0-10-16,35-19 10 0,-33 19-1 15,5 0 7-15,1 0 0 0,0 0 60 0,2 0-32 16,0 0-26-16,2 0-6 0,2 0 9 15,2 0 9-15,4 0-21 0,3 0-35 16,2 0-23-16,7 0-18 0,4-1 0 16,1 1-2-16,7 0 0 0,0 0-1 15,5 0 3-15,6 0-3 0,5 0 3 16,8 1 0-16,8 4 1 0,5 1 11 0,6-5-12 16,1 4-25-16,2 1 13 15,3-5-7-15,0 3-6 0,-2-1-45 0,-2 1-58 16,-4-1 14-16,-7 1-25 0,-5 2 29 15,-8-1 24-15,-8 0 25 0,-7-1 1 16,-11 0 25-16,-10-2 0 0,-7 1 15 16,-9-1 8-16,-6-2 12 0,-4 0 3 15,-3 0 41-15,0 0-44 0,-3 0-6 0,-4 0-106 16,-1-2-64-16,0-1-194 0,0 2-200 16,-9-1-523-16</inkml:trace>
  <inkml:trace contextRef="#ctx0" brushRef="#br1" timeOffset="86085.884">21953 6786 1420 0,'0'0'59'16,"0"0"1037"-16,0 0-826 0,0 0-71 0,0 0 3 16,11 75 43-16,-5-57-20 0,2 0 14 15,-2-1-72-15,-1-3-95 0,-1-2-26 16,-1-2 7-16,1-1 13 0,-1-2 11 0,0-1-21 16,0-2-22-16,0 0-22 0,0-3-11 15,-1 0 1-15,1 1 1 0,0-1 25 16,3 0 31-16,2 1-28 0,0 2 5 15,1 0-14-15,2 0-4 0,5 3 4 16,-1 1-7-16,2-1 17 0,3-1-32 16,-1 0-9-16,4-1 9 0,4-3 2 15,3-2 1-15,5 0 28 0,4-9-31 16,5-5-12-16,0 0-12 0,2-4-16 16,-2 0 3-16,2 0 3 0,-5 0-9 15,-4 4 25-15,0-1 14 0,-7 3-11 16,0 0 13-16,-1 2-12 0,0 0 13 0,-1-2 2 15,4 1-2-15,1 0 1 0,0-1-4 16,2 0-17-16,2 0 18 0,-1 2 3 16,0 1 2-16,1 2 1 0,0-3 12 0,-1 4-12 15,3 0 22-15,-2 0-25 0,-1 0-2 16,4 0 0-16,0 0 0 0,-3 2-13 16,4 1 12-16,-1-1-15 0,-1 2 15 15,0 2-16-15,-2 0 18 0,-1 0-14 16,1 5 13-16,3-1 1 0,-3 3-1 15,4-2 2-15,0 0-2 0,0-1 2 16,2 1 1-16,-1-1 1 0,-2-1 12 16,-1 1-14-16,0-3 0 0,-2 1-1 15,-2-2 1-15,-3 3 3 0,-1-2 13 16,0 2-13-16,-3 0 9 0,3-1-12 16,0 2-2-16,2-1-1 0,2-1-12 15,3-1 12-15,2-1-9 0,0 0 0 0,2 0-19 16,3 0 9-16,-3-3 4 0,1 1 15 15,-4 1-19-15,-5-1 22 0,-1 2 14 16,-4 0-14-16,-3 0 0 0,-2 0-15 0,0 2 15 16,-1 1 2-16,0 0 10 0,0-1-11 15,-1-1 0-15,2-1-1 0,2 0 3 16,1 0 1-16,2 0-3 16,0 0 1-16,1-3-1 0,0 2-1 0,-1-3 0 15,0 0 3-15,0 1-1 0,-3 0-2 16,-2 2 0-16,-1-2 1 0,-4 0-1 15,-3 3 0-15,-2-2-1 0,-4 2-12 16,-2-1-11-16,-4 1-29 0,-2-2-22 16,-2 1-24-16,0 1-29 0,-5 0-58 15,-5 0-111-15,-6 0-152 0,0 0-252 0,-15 4-398 16</inkml:trace>
  <inkml:trace contextRef="#ctx0" brushRef="#br1" timeOffset="86606.245">23599 6878 1167 0,'0'0'202'0,"0"0"1205"16,0 0-1093-16,0 0 69 0,0 0-76 16,0 0 70-16,0 0-81 0,62 83-34 15,-57-47-47-15,1 5-8 0,-5 3-33 16,-1 3-62-16,0 2-42 0,-4 1-12 16,-4-3 6-16,2 0-13 0,1-6-27 0,4-7-24 15,1-7 0-15,1-7-24 0,5-3 22 16,4-4-19-16,0-5 9 0,0-4-49 15,1 0-27-15,0-4-33 0,-1 0-41 16,0-7-42-16,-1-2-84 0,-1-6-96 16,-3-1-180-16,-2-3-68 0,0-2-148 15,-3-3-194-15,0-2-71 0,0-3 1044 16,0 5-105-16,-3-17-5 0</inkml:trace>
  <inkml:trace contextRef="#ctx0" brushRef="#br1" timeOffset="86729.851">23708 7077 368 0,'0'0'428'0,"0"0"-327"0,0 0 475 16,0 0 684-16,-87 22-782 0,51-2-131 15,-3 8-110-15,-4-1 1 0,4 1-40 16,3-4-74-16,7-5-86 0,8-5-38 0,6-4-34 16,4-3-66-16,7-3-74 0,2-4-63 15,2 0-66-15,0-5-175 0,2-2-576 16,13-16-62-16</inkml:trace>
  <inkml:trace contextRef="#ctx0" brushRef="#br1" timeOffset="86901.743">23499 6968 1079 0,'0'0'368'0,"0"0"337"0,0 0-23 0,0 0-259 16,0 0-115-16,0 0-71 0,0 0 103 0,0 0-54 16,0 0-30-16,98 89-47 15,-72-64-111-15,3 0-52 0,2 0-46 0,3-2-10 16,2-4-91-16,4-1-56 0,-1 0-77 16,1-2-45-16,3-4-56 0,-4 0-159 15,-8-5-551-15,8-1-639 0</inkml:trace>
  <inkml:trace contextRef="#ctx0" brushRef="#br1" timeOffset="87674.845">23346 8063 1573 0,'0'0'968'0,"0"0"-235"16,0 0-166-16,0 0-190 0,95 61-95 0,-78-26-23 15,-5 3-63-15,-3 3-22 0,-4-5-6 16,-5-2-62-16,0-4-51 0,0-5-34 16,2-6-21-16,-1-5-11 0,4-3-4 15,1-5 12-15,1-1-37 0,3-3-17 16,1-2 2-16,2-1-3 0,6-6-3 0,1-6-15 16,-1-4-10-16,0-2 16 0,-2 0 15 15,-1-1 9-15,-4-1 34 0,0 0 12 16,-2 0 24-16,-1-3-5 0,0-2-19 15,-4 5-11-15,0 2 11 0,-2 5 22 16,-2 7-4-16,-1 4-6 0,0 3 13 16,0 0 18-16,0 0-19 0,0 0-23 15,-1 7 11-15,-1-2 10 0,-1 2-10 16,3-2-9-16,0-2-3 0,0-3 1 16,0 0-2-16,2 0-32 0,5 0 33 15,3-7 12-15,7-1 31 0,1-2-19 0,1-3-21 16,1 3 9-16,-3 2-11 0,-1 1-1 15,-2 6 3-15,1 1 55 0,-5 1-27 0,1 7-4 16,-1 6 13-16,-2 2 11 16,-1 4 7-16,0 1-9 0,-3 0-10 15,1-2-5-15,-3-4-7 0,4 0 0 0,-3-6-15 16,2 1-10-16,1-4-2 0,-3 0-3 16,0-4 0-16,0 1-24 0,-1-2-31 15,-1-1-27-15,-1 0-18 0,2 0-13 16,-1 0-15-16,1 0-19 0,0 0-28 15,3 2-38-15,2-2-147 0,3 0-283 16,-1 0-535-16,11-12-523 0</inkml:trace>
  <inkml:trace contextRef="#ctx0" brushRef="#br1" timeOffset="87977.818">24311 8188 2526 0,'0'0'512'0,"0"0"-224"0,0 0 39 16,0 0 167-16,0 0-81 0,-40 73-109 15,38-68-129-15,2-3-84 0,0-2 4 0,8 0-34 16,5-5-19-16,5-4-42 0,6-3 0 16,2-5-82-16,1-1-67 0,-1-1-16 15,-4 0 36-15,-2 4 37 0,-4-1-13 16,-5 2-18-16,-5 1-14 0,-4-1 38 16,-2-1 99-16,0 5 21 0,-8-2 85 15,-3 2-1-15,-4-1-9 0,2 4-56 16,-4 4-15-16,-3 3 6 0,0 2-29 15,-5 8 29-15,-1 5 2 0,1 4-5 16,-1 0 33-16,5 4-29 0,1-4-32 0,6-2-70 16,2-3-53-16,7-5-50 0,0 0-7 15,5-4-35-15,0-5-113 0,6 0-176 16,7-5-241-16,-2-2-285 0,12-12-305 0</inkml:trace>
  <inkml:trace contextRef="#ctx0" brushRef="#br1" timeOffset="88230.957">24516 7999 1683 0,'0'0'779'0,"0"0"-232"16,0 0-106-16,0 0 8 0,0 0-83 16,0 0-115-16,0 0-38 0,0 0-35 15,65 80-34-15,-65-60-34 0,0-2-22 16,0 1-48-16,0 0-31 0,-4 1-9 16,-5 0-21-16,-1-1-19 0,-3 4-30 0,0-4 6 15,-1 0 9-15,2-3 21 0,4-6 23 16,4-3 11-16,-1-4 12 0,5-3 7 15,0 0 5-15,5-3-23 0,4-6-1 16,7-9-1-16,4-6-20 0,5-3-16 16,1-8-61-16,3-1-49 0,-2 1-7 15,1-1-22-15,0 5-89 0,-2 2-210 16,0 4-145-16,-7 7-193 0,11-1-595 0</inkml:trace>
  <inkml:trace contextRef="#ctx0" brushRef="#br1" timeOffset="88873.001">24963 8155 1623 0,'0'0'1081'15,"0"0"-526"-15,0 0-120 0,0 0-38 16,0 0-77-16,0 0-116 0,0 0-62 15,0 0-35-15,0 0-48 0,0 0-1 16,0 0-14-16,102-10-44 0,-67-6-61 16,-2-2-67-16,-1 0 20 0,-5 0 22 0,-4 1 21 15,-7 3-24-15,-4-1-4 16,-7 2 37-16,-5 1 9 0,0 0 19 0,-7 0 28 16,-6 0 0-16,-3 4-24 0,-4 0-13 0,-3 6 37 15,1 2 0-15,-3 13 31 0,-3 6 28 16,1 9 47-16,0 4 27 0,1 4-16 15,1 4-31-15,5-1-24 0,1-1-19 16,5-2-6-16,4-4-37 0,6-3 0 16,4-6-25-16,1-6-58 0,12-2-15 15,4-4 5-15,6-4 1 0,4-2-39 16,2-5-77-16,2 0-129 0,0-4-125 16,2-4-163-16,-8 1-155 0,15 2-534 0</inkml:trace>
  <inkml:trace contextRef="#ctx0" brushRef="#br1" timeOffset="102544.06">26965 7925 1646 0,'0'0'1100'0,"0"0"-629"0,0 0-171 16,0 0 0-16,0 0 46 0,0 0-30 15,0 0-87-15,0 0-67 0,0 0-45 16,-71-25-19-16,69 25-16 0,-4 6-6 15,1-1-6-15,-1 5-3 0,-3 4-12 0,0 4-16 16,-3 4-9-16,-1 4 10 0,2 5-7 16,-3-2-9-16,3 1-8 0,3-2-14 15,0 0-2-15,1-3 0 0,5-4-15 0,2-5-24 16,0-4-31-16,5-3-30 16,10-7-37-16,5-2-18 0,1 0-38 0,10-7-55 15,2-5-86-15,2-2-86 0,-1-2-213 16,-3 1-58-16,0 1-44 0,-12 1 3 15,4 0-280-15</inkml:trace>
  <inkml:trace contextRef="#ctx0" brushRef="#br1" timeOffset="102819.354">27103 8088 734 0,'0'0'768'0,"0"0"-183"0,0 0-74 15,0 0-86-15,0 0-102 0,0 0-15 0,0 0-6 16,0 0-51-16,0 0-46 0,0 0-13 16,28 69-32-16,-14-66-31 0,6-3-22 15,3 0-55-15,6-6 9 0,1-5-55 16,1-6-6-16,-1 0-27 0,-3-3-47 15,-2 1-24-15,-2 0-6 0,-4 0-13 16,-3 2 13-16,-4 1 8 0,-6-1 22 16,-3 3 9-16,-3 2 43 0,-3-1 22 0,-6 1 0 15,-6 0 1-15,-1 4 1 0,-1 1 51 16,-3 3 15-16,1 4-6 0,-1 2 9 16,-2 7-22-16,2 5 19 15,-5 3 2-15,1 2-14 0,1 2-10 0,2 0-22 0,1-2-24 16,6 0-12-16,2-3-49 15,4-3-68-15,2-1-59 0,1-3-5 0,5-1-21 16,0-3-139-16,0-4-219 0,3 0-454 16,6-1-315-16</inkml:trace>
  <inkml:trace contextRef="#ctx0" brushRef="#br1" timeOffset="103248.228">27534 7821 2183 0,'0'0'489'0,"0"0"-65"0,0 0 186 0,0 0-113 15,28 90-48-15,-28-59-154 0,0-1-75 16,0 2-53-16,-8 2-33 0,1-3-46 16,-1-1-67-16,0-5-21 0,4-2-39 0,0-4 5 15,4-6-41-15,0-2-29 0,0-6-2 16,0-3 17-16,0-2 19 0,5 0 15 15,3-6 3-15,2-6-3 0,3-1-3 16,1-6 9-16,0-4 21 0,3-1 27 16,0-6-30-16,-1-4-12 0,2-1-25 15,-3-1 10-15,-2 1-10 0,-3 4 43 16,-4 10 25-16,1 3 34 0,-6 11 62 16,0 1-4-16,-1 6-12 0,2 2-6 15,-1 8-7-15,-1 6 22 0,0 4-3 16,0 3-4-16,0 2-6 0,0 2 6 0,0 0-9 15,0-2 3-15,0 0-37 0,0-3-39 16,2-3-16-16,2-2-11 0,4-4 0 16,1-3-25-16,-3-2-12 0,1-3-9 15,2-1-21-15,0-2-16 0,-4 1-64 16,4 0-66-16,-1-2-42 0,-1 0-162 16,3 1-183-16,-5 0-451 0,7-2-307 0</inkml:trace>
  <inkml:trace contextRef="#ctx0" brushRef="#br1" timeOffset="103718.685">28161 7914 3123 0,'0'0'370'0,"0"0"-303"0,0 0 163 15,0 0 170-15,0 0-53 0,-81 35-113 0,61-18-83 16,0 2-44-16,4 3-13 15,3 3-11-15,-1-2-32 0,2 1-37 0,2-3-14 16,5-3-13-16,2-3-2 0,3-5-18 0,0-4 2 16,11-4 13-16,5-2 17 0,5-2 1 15,4-9-3-15,4-3-25 0,4-5-30 16,1-4 9-16,3-1 4 0,-3 0 8 16,2-3-34-16,-3-1 13 0,2-2-16 15,-2-1 1-15,-2-2-35 0,-3-2 30 16,-3-2 4-16,-4-2 3 0,-5-7-19 15,-2 0-26-15,-3-2-26 0,-2 0 45 16,-4 3 50-16,-1 6 47 0,-4 6 47 16,0 8 31-16,0 12 142 0,0 4-8 15,0 6-42-15,0 3-41 0,0 0-36 16,-3 6-17-16,-5 5-2 0,-1 8 2 0,-4 5-24 16,-3 6 15-16,3 2 19 0,-2 5 14 15,2 3 3-15,-5 2-17 0,2 1-29 16,-1 4-24-16,-3 0-14 0,0 1-19 15,-2-3-3-15,-1-3-25 0,1-2-20 0,2-4 2 16,3-3-63-16,6-9-40 0,3-4-46 16,8-8-50-16,0-6-57 0,11-5-112 15,6-2-166-15,5-9-169 0,-2-2-435 16,16-14-383-16</inkml:trace>
  <inkml:trace contextRef="#ctx0" brushRef="#br1" timeOffset="103866.689">28552 7885 2088 0,'0'0'1061'15,"0"0"-695"-15,0 0-40 0,0 0 119 16,6 83-83-16,-6-57-85 0,-2 2-60 16,-2 0-59-16,2-3-46 0,-1-3-42 0,3-3-70 15,0-4-9-15,0-3-15 0,2-4-31 16,1-2-103-16,0-4-77 0,0-2-112 16,-1 0-356-16,1-12-1225 0</inkml:trace>
  <inkml:trace contextRef="#ctx0" brushRef="#br1" timeOffset="104023.134">28625 7888 3097 0,'0'0'452'0,"0"0"-300"0,0 0 348 16,0 0-2-16,0 0-173 0,0 0-166 16,0 0-110-16,0 0-49 0,99 23-59 15,-70-32-100-15,2-5-43 0,-3-3-41 0,-1-2-260 16,-7 2-623-16,3-11-983 0</inkml:trace>
  <inkml:trace contextRef="#ctx0" brushRef="#br1" timeOffset="104284.117">29019 7407 2035 0,'0'0'795'0,"0"0"-276"16,0 0 13-16,-26 96-66 15,20-58-104-15,0 4-83 0,2 5-81 0,1 2-82 16,0 4-31-16,1-3 6 0,0 3-73 16,-2-3-18-16,4-4-30 0,0-5-16 0,0-3-17 15,4-7 17-15,0-7-36 16,0-7-40-16,1-3-3 0,-2-6-1 0,0-6-6 16,-3-2-3-16,0 0-5 0,0-2-30 15,0-8-125-15,-3-2-86 0,-5-2-205 16,-4-4-179-16,3 2-50 0,-10-8-386 0</inkml:trace>
  <inkml:trace contextRef="#ctx0" brushRef="#br1" timeOffset="104416.712">28797 7833 346 0,'0'0'1554'0,"0"0"-884"15,0 0-145-15,0 0-6 0,0 0-75 16,0 0-55-16,0 0-49 0,0 0-59 16,104-22-116-16,-69 20-56 0,6-3-33 15,1-2-12-15,4-4-24 0,-4 0-40 0,-2 1-6 0,-3 0-43 16,-7-2-106-16,-3 1-80 0,-4 1-135 15,-8 3-219-15,-2-2-934 0</inkml:trace>
  <inkml:trace contextRef="#ctx0" brushRef="#br1" timeOffset="104587.555">29285 7881 1997 0,'0'0'1335'15,"0"0"-1097"-15,0 0 131 0,-13 66 205 16,9-47-60-16,1-1-170 0,3-1-126 15,0-3-112-15,3-3-54 0,5 2-34 16,-2-5-18-16,0 1-67 0,-2-2-81 16,-2-5-40-16,-1 2-89 0,-1-4-131 0,0 0-188 15,0 0-159-15,-7-6-603 0</inkml:trace>
  <inkml:trace contextRef="#ctx0" brushRef="#br1" timeOffset="104739.108">29344 7732 2470 0,'0'0'679'16,"0"0"-271"-16,0 0 52 0,0 0-107 0,81-5-149 16,-53 6-111-16,-3 3-93 0,3-2-67 15,-1 2-94-15,0 1-56 0,1-1-50 16,-2 2 122-16,-3 2-333 0,-4 0-788 16,-5 1 280-16,-3-2 973 0</inkml:trace>
  <inkml:trace contextRef="#ctx0" brushRef="#br1" timeOffset="105001.235">29666 7872 1186 0,'0'0'1299'0,"0"0"-767"0,0 0-70 15,-42 72-29-15,29-48-63 0,4-6-67 16,4-1-50-16,5-4-67 0,0-3-73 0,2-4-39 16,10-3-41-16,5-3 10 0,3 0-4 15,2-9-17-15,6-4-22 0,-3-3-75 16,3-2-60-16,-4 0-23 0,-1 0 20 16,-4 1 55-16,-2 2 6 0,-5 1 9 0,-5 0 16 15,-4 2 46-15,-3-2 6 0,-3 4 27 16,-4 1 4-16,-3 6 56 15,-2 3-26-15,-4 0 7 0,-1 6 5 0,-2 5-2 16,-2 0 5-16,-1 2 9 0,3-1-18 16,1-1-18-16,2-3-49 0,1-1 0 15,5 0-52-15,4-2-125 0,5-1-77 16,1-4-48-16,4 0-12 0,9-4-152 16,5-4-247-16,-2 3-479 0,12-9-272 0</inkml:trace>
  <inkml:trace contextRef="#ctx0" brushRef="#br1" timeOffset="105244.421">29943 7835 2146 0,'0'0'697'0,"0"0"-102"0,0 0-322 16,0 0-88-16,0 0 136 0,0 0-17 15,0 0-95-15,0 0-43 0,64 71 118 16,-51-66-202-16,0 0-60 0,1-3 14 0,5-2-2 16,3 0 8-16,2-4-27 15,2-1-15-15,-1-2-1 0,1 0-14 0,-2 0 13 16,-1 1-1-16,-4 2-21 0,-3 1 21 15,-4 3 1-15,-7 0 2 0,2 1 20 16,-4 5 32-16,-3 5 20 0,2 0-26 16,-2 3-1-16,0-1 55 0,0 0 24 15,0 0-58-15,-2-2-66 0,2 1-30 16,3 0-113-16,7 0-56 0,5 2 98 16,-4-4-417-16,-3-2-891 0,7 3-646 0</inkml:trace>
  <inkml:trace contextRef="#ctx0" brushRef="#br1" timeOffset="105373.289">30638 8181 3617 0,'0'0'697'0,"0"0"-545"15,0 0-32-15,0 0-95 16,0 0-25-16,0 0-145 0,0 0-150 0,0 0-250 16,0 0-889-16</inkml:trace>
  <inkml:trace contextRef="#ctx0" brushRef="#br0" timeOffset="111713.327">17306 10206 1542 0,'0'0'579'0,"0"0"38"0,0 0-363 16,0 0-43-16,0 0-19 0,0 0 68 15,0 0 61-15,0 0-111 0,0 0-63 16,0 0 17-16,25 76 15 0,-15-30-78 16,-1 9-5-16,-1 9-23 0,-2 7-12 15,-2 4 16-15,-2 1-29 0,-1-4-37 16,1-6-11-16,1-5-40 0,0-14 9 15,1-7-21-15,3-13 13 0,0-6-75 16,0-9-24-16,4-5-44 0,1-5-44 16,0-2-84-16,2-7-184 0,-5-1-310 0,0-10-854 15</inkml:trace>
  <inkml:trace contextRef="#ctx0" brushRef="#br0" timeOffset="111895.747">17456 10699 2861 0,'0'0'439'0,"0"0"-210"0,0 0-86 16,0 0 153-16,0 0 51 0,106 27-108 15,-75-27-110-15,4 0-40 0,3-2-49 16,0-7-40-16,0-3 0 0,-1 0 0 16,-1-5-21-16,0 0-62 0,-6 3-121 15,-5-5-78-15,-2 3-95 0,-9 5-270 16,-4-4-675-16</inkml:trace>
  <inkml:trace contextRef="#ctx0" brushRef="#br0" timeOffset="112143.911">17848 10157 2854 0,'0'0'311'0,"0"0"-104"0,0 0-105 0,0 0 205 16,0 0 170-16,23 85-133 0,-13-43-77 15,0 6-68-15,2 4-58 0,1 4-29 16,-1 1 55-16,0-1-52 0,-2-2-54 16,-1-1-61-16,0-4 0 0,-1-1-45 15,0-2 20-15,-4-3-5 0,2-4-61 16,-2-4-36-16,2-5-44 0,0-6-43 16,1-5-71-16,0-9-186 0,4-4-295 15,-5-6-471-15,2-4-525 0</inkml:trace>
  <inkml:trace contextRef="#ctx0" brushRef="#br0" timeOffset="113187.538">18410 10719 1155 0,'0'0'277'0,"0"0"324"16,0 0-57-16,0 0-187 0,0 0-53 15,0 0-27-15,0 0 65 0,0 0-84 16,-40 74-56-16,36-49-47 0,1 1-68 16,1 4-1-16,-1 3-30 0,3-1-10 15,-2 3-3-15,2-3-25 0,0-2-18 0,0-2-21 16,0-9-38-16,2-3-27 15,6-8-56-15,2-1-69 0,1-6-43 0,2-1-104 16,4-8-218-16,-5 1-622 0,10-17-676 0</inkml:trace>
  <inkml:trace contextRef="#ctx0" brushRef="#br0" timeOffset="114700.132">19403 10149 1129 0,'0'0'319'0,"0"0"670"0,0 0-602 16,0 0-9-16,0 0-88 0,0 0-15 16,0 0-26-16,0 0-14 0,0 0-24 15,0 0-54-15,0 0-64 0,70-59-44 16,-75 60-21-16,-7 8 15 0,-8 5 9 16,-7 9-52-16,-8 3-23 0,-5 6-4 15,-6 5 24-15,-2 3-25 0,-5 5 28 16,1 0-6-16,0 2 6 0,3-3 27 15,0-2-11-15,10-3-15 0,5-7 2 16,6-8 18-16,12-6 4 0,4-6-4 16,7-7-19-16,5-2 0 0,3 0 1 15,11-2 10-15,5 1 54 0,7 1 3 0,7-2-6 16,6-1-12-16,7 0-3 0,-1 0-9 16,1 0-19-16,0-1-3 0,0 0-3 15,-4 1-15-15,-2 0 0 0,-6 0-36 16,-6 0-22-16,-6 0-64 0,-2 0-25 15,-4 0-21-15,-3 0-54 0,-6 3-81 0,-7 2-288 16,0 2-626-16,-10 4-429 0</inkml:trace>
  <inkml:trace contextRef="#ctx0" brushRef="#br0" timeOffset="114880.603">19028 10801 2734 0,'0'0'363'0,"0"0"-130"0,0 0-90 15,0 0 114-15,0 0 114 0,0 0-38 0,0 0-92 16,87 67-103-16,-54-50-70 0,5-1 33 16,2-2-19-16,5-4-27 0,-1-4-30 15,4-5-25-15,0-1-15 0,0-4-18 0,-3-4-53 16,0-4-42-16,-5 1-57 16,-2-2-74-16,-4-3-156 0,-8 4-558 0,5-9-590 0</inkml:trace>
  <inkml:trace contextRef="#ctx0" brushRef="#br0" timeOffset="115374.912">19946 9912 805 0,'0'0'85'0,"0"0"1187"0,0 0-971 0,0 0-50 15,0 0 13-15,0 0 75 0,0 0-9 0,0 0-46 16,0 0-80-16,0 0-60 0,-3-1-42 16,3 1-12-16,0 0-10 0,2 0-21 15,-1 0-3-15,-1 1-1 0,3 0 0 16,-3 1-12-16,0-1 0 0,0-1 0 15,0 0 0-15,0 2 0 0,0-2 6 16,0 0 12-16,0 0-6 0,0 0-16 16,0 0-17-16,0 0-7 0,0 0 0 15,0 0 0-15,0 2 4 0,3-1-7 16,-1 6 9-16,2 2 6 0,2 5 10 0,1 11-25 16,0 7 76-16,0 11 121 0,-1 9-106 15,2 6-27-15,0 3-28 0,-2 5 9 16,1 0 1-16,-3-1-28 0,2-2-6 15,0-1-12-15,0-5-12 0,-1-7-1 16,1-8-20-16,2-7 3 0,1-10-9 0,2-7-31 16,0-7-23-16,2-6-49 0,-1-5-43 15,2 0-48-15,-2-6-96 0,-1-7-211 16,0 2-523-16,0-10-405 0</inkml:trace>
  <inkml:trace contextRef="#ctx0" brushRef="#br0" timeOffset="115545.384">20117 10379 1732 0,'0'0'1904'16,"0"0"-1592"-16,0 0-164 0,0 0 110 15,0 0 67-15,0 0 25 0,0 0-94 16,86-23-107-16,-54 14-67 0,2-2-40 16,4-5-22-16,1 1-20 0,1-5-15 15,1 0-24-15,-1-3-137 0,-3-1-114 16,-4-1-47-16,-5 1-230 0,-9 6-553 15,2-7-557-15</inkml:trace>
  <inkml:trace contextRef="#ctx0" brushRef="#br0" timeOffset="115730.253">20615 9826 1949 0,'0'0'227'0,"0"0"592"0,0 0-470 0,0 0 47 15,6 92 25-15,-6-54 48 0,0 7-83 16,1 3-105-16,-1 0-75 0,3 4-48 15,0-2-49-15,-1-2-40 0,-1-1-44 16,1-4-25-16,-2-2-37 0,0-4-17 16,0-2-106-16,0-3-77 0,0-2-80 15,2-3-174-15,3-4-255 0,-1-7-480 16,9-10-775-16</inkml:trace>
  <inkml:trace contextRef="#ctx0" brushRef="#br0" timeOffset="115963.883">20971 10463 988 0,'0'0'2562'0,"0"0"-2218"0,0 0-218 0,87-26 37 16,-66 17 123-16,-2 5-2 0,-5 1-140 16,-4 3-77-16,-4 0-15 0,-4 1-24 15,-2 9-26-15,0 4 150 0,-8 8 34 0,-9 3-68 16,-2 4-12-16,-7 5-21 0,-4 0-27 16,1 2-1-16,2 0-18 0,3-5-11 15,9 0-19-15,5-8-9 0,10-2-3 16,0-6 3-16,14 1 21 0,6-8-9 15,5-3-12-15,6-1-100 0,6-4 3 16,3 0 49-16,2 0-58 0,1-4-100 16,-2-1-93-16,-5 2-81 0,-10-1-286 15,-1-1-761-15</inkml:trace>
  <inkml:trace contextRef="#ctx0" brushRef="#br0" timeOffset="116944.988">14849 10632 264 0,'0'0'356'16,"0"0"-122"-16,82-27 43 0,-54 18-10 15,5 0-32-15,-3 0-89 0,0 3-42 16,-4 0 473-16,-4 2-104 0,0 0-325 0,-4 0-33 16,-3 3-3-16,0-1 34 0,-3 2 19 15,0 0-29-15,-2 0 15 0,-2 0 66 16,-3 0-127-16,-4 0-55 0,-1 2 2 15,0-2 100-15,-3 1 17 0,-4 2-49 16,-7 1 30-16,-5 1-9 0,-7 4-56 16,-7 0-15-16,-6 4 6 0,-9-1-6 15,-8 4-18-15,-7 2-36 0,-11-2 0 16,-9 3 23-16,-7-1-3 0,-3 0-5 16,-4 1-15-16,0-1-1 0,1 0-1 0,5 0-27 15,5 1-57-15,7-1-55 0,11-3 5 16,12-1 9-16,14-1-6 0,14-5-35 15,17-4-134-15,9 0-231 0,2-2-237 16,21-2-409-16</inkml:trace>
  <inkml:trace contextRef="#ctx0" brushRef="#br0" timeOffset="117198.031">15019 10783 1744 0,'0'0'1050'16,"0"0"-768"-16,0 0 9 0,-82 35 29 0,50-22 20 16,-2-1-77-16,-2-2-52 0,-3 1-47 15,-1-1-54-15,-2 0-11 0,-6 0-32 16,-4-1-43-16,-8 3-23 0,-8-1 1 16,-4 2 14-16,-5-3-6 0,-5-2-10 15,0 3-22-15,4-3-17 0,1 3-59 16,7-4 15-16,11 2 3 0,9-3 24 15,14-3 1-15,10 0-22 0,13-3-38 16,7 0-22-16,6-5-67 0,0-8-272 16,7 3-313-16,12-20-595 0</inkml:trace>
  <inkml:trace contextRef="#ctx0" brushRef="#br0" timeOffset="117478.029">14075 10410 3350 0,'0'0'469'0,"0"0"-365"16,0 0-73-16,0 0 73 0,0 0 186 15,0 0-8-15,-89 35-150 0,62-16-86 16,-4 5-45-16,-3 9 1 0,-4 4 60 16,-2 6-4-16,-2 5 3 0,0 2-3 15,2 4-27-15,0 5 14 0,2 1 4 16,6 2-15-16,5-2-22 0,6-1-12 15,9-6-31-15,9-6 4 0,7-3-16 16,22-4 4-16,15-3-32 0,15-5 68 0,13-4-21 16,10-11-31-16,6-8-22 0,-1-9-24 15,2-1-78-15,-4-8-81 0,-8 2-283 0,-19 0-578 16,10 4-858-16</inkml:trace>
  <inkml:trace contextRef="#ctx0" brushRef="#br0" timeOffset="120110.167">3808 10284 1102 0,'0'0'547'0,"0"0"-372"0,0 0-32 15,0 0 256-15,38-78-41 0,-28 62-27 0,1 1 8 16,0 2-16-16,-3 1-18 0,1 2-51 16,-2 3-43-16,-3 5-29 0,-1 1-32 15,0 1-18-15,2 3-25 0,2 9 0 16,4 11 82-16,1 6-65 0,4 9-9 16,-3 11-27-16,-3 5-36 0,1 7-10 15,-5 2-6-15,-3 3 0 0,0 0-17 16,-2 2 2-16,-1-4-21 0,0 0-29 0,0-3 4 15,0-3 7-15,-1-3-9 16,-2-4-6-16,1-7-49 0,1-7 3 0,1-5-9 16,0-7-33-16,0-9-28 0,0-5-40 15,0-4-84-15,3-7-134 0,1 0-195 16,1-9-116-16,-2-1-394 0,5-21-431 16</inkml:trace>
  <inkml:trace contextRef="#ctx0" brushRef="#br0" timeOffset="120397.478">4421 10347 1793 0,'0'0'1405'0,"0"0"-1106"0,0 0-166 0,0 0 35 16,-85 77 67-16,50-44-6 0,-3 4-67 0,0 3-57 16,0 0-43-16,2 1-13 15,0-1-18-15,3-2-13 0,-1-2-15 0,8-1 19 16,4-9-7-16,5-4-3 0,7-6 1 15,4-7-1-15,6-2-6 0,3-2-6 0,10 2-27 16,7 2 27-16,6 2 6 16,6 3 18-16,2 3-8 0,2 2 11 15,2 1-18-15,1 3-9 0,-2-2-33 0,1 1 20 16,-1-2-14-16,3 1-4 0,-4-2-55 16,2-1-130-16,-2-2-89 0,-7-7-247 15,7 2-808-15</inkml:trace>
  <inkml:trace contextRef="#ctx0" brushRef="#br0" timeOffset="120761.186">4614 10811 1535 0,'0'0'1741'0,"0"0"-1177"16,0 0-423-16,0 0-128 0,0 0 119 0,0 0 120 15,0 74 79-15,0-39-113 0,3 1-75 0,-3 2-69 16,0 1-32-16,0-3-27 0,0 1-12 16,-3-4-3-16,-1 0-27 0,-1-2-22 15,-2-3-9-15,3-6-82 0,1-4-17 16,0-5-21-16,2-4-48 0,1-8-127 16,0-1-158-16,0-1-61 0,4-11 34 15,2-2 139-15,0-5 104 0,-1-1 51 16,0 3 211-16,-4 0 33 0,3 3 261 15,-1 2 50-15,2 6 62 0,1 0 66 16,-1 1-13-16,4 4-47 0,-1 0-27 16,3 1-51-16,3 0-56 0,-1 0-47 0,3-2-54 15,-2-1-46-15,3-4-46 16,1 0-18-16,2-5-34 0,1-3-23 0,0-5-127 16,2 1-56-16,-3-4-38 0,0-1-134 15,-5 0-196-15,-4 7-516 0,2-4-442 0</inkml:trace>
  <inkml:trace contextRef="#ctx0" brushRef="#br0" timeOffset="120960.749">4898 10789 2292 0,'0'0'472'0,"0"0"-302"0,0 0-38 0,0 0 95 16,0 0 189-16,0 0-63 0,0 87-73 15,0-55-128-15,0 4-35 0,0 4-31 16,0 0 0-16,0 1 40 0,-1 1-28 15,1-2-80-15,-2 2-18 0,1-3-2 16,-1 2-25-16,1-5-4 0,-1-7-48 0,2-6-10 16,0-8-40-16,2-4-81 0,5-7-259 15,-1-4-647-15,7-11-704 0</inkml:trace>
  <inkml:trace contextRef="#ctx0" brushRef="#br0" timeOffset="121128.574">5376 11220 871 0,'0'0'2148'16,"0"0"-1093"-16,0 0-843 0,-34 80-94 15,25-55 3-15,3 3 8 0,4-3-6 16,-1 0-123-16,3-3-37 0,0-3-141 16,0 1-82-16,0-3-185 0,3-2-520 15,-3-2-524-15</inkml:trace>
  <inkml:trace contextRef="#ctx0" brushRef="#br0" timeOffset="121792.718">6018 10487 1785 0,'0'0'237'15,"0"0"433"-15,0 0-198 0,0 0-103 0,0 0 4 16,0 0-3-16,0 0-42 0,0 0-51 16,0 0-27-16,0 0-61 0,80 78-49 15,-58-59-31-15,4 3-33 0,0-3-25 16,6 0-8-16,4-1-19 0,3-4-21 16,0 1 33-16,1-3-9 0,0-3-13 15,-2 0-14-15,-1-4-1 0,-5-2 1 16,0 1 0-16,-5-3-15 0,-4 2 12 15,-5 0 0-15,-4-2-15 0,-6 2 15 16,-2 0-15-16,-4 3-3 0,-2 0 6 16,-5 6 15-16,-5 4 3 0,-7 4 57 0,-5 4-36 15,-7 6-9-15,-4 1-15 0,-5 3-12 16,-3 0 12-16,-2 0-1 0,-2 0-20 16,2-2 3-16,0-2-24 0,5-2-16 15,7-9 13-15,8-3-34 0,8-7-24 0,6-5-46 16,6-4-95-16,3 0-176 0,0-4-302 15,6-2-666-15,4-5-946 0</inkml:trace>
  <inkml:trace contextRef="#ctx0" brushRef="#br0" timeOffset="123172.061">6812 11018 1266 0,'0'0'598'0,"0"0"-319"0,0 0-78 16,0 0 126-16,0 0 74 0,0 0-24 15,0 0-99-15,0 0-107 0,0 0-71 16,0 0 45-16,0 0-5 0,-86 82-35 16,64-59-55-16,-4 1 3 0,-5 2-22 0,-2 5-19 15,-4 4-12-15,-6 2 1 16,-4 4 1-16,-1 2-2 0,-3 0 0 0,4 1 1 16,-1-4-1-16,8-2 2 0,4-5-2 15,7-9 0-15,7-5-21 0,6-6-60 16,5-5-80-16,8-5-118 0,3-3-181 15,0 0-599-15,11-13-571 0</inkml:trace>
  <inkml:trace contextRef="#ctx0" brushRef="#br0" timeOffset="123695.118">7427 10133 323 0,'0'0'1441'0,"0"0"-1029"16,0 0-95-16,0 0 99 0,0 0-10 0,0 0-63 16,0 0-60-16,0 0-38 0,0 0-24 15,49 85-29-15,-39-40-38 0,1 11-16 16,-2 11 3-16,-1 9-1 0,-2 5-30 16,-5 4-37-16,-1 2-47 0,0-1-26 15,0-2-24-15,-1-2-1 0,-2-8-11 16,1-8-62-16,2-12 7 0,0-12-31 0,6-13 5 15,7-14-5-15,1-9-23 0,2-6-78 16,3-6-164-16,0-13-163 0,-5 5-180 16,9-22-332-16</inkml:trace>
  <inkml:trace contextRef="#ctx0" brushRef="#br0" timeOffset="123980.698">8017 10504 3064 0,'0'0'427'0,"0"0"-269"0,0 0-53 16,-86 61 21-16,52-37 122 0,-2 3-21 15,-1 1-99-15,0 0-74 0,3 0-54 16,-1 0-15-16,2 1-7 0,0 3 4 0,4-3-32 16,5-1-21-16,2-3 12 0,5-4 28 15,10-5 9-15,5-2 22 0,2 1 3 16,6-1 9-16,7 3 7 0,0 1 3 15,7 2 12-15,0 0-32 0,2-1 23 16,1 0-23-16,6-5-2 0,1 1-40 16,5-5 37-16,1-4-105 0,3-3-14 15,1-3-99-15,0-1-101 0,-5-7-143 16,-8 1-214-16,3-6-336 0</inkml:trace>
  <inkml:trace contextRef="#ctx0" brushRef="#br0" timeOffset="124195.451">8133 10921 3429 0,'0'0'521'0,"0"0"-370"16,-13 79-79-16,9-42 31 0,-4 5 191 15,0 2 32-15,-1-1-100 0,4-1-95 16,-1 1-73-16,3-3-33 0,-3 0-25 15,2-4-24-15,0-3-70 0,1-7-65 16,1-5-52-16,2-7-41 0,2-11-173 0,5-3-212 16,0-7-440-16,5-15-545 0</inkml:trace>
  <inkml:trace contextRef="#ctx0" brushRef="#br0" timeOffset="124361.641">8126 11175 3153 0,'0'0'689'0,"0"0"-397"15,0 0-105-15,0 0 8 0,0 0 147 0,0 0-88 16,0 0-95-16,88 29-90 0,-62-32-41 16,2-9-28-16,3-4 0 0,2-4-94 15,0-3-74-15,2-4-80 0,-3 0-63 16,-1-1-70-16,-2 4-34 0,-11 3-703 16,0-4-412-16</inkml:trace>
  <inkml:trace contextRef="#ctx0" brushRef="#br0" timeOffset="124541.595">8459 10816 2262 0,'0'0'472'0,"0"0"-221"0,0 0-15 16,0 0 48-16,4 68 107 0,-4-37-27 15,3 3-73-15,-3-1-81 0,2 3-35 16,-1-1-22-16,-1 1-41 0,0-4-35 16,-1 1-50-16,-4-3-27 0,-2 1-1 15,0 0-23-15,0-2-86 0,0 1-61 0,1-2-53 16,3-4-19-16,3-3 82 0,0-6-271 15,0-8-948-15,10-7-741 0</inkml:trace>
  <inkml:trace contextRef="#ctx0" brushRef="#br0" timeOffset="124800.197">8737 11172 3261 0,'0'0'485'0,"0"0"-362"0,0 0 40 0,0 0 32 15,0 0 1-15,0 0-66 0,84-10-53 16,-74 10-46-16,-4 0-31 0,-3 0-11 15,-3 0-13-15,0 6-7 0,-3 4 31 16,-9 9 83-16,-5 5-18 0,-8 8-62 16,-3 8-3-16,-4 0-17 0,2 5 17 15,-1 2 31-15,7-3-7 0,5 1-5 16,9-8 15-16,6-5 21 0,4-5-18 16,13-5-19-16,7-1 10 0,7-5 69 15,9-2 71-15,2-7-128 0,2-6-40 16,3-1-6-16,2-2-89 0,-2-8-91 15,-3 2-84-15,-6-1-85 0,-11 0-348 0,3 2-965 16</inkml:trace>
  <inkml:trace contextRef="#ctx0" brushRef="#br0" timeOffset="131740.616">8112 11851 806 0,'0'0'346'0,"0"0"603"16,0 0-509-16,0 0-72 0,0 0 9 15,0 0-18-15,0 0-53 0,0 0-117 16,0 0-93-16,0 0-49 0,0 0 18 15,0 0 25-15,0 42 3 0,8-10-4 16,-3 2-36-16,1-2-13 0,-2 3-40 16,0-4 0-16,1-3-29 0,0-4-8 15,-2-7-71-15,4-6-31 0,-2-5-7 0,2-6-58 16,1 0-107-16,3-6-239 0,-3-3-552 16,2-13-535-16</inkml:trace>
  <inkml:trace contextRef="#ctx0" brushRef="#br0" timeOffset="131905.45">8295 11815 876 0,'0'0'420'0,"0"0"454"0,0 0-618 15,0 0 118-15,0 0 85 0,0 0-53 16,23 68-110-16,-20-43-107 0,0 6-58 0,-2 1-47 16,1 0-28-16,-2 5-10 0,0 0-46 15,0 2-20-15,0 3-94 0,0 3-157 16,0 2-120-16,0-11-301 0,-3 19-841 0</inkml:trace>
  <inkml:trace contextRef="#ctx0" brushRef="#br0" timeOffset="132561.67">7867 12828 65 0,'0'0'1897'16,"0"0"-1185"-16,0 0-311 0,0 0-183 15,0-71 115-15,0 58 103 0,0 4-125 0,-6 2-125 16,0 5-91-16,-4 2-30 0,-3 0-48 0,-3 7-17 16,-2 5-27-16,-1 7 14 0,-1 3-5 15,1 6 17-15,3 4-1 0,-1 0 2 16,7 2 0-16,-1-3 0 0,5-2-28 16,1-4 26-16,4-4-41 0,1-6-6 15,0-4 11-15,0-5 11 0,3-2-29 16,1-1 0-16,3-2 10 0,-1-1 30 15,-2 1 4-15,1 2 9 0,-3 1-22 16,0 1-13-16,2 5 16 0,-4 5 20 16,3 3 2-16,-3 3 0 15,4 5 16-15,-2 2-13 0,1 2-1 0,-2 2 23 16,2 3-25-16,-2 1-14 0,-1 3 11 0,0 0 1 16,0 0-23-16,-1-3-15 0,-2-3-22 15,2-5-5-15,-2-4-2 0,1-1 9 16,1-3 23-16,1-2 8 0,0-6-106 15,0-6-185-15,4-5-276 0,2-1-503 16,4-7-353-16</inkml:trace>
  <inkml:trace contextRef="#ctx0" brushRef="#br0" timeOffset="133704.658">8443 12768 238 0,'0'0'254'0,"0"0"1394"0,0 0-1053 0,0 0-149 16,0 0-89-16,0 0 3 0,0 0-34 16,0 0-35-16,0 0-26 0,0 0-81 15,0-35-89-15,0 46-77 0,0 9 19 16,3 7 24-16,-1 14-3 0,1 4 9 0,-2 6-37 16,2 0 7-16,-2 3-1 0,-1 2-5 15,0 1-28-15,0 0 14 0,0 2-17 16,-4-2-1-16,0-3-2 0,-2-5-28 15,0-6-5-15,0-7-25 0,2-8 31 16,2-5-19-16,-2-6-45 0,3-4-19 16,1-5 6-16,0-7 9 0,0-1 27 15,0-1 3-15,0-10 7 0,3-7 11 16,4-6 38-16,0-8 12 0,3-7-1 16,0-2-22-16,0 0-14 0,-1 0 31 0,4 1 6 15,-3 9 2-15,2 3-2 0,0 6 0 16,2 8 57-16,1 3 4 0,-2 4-14 15,-1 4 8-15,1 3-30 0,-3 0-1 16,-3 0-23-16,2 3 12 0,-5 4-10 16,-1 1 9-16,-2 3 0 0,-1 2 16 15,0 5-28-15,-7 3-16 0,-7 2-82 0,-1 1-16 16,-2 0-3-16,1-5 18 0,-1-4 49 16,5-2 50-16,-3-5 12 0,3-2-12 15,2-2 0-15,0-1 36 0,4-3 7 16,3 0 1-16,0 0-26 0,3 0 28 15,0 0-21-15,0 0 24 0,0 0-15 16,2-2-24-16,2 2-10 0,5 0 0 0,2 0 14 16,2 0 11-16,3 2-22 0,-1 3 9 15,2 1 22-15,-1 4-7 0,2 1 1 16,-3 1-3-16,1-1-4 0,-3 2-9 16,2-1-12-16,-3 1-27 0,2-2 8 15,-2-1-5-15,-2-2-90 0,0 0 22 16,0-4-38-16,-1-1-50 0,1-3-130 15,0 0-230-15,0 0-261 0,-4-1-536 16,5-5 140-16</inkml:trace>
  <inkml:trace contextRef="#ctx0" brushRef="#br0" timeOffset="134282.601">9164 12966 2755 0,'0'0'529'0,"0"0"-271"0,0 0 7 16,0 0 75-16,0 0-29 0,0 0-114 0,0 0-154 15,0 0-42-15,-84 5 21 0,63 13 3 16,-1 8-9-16,0 11-14 0,-1 8 17 15,3 5 9-15,3 4 43 0,3 0-4 16,3 0-9-16,4-5-21 0,6-3-19 16,1-7 40-16,1-10-12 0,11-5-36 15,3-9-10-15,4-7-12 0,7-6 12 0,2-2-1 16,3-7 1-16,1-10-61 0,0-3-28 16,-2-5-55-16,-3 0-55 0,-2-2-64 15,-6 5-79-15,-5 5-319 0,-8-4-710 0</inkml:trace>
  <inkml:trace contextRef="#ctx0" brushRef="#br0" timeOffset="134430.377">9050 13261 1672 0,'0'0'781'0,"0"0"-115"0,0 0-414 0,0 0 21 16,0 0 197-16,0 0-91 0,0 0-126 15,0 0-118-15,91 42-53 0,-61-43-33 16,5-10-49-16,1-8-3 0,1-3-95 15,3-6-61-15,-1-3-116 0,0-2-171 16,-13 7-732-16,6-12-901 0</inkml:trace>
  <inkml:trace contextRef="#ctx0" brushRef="#br0" timeOffset="134654.433">9475 12690 637 0,'0'0'358'0,"0"0"1180"15,0 0-1091-15,0 0 67 0,0 0-6 16,19 83-127-16,-8-45-19 0,-1 7-93 16,1 2-37-16,-3 5-59 0,-2 2-69 0,-3 3-59 15,-3 0-15-15,0 3-30 16,-2-3-1-16,-5-3-29 0,2-4-100 16,0-8-68-16,5-8 9 0,0-8 67 15,5-13 30-15,6-10-102 0,2-6-237 0,6-16-360 16,-3-1-704-16</inkml:trace>
  <inkml:trace contextRef="#ctx0" brushRef="#br0" timeOffset="134879.449">9851 12874 919 0,'0'0'2680'16,"0"0"-2421"-16,0 0-168 0,0 0 60 16,-101 48 86-16,71-24 1 0,4 2-96 15,2 5-65-15,2-1-34 0,5 1 0 16,2-2 0-16,7 0-10 0,3 0-5 15,5-3 11-15,0-5 7 0,6-3 18 0,4-2 43 16,6-7 3-16,5 0-47 0,3-3-17 16,3-4-13-16,2-2-11 0,4-3-22 15,-1-5-24-15,3-5-73 0,3-1-31 16,1-1-24-16,3-3-62 0,4 0-44 16,2-4 104-16,-12 7-575 0,13-12-1099 0</inkml:trace>
  <inkml:trace contextRef="#ctx0" brushRef="#br0" timeOffset="135115.305">10292 12461 2353 0,'0'0'1142'16,"0"0"-1009"-16,0 0 88 0,0 0 193 15,16 97 19-15,-9-52-59 0,1 5-115 16,0 6-49-16,2 3-16 0,-3 10-58 15,1 5-46-15,-2 6-54 0,-2 7-20 16,-3 4-13-16,-1 2-3 0,0 3-11 16,0-2-62-16,0-5-33 0,-1-9-60 15,1-12-25-15,0-13-31 0,4-12 2 0,5-12-98 16,-2-10-221-16,3-11-495 0,-1-8-676 16</inkml:trace>
  <inkml:trace contextRef="#ctx0" brushRef="#br0" timeOffset="135905.832">11086 12928 404 0,'0'0'141'0,"0"0"1090"0,0 0-619 16,0 0-160-16,0 0-119 0,0 0 2 16,0 0-6-16,0 0-46 0,0 0-37 15,0 0-27-15,0 0-15 0,59-42-45 0,-63 45-12 16,-2 1-31-16,-4 4-28 0,-6 6-88 15,-4 8-3-15,-4 6-17 0,-4 7 20 16,4 4 10-16,-4 3-10 0,2 4-19 16,2 2 19-16,1 2 34 0,4-1-13 15,2-4-3-15,8-6 10 0,3-10-7 16,5-7-21-16,1-8-20 0,6-4-20 16,8-7 7-16,9-3 31 0,6-1 1 15,4-13-45-15,2-7-9 0,1-1-12 16,-1-2 6-16,-5-2 3 0,-1 1 6 15,-5 5 6-15,-5 2 6 0,-6 4 13 16,-6 4 8-16,-3 5 7 0,-4 1-22 0,-1 2 33 16,-9 1-11-16,-3 1 0 0,-4 0-7 15,-2 0 4-15,-4 0-25 0,1 5-3 16,-1 2 15-16,4 0 0 0,1 3-21 16,2 0-13-16,0 1-71 0,4 1-57 0,2-1-153 15,5-1-206-15,0 0-499 0,4-4-539 16,1 3 1062-16</inkml:trace>
  <inkml:trace contextRef="#ctx0" brushRef="#br0" timeOffset="136211.576">11713 12790 1265 0,'0'0'130'0,"0"0"1129"0,0 0-889 0,0 0-117 16,0 0 128-16,0 0 16 0,0 0-82 15,0 0-99-15,-85 63-74 0,69-33-31 16,3 6-25-16,-1 3-1 0,2 3 37 16,1 3 6-16,2 3-39 0,1 0-38 15,2 2-20-15,0-2-28 0,6-4 12 16,0-9-15-16,4-7-2 0,8-6-13 15,4-6-16-15,3-6-17 0,5-4-47 16,5-6-63-16,4 0-4 0,6-3-35 16,0-8-158-16,-6 1-328 0,10-8-832 0</inkml:trace>
  <inkml:trace contextRef="#ctx0" brushRef="#br0" timeOffset="136907.178">12082 12677 450 0,'0'0'658'16,"0"0"917"-16,0 0-1119 0,0 0-124 0,0 0-25 15,0 0 30-15,0 0-85 0,0 0-100 16,0 0-29-16,0 0 52 0,35 84 0 16,-24-42-47-16,-4 6 3 0,-1 2-3 15,-6 1-34-15,0 0-21 0,0-1-46 0,-7 1-26 16,0-2-1-16,-3-6-14 0,1-5-22 16,2-10-13-16,1-7 1 0,5-9-10 15,-1-5-33-15,2-4-4 0,0-3-5 16,0 0 5-16,0-2-6 0,0-4 21 15,3-4 28-15,4-5 6 0,1-2 24 16,3-5 22-16,-1-3 0 0,0-1 9 16,3-4 19-16,-3 1-13 0,1 3-2 15,0 5 11-15,-2 3 16 0,-2 5 0 16,-1 4 3-16,-1 4-18 0,-2 1-25 16,-2 3-2-16,-1 1-29 0,0 0 31 0,0 0 3 15,0 5-1-15,-5 1-2 0,-4 4 24 16,-4 2 1-16,-1 2-7 0,-1 2-16 15,-2-2 11-15,4-1-13 0,4-2 0 16,1-3-3-16,5-2-10 0,3 0-14 16,0 5 27-16,2-3 6 0,7 5 43 0,0-1 3 15,4 0 3-15,1-1-6 0,1-1-10 16,2-2-2-16,-1-3-16 0,3-3-19 16,-1-2-2-16,1-5-14 0,4-5-81 15,-3-6-63-15,-1-3-66 0,1-2-193 16,-6 3-684-16,0-11-1078 0</inkml:trace>
  <inkml:trace contextRef="#ctx0" brushRef="#br0" timeOffset="137130.149">12461 12828 1729 0,'0'0'399'0,"0"0"344"0,0 0-362 15,0 0 83-15,0 0-5 0,46 70-96 0,-29-46-92 16,2 4-66-16,4-1-28 15,-3 2-55-15,1-2-73 0,-4 4-28 16,-2-2-21-16,-4 1 0 0,-7 3-12 0,-4 2-9 16,0 4-98-16,-11 2-12 0,-7-2-19 15,-3 1 0-15,-1-3-32 0,-2-6-40 16,-1-2-64-16,4-10-70 16,2-3-158-16,3-9-184 0,6-7-536 0</inkml:trace>
  <inkml:trace contextRef="#ctx0" brushRef="#br0" timeOffset="137442.183">12869 13066 1368 0,'0'0'1346'0,"0"0"-609"16,0 0-238-16,0 0 10 0,0 0-75 0,0 0-199 15,78-7-146-15,-59 3-53 0,-2-1-36 0,-1 0-24 16,-2 1-147-16,-5 0-55 0,-3 3-39 15,-5 1-70-15,-1 1-186 0,-1 8-119 16,-13 4-62-16,-6 4-74 0,-4 1-15 16,-2 3 338-16,0-3 453 0,4 0 225 15,2-4 462-15,4-1 326 0,5-4-403 16,5-2-117-16,5-1-126 0,1-1-103 16,0 0-50-16,4 1 12 0,6-2-25 15,4 1-50-15,4-2-59 0,2-3-37 16,3 0-46-16,1 0-9 0,0-4-58 15,0-2-83-15,2-2-59 0,-3 0-89 0,4 0-165 16,-1 3-543-16,-5 0-644 16</inkml:trace>
  <inkml:trace contextRef="#ctx0" brushRef="#br0" timeOffset="138631.96">13650 12834 650 0,'0'0'39'0,"0"0"-39"0,0 0 1178 16,0 0-786-16,0 0-208 0,0 0-113 15,0 0 4-15,0 0 22 0,0 0-36 0,0 0-61 16,38-49-16-16,-38 49 9 0,0 0 7 16,0 0 32-16,0 0 29 0,0 0 42 15,0 0 29-15,0 0 21 0,0 0 1 16,0 0-14-16,0 0-7 0,0 0-23 15,0 0-9-15,0 0-13 0,0 0-19 16,0 0-15-16,0 0-29 0,0 0-24 16,0 0 0-16,0 0 12 0,0 0 9 0,0 0 3 15,0 0-10-15,0 0 7 16,0 0 0-16,0 0-7 0,0 0 1 0,0 0-13 16,0 0 13-16,0 0 2 0,0 0-5 15,0 0 2-15,0 0-2 0,0 0 12 0,0 0 9 16,2 0 0-16,-2 0 6 0,0 0 4 15,0 0 20-15,0 0-8 0,0 0-28 16,0 0-25-16,0 0 9 0,0 1-10 16,0-1 0-16,0 0 1 0,0 0 0 15,0 0 16-15,0 0-7 0,0 0 10 16,0 0 5-16,0-1 1 0,0 1 3 16,0 0 6-16,0 0 9 0,0-1 3 15,0-2 3-15,0 0 0 0,0-2-51 16,0 0 1-16,0 3 19 0,0-2 10 15,0 1 8-15,0 1-20 0,0 2 8 0,0 0 10 16,0 0 20-16,0 0 35 0,-2 0-35 16,0 4-57-16,2 4-9 0,-3 8-3 15,-1 8 12-15,1 7 31 0,-1 7 11 16,-1 3-15-16,2 1-2 0,2 3-10 16,-2 1-5-16,-2 4-9 0,0 1-1 15,-5 1 0-15,3-4-13 0,-3-3-5 16,1-4 5-16,2-5 10 0,-2-2-12 0,2 0 0 15,1 0-27-15,-1-3-28 0,1-6-28 16,2-2-8-16,-2-7-19 0,3-4-16 16,2-9 24-16,1-3 40 0,0-5 0 15,0-9-31-15,6-6-28 0,1-6 93 16,0-6 43-16,0-2 6 0,1-6 9 16,-3 0 10-16,1 0 15 0,-2-1-2 15,2 4 17-15,0 3-15 0,4 6 16 16,0 9 9-16,0 3 15 0,4 7-22 15,-2 3-9-15,2 3 0 0,-1 3-9 16,-1 0-16-16,1 0 13 0,-4 4-12 0,-1 2-1 16,-1 0-9-16,-5 1-12 0,-1 1 22 15,-1 1-25-15,0-1-34 0,-10 4 4 16,-1 1-10-16,-5-1-9 0,-1 1-3 0,-1-1 9 16,-1 0-3-16,2 0-3 0,4-3 0 15,-1-4 12-15,7 2 12 0,2-2 3 16,2 0 22-16,3-1 0 0,0 2 47 15,3 1 11-15,6 1 13 0,1 2-1 16,6-1-17-16,1 0-14 0,3-2-2 16,5-2 3-16,1-2-24 0,3-1-16 15,-1-2-21-15,4 0-34 0,-2-1-37 16,-1-3-62-16,-2-1-49 0,-2-1-67 16,0 1-226-16,-7 0-316 0,7-3-949 0</inkml:trace>
  <inkml:trace contextRef="#ctx0" brushRef="#br0" timeOffset="139095.422">14287 12605 633 0,'0'0'150'0,"0"0"1829"15,0 0-1594-15,0 0-98 0,0 0 48 16,85 17 12-16,-65 8-98 0,3 6-51 15,-4 10-53-15,-1 6-7 0,-1 3 3 16,-3 2 8-16,0-1-36 0,-3-1-34 0,0-1-18 16,2-3-15-16,-3-2-15 0,2-6-31 15,-2-7-2-15,-1-6-13 0,3-7 13 16,1-4 2-16,1-4 1 0,1-4-1 16,1-3 1-16,1-3 11 0,-1-7 0 15,0-7-10-15,1-4-1 0,-1-5 0 16,0-3 17-16,-3-4-18 0,1-2 0 15,-5-5-21-15,0-2 6 0,-3-2-34 16,-2-5-27-16,0 0-9 0,-4 0-18 16,0 2-35-16,0 6-52 0,-1 7-34 15,-6 8-67-15,-1 8-135 0,2 9-333 0,-8 6-1076 0</inkml:trace>
  <inkml:trace contextRef="#ctx0" brushRef="#br0" timeOffset="139303.216">14441 13021 642 0,'0'0'2660'0,"0"0"-2146"0,0 0-272 0,0 0 101 0,0 0 33 15,0 0-60-15,0 0-106 0,0 0-55 16,0 0-46-16,84 20-3 0,-58-20-33 16,7-4-31-16,0-5-40 0,5-1-2 15,-1-1-63-15,2-2-89 0,3 0-75 0,-2 0-8 16,-1 3-102-16,1-1-313 0,-12 4-741 15,11-4-1233-15</inkml:trace>
  <inkml:trace contextRef="#ctx0" brushRef="#br0" timeOffset="139767.232">15544 12647 179 0,'0'0'978'0,"0"0"503"16,0 0-1015-16,0 0-140 0,0 0 28 15,0 0-5-15,0 0-100 0,0 0-78 16,0 0-57-16,-59 72-41 0,33-33-8 16,-2 6 30-16,1 5 49 0,0 3-28 0,-1 2-37 15,4-1-6-15,1-1-3 0,4-6-9 16,7-8-1-16,7-9-20 0,5-6-19 16,0-10-6-16,8-3 0 0,8-4-12 15,4-6-3-15,5-1-18 0,2-2-9 16,5-10-9-16,-2-1-28 15,-4-3-15-15,-1 2 15 0,-5 0 9 0,-6 2 19 16,-4 1 14-16,-7 4 4 0,-3 1 18 0,0 2 11 16,-4 1-8-16,-6-2 13 0,-2-1-16 15,-4 4-13-15,-1-3-17 0,0 1-43 16,-2 2 5-16,0-2-26 0,5 1-26 16,0-2-49-16,2 1-131 0,6 2-390 15,2-2-1077-15</inkml:trace>
  <inkml:trace contextRef="#ctx0" brushRef="#br0" timeOffset="140075.634">16042 12648 1608 0,'0'0'2017'0,"0"0"-1651"15,0 0-310-15,0 0 29 16,0 0 46-16,0 0 31 0,0 0-14 0,-92 85-43 16,65-43-25-16,1 5 27 0,2 5 89 15,2 2-53-15,0-1-42 0,5-1-13 16,4-7 21-16,4-7-3 0,5-7-54 16,4-7-10-16,0-6-28 0,10-6-14 15,3-3-3-15,7-5-18 0,5-4 19 16,3-2-70-16,3-9-47 0,0-6-51 15,0-3-25-15,-6-3-46 0,-3 3-206 16,-6 2-292-16,-9 2-455 0,-4 5-394 16,-4 1 784-16</inkml:trace>
  <inkml:trace contextRef="#ctx0" brushRef="#br0" timeOffset="140232.949">15851 13027 264 0,'0'0'2836'16,"0"0"-2289"-16,0 0-210 0,0 0 66 0,0 0-17 15,0 0-37-15,0 0-114 16,0 0-93-16,0 0-63 0,0 0-33 0,0 0 38 15,37 3 43-15,-4-3-54 0,2-3-49 16,6-5-24-16,0-3-82 0,2-2-81 16,0-1-67-16,1-1-71 0,-14 4-356 15,11-3-1115-15</inkml:trace>
  <inkml:trace contextRef="#ctx0" brushRef="#br0" timeOffset="140853">16825 12584 2852 0,'0'0'585'0,"0"0"-256"0,0 0-39 16,0 0 152-16,0 88-66 0,-3-46-86 15,0 8-59-15,-3 0-49 0,4 0-33 16,-3 1-38-16,-2 0-32 0,1 1-40 16,1-2-9-16,-3-3-17 0,4-8-13 15,-1-4-15-15,4-12-3 0,1-6-9 16,0-5-82-16,1-3-39 0,4-3-43 15,-1-2-18-15,-2-2-38 0,-1 0-63 16,-1-2-132-16,0 0-142 0,0 0-120 16,-6 0-310-16,-1 0-228 0,-1-6 554 0,-3-2 638 15,3-2 50-15,-4-3 0 0,4-3 213 16,0-1 204-16,1-2-309 0,-1-3 1538 16,3 2-1130-16,2-1-119 0,3 6-38 15,0 3 57-15,0 5-49 0,6 2-77 16,6 0-96-16,4 1-45 0,7-2 13 15,2 0-46-15,6-3-62 0,0-3-33 16,1-3-21-16,3-1-48 0,-1-5-116 0,2-3-81 16,1 0-83-16,-3-2-243 0,-8 5-792 15,1-8-916-15</inkml:trace>
  <inkml:trace contextRef="#ctx0" brushRef="#br0" timeOffset="141025.818">17040 12633 1523 0,'0'0'88'0,"0"0"1121"15,0 0-892-15,0 0-17 0,0 0 89 16,0 0 63-16,0 0-139 0,13 88-83 16,-5-53-9-16,4-1 8 0,-1-1-26 15,-3 2-21-15,-1-2-58 0,-3-2-87 16,-1-1-37-16,0-3-33 0,-3 1-85 16,0-2-61-16,-6 2-58 0,0-3-80 15,-1 1-315-15,1-4-840 0,2-5-1196 0,-4-6 2550 16</inkml:trace>
  <inkml:trace contextRef="#ctx0" brushRef="#br0" timeOffset="141251.066">17255 13068 1907 0,'0'0'1688'0,"0"0"-1385"0,0 0-27 0,0 0 149 0,0 0-87 16,0 0-106-16,80 13-95 0,-70-7-64 15,-2 1-52-15,1 1-21 0,-6-1-2 16,0 4-25-16,-3 1-4 0,0 2-17 15,-1-1-4-15,-6 6-18 0,-3-3 27 16,-1 2 25-16,4-3 18 0,3-3 12 16,2-3 10-16,2-2-22 0,0-2-19 15,6-1 1-15,7-2 18 0,4-2-1 16,5 0-46-16,7-7-57 0,7-8-74 0,1 0-87 16,2-4-299-16,-8 3-809 0,9-8-1090 15</inkml:trace>
  <inkml:trace contextRef="#ctx0" brushRef="#br0" timeOffset="141898.849">17657 12478 1459 0,'0'0'156'16,"0"0"1312"-16,0 0-1060 0,0 0-152 0,0 0-39 16,0 0 47-16,0 0-31 0,0 0-100 15,100-60-69-15,-70 44-33 0,2 3-30 16,-2 1-1-16,-3 6 1 0,-3 1 1 16,-4 5-2-16,-5 6-10 0,-4 6-18 15,-7 10 28-15,-4 5 19 0,0 6 18 16,-14 4 3-16,0 4 0 0,-6 2 6 15,-1-1-43-15,-2 1 15 0,2-1-17 16,-2 1 0-16,2-1-1 0,4-2 1 16,4-8 43-16,7-2 23 0,2-6-30 15,4-3-37-15,6-1-17 0,5 1 17 16,1-1 3-16,2 0-3 0,2 0-23 0,0 2 11 16,0 2-5-16,0 1 16 0,-2 4 2 15,-1 3-1-15,-1 3 0 0,-1 4 2 16,-4 3 22-16,2 2 2 0,-2 0-26 0,3 1-2 15,-3-2 0-15,-1-2-13 0,-1-2-4 16,-1-3-11-16,-2-4-7 0,-1-2 6 16,-1-3 16-16,0-3 15 0,-3-1 15 15,-4 1 7-15,-5-5 5 0,-1 4-5 16,-3-4-21-16,-2-2-1 0,0-3-114 16,0 0-157-16,-2-3-142 0,5-5-255 15,-11-2-937-15</inkml:trace>
  <inkml:trace contextRef="#ctx0" brushRef="#br1" timeOffset="149110.453">10864 13964 2147 0,'0'0'501'0,"0"0"-112"0,0 0-57 15,0 0 58-15,0 0-16 0,0 0-50 0,0 0-56 16,0 0-68-16,0 0-54 0,0 0-51 16,11 0-28-16,4 0-6 0,10-2 76 15,9-5-16-15,8-1-48 0,10 1-37 16,3-3-6-16,10 2 4 0,2-2-31 0,4 0 20 15,6-1-23-15,3 0-12 16,5 0 0-16,4-2 9 0,8-2-16 0,7 1 18 16,7-5-1-16,5 0-10 0,1 0-3 15,4 0-1-15,2 3 16 0,-2 2 15 16,-3 2-15-16,-6 0 0 0,-6 4-36 16,-7-1 33-16,-8 2 3 0,-7 2-1 15,-11 2-2-15,-5 2-25 0,-13-1 7 16,-8 1 9-16,-9-1-24 0,-10 2-13 15,-8 0-18-15,-8 0 22 0,-5 0-4 0,-5 0-12 16,-2 0-30-16,0 0-25 16,-6 0-6-16,-1 0-38 0,-5 0-117 0,-4 0-197 15,-1 0-240-15,-2-1-500 0,4 1-449 16,-9-6 1297-16</inkml:trace>
  <inkml:trace contextRef="#ctx0" brushRef="#br1" timeOffset="150449.798">21334 4874 627 0,'0'0'323'16,"0"0"907"-16,0 0-806 0,0 0-86 15,0 0-15-15,0 0 11 0,0 0-19 16,0 0-26-16,0 0-53 0,0 0-50 0,0 0-36 15,-24 8-33-15,24-8-25 0,0 0-49 16,0 0-25-16,0 0-16 0,0 0 13 16,0 0 0-16,1 0 1 0,2 0-13 15,3 0 12-15,5 0 6 0,2 0 16 0,8 0 18 16,4 0-3-16,7 0 8 0,3-1 4 16,5-1-12-16,5 0-16 0,8 1-8 15,9-2 5-15,6-1-15 0,8 2-15 16,6-2-3-16,2 0-1 0,5 1-11 15,2 0 9-15,0 0 0 0,0-1 3 16,-2 3 1-16,-3-1-1 0,-3 2 1 16,-4 0 0-16,-4 0-2 0,-2 0-8 15,-2 0 9-15,-3 0 45 0,-5 0-33 16,-4 0-12-16,-5 0-12 0,-4-2 12 16,-5 0-3-16,-1 1 1 0,-5-3 0 0,-4 2 1 15,-5-4-16-15,-5 0 17 16,-4 1 0-16,-2 0 1 0,-3-1 0 15,-5 0-1-15,0 0-31 0,-4 3 30 16,-2-2 1-16,-5 5 0 0,0-3 0 0,0 2-28 0,0 0-8 16,-3 0-25-16,-1 1-27 15,0-3 21-15,0 1 15 0,1 2 10 0,1 0-4 16,-1 0-3-16,-3 0-18 0,1 0 3 16,-4 0-10-16,-1 0-15 0,-4 2-28 15,-2 2-55-15,-3 2-155 0,-4 1-230 16,-4 2-561-16,7-4-717 0,-22 3 1681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37:04.157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5855 4073 1474 0,'0'0'42'15,"0"0"556"-15,0 0-387 0,0 0-56 16,0 0 45-16,-82 2 102 0,76-2-68 16,3 0-36-16,2 0-43 0,1 0 10 0,0 0-24 15,0 0-15-15,3 0-9 0,3-2 1 16,2 0 13-16,1-1-4 0,5 1-19 16,2-1-16-16,4 3-18 0,2-2-19 15,1 2-18-15,3 0-9 0,0 0-7 16,2 2-18-16,3 2-1 0,2-1 17 15,4 0-1-15,2 0 16 0,7 0-4 16,1-3 4-16,4 0-3 0,3 0-19 16,1 0 3-16,2 1-15 0,2 1 15 0,3 0-12 15,0 1 34-15,2-1-10 0,-2 1-25 16,3-3-1-16,-2 4 0 0,6-2 1 16,0 1 0-16,2-1-2 0,2 1-5 0,-1 1 5 15,-1-1 28-15,2 1-28 0,-3 2 0 16,0 1-1-16,1 0 1 0,2-2-2 15,-2-1-20-15,4-2 4 0,-5-1 0 16,3 1 18-16,-6-2-12 0,2 2 9 16,-5-2-10-16,-2 0-11 0,-5 4 21 15,-2-1-28-15,2 2 16 0,-4-1 3 16,0 0 12-16,-1 1 0 0,1-1 1 16,-2-1 0-16,-4 0 2 0,2 0 0 0,-4-1-3 15,1 0-3-15,0-1 3 0,3-1 19 16,-1 0-19-16,2 0-21 0,-1-1-10 15,0-3-11-15,2-2 14 0,-4 3 13 16,4-2 2-16,-1 1 12 0,1 1-2 16,-1-1-21-16,0 2 12 0,-2 2-10 0,2 0 4 15,-2 0 17-15,2 0 0 0,2 0-1 16,-1 0 0-16,1 0 2 16,-1 0 0-16,0 0-21 0,-1 0 21 0,-1 0 0 15,-4 0-17-15,0 0 1 0,-1 1 16 16,-2-1 18-16,1 0-18 0,-4 0-12 15,0 0 12-15,0-1 3 0,-3-4-3 16,-3-1-25-16,-1 2 7 0,-5 1-4 16,-6-2 4-16,-3 2-4 0,-7 0 21 15,-4 3-17-15,-3-1-13 0,-4 1-9 16,0 0-19-16,0 0-37 0,-6 0-47 16,-2 0-31-16,-6 0-94 0,-6 0-267 15,3 0-482-15,-23 0-299 0</inkml:trace>
  <inkml:trace contextRef="#ctx0" brushRef="#br0" timeOffset="963.008">7548 2469 584 0,'0'0'218'0,"0"0"167"16,0 0 711-16,0 0-654 0,0 0-111 16,0 0-5-16,0 0 19 0,0 0-14 15,0 0-47-15,0 0-55 0,0 0-63 0,3-59-24 16,-17 56-29-16,-3 1-9 0,-5 2-4 0,-1 0-8 16,-3 5-16-16,-4 6-19 15,-5 8 41-15,-1 5-65 0,-6 8-9 0,-4 11-9 16,-3 7-3-16,-3 10-9 0,3 7 16 15,2 5 5-15,5 1 9 0,7-2-12 16,9-5-2-16,9-10 2 0,11-11-20 16,6-9 17-16,10-8-18 0,9-7-3 15,7-9 3-15,4-1 12 0,5-8 6 16,8-3-3-16,2-7-12 0,2-7-3 16,1-5-12-16,-1-5-36 0,-5-1-19 15,-4-1 1-15,-8 2-44 0,-7 4-32 16,-8 1-38-16,-7 4-18 0,-8 3-17 15,0 3 37-15,-10-2-8 0,-6 0-25 16,-7 1-41-16,-6 1 51 0,-2 0 116 16,-4 1 85-16,3 2 6 0,2 3 101 0,7 1 82 15,5 2 37-15,7 0-5 0,4 0-20 16,4 4-19-16,3-1-14 0,0 1-9 16,6 2-19-16,7-2-6 0,3 5 9 0,7-3 5 15,1-2-42-15,6-2-43 0,1-2-23 16,0 0-40-16,-2-6-39 0,-4-3-39 15,-1 0-28-15,-4-2-18 0,-7 4-31 16,-1 0-40-16,-5 3-21 0,-4 2-54 16,-2 0-67-16,-1 0 2 0,0-1 78 15,-5 3 64-15,-3-4 18 0,-3 3 169 16,2 1 6-16,2 0 200 0,0 0 30 16,3 2-25-16,2 4-8 0,1 3-14 0,-1 1-3 15,2 3-11-15,-1 2-6 0,1-1 23 16,0 0-40-16,0-3-70 0,1-3-76 15,4 0-6-15,3-1-15 0,2-3-70 16,0 1-37-16,8-1-59 0,1-3-108 16,4-1-211-16,-5 0-581 0,8-5-872 0</inkml:trace>
  <inkml:trace contextRef="#ctx0" brushRef="#br0" timeOffset="1274.555">7822 2901 2914 0,'0'0'1118'0,"0"0"-895"15,0 0-37-15,0 0 95 0,-68 70-23 0,50-50-84 16,3-2-31-16,4-4-73 0,5-5-70 16,5-5-25-16,1-1-20 0,0-3 14 15,0 0 4-15,1 0-6 16,2 0-28-16,1 0-13 0,2-3 16 0,1 2-15 16,2-1-4-16,1-2-3 0,3 2-21 15,0-4-1-15,3 1 16 0,-3-2 27 16,-2 0 47-16,1 3-10 0,-5 0 22 15,0 1 30-15,-1 3-2 0,-5 0 68 16,1 0 33-16,-1 5-18 0,2 3-34 16,0 2-4-16,3 3 19 0,0 0-22 15,-1 1-21-15,4-4-22 0,1-3-27 0,0-3-33 16,4-4-25-16,1 0-19 0,4-12 1 16,2-5-16-16,0-6-56 0,0-6-83 15,2-3-145-15,-3-4-211 0,-1-2-194 16,-3 8-360-16,-5-18-205 0</inkml:trace>
  <inkml:trace contextRef="#ctx0" brushRef="#br0" timeOffset="1504.807">8027 2101 688 0,'0'0'619'0,"0"0"713"0,0 0-939 15,0 0-13-15,0 0 15 0,20 83-33 16,-12-42-52-16,1 8-35 0,-3 5-36 15,1 7-53-15,-1 2 0 0,-3 4-83 16,-3 2-30-16,0 0-55 0,-6 0-18 0,-1-6-9 16,-2-4-67-16,0-5-24 15,1-6-19-15,1-8-3 0,1-9-12 0,3-7-25 16,3-9-94-16,0-6-181 0,6-9-260 16,4-5-573-16,1-2-228 0,8-18 1182 0</inkml:trace>
  <inkml:trace contextRef="#ctx0" brushRef="#br0" timeOffset="1830.786">8370 2752 1975 0,'0'0'1402'16,"0"0"-1038"-16,0 0-169 0,0 0-46 15,0 0 10-15,20 86 110 0,-20-66-7 16,0 2-50-16,0-2-78 0,0-1-61 16,0-2-36-16,3-3-4 0,-2-1-20 15,2-2-13-15,0 0-1 0,3-1-36 16,0-3-48-16,1 0 2 0,3-2-21 15,0-2 10-15,2-3 38 0,2-1 4 0,0-7 3 16,5-5 49-16,0-4 0 0,0-4 12 16,-1-3-9-16,-2-1 10 0,1 0 8 15,-6 0 4-15,-3 2-7 0,-4 2 4 16,-4 2 8-16,0 1-15 0,-11 4-14 0,-1 2 22 16,-3 5-20-16,0 3 49 0,-2 4 3 15,2 4-49-15,-5 4-6 0,3 9-21 16,-3 3 18-16,-2 2 3 0,5 1 17 15,0-3-17-15,2-3 0 0,4-3-49 16,2-3-61-16,3-4-53 0,5-2-34 16,1-3-73-16,0-2-258 0,5 0-659 15,14-14-630-15</inkml:trace>
  <inkml:trace contextRef="#ctx0" brushRef="#br0" timeOffset="2012.724">8888 2683 1391 0,'0'0'1981'0,"0"0"-1689"0,0 0 10 16,0 0 161-16,0 0-136 0,35 84-30 16,-35-57-50-16,0 2-77 0,-1-4-70 0,-2-3-42 15,1-4-55-15,0-3-3 0,2 1-43 16,0-8-69-16,0 3-18 0,0-1 5 16,0-7-83-16,-5 0-55 0,-2-3-139 15,3 0-694-15,-13-9-1146 0</inkml:trace>
  <inkml:trace contextRef="#ctx0" brushRef="#br0" timeOffset="2173.847">8893 2521 2259 0,'0'0'1462'0,"0"0"-1112"0,0 0-141 0,0 0 88 16,0 0-137-16,78-14-135 0,-52 10-25 0,1-3-219 15,6 0-128-15,0 0-210 0,2-1-578 16,-6 1-556-16,12-2 1162 0</inkml:trace>
  <inkml:trace contextRef="#ctx0" brushRef="#br0" timeOffset="2376.376">9431 2494 1216 0,'0'0'2320'0,"0"0"-1945"15,0 0-186-15,0 0 141 0,-61 88-15 16,41-63-55-16,-2-3-74 0,5-1-64 16,8-5-52-16,5-5-40 0,4-2-30 15,0 0 0-15,6 0 0 0,5 0 2 16,6-1 14-16,2 3 26 0,0-2-24 15,1 2-18-15,-4 0-3 0,0-3-15 0,-3 3-3 16,1-1-13-16,-5 1-54 0,-3-1 9 16,-5 2 18-16,-1 0 16 0,-6 2-7 15,-10 1 18-15,-5 4-30 0,-8 4-6 16,-3 2-4-16,-7 2 6 0,-10 1-138 16,10-8-505-16,-44 12-1038 0</inkml:trace>
  <inkml:trace contextRef="#ctx0" brushRef="#br0" timeOffset="7087.242">23915 4053 1372 0,'0'0'313'0,"0"0"37"16,0 0 81-16,0 0-121 0,0 0-85 15,0 0 18-15,0 0-4 0,0 0-5 16,0 0-36-16,-38-21-24 0,38 17-40 16,0 4-59-16,7 0-48 0,-2 0-23 0,7 6 36 15,5 2 56-15,4 3 21 0,7 3-18 16,6 1-53-16,4-1-30 0,6-1-4 0,6-4 9 16,7 2 13-16,10-3 3 15,7-3-25-15,5 1 1 0,5-1-13 16,3-4 0-16,3 2-2 0,-1-3 2 0,-1 0 0 15,-5 0 0-15,-5 0-12 0,-4 0 11 16,-5-1-1-16,-7-1 0 0,-5 1-1 16,-1 1-25-16,-3-4 1 0,-2 3 11 15,-3-1 14-15,0 2 0 0,-5-4-16 16,-1 1 15-16,-5-1 2 0,-2-1 1 16,-4 2 15-16,0-3-13 0,-5 1-2 15,-2-1 3-15,-5 2-1 0,-3 1 14 16,-5-1-4-16,-3 3-12 0,-1-1 0 0,-5 2-2 15,1 0-17-15,0 0 4 16,0 0-3-16,0 0-1 0,2 0-2 0,0 0 2 16,2 0 1-16,1 0 16 0,-3 0 1 15,3 2-1-15,1-2-17 0,2 1 1 16,-1-1 16-16,1 2 1 0,-1-1 0 16,1 0 1-16,0-1 1 0,-4 0-1 0,1 1-21 15,-3-1-4-15,-2 0 13 0,1 0 0 16,-4 2-22-16,0-2-25 0,0 0 3 15,0 0 0-15,-2 0-9 0,-3 0-35 16,-3 1-82-16,-4 2-170 0,-8 0-183 16,3 0-470-16,-25 1-795 0</inkml:trace>
  <inkml:trace contextRef="#ctx0" brushRef="#br0" timeOffset="8703.142">5329 7245 1573 0,'0'0'474'0,"0"0"102"0,0 0-376 15,0 0-11-15,0 0 51 0,0 0-10 16,0 0-69-16,0 0-38 0,0 0-41 15,0 0 0-15,0 0-37 0,-26 5-43 0,40-5 40 16,2 0 43-16,7 0 12 16,5 0-25-16,3 0-7 0,4 2-12 15,1-1-1-15,5-1-15 0,3 0-6 0,2 0-6 16,8 0-23-16,3 0-2 16,7 0-2-16,3-3 0 0,7-3-1 0,2-5-13 0,5 2 4 15,1-4 10-15,2 1-10 16,-2-1-13-16,-1 1 22 0,-2-3 3 0,-6-1 0 15,-1 2 0-15,-7 0-34 0,-2 2-13 16,-2 2 1-16,1 1 5 0,0 2-8 16,0-1 11-16,-2 2 37 0,-1-3-39 15,-1 4-63-15,-4-2 14 0,-1 1 48 16,0 4 3-16,-5-4 38 0,-1 2-3 16,-3-2 3-16,-4 4-28 0,-3-3 6 15,-5 1 22-15,1 0-2 0,-1 0 0 16,-2 2-14-16,0-3-9 0,2 5 9 15,0-4 16-15,0 1 0 0,-1-2 0 0,2 0-22 16,2-2 20-16,0 0 2 16,0 2 0-16,1-4 3 0,1 0-2 0,-3-1 12 15,1 1 9-15,-5-1-22 0,-1 3-2 16,-5-1-1-16,-1 0 2 0,-4 3-1 16,-3 2 2-16,-3-3 0 0,-3 5 0 15,-4-1 1-15,-3 0 0 0,-2 2 3 0,-1 0 21 16,0 0 3-16,0 0 4 0,0 0-4 15,-4 0-12-15,-2 0-16 0,-1 4-24 16,-3-2-58-16,-6 3-79 0,0-1-122 16,-7 2-190-16,6 0-312 0,-21 0-688 0</inkml:trace>
  <inkml:trace contextRef="#ctx0" brushRef="#br0" timeOffset="23659.58">2836 10220 408 0,'0'0'1258'0,"0"0"-554"0,0 0 113 16,0 0-311-16,0 0-179 0,0 0-48 0,0 0 8 15,0 0-34-15,0 0-60 0,0 29-23 16,1-17-20-16,-1 2-38 0,0 4-21 16,0 1-9-16,0 7 3 0,0 5 8 15,-4 7-32-15,-2 5-34 0,-5 6-9 0,0 3-15 16,-2 6 0-16,-1 7 9 15,-3 1-12-15,-3 5-24 0,-2 3 21 0,0 5-15 16,-1 0-6-16,3 1-25 0,1 0 16 16,2-2-18-16,0-4 17 0,5-3-14 15,2-10-1-15,2-6 4 0,0-13-10 16,4-9 13-16,1-11 2 0,2-11-29 16,1-11-29-16,0 0-48 0,0-13-86 15,0-6-54-15,3-9-30 0,1-6-38 16,2-7-73-16,1-8-154 0,-1 9-404 15,-1-24-440-15</inkml:trace>
  <inkml:trace contextRef="#ctx0" brushRef="#br0" timeOffset="24071.4">2825 10401 199 0,'0'0'2160'16,"0"0"-1573"-16,0 0-184 0,0 0-19 15,0 0-79-15,0 0-8 0,0 0-28 16,0 0-51-16,57 86-74 0,-38-54-37 16,5 8-21-16,2 4-1 0,3 6-30 15,-1 6-22-15,0 3-20 0,-3 4-13 16,-2 3 0-16,-5-1 0 0,-3 1 12 16,-1-4-10-16,-4-5 0 0,-1-5 10 15,1-5 6-15,-4-7-17 0,1-8 23 16,0-7-22-16,-2-6 11 0,0-7-11 0,-2-4 1 15,0-6 0-15,1-2 12 0,-1 0-15 16,0-5-14-16,3-3-32 0,4-6 46 16,-1-3 12-16,2-8-11 0,3-8 30 0,0-9-21 15,0-8-10-15,-1-8-43 0,3-9-5 16,-3-2-10-16,5-5-9 0,-2 3-37 16,6 2 16-16,-2 5 5 0,3 3 13 15,2 7-4-15,-1 5-9 0,-1 4 22 16,-4 5-10-16,1 5 9 0,-4 6 3 15,-3 3-49-15,-4 6-63 0,-2 4-109 16,-1 1-117-16,-1 6-130 0,-2 2-276 16,1 3-529-16</inkml:trace>
  <inkml:trace contextRef="#ctx0" brushRef="#br0" timeOffset="24705.382">3725 10911 137 0,'0'0'114'0,"0"0"986"0,0 0 133 0,0 0-734 15,0 71-158-15,0-41-68 0,0 6 4 16,0 9 2-16,0 4-46 0,0 5-54 16,0 6-20-16,-6 3-33 0,-1 4-56 0,-6 0-48 15,1-2-20-15,1-11-2 16,1-7 0-16,4-13 0 0,3-13-16 0,2-8-15 15,1-9-18-15,0-4-67 0,0-7-81 16,4-6-82-16,6-8-68 0,3-9-240 16,-1 6-484-16,11-21-538 0</inkml:trace>
  <inkml:trace contextRef="#ctx0" brushRef="#br0" timeOffset="24954.914">3999 11175 1284 0,'0'0'1438'0,"0"0"-1030"0,0 0-207 15,0 0 88-15,0 0 23 0,-88 45-67 16,62-26-102-16,0 1-65 0,0 3-16 16,0 4-16-16,1-2-3 0,1 1-15 15,3 1-3-15,2 0-23 0,0 1 1 16,6-4 37-16,3-5 12 0,7-3 4 16,3-2 14-16,0-3-17 0,10 0-26 0,3-1-2 15,6 5 17-15,3-2-11 0,2 1 15 16,3-2 27-16,2 4 28 0,0-5-25 15,1 1-43-15,-1-2-33 0,0-4-40 16,-2 0-103-16,-2-1-56 0,1-4-13 16,-2-1-59-16,1-1-160 0,-8-4-545 15,15-11-624-15</inkml:trace>
  <inkml:trace contextRef="#ctx0" brushRef="#br0" timeOffset="25219.77">4484 11135 2259 0,'0'0'786'0,"0"0"-476"0,0 0-30 15,0 0 107-15,0 0-77 0,-76 72-94 16,56-40-31-16,0 4-37 0,-3 8-29 0,-2 6-27 16,-2 7 2-16,-3 7-15 0,-2 5-21 15,-6 6-27-15,1 3-17 0,-4 2-14 16,-2-2-25-16,4-4-14 0,5-6 6 0,2-11-1 15,9-10 13-15,7-14-10 0,6-12-24 16,6-9-27-16,4-11-31 0,0-2-102 16,3-12-78-16,4-7-119 0,7-6-214 15,-5 3-397-15,14-19-567 0</inkml:trace>
  <inkml:trace contextRef="#ctx0" brushRef="#br0" timeOffset="25386.628">4306 11622 1755 0,'0'0'1249'0,"0"0"-837"0,0 0-32 16,0 0 103-16,85-17-87 0,-61 12-123 0,4-2-105 15,-2 1-73-15,-2-2-55 16,0 0-40-16,-3-1-30 0,-1 0-62 0,-3 3-36 16,-2-2-53-16,-5 2-83 0,1 1-146 15,-5 0-345-15,-2 4-718 0</inkml:trace>
  <inkml:trace contextRef="#ctx0" brushRef="#br0" timeOffset="25592.246">4399 11655 2342 0,'0'0'1017'0,"0"0"-577"16,-21 75-125-16,16-41-32 0,1 10 53 15,4 2-23-15,0 1-27 0,0 2-97 16,3-1-80-16,0 0-40 0,1 0-32 15,-2-5-37-15,-1-5 0 0,-1-7-49 0,0-9-42 16,0-7-57-16,0-7-28 0,2-3-32 16,-2-5-52-16,3 0-51 0,-2-5-198 15,2-5-270-15,-2 1-470 0,0-11-232 0</inkml:trace>
  <inkml:trace contextRef="#ctx0" brushRef="#br0" timeOffset="25744.706">4373 12003 2235 0,'0'0'578'0,"0"0"-190"0,0 0 16 15,0 0-20-15,0 0-64 0,0 0-85 16,0 0-84-16,0 0-43 0,103-39-28 16,-74 34-16-16,-2-3-33 0,0 1-31 15,-1 0 0-15,-1-4-55 0,-3-1-87 16,0-1-48-16,0-4-80 0,1-1-105 16,-7 5-280-16,10-10-654 0</inkml:trace>
  <inkml:trace contextRef="#ctx0" brushRef="#br0" timeOffset="33019.07">5264 10424 2398 0,'0'0'1554'0,"0"0"-1241"16,0 0-167-16,0 0-59 0,0 0 61 16,0 0 98-16,0 0-50 0,0 0-23 15,0 0-57-15,101 58-52 0,-71-40-31 0,-4 0-33 16,0-5 14-16,-5-1-14 16,0-1-39-16,-2-2-71 0,-3-3-54 0,-1-1-74 15,-3-1-116-15,-5 0-363 0,-4 6-827 0</inkml:trace>
  <inkml:trace contextRef="#ctx0" brushRef="#br0" timeOffset="33202.158">5234 10842 1144 0,'0'0'1609'16,"0"0"-1198"-16,0 0-137 0,0 0 33 0,0 0 8 15,0 0-28-15,0 0-61 0,0 0-69 16,0 0-62-16,92 74-6 0,-65-62-61 15,4-1-28-15,0-4-15 0,1-2-105 16,4 0-6-16,2-4-146 0,-1-1-143 16,-8 0-559-16,11-4-528 0</inkml:trace>
  <inkml:trace contextRef="#ctx0" brushRef="#br0" timeOffset="33694.67">6757 10050 2020 0,'0'0'972'16,"0"0"-547"-16,0 0-89 0,0 0-85 15,0 0 56-15,0 0-7 0,0 0 41 16,43 69-57-16,-25-25-65 0,0 13-52 16,1 10-4-16,-3 8-21 0,-2 7-42 15,-5 2-16-15,0 3-18 0,-5-3-26 0,-1 0-31 16,0-1-9-16,-3-3-2 0,0-2-13 16,0-2-4-16,0-7-38 0,0-4-6 15,0-6-16-15,2-9-5 0,1-10-13 16,2-9 10-16,1-12-13 0,-2-7-34 15,3-10-39-15,0-2-77 0,2-14-133 16,0-10-137-16,3-13-216 0,-3 8-400 0,6-38-370 16</inkml:trace>
  <inkml:trace contextRef="#ctx0" brushRef="#br0" timeOffset="34033.837">7506 10424 795 0,'0'0'2410'0,"0"0"-2056"0,0 0-120 15,0 0 143-15,0 0-17 0,0 0-74 16,0 0-123-16,0 0-53 0,-86 38-65 16,57-20-45-16,-1 2 0 0,-2 2-12 15,-1 2 0-15,1-2 11 0,2 3-17 16,0 1-7-16,1-1 7 0,2 5 15 0,2-1-13 16,6 0 16-16,4-2 55 15,3 1 9-15,8-1-40 0,1-4 3 0,3 1 4 16,1-3-10-16,9 0 10 0,1-3-30 15,4 1 0-15,1 3 44 0,4-2-17 16,2 1 14-16,0 2-18 0,2-1-24 16,1 2 4-16,-1-2 20 0,3-1-9 0,-2 1 0 15,1-3-12-15,-2-2-3 0,2 0-33 16,0-3 12-16,1 0-34 0,2-4-82 16,2 1-28-16,0-6-21 0,4-3-137 15,1-2-313-15,-4 0-490 0,11-7-946 0</inkml:trace>
  <inkml:trace contextRef="#ctx0" brushRef="#br0" timeOffset="34793.154">8926 10878 1565 0,'0'0'475'15,"0"0"698"-15,0 0-801 0,0 0-97 0,0 0 89 16,0 0-29-16,0 0-28 0,0 0-89 16,0 0-5-16,0 0-49 0,-33-10-64 15,36 8-21-15,4 2-16 0,7-1-14 16,2 1 23-16,6-3 37 0,2 2-36 16,2-1-22-16,3 1-30 0,3 1 24 15,1-2-21-15,4 2 0 0,2-3 0 16,3-1-5-16,3-1 5 0,4-2 0 15,7 0 0-15,5-5-12 0,5 1-9 16,4-2 24-16,2 0-12 0,4 0-14 0,0 2 2 16,-1 0-2-16,0 3-1 0,-2 2 0 15,-2 0-1-15,1 2-20 0,-7 0 0 16,-3 1 19-16,-6 1 1 0,-6-1-8 16,-1 3 9-16,-4-3 3 0,1 1 24 0,-3 0-6 15,3-2 21-15,-1 0-18 0,1 0-24 16,2-1 0-16,7 1 0 0,1 3 33 15,1 1-21-15,-3 0-12 0,-2 0 0 16,-3 6 1-16,-5 0-1 0,-1 4-1 16,-8-3 1-16,-5 1-12 0,-5 0-21 15,-2-1 12-15,-3 0 18 0,-4-2 2 16,-2-3-1-16,-8 1-52 0,-1-2-24 16,-5-1 39-16,0 0-13 0,-2 0-32 15,-5-4-28-15,-6 1-21 0,-3-4-39 16,-4-1-62-16,-3 3-76 0,-8-4-180 0,7 4-484 15,-22-2-498-15</inkml:trace>
  <inkml:trace contextRef="#ctx0" brushRef="#br0" timeOffset="35122.696">10776 10487 1208 0,'0'0'228'0,"0"0"409"15,0 0 406-15,0 0-616 0,0 0-77 16,82-24-51-16,-54 18-17 0,1 5-78 16,3 1-26-16,-1 0-13 0,4 1-27 15,-2 10-25-15,0 2 2 0,0 1 13 16,0 3 5-16,-5 1-54 0,-2 1-43 16,-6 2 0-16,-3-1-34 0,-5 2 16 0,-5 3-6 15,-3 0-12-15,-4 3 0 0,-1 3-24 16,-11 4 22-16,-2 3-16 0,-8 3 0 15,-5 4-37-15,-2 3-14 0,-4 0-7 16,-5 2-18-16,1 0 3 0,-3-7 6 16,1-1 30-16,0-6 3 0,1-7-15 15,0-4-46-15,0-1-37 0,6-6-83 0,2-4-139 16,9-4-196-16,7-8-217 0,3-2-627 16</inkml:trace>
  <inkml:trace contextRef="#ctx0" brushRef="#br0" timeOffset="35971.431">12156 10161 1216 0,'0'0'316'16,"0"0"871"-16,0 0-783 0,0 0-12 0,0 0-9 16,16 83-20-16,-12-45-50 0,3 9-88 15,-3 5 26-15,1 5-65 0,-2 4-46 16,-1-1-16-16,1 0 25 0,0-3-52 16,-3 0-55-16,2-3-41 0,-2 1-1 15,0-5-2-15,0-2-19 0,0-2 18 16,1-8-36-16,2-9-22 0,3-4-60 15,2-10-49-15,3-9-49 0,4-6-26 16,1-4-130-16,4-13-161 0,0-4-259 16,-4 4-355-16,7-20-522 0</inkml:trace>
  <inkml:trace contextRef="#ctx0" brushRef="#br0" timeOffset="36270.985">12690 10428 935 0,'0'0'1546'15,"0"0"-1169"-15,0 0-117 0,0 0-1 16,0 0 181-16,0 0-91 0,0 0-116 0,-78 84-106 16,48-56-78-16,-4 3-9 0,-1-1 3 15,1 1 1-15,0-1-26 0,0-4-15 16,2 0-3-16,3-2-2 0,3 0-13 16,2-4 12-16,9-2 2 0,5-4 1 15,5-2 34-15,5-1-31 0,4 1 22 16,7-2-10-16,9 2 7 0,5 1 15 15,11 0-7-15,4-2 10 0,2 2 28 0,4-2-13 16,1 0 9-16,-3-1-43 16,1-1-21-16,-5 1-15 0,0-1-3 0,-5 0-19 15,-3 1-116-15,-3 0-53 16,-7 2-38-16,-4 2-29 0,-2 3-142 0,-9 3-202 16,-3-3-497-16,-4 8-564 0</inkml:trace>
  <inkml:trace contextRef="#ctx0" brushRef="#br0" timeOffset="39417.586">7627 12555 840 0,'0'0'1540'0,"0"0"-1024"16,0 0-209-16,0 0-10 0,41 90 110 0,-35-56-62 16,-2 8 17-16,-1 2-110 0,-3 3-117 15,0 3-59-15,-6 2-15 0,-6 3-6 16,-3 1-24-16,-4 0-19 0,-4-2 9 0,-1 0-2 16,-1-6 14-16,0-2 13 15,-2-4-4-15,0-5 1 0,-1-2 2 0,1-5 13 16,0-3-22-16,1-4-26 0,0-9-10 15,1-2-15-15,3-7-24 0,2-5-34 16,3 0-18-16,1-8-13 0,2-9 1 16,-2-5 18-16,3-4 8 0,2-5-6 15,-3-5-5-15,3-2 8 0,-2-1 3 16,0 1 18-16,3 4-9 0,0 4 67 16,4 0 1-16,2 10 16 0,1 2 24 15,3 5 22-15,0 2 8 0,1 7-5 0,11 0-28 16,5 4 21-16,5 0 22 15,10 0-22-15,3 5-9 0,1 4-4 0,3 3 22 16,2 3-6-16,-1 2-6 0,-1 7-6 16,0 1-10-16,0 1 4 0,0 5-4 15,-2-1 16-15,-1-1-34 0,-4 0-5 16,-2 1-16-16,-2-4-27 0,-4 0 6 0,-1-2-28 16,-4-5-45-16,0-2-6 15,-5-3-28-15,0-3-22 0,-2-4-34 0,-3-2-62 16,-1-3-145-16,-4-2-229 0,1 0-356 15,-2 0-269-15</inkml:trace>
  <inkml:trace contextRef="#ctx0" brushRef="#br0" timeOffset="39927.957">8815 12536 1418 0,'0'0'1777'0,"0"0"-1247"16,0 0-247-16,0 0-125 0,0 0 100 0,0 0 29 15,0 0-23-15,43 69-39 16,-37-38-72-16,1 5-41 0,-2 6-42 16,-1 8-10-16,-1 1-14 0,1 2-10 0,-1-1-36 15,-2 0-3-15,1-1-15 0,-1-5 17 16,4 0-17-16,-1-8-3 0,3-4-25 0,2-10 10 16,-5-7 12-16,2-6-25 0,-2-6-51 15,-2-3-43-15,2-2-37 0,-1 0-28 16,4-5-82-16,-1-4-85 0,-2-4-145 15,2-4-85-15,-3 4-168 0,-3-14-471 0</inkml:trace>
  <inkml:trace contextRef="#ctx0" brushRef="#br0" timeOffset="40169.526">8950 12929 1015 0,'0'0'39'15,"0"0"10"-15,0 0 1017 0,0 0-564 0,0 0-117 16,0 0-78-16,84 12 32 0,-62-12-40 15,4 2-86-15,5 1-57 0,3-3 14 16,6 0 0-16,6 0-54 0,5 0-54 16,5-5-22-16,1-2-1 0,5 1-26 0,0 0 5 15,-1 0-6-15,1 1-12 16,-2 2 34-16,-5-2-19 0,-3 2-15 16,-7-3-31-16,-3-1-58 0,-4-1 28 0,-2-1-25 15,-3-3-53-15,-2 1 13 0,-4-2-38 16,-5 0-48-16,-5 0-118 0,-5 1-247 15,-5 2-510-15,-7 2-397 0</inkml:trace>
  <inkml:trace contextRef="#ctx0" brushRef="#br0" timeOffset="40439.607">9907 12709 886 0,'0'0'1101'0,"0"0"-17"16,0 0-1084-16,0 0 61 0,0 0-61 0,0 0 290 15,0 0 49-15,0 0-141 0,0 0-65 16,94 22-30-16,-76-14-4 0,0 2-9 16,1 0-25-16,-3 0 13 0,-3 2-4 0,3 0-16 15,-5 3-42-15,-2-3-16 16,-4 3-22-16,0 3 4 0,-4 4-25 0,-1 3 12 16,-3 2 30-16,-11 1-76 0,-3 3-85 15,-6 1 72-15,-2 2 59 0,-1-2 31 16,3-1 0-16,-3-3-69 0,0-3-54 15,-1-4-15-15,0-5-22 0,-1-3-113 16,3-7-174-16,8-2-343 0,-7-4-877 0</inkml:trace>
  <inkml:trace contextRef="#ctx0" brushRef="#br0" timeOffset="41298.118">11294 12606 91 0,'0'0'66'0,"0"0"1863"16,0 0-1250-16,0 0-217 0,0 0-147 16,0 0 20-16,0 0-49 0,0 0-7 15,0 0-19-15,0 0-61 0,88-36-12 16,-44 27-1-16,8 1-56 0,2 1-36 15,0 1-12-15,3 0-3 0,-3 0 24 16,4-1-19-16,-3-2-41 0,4-1-22 16,0-6-20-16,2 1-1 0,-4-2 11 15,-2-1-11-15,-6 0-21 0,-6 0-76 16,-7 1-30-16,-7 5-15 0,-5 1-19 0,-12 4-67 16,-6 7-115-16,-6 0-123 0,0 0-184 15,-7 0-326-15,-18 11-367 0</inkml:trace>
  <inkml:trace contextRef="#ctx0" brushRef="#br0" timeOffset="41491.562">11679 12533 95 0,'0'0'407'0,"0"0"1188"15,0 0-1000-15,20 89-158 0,-14-47 15 16,-3 3-8-16,-2 5-63 0,-1 2-72 15,0-1-94-15,0-2-90 0,0-2-67 16,-3-3-35-16,2-3-23 0,1-6-21 16,0-4-22-16,0-5-21 0,3-8-70 0,2-5-26 15,5-5-19-15,0-7-28 0,4-1-15 16,1-7-102-16,1-7-263 0,-3 1-564 16,3-12-608-16</inkml:trace>
  <inkml:trace contextRef="#ctx0" brushRef="#br0" timeOffset="41707.238">11948 12639 2070 0,'0'0'521'0,"0"0"-247"15,0 0-274-15,0 0 22 0,0 0 135 16,0 0 191-16,0 0 17 0,3 79-117 16,0-47-59-16,1 4-40 0,1 6-28 15,0 0-19-15,-2 2-28 0,-1 3-16 16,-2 1-55-16,0 4-3 0,0-4-43 15,-2 2-71-15,-5-1-68 0,4-2-17 0,-4-4-25 16,4-2-59-16,0-8-111 16,2-5-132-16,1-5-82 0,0-10-113 0</inkml:trace>
  <inkml:trace contextRef="#ctx0" brushRef="#br0" timeOffset="42597.57">11392 13737 202 0,'0'0'760'0,"0"0"-594"0,0 0-72 15,0 0 726-15,0 0-196 0,0 0-238 16,0 0-153-16,0 0-19 0,0 0 23 16,0 0-29-16,0 0-82 0,-41 21-32 0,24-6-29 15,-1 6 25-15,-3 6 22 0,1 4 8 16,-1 6-27-16,2 2-31 0,-1 2-13 16,2 2 3-16,1 0 13 0,5 1 26 15,3-3-2-15,4-1-37 0,5-8-9 16,0-5 8-16,6-8-11 0,7-5-6 15,3-3-16-15,4-3 0 0,3-3-15 0,0-1 9 16,3-4-12-16,0-1-14 16,-2-8-1-16,2-2 0 0,-4-2 2 15,-2 2 11-15,-1-3-34 0,-5 3-25 0,-2 3 15 16,-4-2 4-16,-3 4 5 0,-2 2 3 16,-3 1 10-16,0 2 8 0,0 1 13 15,-5 0-12-15,-4-1 13 0,-2 0-41 0,0-1 19 16,-4-1-13-16,-1 3-3 0,-1-2 12 15,0 2 1-15,-3 0-32 0,-2 4-5 16,2 2-23-16,-2 3-18 0,2 1-13 16,3 0-63-16,-1 1-149 0,5 2-145 15,2-1-176-15,2-4-366 0,-1 3-618 16</inkml:trace>
  <inkml:trace contextRef="#ctx0" brushRef="#br0" timeOffset="43117.498">11922 13875 75 0,'0'0'450'0,"0"0"-98"0,0 0 1011 16,0 0-847-16,0 0-166 0,0 0-196 15,0 0-78-15,0 0-9 0,0 0 13 16,0 0 12-16,-72 66-4 0,61-31 32 16,1 3 31-16,1 5 13 0,4-1-2 15,0-1-13-15,4-1-25 0,1-6-22 16,0-7-34-16,1-3-35 0,7-6-33 15,1-5-2-15,1-2 2 0,3-4 10 16,0-5-10-16,3-2-19 0,-2 0-21 16,4-2-22-16,-4-8-8 0,2 0-60 15,-5-3-57-15,-2 1-29 0,0 0-99 16,-5-2-177-16,-3 5-267 0,-1-3-389 0</inkml:trace>
  <inkml:trace contextRef="#ctx0" brushRef="#br0" timeOffset="43284.53">11830 14074 992 0,'0'0'215'16,"0"0"900"-16,0 0-702 16,0 0-92-16,0 0-52 0,0 0 64 0,0 0-9 15,0 0-95-15,0 0-73 0,0 0-38 16,0 0-32-16,89 54-18 0,-64-54-22 16,1 0-36-16,1-3-10 0,-1-3-61 15,0-2-66-15,0 0-127 0,-2 1-179 16,-6 1-336-16,5 0-1026 0</inkml:trace>
  <inkml:trace contextRef="#ctx0" brushRef="#br0" timeOffset="43868.005">12536 13664 238 0,'0'0'2201'16,"0"0"-1490"-16,0 0-256 0,0 0-234 0,0 0-86 15,0 0-30-15,0 0-5 0,0 0 24 16,-78 64 34-16,62-31-46 0,5 7-26 16,0 3 9-16,5 2 19 0,1-1 9 15,5-5-1-15,0-2-40 0,0-2-30 16,0-6-19-16,5-5 1 0,1-2 2 16,3-9 1-16,3-4-34 0,1-1-2 15,1-1-1-15,1-3-21 0,1-3-4 16,-5-1-20-16,1-3-38 0,-2-6-8 0,-1-1-16 15,-1-2-37-15,-2 1-43 0,-3-1-32 16,-2 1-52-16,-1 0-71 0,0-1-18 16,-4 0 12-16,-5-2-37 0,-2 1 33 15,-1-2 57-15,-2 1 143 0,1 1 152 16,-2-2 84-16,5 5 101 0,0-2 74 16,3 6 34-16,4 1 67 0,3 5 7 0,0 0-58 15,0 0-38-15,10 6-37 0,0 0 4 16,3 6-19-16,3-1-20 0,2-3-31 15,-1 2-43-15,1-5-55 0,-2-2-33 16,3-3-16-16,-2 0-21 0,2-7-55 16,1-4-69-16,-2 0-66 0,-1 0-52 15,-3-3-53-15,-5 5-119 0,-1-2-186 16,-3 5-162-16,-4-1-60 0,-1 3-294 16,-1 3 353-16</inkml:trace>
  <inkml:trace contextRef="#ctx0" brushRef="#br0" timeOffset="43999.09">12660 13927 703 0,'0'0'802'0,"0"0"-120"0,0 0-133 0,0 0-100 15,0 0-61-15,-26 78-81 0,25-57-96 0,-1 0-68 16,2 0-28-16,0 0-9 0,0-2-26 16,0 0-24-16,3-2-56 0,2-3-4 15,0-6-141-15,2-3-22 0,-1-2-30 16,3-3-42-16,1 0-58 0,0-2-117 16,-3-1-323-16,6-8-674 0</inkml:trace>
  <inkml:trace contextRef="#ctx0" brushRef="#br0" timeOffset="44342.979">13123 13572 935 0,'0'0'687'0,"0"0"4"0,0 0-520 15,0 0-74-15,0 0 164 0,0 0 92 0,0 0-86 16,0 0-105-16,0 0-54 0,0 0-4 15,0 0 6-15,-59 65 22 0,54-55-13 16,-1 2-7-16,2 2-7 0,-3 0-6 16,1 2-6-16,-1 0-7 0,0 2-9 15,-2 0-3-15,-1 4 6 0,1 0-10 16,-1 4-15-16,0 1-9 0,2 4-1 16,0 2-11-16,-3 3-31 0,7 2-1 15,-1-2-1-15,2 2-1 0,3-5-3 16,0-2-15-16,0-3 6 0,8-6 10 15,0-4-66-15,2-4 23 0,3-2-35 0,2-5-12 16,-1-3-9-16,5-4-13 0,-2 0-56 16,3-4-69-16,0-4-156 0,-8-1-240 15,8-5-656-15</inkml:trace>
  <inkml:trace contextRef="#ctx0" brushRef="#br0" timeOffset="44719.102">13335 13522 650 0,'0'0'521'0,"0"0"1256"0,0 0-1428 0,0 0-164 16,0 0 43-16,0 0 172 0,8 69-40 16,-8-27-73-16,0 6-79 0,0 1-67 15,-3 1-44-15,-1-3-5 0,0 1-19 16,-1-5-19-16,2-3-52 0,0-7-2 15,3-5-24-15,0-7-15 0,0-7-95 16,3-3-52-16,5-8-25 0,0 0-2 16,4-3-43-16,1-1-164 0,1-8-283 15,-2 0-583-15,5-12-637 0</inkml:trace>
  <inkml:trace contextRef="#ctx0" brushRef="#br0" timeOffset="44940.526">13631 13730 215 0,'0'0'2397'0,"0"0"-1886"15,0 0-169-15,0 0-42 0,0 0 56 16,0 0-89-16,0 0-90 0,0 0-66 0,-88 42-37 16,65-23-31-16,-1 5-3 0,1 0-7 15,3-2 7-15,1 0 6 0,4 0-3 16,4-1-19-16,2-1 13 0,4-1 6 16,3 0 3-16,2-1-4 0,0-4-14 15,3 0-28-15,7-4-19 0,4-3-35 16,4-1-1-16,2-5-40 0,7-1-37 15,-1-4-34-15,3-6-46 0,3-4-80 16,-4-1-196-16,-6 1-480 0,10-6-386 0</inkml:trace>
  <inkml:trace contextRef="#ctx0" brushRef="#br0" timeOffset="45162.915">13909 13664 68 0,'0'0'2847'0,"0"0"-2259"16,0 0-187-16,0 0-168 0,0 0-53 0,0 0-9 15,-79 101-14-15,52-57-25 0,0 8-21 16,-4 2-4-16,1 3-3 0,1 1-34 16,-2 1-21-16,0 0-19 0,0-1-12 15,0 0-18-15,3-7 0 0,1-1-50 16,3-6-23-16,-1-2-22 0,4-4-30 16,3 1-32-16,4-3-9 0,3-9-162 15,3-4 71-15,7-13-121 0,1-10-58 16,3-9-297-16,4-4-426 0</inkml:trace>
  <inkml:trace contextRef="#ctx0" brushRef="#br0" timeOffset="45594.517">13552 14366 1155 0,'0'0'998'0,"0"0"-377"0,0 0-131 15,0 0-27-15,0 0-57 0,78-58-64 16,-59 50-80-16,4-1-41 0,1-1-44 16,3-5-52-16,2 1-61 0,-1-4-64 15,2-1-12-15,-2-2-70 0,-1-1-43 16,0-1-58-16,-4 1-63 0,-1-1-48 0,-5 5-78 15,-5 2-75-15,-1 4-25 0,-6 1-107 16,-5 7 68-16,0-2 4 0,-3 5 350 16,-5 1 157-16,-3 0 251 0,1 1-75 15,-2 9 41-15,-1 5 94 0,0 7 96 16,1 3-43-16,-3 6-90 0,2 4-4 0,2 2-20 16,0 3-5-16,0 2-33 0,2-1-41 15,2-2-17-15,1-1-22 0,1-6-40 16,3-5-54-16,1-5-38 0,1-6-3 15,0-3-61-15,0-6-72 0,0-2-27 16,3 0-10-16,1-4-20 0,-1-1-34 16,0 0-91-16,-1 0-86 0,3-3-58 15,-2-1 65-15,0-1 187 0,0-3 210 16,0-2 55-16,3-2 104 0,0-2 80 16,3-2 25-16,1 0-78 0,0 3-48 15,0-1-39-15,1 4 34 0,-2 0 7 0,2 2-32 16,-3 4-51-16,4 0-20 0,-1 1-27 15,-2 1-10-15,2-1-32 0,0-1-78 16,0-1-90-16,-1-1-71 0,2-2-114 16,-5 3-258-16,4-5-728 0</inkml:trace>
  <inkml:trace contextRef="#ctx0" brushRef="#br0" timeOffset="45912.608">14225 13903 320 0,'0'0'2767'16,"0"0"-2203"-16,0 0-262 0,0 0-217 15,0 0-25-15,0 0 68 0,0 0 102 16,20 86-54-16,-20-54-72 0,0 4-51 0,0 0-29 16,0 1-5-16,-2 1-4 0,-4-1-13 15,-3-2 16-15,2-3-17 0,-5 1 1 16,2-2-2-16,-4-3-12 0,-2-2-89 16,0-1-50-16,-3-5-22 0,-1 3-38 15,-2-4-62-15,1 0-153 0,-1-3-232 16,6-4-456-16,-7 1-620 0</inkml:trace>
  <inkml:trace contextRef="#ctx0" brushRef="#br0" timeOffset="47559.796">13767 12368 646 0,'0'0'313'0,"0"0"-154"0,0 0 1202 16,0 0-897-16,0 0-138 0,0 0-160 16,0 0 56-16,0 0 24 0,0 0-17 15,0 0-70-15,0 0-19 0,-97-15-20 16,71 34 7-16,-2 5 8 0,-4 8-9 15,-3 8-19-15,-2 11-12 0,-3 5-10 16,-1 9-6-16,1 4-24 0,-2 3-1 16,6-1-17-16,4-5-25 0,10-12-12 15,8-11-21-15,10-12 20 0,4-11-18 16,7-6 1-16,10-8-12 0,5-5-22 16,7-1-12-16,7-7-24 0,1-7-40 0,2-3-47 15,0-5 3-15,-3 2 18 16,-1-3 43-16,-4 3 18 0,-7 3 37 0,-6 2-16 15,-5 2-18-15,-6 4 90 0,-5 2 9 16,-2 2 63-16,0-2-41 0,-9 3 13 0,1-2-4 16,-3-1 10-16,-4-1-10 15,2 0-9-15,-5 3 22 0,2 0-35 0,-2 3 7 16,-4 2 5-16,0 0-30 16,-2 9 0-16,-3 6 3 0,-1 4 43 0,0 4 0 15,2 4-12-15,5-2-34 0,3 1-18 16,7-4-28-16,4-4-62 0,6-4-85 15,1-5-50-15,8-4-223 0,10-5-37 16,-1 0-179-16,19-22-614 0</inkml:trace>
  <inkml:trace contextRef="#ctx0" brushRef="#br0" timeOffset="47792.198">14240 12437 1137 0,'0'0'1390'0,"0"0"-920"0,0 0-204 16,0 0 68-16,-75 54 107 0,52-23-54 0,1 5-97 16,6 6-91-16,3 1-40 15,2 4-12-15,6-1-7 0,2 2-40 0,3-4-33 16,0-2-67-16,2-4-16 0,7-6-15 16,3-7-78-16,3-7-1 0,2-7-18 15,5-8-15-15,2-3-50 0,5-6-106 16,1-11-313-16,-4 2-615 0,6-16-790 0</inkml:trace>
  <inkml:trace contextRef="#ctx0" brushRef="#br0" timeOffset="48232.124">14581 12352 859 0,'0'0'237'0,"0"0"1014"15,0 0-712-15,0 0-113 0,0 0-112 0,0 0-30 16,0 0-26-16,0 0 9 0,0 0-8 15,33 100-53-15,-29-55-16 0,-1 4-32 16,-1 3-21-16,-2 3-37 0,0-2-39 16,-7-1-25-16,-5-1-33 0,-1-2-3 15,-4-1-14-15,1-4-4 0,-3-3 0 16,-1-6-10-16,4-4 1 0,-1-7-6 16,3-6 8-16,2-5 1 0,-2-4-40 15,2-7-36-15,-1-2 12 0,-1 0 30 16,-1-7 24-16,2-6 10 0,-1-3-1 0,1-2 4 15,3-2-7-15,0-6-2 0,3-3 17 16,2-4-20-16,5 0-23 0,0-2 7 16,0 3 9-16,6 4-27 0,3 6 27 15,1 4 9-15,1 6 31 0,1 6 9 16,2 4 71-16,-1 2 40 0,6 2 21 16,0 8-19-16,1 2-18 0,4 6-3 15,1 1-7-15,1 0-12 0,1 0-21 16,3-2-28-16,-1 0-9 0,3-3-6 0,2-2-15 15,0-3-3-15,0-4-14 0,-4-4-53 16,-1-1-33-16,-4 0-21 0,-5-4-56 16,-4-2-31-16,-6-2-10 0,-3-2-38 15,-1 1-166-15,-3-3-280 0,-2 3-454 0,-1-10-527 16</inkml:trace>
  <inkml:trace contextRef="#ctx0" brushRef="#br0" timeOffset="48453.502">14993 12444 75 0,'0'0'489'16,"0"0"841"-16,0 0-550 0,0 0-180 15,39 70-96-15,-30-45-77 0,2 2-76 0,-2 4-44 16,-2 1-68-16,3 3-90 0,-4 1-51 16,-2 1-41-16,-1 1-26 0,-3-2-1 15,0 4-30-15,-1 0 0 0,-6 5-24 16,-5 2-49-16,-4 3 27 0,-7-2 13 15,-6 1-138-15,-4 1-153 0,-9-1-62 16,-2 0-136-16,-4 0-70 0,12-12-92 0,-22 15-576 16</inkml:trace>
  <inkml:trace contextRef="#ctx0" brushRef="#br1" timeOffset="60675.367">11685 8490 336 0,'0'0'489'16,"0"0"-82"-16,0 0-107 0,0 0-73 15,0 0-77-15,0 0-79 0,0 0 367 16,0 0-251-16,0 0 0 0,0 0-17 0,0 0 35 16,-64-30 50-16,58 27-30 0,2 1-32 15,0 1-17-15,-1 0 28 0,4 1 19 16,1 0-81-16,0 0-31 0,4 0-21 15,6 1 11-15,7 4 18 0,1-1-27 16,6 0-1-16,2 1-39 0,0-3-12 16,0 0-22-16,-1-2-16 0,-4 0-1 15,1 0 2-15,-2 0-1 0,-3 0-2 16,-3-2 0-16,-2-1-18 0,-3-1-4 16,-2 3 4-16,-1-2-28 0,-3 0-45 15,-2 3-31-15,1-1-28 0,-2 1-28 0,0 0-48 16,0 0-72-16,-6 1-187 0,0 2-326 15,-5 2-569-15</inkml:trace>
  <inkml:trace contextRef="#ctx0" brushRef="#br1" timeOffset="60919.668">11745 8472 897 0,'0'0'631'0,"0"0"-192"0,0 0-92 15,0 0 5-15,0 0 2 0,-16 75-54 16,16-48-68-16,0 2 5 0,1 3-51 15,4 4-16-15,-2 5-30 0,-2 1-47 16,-1 1-37-16,0 6 3 0,-3-1-19 16,-1-4-6-16,-2-4-34 0,2-5-1 15,1-9-11-15,-3-2-10 0,5-5 6 16,-2-4-11-16,3-5-10 0,0-3-13 0,0-4-15 16,0-2-22-16,3-1-25 0,0 0-37 15,2-4-17-15,0-5-71 0,2-3-122 16,-1-2-187-16,-2 2-494 0,-2-16-500 0</inkml:trace>
  <inkml:trace contextRef="#ctx0" brushRef="#br1" timeOffset="61125.654">11713 8776 1666 0,'0'0'533'0,"0"0"-152"0,0 0-36 0,0 0-28 15,0 0-31-15,0 0-20 0,0 0-47 16,0 0-11-16,84-38-44 0,-61 32-18 15,0-1 11-15,0 1-46 0,2 0-31 0,-4 0-37 16,-2 0-22-16,1 2-18 0,-1 0-3 16,-3 0-34-16,-1-1 1 0,-3 3-41 15,0-2-52-15,-1 2-50 0,-1 1-69 16,-4 1-78-16,-3 0-227 0,-3 1-549 16,-1 7-773-16</inkml:trace>
  <inkml:trace contextRef="#ctx0" brushRef="#br1" timeOffset="61805.832">12072 9251 1398 0,'0'0'1012'0,"0"0"-615"0,0 0-115 0,0 0-7 16,0 0-15-16,0 0-74 0,-3-73-101 15,-1 64-31-15,-1-1-10 0,-1 2-7 16,0 2 11-16,0 1-7 0,-3 0 3 15,1 3-16-15,-1 2-25 0,-1 0 0 16,-2 2-3-16,1 6 0 0,-1 2-19 16,-1 3 0-16,3 1 1 0,-2 1 15 15,3 2-7-15,1-3-8 0,1-2 15 16,4-1 3-16,0 0 0 0,3-5-3 0,0 3 3 16,0 1 1-16,0 2 15 15,3 2 24-15,1 3 13 0,1 4-6 0,-1-1-13 16,2 4 7-16,1 0-20 0,0 2 4 15,-2 0-25-15,0 1 0 0,0 1 0 16,-2-2 0-16,-2 0 0 0,1-3-21 0,-1-1 21 16,2-4 0-16,-3-1 0 0,1-3-19 15,1-2 16-15,-2-3-25 0,1-1-9 16,1-2 2-16,-2-1-18 0,0-3-31 16,0 1-42-16,0-1-15 0,0-1-20 15,0-1-29-15,-2 0-59 0,-2 0-171 16,-5 0-180-16,5 0-371 0,-5-6-45 0</inkml:trace>
  <inkml:trace contextRef="#ctx0" brushRef="#br1" timeOffset="62038.797">11888 9634 1322 0,'0'0'387'16,"0"0"-88"-16,0 0 12 0,0 0-20 15,0 0-4-15,24 72-63 0,-17-59-29 16,-1 1-20-16,4-4-4 0,-3 2-45 15,1-2-41-15,0 1-16 0,-2-2-9 0,3 0-3 16,-4-3 0-16,1 1-10 0,-1-2-16 16,-1-2-16-16,3 0 10 15,-1-2-12-15,1-1-10 0,0 0 0 0,5-5 16 16,1-2 15-16,1-6-11 0,-1-3-23 16,2 1-78-16,0-2-41 0,0 0-38 15,1 0-57-15,1 1-160 0,-3-2-105 16,-2 3-597-16,1-6-756 0</inkml:trace>
  <inkml:trace contextRef="#ctx0" brushRef="#br1" timeOffset="63164.788">8632 10150 1167 0,'0'0'1111'0,"0"0"-845"0,0 0-5 0,0 0 76 16,0 0-111-16,0 0 91 0,-76-12-55 16,74 11-127-16,2-3-69 0,0 2-19 15,0-3 15-15,3 0-28 0,4-1-18 16,2-2 2-16,4-2 7 0,0-1 9 15,4-1-6-15,2-2 3 0,4 0 10 16,0-4-14-16,6-3 27 0,1 0-52 0,8-6 24 16,2 0-25-16,5-4 14 0,2-1-14 15,7-2-1-15,-1-1-11 0,4 0 10 16,4-1-12-16,1 0 10 16,1 0-9-16,4 1 0 0,-1 0 9 0,3-2-10 15,2 1 12-15,1-2-1 0,1 0-26 16,4-1 27-16,-1 0-23 0,2-1 21 15,-6 2-13-15,-1 3 13 0,-8 1-13 0,-7 8 16 16,-7 1 0-16,-10 3 22 0,-6 6-6 16,-5 2 24-16,-5 1 12 0,-2 1 7 15,1-1-13-15,2-3 19 0,4-2 128 16,-1-1-74-16,3-1-76 0,1-1-40 16,0-1 27-16,-2 0-5 0,1 0-23 15,-4 3 1-15,-2 1 21 0,-3 2-10 16,-2 3-14-16,-6 2 0 0,-3 2 39 15,0 4 13-15,-4-2-28 0,0 2-12 16,-2 0-11-16,3 1 2 0,-1 1 13 16,-2 1-13-16,-1 0-3 0,1 0-13 0,-2 2-8 15,-2 0 3-15,0 0-6 0,0 0-7 16,0 0-48-16,-6 4-43 0,-1 1-28 16,-3 2-10-16,-2 3-40 0,-3-1-48 15,0 3-103-15,-4-4-154 0,6-3-270 16,-10 1-664-16</inkml:trace>
  <inkml:trace contextRef="#ctx0" brushRef="#br1" timeOffset="63465.598">10503 8743 1550 0,'0'0'676'15,"0"0"-276"-15,0 0-71 0,0 0 45 0,0 0 13 16,0 0-117-16,0 0-59 0,0 0-62 15,95-22-40-15,-74 21-29 0,2 1 28 16,1 0-16-16,0 4-3 0,2 0-21 16,-2 4 8-16,-2-1-21 0,0 0 19 15,-4 2-35-15,-3-1 1 0,-2-1 0 0,-6 2-13 16,0-1 10-16,-2 2-4 0,-2-1-9 16,-2 3-5-16,-1 3-1 0,0-1-16 15,0 4-1-15,-6 5-1 0,-4 3-2 16,-3 5-16-16,-1 2-10 0,-5 3-33 15,0 2-27-15,-2 2-28 0,-1 0 31 16,0 0 60-16,2-2-39 0,2-5-80 16,1-6-72-16,3-2-147 0,0-5-223 15,3-7-377-15,-10 11-579 0</inkml:trace>
  <inkml:trace contextRef="#ctx0" brushRef="#br1" timeOffset="65662">17829 10115 1193 0,'0'0'1642'0,"0"0"-1376"0,0 0-39 15,-53-66 11-15,39 49 112 0,-3 4-86 16,0 4-99-16,0 0-69 0,1 7 0 16,-5 2-19-16,-2 0 31 0,-3 2-34 15,-3 14-40-15,0 4 5 0,-2 10-8 16,2 7 21-16,1 10 21 0,2 8 1 0,2 7-7 15,2 6-12-15,3 3-22 0,4-2-30 16,7 1 31-16,5-9-19 0,3-8 28 16,8-12-43-16,10-9-3 0,4-8-25 15,7-9 7-15,4-6 19 0,7-8-1 16,1-1-34-16,5-13 4 0,3-6-37 16,3-5-37-16,-2-3-31 0,1-5-24 15,-1-3-60-15,-4 3-76 0,-3-3-211 16,-15 9-494-16,11-14-518 0</inkml:trace>
  <inkml:trace contextRef="#ctx0" brushRef="#br1" timeOffset="65926.489">18229 9662 1296 0,'0'0'1412'0,"0"0"-966"15,0 0-67-15,0 0 53 0,0 0-41 16,0 102-88-16,-2-54 10 0,-4 8-44 16,-1 5-93-16,0 6-60 0,0 2-13 15,-3 4-12-15,-2 2-25 0,1 1-36 16,0 0-27-16,-1-3-1 0,3-4-2 0,0-8-1 16,5-10-38-16,1-10-21 15,3-13-52-15,6-9-13 0,5-8-30 16,4-5-30-16,5-6-44 0,7-7-97 15,2-7-241-15,-4 1-431 0,14-15-558 0</inkml:trace>
  <inkml:trace contextRef="#ctx0" brushRef="#br1" timeOffset="66289.742">18564 10376 1952 0,'0'0'757'0,"0"0"-333"0,0 0-57 0,0 0 99 15,0 0 0-15,0 0-176 0,0 0-118 16,0 0-56-16,-89 53-12 0,62-18 9 15,-1 5 33-15,3 3 6 0,0-1-34 16,6-2-24-16,2-6-31 0,8-6-48 16,5-10-3-16,4-8-12 0,0-5-15 15,9-5 15-15,6 0 24 0,6-7 4 16,6-9-27-16,6-4-1 0,0-6-38 0,3-3-46 16,-7 3-25-16,-1 0 33 15,-7 1 24-15,-4 4 16 0,-4 5 12 0,-4 3 21 16,-2 6 3-16,-3 2 1 0,-2 5 29 15,-1 0 34-15,2 1 2 0,0 10 22 16,2 1 0-16,0 3 6 0,2 3-1 0,-1 1-29 16,1 0-13-16,-1-4-6 15,0 0-28-15,2-3-17 0,-2-4-39 16,3-3-15-16,1-4-28 0,0-1-17 0,2 0-16 16,1-2-52-16,1-8-36 0,3-1-98 15,-1-3-268-15,4-5-474 0,-6 5-368 16,6-11-439-16</inkml:trace>
  <inkml:trace contextRef="#ctx0" brushRef="#br1" timeOffset="66429.308">18994 10359 2854 0,'0'0'655'15,"0"0"-185"-15,0 0-17 0,0 0-43 0,20 67-31 16,-20-40-48-16,0 2-74 0,0-2-66 16,-6-2-95-16,4-5-90 0,-1-3-6 15,0-3-42-15,0-2-49 0,0-1-66 16,-2 0-67-16,0-5-49 0,2-3-166 15,0-2-558-15,-3-4-552 0</inkml:trace>
  <inkml:trace contextRef="#ctx0" brushRef="#br1" timeOffset="66914.439">19010 10244 2526 0,'0'0'550'0,"0"0"-100"0,0 0 23 15,0 0-5-15,0 0-101 0,83-50-150 16,-63 46-122-16,-1 1-95 0,1 0-19 15,0 1-51-15,-2 2-129 0,-1 0-62 16,-1 2-49-16,-2 4-141 0,-1 4-165 0,-5 5-178 16,-4 2-175-16,-1 4 249 0,-3 2 720 15,0 2 169-15,-6 0 1095 0,0 4-547 16,-2-1-110-16,0 1-80 0,-1-1-90 16,1 0-89-16,2-2-63 0,1-2-23 15,2-5-47-15,1-3-79 0,2-4-51 16,2-3-53-16,3-1-32 0,4-5-3 15,-1 1-24-15,3-3 24 0,0-1 2 0,0 0 1 16,4 0-15-16,-1-2-9 0,1-1-16 16,1 0 10-16,-2 3-6 0,3-4 2 15,-2 2 13-15,3-2-15 0,0 0-10 16,1-1 4-16,-2 0 18 0,0 0 22 16,-3 1-11-16,-2 1-5 0,-3 0-27 15,-3 0-1-15,-3 3 19 0,-2-1 12 0,2 1 11 16,-1-2-11-16,1 2-4 0,3-2 19 15,3-1 30-15,0 1-2 0,4-2-16 16,1 0-12-16,1 3 0 0,1-2 15 16,-1 3 6-16,1 3 22 0,-1 6 57 15,-4 4 0-15,-3 2-6 0,-3 3-21 16,-1 2-34-16,-4 0-38 0,0 0-1 16,0-3-20-16,0 2-95 0,0-4-58 15,0 1-36-15,0 0-100 0,-9 1-239 0,1-4-617 16,-21 3-842-16</inkml:trace>
  <inkml:trace contextRef="#ctx0" brushRef="#br1" timeOffset="67272.852">17218 11459 3258 0,'0'0'715'0,"0"0"-495"0,0 0-83 16,0 0 110-16,0 0 55 0,0 0-116 16,0 0-3-16,0 0-19 0,97 16-70 15,-13-34-12-15,9-2-15 0,5-2-25 0,3 2 7 16,4 1-13-16,-4 2-9 16,0 1 6-16,3 2-5 0,0 0 2 15,1 0-6-15,-1 2-6 0,-1-3 3 16,5 3-9-16,-4 1 3 0,0 0 31 0,-2 3-10 0,-4 1-36 15,-5 2-12-15,-6-1-2 0,-6 1 14 16,-9 3 0-16,-6-1-18 0,-9 2-16 16,-8-1-8-16,-5 2-15 0,-8 0-7 15,-4 0-14-15,-5 0-10 0,-4 0 3 16,-5 0 6-16,-1 0-30 0,-4 0-28 16,0 0-27-16,-4 0-81 0,-5-4-134 15,-2 0-274-15,-8-7-939 0</inkml:trace>
  <inkml:trace contextRef="#ctx0" brushRef="#br1" timeOffset="68716.723">20612 9982 1971 0,'0'0'973'0,"0"0"-640"0,0 0-104 16,0 0 128-16,0 0 32 0,114-53-58 16,-66 40-91-16,2-2-77 0,8 3-38 15,1 2 0-15,0-1-31 0,-1 4-24 16,-4-1-24-16,-5 1-34 0,-1 3-12 15,-8-5-24-15,-4 6-13 0,-7-1-69 16,-6 0-62-16,-7 3-27 0,-6-1-36 16,-6 2-84-16,-4 0-214 0,0 5-229 15,-4-3-342-15,-15 9-434 0</inkml:trace>
  <inkml:trace contextRef="#ctx0" brushRef="#br1" timeOffset="68907.995">21066 9932 271 0,'0'0'1671'0,"0"0"-1175"16,0 0-45-16,-21 67-25 0,14-35-64 0,1 4 16 16,1 4-85-16,-1 3-61 0,1 1-38 15,1 2-56-15,1-2-52 0,-2 3-31 16,1-4-37-16,-2 0-18 0,2-3-15 16,-2 0-28-16,2-6-58 0,-2 0-80 15,0-5-78-15,0-2-42 0,-3-1-165 16,3-8-247-16,-9 4-638 0</inkml:trace>
  <inkml:trace contextRef="#ctx0" brushRef="#br1" timeOffset="69105.86">20758 10660 653 0,'0'0'1481'0,"0"0"-1093"16,0 0-17-16,0 0 70 0,0 0 22 15,0 0-130-15,0 0-96 0,0 0-45 16,86-17-1-16,-57 17-56 0,4-5-43 15,3-1-37-15,3-1-10 0,6-3-45 0,0-2-2 16,-1-2-37-16,0-3-123 0,-2-1-109 16,-5 1-98-16,-13 4-276 0,7-8-914 0</inkml:trace>
  <inkml:trace contextRef="#ctx0" brushRef="#br1" timeOffset="69541.484">21353 10354 349 0,'0'0'2546'16,"0"0"-2172"-16,0 0-230 0,0 0 157 0,-14 80 117 15,11-51-76-15,-2-2-107 0,2-1-106 16,3-5-100-16,0-4-29 0,0-1-15 16,3-4-16-16,2-2-12 0,1-2-37 15,2-7-27-15,2 1 2 0,2-2-1 0,1-2 44 16,3-6 31-16,1-3 19 15,0-1-10-15,2-4 20 0,-5 2 1 0,2 2 1 16,-4 0 15-16,-5 3-2 0,0 2 9 16,-3 6 6-16,-4-1-1 0,0 2 1 15,0 0-28-15,0 0-3 0,0 0 3 16,0 0 11-16,0 3 10 0,-1 1 26 16,-2-1-7-16,3 1-40 0,0-3-1 15,0-1 1-15,4 0 1 0,2 0-1 16,4-5-32-16,2-3 1 0,5-4-46 15,2-4 2-15,1 1 0 0,0-1 22 0,-1 5 3 16,-2 4 16-16,2 4 34 0,-2 3 34 16,-1 0 54-16,-1 7 42 0,-3 1-12 15,0 7-10-15,-2 0-9 0,-1 1-16 16,-1-1-34-16,-2 2-26 0,-1-4-23 16,-1 1-18-16,1-4-19 0,-3 2-83 0,-1-3-38 15,-1-1-40-15,0 1-59 0,0-2-175 16,0-1-322-16,-3 0-773 0</inkml:trace>
  <inkml:trace contextRef="#ctx0" brushRef="#br1" timeOffset="74737.84">21772 10537 39 0,'0'0'414'0,"0"0"-228"0,0 0-65 16,0 0 42-16,0 0 68 0,0 0-23 16,0 0-120-16,0 0-88 0,0 0 507 15,0 0-121-15,39 9-166 0,-36-9-46 0,4-4 57 16,-1-1 29-16,0-1-31 0,-2 0-13 15,2 0-24-15,-3 2-38 0,3 0-31 0,-4 0-5 16,-2 4-3-16,0-1 3 16,2-2 8-16,-2 0 34 0,0 2-15 0,1-5-35 15,-1-2-19-15,0-1-18 0,2-3-18 16,-1 1-21-16,2-1-19 0,0 2-15 16,0-2 12-16,1 2-12 0,-1 1 0 15,0 2-1-15,1 1 1 0,-2 3 3 16,1 1 9-16,0-1 3 0,1 2-15 15,3-3-2-15,1-1 2 0,4 1 14 16,1-1-11-16,2-1 9 0,-2 1-12 16,2-1-1-16,1 6 1 0,0-2 15 15,2 2-3-15,2 0-10 0,0 6-2 16,-1 6-1-16,2 4 1 0,2 5 0 16,-4 2 16-16,1 2-16 0,-4 0 0 0,-2 1 0 15,-5 0 1-15,-1 2 15 0,-2-3-16 16,-3 1-1-16,-3-5-3 0,0 1 1 0,0-3-30 15,0-5-28-15,0 1-3 0,0-5-6 16,0-1 3-16,0-2-24 0,0-5-22 16,2 0-44-16,5-2-55 0,6-3-105 15,4-6-173-15,-2 0-261 0,15-13-782 0</inkml:trace>
  <inkml:trace contextRef="#ctx0" brushRef="#br1" timeOffset="75219.415">23002 9363 1879 0,'0'0'17'0,"0"0"1385"0,0 0-1002 15,0 0-82-15,0 0-36 0,0 0-1 16,0 0-10-16,9 81-51 0,-9-37-37 16,-6 11-67-16,0 3-13 0,-2 3-9 15,-3 2 21-15,2 2-27 0,-2 1-31 16,-3-1-33-16,0 1-21 0,-3-2-3 16,-3 0-22-16,3 0 10 0,-3-6-36 0,4-6-40 15,2-9-24-15,3-11-15 16,5-12-7-16,3-9 3 0,2-9-18 0,1-2-38 15,0-1-50-15,1-9-1 0,5-7-24 16,3-3-24-16,1-9-119 0,0-3-59 16,2-3-132-16,-3-5-76 0,2-4 51 15,-5 12 132-15,5-31-84 0</inkml:trace>
  <inkml:trace contextRef="#ctx0" brushRef="#br1" timeOffset="75502.179">22997 9612 1577 0,'0'0'520'0,"0"0"36"0,0 0-173 16,0 0-32-16,0 0-8 0,0 0-51 15,0 0-66-15,0 0-59 0,0 0 0 16,77 9 9-16,-63 17-4 0,-1 9-47 16,4 5-30-16,-2 6 8 0,1 7 13 15,-3 4-43-15,-3 4-28 0,-2 1-24 0,-3 5-19 16,-4-2-2-16,-1-3-15 0,0-6 15 16,0-8 1-16,2-11 15 15,4-11-1-15,2-10 6 0,4-7-20 0,-1-6 20 16,6-5 28-16,2-12 63 0,4-11-4 15,5-12-68-15,2-9-40 0,2-7 0 16,-1-4-18-16,0-4 16 0,0-2-32 16,-3 0-17-16,-1 0-19 0,-3 2-36 0,-2 6-33 15,0 8 11-15,-1 8-24 0,-5 9-59 16,0 7-117-16,-6 9-178 0,-1 5-204 16,-5 6-494-16,-4 3-607 0</inkml:trace>
  <inkml:trace contextRef="#ctx0" brushRef="#br1" timeOffset="75840.959">23604 10126 2062 0,'0'0'1133'0,"0"0"-736"15,0 0-150-15,0 0 8 0,0 0 87 16,0 0-55-16,7 86-78 0,-7-40-47 16,0 8-22-16,0 3-27 0,-3 6-10 15,-6-1 6-15,1-2-30 0,-1-5-46 16,1-5-33-16,4-9-21 0,1-9-46 15,3-8-27-15,0-11-12 0,3-6-31 16,7-7-27-16,3-4-60 0,5-9-74 0,1-6-156 16,3-4-151-16,-4 3-541 0,6-14-432 15</inkml:trace>
  <inkml:trace contextRef="#ctx0" brushRef="#br1" timeOffset="76069.261">23920 10313 3022 0,'0'0'586'16,"0"0"-233"-16,0 0-58 0,0 0 46 0,0 0-126 15,0 0-77-15,0 0-37 0,-87 55-43 16,64-36-18-16,3 3-22 0,0 0-3 16,1 0-3-16,5 0 10 0,1-2 11 15,3 1-5-15,5-3 5 0,2-1-3 16,3-2 25-16,0 1 0 0,6-4 27 16,4 1-4-16,3-1-35 0,3-3-28 15,6 0-14-15,1-3-1 0,2-5-30 0,3 1 12 16,0-2-113-16,2-2-48 15,-1-6-52-15,2-4-82 0,1-5-194 0,-7 3-536 16,12-13-817-16</inkml:trace>
  <inkml:trace contextRef="#ctx0" brushRef="#br1" timeOffset="76269.708">24297 10266 3528 0,'0'0'562'15,"0"0"-378"-15,0 0-48 0,0 0 145 16,-72 85 11-16,46-46-97 0,-3 4-37 15,1 5-3-15,0-1-33 0,0 3-38 16,0 3-35-16,-3-1-19 0,-1 5-30 16,-3 2 0-16,-1 1-30 0,-2-3-28 15,1-3-81-15,1-6-34 0,6-6-22 16,3-6-80-16,8-6-69 0,4-9-220 16,8-11-125-16,6-3-415 0,1-12-262 0</inkml:trace>
  <inkml:trace contextRef="#ctx0" brushRef="#br1" timeOffset="76408.817">24001 10789 3064 0,'0'0'677'0,"0"0"-215"16,87-49-142-16,-55 37 37 0,6-1-37 15,0 1-49-15,-2 2-68 0,1-2-61 0,-1 0-42 16,-2-1-67-16,0 0-33 0,-4 1-69 16,-3-4-88-16,-3 2-46 0,-3 1-10 15,-5 1-135-15,-5 2-349 0,-7 5-618 16,-4 2-667-16</inkml:trace>
  <inkml:trace contextRef="#ctx0" brushRef="#br1" timeOffset="76563.546">24232 10733 3339 0,'0'0'485'0,"0"0"-381"16,-24 67-13-16,18-36 209 0,3 6 99 16,0 4-93-16,3 1-86 0,0 3-107 0,6-2-43 15,0-6-22-15,-2-6-48 0,-1-6-79 16,0-3-58-16,-1-4-15 0,-1-3-38 0,-1-1-64 15,0-6-161-15,0-2-239 0,0-3-487 16,-1-3-147-16</inkml:trace>
  <inkml:trace contextRef="#ctx0" brushRef="#br1" timeOffset="76709.181">24221 11078 215 0,'0'0'2743'0,"0"0"-2162"0,0 0-206 16,0 0-30-16,73-78-4 0,-47 67-67 15,0-2-51-15,3 5-74 0,2-3-39 16,4 0-73-16,1 2-37 0,2-2-33 15,3 0-46-15,0 0-113 0,-1 1-111 0,2 1-151 16,-10 2-501-16,14-1-925 0</inkml:trace>
  <inkml:trace contextRef="#ctx0" brushRef="#br1" timeOffset="78479.584">25924 9755 1296 0,'0'0'153'16,"0"0"-26"-16,0 0 1202 0,0 0-792 16,0 0-151-16,0 0-124 0,0 0-106 15,0 0 21-15,0 0-32 0,0 0-68 16,-56-64-25-16,33 62-9 0,-3 2-21 15,-5 4-10-15,-2 7 10 0,-4 3-10 16,-3 1 6-16,-2 6-5 0,-2 1-10 0,-4 6 21 16,3 1-23-16,2 4 39 0,1 0-3 15,8-2 6-15,6 1-20 0,5-4-23 16,7 0-3-16,8-5-9 0,5-2 12 16,3-5-12-16,6-1 12 0,7-4 1 15,7-1 11-15,6-3 12 0,2-3 95 16,6-3-73-16,0-1-15 0,4 0-19 15,-2-5-12-15,-1-2-3 0,-4 0 1 16,-1 1-32-16,-4 1-36 0,2 0-80 0,-5 1-12 16,-3 1 24-16,-4 3-162 0,-5 0-191 15,-4 0-236-15,-5 0-553 0,-2 3-111 0</inkml:trace>
  <inkml:trace contextRef="#ctx0" brushRef="#br1" timeOffset="78681.176">25349 10407 1989 0,'0'0'666'16,"0"0"-152"-16,0 0-106 0,0 0-90 16,0 0-107-16,0 0 35 0,0 0-7 15,0 0-33-15,0 0-50 0,111 26-79 16,-73-26-28-16,1 0-16 0,2 0-12 16,3-1 34-16,-2-3-21 0,1 1-34 15,-1-1-25-15,0 0-39 0,1-1-79 16,-1 0-66-16,3-1-86 0,0-2-155 0,-10 2-254 15,21-7-729-15</inkml:trace>
  <inkml:trace contextRef="#ctx0" brushRef="#br1" timeOffset="78991.318">26592 9646 1926 0,'0'0'1522'0,"0"0"-1162"0,0 0-187 16,0 0 156-16,0 0 27 0,0 0-80 0,0 0-77 15,98-21-44-15,-59 15-73 16,3-1-37-16,3-1-17 0,0 1-17 0,0-1-11 15,-2-1-3-15,1 1-9 0,-4 1-13 16,-4-1-14-16,-5 1-7 0,-6 1-57 0,-8 2-16 16,-2 1-52-16,-8 3-78 0,-6 0-153 15,-1 0-147-15,-3 0-231 0,-5 0-515 16,-12 6 79-16</inkml:trace>
  <inkml:trace contextRef="#ctx0" brushRef="#br1" timeOffset="79231.518">26886 9578 307 0,'0'0'1421'0,"0"0"-892"15,0 0-203-15,0 0-20 0,0 0 50 16,-75 59-3-16,66-36-66 0,6 5-29 16,2 3-40-16,1 7 23 0,0 1-4 15,6 7-41-15,3-1-25 0,0 3-62 16,-1 3-39-16,-3-1-31 0,1 0-23 0,-5 1-1 16,-1-3-15-16,0-4-1 15,0-3-14-15,0-6-4 0,0-8 7 16,0 0-45-16,0-7-38 0,0-4-24 0,0-7-24 0,0-3-29 15,0-4-12-15,3-2-39 16,2-2-16-16,0-7 7 0,4-5-109 0,2-4-233 16,-2 3-515-16,1-15-430 0</inkml:trace>
  <inkml:trace contextRef="#ctx0" brushRef="#br1" timeOffset="79420.888">26954 9999 3019 0,'0'0'640'15,"0"0"-416"-15,0 0-108 0,0 0 181 0,0 0 109 16,0 0-124-16,0 0-130 16,0 0-57-16,0 0-1 0,87-25 10 0,-58 19 38 15,4-3-81-15,1 3-28 0,-1 0-15 16,1 1-15-16,1-2-3 0,1 1-10 16,-3-1-20-16,0 1-31 0,-1-2-33 15,-1-1-61-15,1-3-61 0,1-1-114 16,-2-2-239-16,-8 5-590 0,1-9-1191 0</inkml:trace>
  <inkml:trace contextRef="#ctx0" brushRef="#br2" timeOffset="109270.879">3862 15973 1170 0,'0'0'1856'0,"0"0"-1571"15,0 0-78-15,0 0 90 0,0 0 129 0,0 0-45 16,0 0-138-16,0 0-120 0,0 0-77 16,0 0 27-16,53-14 58 0,-12 9 24 15,5-2-55-15,4 0-51 0,1-2-16 16,-1 4-9-16,-2-3 4 0,-1 2-13 15,-2-2-3-15,-2-1-10 0,-3-2-2 16,-2 0 0-16,-5 0-3 0,-3 1-27 16,-4-1-55-16,-4 1-34 0,-6 4-23 15,-6 3-47-15,-6 2-41 0,-3 1-74 16,-1 0-106-16,0 0-110 0,-7 4-214 16,-7 2-364-16,-1 4-110 0,1-3 637 0</inkml:trace>
  <inkml:trace contextRef="#ctx0" brushRef="#br2" timeOffset="109528.411">4196 15893 368 0,'0'0'124'0,"0"0"23"0,0 0 1061 16,0 0-803-16,0 0-55 0,-69 66-44 0,68-45-2 15,-1 3 11-15,2 1-59 0,0 2-70 16,4 1-20-16,4 3-53 0,3 2 11 16,-1 3 22-16,0 4-5 0,2 5-30 15,-2 3-46-15,-3 3-22 0,-1 4-13 16,1-1-3-16,-4 0-27 0,0 0 0 15,-2-3 0-15,-1-3 1 0,2-3-2 16,-2-6-16-16,0-3 16 0,1-6-10 16,-1-6-29-16,0-6-21 0,0-6-13 0,0-7-15 15,0-1-22-15,0-4-10 0,0-2-28 16,0-6-47-16,-1-5-135 0,-5-6-190 16,-4-7-273-16,4 3-902 0,-10-21 1024 0</inkml:trace>
  <inkml:trace contextRef="#ctx0" brushRef="#br2" timeOffset="109697.284">4118 16458 284 0,'0'0'2509'0,"0"0"-2249"15,0 0-167-15,0 0 95 0,0 0 202 16,0 0-52-16,0 0-136 0,0 0-81 16,84-38 0-16,-62 31 3 0,1-1-17 15,1-1-45-15,2 0-38 0,-1-1-24 0,1 1-36 16,1 0-54-16,2 1-79 0,4-1-51 15,3 0-106-15,0-1-207 0,3 0-659 16,-11 3-581-16,9 1 1535 0</inkml:trace>
  <inkml:trace contextRef="#ctx0" brushRef="#br2" timeOffset="109951.333">4998 16254 1159 0,'0'0'2333'0,"0"0"-2077"0,0 0-243 0,0 0 104 16,0 0 159-16,0 0 50 0,86 8-137 16,-66-4-109-16,2-4-31 0,2 0-18 15,2 0-7-15,-1-2-12 0,0-4-12 16,-1-2-73-16,0 1-106 0,-2-1-50 15,-2 2-57-15,-3 3-98 0,-8 0-371 16,-2 3-1128-16</inkml:trace>
  <inkml:trace contextRef="#ctx0" brushRef="#br2" timeOffset="110137.617">5046 16483 300 0,'0'0'2348'16,"0"0"-2052"-16,0 0-168 0,0 0 160 15,0 0 130-15,0 0-122 0,0 0-131 16,0 0-50-16,0 0-9 0,0 0-4 0,87 41-31 16,-64-38-53-16,3-3-3 15,0 0-15-15,3-3-44 0,-2-6-116 0,3-1-79 16,1-3-81-16,2 0-142 0,0-1-700 16,-7 4-264-16,7-2 601 0</inkml:trace>
  <inkml:trace contextRef="#ctx0" brushRef="#br2" timeOffset="110962.229">5852 15716 614 0,'0'0'538'0,"0"0"730"16,0 0-897-16,0 0-95 0,0 0-17 0,0 0 64 15,0 0-64-15,0 0-95 0,-6 71-30 16,18-37-31-16,4 4 15 0,0 5 33 16,2 5-37-16,-2 4-18 0,0 4-7 15,-1 6 9-15,-3 5-50 0,-3 2-17 16,-2 4-3-16,-4 0-7 0,-1-1-21 16,-2-3 0-16,0-3 0 0,0-2 0 15,0-8-28-15,4-6 10 0,3-8-37 0,0-12-28 16,2-11-2-16,2-8-20 0,-3-11-18 15,2 0-35-15,1-13-25 0,-1-7-80 16,3-9-184-16,2-9-353 0,-4-4-786 16</inkml:trace>
  <inkml:trace contextRef="#ctx0" brushRef="#br2" timeOffset="111313.762">6404 16055 760 0,'0'0'1068'15,"0"0"-320"-15,0 0-356 0,0 0-30 16,0 0 38-16,0 0-92 0,0 0-98 0,0 0-114 16,0 0-62-16,-82 19-15 0,63-4-4 15,-1 5-12-15,0 1-1 0,-1 4-2 16,0-1 3-16,1-1 9 0,2 2-11 16,1-1-1-16,0-1-1 0,1 0 1 15,6-4-2-15,1-1-11 0,2-1 13 16,3-2 3-16,2 0 0 0,2 1-3 15,0-1 0-15,8 2 0 0,3 0 1 16,4-1 0-16,2 2 53 0,2 0-7 0,4-4 8 16,1 3 1-16,0-3 5 15,2-1-18-15,-1 0-6 0,1-1-35 16,0 0 20-16,-3-1-22 0,3-3-5 0,-3-1 4 16,2 3-11-16,-1-4-12 0,-1 2-19 15,0-2-62-15,0 1-90 0,-3 0-50 0,-1 3-79 16,-2-2-112-16,-1 3-176 0,-1 1-430 15,-7-4-412-15,1 5 1422 0</inkml:trace>
  <inkml:trace contextRef="#ctx0" brushRef="#br2" timeOffset="114043.015">7155 16927 466 0,'0'0'163'16,"0"0"629"-16,0 0-301 0,0 0-339 15,0 0 88-15,89-68 32 0,-73 52 50 16,0 2-82-16,-3-1-16 0,-3-1 17 16,-1 4-1-16,-2-1 12 0,-4 1-25 0,-3 2-28 15,0 1 4-15,-6 0 12 0,-1 1-47 16,-2 1-64-16,-1 2-50 0,-3 0-37 15,0 2-17-15,0 0-28 0,-1 2 13 16,-2 1-9-16,3 0 5 0,-3 0-8 0,0 7 9 16,-2 3-1-16,-3 5 18 0,0 4 1 15,-4 6 1-15,1 6 2 0,-1 4 12 16,-1 7-14-16,2 4-2 0,2 2 2 16,5-1 23-16,4-1-9 0,6-3-15 15,4-2-1-15,3-4 0 0,7-1-14 16,10-6 15-16,4 0 2 0,6-4 0 15,2-4-1-15,1-1 0 0,2-5 2 16,-2-4 18-16,0-4-17 0,0-4 8 0,-1-3 12 16,-1-1-3-16,-4-1-21 0,-1-6-41 15,-4-1-32-15,-3-1-22 0,-5 0-15 16,-2 0-13-16,-5-2-49 0,0 1-69 16,-4-1-121-16,-2-1-98 0,-7-1-94 15,-4 0-58-15,-1 0-400 0,-4-2-104 16,-3 0 1084-16</inkml:trace>
  <inkml:trace contextRef="#ctx0" brushRef="#br2" timeOffset="114206.396">7074 17158 267 0,'0'0'326'0,"0"0"1318"16,0 0-1320-16,0 0-66 0,0 0-72 15,0 0 3-15,0 0 69 0,0 0 11 16,0 0-71-16,0 0-59 0,0 0-57 0,89 41-11 16,-62-39-55-16,0-2 6 15,0 0-22-15,-2-3-72 0,1-5-54 0,-2-2-21 16,-1-2-86-16,0 0-69 0,-4 1-126 15,-3 0-162-15,-3 3-144 0,-6 0-261 16,-4 4 378-16,-3 2 612 0</inkml:trace>
  <inkml:trace contextRef="#ctx0" brushRef="#br2" timeOffset="114333.314">7411 17127 335 0,'0'0'261'15,"0"0"-134"-15,0 0 1561 0,-27 66-1220 16,24-42-183-16,0 1-78 0,3 3 9 16,0 1-20-16,0-1-86 0,0 1-12 15,6-1-22-15,0-2-23 0,3-3-22 16,0-2-31-16,3-3-50 0,0-3-45 0,3-2-74 15,-2-1-52-15,3-5-100 0,0-2-160 16,1-2-504-16,-6-1-383 0,4-2 1296 0</inkml:trace>
  <inkml:trace contextRef="#ctx0" brushRef="#br2" timeOffset="114662.669">7851 16761 2218 0,'0'0'327'0,"0"0"-111"16,0 0-23-16,0 0 69 0,0 0 63 0,0 0-88 15,0 0-89-15,0 0-54 0,0 0 7 16,-82 38 39-16,73-8-13 0,-1 9 10 15,2 5-17-15,0 6-43 0,5 4-22 16,-1 3-30-16,4 0 12 0,0 1-25 0,0-1 19 16,4-4-31-16,2-7-3 0,4-9 2 15,2-8-33-15,2-10-21 16,2-5-16-16,4-6-46 0,0-7-22 0,6-1-50 16,0-2-56-16,1-8 50 0,2-5-25 15,0-4-181-15,-4 0-226 0,-5 6-576 16,0-9-3-16</inkml:trace>
  <inkml:trace contextRef="#ctx0" brushRef="#br2" timeOffset="114930.911">8049 16924 798 0,'0'0'1067'16,"0"0"54"-16,0 0-897 0,0 0-122 16,0 0 101-16,0 0 113 0,0 0-20 15,0 0-109-15,79 19-75 0,-45-20-56 16,4-7-38-16,-2-3 41 0,1-1-35 16,-4-1-24-16,-3-4-21 0,-2 4-72 15,-6 0-31-15,-4 1-72 0,-3 2-27 16,-5 3-32-16,-6 2-82 0,-4 2-240 15,0 2-647-15,-7 1-234 0</inkml:trace>
  <inkml:trace contextRef="#ctx0" brushRef="#br2" timeOffset="115611.055">8020 16479 199 0,'0'0'2304'15,"0"0"-2075"-15,0 0-123 0,0 0-13 16,0 0 198-16,0 0 91 0,0 0-120 16,0 0-63-16,0 0-81 0,12 67-49 0,-3-37 9 15,0 6 12-15,2 4-7 16,-1 5-15-16,-1 2-25 0,0 7 0 0,-5 0-15 16,2 6-12-16,-5-1-14 0,1 0 1 15,-1-3 0-15,-1-5-3 0,0-5-3 16,0-3-16-16,2-7 4 0,-2-4-19 15,3-6 15-15,-2-6-42 0,3-5-10 16,2-7-19-16,-2-4-16 0,-1-4-18 0,2 0-59 16,-3-7-144-16,4-8-188 0,-3-1-226 15,0 0-567-15,0-10 261 0</inkml:trace>
  <inkml:trace contextRef="#ctx0" brushRef="#br2" timeOffset="115839.833">8120 16934 205 0,'0'0'1942'0,"0"0"-1570"15,0 0-108-15,0 0 38 0,0 0 128 16,59 67-26-16,-40-45-127 0,0-1-134 0,0 3-31 16,1-2-20-16,0-1-8 0,-1-2-44 15,4-1-25-15,-2-4-13 0,2 1 13 0,-1-4-15 16,0-3-15-16,-1-2-31 0,0 0-44 15,2-2-36-15,0 0-45 0,1-1-55 16,-2 1-54-16,2-1-269 0,-4 0-594 16,-5-2-665-16,4-1 1804 0</inkml:trace>
  <inkml:trace contextRef="#ctx0" brushRef="#br2" timeOffset="116135.88">9053 16531 1146 0,'0'0'222'0,"0"0"1153"0,0 0-1089 15,0 0-81-15,-69 88 126 0,47-56-9 0,2 4 14 16,0 4-159-16,-2 7-93 0,1 3-44 16,-1 6 15-16,-3 3 7 0,-2 6-47 15,-3 4-15-15,-5 4 0 0,-4 5 0 16,-4 4 0-16,-2-1-12 0,-1-3 10 15,3-5-1-15,1-6 0 0,6-8-22 16,7-10 23-16,7-8-29 0,8-14-95 16,6-8 73-16,5-10-46 0,3-6-48 15,0-3-64-15,7-12-132 0,6-7-74 16,4-7-164-16,2-9-642 0,-6 7-6 16,7-22 1190-16</inkml:trace>
  <inkml:trace contextRef="#ctx0" brushRef="#br2" timeOffset="116315.551">8723 17265 421 0,'0'0'2364'0,"0"0"-2046"0,0 0-97 16,0 0 71-16,98-16 190 0,-68 10-186 0,-2 0-139 16,-1-2-107-16,5-3-16 0,1-3-19 15,0-3-15-15,3-2-25 0,-5-1-59 16,1 1-105-16,-3-2-63 0,-4 0-53 15,-4 2-187-15,-4 2-307 0,-8 6-509 16,-6 4 125-16</inkml:trace>
  <inkml:trace contextRef="#ctx0" brushRef="#br2" timeOffset="116515.829">8979 17254 245 0,'0'0'335'0,"0"0"665"0,-8 80-360 16,6-44-245-16,2 5-70 0,0 3-37 15,0 1-5-15,3 2-49 0,0-2-89 16,1-2-38-16,-1-3-37 0,0-3-33 16,0-1-35-16,1-5-2 0,-1-8-37 0,-1-2-83 15,2-8-56-15,-1-7-52 0,4-6-103 16,-3 0-182-16,2-12-209 0,-3-6-284 16,1 2 549-16,-1-16 209 0</inkml:trace>
  <inkml:trace contextRef="#ctx0" brushRef="#br2" timeOffset="116682.091">9012 17376 277 0,'0'0'2457'0,"0"0"-2174"0,0 0-238 0,0 0 70 16,0 0 210-16,0 0 19 0,0 0-165 16,87 5-160-16,-62-19-19 0,0-4-38 15,3-4-103-15,-2-3-96 0,1-3-26 16,0 2-134-16,-3-2-302 0,-6 8 245 0,-2-7-1211 15</inkml:trace>
  <inkml:trace contextRef="#ctx0" brushRef="#br2" timeOffset="116987.646">9428 16634 20 0,'0'0'1953'0,"0"0"-1319"0,0 0-280 16,0 0 23-16,0 0-18 0,0 0-54 16,0 0-45-16,90 43-98 0,-65-33-60 15,-2 5-10-15,0 1 7 0,0 2-7 16,-3 2 0-16,-2 3-46 0,-3 4-28 16,-4 3 4-16,-4 2-4 0,-6 4-16 15,-1 0 1-15,0 4-3 0,-10 1-1 0,-3 1-17 16,-6 3-43-16,-1-2 15 15,0 1-19-15,-6 1-18 0,2-1-9 0,-5-1-50 16,-3 1 0-16,-1-3-20 0,-5-1-49 16,-1 0-110-16,-4-1-184 15,0-3-290-15,-4-1-661 0,13-11 1149 0,-22 6-208 0</inkml:trace>
  <inkml:trace contextRef="#ctx0" brushRef="#br2" timeOffset="118862.295">17458 12026 746 0,'0'0'299'0,"0"0"1146"16,0 0-1120-16,0 0 15 0,0 0-40 15,0 0 54-15,0 0 30 0,0 0-74 16,0 0-85-16,-2 7-62 0,2-1-65 16,0 2-19-16,3 9 16 0,1 6 33 15,4 8 15-15,0 9-46 0,-1 5-37 16,-1 5-26-16,-1 6-7 0,-4 4-12 0,-1 5-14 16,0 3 0-16,0 2 1 15,-4-1 1-15,1-1-3 0,0-5-1 0,1-7-14 16,2-2-64-16,0-9 0 0,0-8-9 15,0-10 9-15,3-6-12 0,0-10-52 16,-1-6 5-16,1-3-21 0,-2-2-50 16,2-8-92-16,3-5-160 0,-1-7-195 0,1-5-473 15,-3 2-367-15,-3-17 1359 16</inkml:trace>
  <inkml:trace contextRef="#ctx0" brushRef="#br2" timeOffset="119135.591">17474 12147 1269 0,'0'0'1712'0,"0"0"-1347"16,0 0-140-16,0 0 47 0,0 0 58 15,0 0-88-15,0 0-62 0,88-47-63 0,-71 44-34 16,0 1-16-16,0 2-15 16,-4 0-15-16,-1 5-12 0,-4 2 2 0,-2 4-15 15,-4 5-12-15,-2 3-12 0,0 5 0 16,-10 2-34-16,-5 7-18 0,-1 1-4 15,-4 2 10-15,-2-1-10 0,1 0-24 16,1-7-7-16,2-6 6 0,4-7-3 0,4-6-51 16,3-6-82-16,4-3-67 0,0-6-114 15,3-7-117-15,0-7-230 0,7-4-455 16,-3 5 811-16,11-11 215 0</inkml:trace>
  <inkml:trace contextRef="#ctx0" brushRef="#br2" timeOffset="119633.664">17719 12219 10 0,'0'0'2298'0,"0"0"-1895"0,0 0-30 16,0 0-153-16,0 0 111 0,85 15 21 16,-74-8-163-16,1 3-40 0,-4 1-18 15,0 2-45-15,-3 3-12 0,-4 3-49 0,-1 4-22 16,0-3-3-16,-1 3-1 0,-6-2 0 16,1-2 0-16,2-7-14 0,1-3 12 15,2-5 1-15,1-4 2 0,0 0 16 16,0-4-16-16,5-7-15 0,3-3-22 0,4-5-21 15,2-5-57-15,1-1-34 0,3-3-47 16,0 2-53-16,1 0-58 0,1 1-98 16,0 4 1-16,-1 0-68 0,1 4-28 15,-4 2-86-15,-1 3 22 0,-4 2 232 16,-2 4 332-16,-5 6 411 0,-3 0 175 16,-1 0-26-16,0 9-77 0,0 1-73 15,0 5-140-15,0 3-39 0,0 2 8 16,0 7-4-16,0-1-21 0,0-1 31 15,0 0-73-15,5-6-64 0,-1-5-9 16,1-6-25-16,2-2-40 0,1-6-21 0,1 0-13 16,3-6-34-16,2-3-25 0,-1-6-18 15,4 0-4-15,-1-6-27 0,-2 2-11 16,0 0-38-16,-2 1 31 0,-6 2 41 16,-3 4 85-16,-3 4 16 0,0 0 72 15,-4 4 19-15,-6 0 50 0,-2 3 8 16,-2 1-35-16,-2 3-24 0,0 6-35 0,-3 3-31 15,2 2-19-15,3 3-9 0,0-1-1 16,5-5-11-16,4-2-37 0,2-5-43 16,3-2-149-16,0-2-109 0,5-2-93 15,5-5-111-15,6-3-89 0,4-1-167 16,0-3-456-16,3-2 1188 0,-4 7 66 16</inkml:trace>
  <inkml:trace contextRef="#ctx0" brushRef="#br2" timeOffset="119978.935">18325 12189 10 0,'0'0'437'0,"0"0"-150"0,0 0 1600 16,0 0-1463-16,0 0-50 0,0 0-45 15,52 71 30-15,-51-57-7 0,2-1-47 16,-3-3-100-16,2-4-94 0,-1-1-72 16,4-5-37-16,1 0-2 0,3-3-52 15,2-2-15-15,0-4-22 0,5-1-15 16,-1-5-16-16,-1 0 3 0,0 1-31 16,0-2 27-16,-5 3 2 0,-3-4 13 0,-3 6 8 15,-3 0 70-15,0 0 28 0,-7 0 34 16,-4 1 49-16,-3 1-42 0,0 3-13 15,1 2-27-15,1 2 13 0,2 2-14 16,0 0-53-16,3 0-101 0,0 0-41 0,2 0-198 16,2 0-59-16,3 0-135 0,0 2-127 15,0-1-350-15,3 1 745 0,3-2 318 16,4 0 1-16,7 0 0 0,0 0 244 16,4 0-74-16,0-2 1012 0,3 1-395 15,0 1-401-15,1-2-92 0,1 0 24 16,1-5-53-16,-1 0-79 0,-1-2-42 15,-1-4-54-15,-1-1-53 0,-2-3-37 16,1-2-146-16,-2-4-187 0,-3-1-151 16,-2-4-231-16,-2 1-417 0,-6 4-382 15,-2 7 1514-15</inkml:trace>
  <inkml:trace contextRef="#ctx0" brushRef="#br2" timeOffset="120181.031">18763 11804 662 0,'0'0'94'0,"0"0"1727"0,0 0-1384 15,0 0-209-15,0 0-126 0,0 0 25 16,0 0 107-16,-81 49-4 0,75-24-63 15,1 7-42-15,2 6 15 0,0 5 104 0,0 7-47 16,1 4-44-16,-3 4-24 0,-1 4-17 16,-3 4-17-16,-2-1-43 0,-3 3-52 15,2-5 1-15,-1-6-1 0,3-2-37 16,0-8-18-16,1-7-15 0,0-7-24 16,1-3-16-16,-3-5-10 0,-4-4 13 15,2-3-1-15,-4-5-40 0,0-1-57 16,-6-1-102-16,-2-3-181 0,-8-2-474 15,7-1-683-15,-26 3 866 0</inkml:trace>
  <inkml:trace contextRef="#ctx0" brushRef="#br2" timeOffset="120482.389">17038 13211 665 0,'0'0'2271'0,"0"0"-1947"16,0 0-165-16,0 0 41 0,0 0 77 16,0 0 0-16,96-34-47 0,-53 21-29 15,4 1-44-15,5 1-34 0,7 0-31 16,5 2-16-16,6-1 0 0,12 1-3 16,6 1 143-16,7-2-109 0,5-1-92 15,2-1-15-15,0-4-24 0,-2 2-19 16,-2-2-39-16,-1 4-36 0,-2 0 17 0,-2 2 92 15,-5 1 6-15,-9-2 3 0,-11 2-70 16,-12-2-13-16,-12 3-27 0,-10 0-37 16,-8 1-78-16,-7 0-164 0,-8 2-216 15,-6 0-423-15,-4 2-356 0,-2 1 426 16</inkml:trace>
  <inkml:trace contextRef="#ctx0" brushRef="#br2" timeOffset="122555.211">21719 11792 421 0,'0'0'2616'15,"0"0"-2265"-15,0 0-176 0,0 0-36 16,0 0 157-16,0 0 20 0,79 12-87 0,-53 6-65 15,-1 7-26-15,2 6-40 16,-1 11-9-16,-3 2-10 0,-1 6-30 0,-6-2-22 16,-1 4 1-16,-4-2-10 0,-3 1-15 15,-2-1 15-15,1-1-12 0,-2-6-6 0,-1-6 0 16,0-10-1-16,2-8 1 0,2-9-3 16,-2-3 3-16,3-6 16 0,1-1 5 15,4-5-9-15,0-7 6 0,1-3 7 16,1-8-1-16,3-4-9 0,-2-5-15 15,1-7 0-15,0-2 0 0,-2-5 0 16,1-6-24-16,-4 0-34 0,3-5 3 16,-1-3 0-16,0 2-18 0,1 2 6 15,4 3 15-15,-3 10-12 0,1 3 6 16,-2 10 6-16,1 4-13 0,-5 7-18 0,-1 5 9 16,-5 4-3-16,-2 5 0 0,-4 1-47 15,0 4-85-15,-1 0-125 0,-8 0-192 16,-2 0-294-16,-4 4-594 0,1 0 390 15</inkml:trace>
  <inkml:trace contextRef="#ctx0" brushRef="#br2" timeOffset="122743.109">21910 12019 1542 0,'0'0'1894'0,"0"0"-1590"0,0 0-162 16,0 0 59-16,0 0 55 0,0 0 4 15,0 0-26-15,102 6-93 0,-63-6-65 0,3-6-39 16,2 1-19-16,-1-1 7 0,2-1-25 16,-5 1-15-16,-1 1-83 0,-5 1-52 15,-3 1-46-15,-3-1-30 0,-3 3-100 16,-6-1-359-16,3 1-939 0</inkml:trace>
  <inkml:trace contextRef="#ctx0" brushRef="#br2" timeOffset="124500.944">24185 11966 752 0,'0'0'2691'0,"0"0"-2251"0,0 0-302 16,0 0-18-16,-88 68 54 0,68-43 65 15,-2 1-79-15,2 3-71 0,3 0-46 16,1 3-22-16,4 2 1 0,2 7-13 16,3-1-9-16,1-1-3 0,6 0 1 15,0-3 2-15,6-5 27 0,8-5-27 16,1-3-45-16,1-7 5 0,-2-7 40 15,1-3 66-15,-2-6-66 0,2-1-34 0,0-9-30 16,1-3-44-16,0 0-58 16,1-4-104-16,-3-3-112 0,-1 1-176 0,-4 0-429 15,-5 3-74-15,-4 1-21 16,0 7 1053-16,-6-3 29 0</inkml:trace>
  <inkml:trace contextRef="#ctx0" brushRef="#br2" timeOffset="124665.211">24101 12309 754 0,'0'0'56'0,"0"0"579"0,0 0 361 0,0 0-657 16,0 0-63-16,-85-51 79 0,78 45 18 0,5 4-80 15,2 0-124-15,0 1-54 16,6 1-32-16,8 0 19 0,3 1 31 0,5 2 14 16,6-1-24-16,3 0-22 0,0-2-22 15,0 0-39-15,0 0-40 0,1-4-6 16,0-1-101-16,3-2-43 0,-1-1-108 16,0-3-98-16,1-1-269 0,-1 0-720 15,-8 1-687-15,13-2 1850 0</inkml:trace>
  <inkml:trace contextRef="#ctx0" brushRef="#br2" timeOffset="125182.509">25161 11828 833 0,'0'0'1938'0,"0"0"-1565"0,0 0-239 16,0 0-61-16,0 0 118 0,0 0 156 15,0 0-77-15,0 0-108 0,0 0-44 16,0 0-25-16,0 0 6 0,-71 13 27 16,49 15 33-16,-3 4 0 0,-1 8-3 15,0 2-16-15,1 1-40 0,1 3-39 0,-1 3-25 16,1 0-24-16,3 0 12 0,4-2 1 15,5-3-4-15,8-7 3 16,4-7 6-16,0-7 1 0,10-7-20 0,3-4-11 16,5-6-31-16,3-4-2 0,2-2-9 15,2-2-1-15,1-6-8 0,0-4-13 16,-3 0-39-16,-2-3-25 0,-3 0-39 0,-4 1-11 16,-3-3-31-16,-3 4-106 0,-5 0-179 15,-3 0-184-15,-5-2-113 0,-7 3-867 16,-5-1 1563-16,-1-1-551 0,-3 2 646 15,1-2 456-15,0 1-387 0,3 5-4 16,1-2-16-16,5 4 1647 0,3 5-1177 16,5 0-83-16,3 1-33 0,0 0-13 15,0 0-20-15,6 0-37 0,4 1-85 16,7 0-62-16,2 1-37 0,7 0-34 16,3-2-48-16,1 0-67 0,-1-4 0 0,-1 1-76 15,-3-2-72-15,-3-2-96 16,-2 2-62-16,-1-2-105 0,-4 1-291 0,-5 0-500 15,-2 0-280-15,-6 1 508 0</inkml:trace>
  <inkml:trace contextRef="#ctx0" brushRef="#br2" timeOffset="125337.163">25203 12140 775 0,'0'0'1196'0,"0"0"125"0,0 0-950 0,0 0-119 16,0 0 43-16,0 0-18 0,-12 81-52 16,12-61-84-16,1 1-52 0,5 1 6 15,5-1-1-15,-2 2 16 0,1-3-98 16,3 0-12-16,-3-5-97 0,1-1-71 15,1-2-71-15,2-2-67 0,1-1-250 16,1-3-664-16,-2-4-864 0,5-2 1996 0</inkml:trace>
  <inkml:trace contextRef="#ctx0" brushRef="#br2" timeOffset="125792.734">25838 11662 742 0,'0'0'444'16,"0"0"-57"-16,0 0 48 0,0 0-159 16,0 0-5-16,0 0 119 0,0 0-12 15,0 0-48-15,-81 94-12 0,71-58-49 0,1 5-30 16,-2 4-26-16,4 6-7 15,0 3-53-15,-1 2-31 0,1-2-21 0,3-4-22 16,1-2-46-16,2-5-20 0,1-5-13 16,0-7 0-16,8-8-12 0,7-5-3 0,1-5-6 15,2-5-25-15,4-2-12 0,0-5-12 16,2-1-34-16,2-4-18 16,1-5-13-16,1-4-34 0,0 0-63 0,0-5-155 15,-2 1-270-15,-2 0-491 0,-5 4-450 16,0-8 1380-16</inkml:trace>
  <inkml:trace contextRef="#ctx0" brushRef="#br2" timeOffset="126121.277">26128 11565 1083 0,'0'0'1082'0,"0"0"-449"0,0 0-293 15,0 0-107-15,0 0 72 0,0 0 66 0,0 0-80 16,0 0-71-16,0 0-66 0,0 0-10 16,0 0-9-16,10 88-10 0,-6-46-15 15,0 6-1-15,-1 2 13 0,-1 0-19 16,-1 0-42-16,1-2-36 0,-2-5-23 15,0-1-2-15,0-4 0 0,0-5-27 16,0-8-34-16,0-6-27 0,1-8-49 0,4-5-39 16,3-6-53-16,1 0-63 15,4-9-195-15,5-5-267 0,2-5-557 0,-4 2-212 16,10-14 1089-16</inkml:trace>
  <inkml:trace contextRef="#ctx0" brushRef="#br2" timeOffset="126370.795">26487 11751 1155 0,'0'0'124'0,"0"0"1565"16,0 0-1394-16,0 0-152 0,0 0 114 0,0 0 74 16,-100 0-87-16,73 13-95 0,-1-1-80 15,1 6-29-15,3-1-18 0,2 0 5 16,0 2 7-16,4 5 3 0,3-2-34 16,2 0 19-16,7 0 0 0,6-3 24 15,0-1 15-15,3-1 22 0,10 2 3 16,2-3-31-16,2 1-12 0,3-4-22 15,3-4-21-15,3-1-15 0,1-3-28 0,4 0-55 16,0-5 9-16,0 0-120 16,2-8-54-16,-1-5-122 0,1-3-260 0,1-2-557 15,-8 4-473-15,13-11 1649 0</inkml:trace>
  <inkml:trace contextRef="#ctx0" brushRef="#br2" timeOffset="126602.301">26881 11693 215 0,'0'0'2454'0,"0"0"-1991"16,0 0-233-16,0 0-78 0,0 0 95 16,0 0 87-16,0 0-91 0,0 0-63 15,-96 85-54-15,73-47-12 0,-2 8 15 16,-3 6 30-16,-1 3-34 0,-4 2-49 16,-1 4-18-16,0-2-31 0,-1-2-27 15,0-2-2-15,4-5-22 0,3-6-43 0,5-9-12 16,7-8 30-16,5-7 9 15,7-10-39-15,4-7-7 0,1-3-40 0,9-6-43 16,5-7-100-16,3-7-210 0,4-5-248 16,1-1-383-16,-1-3-437 0,-6 7 1492 15,2-6-274-15</inkml:trace>
  <inkml:trace contextRef="#ctx0" brushRef="#br2" timeOffset="126950.551">26622 12128 843 0,'0'0'2078'0,"0"0"-1515"15,0 0-253-15,0 0-75 0,0 0 146 16,0 0 14-16,99-7-55 0,-67 7-70 15,4-3-103-15,5-3-70 0,3-6-64 16,1-1-33-16,1-5-50 0,-3-1-14 16,-2 0-42-16,-3-2-24 0,-7 1-53 15,-4 2-43-15,-4 1-29 0,-6 3-125 16,-6 2-235-16,-4 2-178 0,-7 3-283 0,-2 3 89 16,-11 4 299-16,-5 0 688 0,-3 4 0 15,-2 2 84-15,3 2-84 0,1 3 232 16,-1-1-150-16,3 3 514 0,5-1 820 15,1 2-1049-15,1 1-94 0,4 0 23 16,0 6 29-16,3 1-63 0,-1 4-66 16,2 3-41-16,-1 0 3 0,1 0-16 0,1 2-13 15,-2-1-4-15,-2-1-27 0,2-2-49 16,-2-1-26-16,2 3-23 0,3 2-15 16,0 2-22-16,0 0-48 0,3-4 23 15,1-8-26-15,-1-9-1 0,0-7-167 16,1-5-226-16,3-4-300 0,-3-4-307 15,-1-2-147-15,-1-1 962 0,-2 2 72 16,1-7-242-16</inkml:trace>
  <inkml:trace contextRef="#ctx0" brushRef="#br2" timeOffset="127086.308">26999 12275 756 0,'0'0'105'0,"0"0"1117"0,0 0-527 0,0 0-333 16,0 0-65-16,0 0-15 0,0 0 68 15,0 0-98-15,0 0-87 0,78-36-88 16,-47 30-28-16,3-3-29 0,2-6-20 15,5-3-108-15,0-2-112 0,-1-4-62 0,1-2-99 16,-3-2-224-16,-13 6-757 16</inkml:trace>
  <inkml:trace contextRef="#ctx0" brushRef="#br2" timeOffset="127325.849">27660 11546 290 0,'0'0'199'0,"0"0"-199"16,0 0 1539-16,0 0-879 0,60 66-38 16,-41-39-122-16,-2 3-126 0,2 2-88 15,-3 1-54-15,0 1-64 0,-5-2-51 16,-2 3-47-16,-7-4-33 0,-2 4-25 16,0-4-12-16,-12 2-64 0,-6-2-37 15,-5-1-37-15,-6 1-13 0,-4-1-15 0,-6-2-24 16,-4 0-73-16,-2 1-95 15,-2 1-100-15,-1 1-104 0,-5-2-43 0,-3-1-389 16,13-9 5-16</inkml:trace>
  <inkml:trace contextRef="#ctx0" brushRef="#br2" timeOffset="136306.763">22837 11905 878 0,'0'0'2332'0,"0"0"-2017"0,0 0-242 15,0 0 41-15,0 0 131 0,0 0 56 16,0 0-68-16,0 0-73 0,86-4-40 15,-60 3 3-15,-1-1 5 0,4 1-21 16,1 0-21-16,2 1-13 0,1-3-15 0,1 0-25 16,-1-3-12-16,1 0-21 15,0 0-12-15,-3-1 9 0,-2-2-30 0,-2 0-50 16,-2 1-63-16,-4-1-55 16,-8 2-17-16,-2 0-132 0,-4 2-273 0,-7 0-805 15,-3-1-875-15</inkml:trace>
  <inkml:trace contextRef="#ctx0" brushRef="#br2" timeOffset="136539.493">23121 11925 775 0,'0'0'1944'16,"0"0"-1671"-16,0 0-132 0,0 0 54 15,-33 66 122-15,23-43-17 0,0 2-71 16,1 0-58-16,-2 5-47 0,2 2-19 15,1 3 15-15,-4 1 16 0,4 0-72 16,0 0-46-16,4-2 7 0,2-1-23 0,2-5-1 16,2-2 1-16,10-4 1 0,2-4-3 15,5-4-1-15,4-5-27 0,2-1 26 16,4-7-62-16,2-1 21 0,2 0-31 16,4-10-80-16,4-5-72 0,2-3-149 15,-9 3-324-15,14-12-875 0</inkml:trace>
  <inkml:trace contextRef="#ctx0" brushRef="#br2" timeOffset="137649.95">18789 13952 427 0,'0'0'2004'15,"0"0"-1322"-15,0 0-163 0,0 0-167 0,0 0-26 16,0 0-47-16,0 0-70 0,0 0-47 15,90-24-18-15,-62 24-25 0,1 0-19 16,4 2-45-16,-1 1-25 0,1 0-18 16,-2-2-11-16,0-1-1 0,-2 0-2 15,1-1-34-15,-2-5-25 0,-2 0-42 16,-5 0-41-16,-1 0-5 0,-2 2-5 16,-7-1-55-16,-2 1-170 0,-5 3-384 15,-4 0-767-15</inkml:trace>
  <inkml:trace contextRef="#ctx0" brushRef="#br2" timeOffset="137927.354">19124 13953 457 0,'0'0'332'16,"0"0"981"-16,0 0-905 0,0 0-85 16,-20 73 13-16,14-50 2 0,1-1-60 15,1 3-39-15,0-1-57 0,-3 0-42 16,2 1-13-16,-1-1-22 0,1 2-31 15,0 0-24-15,-2 1-32 0,-1 1-17 16,3-1-1-16,-1 1-3 0,3-2-9 16,2-3 12-16,1-4-1 0,0-3 1 15,4-6-34-15,4-1 31 0,3-2 3 16,1-2 2-16,2 0 10 0,6-3 2 0,2 0-14 16,4-2-15-16,4 0-34 0,3-8 9 15,3 1-84-15,3-6-43 0,2-3-48 16,2-3-189-16,-10 7-599 0,17-14-1185 0</inkml:trace>
  <inkml:trace contextRef="#ctx0" brushRef="#br2" timeOffset="138431.571">20042 13797 942 0,'0'0'49'16,"0"0"961"-16,0 0-612 0,0 0-133 15,0 0 60-15,0 0 46 0,0 0-10 16,0 0-103-16,0 0-54 0,0 0 11 16,0 0-73-16,-35-4-34 0,21 20-31 15,-1 5-9-15,-1 5 18 0,0 2 2 0,1 4-20 16,-1 4-32-16,0 3-17 0,-2 5 2 15,1 4 16-15,0 1-19 0,1-1-3 16,1 1-3-16,4-2 16 0,3-4 8 16,3-3 1-16,5-2 18 0,0-3-7 15,3-3-45-15,7-2 15 0,6-2-18 16,2-3-24-16,4-3 0 0,7-7-13 16,3-2-17-16,6-6-56 0,4-4-30 15,3-3-50-15,4-5-26 0,0-6-112 16,2-1-224-16,-14 2-475 0,18-11-423 0</inkml:trace>
  <inkml:trace contextRef="#ctx0" brushRef="#br2" timeOffset="138944.887">20601 13674 974 0,'0'0'71'0,"0"0"1162"16,0 0-719-16,0 0-107 0,0 0-101 16,0 0-75-16,0 0 87 0,0 0-40 15,-2 73-102-15,-1-38-52 0,0 3-10 16,-1 3 18-16,-1 4-28 0,-3 2-13 15,0 5-57-15,-5 4-7 0,-2 3-11 16,-5 3 2-16,0-1-16 0,-3 1-2 16,0-1-1-16,1 0-20 0,2-1-19 15,3-6-15-15,5-4-15 0,6-11-19 0,3-14-18 16,3-9 11-16,0-11-67 0,6-5-66 16,6-7-44-16,1-8-29 15,3-6-85-15,-1-7-106 0,-3 6-269 0,3-18-559 16</inkml:trace>
  <inkml:trace contextRef="#ctx0" brushRef="#br2" timeOffset="139271.631">20573 13912 401 0,'0'0'160'0,"0"0"423"0,0 0 247 0,0 0-390 16,0 0-114-16,0 0-8 0,0 0-8 15,0 0-46-15,0 0-66 0,0 0 10 16,0 0-5-16,55 10-44 0,-48 12-23 15,1 2-22-15,0 4-3 0,-1 4-28 16,-1 2-7-16,-1 1-33 0,-1 1-3 0,-1 0-9 16,-2-2-13-16,3 2-6 0,-4-3-11 15,3-3-1-15,-1 1 0 16,-2-2 2-16,1-2 1 0,-1-2-2 0,0 0-1 16,0-6-1-16,0-2-20 0,0-3 20 15,2-6 1-15,1-4-2 0,1-3-10 0,2-1 9 16,4-3 3-16,3-7 97 0,5-7-24 15,4-6-24-15,4-10-28 0,3-3-21 16,0-9-19-16,2-6-23 0,-2-3-44 16,1-4-39-16,-4 0 18 0,2-1-53 15,-6 1-12-15,1 7-33 0,-5 4-16 16,-5 6-137-16,-3 7-156 0,-1 4-277 16,-6 9-463-16</inkml:trace>
  <inkml:trace contextRef="#ctx0" brushRef="#br2" timeOffset="141686.238">21043 14324 706 0,'0'0'66'0,"0"0"1466"0,0 0-1057 16,0 0-96-16,0 0-19 0,0 0 6 0,26 75-5 16,-21-44-82-16,-4 4-97 0,-1 1-56 15,0 0-16-15,0-1-12 0,-1-3-7 16,-4-1-27-16,-1-4-24 0,2-3-22 16,-2-2-18-16,2-8-20 0,3-3-11 15,1-5-29-15,0-4-72 0,0-2-67 16,1 0-63-16,8-7-107 0,1-5-245 15,-3 1-633-15,9-15-688 0</inkml:trace>
  <inkml:trace contextRef="#ctx0" brushRef="#br2" timeOffset="141956.251">21269 14393 711 0,'0'0'261'0,"0"0"1319"0,0 0-1110 0,0 0-87 15,0 0 3-15,0 0-21 0,0 0-172 0,0 0-118 16,0 0-41-16,0 0-19 0,-79 63 10 15,61-48-3-15,2 3-22 0,0-1-1 16,3 1-3-16,1-2-26 0,2 0 29 16,5-1-26-16,2-2 27 0,3 2 25 15,0-2-1-15,5-2 26 0,5 2 14 16,0-3 13-16,4 2-24 0,1-4-1 16,1 2-28-16,1-2 4 0,0-3-16 15,0-1-12-15,-1-4-27 0,2 0-41 16,-1 0-64-16,-1 0-44 0,-1-7-79 15,-1 0-150-15,-4 0-278 0,3-7-696 0</inkml:trace>
  <inkml:trace contextRef="#ctx0" brushRef="#br2" timeOffset="142147.363">21474 14389 1235 0,'0'0'599'0,"0"0"574"16,0 0-901-16,0 0-91 0,0 0 95 0,-27 75 77 15,17-46-64-15,-2 5-109 0,-1 3-72 16,0-1-25-16,-1 1-10 0,-1 0-23 16,0 4-21-16,0-2-29 0,-1 0-18 15,0-2 5-15,-1-3-60 0,3-7-96 16,3-3-11-16,-1-6-53 0,4-2-49 16,3-4-93-16,-2-5-232 0,5-2-509 0,-1-2-480 15</inkml:trace>
  <inkml:trace contextRef="#ctx0" brushRef="#br2" timeOffset="142311.392">21359 14779 310 0,'0'0'492'0,"0"0"1297"15,0 0-1361-15,0 0-156 0,81-71 71 16,-55 50 38-16,-1 2-72 0,3 0-117 16,-2 1-77-16,-2 1-60 0,1-1-39 15,-4 1-16-15,1 4-59 0,-5 0-83 16,0 1-38-16,-2 1-152 0,-5 3-185 15,-3 2-671-15,-7 2-509 0</inkml:trace>
  <inkml:trace contextRef="#ctx0" brushRef="#br2" timeOffset="142471.945">21514 14640 630 0,'0'0'326'16,"0"0"1074"-16,0 0-984 0,0 0-15 15,-28 87-25-15,26-63 3 0,1 0-81 16,1 2-75-16,0-2-83 0,0-2-23 15,0-1-93-15,0-5-24 0,1-2-74 16,-1 0-83-16,2-4-82 0,-2-1-137 0,0-3-169 16,0 0-486-16,0-6-418 0</inkml:trace>
  <inkml:trace contextRef="#ctx0" brushRef="#br2" timeOffset="142637.645">21466 14887 1137 0,'0'0'1046'15,"0"0"-693"-15,0 0-69 0,0 0 94 0,0 0 39 16,0 0-93-16,61-65-100 0,-40 59-94 15,-1 1-21-15,4 0-32 0,2-3-9 16,2 0-12-16,3-2-56 0,1-4-38 16,1 0-5-16,0-4-196 0,-2-4-78 15,-3 0-127-15,-8 3-536 0,2-9-638 0</inkml:trace>
  <inkml:trace contextRef="#ctx0" brushRef="#br2" timeOffset="142967.548">21907 13712 1023 0,'0'0'114'16,"0"0"1121"-16,0 0-764 0,0 0-160 15,0 0-91-15,0 0 31 0,0 0 36 16,-53 81-39-16,45-47-48 0,2 7-39 16,3 2-19-16,0-1 2 0,1 5 3 15,-1-3-37-15,3-2-30 0,0 2-53 0,0-4-27 16,0-4-14-16,0-3-11 15,3-8-20-15,4-8-105 0,2-7-31 0,6-7 11 16,0-3-83-16,3-10-179 0,-4 2-540 16,6-16-988-16</inkml:trace>
  <inkml:trace contextRef="#ctx0" brushRef="#br2" timeOffset="143356.668">22265 13719 1053 0,'0'0'1760'0,"0"0"-1298"16,0 0-27-16,3 90 83 0,-3-53-5 15,0-1-175-15,0 0-131 0,0-1-71 0,0 2-32 16,-1-3-32-16,-7-1-49 0,-3-1-23 16,-2-1-28-16,-3-4-8 0,2-2-52 15,-3-3-18-15,1-5-4 0,-1-4 1 16,2-4 11-16,-2-3-34 0,1-4-33 15,0-2 5-15,1 0 33 0,1 0 0 16,1-4-26-16,4-4-17 0,0-2 51 0,1-1 69 16,4-6 9-16,2 0-3 0,2-2 31 15,0-3 13-15,6 3 13 0,2 2 34 16,1 4 26-16,3 6 33 0,-2 4 30 16,4 3 1-16,1 3 37 0,1 6 8 15,1 2-31-15,0 4-19 0,-1 0 27 16,2-1-19-16,-3 1-42 0,0-3-46 15,-1-3-52-15,1-2-10 0,1-2-53 16,1-3-108-16,1-2-49 0,0 0-60 16,0 0-142-16,-1-7-290 0,-5 2-608 15,1-6-720-15</inkml:trace>
  <inkml:trace contextRef="#ctx0" brushRef="#br2" timeOffset="143575.78">22484 13851 85 0,'0'0'1027'0,"0"0"-409"0,0 0 504 16,0 0-671-16,0 0-32 0,62 73-53 15,-44-51-55-15,-2 3-36 0,1-1-97 16,-3 0-55-16,0 0-32 0,-2-2-45 16,-2-1-19-16,-3 1-23 0,-2-3-4 15,-5 1-22-15,0 1 7 0,-9 0-89 16,-2 1-52-16,-5 0-35 0,-4-3-50 15,0-5-98-15,1-2-140 0,-2-6-201 0,8-3-543 16,-4-4-404-16</inkml:trace>
  <inkml:trace contextRef="#ctx0" brushRef="#br2" timeOffset="143862.414">22865 13659 1189 0,'0'0'1656'0,"0"0"-1039"0,0 0-90 16,0 0-123-16,89 65-65 0,-69-43-48 15,0 2-56-15,-3 3-64 0,0 3-56 16,-4 1-24-16,-1 1-25 0,-1 4-23 16,-3 2-7-16,-2 0-21 0,-4 3 3 15,-2 0-12-15,-6 0-6 0,-9 2-42 0,-5 0-46 16,-7 4 6-16,-3 0-36 0,-5 0-24 15,0-3-8-15,1-3 7 0,2-4-7 16,3-8 12-16,5-4-10 0,2-10-53 16,3-3-147-16,-1-8-294 0,7-4-656 15,-4-7-613-15</inkml:trace>
  <inkml:trace contextRef="#ctx0" brushRef="#br2" timeOffset="145280.143">23464 14104 1429 0,'0'0'1079'0,"0"0"-465"0,0 0-301 15,0 0-75-15,0 0 54 0,0 0 65 16,80-7-75-16,-51 6-67 0,6-5-58 0,1 0-50 16,3-1-31-16,3-4-27 0,1 3-22 15,-4-1-27-15,0-1-10 0,-4-1-15 16,-5 1-23-16,-2 1-102 0,-7 2-71 16,-4 1-53-16,-9 5-133 0,-3 0-345 15,-8 1-1341-15</inkml:trace>
  <inkml:trace contextRef="#ctx0" brushRef="#br2" timeOffset="145453.477">23593 14278 1600 0,'0'0'416'15,"0"0"720"-15,0 0-938 0,109-23-144 0,-68 9-54 16,0 3-6-16,1-1-198 0,-12 2-268 15,12-4-735-15</inkml:trace>
  <inkml:trace contextRef="#ctx0" brushRef="#br2" timeOffset="147434.368">24208 13716 957 0,'0'0'118'0,"0"0"1487"0,0 0-1107 15,0 0-157-15,0 0-70 0,0 0 32 16,0 0 8-16,0 0-51 0,0 0-64 15,0 0-43-15,0 0-6 0,47-4 17 16,-22 4-51-16,4 2-37 0,4 0-25 16,0 0-12-16,2-1-2 0,-4 1-10 15,0-1-26-15,-3-1-1 0,-6 0-12 16,0 0-6-16,-4 0-31 0,-4 0-54 16,-6-3-67-16,-2 3-52 0,0 0-103 0,-6 0-247 15,0 0-513-15,0 0-553 0</inkml:trace>
  <inkml:trace contextRef="#ctx0" brushRef="#br2" timeOffset="147650.368">24441 13734 706 0,'0'0'297'0,"0"0"1098"0,0 0-898 0,0 0-116 16,-28 72-60-16,21-48 0 0,2 4-7 15,4 0-75-15,-1 0-29 0,-1-1-56 16,3 4-23-16,-1-1-21 0,0 1-3 15,1-2-34-15,0 0-36 0,0 0 11 16,0-5-29-16,4-4-19 0,2-4-1 16,5-5-15-16,2 0 1 0,6-1-3 15,1-1-3-15,6-5-52 0,3-1-83 0,3-3 0 16,1 0-13-16,5-3-59 16,3-4-110-16,2-3-226 0,-10 0-542 0,16-4-665 0</inkml:trace>
  <inkml:trace contextRef="#ctx0" brushRef="#br2" timeOffset="148323.067">25224 13454 1117 0,'0'0'95'15,"0"0"74"-15,0 0 374 0,0 0 33 0,0 0-160 16,0 0-124-16,0 0-25 0,-38 87-20 15,24-50-20-15,0 6-7 0,-3 5-12 16,1 6-41-16,-3 5 12 0,4 0-4 16,-2 3-59-16,4 0-42 0,-1-1-19 15,4-1-4-15,2-3-5 0,4-6-3 16,3-5-4-16,1-8-11 0,5-4-28 0,9-7-1 16,1-5-15-16,3-5-8 0,3-1-46 15,4-5-31-15,0-2-42 0,3-7-32 16,0 2-46-16,0-4-70 0,1-4-164 15,-9 0-287-15,8-11-612 0</inkml:trace>
  <inkml:trace contextRef="#ctx0" brushRef="#br2" timeOffset="148691.759">25406 13556 749 0,'0'0'655'16,"0"0"1107"-16,0 0-1373 0,0 0-146 0,0 0 84 15,0 0 27-15,0 0-45 0,89 3-119 16,-52-1-65-16,5 1-40 0,7-1-2 15,4 0-7-15,1-2 9 0,4 0-3 16,1 0 2-16,-2 0-38 0,-1-6-28 16,-5 0-16-16,-3 0 1 0,-4-3 0 0,-4 0-3 15,-3-1-18-15,-6 0-40 16,-6 1-36-16,-4 0-15 0,-5 2-19 0,-3-2-9 16,-6 5-31-16,-2 0-43 0,-2 0-101 15,-3 2-122-15,0-1-137 0,0 1-452 16,-11 1-293-16</inkml:trace>
  <inkml:trace contextRef="#ctx0" brushRef="#br2" timeOffset="148933.744">25927 13520 1056 0,'0'0'215'16,"0"0"199"-16,0 0 296 0,-39 87-194 15,31-55-107-15,2 3-47 0,2 3-44 0,-1 3-14 16,2 0-84-16,0 2-35 0,2 2-16 16,0 0-44-16,-5 0-39 0,2 1-22 15,-1-3-28-15,1-3-23 0,0-2-13 16,-1-7-18-16,4-4-21 0,-1-3-56 16,2-5-43-16,2-4-6 0,7-4-34 0,-1-5-76 15,4-4-106-15,-1-4-136 16,-1-4-465-16,6-17-422 0</inkml:trace>
  <inkml:trace contextRef="#ctx0" brushRef="#br2" timeOffset="149173.122">26160 13569 863 0,'0'0'2380'16,"0"0"-2084"-16,0 0-239 0,0 0 53 15,0 0 237-15,9 70 101 0,-4-41-152 0,1 6-97 16,2 3-83-16,-1 5-15 0,1 0 8 16,-4 2 31-16,0 1-40 0,-2 1-60 15,-1 0-40-15,-1-2-3 0,0 0-21 0,0-3-6 16,0 0-49-16,0-4-70 16,-3-2-61-16,0 0-22 0,0-2-36 0,-2-3-166 15,-4-2-177-15,5-7-503 0,-6 5-415 0</inkml:trace>
  <inkml:trace contextRef="#ctx0" brushRef="#br2" timeOffset="150108.468">25926 14522 787 0,'0'0'1623'0,"0"0"-1021"16,0 0-231-16,0 0-92 0,0 0 23 15,0 0 18-15,78-2-72 0,-68 16-54 16,-2 4-37-16,-2 2-32 0,-4 5-24 15,-2 1-13-15,0 3-14 0,-5-1-14 0,-5 0-8 16,-3-2-10-16,-3-1-2 16,1-1-16-16,-3-2-6 0,0-3-14 0,1-2 11 15,-1-3-15-15,-1-3 0 0,5-1-3 0,-2-3-25 16,2-4-14-16,2-1 8 0,-1 1 1 16,3-3 21-16,-1 0 9 0,3 0 0 15,1 0 2-15,0 0-14 0,2-1 13 16,-2-2-14-16,5 0 16 0,-1 2 0 15,1 1 0-15,1-3-12 0,1 3-9 16,0 0 0-16,0 0-13 0,0-1-12 16,0 1 10-16,0 0 2 0,0-2 4 15,1 1 12-15,-1 1 2 0,2 0 13 16,-2 0 0-16,1 0-18 0,1 0-1 16,-2 0 4-16,2 0 6 0,0 0 12 15,-1 0-1-15,3 0-28 0,-2-2-1 0,-1 2-7 16,1-2 3-16,-2 2 0 15,0 0-24-15,1-1-65 0,-1-2-81 0,0 3-69 16,2 0-114-16,-2 0-127 0,1-3-151 16,1 2-454-16,-2-2-243 0,-11 18 1245 0</inkml:trace>
  <inkml:trace contextRef="#ctx0" brushRef="#br2" timeOffset="151157.992">26237 14461 1251 0,'0'0'618'0,"0"0"-252"0,0 0-91 16,0 0-4-16,0 0 18 0,0 0-21 16,0 0-89-16,0 0-43 0,0 0-23 15,0 0 1-15,0 0 14 0,16-52 8 16,-16 51-8-16,0-2 39 0,-4 3-19 15,-1-1-27-15,-2 1-41 0,1-1-28 16,-3 0-3-16,0 1-22 0,-1-1 1 0,1 1 3 16,-3 0-4-16,-1 0-2 0,1 1-13 15,-2 1 0-15,0 2 0 0,-2 2 0 16,-1-2-12-16,0 5 0 0,-1-1 0 16,-1 3-3-16,1 1-12 0,-1 0 3 15,3 2 11-15,-2 3-2 0,2 0-19 16,-1 5 19-16,2-1-9 0,-1 4 10 0,0-1-1 15,1-1 0-15,1 1-15 0,-1-4 5 16,3 0 11-16,-1 1-10 0,2-3 10 16,0 0-1-16,0-2-12 0,2-2 14 15,2 0 1-15,0-1-1 0,1-2-2 16,1 1-10-16,0-2 11 0,2 1-10 16,0-4 12-16,0 3-2 0,2-3 1 15,-1-2 1-15,1 1 0 0,-1-3 0 0,2 0 1 16,0-2 17-16,0 0-5 0,0 1-1 15,0-2 6-15,0 0 13 0,2 0 2 16,2 2-8-16,4-2-23 0,0 3 47 16,5 1-13-16,0-1-5 0,3-2-28 15,-1-1 0-15,0 0 15 0,1 0-3 0,1 0-2 16,-1-3-11-16,-1 0 16 16,-1-2-3-16,-3-1-3 0,0 1-12 15,-1-2-2-15,-3 2-13 0,2-2 14 0,-2 1-11 16,-1-1-12-16,0-4 5 0,0 0-26 15,2-1 5-15,-2-2-30 0,-1 0-4 16,-2 0-14-16,2-1-14 0,-3 1 25 16,-2 0 0-16,0 1 3 0,0-2 3 15,-2 3 0-15,-3-1-10 0,0 2-3 0,0 1-19 16,-1 1-4-16,0 1-47 0,0 2-73 16,-2 3-116-16,0 0-131 0,0 2-100 15,0 1-98-15,-2 0-423 0</inkml:trace>
  <inkml:trace contextRef="#ctx0" brushRef="#br2" timeOffset="152426.373">26489 14576 2098 0,'0'0'479'15,"0"0"-186"-15,0 0 15 0,0 0 58 16,0 0-72-16,0 0-84 0,0 0-72 16,0 0-32-16,0 0-19 0,0 0-65 15,0 0 3-15,-69 42 18 0,54-17 16 16,1 3 24-16,0 5 13 0,2 3-7 15,4 1-25-15,-1 4 1 0,1 0-10 16,2-3-16-16,3-1-8 0,1-5-10 16,2-5 4-16,0-5-13 0,8-6 9 0,0-3 19 15,5-3-40-15,0-5 0 0,3-1-43 16,0-2-6-16,1-2-15 0,-1-2 9 16,1-3-12-16,-2-6-41 0,-1-1-27 15,-2-2-59-15,-2-2-99 0,-2-2-141 16,-2 4-333-16,-4-7-908 0</inkml:trace>
  <inkml:trace contextRef="#ctx0" brushRef="#br2" timeOffset="152609.017">26357 14797 1547 0,'0'0'1134'0,"0"0"-761"0,0 0-54 0,0 0 65 15,0 0-3-15,0 0-83 16,0 0-88-16,88 46-53 0,-67-40-50 0,2 0-55 15,0-5-30-15,3-1-22 0,-4 0-70 16,4-7-46-16,-2-1-50 0,2 1-66 16,-3 0-86-16,1-2-177 0,-6 2-570 15,2-3-615-15</inkml:trace>
  <inkml:trace contextRef="#ctx0" brushRef="#br2" timeOffset="153063.313">26887 14443 726 0,'0'0'985'0,"0"0"-693"16,0 0-94-16,0 0 93 0,0 0 99 16,0 0-63-16,0 0-79 0,0 0-51 15,0 0-5-15,0 0 12 0,0 0 0 16,-6-6-40-16,6 6-27 0,-3 0-20 0,-1 2-13 16,-3 2-36-16,-2 5-31 0,-2 3-10 15,-4 4-8-15,2 5 14 0,-1 3 10 16,2 4 6-16,1 5 3 0,0 3 12 15,2 3 9-15,1 2-6 0,4 1-12 16,0-2-10-16,4-2-8 0,0-4-22 0,3-6-13 16,2-3 10-16,4-5-9 0,1-6 18 15,5 0-19-15,-1-5-2 16,3-2-18-16,2-1 17 0,1-4 1 0,2-2-27 16,-3 0-49-16,-1-2-9 0,2-8 9 15,-5 0-46-15,-1-2-19 0,-2-1-37 16,-3 1-77-16,-3 0-149 0,-4 0-253 15,-1 4-527-15,-1-6-490 0</inkml:trace>
  <inkml:trace contextRef="#ctx0" brushRef="#br2" timeOffset="153380.011">26830 14751 2308 0,'0'0'519'16,"0"0"-198"-16,0 0-18 0,0 0 136 0,0 0-44 15,0 0-153-15,0 0-85 0,0 0 9 16,0 0-53-16,0 0-36 0,0 0-43 0,96 1-34 15,-74-7-64-15,1-4-49 16,-4 1-65-16,1-2-90 0,-6 0-81 0,0 2-105 16,-3 0-112-16,-3 3-52 0,-4 1-492 15,-4 3 370-15,0 2 126 0,0 0 614 16,-4 2 389-16,-3 3 231 0,1 1-28 16,0 4 12-16,4-2-84 0,-3 5-80 15,2 1-102-15,-1 1-63 0,4 0-8 16,0 3-32-16,0 1-43 0,0 0-31 15,0 1 2-15,4-2-28 0,1-2-37 16,-1-1-28-16,0-4-70 0,4-1-12 16,0-3-80-16,1-1-52 0,2-5-16 15,2-1-22-15,2 0-44 0,2-4-84 0,-1-5-211 16,-3 0-543-16,6-8-442 0</inkml:trace>
  <inkml:trace contextRef="#ctx0" brushRef="#br2" timeOffset="153630.752">27305 14512 1345 0,'0'0'1050'0,"0"0"-769"16,0 0-40-16,0 0 172 0,0 0-23 15,0 0-123-15,0 0-100 0,0 0-23 16,0 0 7-16,-47 93 35 0,42-61 23 16,2 0-44-16,-1 3-46 0,-1 0-21 15,0 1-31-15,1 0-22 0,-1 0-8 16,-1 0-19-16,2-5-18 0,0-2-2 0,2-6-22 15,1-2-1-15,1-4-44 0,0-3-26 16,3-1-42-16,5-1-16 0,1-1-4 16,5-2 9-16,1-1-105 0,4-6-92 15,0-2-61-15,1-7-152 0,-3-4-600 16,8-11-514-16</inkml:trace>
  <inkml:trace contextRef="#ctx0" brushRef="#br2" timeOffset="153840.553">27485 14540 1328 0,'0'0'1569'0,"0"0"-1150"16,0 0-63-16,0 0 110 0,0 0-29 16,0 0-93-16,0 0-130 0,0 0-76 0,101 25-44 15,-72-24 0-15,0-1-3 0,1 0-24 16,-1-5-43-16,-3-1-24 0,-2-3-49 15,1 0-81-15,-5-1-61 0,-4 1-41 16,-3 1-50-16,-5 3-129 0,-5 1-238 16,-1 2-538-16,-2 2-351 0</inkml:trace>
  <inkml:trace contextRef="#ctx0" brushRef="#br2" timeOffset="154009.514">27687 14597 833 0,'0'0'1105'15,"0"0"-561"-15,0 0-80 0,0 0-23 16,-38 79-32-16,33-55-66 0,-1 3-82 15,3-2-29-15,0 0-23 0,0-4-59 16,0-1-89-16,1-2-61 0,0-3-14 0,-1-2-115 16,0 0-61-16,0-4-47 0,-1-4-59 15,1 0-87-15,2-3-204 0,0 0-621 16,-2 0-361-16</inkml:trace>
  <inkml:trace contextRef="#ctx0" brushRef="#br2" timeOffset="154279.19">27605 14868 2433 0,'0'0'611'15,"0"0"-384"-15,0 0 44 0,0 0 161 16,0 0-88-16,81-52-149 0,-59 42-102 0,0-2-41 16,0 2-48-16,-2 3-4 15,-5-2-47-15,-1 5-55 0,-6 1-59 0,-2 1-16 16,-3 2-34-16,-3 0-62 0,0 6-38 0,-9 3 100 16,-2 4 41-16,-6 2-3 0,1 3 70 15,-4 3 103-15,-3-1 33 0,0 2 0 16,1 0 31-16,0 2 19 0,5-3 49 15,3 0 60-15,5-5-4 0,0 1-14 16,7-6-7-16,2-3 28 0,0-2-15 16,4-1-34-16,6-4-38 0,1-1-39 15,6 0-11-15,4-6 1 0,0-7-59 16,4-4-28-16,-1-5-102 0,1-3-75 16,1-3-140-16,-7 6-234 0,6-9-930 0</inkml:trace>
  <inkml:trace contextRef="#ctx0" brushRef="#br2" timeOffset="154493.069">27998 14583 2375 0,'0'0'504'0,"0"0"-331"0,0 0 165 16,0 0 159-16,-34 90-65 0,23-55-144 0,-3 1-106 15,0 7-29-15,-3 2 0 0,-6 3 2 16,1 5-60-16,-3-1-59 0,-4 2-30 15,1-2-6-15,-1-2-55 0,-1-3-82 16,2-6-61-16,4-6-32 0,3-6-7 16,6-6-17-16,5-8-72 0,2-3-192 15,5-6-490-15,2-4-224 0</inkml:trace>
  <inkml:trace contextRef="#ctx0" brushRef="#br2" timeOffset="154667.867">27753 15122 2032 0,'0'0'715'0,"0"0"-417"16,0 0 0-16,0 0 133 0,0 0-82 0,93-38-128 16,-65 24-66-16,1-2-41 0,1-3-37 15,1-1-43-15,-1-2-12 0,-3-2-22 16,1 1-36-16,-3-1-78 0,-3 0-81 16,0 5-85-16,-1-1-95 0,-2 4-139 15,-2 3 104-15,-5 3 110 0,-1 2-1664 0</inkml:trace>
  <inkml:trace contextRef="#ctx0" brushRef="#br2" timeOffset="154823.066">28063 14933 1785 0,'0'0'1361'0,"0"0"-1106"0,0 0-182 16,-31 72 165-16,22-47 171 0,3-1-107 0,1 2-111 16,0 0-49-16,2 1-38 0,3-1-24 15,-1-2-1-15,1-2-14 0,0-4-38 16,-2-3-27-16,-1-1-214 0,0-2-35 15,-1 1-97-15,-2 1-169 0,3-1-293 16,-7 1-1280-16</inkml:trace>
  <inkml:trace contextRef="#ctx0" brushRef="#br2" timeOffset="154990.629">28004 15162 3004 0,'0'0'751'0,"0"0"-484"0,0 0-38 16,0 0 127-16,0 0-88 0,78-8-82 15,-55 1-82-15,2-3-52 0,2 0-52 16,2-5-3-16,1-1-55 0,0-3 0 16,-1 0-12-16,-5-2-237 0,-1-1-247 0,-9 4-458 15,1-6-723-15</inkml:trace>
  <inkml:trace contextRef="#ctx0" brushRef="#br2" timeOffset="155178.802">28494 14614 2130 0,'0'0'669'0,"0"0"-335"15,0 0 90-15,0 0 74 0,22 79-115 0,-17-56-179 16,-2 0-133-16,2-1-53 0,-4 1-18 16,-1 1-1-16,0 0-91 0,-9 0-115 15,-4 3-85-15,-4-1-48 0,-3-1-34 16,-3 3-198-16,-5-6-103 0,7-6-7 15,-15 0-299-15</inkml:trace>
  <inkml:trace contextRef="#ctx0" brushRef="#br2" timeOffset="155820.817">27531 13262 802 0,'0'0'430'0,"0"0"1080"0,0 0-1080 0,0 0-108 16,0 0 38-16,0 0-11 15,0 0-79-15,0 0-72 0,0 0-57 0,0 0-55 16,0 0-37-16,-46 40 12 0,27-16-9 15,-4 7 18-15,-2 5 16 0,-4 5 29 0,0 2-24 16,-1 4-30-16,0-2-33 0,-1 0 5 16,3-4-15-16,3-1 6 0,2-4-6 15,6-2-2-15,3-6-13 0,6-3 18 16,3-7-9-16,5-5-12 0,0-2-27 16,8-2-25-16,3-4-8 0,6-1-53 15,5-4 43-15,3 0-12 0,3-3-18 16,1-6 5-16,-1-1 9 0,0-3-5 15,-3 0 2-15,-3 1 12 0,-2-3 9 16,-2 3 16-16,-7 3 2 0,-3 0 7 16,-5 2 21-16,-1 6 22 0,-2-2 14 0,-2 0-12 15,-7 2 35-15,-2-2 18 0,-3 1 7 16,-5 2-3-16,-1 0-1 0,-8 1 3 16,1 7 7-16,0 2-7 0,-1 2-6 15,6-2-9-15,4-1-33 0,5-3-13 16,3 1-36-16,5-3-26 0,2-3-72 15,3-1-106-15,0 0-148 0,6 0-368 0,16-6-928 16</inkml:trace>
  <inkml:trace contextRef="#ctx0" brushRef="#br2" timeOffset="156055.771">27956 13358 55 0,'0'0'2230'15,"0"0"-891"-15,0 0-869 0,0 0-112 16,0 0-50-16,0 0-29 0,-65 76-51 16,53-44-48-16,3 3-44 0,3 3-30 0,2 3-9 15,2 5 0-15,2-4-4 0,0 1-65 16,0-5-28-16,8-3-13 0,0-7-20 16,4-4-33-16,5-7-76 0,2-4 30 15,3-7-58-15,2-6-40 0,0 0-77 0,2-7-245 16,-7 0-613-16,6-12-980 0</inkml:trace>
  <inkml:trace contextRef="#ctx0" brushRef="#br2" timeOffset="156494.661">28331 13169 1406 0,'0'0'406'16,"0"0"6"-16,0 0 401 0,0 0-287 16,0 0-148-16,0 0-95 0,53 90-41 0,-42-59 5 15,-4 1-48-15,-1 4-46 16,-2 3-25-16,-1-1-24 0,-3 2-28 16,-3 3-9-16,-9-2-28 0,1-2-18 15,-5-1 1-15,-1-3-19 0,-1-6 0 0,-1-3-3 16,-4-3 0-16,3-6-37 0,-2 1-69 15,1-5-40-15,3-5 0 0,-3-4-7 16,8-4 6-16,-1 0 5 0,2 0 16 16,2-6 36-16,3-4 22 0,0-3-19 15,3-2 43-15,1-3 10 0,3-3 22 16,0-1 12-16,1 4 28 0,8 1 25 16,-1 6 9-16,3 2 18 0,3 5-11 0,2 4 17 15,4 0-9-15,2 5 15 16,5 4 13-16,3 4 2 0,4-2-3 0,1 3 6 15,1 0-28-15,3-6-30 0,-3 3-46 16,1-6-6-16,0-3-73 0,-3-2-83 16,-1 0-70-16,-1-7-103 0,-2-4-208 15,-11 3-684-15,4-9-1278 0</inkml:trace>
  <inkml:trace contextRef="#ctx0" brushRef="#br2" timeOffset="156716.914">28913 13389 1964 0,'0'0'634'0,"0"0"-363"16,0 0-18-16,0 0 146 0,42 82-8 15,-34-59-130-15,-2 1-124 0,-3-1-47 16,0 2-34-16,-3 0-13 0,0 0-43 15,-6 3-3-15,-5-1-71 0,0-1-54 0,-4-2-106 16,-1-1-49-16,1-2-123 16,4-8-254-16,-2 5-671 0</inkml:trace>
  <inkml:trace contextRef="#ctx0" brushRef="#br2" timeOffset="157115.808">29389 13212 1516 0,'0'0'1548'0,"0"0"-1076"0,0 0-91 16,0 0 67-16,95 54-38 0,-72-37-85 15,2 0-75-15,-2 2-77 0,-1 2-52 16,-1 3-21-16,0 3-16 0,-2 3 13 0,0 1 54 16,-6 0-61-16,-2 1-44 0,-5 1-44 15,-6 1 1-15,0 0-3 0,-8 3-1 16,-10 1-39-16,-7 1-65 0,-9 3-55 15,-8 2-67-15,-5 2-21 0,-5 2-127 16,-6 0-289-16,12-12-744 0,-29 17-1380 0</inkml:trace>
  <inkml:trace contextRef="#ctx0" brushRef="#br2" timeOffset="160751.106">17315 16001 1818 0,'0'0'36'0,"0"0"1108"0,0 0-884 16,0 0-18-16,0 0 39 0,0 0 46 16,0 0-19-16,0 0-76 0,0 0-75 15,0 0-40-15,0 0 32 0,-3 22 7 0,22-22-44 16,5 2-51-16,4 0-18 0,4-2-13 15,3-2-6-15,1-3-5 0,3-3-18 16,0 0-1-16,0-3-19 0,-1 1-29 16,-2 0-119-16,-5-1-37 0,-2 3-44 15,-4 2-73-15,-6 3-168 0,-7 3-318 16,-4 0-715-16</inkml:trace>
  <inkml:trace contextRef="#ctx0" brushRef="#br2" timeOffset="160934.572">17505 16156 2262 0,'0'0'700'0,"0"0"-389"16,0 0-219-16,0 0 61 0,0 0 153 16,-78 46 24-16,75-42-66 0,3-1-87 15,0 0-79-15,6-1-64 0,7 2 31 16,6 0 36-16,5 0 21 0,5-4-45 0,4 0-38 16,5-4-39-16,1-6-61 15,2-2-46-15,1-1-83 0,-3 0-90 0,0 3-115 16,-10 2-294-16,5 0-1117 0</inkml:trace>
  <inkml:trace contextRef="#ctx0" brushRef="#br2" timeOffset="161561.298">18250 15713 1368 0,'0'0'211'0,"0"0"533"0,0 0-341 15,0 0-8-15,0 0-38 0,0 0-18 16,0 0-46-16,0 0-48 0,0 0-71 15,0 0-57-15,9-1-52 0,4 1 15 0,10 0 45 16,7 0 47-16,6 4-44 16,7-2-46-16,5 0-15 0,2-2-22 0,4 0-33 15,-1-2 1-15,0-4-12 0,4-2-1 0,-3-5 0 16,0 2-22-16,-4-3-26 16,-1-2-89-16,-7 1-61 0,-6-1-26 0,-6 2-44 15,-5 2-139-15,-11 3-312 16,-7 4-928-16</inkml:trace>
  <inkml:trace contextRef="#ctx0" brushRef="#br2" timeOffset="161839.574">18623 15673 1516 0,'0'0'618'0,"0"0"128"15,0 0-429-15,-9 67-72 0,9-37 44 16,0 4 9-16,1 3-38 0,7 5-80 16,-2 4-41-16,-1 2-19 0,1-2 12 0,-2 1-31 15,-3-2-30-15,1 0-41 0,-2-1-18 16,0-2-10-16,0-2-2 0,0-3-12 16,0-4-18-16,0-3-47 15,0-8-27-15,0-4-37 0,0-7-20 0,0-2-52 16,2-7-61-16,1-2-108 0,0-4-130 15,0-3-163-15,4-10-534 0</inkml:trace>
  <inkml:trace contextRef="#ctx0" brushRef="#br2" timeOffset="162054.955">18880 15809 1577 0,'0'0'1067'0,"0"0"-765"0,0 0-164 0,0 0 31 16,0 0 162-16,0 0 22 0,7 78-98 16,-4-50-84-16,3 4-60 0,-2 2-34 15,3 2-2-15,-1 2 20 0,2-1-37 16,1 2-27-16,-1 2-31 0,0-1-18 16,-2-1-10-16,0 0-33 0,-3-2-84 15,0-2-57-15,-1-1-72 0,1-4-101 16,0-8-258-16,0 4-736 0</inkml:trace>
  <inkml:trace contextRef="#ctx0" brushRef="#br2" timeOffset="163275.576">19482 15888 1808 0,'0'0'1098'0,"0"0"-615"0,0 0-191 0,0 0-112 16,0 0 69-16,0 0-22 0,0 0-63 15,0 0-7-15,0 0-27 0,81-5-32 16,-53 1-28-16,2-2-24 0,-1 0-12 16,1-3-13-16,0-1-21 0,0 0-14 15,-1 1 2-15,-1-4-19 0,-3 3-36 16,-6 2-62-16,0-1-65 0,-7 3-60 16,-1 2-86-16,-7 2-222 0,-1 0-649 15,-3 2-464-15</inkml:trace>
  <inkml:trace contextRef="#ctx0" brushRef="#br2" timeOffset="163495.239">19743 15858 1444 0,'0'0'695'0,"0"0"-255"15,0 0-160-15,0 0 25 0,0 0 17 16,-31 75-50-16,28-50-61 0,0 2-4 16,1 3-23-16,2 2-8 0,0-2-25 0,0 3-28 15,0-1-28-15,3 0-15 0,2-2-19 16,1-3 34-16,-1-2-35 0,4-7-60 15,-3-5-9-15,2-3-33 0,1-5-13 16,4-2-46-16,0-3 0 0,3 0-46 16,1-5-41-16,3-3-63 0,0-4 11 15,-1-2-287-15,-3 2-502 0,3-7-380 16</inkml:trace>
  <inkml:trace contextRef="#ctx0" brushRef="#br2" timeOffset="163887.485">20393 15720 2050 0,'0'0'1263'0,"0"0"-933"16,0 0-153-16,0 0 59 0,0 0 153 0,0 0-65 16,-39 81-149-16,29-59-89 0,-1 3-28 15,-1 4-3-15,-1 2 9 0,-1 4 9 16,-2 3-10-16,2 1-8 0,0-1-24 15,0 0-19-15,3-5-11 0,2-2-1 16,3-7 1-16,6-4-1 0,0-7 10 16,0-6-10-16,12-1-21 0,1-5-19 15,5 1-9-15,3-2 4 0,3-4 8 16,5-8-24-16,-2-1 0 0,2-3 16 16,-2 0 2-16,-5-1-12 0,-2 2-6 0,-8 4 21 15,-2 2 19-15,-6 4-4 0,-4 3 12 16,0 1 13-16,0 1 0 0,-8-1 9 15,-4 0-9-15,-1 0 18 0,-3-2 19 16,0 3-34-16,-1 0-3 0,0 0 0 16,1 0-1-16,1 5-11 0,0-1-16 0,2-1-15 15,1 3-15-15,4-1-22 0,2 0-65 16,1 1-103-16,5-1-210 0,0-2-333 16,3 1-852-16</inkml:trace>
  <inkml:trace contextRef="#ctx0" brushRef="#br2" timeOffset="164161.945">20832 15775 749 0,'0'0'2662'0,"0"0"-2132"0,0 0-394 15,0 0 45-15,0 0 147 0,0 0-57 16,0 0-106-16,-77 75-82 0,65-44-28 15,1 7-13-15,1 4 25 0,2 1 28 0,0 1 29 16,5-3-63-16,3-1-41 0,0-7-20 16,0-3-21-16,9-5-19 0,1-6-29 15,2-4-4-15,0-4-15 0,3-5-34 16,3-5-46-16,0-1-53 0,3-8-87 16,2-11-179-16,-7 3-540 0,13-19-937 15</inkml:trace>
  <inkml:trace contextRef="#ctx0" brushRef="#br2" timeOffset="164561.3">21184 15666 2895 0,'0'0'518'0,"0"0"-391"16,0 0-29-16,14 71 229 0,-11-40 130 15,2 0-161-15,-1 6-133 0,-1 0-65 16,0 2-16-16,-1-2 4 0,-2 1-13 15,-2 2-28-15,-4-5-29 0,-6 1-16 0,-2-3-1 16,-3-3-15-16,1-4 6 0,-1-5 10 16,3-5 3-16,-4-2-3 0,2-4-61 0,-1-3-15 15,1-3 3-15,-1-4 15 0,2 0-9 16,1-1-1-16,1-7 19 0,0-2 33 16,2-3 16-16,2-2 0 0,-1-2-10 15,3-2-20-15,2-1 27 0,1 4 3 16,3 1 22-16,1 8 0 0,0 2 24 15,1 5-46-15,8 0 18 0,3 2 62 16,3 6 24-16,5 0-16 0,1 4-2 16,3 1-7-16,3 0-3 0,2-1-6 15,4 0-25-15,-1-1 10 0,1-5-34 16,0-1-18-16,-1-3-3 0,-2-2 0 16,-1-5-124-16,-1-5-53 0,-1-2-15 15,-3-4-22-15,-2 0-10 0,-2-2-226 0,-7 5-635 16,-1-8-679-16</inkml:trace>
  <inkml:trace contextRef="#ctx0" brushRef="#br2" timeOffset="164766.618">21569 15794 1505 0,'0'0'1108'0,"0"0"-782"0,0 0-22 15,0 0 115-15,0 0 7 0,0 0-66 16,64 87-119-16,-54-64-106 0,-2 2-36 15,1 0-11-15,0 1-20 0,1 2-26 16,0 3-20-16,3 1 32 0,-3-1 111 16,-6-2-156-16,-4 0-9 0,0-1-134 0,-14 2-21 15,-6 1-60-15,-5 1-52 0,-6 4-86 16,-3-1-65-16,-2 0-187 0,9-7-629 16,-19 12-689-16</inkml:trace>
  <inkml:trace contextRef="#ctx0" brushRef="#br2" timeOffset="165961.022">18348 16793 1565 0,'0'0'1349'0,"0"0"-866"0,0 0-245 16,0 0-21-16,0 0 185 0,0 0-77 15,0 0-115-15,0 0-97 0,0 0-52 16,-79 75-6-16,59-50 13 0,-2 1-4 16,2 3 18-16,3 2 6 0,0 2-15 15,3 3-30-15,5-1-19 0,3 1-14 0,3 0-10 16,3-3-27-16,0-2 2 0,4-3-8 16,7-7 18-16,1-3 14 0,3-6 0 15,3-4-1-15,4-5-10 0,0-3-10 0,4 0-14 16,2-10-19-16,0-4-36 15,1-3-10-15,-1-2-3 0,-5 0 6 0,-2 1 12 16,-4 2 0-16,-5 4 9 0,-4 5 33 16,-5 3 44-16,-3 1 52 0,0 3 25 15,-2-1-31-15,-7 0-6 0,-2 0-18 16,0-1-7-16,-4 1-15 0,1-1-2 16,-3 0-26-16,1 2 10 0,-1 0-47 15,-1 0-12-15,4 0-34 0,-2 5-22 16,4 4-13-16,2 0-4 0,4 3-36 15,1-1-136-15,4 0-175 0,1-4-186 16,0 3-708-16</inkml:trace>
  <inkml:trace contextRef="#ctx0" brushRef="#br2" timeOffset="166222.145">18959 16868 3153 0,'0'0'1045'16,"0"0"-800"-16,0 0-192 0,0 0 67 16,0 0 129-16,0 0-13 0,-49 77-117 15,42-54-86-15,0 3-14 0,-2 5 11 16,4 0 28-16,-1 6-4 0,1 0 7 16,2 0-12-16,0-4-22 0,3-4 0 0,0-6-27 15,3-8-13-15,6-3-23 0,3-6-22 16,4-2-21-16,0-3-9 0,4-1-19 15,0-1-18-15,-1-7-43 0,-1 0-74 16,-2-3-96-16,-2 1-207 0,-6 1-504 16,-4-3-735-16</inkml:trace>
  <inkml:trace contextRef="#ctx0" brushRef="#br2" timeOffset="166421.555">18893 17162 1425 0,'0'0'1803'0,"0"0"-1311"0,0 0-306 15,0 0-6-15,0 0 59 0,0 0-13 16,0 0 9-16,0 0-61 0,0 0-67 16,95 0-55-16,-70-6-12 0,2-2-40 15,0-2-28-15,-1-1-112 0,2-1-118 0,-4 1-119 16,-3-1-196-16,-6 4-623 16,3-2-993-16</inkml:trace>
  <inkml:trace contextRef="#ctx0" brushRef="#br2" timeOffset="167353.976">19552 16749 1471 0,'0'0'1139'0,"0"0"-689"0,0 0-130 0,0 0-13 15,0 0 39-15,0 0-2 0,0 0-93 16,0 0-107-16,0 0-73 0,0 0-70 15,0 0 1-15,-57 16 8 0,44 0-8 16,1 8 1-16,1 5 19 0,3 9 11 0,-1 2 29 16,2 4-1-16,0 2 0 0,2 0-15 15,-2-2-10-15,4 1-5 0,-1-2-10 16,4-4 3-16,0-3-2 16,0-5-7-16,4-6-12 0,6-6-3 0,0-4-3 15,2-4-15-15,5-2 2 0,-1-6-17 16,3-3-19-16,1 0-18 0,0-6-9 15,0-4-16-15,-2-5-53 0,-2-1-67 16,-4-3-82-16,-3 0-174 0,-3 4-318 16,-6-3-695-16</inkml:trace>
  <inkml:trace contextRef="#ctx0" brushRef="#br2" timeOffset="167519.477">19433 17140 1391 0,'0'0'1545'0,"0"0"-1068"0,0 0-284 15,0 0 66-15,0 0 77 0,0 0-50 16,0 0-77-16,80 47-80 0,-58-42-95 0,0-4-34 16,0-1-54-16,-2 0-54 0,0-6-61 15,0-2-60-15,-3-2-104 0,-2-1-168 16,-5 1-300-16,-2 0-554 0,-4 2 46 16</inkml:trace>
  <inkml:trace contextRef="#ctx0" brushRef="#br2" timeOffset="167672.203">19667 17114 1190 0,'0'0'1160'15,"0"0"-715"-15,0 0-137 0,0 0-2 0,0 0 2 16,0 0-66-16,0 0-72 0,0 0-42 16,-16 82-1-16,22-60 22 0,-2 2 14 0,3-1-21 15,1-2-47-15,-3-1-54 16,4-5-41-16,-1-2-49 0,3-3-96 0,0-5-12 16,1-2-25-16,2-3-10 0,2-5-84 15,-1-8-220-15,-1 0-529 0,3-11-803 16</inkml:trace>
  <inkml:trace contextRef="#ctx0" brushRef="#br2" timeOffset="167893.918">19926 16929 2617 0,'0'0'539'16,"0"0"-201"-16,0 0-34 0,0 0 76 0,0 0-82 15,0 0-100-15,0 0-60 0,-28 70 3 16,26-40 15-16,1 3-7 0,1 1-9 15,0 0-27-15,0 0-26 0,0 0-35 0,0-3-22 16,0-1-15-16,1-3-15 16,2-4-15-16,-1-3-12 0,2-6-55 0,0-5-36 15,3-3-43-15,0-3-37 0,2-3 8 16,2 0-31-16,0-6-116 0,-1-5-148 0,-3 2-277 16,4-8-797-16</inkml:trace>
  <inkml:trace contextRef="#ctx0" brushRef="#br2" timeOffset="168094.647">20005 16962 2824 0,'0'0'665'0,"0"0"-336"0,0 0-21 16,0 0 90-16,0 0-29 0,96 19-143 0,-69-19-122 15,3 0-46-15,3-8-52 0,1-4-6 16,-3-4-64-16,0 0-104 0,-4-1-40 15,-5-2-81-15,-4 5-219 0,-7 2-692 16,-8 1-944-16</inkml:trace>
  <inkml:trace contextRef="#ctx0" brushRef="#br2" timeOffset="168530.007">20141 16999 2511 0,'0'0'579'0,"0"0"-275"0,0 0-32 16,-6 85 151-16,6-57-19 0,0 0-90 15,2-6-87-15,1-1-108 0,1-4-104 16,-1-5-15-16,1 0-79 0,-4-2-65 16,3-2-12-16,-3-2-48 0,0 0-62 0,0-2-153 15,0-1-193-15,0-3-110 0,-3 0 87 16,0 0 151-16,0 0 106 0,1-3 173 16,0-1 205-16,1-1 401 0,1-2 213 15,0 1-40-15,0-1-123 0,0-3-79 16,4 0-39-16,3-3-42 0,7 1-65 15,0 0-48-15,4-1-45 0,1 2-37 16,3 0-22-16,1 1-31 0,-2 2-16 16,-2 1-27-16,-2 3-31 0,-1 0-21 0,-6 1-94 15,-3 3-62-15,-2 0-14 0,-4 0 8 16,-1 7 25-16,-4 2 62 0,-6 3 38 16,-3 1 57-16,-3 4 32 0,-3 0 92 15,-1 0 4-15,1 1 14 0,1-2 7 0,2-1-4 16,3-2 7-16,4-1 6 0,3-2 1 15,5-2-21-15,1-1-19 0,0-1-13 16,4 0-3-16,6-1-9 0,3-1-22 16,2-2-40-16,3-2 0 0,1-2-43 15,4-7-56-15,3-8-56 0,1-4-62 16,2-3-72-16,0-6-122 0,-6 8-659 16,8-16-1040-16</inkml:trace>
  <inkml:trace contextRef="#ctx0" brushRef="#br2" timeOffset="168724.732">20644 16888 2901 0,'0'0'458'0,"0"0"-369"0,0 0 66 16,-29 66 258-16,19-39-26 0,0 4-143 16,-4 5-105-16,1 3-38 0,-4 4 6 0,-3 7 76 15,-1 1-55-15,-5 8-64 0,-1 2-28 16,-3-1-24-16,1 1-12 0,5-3-20 15,1-4-98-15,6-7-16 16,7-7-41-16,4-10 47 0,3-8-75 0,0-9-231 16,3-8-621-16,0-5-708 0</inkml:trace>
  <inkml:trace contextRef="#ctx0" brushRef="#br2" timeOffset="168896.623">20427 17454 398 0,'0'0'1701'0,"0"0"-1228"0,0 0-90 16,0 0 86-16,93-50-61 0,-62 35-99 16,-1-1-126-16,1-2-77 0,3-2-41 0,1 0-25 15,-4-3-24-15,0 1-16 0,-4 0-27 16,-4 1-141-16,-3 2-106 0,-6 3-69 16,-4 5-191-16,-6 0-780 0</inkml:trace>
  <inkml:trace contextRef="#ctx0" brushRef="#br2" timeOffset="169086.308">20677 17356 2108 0,'0'0'698'0,"0"0"-429"0,-14 66-61 0,12-40 180 16,2 3 18-16,0-1-101 16,3-3-119-16,2-6-100 0,2-2-64 0,1-6-22 15,-2-1-65-15,1-4-74 0,-2 0-34 16,-2-3-39-16,0-1-75 0,-2-2-144 15,-1 0-222-15,0 0-398 0,0 0-119 0</inkml:trace>
  <inkml:trace contextRef="#ctx0" brushRef="#br2" timeOffset="169257.346">20677 17454 1076 0,'0'0'1650'0,"0"0"-1127"16,0 0-265-16,0 0 61 0,0 0 14 15,0 0-56-15,0 0-95 0,0 0-68 16,0 0-37-16,93 6-48 0,-72-23-29 16,1-2-68-16,1-4-52 0,-2-2-56 0,-1 0-53 15,0-1-123-15,-8 5-281 16,4-6-862-16</inkml:trace>
  <inkml:trace contextRef="#ctx0" brushRef="#br2" timeOffset="169508.131">20976 16942 1982 0,'0'0'1130'0,"0"0"-824"0,0 0-125 16,0 0 203-16,0 0 38 0,0 0-104 16,0 0-146-16,84 34-65 0,-66-21-37 15,2 2-3-15,-1 1-6 0,1 1 10 16,0 4-20-16,0 1-20 0,-1 3 45 15,-2-1 60-15,-5 1-109 0,-5 2-27 16,-5 4-39-16,-2 0-28 0,-5 7-21 0,-9 4-12 16,-6 0-1-16,-3 2-27 0,-4 1-31 15,-3 0-59-15,-3-2-125 0,-3-1-186 16,11-13-198-16,-22 12-760 0</inkml:trace>
  <inkml:trace contextRef="#ctx0" brushRef="#br2" timeOffset="191909.36">22484 16052 2516 0,'0'0'196'0,"0"0"474"0,0 0-419 16,0 0-75-16,0 0 50 0,0 0-6 15,0 0-12-15,0 0-41 0,0 0-38 16,84-21-31-16,-57 19-40 0,2 0-15 16,1 0-24-16,1-2 11 0,0 0-27 15,2-2-3-15,1-1-15 0,0-4-13 0,-2 2-79 16,-3-1-46-16,-5 3-8 0,-6 1-74 16,-3 0-84-16,-9 5-339 0,-4 1-752 15,-5 1-422-15</inkml:trace>
  <inkml:trace contextRef="#ctx0" brushRef="#br2" timeOffset="192127.685">22431 16293 2906 0,'0'0'417'0,"0"0"-227"0,0 0-92 0,0 0 101 15,0 0 163-15,0 0-157 0,0 0-99 0,0 0-26 16,0 0 15-16,0 0-27 0,85 9-26 15,-37-23-42-15,1-1-3 0,0-2-31 16,-5 1-92-16,2 0-19 0,-5 2-41 16,-4 3-56-16,2-1-189 0,-13 4-348 15,9-3-878-15</inkml:trace>
  <inkml:trace contextRef="#ctx0" brushRef="#br2" timeOffset="193249.362">23418 15871 1854 0,'0'0'126'0,"0"0"861"0,0 0-753 15,0 0 47-15,0 0 6 0,0 0 3 0,0 0-15 16,97 0-86-16,-64 0-60 0,4 0-30 16,2 0-10-16,3 0-10 0,6-3-11 15,1-3-19-15,3-1-3 0,5-3-13 0,2-5-33 16,0-1-15-16,-1-4 13 0,-3-1-38 15,-8 0-24-15,-4 2-43 16,-6 1-37-16,-7 4-35 0,-10 2-19 0,-3 4-57 16,-9 4-95-16,-5 1-75 0,-3 3-65 15,-3 0-175-15,-13 0-728 0</inkml:trace>
  <inkml:trace contextRef="#ctx0" brushRef="#br2" timeOffset="193485.492">23810 15869 2508 0,'0'0'374'15,"0"0"-153"-15,0 0-99 0,-39 89 171 16,33-58 70-16,4 3-112 0,-2 1-36 16,4 5-94-16,-2 2-31 0,2-1-7 0,0 1 6 15,-1 1-9-15,-2-5-55 16,1-3-25-16,2-6-1 0,0-4-33 0,0-7-37 15,0-6-61-15,5-5-48 0,2-3-25 16,1-4-39-16,0 0-132 0,0-4-210 16,-1-2-564-16,3-12-413 0</inkml:trace>
  <inkml:trace contextRef="#ctx0" brushRef="#br2" timeOffset="193703.711">24015 15886 1952 0,'0'0'509'0,"0"0"-271"0,0 0-73 15,0 0 136-15,0 0 53 0,6 68-108 0,-3-43-92 16,1 2-47-16,2 7-21 0,1 5-2 16,-1 5-44-16,-1 2-18 0,-2 4-22 15,0 4-17-15,-3-3-7 0,0 2-67 0,0-1-70 16,0-4-34-16,-3-4-61 15,0-6-113-15,2-11-297 0,-1 5-531 16</inkml:trace>
  <inkml:trace contextRef="#ctx0" brushRef="#br2" timeOffset="196344.292">23351 17011 88 0,'0'0'483'16,"0"0"-177"-16,0 0-94 0,0 0 16 16,0 0 58-16,0 0-22 0,0 0-57 0,0 0-38 15,0 0-46-15,0 0-49 0,0 0 10 16,-34 9 364-16,34-9-202 0,0 0-55 15,0 0-3-15,0 0 26 0,0 0 0 16,0 0-32-16,0 0-48 0,2 3-53 16,5-1-60-16,7 3 23 0,4 2 8 15,6 0 16-15,7-2-32 0,0 0-35 0,1-4 10 16,0-1-11-16,-2 0-30 16,-1-1-29-16,-3-5-80 0,-3 1-32 0,-3-1-13 15,-4 0-40-15,-3 1-51 0,-3 0-110 16,-4 2-128-16,-4-2-222 0,-2 1-454 15</inkml:trace>
  <inkml:trace contextRef="#ctx0" brushRef="#br2" timeOffset="196519.944">23570 17058 878 0,'0'0'1351'0,"0"0"-1038"0,0 0-142 15,0 0 13-15,0 0 91 0,-24 82-39 16,22-62-105-16,2 1-84 0,0 4-3 15,2 3-9-15,3-1 13 0,-1-1-7 16,1 0-13-16,-1-2-25 0,2-3-3 0,4-4-44 16,-2-5 0-16,4-3-23 0,2-7-113 15,2-2 17-15,6-7-25 0,-1-9-159 16,-2 2-222-16,6-12-455 0</inkml:trace>
  <inkml:trace contextRef="#ctx0" brushRef="#br2" timeOffset="196882.411">23993 17009 1554 0,'0'0'999'0,"0"0"-696"0,0 0-85 16,0 0 57-16,0 0 11 0,0 0-128 16,0 0-73-16,0 0-13 0,-69 78 22 15,63-57-18-15,1 0-23 0,3-2-19 16,-1 2-31-16,3 2 15 0,0-3-18 0,0-1-16 15,0-1 14-15,3-2 0 0,3-4-8 16,1-3 10-16,2-3 0 0,4-1-13 16,-2-5-8-16,5 0-8 0,1-5 14 15,3-3-4-15,-2-3-18 0,1-4-2 0,-3 0-17 16,-2 1 21 0,-3-1 34-16,-2 3 1 0,-3 5 2 0,-5 2 17 0,-1 1-3 15,0 2 21-15,-1 1-27 0,-6 1-10 16,-3 0-4-16,-2 0-30 0,-4 0 21 15,2 1-8-15,-3 5-8 0,3-1-2 16,-1 1 18-16,2-1-15 16,1 1-38-16,2-1-10 0,3-2-60 0,2 0-39 15,2-2-102-15,3 1-225 0,0-1-493 16,0 1-172-16</inkml:trace>
  <inkml:trace contextRef="#ctx0" brushRef="#br2" timeOffset="197180.803">24397 16895 2270 0,'0'0'529'0,"0"0"-320"0,0 0-113 0,0 0 163 0,0 0 11 15,0 0-138-15,-38 66-59 0,30-44-20 16,-4 3 7-16,2 3 2 0,1 3 21 15,-3 1 14-15,3 3-1 0,0 1-6 16,1 0 9-16,3-2-65 0,1-6-18 16,2-4 9-16,2-4-22 0,0-5-2 0,6-5-1 15,0-2 3-15,5-1-3 0,1-4-28 16,2-3 3-16,1 0-30 0,2-3-23 16,-1-6-40-16,0-1 3 0,-2-3-127 15,1-1-137-15,-5 0-222 0,-4 2-568 16,-1 0-204-16</inkml:trace>
  <inkml:trace contextRef="#ctx0" brushRef="#br2" timeOffset="197326.858">24320 17229 866 0,'0'0'1071'0,"0"0"-637"0,0 0-63 16,0 0-4-16,0 0-29 0,0 0-101 16,0 0-104-16,0 0-23 0,0 0-10 15,0 0-8-15,0 0-52 0,39 26-40 16,-23-26-48-16,2 0-82 0,2-5-87 15,-1-3-99-15,-5 1-221 0,12-5-800 0</inkml:trace>
  <inkml:trace contextRef="#ctx0" brushRef="#br2" timeOffset="197667.027">25017 16774 2093 0,'0'0'475'15,"0"0"-188"-15,0 0 14 0,0 0 37 16,0 0-103-16,0 0-94 0,0 0-56 16,-86 62-19-16,74-36-15 0,0 5-4 15,-1 0 9-15,4 6 6 0,1 0 7 16,-1 2 24-16,1 3 37 0,0-2 9 15,2 0-29-15,3-4-8 0,1-4 2 0,2-5-37 16,0-4-67-16,5-3-3 0,7-5-28 16,5-4-33-16,2-7-31 0,9-1 3 15,0-3 34-15,5-4-22 0,-1-7-41 16,1-3 7-16,-4-2-45 0,-4-1-32 16,-7 3-73-16,-5-2-132 0,-2 4-171 15,-8 3-212-15,-3 0-306 0</inkml:trace>
  <inkml:trace contextRef="#ctx0" brushRef="#br2" timeOffset="197963.892">24888 17155 2726 0,'0'0'440'16,"0"0"-319"-16,0 0 51 16,0 0 110-16,0 0-27 0,0 0-120 0,0 0-63 15,0 0-22-15,81 25-37 0,-64-25-13 16,2-7-84-16,0 1-79 0,-6-2-41 15,0 1-36-15,-2 1-88 0,-4 0-98 16,-4 0-91-16,-1 2-70 0,-2 3 125 16,0 1 322-16,0 0 140 0,-2 4 251 15,-2 4 224-15,0-1-34 0,1 4-63 16,0 2-63-16,-1 2-56 0,2 2-7 0,1 2-87 16,-1 1-68-16,2 2-46 15,0-2-26-15,-1 1-9 0,1 2-16 0,0-1-3 16,0 0 2-16,0-3-50 0,0-5-100 0,0-2-62 15,4-1-173-15,0-7-343 16,4-1-613-16</inkml:trace>
  <inkml:trace contextRef="#ctx0" brushRef="#br2" timeOffset="198409.958">25355 16971 160 0,'0'0'632'0,"0"0"-267"0,0 0-49 16,0 0 149-16,0 0 15 0,0 0-84 16,0 0-78-16,0 0-37 0,0 0-40 15,0 0-27-15,3-8 22 0,-6 11-46 16,-3 2-41-16,-2 3-22 0,-1 2-1 16,-5 7-36-16,1 3-26 0,-2 6-3 15,1 3 7-15,0 5 20 0,0 2 1 16,3 1-28-16,2 1-38 0,4-2-23 15,2-1-12-15,3-5-16 0,0-3-14 16,3-5 5-16,4-2-5 0,3-4-93 16,1-3 6-16,3-2-28 0,1-5 9 0,1-2-38 15,4-4-47-15,0 0-73 0,-4-1-87 16,1-6-134-16,-5 0-190 0,2-1-441 0</inkml:trace>
  <inkml:trace contextRef="#ctx0" brushRef="#br2" timeOffset="198613.419">25395 17058 2070 0,'0'0'408'0,"0"0"-198"0,0 0 89 15,0 0 122-15,0 0-142 0,0 0-24 16,0 0 3-16,0 0-75 0,0 0-74 0,84 14-35 15,-64-14-40-15,2-2-13 0,-2-5-21 16,2-1-60-16,-2-4-141 0,-3-1-73 16,0-1 9-16,-3 0-255 0,-5 4-482 15,-6-1-497-15</inkml:trace>
  <inkml:trace contextRef="#ctx0" brushRef="#br2" timeOffset="198748.093">25516 17062 783 0,'0'0'1385'0,"0"0"-1090"0,0 0-156 0,-32 71 99 15,24-45 108-15,3-2-110 0,-3 2-121 16,2-1-69-16,2-4-46 0,1-3-133 16,1-1-186-16,0-3-237 0,-1-5-637 15</inkml:trace>
  <inkml:trace contextRef="#ctx0" brushRef="#br2" timeOffset="198879.774">25475 17265 1315 0,'0'0'608'0,"0"0"-271"0,0 0 15 15,0 0 18-15,0 0-133 0,0 0-178 16,86-54-59-16,-67 44-122 0,-3 1-102 0,-3 1-127 16,-5 5-319-16,-2 3-446 0</inkml:trace>
  <inkml:trace contextRef="#ctx0" brushRef="#br2" timeOffset="198994.962">25505 17351 1317 0,'0'0'377'0,"0"0"-29"0,0 0 66 16,0 0-43-16,0 0-120 0,0 0-124 15,0 0-59-15,0 0-2 0,0 0-5 16,0 0-61-16,89 16-13 0,-64-34-66 16,-1-1-27-16,0-5-150 0,-1 1-176 15,-6 2-368-15,3-7-584 0</inkml:trace>
  <inkml:trace contextRef="#ctx0" brushRef="#br2" timeOffset="199233.48">25921 16850 2156 0,'0'0'398'0,"0"0"-298"0,0 0 158 15,0 0 174-15,-33 80-96 0,21-51-128 0,-2 5-41 16,-1 4 17-16,-4 5 3 0,-1 5-5 16,-5 3-53-16,-1 5-46 0,-4 2-55 15,0 7-28-15,-3 0-12 0,0 2-34 0,2-2-65 16,3-2 34-16,0-4-37 0,6-6 2 15,4-7 19-15,5-10-7 0,4-11 0 16,6-10-104-16,3-9-134 0,0-6-176 16,2-4-263-16,5-5-322 0,4-13-52 0</inkml:trace>
  <inkml:trace contextRef="#ctx0" brushRef="#br2" timeOffset="199399.414">25724 17425 995 0,'0'0'1139'0,"0"0"-735"0,0 0-21 0,0 0-8 0,84-42-102 16,-58 29-105-16,2-1-61 0,0 1-66 16,-1-4-16-16,-1 0-25 0,0 0-113 15,-1 1-96-15,-5 1-83 0,-4 1-111 16,-5 4-249-16,-4 2-714 0</inkml:trace>
  <inkml:trace contextRef="#ctx0" brushRef="#br2" timeOffset="199566.246">25873 17424 408 0,'0'0'1811'16,"0"0"-1455"-16,0 0-82 0,-15 84 152 15,14-57-26-15,-3-3-82 0,4-2-158 16,0-2-98-16,0-4-62 0,0-3-12 16,2-1-81-16,1-5-75 0,-2 0-33 0,1-1-17 15,-1-2-46-15,-1-2-137 0,0 1-170 16,0-3-169-16,0 0 137 0,-1 0 26 15</inkml:trace>
  <inkml:trace contextRef="#ctx0" brushRef="#br2" timeOffset="199700.482">25841 17621 564 0,'0'0'544'0,"0"0"-130"0,0 0 41 15,0 0-27-15,0 0-73 0,0 0-18 16,0 0-34-16,0 0-43 0,60-66-80 16,-40 54-89-16,2 0-31 0,1-5-29 15,2-2-15-15,1-3-16 0,-1-3-138 16,-3-1-149-16,1-2-108 0,-7 8-228 15,0-9-770-15</inkml:trace>
  <inkml:trace contextRef="#ctx0" brushRef="#br2" timeOffset="199914.425">26191 17056 1053 0,'0'0'1553'0,"0"0"-1295"0,0 0-82 16,0 0 166-16,0 0 54 0,43 67-116 0,-27-48-173 15,3 1 27-15,1 4 274 0,0 1-264 16,-1 1-83-16,-4 4 19 0,-6 0 5 16,-6-1-53-16,-3 1-32 0,-11 5-55 15,-7 1-76-15,-6 1-23 0,-5 3 25 16,-1-2-32-16,-3-3-81 0,0-3-128 16,-1-6-152-16,9-7-174 0,-12-5-454 0</inkml:trace>
  <inkml:trace contextRef="#ctx0" brushRef="#br2" timeOffset="200723.055">24901 15977 1342 0,'0'0'1226'0,"0"0"-811"0,0 0-171 0,0 0 1 16,0 0 8-16,0 0-105 0,0 0-100 16,0 0 36-16,0 0 8 0,0 0-2 15,100 12-30-15,-66-12-23 0,2-6-37 16,-1-3-10-16,-2 0 9 0,-3-2-127 15,-1-3-64-15,-4 1-69 0,-2 0-98 16,-9 1-192-16,-3 3-549 0,-5 2-105 0</inkml:trace>
  <inkml:trace contextRef="#ctx0" brushRef="#br2" timeOffset="200905.661">25188 15879 1273 0,'0'0'651'15,"0"0"-184"-15,0 0-77 0,0 0-27 0,0 0-76 0,-36 83-81 16,34-58-20-16,1 4-10 15,1-1-9-15,0 1-18 0,0-1-31 0,0 0-10 16,0-2-43-16,0-2-22 0,1-1-43 16,1-3-15-16,-1-4-38 0,4-3-39 15,1-5-101-15,-1-1-15 0,5-5-7 16,0-2-18-16,4 0-84 0,1-7-196 16,-3 0-594-16,8-11-444 0</inkml:trace>
  <inkml:trace contextRef="#ctx0" brushRef="#br2" timeOffset="201239.003">25654 15818 1542 0,'0'0'734'0,"0"0"-275"0,0 0-128 16,0 0 61-16,0 0-60 0,0 0-143 15,-60 84-66-15,47-59-26 0,-1 2-1 0,2 3-9 16,1-1-3-16,4 1-10 0,1-2-34 15,2-1-39-15,2-5-1 0,2-2-3 16,0-5 3-16,2-3 19 0,5-3-16 16,2-4-3-16,2-2-19 0,1-3 7 15,3 0-19-15,-2-1 3 0,5-5 1 16,-5-2-8-16,2-1-14 0,-4-2-7 16,0 3 22-16,-5 0-16 0,0 4-3 15,-6-2 28-15,0 3 25 0,0 1-3 0,-7 1 25 16,-4-3-23-16,0 3 1 0,-3 1-56 15,-3-1-10-15,0 1-23 0,1 0-5 16,-1 0-16-16,3 0-57 0,2 1-71 16,2 2-85-16,4 0-175 0,3-3-490 15,3 5-248-15</inkml:trace>
  <inkml:trace contextRef="#ctx0" brushRef="#br2" timeOffset="201520.987">26020 15829 1805 0,'0'0'774'0,"0"0"-333"16,0 0-102-16,0 0 69 0,0 0-83 15,0 0-157-15,0 0-72 0,0 0-49 16,-77 69 9-16,66-38-7 0,0 2 16 15,2 6 21-15,3 0 59 0,0 2-4 0,2 0-62 16,2-5-48-16,2-4-31 0,0-5-16 16,4-7-33-16,7-3-101 0,1-9-1 0,5-2 9 15,3-6-31-15,2-2-57 0,2-10-113 16,0-6-177-16,-5 4-554 16,5-16-692-16</inkml:trace>
  <inkml:trace contextRef="#ctx0" brushRef="#br2" timeOffset="201883.518">26237 15756 1239 0,'0'0'1212'0,"0"0"-915"0,0 0-14 16,0 0 166-16,20 67-38 0,-13-42-137 16,1 1-94-16,-1 2-43 0,1 1 29 0,-2-1-27 15,-3 0-53-15,0 0-37 0,-3 0-19 16,0-3-27-16,-6 1-3 0,-4-2-1 15,0-1-20-15,-1-3-16 0,-4 0-12 16,2-5 3-16,-2-1-12 0,0-3-32 16,-1-5-21-16,5-3 15 0,0-3 13 0,0 0-23 15,2-8 22-15,2-2-3 0,0-2 1 16,1-4 17-16,3 0 25 0,1-3 16 16,2 0-10-16,0 2 17 0,0 3 21 15,1 4 3-15,3 2 63 0,2 4 19 16,0 4 9-16,2 0 7 0,6 0 27 15,1 2-17-15,4 5-21 0,1 0-15 16,5 2-17-16,0-1-15 0,3-1 7 0,-1-4-50 16,3 0-38-16,1-3-64 0,-4 0-90 15,2-5-113-15,-4-2-203 0,-7 1-501 16,1-6-560-16</inkml:trace>
  <inkml:trace contextRef="#ctx0" brushRef="#br2" timeOffset="202089.259">26639 15856 859 0,'0'0'1860'0,"0"0"-1667"0,0 0 6 15,0 0 183-15,0 0 91 0,0 0-97 16,52 67-153-16,-42-47-78 0,-1 3-19 16,2 3-40-16,-1 3-41 0,1 4-23 0,3 0 27 15,-5-2 48-15,-3-1-97 0,-6-1-42 16,-5-4-77-16,-9 4-59 0,-8 1-93 15,-4 2-111-15,-3 1-59 0,-5 0-32 16,6-6-253-16,-19 11-570 0</inkml:trace>
  <inkml:trace contextRef="#ctx0" brushRef="#br2" timeOffset="204748.858">27345 16227 1876 0,'0'0'548'0,"0"0"-209"16,0 0-92-16,0 0 60 0,0 0 4 16,0 0-99-16,0 0-93 0,0 0-34 15,0 0 25-15,0 0 102 0,0 0-23 16,71-5-41-16,-49 2-50 0,-1 2-15 15,0-2-25-15,-1 0-24 0,0 0-34 16,2-2-14-16,-2-1-32 0,0-2-55 0,-4 2-89 16,-1 1-39-16,-4 3-82 0,-6 1-207 15,0 1-721-15,-7 1-788 0</inkml:trace>
  <inkml:trace contextRef="#ctx0" brushRef="#br2" timeOffset="204929.995">27286 16452 1997 0,'0'0'412'16,"0"0"-296"-16,0 0-6 0,0 0 199 15,0 0-126-15,82 9-113 0,-46-9-19 16,1 0-16-16,2-6-35 0,-3-1-99 0,-1 0-115 16,0-1-37-16,-5 1-121 0,-8 4-361 15,8-2-84-15</inkml:trace>
  <inkml:trace contextRef="#ctx0" brushRef="#br2" timeOffset="209816.133">28272 15912 2221 0,'0'0'459'0,"0"0"-89"15,0 0-111-15,0 0-8 0,0 0 46 16,0 0-8-16,0 0-25 0,75-7-60 15,-38 2-16-15,2 0-47 0,5-2-34 16,0 0-28-16,3-1-30 0,-2-1 6 16,2-1-34-16,-1-2-18 0,-4 0-3 15,-3 0-16-15,-1 0-14 0,-3 2 11 0,-3-2-11 16,-7 2-49-16,-3 1-28 0,-4 2-25 16,-8 3-16-16,-4 1-46 0,-6 3-29 15,0 0-62-15,-2 1-144 0,-7 5-180 16,1-1-610-16,-14 7-207 0</inkml:trace>
  <inkml:trace contextRef="#ctx0" brushRef="#br2" timeOffset="210034.065">28644 15923 1565 0,'0'0'533'0,"0"0"-145"15,0 0-65-15,-32 81 4 0,26-48-37 16,1 3-77-16,0 2-74 0,1 5 2 15,1 2-28-15,0 1-62 0,0-3-19 16,-1 2-20-16,0-7-12 0,-1-3-22 0,2-7 0 16,2-6-19-16,-2-6-19 0,3-8-75 15,0-2-64-15,0-5-51 0,7-1-66 16,1-4-86-16,-3-3-281 0,8-14-349 0</inkml:trace>
  <inkml:trace contextRef="#ctx0" brushRef="#br2" timeOffset="210222.796">28730 15938 49 0,'0'0'1813'0,"0"0"-1440"16,0 0-146-16,0 0 24 0,3 79 71 16,0-47-63-16,2 3-65 0,0 4-67 15,1 3-7-15,-2 1-23 0,2 3-34 16,-2-2-31-16,-1 4-32 0,2-2-1 15,-4-1-50-15,1-1-166 0,-2-3-24 0,0-5-85 16,0-10-195-16,0 6-664 0</inkml:trace>
  <inkml:trace contextRef="#ctx0" brushRef="#br2" timeOffset="-211779.722">28661 16905 1790 0,'0'0'311'0,"0"0"-120"0,0 0 544 0,0 0-297 15,0 0-122-15,0 0-109 16,0 0-49-16,0 0-21 0,0 0-25 0,-46-12-16 15,40 17 6-15,-2 1 6 0,-2 4-72 16,1 5-34-16,-3 3-2 0,-2 3 2 0,-1 4-2 16,-2 2 0-16,0 2 2 15,0 1 22-15,2-1 22 0,2-1-30 0,3-4-13 16,3-3 0-16,1-3-3 0,5-5-17 16,1-2 2-16,1-4-31 0,9-2-6 15,3-2 12-15,4-1 18 0,3-2 19 16,2 0 1-16,1-4-14 0,0-5 1 15,-1 0 10-15,0-1 5 0,-2-2 25 16,-3 2-25-16,-3 0-1 0,-3 1-18 16,-2 1 1-16,-5 3-4 0,-3 2 22 15,-1 2 1-15,0 1 17 0,0 0-8 0,-5 0-10 16,-6 2-22-16,0 4-30 0,-7 3-16 16,1 3 49-16,1-1-21 0,-1 0-4 15,4 0 1-15,0 0-22 0,2-5-29 16,3-4-35-16,2-2-41 0,1 0-66 15,-1-1-57-15,3-9-74 0,0-1-149 16,3 2-269-16,0-11-283 0</inkml:trace>
  <inkml:trace contextRef="#ctx0" brushRef="#br2" timeOffset="-211556.994">28870 16597 1763 0,'0'0'680'0,"0"0"-174"16,0 0-39-16,0 0-40 0,0 0-178 15,-11 66-84-15,5-35-56 0,1 2-7 16,0 2-37-16,-1 1-43 0,3-3-22 16,2-2-14-16,1-3-26 0,0-2-37 15,0-3-135-15,3-3-79 0,1 1-98 16,0-3-89-16,-3-4-501 0,1 3-787 0</inkml:trace>
  <inkml:trace contextRef="#ctx0" brushRef="#br2" timeOffset="-210936.552">29197 16869 1439 0,'0'0'537'16,"0"0"-158"-16,0 0-21 0,0 0-1 15,0 0-54-15,0 0-96 0,0 0-71 16,0 0-35-16,0 0-48 0,0 0-34 16,0 0-18-16,-27 32 31 0,23-22-7 15,-1-3-13-15,-1 5 1 0,0 1-10 16,0 2 0-16,-2 6 13 0,3 2-16 0,-4 2-19 15,0 4 17-15,2 2-17 0,1-1 17 16,3-2 0-16,2-4 1 16,-1-1 1-16,2-4 30 0,0-6 11 0,6-1-38 15,0-5-3-15,3-1-28 0,2-3-10 16,1-3 10-16,2 0 15 0,-1-2 11 16,0-6-39-16,1 0-28 0,-2-3-57 15,1-4-77-15,-4 0-96 0,-2 2-144 16,-3 1-204-16,-4-1-427 0</inkml:trace>
  <inkml:trace contextRef="#ctx0" brushRef="#br2" timeOffset="-210765.932">29101 17110 1178 0,'0'0'1046'0,"0"0"-667"0,0 0-99 0,0 0-17 0,0 0-94 15,0 0-35-15,0 0 8 16,0 0-37-16,0 0-70 0,85-5-35 0,-66-2-22 15,2-4-134-15,-1-2-41 16,-2-1-61-16,0-3-244 0,-8 5-493 0,6-6-218 0</inkml:trace>
  <inkml:trace contextRef="#ctx0" brushRef="#br2" timeOffset="-210445.114">29532 16675 722 0,'0'0'1593'0,"0"0"-1170"16,0 0-134-16,0 0 82 0,0 0-19 15,0 0-148-15,0 0-126 0,0 0-36 16,-16 68 2-16,10-43 24 0,0 5-8 0,-2 1 2 16,-2 4-13-16,-1 5 20 0,3-1 2 15,-2 4 0-15,1-2 15 0,2 0-36 16,2-5-1-16,3-7 3 0,2-6-24 15,0-5-1-15,2-4-14 0,4-4-12 16,5-4-1-16,1-4-28 0,4-2-27 16,1 0-1-16,0-5-17 0,0-4-26 15,-1-3-28-15,-1-3-44 0,-4-2-67 16,-3 3-51-16,-4 0-98 0,-2 3-225 16,-2 1-468-16,-3 4-278 0</inkml:trace>
  <inkml:trace contextRef="#ctx0" brushRef="#br2" timeOffset="-210303.789">29465 17087 1702 0,'0'0'1197'16,"0"0"-925"-16,0 0-102 0,0 0 128 16,0 0 42-16,0 0-83 0,0 0-95 0,0 0-57 15,0 0-15-15,90 12-45 0,-68-24-45 16,3-2-102-16,1-4-59 0,-3-1-50 16,-2-2-88-16,-4 1-137 0,-6 4-304 15,-2 4-460-15,-6 1-59 0</inkml:trace>
  <inkml:trace contextRef="#ctx0" brushRef="#br2" timeOffset="-210119.009">29656 17006 1922 0,'0'0'663'0,"0"0"-308"0,0 0-80 0,0 0 72 0,-15 81-50 15,15-59-70-15,0-2-53 0,0-1-12 16,0-2-5-16,4-1-12 16,2-2-80-16,0-4-65 0,0-1-53 0,0-4-45 15,4 0-32-15,-5 0-56 0,1-4-66 16,2-1-167-16,-3 0-334 0,1 0-759 0</inkml:trace>
  <inkml:trace contextRef="#ctx0" brushRef="#br2" timeOffset="-209779.161">30053 16649 2224 0,'0'0'640'16,"0"0"-381"-16,0 0 9 0,0 0 87 0,-46 69-97 15,36-39-60-15,0 6 38 0,-1 7-100 16,0 2-59-16,3 4 6 0,-4 3-3 16,4 1-12-16,0 2-16 0,2 2 43 0,0-3 69 15,1-4-129-15,4-6-35 16,1-4-31-16,0-6-5 0,3-7-56 0,6-5-12 16,0-6-34-16,3-3 13 0,2-3-30 15,1-4 1-15,2-4 42 0,-1-2-158 16,2-2-133-16,-1-7-36 0,0-2-149 15,-4 2-403-15,5-5-108 0</inkml:trace>
  <inkml:trace contextRef="#ctx0" brushRef="#br2" timeOffset="-209440.989">30156 17034 935 0,'0'0'417'16,"0"0"-1"-16,0 0 25 0,0 0-27 15,0 0-111-15,0 0-41 0,0 0-7 16,0 0-33-16,0 0-55 0,0 0-22 16,0 0-9-16,9 58-24 0,8-58-19 15,3 0-12-15,6-5-25 0,1-7-22 16,6-7-34-16,3-1-6 0,0-7-25 16,0-1-112-16,-5 1-53 0,-3 2-69 0,-8 2-6 15,-6 4-9-15,-6 6-294 0,-5 4-583 16,-3 6-348-16</inkml:trace>
  <inkml:trace contextRef="#ctx0" brushRef="#br2" timeOffset="-209312.278">30360 16956 1170 0,'0'0'573'16,"0"0"-47"-16,0 0-74 15,-65 92-57-15,47-57-76 0,0 1-59 0,3 1-5 16,1 0-29-16,0 1-73 0,5-3-85 16,2-3-68-16,2-6-19 0,3-6-124 15,2-4-189-15,0-6-98 0,2-4-345 16,5-2-644-16</inkml:trace>
  <inkml:trace contextRef="#ctx0" brushRef="#br2" timeOffset="-209040.062">30241 17294 1725 0,'0'0'525'0,"0"0"-301"0,0 0 82 0,0 0 101 16,0 0-104-16,0 0-145 0,89-67-66 16,-65 52-67-16,1-2-25 0,-2 3-98 15,-3 2-92-15,-4 5-7 0,-4 1-97 16,-10 6-144-16,-2 0 53 0,-1 9 385 0,-12 5 36 15,-3 3 15-15,-2 6 98 0,-3 1 68 16,-2 6-5-16,0-2-64 0,2 2-33 16,0 0-12-16,3-4-33 0,2 1-57 15,4-7 25-15,5-3 48 0,4-6 19 16,3-3-29-16,3-4-29 0,7-4 14 16,6 0 2-16,2-4-4 0,2-8-33 15,4-6-26-15,2-5-35 0,1-7-41 16,3-5-50-16,1-2-58 0,0-5-113 0,0 0-185 15,-8 11-493-15,10-17-218 0</inkml:trace>
  <inkml:trace contextRef="#ctx0" brushRef="#br2" timeOffset="-208834.951">30785 16731 2775 0,'0'0'576'0,"0"0"-407"15,0 0-49-15,-38 67 145 0,25-36 83 16,-3 7-106-16,1 1-82 0,-2 4-37 0,0 3-21 15,-3 2 5-15,-3 1 9 0,-1 2-37 16,-2 2-61-16,1 1-18 0,-6 2-18 16,3 1-15-16,-3 0-53 0,2-3-36 15,1-5-41-15,3-5 3 0,6-9-44 16,2-7-113-16,5-7-45 0,7-9 32 16,0-7-59-16,5-3-256 0,2-9-800 0</inkml:trace>
  <inkml:trace contextRef="#ctx0" brushRef="#br2" timeOffset="-208691.284">30470 17448 375 0,'0'0'1985'0,"0"0"-1604"0,0 0 56 16,0 0-8-16,0 0-120 0,89-59-92 15,-63 41-98-15,4-4-60 0,-1-2-34 0,2-2-25 16,-1 0-16-16,-3-2-24 0,-3 2-103 16,-2 3-46-16,-4 3-25 0,-8 3-59 15,-2 6-148-15,-6 4-233 0,-2 6-456 0</inkml:trace>
  <inkml:trace contextRef="#ctx0" brushRef="#br2" timeOffset="-208543.536">30618 17380 805 0,'0'0'1295'0,"0"0"-1087"15,-25 70-40-15,19-46 109 0,1 4 70 16,1-1-79-16,2-2-109 0,1-5-58 16,1-1-56-16,0-3-36 0,0-5-9 15,3-5-44-15,0-2-67 0,0-4-89 16,3 0-56-16,-2-7-178 0,1 1-382 15,-2-6-396-15</inkml:trace>
  <inkml:trace contextRef="#ctx0" brushRef="#br2" timeOffset="-208404.467">30595 17555 1213 0,'0'0'741'0,"0"0"-365"0,0 0-95 16,0 0 48-16,0 0-41 0,0 0-81 15,0 0-26-15,0 0-64 0,93-68-51 0,-70 46-66 16,0-1-25-16,-1-2-159 15,0-1-92-15,-2 0-15 0,-2 0-150 0,-7 8-317 16,2-6-511-16</inkml:trace>
  <inkml:trace contextRef="#ctx0" brushRef="#br2" timeOffset="-208171.926">30983 16940 2368 0,'0'0'413'0,"0"0"-271"15,0 0 72-15,0 0 166 16,0 0-181-16,0 0-79 0,0 0 2 0,92 31 45 16,-66-12 286-16,-2 4-225 0,-2 3-130 15,-2 3-21-15,-3 1 21 0,-3 3-98 16,-7 1-22-16,-4 2 21 0,-3 0-38 16,-9 0-144-16,-9 3 29 0,-7 1-13 0,-6 1-74 15,-2 0-107-15,-5-1-40 0,-1-2-213 16,10-12-535-1,-18 5-224-15</inkml:trace>
  <inkml:trace contextRef="#ctx0" brushRef="#br2" timeOffset="-207103.714">30088 15308 179 0,'0'0'2184'16,"0"0"-1604"-16,0 0-231 0,0 0 6 15,0 0 7-15,0 0-39 0,0 0-97 0,0 0-66 16,0 0-25-16,0 0 3 0,0 0-16 16,-4 11-12-16,-4 0-59 0,-4 2-51 15,-2 2 0-15,-6 4 2 0,0 1 34 16,-2 4-33-16,-5 3-3 0,-2-1-9 16,0 2 9-16,4 3 30 0,0-2-30 15,5 4-1-15,4-2-26 0,4 1 12 16,7-4 0-16,3-3-28 0,2-3-6 15,4-6-9-15,7-2 0 0,4-3 9 16,1-4 10-16,3-4 38 0,1-3-30 0,3-1 28 16,0-9-31-16,-1-2 22 0,-2-2-9 15,-3-3 2-15,-1 2-15 0,-1-1 22 16,-7 3 12-16,0 4 2 0,-5 2 14 0,-3 3-4 16,0 0 22-16,-2 1-16 0,-4 0-18 15,-1 1 0-15,-2 2 21 0,-3-2-21 16,1 2-15-16,-3 0-12 0,0 0-4 15,-1 3-6-15,1 3-18 0,1-1-7 16,-2 0-21-16,5-2-40 0,0 0-63 16,2-3-134-16,2 0-229 0,3 0-485 15,1-11-518-15</inkml:trace>
  <inkml:trace contextRef="#ctx0" brushRef="#br2" timeOffset="-206892.978">30321 15120 2236 0,'0'0'749'0,"0"0"-325"0,0 0-50 0,0 0-22 16,0 0-115-16,-5 84-125 0,3-59-60 16,-1 4-52-16,3-1-3 0,0-2-43 15,0 3 8-15,0 0-141 0,0-2-34 16,0-1-92-16,-2-1-242 0,2-5-717 15,-3 5-465-15</inkml:trace>
  <inkml:trace contextRef="#ctx0" brushRef="#br2" timeOffset="-206577.838">30621 15354 2372 0,'0'0'481'0,"0"0"-212"16,0 0 168-16,-65 66-43 0,49-37-124 15,-1 5-115-15,6 2-46 0,-1 4-7 16,4 0-22-16,0 2-19 0,4 1 1 0,2-2-16 16,2-3-17-16,0 0-29 0,6-5-33 15,3-3 20-15,1-7-20 0,3-6-90 16,2-9-32-16,5-6-24 0,2-2-14 16,7-12-37-16,-1-7-70 0,-1-5-171 15,-5 2-639-15,5-16-672 0</inkml:trace>
  <inkml:trace contextRef="#ctx0" brushRef="#br2" timeOffset="-206213.511">30984 15262 2767 0,'0'0'640'0,"0"0"-465"16,-20 69 15-16,12-34 284 0,0 7-41 15,1 2-148-15,3-2-120 0,0 1-34 16,1-1-18-16,1-5-34 0,1 1-56 0,-1-6-23 15,-2-2-15-15,0 0-12 16,-4-8-40-16,1-1 18 0,-3-4 34 0,0-5-15 16,-3-1-44-16,2-7-35 0,-1 0 5 15,-2-4 6-15,0 0 18 0,0 0 52 16,0-4 10-16,0-4 3 0,0-2-19 16,2-3 32-16,1-5 0 0,3-1-35 0,2-2 21 15,4 1 16-15,2 2 16 0,0 6-14 16,3 4 38-16,3 5 6 0,1 3-6 15,4 0 3-15,4 3 46 0,5 7 15 16,-1 0-13-16,4 4-11 0,0-1-10 16,2-3-43-16,-1-2-27 0,2-3-46 15,0-5-5-15,2 0-87 0,-3-7-85 16,-3-5-60-16,1-4-180 0,-9 1-299 16,0-10-939-16</inkml:trace>
  <inkml:trace contextRef="#ctx0" brushRef="#br2" timeOffset="-205984.736">31136 15375 2413 0,'0'0'590'15,"0"0"-411"-15,0 0 47 0,26 79 202 0,-16-49-42 16,1 4-132-16,-1-2-93 0,0 1-44 16,-1 2-10-16,0 1-30 0,-6-1-53 15,-3 3-24-15,0 0-39 0,-9 3-66 16,-8 3-48-16,-6 1-73 0,-5 2-50 15,-3-3-4-15,-5 1-30 0,-1-2-107 16,3-5-158-16,6-10-443 0,-5-1-191 0</inkml:trace>
  <inkml:trace contextRef="#ctx0" brushRef="#br2" timeOffset="-205722.939">31268 15752 2704 0,'0'0'452'0,"0"0"-238"0,0 0 138 0,0 0 36 16,113 0-118-16,-74-1-84 16,8-4-54-16,1-4-21 0,1-1-72 0,-6-1-39 15,-1 1-71-15,-9 2-107 0,-4-1-67 16,-8 1-89-16,-6 1-298 0,-11 6-913 0</inkml:trace>
  <inkml:trace contextRef="#ctx0" brushRef="#br2" timeOffset="-205555.634">31353 15967 2440 0,'0'0'689'0,"0"0"-447"0,0 0 41 16,0 0 177-16,0 0-106 0,0 0-104 0,98 7-118 16,-60-16-62-16,1-4-70 0,0-3-85 15,0-2-161-15,-5 0-161 0,-8 4-286 16,1-4-1070-16</inkml:trace>
  <inkml:trace contextRef="#ctx0" brushRef="#br2" timeOffset="-204940.8">32152 15333 1709 0,'0'0'972'0,"0"0"-599"16,0 0-95-16,0 0 43 0,0 0 85 15,0 83-119-15,0-41-79 0,0 10-82 16,-6 4-34-16,-4 8-27 0,-2 2 2 16,1 1-3-16,-6 4-12 0,-1-1-9 15,-1-5-3-15,2-3-26 0,3-7-14 16,3-11-18-16,3-7-25 0,4-11-61 16,2-7 12-16,2-9-52 0,0-5-63 15,2-5-59-15,4-3-92 0,3-9-129 16,-3 0-282-16,6-16-788 0</inkml:trace>
  <inkml:trace contextRef="#ctx0" brushRef="#br2" timeOffset="-204622.278">32147 15412 1691 0,'0'0'775'0,"0"0"-362"0,0 0-166 15,0 0 141-15,0 0-34 0,0 0-143 16,0 0-33-16,0 0 39 0,0 0-32 15,59 79-62-15,-43-48-27 0,0 4-17 16,-1 1-15-16,2 2-24 0,-3 4 0 16,1-2-25-16,-4 3-14 0,-2-1 2 0,-1-4-1 15,-2-3-1-15,-1-6 0 16,-1-6 2-16,-1-3 9 0,-2-5 13 0,2-5-4 16,-1-1 28-16,-2-7-3 0,1-2 63 15,-1 0-39-15,3 0-28 0,-2-6-8 0,4-5-34 16,0-4-8-16,7-13 8 0,4-10 0 15,1-10-53-15,5-10-56 16,-1-6-10-16,4-1-6 0,-3-1-40 16,2 4-74-16,-1 7-188 0,-2 10-236 0,-7 14-484 15,-6 6-495-15</inkml:trace>
  <inkml:trace contextRef="#ctx0" brushRef="#br2" timeOffset="-203290.341">32841 15440 1656 0,'0'0'717'0,"0"0"-297"0,0 0-64 0,0 0-2 15,0 0-76-15,0 0-61 0,0 0-50 16,0 0-46-16,0 0-22 0,0 0-6 16,-24 76-25-16,17-44-3 0,5 6 9 15,-3 0 9-15,2 4 9 0,0 0-34 16,0 1-24-16,3-3-12 0,-3-1-22 0,3-5-14 16,0-5-10-16,0-5-10 0,0-6-6 15,2-4-24-15,2-5-38 0,4-5-43 16,0-4-56-16,5 0-63 0,0-7-33 15,3-5-121-15,-4-1-277 0,3-11-736 0</inkml:trace>
  <inkml:trace contextRef="#ctx0" brushRef="#br2" timeOffset="-202909.013">33156 15390 1869 0,'0'0'366'0,"0"0"42"15,0 0 29-15,0 0 9 0,0 0-83 16,40 89-124-16,-31-62-64 0,-4 3-23 16,-1 0 27-16,-2 2-13 0,-2 0-59 0,0-1-55 15,-3-1-27-15,-5 2-7 0,-3-1-9 16,-4-4-9-16,-2 1-55 0,-2-6-31 16,0-1-33-16,-2-4-45 0,-1-3 4 15,3-4 1-15,1-3 47 0,1-5 15 16,6-2 2-16,0 0-18 0,2-4 28 15,4-6 38-15,2-1 46 0,0-5-35 0,3 0 36 16,0 0 54-16,0-1 9 0,3 4 28 16,1 3 16-16,4 5 16 0,-2 1-8 15,3 4-15-15,1 0-4 0,4 1-3 16,2 7-4-16,3 1 22 0,0 2-31 16,0-2-46-16,-1 0-34 0,0-2-2 15,0-3-35-15,2-2-80 0,-4-2-74 0,3-3-54 16,-2-5-100-16,-2-5-174 15,-5 3-599-15,-1-9-662 0</inkml:trace>
  <inkml:trace contextRef="#ctx0" brushRef="#br2" timeOffset="-202723.259">33388 15509 72 0,'0'0'1968'0,"0"0"-1421"0,0 0-116 16,0 0 6-16,28 64-35 0,-20-38-69 0,2 1-82 15,0-1-72-15,-2 1-89 0,0 0-38 16,-4-2-34-16,-4 4-8 0,0-2-10 16,-11 4-93-16,-6 1-67 0,-6 2-41 15,-6 3-73-15,-4 0-73 0,-3 2-130 16,8-9-537-16,-21 13-584 0</inkml:trace>
  <inkml:trace contextRef="#ctx0" brushRef="#br2" timeOffset="-202288.602">32467 16323 1375 0,'0'0'644'0,"0"0"-320"0,0 0-101 16,0 0 151-16,0 0-51 0,0 0-138 15,0 0-87-15,0 0 16 0,0 0 53 16,0 0-16-16,0 0-34 0,20 87-30 0,-20-60-6 16,0 3-3-16,0-4-16 0,-4-1-56 15,0-3-6-15,0-3-25 0,1-4-89 16,1-4-61-16,2-4-80 0,0-6-99 15,0-1-237-15,5 0-557 0,4-16-204 0</inkml:trace>
  <inkml:trace contextRef="#ctx0" brushRef="#br2" timeOffset="-202033.213">32656 16259 1418 0,'0'0'783'0,"0"0"-399"0,0 0-84 16,0 0 46-16,0 0-88 0,0 0-128 15,0 0-130-15,0 0-51 0,0 0 20 16,-66 64-14-16,51-40 20 0,0 2-4 0,1-1 4 16,6 1 2-16,-1-2 11 0,6-4 8 15,3-1 4-15,0-4 10 16,5-2 38-16,5-1 53 0,3-2 10 0,2-2-10 16,-1-2-19-16,3-1-41 0,-1-3-38 15,2-2-3-15,-2 0-50 0,1-4-45 16,0-4-82-16,0-4-42 0,-1 0-78 15,-1-4-186-15,-3 3-588 0,2-8-408 0</inkml:trace>
  <inkml:trace contextRef="#ctx0" brushRef="#br2" timeOffset="-201831.42">32830 16221 1600 0,'0'0'610'0,"0"0"-283"0,0 0-47 16,0 0 6-16,0 0-56 0,-43 81-58 15,33-54-7-15,-1 2 11 0,0 2-3 0,-1 3-22 16,1 2-51-16,-4 0-38 0,2 0-38 16,-3 1-24-16,1-1-12 0,-2-1-78 15,0-1-44-15,3-1-24 0,-3-3 1 16,3-4-7-16,3-1-17 0,2-3-86 16,0-5-92-16,4-6-112 0,2-5-549 0,3-6-106 15</inkml:trace>
  <inkml:trace contextRef="#ctx0" brushRef="#br2" timeOffset="-201664.62">32724 16562 901 0,'0'0'1313'0,"0"0"-935"16,0 0 66-16,0 0 34 0,0 0-152 16,0 0-90-16,93-24-77 0,-71 16-50 15,3-1-62-15,-2-3-16 0,-4 1-31 0,-1-3-78 16,-5 4-87-16,-1 0-74 0,-7 1-101 15,-5 2-163-15,0 3-566 0,-3 3-633 0</inkml:trace>
  <inkml:trace contextRef="#ctx0" brushRef="#br2" timeOffset="-201483.96">32825 16621 1391 0,'0'0'646'0,"0"0"-173"0,0 64 16 0,0-34-3 0,1 3-66 15,2-1-156-15,0-1-102 0,-2-4-54 16,2-3-92-16,0-5-16 0,2-2-75 16,-3-4-86-16,0-6-28 0,0-2-34 0,0-4-67 15,-1-1-186-15,-1 0-301 0,0-1-573 0</inkml:trace>
  <inkml:trace contextRef="#ctx0" brushRef="#br2" timeOffset="-201296.184">32828 16706 1261 0,'0'0'771'16,"0"0"-392"-16,0 0 53 0,0 0 49 15,0 0-129-15,0 0-157 0,96-12-75 16,-69 3-61-16,2-3-52 0,2 0-7 0,-3-2-148 16,0 1-9-16,-6 2-49 0,1 0-64 15,-5 3-224-15,-6 3-609 0,-3-1-346 0</inkml:trace>
  <inkml:trace contextRef="#ctx0" brushRef="#br2" timeOffset="-186624.452">28533 10462 712 0,'0'0'257'0,"0"0"1185"0,0 0-1122 15,0 0-79-15,0 0-33 0,0 0 41 16,78 6 36-16,-58 1-74 0,0 0-41 0,3 5-36 15,3 1-3-15,3 4 17 16,3 2-3-16,2 1-43 0,2 2-38 0,2 1-5 16,-1 1-13-16,-1-1-19 0,-1 0-9 15,-1 0-15-15,3 2 25 0,-3-1-28 16,2 0-18-16,1 1 15 0,-1-2 2 16,1 1-21-16,-1-2 20 15,-2 2-16-15,0-1 16 0,-6 1-1 0,3 4 0 16,-3-2 3-16,0 2 34 0,-2-1 6 15,2 3-3-15,-2-1-25 0,4 1-12 16,-1-1 12-16,4 2 7 0,-1 0-19 16,3 3 0-16,-1-3 1 0,0 1-1 0,-1 3-1 15,0 0 1-15,-1 0 1 0,-1 1 1 16,0-1 19-16,-2 3-21 0,-1-3 1 16,1-1 14-16,0 2-12 0,0 3 0 15,-1-3 6-15,1 3-9 0,-1 0-1 16,0-1-8-16,1 2 9 0,-1 0 0 0,-2 1-1 15,0 0 1-15,0 1 0 0,-1-4 0 16,-2 3-2-16,-2-1-1 0,0-1 1 16,-1 1 2-16,-4-3 1 0,4 1-1 15,-2-3 1-15,1 1 2 0,-2-1-3 16,-1 0 3-16,1-2 7 0,-3 1-10 0,1-1-15 16,-2 1 15-16,-1-3 0 0,0 3-2 15,0-3 0-15,1 0-11 0,-5-1 13 16,3-1 1-16,1 2 1 0,-3-1 1 15,1 0-2-15,2-1-1 0,-4 0 0 16,3 2-1-16,0-1 0 0,-1 1-2 16,0-1 1-16,2 1 2 0,-1-1 0 15,-2 0 12-15,2 1-12 0,0-1 0 16,-3-1 9-16,2-1-8 0,0 2 0 16,1-3 0-16,1 0 1 0,0 0 1 0,1-2 0 15,1 1-1-15,1-1 0 0,-1 1 10 16,-1-2-9-16,-2 2 18 0,0-1-6 15,-2-1-14-15,0-2 15 0,-1 1-13 16,-3 0 12-16,0-3 3 0,-1 1-16 0,-1 0 1 16,0-1-3-16,1 0 1 15,-3-3 11-15,2 1-12 0,0-3 0 0,0 2 1 16,0 1 0-16,2-1-1 0,-3-3 2 16,4-1 11-16,-2-2 0 0,-1 0-13 15,0-4-12-15,-1-1 12 0,1-2-13 16,-3-1 1-16,0-1-12 0,0-2 3 15,1 0-7-15,0 0-14 0,-1-3-26 16,2-4-14-16,-2-1-25 0,0-5-59 0,0-6-50 16,0 0-91-16,-2-8-140 15,0 6-562-15,-9-16-798 0</inkml:trace>
  <inkml:trace contextRef="#ctx0" brushRef="#br2" timeOffset="-184844.748">28815 10122 1307 0,'0'0'68'16,"0"0"365"-16,0 0 141 0,0 0-322 0,0 0-30 15,0 0 12-15,0 0 25 0,0 0-5 16,0 0-49-16,0 0-60 0,92 54-25 16,-75-45-33-16,0 0-12 0,2 1 3 0,1 1-10 15,0 0-27-15,0-2-17 16,0 3-11-16,2-2-12 0,0 2-1 0,1 0-1 16,0 0 1-16,-1 1 3 0,3 1 3 15,1 0-4-15,2 2-3 0,0 1 2 16,0-1 4-16,0 1-5 0,1 1 0 15,-1 1 55-15,-1 0-52 0,-2 0 9 16,1 0 16-16,-1-1-28 0,0 1 0 16,1 1 0-16,0 0 0 0,-1-1-1 15,0 3-10-15,1-2 10 0,2-1 0 16,-3 4-18-16,1-4 4 0,-4 3 12 0,1-1 1 16,0 2-2-16,-1 0-8 0,-3 1 12 15,-1 0-1-15,0-1 1 0,-1 0-3 16,-1 2 3-16,0-4 15 0,0 3-11 15,-1-2-4-15,0-1-3 0,1-1-15 16,-2 0 18-16,2-1 3 0,-2 2-1 0,3-1-2 16,-3-2-33-16,1-2 33 0,-2 3 0 15,2-4 0-15,-1 1 3 16,-1 0-2-16,-3-2-1 0,2 1 2 0,-1 1-1 16,-1 0 18-16,1-1-1 0,-2 1-18 15,-1-3 0-15,0 3-2 0,1-2 2 16,0 2-2-16,-1-1-6 0,0-1 8 0,1 1 1 15,-1-2-1-15,1 4 9 0,1-5-9 16,0 5-3-16,1-3 0 0,-1 1-18 16,0 0 18-16,1-2 1 0,-1 3 2 15,0-2 2-15,0 2 0 0,0 0 16 16,1 1-6-16,-1 0 4 0,2 1 21 16,-1 0-9-16,3 0-25 0,-2 0-1 15,1 0-2-15,2 1 2 0,-1 1 10 16,3-2-9-16,-3 0-3 0,3-1-15 15,-4 2 15-15,2 0 18 0,-1 2-16 16,0 1 2-16,0 1-1 0,0 0 0 0,0-2 31 16,0 4-32-16,-1-2 16 0,-1 0 5 15,2-1-23-15,-1 0 0 0,0 1 0 16,1 0-2-16,0-2 2 0,-2 1 14 16,1 0-13-16,-2-2-2 0,0 2-10 15,-2-1 9-15,1 1 2 0,0-1-2 16,-2 2 0-16,1-1 2 0,2 1 0 0,-2 1 2 15,-1 1 1-15,1-1-2 0,-1 2 2 16,0-2 0-16,0 2 28 0,2-1-31 16,-2 0 1-16,3 0 15 0,-2 0-16 15,0 0-3-15,0 0 1 0,0 2-13 16,0-3 11-16,-1 2 4 0,1-1 16 16,-4 1-4-16,2 1-12 0,1 1-3 15,-4-1 1-15,0 2 0 0,2-2 2 16,1 4 3-16,-1-1-2 0,0 1-1 15,0-2-12-15,1 0 11 0,0 1-1 0,2-1 2 16,-4 1-13-16,3-2 11 0,-1-2-19 16,-2 2 21-16,1 1 0 0,0-2 1 15,-2 0 14-15,2-1 7 0,-2-2-10 16,1 0-12-16,-2 1-3 0,-1-3 3 0,1 3-15 16,2 0 12-16,-2-2 3 15,0 0 20-15,0-1-17 0,2 0-3 0,-2-1 3 16,0-3-1-16,0 1 4 0,0-2-6 15,0-1-2-15,-3 1 2 0,1-4 32 16,-1-1-32-16,0-2-18 0,0-1-7 16,0-1 22-16,0-1 0 0,-1-2-52 15,-1 0 21-15,1-2 12 0,-1-2-3 16,1-1 9-16,1 0 16 0,0 0 19 0,0 0-1 16,0 0 13-16,0 0-3 0,0 0-4 15,0 0-2-15,3 0 2 0,0 0-24 16,-3-1-37-16,3 0 7 0,-3 0-7 15,0 1 0-15,0 0 3 0,0 0-6 16,0 0 3-16,0 0 9 0,0 0 0 0,0 0 3 16,0 0 0-16,0 0 4 0,0 0 2 15,0 0-9-15,0 0-28 0,0-3-47 16,0-5-95-16,-2 1-170 0,-1-14-730 0,8 60-1425 16</inkml:trace>
  <inkml:trace contextRef="#ctx0" brushRef="#br2" timeOffset="-183754.664">29350 9866 1649 0,'0'0'584'0,"0"0"-315"0,0 0-118 15,0 0-64-15,0 0 649 0,0 0-334 16,0 0-88-16,0 0-81 0,0 0 5 16,0 0-23-16,-1 47-53 0,-24-31-43 0,-4 1-34 15,-2-1-24-15,-2 1-25 0,-5 0 1 16,-3 0-22-16,-2 2-15 0,-1 0-12 16,-4 1 10-16,0-1-28 0,-5 0 5 15,-1 0-33-15,-3 2 10 16,2-2-19-16,-4 0-19 0,3-2 40 0,3 0 32 15,3-3 14-15,6 0 0 0,5-2 0 16,5-2-21-16,8-3 6 0,6-1 15 16,9-2 3-16,6-3-3 0,3-1 0 0,2 0-21 15,0 0 12-15,0 0 9 16,5 0 30-16,-3-1-30 0,1 0-16 0,0 1 16 16,0 0 13-16,-1 0 21 0,1 0 3 15,0 0-7-15,-1 0 1 0,5 1 9 16,-4 1 5-16,5 5 47 0,-3 1-38 15,3 0-8-15,2 3-13 0,-2-1-5 0,3 2-7 16,0 1-6-16,0-1-12 0,4 1 12 16,-1 2-3-16,2 1-9 0,-1 3 13 15,2 4 17-15,-3 1-9 0,3 2-22 16,-3 4-2-16,-4-1 1 0,2 4-1 16,-4-1 0-16,-1-1-2 0,-1-2-1 15,-1-1 1-15,1-1 1 0,-1-2-23 16,-3-3-22-16,1-6-2 0,0-1-16 15,0-7-30-15,-1-1-25 0,1-2-33 16,-1 0-11-16,0-3-42 0,-2 0-77 16,0-1-178-16,0-1-518 0,0 0-723 0</inkml:trace>
  <inkml:trace contextRef="#ctx0" brushRef="#br0" timeOffset="-173501.608">16205 971 137 0,'0'0'62'16,"0"0"29"-16,0 0 111 0,0 0-35 15,0 0-27-15,0 0-46 0,0 0-94 16,0 0-24-16,0 0-34 0,0 0 2 16,13-41 17-16,-13 40 27 0,0 1 12 15,0 0 23-15,0 0 3 0,0 0-3 0,0 0 0 16,0 0 26-16,0 0 16 0,0 0 16 15,0 0-25-15,0 0-27 0,0 0-29 16,0 0-39-16,0 0-33 0,0 1-58 16,0 2-98-16,0-3-141 0,0-4 128 0</inkml:trace>
  <inkml:trace contextRef="#ctx0" brushRef="#br0" timeOffset="-172380.977">16318 1188 424 0,'0'0'355'0,"0"0"-247"0,0 0-82 15,0 0-26-15,0 0 0 0,0 0-3 16,0 0-10-16,0 0 9 0,0 0-54 15,0 0-17-15,1 14 44 0,1-14 31 16,-2 0 46-16,1 0 3 0,-1 0-10 16,0-1 7-16,1-1 25 0,2 1 50 15,-1-1-72-15,-1 1-49 0,2 0-202 0,0-1 159 16,1-2 30-16,-2 2 0 0,-2-2 10 16,1-2-62-16,-1 1-20 0,0 1 43 15,0 0 42-15,0 0 22 0,0 1 1 16,0-2 3-16,0-1-13 0,0 1-13 15,0-2-2-15,0 0-21 0,0 0 10 16,0-3-42-16,2 3-49 0,-2-1 6 16,0 0-16-16,1 2 16 0,-1-3 98 0,0 5 39 15,1-1 118-15,-1 1 15 0,0 0-28 16,0 1-30-16,2 1-55 0,-1-1-11 16,-1 1-8-16,2-1 93 0,-1 0-71 15,-1 1-43-15,2-2-19 0,-1-1-1 0,1 4-28 16,-2-2-49-16,0 0 6 0,0 2 17 15,0-1-1-15,0 0 14 0,0 2 42 16,0 0 46-16,0 0 12 16,0 0-58-16,0 0-9 0,0 0-44 0,0 0-8 15,0-1-21-15,0 0 46 0,0-2 36 16,3 1-3-16,1-1-30 0,0-1-51 16,0 2 15-16,-2-1-3 0,-1 2 39 15,1 0 33-15,-1 1 62 0,-1-2 22 16,0 1 21-16,2-1-4 0,-2 1 0 15,1-3 23-15,1 1-20 0,-1-2 10 16,-1-2-10-16,4 2-68 0,-1-3-10 0,0 3 49 16,-1-1 29-16,1 0 10 15,1 1 16-15,-3 1 9 0,3 1-3 0,-4 1 0 16,3 0 4-16,-1 0 11 0,-1 0 20 16,-1 0 16-16,2 0 8 0,-1-2-9 0,2 0 11 15,0 0-10-15,-2 2-20 0,2-3-32 16,-1 3-12-16,0 0-2 0,0 1-15 15,-1-1-13-15,-1 2-12 0,0 0-7 16,0 0-6-16,0 0-1 0,0 0 4 16,0 0-4-16,0 0-11 0,-3 3-8 15,1-1-20-15,0-2-10 0,-2 1-15 16,3 0 13-16,-4-1 0 0,-1 3-16 16,-1 0-18-16,-6 0 18 0,0 2-2 15,-4 2-17-15,0 1-11 0,-4 1 8 16,0 3 4-16,3 0-10 0,-4 1 10 0,-1 4-3 15,2-3-1-15,0 4 20 16,-1 0 1-16,3 3 1 0,1 0 12 0,-1 1 4 16,0 4-16-16,0 0 0 0,3 2-2 15,-1-2-11-15,4 0-20 0,3-2 20 16,3-3-4-16,4-4 17 0,3 0 0 16,0-6-3-16,4 1-16 0,8-3 5 0,-1 0 14 15,4-5 12-15,5 0 19 0,2-3 18 16,3-1-15-16,0-2-4 0,1-7-11 15,0-1-17-15,1 0 1 0,-2-3 0 16,-5 1 9-16,2-3-12 0,-4 0-2 16,-2 2-1-16,-3-2-12 0,-3 4 3 15,-2 0-7-15,-3 1 4 0,-5 3 15 16,0 0 0-16,0 0 0 0,-2 5-15 16,-6-4-17-16,-1 4 32 0,-3-1 24 15,-1 0 7-15,-2 2-31 0,-1 1-35 0,-4 0-5 16,1 0-6-16,-4 4-15 0,3 1-4 15,1 2 16-15,-1 3-13 0,2 0-46 16,3 2-84-16,-2 0-22 0,7 1-167 16,1 0-153-16,5-2-482 0,4 0-180 0</inkml:trace>
  <inkml:trace contextRef="#ctx0" brushRef="#br0" timeOffset="-170472.152">17087 979 205 0,'0'0'829'0,"0"0"-204"16,0 0 121-16,0 0-346 0,0 0 13 16,0 0-85-16,0 0-50 0,0 0-38 0,0 0-44 15,0 0-65-15,0 0-32 0,16 29-7 16,-6-10-8-16,0 6 2 0,-1 4-13 15,-1 1-11-15,-2-1-19 0,-3 0-16 16,-1-4-24-16,-2-2 0 0,0-4 9 0,0-6-12 16,1-4 0-16,-1-3 0 0,0-5 1 15,2-1 2-15,-1 0 36 0,-1 0 7 16,4-5-3-16,-1-4-19 0,0-4-24 16,4-5-11-16,0-4-1 0,1-5 10 15,1-3-10-15,2 1-7 0,-2-1-2 16,2 2-19-16,-2 1 22 0,-1 8 6 15,1 2 11-15,-2 3-2 0,0 4-25 16,-1 3 25-16,1 0 2 0,-4 2-2 16,3 3-37-16,0 0-30 0,-1 0-4 15,1 2-9-15,2 0-81 0,-3 0-59 0,4 3-109 16,-5-2-233-16,1 11-848 0</inkml:trace>
  <inkml:trace contextRef="#ctx0" brushRef="#br0" timeOffset="-169716.185">17438 920 927 0,'0'0'1822'16,"0"0"-1501"-16,0 0-206 0,0 0 77 15,0 0 194-15,0 0-55 0,0 0-113 0,0 0-100 16,0 0 18-16,8 81 9 16,-4-51-38-16,-4 1-24 0,0-3-13 0,0-2-11 15,0-4-41-15,0-8-18 0,0 0-1 16,3-5 0-16,-1-2-17 0,-1-6-7 15,4 2-6-15,-3-3-8 0,4 0-50 16,4-3-49-16,0-5 45 0,1-3 4 16,3-4 8-16,-3-2 13 0,4-4 18 15,-2-2 21-15,-2-1 29 0,-1-1 2 16,-4 1-2-16,1 3 0 0,-4 0 17 16,0 6 23-16,-1 5 38 0,-2 6 39 15,0 2-2-15,0 2-5 0,0 3-8 16,0 4-11-16,0 6-20 0,0 4 11 0,0 3 19 15,0 5 90-15,0-1-48 0,0 1-55 16,0-3-49-16,0-3-36 0,0-3-3 16,0-5-3-16,0-3-24 0,0-3-34 15,0-3-87-15,0 0-53 0,1-2-34 0,5-2-111 16,-2-5-266-16,0 1-544 0,1-8-683 16</inkml:trace>
  <inkml:trace contextRef="#ctx0" brushRef="#br0" timeOffset="-169074.655">17708 963 2323 0,'0'0'600'16,"0"0"-328"-16,0 0 5 0,0 0 200 15,0 0-18-15,6 64-116 0,-6-46-126 16,0-2-82-16,0-1-59 0,0-2-61 16,0 0-15-16,0-3-18 0,0-2-55 0,0-2-31 15,2-4-15-15,2 0-23 0,2-2-9 16,-1 0-6-16,3-2-5 0,2-5 66 15,1-1 49-15,1-1 3 0,-2-1 32 16,1-1 11-16,-2 4 1 0,-2 2 1 16,-4 3 24-16,0 2 72 0,1 0 8 0,-1 0-8 15,0 0-38-15,0 0-16 0,1 2 3 16,-1 1-15-16,0 0-6 0,2 1-10 16,1-2-15-16,0 3-1 0,-1-2 1 15,1 1 0-15,-1-3 0 0,4 1-37 16,-2-2-15-16,3 0-16 0,1-2-10 15,1-3 4-15,1-1-45 0,0-1-2 16,-3 0 25-16,-1 0 21 0,-1 2 22 0,-2-2 15 16,-3 3 35-16,-1 0 3 0,-1 2 28 15,-1 2 45-15,0 0 80 0,0 2 10 16,0 3-10-16,0 1-57 0,-1 3-47 16,-1 3 13-16,1 3 34 0,1 2-4 15,0 0 3-15,0 2-73 0,0-4-22 16,7 1-22-16,0 1-2 0,6-2 24 0,0 3 0 15,3-1 1-15,-2 2 11 0,4-1 0 16,-4 3 7-16,0 0 11 0,-3 2-5 16,-1 0 5-16,-3-2-8 0,-3 3-7 15,-4 0 3-15,0-1 7 0,-1 1-10 16,-8-1-12-16,-1-2 16 0,-5 1-18 0,-2-1-1 16,-4-3-46-16,-4-1 12 0,2-2 17 15,-4-3 16-15,2-3-23 0,2-5-12 16,4-3 11-16,4-1 22 0,3-4 2 15,2-7-51-15,6-7 40 0,-1-6 8 16,5-4-57-16,0-4-4 0,6-3-2 16,7 0 27-16,3 0-4 0,4 2-14 15,2 0-1-15,0 2 6 0,3-1-40 16,1 1-41-16,0 0-45 0,1 1-146 16,2 1-193-16,-10 7-661 0,10-9-751 0</inkml:trace>
  <inkml:trace contextRef="#ctx0" brushRef="#br0" timeOffset="-168639.604">18559 917 2134 0,'0'0'797'0,"0"0"-298"15,0 0-164-15,0 0-1 0,-2 91-23 0,-3-57-17 16,-1 1-61-16,0-1-65 0,0-6-37 16,5-4-64-16,1-10-57 0,0-3-10 15,0-5-27-15,4-2 2 0,3-4 1 16,6 0-10-16,2-3-54 0,5-6-13 15,2-6 10-15,2-4-5 0,0 0-17 16,-1-3-44-16,-4-1-20 0,-1 1 31 0,-5-2 18 16,-4 3 15-16,-4 1 19 15,-5 1 58-15,0 0 36 0,-11 2 45 0,-3 4-43 16,-3 1 40-16,1 6 24 0,-1 6 69 16,1 0-76-16,0 5 7 0,0 7-4 15,-1 2 3-15,4 1-15 0,0 1-47 16,3 2-3-16,3-3-96 0,2-2-125 15,4-1-62-15,1-5-144 0,4-1-258 16,8-6-105-16,-1 0 46 0,13-9-272 0</inkml:trace>
  <inkml:trace contextRef="#ctx0" brushRef="#br0" timeOffset="-168434.13">18823 903 965 0,'0'0'1165'0,"0"0"-689"0,0 0-84 0,0 0 14 16,0 0-23-16,25 85-24 0,-22-63-42 0,0 3-52 15,-1-1-84-15,-1-3-77 0,1-5-52 16,-1 0-21-16,3-7-7 0,-3 2 1 16,2-5-4-16,0-4-19 0,2 2-2 15,-2-4-24-15,2 0 11 0,4 0-17 16,1-5-7-16,3-1-6 0,6-6 13 16,1 0-13-16,3-5-33 0,3-4-53 15,-2-1-53-15,2-4-66 0,0-3-143 16,-8 5-319-16,8-7-956 0</inkml:trace>
  <inkml:trace contextRef="#ctx0" brushRef="#br0" timeOffset="-168106.313">19253 1001 1987 0,'0'0'1394'0,"0"0"-1210"0,0 0-136 16,0 0 176-16,0 0 124 0,0 0-37 15,0 0-144-15,0 0-167 0,0 0-10 16,0 0-36-16,0 0-6 0,75-35-13 0,-63 24-28 15,-5 0 3-15,0 0 9 0,-7 1 40 16,0 0 29-16,0 0 9 0,-8 3 6 16,-3 0 0-16,-3 4 47 0,-2 3 12 15,1 0-45-15,-2 8-15 0,0 8 36 16,-2 6 52-16,-1 2 6 0,2 6 9 16,0-1-16-16,3 2 0 0,4-1-34 15,4-2 19-15,4-5-25 0,3-4-19 16,0-2 16-16,10-5 15 0,2-1-3 15,5-3-12-15,2-6-46 0,0 1-34 16,4-3-57-16,3 0-65 0,2-4-52 0,3-3-51 16,0-2-136-16,-9 1-246 0,14-4-877 0</inkml:trace>
  <inkml:trace contextRef="#ctx0" brushRef="#br0" timeOffset="-167406.3">20587 553 1876 0,'0'0'616'0,"0"0"-239"0,0 0-18 16,0 0-28-16,0 0-69 0,0 0-64 0,0 0-16 15,0 0 1-15,0 0-59 0,0 0-37 16,-93 46 8-16,63 0 1 0,-2 5 60 15,-1 11 15-15,0 0-25 0,4 0-39 16,0 0-40-16,6-4-37 0,5-1-30 16,4-8 36-16,6-6-2 0,7-11-10 15,1-9 0-15,12-6 10 0,6-4-4 16,3-5 3-16,5-4-6 0,3-3-11 16,0-1-14-16,2-1-2 0,0-6-22 15,-2-4-8-15,-2 0-43 0,-4-3-42 16,-1-2-34-16,-4-2-21 0,-5-1-44 0,-2 0-164 15,-4 2-311-15,-7-11-867 16</inkml:trace>
  <inkml:trace contextRef="#ctx0" brushRef="#br0" timeOffset="-167123.033">20333 1023 2443 0,'0'0'1230'0,"0"0"-1019"0,0 0-35 0,0 0 201 0,0 0-28 15,0 0-37-15,0 0-62 0,0 0-71 16,77 0-116-16,-45-9-63 0,3-4-57 15,1-2-71-15,-1-2-42 0,-4-1-22 16,0 1-65-16,-7 3-126 0,-3 1-155 16,-7 2-179-16,-6 4-462 0,-2 4 150 15,-6 0 432-15,0 3 262 0,-4 1 335 16,-2 7 143-16,0 2 649 0,0 3-27 16,0 1-77-16,0 3-143 0,1 3-110 15,1 3-65-15,-1 3-45 0,4 3-73 16,0 0-41-16,-2 2 29 0,3-2-40 15,0 1-69-15,0-5-61 0,0-2-70 0,3-2-25 16,2-4-33-16,1 0-89 0,5-1-43 16,-2-3-54-16,4-1-88 0,-1-5-250 15,7-1-720-15</inkml:trace>
  <inkml:trace contextRef="#ctx0" brushRef="#br0" timeOffset="-166691.768">21798 856 2395 0,'0'0'625'0,"0"0"-299"0,0 0-63 15,0 0 15-15,0 0-58 0,0 0-79 16,78-4 29-16,-36 4-15 0,7-4-47 15,9 1-22-15,2 0-6 0,5 0-7 16,2 1-5-16,-3-2-13 0,2 3-3 16,-1-4-34-16,-1 1-18 0,-2 0-3 15,-5-2-15-15,-5-2-31 0,-6-1-67 16,-7 2-44-16,-7-2-74 0,-8 0-107 0,-9 2-166 16,-7 4-496-16,-8-1-488 0</inkml:trace>
  <inkml:trace contextRef="#ctx0" brushRef="#br0" timeOffset="-166524.803">22031 948 117 0,'0'0'2388'0,"0"0"-1937"0,0 0-208 16,0 0 6-16,0 0 4 0,0 0-10 16,0 0 45-16,0 0 1 0,119 28-107 15,-61-28-99-15,4 0-50 0,-2-7-33 16,-1-2-13-16,-6 0-70 0,-5-4-80 0,-3 0-57 15,-8-1-71-15,-12 2-156 0,-5-8-852 0</inkml:trace>
  <inkml:trace contextRef="#ctx0" brushRef="#br0" timeOffset="-166192.04">21842 442 2861 0,'0'0'439'16,"0"0"-245"-16,-33 75 50 0,18-40 118 15,-5 7-85-15,-4 3-85 0,-4 4-63 0,-1-1-79 16,-4 1-35-16,-3 1 13 0,-1-1-10 16,-5 0-17-16,0-3 1 0,3-2 1 15,3-5 9-15,6-6 10 0,7-7 15 16,7-3 6-16,7-9-7 0,6-3-17 15,3-4-7-15,6 0 0 0,16 4 28 16,9 2 27-16,11 4 37 0,12 1-10 16,11 1-3-16,5-1 0 0,5-2-36 15,5-6-25-15,4-3-30 0,1-6-12 0,0-1-27 16,-4-8-95-16,-2-6-67 0,-6-4-52 16,-5-7-79-16,-9-3-278 0,-15 6-701 15,6-18-1227-15</inkml:trace>
  <inkml:trace contextRef="#ctx0" brushRef="#br0" timeOffset="-165926.33">22662 492 665 0,'0'0'2366'0,"0"0"-2155"0,0 0-112 15,0 0 142-15,106 61 143 0,-67-37-39 16,-1 2-97-16,1 2-70 0,0 2-64 15,-1 1-47-15,-5 0-39 0,-4 0 9 16,-7 1-35-16,-5-1-2 0,-5 0-2 16,-6 0 1-16,-6-2-39 0,-2 2 0 15,-12 0-18-15,-9 1-7 0,-7 2-8 16,-8-1-17-16,-4 2-24 0,-4-1-1 0,-2-2-12 16,-1 0-44-16,-1 0-56 0,2-2-92 15,1-5-108-15,12-6-294 0,-1 0-435 0</inkml:trace>
  <inkml:trace contextRef="#ctx0" brushRef="#br0" timeOffset="-165206.662">24103 927 2383 0,'0'0'631'0,"0"0"-285"16,0 0-159-16,0 0 44 0,0 0 56 15,0 0-109-15,0 0-8 0,98 7 40 16,-56-3-50-16,4 2-49 0,-2-2-44 16,-2 0-30-16,-3-1-13 0,-4 0-24 0,-1-3-18 15,-3 0-28-15,0 0-113 16,-5-2-81-16,-1-3-67 0,-5-1-60 0,-4-3-114 16,-5 2-307-16,-6-5-834 0</inkml:trace>
  <inkml:trace contextRef="#ctx0" brushRef="#br0" timeOffset="-164966.555">24500 917 1869 0,'0'0'670'0,"0"0"-254"0,0 0-48 0,0 0 3 16,-50 75 1-16,37-48-70 0,0 3-76 16,-1 2-63-16,-2 3-50 0,3 1-21 15,-1-1-24-15,3-5-16 0,6-3-25 16,2-5-6-16,3-5-19 0,5-4 14 15,7-1-15-15,8-5-1 0,5-2-43 0,2-5-21 16,8 0-43-16,-2-5-44 0,3-3-12 16,1-5-44-16,0-2-57 15,0 0-104-15,3-3-197 0,-10 5-631 0,14-10-566 0</inkml:trace>
  <inkml:trace contextRef="#ctx0" brushRef="#br0" timeOffset="-164634.65">25358 758 2621 0,'0'0'1078'16,"0"0"-861"-16,0 0-148 0,0 0 160 15,0 0 94-15,0 0-55 0,-72 81-69 16,51-49-68-16,-1 4-39 0,-3 5-10 16,-1 5-6-16,0 1 18 0,1 3-21 15,1-2-40-15,3-1-5 0,4-8-26 0,6-6-2 16,6-5 21-16,5-9-21 0,2-5-9 15,10-3-22-15,5-5-23 0,6-4 5 16,4-2 1-16,4-4-7 0,3-7-15 16,3-4-6-16,-4 1-31 0,-2-4 7 15,-3 0-10-15,-8 4 39 0,-6 2 13 16,-6 0 27-16,-7 3 31 0,-1 0 12 0,-9 1 10 16,-5-3 21-16,-5 3 24 15,-2-1 22-15,-4 2-19 0,3 2-27 0,-1 3-31 16,1 2-11-16,0 0 30 0,3 0-31 15,2 0-22-15,2 5-57 0,3 1-62 16,1-2-37-16,3 3-47 0,2 1-270 16,0-3-452-16,6 2-680 0</inkml:trace>
  <inkml:trace contextRef="#ctx0" brushRef="#br0" timeOffset="-163438.655">25953 886 251 0,'0'0'2495'0,"0"0"-2033"0,0 0-297 15,0 0 86-15,0 0 158 0,0 0-130 0,0 0-56 16,0 0-17-16,75 10 31 0,-55 14-88 15,-4 2-33-15,1 7 6 0,-6 1 45 16,-4 1-82-16,-2-2-40 0,-2-2-21 16,-1-5-22-16,-1-6-2 0,-1-3 0 15,2-6-1-15,-2-3 0 0,1-7-1 0,-1 0-1 16,0-1-9-16,0 0-24 0,2 0-43 16,-1-2 0-16,1-4 15 0,1-2 10 15,-1-2 11-15,4-3-3 0,3-5 19 16,-1-1 6-16,6-5 8 0,0-1 13 15,0-1 3-15,2 0 11 16,-1 1-13-16,-1 2 0 0,0 3 2 0,2 3-2 16,-3 3-1-16,4 2 18 0,-4 5 19 0,2 1-37 15,-4 3-22-15,2 0-5 0,-1 2-22 16,-2 1-61-16,-1 0-85 0,1 0-110 16,-2 0-139-16,-2 3-170 0,-1 0-476 15,-3 2-430-15</inkml:trace>
  <inkml:trace contextRef="#ctx0" brushRef="#br0" timeOffset="-162705.308">26512 901 699 0,'0'0'1480'0,"0"0"-1124"0,0 0-69 0,0 0 43 16,0 0-5-16,3 65 1 0,-3-43-61 16,0-3-81-16,0 1-23 0,0-1-9 15,0-1-38-15,0-2-46 0,0-2-35 16,0-3-31-16,0-2-2 0,0-2-15 0,0-2-19 15,0-3-3-15,0-2-55 0,0 0-44 16,0 0 12-16,2 0 18 0,-1-3 16 16,2-1 2-16,2 0 19 0,0-2 34 15,5-3 1-15,0-2 8 0,-1 0 11 16,2-2 15-16,-2 1 22 0,1-2 12 16,0 0-9-16,0 1 0 0,1-1 16 15,0 2 13-15,-2 0-29 0,-1 1-6 16,2 4 0-16,-5 2 15 0,-1 4 16 15,-2 1-6-15,-1 0 2 0,-1 0 4 16,0 0-16-16,0 1-12 0,1 4-4 16,-1-2 47-16,3 2-18 0,0 0-29 0,-1 0-6 15,-1-2-8-15,1 1 14 0,2 1-17 16,-1-4-1-16,-1 2-12 0,1 1-13 16,0-1 7-16,0 1 5 0,0 1-2 0,2 1-10 15,-3-1-3-15,1 0-12 16,1 2-7-16,-1 0-12 0,2-3 13 0,0 0 18 15,3-1-16-15,5-2-40 0,0-1-55 16,7-1 20-16,2-7-20 0,3-1 3 16,1-2 13-16,-3 0 21 0,0 1 45 15,-4 1 57-15,-2 0 16 0,-3 3 28 16,-6 0 61-16,1 5 3 0,-4-1-45 16,1 2 7-16,-3 3 24 0,0 8 63 15,2 4 60-15,0 4-43 0,-1 2-28 0,2 2-69 16,1-1-43-16,2-1-18 15,4-2-16-15,2-1-16 0,2-1 14 0,1-2-19 16,1 2 5-16,1 0 13 16,-2-1 1-16,0 2 1 0,-4 4 2 0,0 3 12 15,-3 1 3-15,-5 3-4 0,-3 1 0 16,-3 1 10-16,0 0 18 0,-9 2-12 0,-1-4 3 16,0 0-1-16,-3-8 1 0,2-3 9 15,-1-7 15-15,1-3-2 0,0-6-53 16,-1-2-43-16,0 0-27 0,0-5-35 15,2-4 1-15,0-3 27 0,1-2 12 16,3-1 18-16,1-3-5 0,5-4 8 16,0-4 26-16,3-4-4 0,8-4 6 15,0-4-46-15,6-4-25 0,0 0-108 16,5-1-38-16,4 3-49 0,2 2-214 16,-6 9-165-16,15-6-461 0</inkml:trace>
  <inkml:trace contextRef="#ctx0" brushRef="#br0" timeOffset="-161941.656">27646 896 1433 0,'0'0'601'16,"0"0"-144"-16,0 0 0 0,0 0-3 15,0 0-65-15,0 0-77 0,0 0-4 16,0 0-36-16,5 96-69 0,-12-61-56 15,-2 2-34-15,0-3-25 0,1-5-27 0,3-4-29 16,5-6-32-16,0-7-24 0,3-1-3 16,5-6 11-16,3-2-32 0,6-3-29 15,3-4 23-15,5-8 11 0,3-5 3 16,0-3-3-16,0-2-43 0,-2-1 10 16,-2 1 17-16,-5 1-14 0,-2-1-2 15,-5 2 38-15,-2 2 37 0,-8-1 10 0,-2 1 17 16,0 0-11-16,-1-1 5 0,-9 5 13 15,1 3-3-15,-2 3-18 0,-3 6 23 16,-3 2 7-16,0 3-43 0,-3 8 34 16,1 3 0-16,-1 2-9 0,6 0-25 15,0-2-68-15,5-1-141 0,4-3-116 16,5-3-228-16,0-3-208 0,8-3-307 16,13-2 265-16</inkml:trace>
  <inkml:trace contextRef="#ctx0" brushRef="#br0" timeOffset="-161727.345">28091 857 437 0,'0'0'2015'0,"0"0"-1557"0,0 0-119 0,0 0 87 0,15 67-7 15,-15-40-52-15,0-1-47 16,-4 2-50-16,1-1-66 0,0-4-82 0,3-2-49 16,0-5-40-16,0-3-21 0,3-4-10 15,6-2 26-15,2-2-13 0,0-3-15 16,4-2-20-16,0 0-2 0,0-5-11 15,2-4-22-15,1-3 13 0,-1 0 11 16,1-1 16-16,0-2-27 0,1-2-47 16,1-1-14-16,3-4-1 0,-1-2-86 15,3-4-128-15,1 0-212 0,-6 6-419 16,5-6-444-16</inkml:trace>
  <inkml:trace contextRef="#ctx0" brushRef="#br0" timeOffset="-161424.126">28471 961 2421 0,'0'0'641'0,"0"0"-294"15,0 0 49-15,0 0 62 0,0 0-92 16,0 0-148-16,0 0-77 0,0 0-71 16,0 0-36-16,0 0-34 0,87 49-9 0,-57-60-77 15,2-5-27-15,-4 2 27 0,-3-2 9 16,-5 2-6-16,-7 2 30 0,-6 0 53 16,-7 0 22-16,0 3 9 0,-6 1 15 15,-4-2-3-15,-5 4 22 0,-2 3-47 16,0 0 7-16,-2 3-25 0,-4 9 0 15,-2 5 55-15,-1 5 12 0,0 4 22 16,-2 4-19-16,4 3 3 0,-2 1 3 16,3 0 0-16,4-2 13 0,9-4-47 15,6-6-9-15,4-2-5 0,3-7-28 0,11-1-3 16,3-3-9-16,8-3-37 0,3-3-27 16,9-2-15-16,2-6-64 0,4-4-59 15,0 0-41-15,-1 0-132 0,-2 1-253 16,-11 4-530-16,8-4-452 0</inkml:trace>
  <inkml:trace contextRef="#ctx0" brushRef="#br0" timeOffset="-161070.126">28967 813 2292 0,'0'0'623'0,"0"0"-242"0,0 0-16 0,0 0-22 16,0 71-42-16,1-45-16 0,2 1-98 15,0 1-64-15,-2 3-28 0,-1 0-16 16,0 0-24-16,0-1-21 0,-3-2-22 16,-2-5-10-16,-2-3-2 0,1-3-3 0,1-5-21 15,1-4 11-15,3-1 10 16,-2-4-18-16,3-2 6 0,0-1-13 15,1 0-2-15,5-4 29 0,3-4 1 0,5-1 21 16,3-6 13-16,6-2-10 0,2-4-21 16,4-7-3-16,-1-3-22 0,6-2-42 15,-3-5-13-15,0-1-70 0,0 0-59 16,0 2-51-16,-3 1-40 0,-2 7-52 16,-2 4-92-16,-7 7-298 0,3 0-591 0</inkml:trace>
  <inkml:trace contextRef="#ctx0" brushRef="#br0" timeOffset="-160522.123">30388 489 147 0,'0'0'2319'16,"0"0"-2003"-16,0 0-142 0,0 0 203 15,0 0 4-15,-82 1-123 0,59 11-82 16,-3 7 29-16,-1 4-40 0,-7 6-5 0,-3 4 37 16,-5 7-69-16,-4 5-30 0,-1 4 15 15,-1 3 57-15,1 0-70 0,6-2-39 16,5 0-28-16,8-3-12 0,9-3 19 15,7-2-7-15,7-5-21 0,5-2 3 16,9-5 16-16,7-4-25 0,10-5-6 16,2-5-1-16,11-5-21 0,7-6-8 0,4-5-18 15,4 0-16-15,2-10-30 16,-5-2-9-16,-4-3 15 0,-6 1-7 0,-6 1-17 16,-10-2-48-16,-6 2-82 0,-7-1-98 15,-8 3-83-15,-4 2-79 0,-7-2 115 16,-11 1 50-16,-8 1-889 0,-5-2 1226 15,-5 1 176-15,-5 0-40 0,1 0-48 16,-1-1 36-16,1 3 57 0,6 1 20 0,2 3 138 16,5 3-239-16,8 1-98 0,5 0 88 15,8 0 192-15,6 1 21 0,0 3-37 16,9-1-53-16,5 1 48 0,8 0 64 16,5 1-60-16,8-4 5 0,8-1-72 15,1-1-95-15,5-9-54 0,4-4-49 16,-3-3-93-16,-1 1-56 0,-5-2-58 15,1 0-94-15,-8 2-157 0,-3 1-225 16,-14 5-595-16,-4 0-239 0</inkml:trace>
  <inkml:trace contextRef="#ctx0" brushRef="#br0" timeOffset="-160370.623">30457 941 779 0,'0'0'1970'0,"0"0"-1486"0,0 0-150 16,0 0 139-16,-53 74-74 0,42-48-93 0,4 2-73 15,0 2-14-15,3 3 6 0,1-2-49 16,1 0-82-16,2 0-68 0,0-4-26 15,0-2-18-15,0-1-82 0,0-5-148 16,0-1-88-16,0-5-341 0,-10 5-1317 0</inkml:trace>
  <inkml:trace contextRef="#ctx0" brushRef="#br0" timeOffset="-160155.975">30754 1884 3702 0,'0'0'1665'0,"0"0"-1665"0,0 0-21 0,0 0 21 16,0 0 94-16,0 0-49 0,0 0-45 15,0 0-231-15,0 0-163 0,0 0-746 16,-49-70-1988-16</inkml:trace>
  <inkml:trace contextRef="#ctx0" brushRef="#br0" timeOffset="-153225.496">13476 7299 39 0,'0'0'1490'0,"0"0"-1281"16,0 0-112-16,0 0 33 0,0 0 679 16,0 0-367-16,0 0-162 0,0 0-83 15,0 0-18-15,-35-52-3 0,30 46-41 0,-4 3-44 16,0-3-35-16,-4 2 2 16,0 4-20-16,-1-2-10 0,-1 2 12 0,0 0-15 15,0 3-7-15,-2 4 1 0,-1 2-5 16,-2 3-14-16,1 2-24 0,-1 1 23 15,0 3-1-15,-3 3-35 0,3 1 22 16,-3 1 12-16,1 1-22 0,2 1 23 16,0 0-23-16,-1 5 6 0,3-2-2 15,-1 2-10-15,0 2 18 0,2 3 13 0,3 0-28 16,0 1 0-16,3 2 7 0,-1 0 5 16,1 1-21-16,3-3 15 0,-1 0-12 15,3 2 9-15,2-2 0 0,1 1 9 16,3-4-12-16,0 0-1 0,0 0 26 15,2-4-19-15,3-1 10 0,0 2 12 16,2-2 13-16,-2-1-13 0,4 2-13 0,0-4-2 16,2 4 15-16,1-3 3 0,4 2-3 15,-2-2-1-15,3 2 1 0,1-3 11 16,-1 0 7-16,2-1-18 0,2-3-28 16,2 1 9-16,2-1 19 0,-2 4 49 15,3-1-40-15,1 1-8 0,-1 0-1 16,2 1 4-16,0-2 37 0,3 1-13 15,0-5-16-15,1 3-11 0,3-3 45 0,1 0-12 16,1-2-32-16,1-3-2 0,1 2 28 16,0-5-15-16,1 3-13 0,0-4 0 15,1 0-2-15,-1-1 2 0,2-1 16 16,0 2-14-16,0-4-2 0,2 3 1 16,-1-2-1-16,3 0 0 0,-2 0 0 15,2-1-3-15,1 3 3 0,1-3 13 0,0 0-10 16,0 0-3-16,3 2 28 0,-1-2-16 15,2 0-10-15,1 3-1 0,-2-2 1 16,5-1 0-16,2 2-1 0,-1-1 2 16,4-1 28-16,-1 0-27 0,2 1 14 15,2-2 26-15,-1 1-41 0,4-3 9 16,0 2-9-16,0-1 13 0,3 1-14 0,1-2 16 16,0 3-2-16,0-2-4 15,2 1-11-15,-3-1 18 0,5 1-19 0,-1-1 24 16,-1-3-11-16,3 3 11 0,1-3-24 15,1 1 0-15,-2-2 25 0,3-1-24 16,-1 0-1-16,0 0-21 0,1 0-12 16,-1-6 32-16,3 0 2 0,0-1-14 15,1-3 10-15,1 2-28 0,1-2 28 16,1 0 3-16,1 2 0 0,1-1-23 0,1 1 10 16,2 1 10-16,0 0-6 15,-1 2-19-15,1-1 26 0,2 0 1 0,0 0-32 16,3-1 33-16,1-3 19 0,1 3-17 15,4-4 18-15,2 2-11 0,1-2 10 16,3-2-19-16,4 0 2 0,0 0 17 0,2 0-17 16,3-1-2-16,-1 1-16 0,1-2 16 15,2 1 15-15,0-3-14 0,3 0-1 16,3-1 3-16,-1 1 21 0,2-3-24 16,-1 1 0-16,3-2 7 0,-2 0-7 15,2-4-13-15,-3-2 13 0,2-1 0 16,-2-3 28-16,0-1-28 0,-1 0 3 15,-2 1 32-15,-2-3-35 0,-3-2 0 16,-4 0-1-16,-2-1-27 0,-3-3 25 16,-6 1 3-16,-3-4 2 0,-6-3-1 15,-6 2-1-15,-4-3-1 0,-8-2-11 16,-8-3 12-16,-7 0-10 0,-10-1 10 0,-8-1 12 16,-10-3 0-16,-9 2 13 0,-10-1-3 15,-9-1 12-15,-3 1-1 0,-14 0-14 16,-9-1-19-16,-10 0-15 0,-10-2-29 0,-10 1-14 15,-11 1-4-15,-9 2 22 16,-8 2 9-16,-10 4 30 0,-4 5 0 0,-8 4 2 16,-3 5 12-16,-6 1-12 0,-5 5 18 15,-4 3-19-15,-8 0 0 0,-6 3-2 16,-7 4-14-16,-9 2-23 0,-7 3 38 16,-3 5-32-16,-6 2 20 0,-3 6 12 15,-5 1 0-15,1 0 0 0,-6 5-20 16,-3 3-20-16,-2-1-30 0,2 4-7 15,-1 0-10-15,1 0 12 0,0-1 26 16,-2 1-32-16,2 0 16 0,0 1 9 16,4-4 4-16,-1 2 34 0,2-4-4 0,2-1 20 15,-1-3 6-15,2-2-3 0,2 0 13 16,4 0 6-16,3-3-18 0,4-5 18 16,5 1-6-16,1 1-13 0,3 0-29 15,4-1 4-15,2 2 0 0,5 3 6 0,1-1-29 16,6 3 10-16,2 0 22 0,2 3 3 15,4 3-12-15,2-1 25 0,4 3 2 16,3-1 1-16,6 2 1 0,4 0-8 16,9 0-21-16,5-2-61 0,6-1-105 15,6 1-217-15,25-5-248 0,-17 2-441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41:51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5473 1296 2319 0,'0'0'1302'0,"0"0"-1091"16,0 0-144-16,0 0 87 0,0 0 152 16,0 0-31-16,0 0-103 0,0 0-55 15,81 46 2-15,-44-46 24 0,2-3 19 0,3-4-41 16,4-5-21-16,2 0-30 15,-2-2-10-15,-3-3-42 0,-1 4-14 0,-3-2-4 16,-5 3-19-16,-4-1-2 0,-1 2-52 16,-3-1-39-16,-5 3-52 0,-3 0-46 15,-3 5-74-15,-4 0-188 0,-4 0-512 16,-4 2-649-16</inkml:trace>
  <inkml:trace contextRef="#ctx0" brushRef="#br0" timeOffset="283.352">5926 899 147 0,'0'0'2058'0,"0"0"-1457"0,0 0-242 16,0 0-31-16,0 0-90 0,0 0 7 15,0 0-47-15,-3 78-27 0,3-42-28 0,0 9-4 16,0 8-62-16,-2 7-22 0,-2 10-40 15,0 5 31-15,-2 5-45 0,0-1-1 16,0-1 19-16,5-5-17 16,1-11-2-16,0-10 0 0,3-14-3 0,5-10 3 15,1-10 1-15,4-7 17 0,1-4 4 0,1-5-7 16,5-2 3-16,0-2-18 16,-2-7-39-16,2-3-72 0,0-3-68 0,-3-4-65 15,2-4-72-15,-3-1-195 0,-3 5-483 16,-3-14-678-16</inkml:trace>
  <inkml:trace contextRef="#ctx0" brushRef="#br0" timeOffset="703.796">6442 1336 843 0,'0'0'1849'0,"0"0"-1531"16,0 0-151-16,0 0 139 0,0 0 82 16,0 0-64-16,0 0-128 0,0 0-63 15,44 78-4-15,-32-47 77 0,-2 6-96 0,-2 4-61 16,-2 2-24-16,-3 4 2 0,-2-2-5 16,-1-1-19-16,0-4-2 0,0-7 17 15,0-6-6-15,0-8 10 0,-1-5 5 16,1-4-9-16,-1-4-16 0,1-4 11 15,0-2 8-15,0 0 18 0,0-4-14 16,0-6-25-16,2-5 0 0,6-10-28 16,1-5 28-16,0-6 3 0,2-6 28 15,0-4-8-15,1-3-23 0,-2 2-18 16,4 4-15-16,-1 3-28 0,0 7 3 0,3 7 12 16,-1 4-9-16,0 6 6 0,0 1-37 15,-1 5 4-15,-1 4-47 0,1 2-4 16,-2 3-80-16,2 1-141 0,-1 3-239 0,-2 0-487 15,3 8-532-15</inkml:trace>
  <inkml:trace contextRef="#ctx0" brushRef="#br0" timeOffset="1248.663">6878 1678 1634 0,'0'0'972'0,"0"0"-570"0,0 0-117 0,0 0-28 15,0 79 103-15,0-46-12 0,0 3-75 16,0 3-88-16,0 1-50 0,0 0-16 0,0 1-21 16,2-3-24-16,-2 0-47 0,0-4-27 15,0-4 0-15,0-8-27 0,1-7-16 16,3-5-67-16,-1-6-31 0,0-1-25 15,4-3-4-15,1 0-22 0,3-10-89 16,1-5-306-16,1-7-761 0,-2 5-515 16,2-11 1645-16</inkml:trace>
  <inkml:trace contextRef="#ctx0" brushRef="#br0" timeOffset="1446.653">7104 1783 179 0,'0'0'2748'0,"0"0"-2294"16,0 0-235-16,0 0 49 0,0 0 28 15,0 0-42-15,-93 41-83 0,75-27-94 16,4 0-56-16,0 0-19 0,2 2 11 16,2-2-11-16,3 4-2 0,4-5-2 0,0 1 2 15,3-2 19-15,0-1 33 0,4-2 16 16,4-1-4-16,2-1-6 0,1 3-3 16,3-3-9-16,1 1-15 0,4-2-20 15,-3 1-11-15,4-2-15 0,-1-3-1 16,2 0-66-16,2-2-74 0,2-3-32 15,2-6-71-15,1-5-116 0,2-3-286 16,0-2-491-16,-5 3-416 0,11-14 1085 0</inkml:trace>
  <inkml:trace contextRef="#ctx0" brushRef="#br0" timeOffset="1673.027">7511 1700 2504 0,'0'0'534'0,"0"0"-317"0,0 0-3 16,0 0 55-16,0 0-5 0,0 0-66 0,-88 71-70 15,68-40-45-15,-2 5 1 16,-1 5 12-16,0 6 85 0,-1-2-9 16,0 5-74-16,1 0-55 0,-4 0-40 0,3 0-3 15,-2-2-1-15,4-4-30 0,0-3-30 16,2-7-46-16,4-3-44 0,2-8-30 16,7-6-36-16,2-6-105 0,5-6-173 15,0-5-208-15,3-6-298 0,5-8-212 0,0 3 969 16,8-14-50-16</inkml:trace>
  <inkml:trace contextRef="#ctx0" brushRef="#br0" timeOffset="1837.793">7283 2073 655 0,'0'0'13'0,"0"0"2148"0,0 0-1760 16,0 0-184-16,0 0 165 0,82-10 33 16,-59 10-87-16,5 0-91 0,-1 0-62 15,3 0-38-15,2-3-30 0,1-2-68 16,0-1-20-16,-1-3-17 0,0-3-2 0,-2 0-49 15,-3-3-116-15,-1 2-49 0,-4 1-72 16,-5 1-155-16,-5 3-288 0,-4 1-596 16,-5 3-420-16,-4 3 1624 0</inkml:trace>
  <inkml:trace contextRef="#ctx0" brushRef="#br0" timeOffset="2011.117">7593 2021 916 0,'0'0'372'0,"0"0"919"0,0 0-978 16,-33 73-54-16,26-42 168 0,-1 5-24 15,4 1-37-15,0 3-87 0,1-1-89 16,1 3-34-16,1-3-45 0,-2-2-50 16,-1-4-60-16,2-3-1 0,1-3-11 15,-2-4-34-15,3-1-75 0,0-3-63 16,0-2-36-16,0-1-54 0,0-4-210 16,0-5-513-16,0-5-402 0,2-2-1 15,-1-3 1381-15</inkml:trace>
  <inkml:trace contextRef="#ctx0" brushRef="#br0" timeOffset="2179.522">7541 2409 346 0,'0'0'769'0,"0"0"979"0,0 0-1294 0,0 0-139 16,0 0 0-16,0 0-8 0,0 0-56 0,0 0-84 15,0 0-60-15,0 0-21 0,85-68-24 16,-60 62-38-16,2-3-24 0,2 0-2 16,1-3-44-16,2 1-83 0,4-4-22 15,0 1-37-15,0 0-224 0,-3 1-207 16,-1 0-28-16,-11 4-1615 0,3-1 1890 0</inkml:trace>
  <inkml:trace contextRef="#ctx0" brushRef="#br0" timeOffset="2572.819">8285 1369 3323 0,'0'0'465'15,"0"0"-361"-15,0 0-44 0,0 0 104 16,0 0 29-16,0 0-47 0,0 0-100 0,83 59-46 15,-70-48-16-15,1-2-136 16,0-1-98-16,-6-1-162 0,1 0-768 0,-9 5-1295 0</inkml:trace>
  <inkml:trace contextRef="#ctx0" brushRef="#br0" timeOffset="2732.337">8299 1669 225 0,'0'0'2862'15,"0"0"-2473"-15,0 0-151 0,0 0 168 0,0 0-114 16,0 0-119-16,0 0-86 0,98 25-87 16,-71-25-6-16,1 0-173 0,6 0-76 15,-2 0-137-15,4 0-656 0,-10-2-845 16,10 1 1339-16</inkml:trace>
  <inkml:trace contextRef="#ctx0" brushRef="#br0" timeOffset="3596.049">9918 669 775 0,'0'0'1605'0,"0"0"-1028"15,0 0-235-15,0 0-24 0,0 0-47 16,0 0-101-16,0 0-35 0,0 0 141 15,0 0-48-15,31 94-102 0,-20-58 3 0,1 5-25 16,-3 8-18-16,1 8-19 0,-1 10 3 16,-5 9-37-16,0 6 7 0,-2 7-4 15,-2 2-24-15,0 2 9 16,0-1-2-16,0-7-19 0,0-5 0 0,1-11 1 16,5-9-1-16,0-10-1 0,2-9 0 15,0-5-2-15,-3-7-22 0,1-8-26 16,1-2-56-16,-2-7-24 0,-3-2-3 0,3-4 8 15,-2-2-24-15,0-2-41 0,1-2-98 16,2 0-138-16,2-3-112 0,0-9-138 16,0 3-527-16</inkml:trace>
  <inkml:trace contextRef="#ctx0" brushRef="#br0" timeOffset="4024.422">10742 1063 101 0,'0'0'799'0,"0"0"898"0,0 0-1150 15,0 0-143-15,0 0-41 0,0 0-71 16,0 0-115-16,0 0-81 0,0 0-49 0,0 0-26 16,-88 44-8-16,65-28-13 0,-3 6-25 15,-3 4-21-15,-2 5-1 0,-4 4-6 16,-4 4-15-16,1-1-19 0,-5 2 19 15,4-3-4-15,3-2 34 0,2-3 38 16,3-3 13-16,4-5 15 0,4-3-16 16,7-5-11-16,5-1 18 0,3-5-17 15,7-3 20-15,1-1-20 0,0 0 20 16,3 1 22-16,6 2 30 0,3 2 32 16,3-3-32-16,4 4-21 0,-2-1 15 15,5-1 3-15,-1 1-16 0,2 3 6 16,2-1 7-16,-1-1 15 0,2 1-34 0,0 0-28 15,0 0-6-15,0-2-2 0,-1 0-11 16,-1 1-2-16,2-4-13 0,0 2 12 16,-2-2-11-16,1 0 9 0,-1-1-43 0,2-2-49 15,0-1-15-15,-1-2-13 16,-2-2-1-16,4 0-90 0,-1 0-118 0,0-6-323 16,-3-3-581-16,-5 2-676 0,2-7 1873 15</inkml:trace>
  <inkml:trace contextRef="#ctx0" brushRef="#br0" timeOffset="4897.669">12752 1319 163 0,'0'0'1945'0,"0"0"-1447"0,0 0-195 16,0 0-37-16,0 0 24 0,0 0-56 0,0 0-17 15,0 0-21-15,79 25-44 0,-51-21-40 16,1-1-22-16,10 0-16 0,3-2-34 15,9-1 3-15,10 0-18 0,11 0-22 16,10-4 19-16,10-3-22 0,8-1-3 16,2-1 1-16,5-2 1 15,1 0-1-15,1 1-1 0,1-3-22 0,5 1 23 16,3 0-20-16,3-2 4 0,2-1-53 0,-2-1-10 16,-2 2 1-16,-6 2 11 0,-1 0 29 15,-8 1 24-15,-3 3 16 0,-9 0 41 16,-8 0-13-16,-8 0-28 0,-9-3 25 15,-7 3-13-15,-8-1-10 0,-9 0 14 16,-7 0-15-16,-7 1-1 0,-5 1-13 16,-4 2-8-16,-3 0-70 0,-3-1-33 0,-3 1-62 15,0 0-60-15,-5-1-49 16,0 2-136-16,-6-1-69 0,0-2-60 0,0 3-622 16</inkml:trace>
  <inkml:trace contextRef="#ctx0" brushRef="#br0" timeOffset="5167.336">15362 879 104 0,'0'0'1801'16,"0"0"-1534"-16,0 0-102 0,0 0 103 15,0 0 70-15,0 0-37 0,94 46-78 16,-67-34-74-16,6-1-10 0,-1 2-54 15,1 0-60-15,-1 1-23 0,-5 3-2 16,-2-2-30-16,-8 3-18 0,-4 5-11 0,-9 1-49 16,-4 5 16-16,-4 5 57 15,-9 5 7-15,-4 3 5 0,-2 2 23 0,-1-2 144 16,1-3-99-16,-2-8-45 0,1-7-35 16,4-6 35-16,4-5-38 0,2-5-96 15,6-4-54-15,4-4-3 0,0 0-289 16,3-4-693-16,5-3-117 0,18-10 1287 15</inkml:trace>
  <inkml:trace contextRef="#ctx0" brushRef="#br0" timeOffset="6795.246">10790 2548 137 0,'0'0'1896'0,"0"0"-1210"0,0 0-288 16,0 0-73-16,0 0-43 0,0 0-8 15,0 0-11-15,0 0-5 0,77 91-43 16,-71-53-46-16,-4 6-34 0,-2 4 2 0,-3 3 67 16,-12 2-86-16,-4 1-54 15,-5-2-37-15,-6-3-15 0,-2-6 1 0,0-3-10 16,1-5 12-16,0-4-14 0,0-5-1 15,3-3-12-15,1-4-1 0,5-5-2 16,3-4-24-16,6-6-10 0,-1-1-2 16,4-3 5-16,-1-2 10 0,2-7 34 15,0-4-38-15,3-5-17 0,-2-3-4 0,4-7 9 16,-1 1-9-16,4-1 18 0,1 2 9 16,0 4 16-16,1 0-6 0,6 6 24 15,3 0 25-15,-1 4 9 0,3 1 9 16,-1 2 8-16,2 1-17 0,3 5-19 15,1 0-3-15,6 3 10 0,3 0-7 16,4 9 6-16,1 4-3 0,0 4 16 16,3 2-10-16,-3 0 13 0,1 4-35 15,1-1-2-15,0 0 1 0,-2-2 21 16,-1 1-21-16,-3-4-1 0,1 0-12 0,-4-4-12 16,-2-1-52-16,-1 0-107 0,2-4-68 15,-4 3-128-15,-2-3-356 0,8-2-826 0</inkml:trace>
  <inkml:trace contextRef="#ctx0" brushRef="#br0" timeOffset="7360.761">12375 2432 336 0,'0'0'156'0,"0"0"-130"16,0 0 970-16,0 0-252 0,0 0-247 15,0 0-99-15,0 0-12 0,0 0-55 16,0 0-54-16,73 74-59 0,-60-51-8 16,0 5-28-16,-1 4-4 0,-2 5-34 15,-3 4-41-15,0 4-24 0,-4 1-9 16,0 6-18-16,1-4-25 0,-2 1-18 0,-2-2-9 15,1-6 0-15,-1-5-12 0,0-7-36 16,3-6-7-16,0-4 3 0,0-8-27 16,0-4-64-16,1-4-38 0,0-3 3 0,2-3-76 15,1-6-258-15,-1-3-610 0,-2 2-608 16</inkml:trace>
  <inkml:trace contextRef="#ctx0" brushRef="#br0" timeOffset="7649.246">12585 2858 988 0,'0'0'2548'16,"0"0"-2148"-16,0 0-283 0,0 0 74 16,0 0-11-16,0 0 5 0,0 0 6 15,0 0-65-15,0 0-53 0,108-2-12 16,-72 2 12-16,10-4 1 0,1-2-4 0,7 1-28 16,4-4-14-16,5 0-14 0,7-1-13 15,4 1 0-15,6 3 32 0,2 0 31 16,1 1-49-16,-2 0-12 15,1 0 12-15,-1 3-12 0,-5 1-1 0,-1-2-2 16,0 3 0-16,-7-1-30 0,0-2-25 0,-8-1-24 16,-5-2-18-16,-5 0-49 0,-8-4 14 15,-9 1 25-15,-8-2-13 16,-8 0-80-16,-7 0-64 0,-5 0-143 0,-5-3-320 16,-3 0-675-16,-3 3-92 0</inkml:trace>
  <inkml:trace contextRef="#ctx0" brushRef="#br0" timeOffset="7901.419">14154 2515 1365 0,'0'0'2023'15,"0"0"-1617"-15,0 0-296 0,0 0-38 16,0 0 29-16,0 0 40 0,0 0 39 0,81 17-59 16,-53-12-47-16,-1 0-13 0,3 1-11 0,-4 2-17 15,1 0-11-15,1 4-4 16,-3-3 1-16,-2 5 24 0,-2-1 33 0,-6-1-57 15,-6 3-19-15,-4 1 3 0,-5 2 27 16,-3 4 4-16,-13 3-19 0,-3 3-13 16,-8 4 0-16,-5 1-2 0,-5 2-15 15,-2 0-15-15,-1-3 2 0,1 1-27 16,-1-7-25-16,6-2-18 0,7-5-4 16,8-7-34-16,6-5-65 0,6-7-182 15,7 0-626-15,0-8-1043 0,7-13 1616 0</inkml:trace>
  <inkml:trace contextRef="#ctx0" brushRef="#br0" timeOffset="9713.093">16667 3588 75 0,'0'0'359'0,"0"0"1614"0,0 0-1377 15,0 0-149-15,0 0-99 0,0 0-49 16,0 0-93-16,0 0-95 0,0 0 1 15,0 0-4-15,0 0-16 0,-81 60-6 0,55-35 0 16,-2 3 6-16,2-2 3 0,1 3-13 16,0 0-18-16,2 1 6 0,-2 3-21 15,2 3-1-15,3 0-11 0,1 3-13 16,2-3-9-16,4-2-14 0,3-2-1 16,5-8-12-16,2-3 0 0,3-7-3 15,0-5 0-15,4-4 15 0,9-2 0 16,1-3 0-16,3 0 0 0,2-7-11 15,4-5-4-15,-1-3 0 0,-1-1-3 16,-2-3-7-16,0 2-8 0,-3-2 12 16,0 1 5-16,-2 2 4 0,0 2-12 15,-5 1-16-15,-3 2 7 0,-2 4 31 16,-2 2 2-16,-2 0 0 0,0 3 0 16,-2-1-1-16,-5 1-39 0,-2 1 22 0,-5-2-22 15,-2 3-6-15,-2 0-12 0,-3 0-18 16,1 3-13-16,-1 4-16 0,3 1-3 0,2 2-40 15,2 1-82-15,1 2-204 16,4-1-285-16,1 1-688 0,3-2-79 0,1 1 1335 16</inkml:trace>
  <inkml:trace contextRef="#ctx0" brushRef="#br0" timeOffset="10092.449">16847 3757 635 0,'0'0'3'0,"0"0"1380"16,0 0-613-16,0 0-242 0,0 0-166 15,0 0-60-15,0 0-63 0,0 0-71 16,0 0-57-16,-67 72-9 0,55-41 12 16,1 4 9-16,0 2-1 0,2 4-12 15,1-1-12-15,3 0-16 0,2-4-12 16,3-4-30-16,0-5-19 0,6-5-19 16,4-4 16-16,0-5-15 0,2-3-1 0,-1-4 1 15,2-2-3-15,-3-2-39 0,3-2-25 16,-3 0 0-16,2-6-18 0,-1-2-28 15,0-5-55-15,-3 1-69 0,2-6-75 16,-3 1-170-16,-1 2-305 0,-3-3-634 16,-1 5-228-16,-2 2 1646 0,-2 1 0 0</inkml:trace>
  <inkml:trace contextRef="#ctx0" brushRef="#br0" timeOffset="10229.939">16788 4039 166 0,'0'0'225'16,"0"0"13"-16,0 0 1277 0,0 0-1016 15,0 0-146-15,0 0-39 0,0 0 0 16,0 0-46-16,0 0-82 0,0 0-14 15,0 0-42-15,39-4-31 0,-15 4-24 0,0 0-35 16,1-6-28-16,-1-2-12 0,0 1-99 16,-1-3-80-16,-2-2-103 0,-2 1-124 15,0-3-302-15,-8 6-1031 0,6-6 556 16</inkml:trace>
  <inkml:trace contextRef="#ctx0" brushRef="#br0" timeOffset="10526.14">17351 3613 1755 0,'0'0'817'15,"0"0"-233"-15,0 0-322 0,0 0-100 16,0 0 106-16,0 0-47 0,0 0-81 0,0 0-53 16,0 0-46-16,0 0-16 0,-82 46 9 15,68-20 18-15,0 9 20 0,-3 5 26 0,4 3 38 16,-2 7-20-16,1 2-18 0,-1 3-3 15,3-2-28-15,5-5-15 0,5-6 6 16,2-7-9-16,3-7-27 0,7-6-22 16,8-3-15-16,1-9-19 0,3-3-14 15,6-4-4-15,1-3-3 0,2-6-37 16,1-8 1-16,1-2-11 0,-1-5-42 16,-5-1-63-16,-4 1-44 0,-7-2-76 15,-6 4-118-15,-6 0-353 0,-4-1-785 16,0 8 784-16</inkml:trace>
  <inkml:trace contextRef="#ctx0" brushRef="#br0" timeOffset="10719.788">17229 4009 261 0,'0'0'1418'0,"0"0"265"0,0 0-1338 0,0 0-80 16,0 0 48-16,0 0-53 0,0 0-10 15,0 0-39-15,88 9-92 0,-64-14-64 16,2 1-45-16,-2-7-10 0,0 3-21 15,-3-3-129-15,-1 3-12 0,-7-1-34 16,-1 1-92-16,-5 2-169 0,-3 3-256 16,-4 0-437-16,0-1-107 0,0 4 865 15,0-3 105-15</inkml:trace>
  <inkml:trace contextRef="#ctx0" brushRef="#br0" timeOffset="10876.175">17469 3926 352 0,'0'0'225'16,"0"0"-98"-16,0 0 1738 0,0 0-1379 15,0 0-141-15,0 0-75 0,0 0 4 0,0 0-5 16,-8 83-23-16,8-57-64 0,2 0-56 15,1 0-46-15,2-2-16 0,-1-1-12 16,2-6-32-16,-4-2-20 0,1-3-25 16,2-2-54-16,-2-2-50 0,0-4-28 15,0-1-35-15,-1-3-54 0,1 0-128 16,3 0-258-16,-3 0-592 0,0-3-409 0,0-8 1369 16</inkml:trace>
  <inkml:trace contextRef="#ctx0" brushRef="#br0" timeOffset="11192.391">17760 3607 635 0,'0'0'635'0,"0"0"1118"0,0 0-1465 15,0 0-129-15,0 0 47 0,-62 81 65 16,52-48-11-16,3 7 41 0,3 2-66 15,2 3-48-15,2 3-13 0,0 1-28 16,0 1-33-16,0-1-19 0,5-1-12 16,-2-2-22-16,2-2-23 0,4-3-35 15,-2-3 1-15,3-3-3 0,2-5-27 16,-2-8-13-16,0-7-30 0,1-7-39 0,-1-4-9 16,1-4-1-16,1 0 12 0,2-11 12 15,1-1-21-15,-2-5-66 0,1-2-130 16,0-5-220-16,-3-1-480 0,-2 0-315 15,-3 3-50-15,-5-14 1305 0</inkml:trace>
  <inkml:trace contextRef="#ctx0" brushRef="#br0" timeOffset="11626.668">17832 3869 98 0,'0'0'1979'0,"0"0"-1651"16,0 0-189-16,0 0-43 0,0 0 91 16,0 0 76-16,0 0-4 0,0 0-103 0,0 0-99 15,0 0-32-15,-5 12 1 0,7-12-4 16,-2 0-6-16,3 0-16 0,-3 0 2 16,0 0-2-16,0 0 31 0,0 0 17 15,0 0 8-15,0 0 36 0,0 0 24 16,0 0 41-16,0 0-17 0,0 0-22 15,0 0 0-15,0 0 18 0,0 0 26 0,0 0-39 16,2 0-37-16,-1 0-22 0,-1 0-12 16,0 0-10-16,0 0-5 0,0 0 3 15,0 3 8-15,0 1 25 0,0 4-3 16,2 5-18-16,2 9 2 0,-1 6-5 16,2 8 8-16,1 1 13 0,-1 1 75 15,-1-4-67-15,3-3-54 0,-1-2-24 16,1-7-10-16,0-1 8 0,-1-4-25 0,3-5-27 15,2 0-25-15,-2-6-17 0,1-3-35 16,0-3-20-16,-1 0-13 0,1-7-1 16,1-4-98-16,0-2-159 0,0-4-226 15,-1-1-514-15,0-2-444 0,-4 3 781 0</inkml:trace>
  <inkml:trace contextRef="#ctx0" brushRef="#br0" timeOffset="11864.609">18175 3791 680 0,'0'0'2204'0,"0"0"-1750"0,0 0-200 16,0 0-23-16,0 0 49 0,0 0-55 16,0 0-21-16,-86 43-38 0,67-24-70 15,-1-2-41-15,5 2-12 0,0 2-12 16,3-2-4-16,-1 0-2 0,5 2-1 0,0 0-24 16,1-2-11-16,0 0 9 0,4 1 1 15,3-4 1-15,0 0 23 0,0-2 35 16,6-2-21-16,2-2-7 0,4-3-5 15,0 0-4-15,3-2-3 0,1-2-18 16,3-2-29-16,1-1-41 0,-1-4-40 16,3-3-19-16,-2-5-52 0,0-1-79 15,2-1-101-15,0-2-267 0,1 0-599 0,2-2-512 16,-5 4 1517-16</inkml:trace>
  <inkml:trace contextRef="#ctx0" brushRef="#br0" timeOffset="12107.161">18457 3732 468 0,'0'0'2'0,"0"0"2154"0,0 0-1770 16,0 0-171-16,0 0 1 0,0 0 60 16,0 0-15-16,0 0-41 0,-47 85-49 15,30-45 12-15,2 4 17 0,0 3-19 16,0 0-19-16,1 3-10 0,2 1-42 0,-2 2-40 16,1 1-28-16,-2-2-40 0,-2-2-2 15,-1-2-28-15,0-5-82 0,0-3-60 16,4-4 17-16,0-10 6 0,6-5 21 15,2-6 13-15,4-7-64 0,2-4-115 0,0-4-120 16,5-4 86-16,3-11-12 0,4-8-316 16,1-4-479-16,2-4 117 0,-3 5 922 15,8-14 74-15</inkml:trace>
  <inkml:trace contextRef="#ctx0" brushRef="#br0" timeOffset="12401.155">18361 4220 684 0,'0'0'111'0,"0"0"2183"0,0 0-1721 15,0 0-154-15,0 0-55 0,94-29-58 16,-67 22-64-16,-1-1-22 0,0-4-71 15,1 1-76-15,1-7-46 0,-2 0-27 16,-1-1-40-16,0 0-84 0,-5-1-41 16,-1 0 0-16,-4 2-68 0,-4 4-91 0,-5 2-182 15,-6 5-239-15,0 3-419 0,-7 4 48 16,-8 0 591-16,-2 6 261 0,-4 2 173 16,0 3 91-16,-2 5 26 0,2-1 359 15,3 6-150-15,1 0 312 0,2 3 1147 16,3 4-1223-16,2 3-126 0,2 2-106 15,1 5-15-15,4-1 40 0,-1 0-32 0,4-1-76 16,0 0-70-16,3-5-67 16,5-2 8-16,-2-5-5 0,1-5-22 0,-1-3-36 15,-1-8-38-15,-1-3-45 0,-3-4-11 16,1-1-12-16,-2 0-63 0,1-5-89 16,0-4-164-16,2-3-293 0,-1 1-995 15,1-11 1104-15</inkml:trace>
  <inkml:trace contextRef="#ctx0" brushRef="#br0" timeOffset="12546.345">18657 4169 7 0,'0'0'3395'0,"0"0"-2974"0,0 0-201 0,0 0 74 16,0 0-22-16,82 8-57 0,-59-8-37 16,3 0-74-16,1-4-71 0,3-5-33 15,1-2-3-15,-1-5-119 0,-1-1-92 0,0-2-66 16,-1-2 0-16,-2-2-421 15,-7 6-1259-15</inkml:trace>
  <inkml:trace contextRef="#ctx0" brushRef="#br0" timeOffset="12783.883">19095 3569 1834 0,'0'0'1393'0,"0"0"-1167"0,0 0-64 0,0 0 21 15,56 73 37-15,-41-44 30 0,-1 1-57 16,-1 1-67-16,-2 4-67 0,-4 1-31 16,-1 0-25-16,-6 6-3 0,0 0-1 15,-11 2-64-15,-8 3-18 0,-4 2-35 16,-6-5-15-16,-1 2-26 0,-2-7-52 0,1-3-13 16,-1-4-68-16,-1-2-268 15,0-4-539-15,-2-3-120 0,8-5 1177 0,-18-2-190 0</inkml:trace>
  <inkml:trace contextRef="#ctx0" brushRef="#br0" timeOffset="19140.778">16284 2171 1486 0,'0'0'413'0,"0"0"-153"16,0 0-92-16,0 0 10 0,0 0-49 15,0 0 513-15,-83 40-283 0,76-35-104 16,4-2-78-16,1-2 1 0,2-1-1 16,0 0 5-16,0 0-43 0,3 0-29 15,2 0-70-15,-1 1-19 0,6 3 4 16,4 0 27-16,5 2 40 0,7 1 8 16,5-3-24-16,3 2-18 0,8-1-9 0,5-5-10 15,11 0-14-15,7-4 17 16,8-4 7-16,7-5-13 0,3-3-15 0,2-2-9 15,-1-1-12-15,-2 1-3 16,-4 2 2-16,-8 3-17 0,-6 2 3 16,-10 4 3-16,-6 3 0 0,-9 1-13 0,-9 2-26 15,-8 1-40-15,-6 0-34 0,-8 0 6 0,-3 0-9 16,-5 0-22-16,-5 0-78 16,-8 7-116-16,-8-1-243 0,2-1-491 0,-24 8-566 0</inkml:trace>
  <inkml:trace contextRef="#ctx0" brushRef="#br0" timeOffset="19719.866">16243 2379 2191 0,'0'0'530'15,"0"0"-289"-15,0 0-116 0,0 0 108 0,0 0 72 16,0 0-27-16,0 0-49 0,96 23-36 15,-58-8-19-15,4 0-23 0,1 2-46 16,-1 1-47-16,-2 0 10 0,-2 0-1 16,-1 0 0-16,-3 0-6 0,-3 0-15 0,0 1-9 15,-3-3-10-15,-5-1-27 0,-3-1 0 16,-4 0-12-16,-5-1-6 0,-5-4-13 16,-4 5 13-16,-2-2 16 0,-5 4-22 15,-9 4-28-15,-8 1 15 0,-4 3 3 16,-7 4 1-16,-1 1 5 0,-3-1 0 15,0 0 28-15,1-1 18 0,5 0-17 16,0-6 1-16,4 0 10 0,4-3-9 0,3-4 19 16,2 0-19-16,7-6-2 0,2 0-1 15,3-4-19-15,1-1-2 0,3 0-10 16,-1-2-3-16,2 4 4 0,-1-4-1 16,2 4 16-16,0-2 2 0,0 1 10 15,0 1-12-15,0-3 14 0,3 2 1 16,3-1-1-16,4 1 1 0,2-1 21 15,3 0-5-15,4-2 18 0,6-1-13 16,2 0-3-16,8 0 1 0,1-2-16 0,5-3 0 16,0-2 9-16,4 1-9 0,1 0-3 15,1 2 1-15,5 2-1 0,-2-1 56 16,1 0 8-16,-1-3-64 16,1 2-35-16,-4-2-2 0,-1 2-5 0,-5-1 42 0,-8 0-2 15,-6 0-124-15,-11 1 46 0,-3 1 18 16,-8 2 16-16,-4 1-13 0,-1 0 3 15,0 0 4-15,-7 0-7 0,-1 0-32 16,-6 0 4-16,1 0-23 0,-3 0-75 16,0 0-112-16,1 0-85 0,2 0-93 15,1 0-162-15,-1-3-449 0</inkml:trace>
  <inkml:trace contextRef="#ctx0" brushRef="#br0" timeOffset="25891.212">18980 2355 995 0,'0'0'0'0,"0"0"228"0,0 0 924 0,0 0-790 16,0 0-73-16,0 0-20 0,85-29 55 0,-68 22-28 16,-3 2-60-16,-2-1-46 0,-2 5-29 15,-1-2-22-15,-4 0-25 0,0 2 6 16,-4 0 5-16,1 1 25 0,-2 0 8 15,0 0-21-15,-3 0-19 0,-3 2 0 16,-3 2-36-16,-1 1-43 0,-7 4-25 16,-5 0-14-16,-4 4-3 0,-1 3 1 15,-5 0-10-15,-4 2 11 0,-3 4 1 16,-4 2 1-16,-7 2-1 0,-4 5-17 16,-1 2 2-16,-4 4 3 0,2 2 12 15,2 3 0-15,5-1 0 0,8-1 0 0,7-5 0 16,11-4 0-16,9-4 0 0,8-7-15 15,7-3 14-15,11-3-14 0,8-4 14 16,10-1-1-16,7-3 1 0,6-6-18 16,1 0-8-16,2-6-6 0,-3 0-7 15,-3 0 10-15,-5-1-3 0,-3 1 30 0,-4 0 0 16,-3 0 3-16,-4 0 1 0,-1 1 0 16,-4-4-1-16,-4 1-18 0,0 0 2 15,-5-2-5-15,-1 2-3 0,-4 2 3 16,-1 1-1-16,0 0 7 0,-4 1 13 15,-7 2-37-15,-3 0-4 0,-3 2 1 16,-3-3 2-16,-3 3-6 0,-2 0 0 16,0 3 13-16,1 0-4 0,4 2 7 15,2 2-4-15,4 0-12 0,4 1-12 16,3-1-12-16,4-1-115 0,3 1-193 0,3-1-209 16,9 1-149-16,-2-2-252 15,14-3-371-15</inkml:trace>
  <inkml:trace contextRef="#ctx0" brushRef="#br0" timeOffset="26142.824">19533 2402 150 0,'0'0'2875'0,"0"0"-2295"0,0 0-255 15,0 0 17-15,-77 42-20 0,57-22-67 16,4 7-77-16,4 1-35 0,4 4-12 15,4 5-28-15,4 1-18 0,1 5 3 16,7 0 6-16,3 1-6 0,4-6-65 16,-1-3-23-16,3-8-18 0,3-6-43 0,2-4-20 15,3-10-41-15,2-6-26 0,2-2-62 16,1-13-53-16,0-7-203 0,-8 3-587 16,7-17-861-16</inkml:trace>
  <inkml:trace contextRef="#ctx0" brushRef="#br0" timeOffset="26532.011">19943 2180 893 0,'0'0'2081'0,"0"0"-1669"0,0 0-193 16,0 0 134-16,0 0 54 0,0 0-80 16,28 68-75-16,-21-40-69 0,0 3-46 15,-1 2 0-15,-1 3 45 0,-2 1-76 16,-3 4-57-16,0 1-16 0,-2 4-12 0,-7 0-18 15,-1-3-1-15,-3-3-2 0,-3-6 0 16,1-4 1-16,-3-2 0 0,0-6-1 16,-4-3-24-16,2 0-43 0,-2-8-11 15,1-3-10-15,3-4 6 0,2-4-21 16,5 0 14-16,1-8 16 0,0-3 22 16,2-3-29-16,1-5 22 0,1-4-31 15,2 0 34-15,1 0 6 0,3 0 12 0,0 7 10 16,7 3 2-16,1 4 10 15,5 2 15-15,2 5 67 0,4 1 7 0,1 1 0 16,6 1-4-16,0 4 12 0,4 4 13 16,4-4 12-16,3 3-7 0,2 0-51 15,6 0-13-15,0-2 55 0,-4 0-41 0,-1-2-50 16,-5-1-87-16,-3-1-129 0,-3-2-55 16,-2 0 4-16,-3-3 39 0,-8-3-459 15,-4-2-1240-15</inkml:trace>
  <inkml:trace contextRef="#ctx0" brushRef="#br0" timeOffset="26742.598">20511 2369 218 0,'0'0'450'16,"0"0"1171"-16,0 0-1001 0,0 0-99 0,84 63-60 15,-62-43 30-15,-1 4-83 0,-1 1-163 16,-2 1-114-16,-2 3-3 0,-2 3 106 0,-3 0-86 15,-8 3-118-15,-3 1-30 0,-4 2-18 16,-12 4-67-16,-8 4-81 0,-8 2 2 16,-4 2-1-16,-6 4-21 0,-4-2-51 15,-4-2-128-15,-7 4-130 16,14-14-226-16,-30 21-909 0</inkml:trace>
  <inkml:trace contextRef="#ctx0" brushRef="#br0" timeOffset="37284.47">16852 727 1144 0,'0'0'521'15,"0"0"-190"-15,0 0-110 0,0 0 5 0,0 0-84 16,0 0 222-16,0 0 170 16,0 0-209-16,0 0-79 0,0 0-9 0,-5-16 20 15,5 16-19-15,0 0-39 0,0 0-34 16,0 0-40-16,1 0-55 0,2 0-31 15,4 0-21-15,9 2-3 0,7 0 16 0,6 0-28 16,8-2 9-16,4 0-10 0,3-4-2 16,3-4 0-16,1-3 0 0,0-2 0 15,-1-3-12-15,-2 2-9 0,-2-1-1 16,-5 0-54-16,-6 2-51 0,-8 3-35 16,-6 3-43-16,-6 0-72 0,-7 4-136 15,-5 1-195-15,0 2-462 0,-9 0-643 0</inkml:trace>
  <inkml:trace contextRef="#ctx0" brushRef="#br0" timeOffset="37526.202">17041 689 2267 0,'0'0'381'0,"0"0"-159"16,0 0 6-16,0 0 88 0,0 0-9 15,0 0-49-15,-28 92-41 0,26-57-25 0,1 7-6 16,-1 7 11-16,-1 8-13 0,-1 3-49 15,-3 4-62-15,1-1-21 0,-3-1-25 16,2-5-24-16,3-4 18 0,1-7-21 16,1-7 0-16,2-5-12 0,0-5-3 15,0-5-12-15,3-5-7 0,2-4-2 16,0-3-102-16,0-7-40 0,2 0-18 16,-1-5-33-16,2 0-82 0,-2-6-115 15,4-5-153-15,-4 1-460 0,0-9-302 0</inkml:trace>
  <inkml:trace contextRef="#ctx0" brushRef="#br0" timeOffset="37750.904">17025 1207 2024 0,'0'0'489'16,"0"0"-166"-16,0 0-73 0,0 0 136 16,0 0-51-16,0 0-26 0,0 0-45 15,0 0-72-15,90-43-47 0,-70 37-35 0,6-1-11 16,1 0-38-16,2 1-26 0,4 0-35 15,2-1-3-15,2-1-12 0,1 0-25 16,1 1-6-16,0-1-85 0,1 2-17 16,-3-1-44-16,-1 2-81 0,-1 0-161 15,-8 3-295-15,2 2-971 0</inkml:trace>
  <inkml:trace contextRef="#ctx0" brushRef="#br0" timeOffset="39058.864">2298 5989 1441 0,'0'0'731'0,"0"0"-466"0,0 0-100 16,0 0 288-16,0 0 35 0,0 0-226 0,0 0-48 15,-76-69-60-15,64 63 14 16,-2 2 30-16,2 3-44 0,-2 1-55 0,-1 0-35 16,1 0-36-16,-3 4-1 0,-2 4-25 15,-1 5 1-15,-2 0 10 0,-1 10-12 16,1 2 1-16,1 6-2 0,-2 4 2 15,4 7 13-15,3 3-15 0,5 5 0 16,1 5 0-16,7 5 13 0,3 5-13 16,6 1-10-16,8 3 10 0,5-4 0 15,4-3 14-15,3-8 5 0,3-9-4 16,-2-10-15-16,2-9-18 0,-2-13 5 16,2-3 13-16,1-10 16 0,3 0 27 0,0-13-19 15,2-4-24-15,0-7-9 0,-2-4-40 16,-1-4-37-16,-2-5-126 0,0-3-106 15,-1-2-242-15,-8 11-251 0,10-22-825 16</inkml:trace>
  <inkml:trace contextRef="#ctx0" brushRef="#br0" timeOffset="39319.189">2624 5654 1072 0,'0'0'1827'0,"0"0"-1401"0,0 0-204 16,0 0 43-16,0 0 28 0,-18 73-34 16,18-49-95-16,0 4-69 0,3 8-21 15,6 8-6-15,0 10 27 0,4 9 12 0,-2 11-49 16,1 8-24-16,-1 3 0 0,-2 5-33 16,-2-1-1-16,2-4-1 0,-2-7-15 15,0-7 1-15,1-9 0 0,3-7 3 16,-1-11-37-16,2-12-107 0,3-8-100 0,4-12-128 15,1-12-142-15,-1 0-287 16,13-24-484-16</inkml:trace>
  <inkml:trace contextRef="#ctx0" brushRef="#br0" timeOffset="39684.4">3352 6311 1266 0,'0'0'2392'0,"0"0"-1995"0,0 0-231 15,0 0 82-15,-81 45 97 0,61-29-51 16,-2 4-111-16,5 1-107 0,4 0-43 16,3 1-5-16,3 1 11 0,2-2-18 0,4 0-3 15,1-6-3-15,0 1-15 0,3-8 0 16,1-1 0-16,2-3 0 0,-2-4-37 16,5 0 1-16,1-2-13 0,6-8-21 0,1-4-24 15,3-8-37-15,2-3 3 0,-2 0-26 16,-1-1-9-16,-1 3 31 0,-3 3 14 15,-1 7 25-15,-2 3 37 0,-1 4 6 16,2 4 50-16,-4 2 67 0,0 2 60 16,-1 7 40-16,-2-1-16 0,0 7-28 15,0 0 2-15,-2 4 16 0,-1 0-22 16,1 2-10-16,-4-4 10 0,3 2-19 16,-2-1-30-16,-1-6-49 0,2 0-21 15,-1-7-21-15,1 0-19 0,-1-3-26 0,2-1-92 16,3-1-58-16,3-1-17 0,2-6-37 15,1-4-145-15,0 0-315 0,7-12-753 0</inkml:trace>
  <inkml:trace contextRef="#ctx0" brushRef="#br0" timeOffset="39840.353">3826 6294 2869 0,'0'0'734'0,"0"0"-507"0,0 0-117 15,0 0 220-15,14 71 130 0,-14-51-104 16,0 4-119-16,0-4-91 0,0 1-49 15,0-7-55-15,-1-1-42 0,-2-4-29 16,-3-1-126-16,2-1-76 0,-2-3-53 0,2-3-106 16,-1-1-326-16,-6-3-853 0</inkml:trace>
  <inkml:trace contextRef="#ctx0" brushRef="#br0" timeOffset="40304.908">3813 6132 2689 0,'0'0'497'15,"0"0"-347"-15,0 0 104 0,0 0 65 16,0 0-99-16,0 0-89 0,0 0-56 16,0 0-32-16,0 0-9 0,82 0 3 15,-72 12 7-15,-1 8-1 0,-2 7 19 0,-3 4-7 16,0 6-24-16,-2 1-28 0,-2-1 25 16,0-5 27-16,0-6 50 0,0-3 87 15,0-7-79-15,1-4-70 0,5-2-33 0,3-3-8 16,5 0 60-16,1-4-23 0,2 0-39 15,-1-3-45-15,4 0 11 0,-1-4-8 16,1 0-1-16,3 0-3 0,-4 2 1 16,1 2 45-16,-4 0 21 0,-3 0-20 15,-3 2-1-15,-2 2 58 0,-3 0 3 16,-1 1-22-16,-1-2 1 0,-3-1-10 16,3 0-8-16,-3-2-10 0,1 0-9 15,2 0-3-15,0 0-1 0,6-7-109 16,1-2-18-16,3-3 12 0,5-5 21 15,4 0-24-15,4-3 14 0,-3 2 87 16,2 3-10-16,-1 3-74 0,2 3 102 0,0 3 25 16,-3 3 0-16,0 3 49 15,0 0 58-15,-2 8 98 0,-1 1-53 0,-5 3-129 16,-2 0-46-16,-1 2 20 0,-1 2 2 16,-3 1-24-16,-5 2-91 0,-3 2-111 15,-3 3 0-15,-9 5-75 0,-4 6-231 0,-5-1-461 16,3-7-438-16</inkml:trace>
  <inkml:trace contextRef="#ctx0" brushRef="#br0" timeOffset="41280.945">2104 7202 1159 0,'0'0'1316'0,"0"0"-901"0,0 0-72 0,0 0-28 15,0 0 10-15,0 0-70 0,0 0-62 16,0 0-44-16,0 0-41 0,0 0-37 16,7-17-31-16,3 16-3 0,6-5 12 15,7 2 34-15,6 2 0 0,5-3-1 16,9 1-20-16,5 1-4 0,7-2-16 15,7 1 4-15,7-3-16 0,9-1-8 16,6-1 2-16,5-5-10 0,6 1-14 16,8-3-1-16,6-3-1 0,4 3-10 0,9-3-3 15,0 2 12-15,3 3-22 0,-1 1 22 16,-3 3-9-16,-4 2-24 0,-6-1 5 16,-3 0 10-16,-7 1 9 0,-4 0 12 15,-5 0 24-15,-1 1-23 0,-6-1-1 16,-7 0 0-16,-4 2 19 0,-4-3-19 15,-8 0-9-15,-6 2-3 0,-10 1 12 0,-4-1-43 16,-8 3-27-16,-6 1 15 0,-7-1 34 16,-5 3 20-16,-4 1-91 0,-4 0-34 15,-3 0 15-15,-4 0 6 0,-1 0-15 16,0 1-20-16,0 4-28 0,-1-4-125 16,-4-1-131-16,2 1-216 0,-2-1-498 0,-1 0-421 15</inkml:trace>
  <inkml:trace contextRef="#ctx0" brushRef="#br0" timeOffset="41830.994">6293 6119 1641 0,'0'0'1051'16,"0"0"-707"-16,0 0-136 0,0 0 78 15,81 13 68-15,-48-7-34 0,6 2-47 16,4-3-81-16,3-1-48 0,5-4-52 16,-1 0-12-16,2-7-22 0,0-5-37 15,-3-4-21-15,3-3-11 0,-3-3-35 16,-3-4-76-16,1-2-44 0,-5-2-102 15,-1 1-59-15,-7 2-183 0,-11 5-732 16,0-4-1017-16</inkml:trace>
  <inkml:trace contextRef="#ctx0" brushRef="#br0" timeOffset="42066.487">6847 5700 2481 0,'0'0'560'0,"0"0"-307"0,0 0-81 16,0 0 37-16,0 0 121 0,-12 75-45 16,12-44-55-16,7 6-55 0,2 5-52 15,1 2-34-15,-3 7-15 0,0 4-16 16,-1 6-34-16,0 6-22 0,-2 1-2 16,-1 1-3-16,1-4-9 0,2-8-16 15,0-9-11-15,4-9 2 0,-1-12-58 16,1-10-37-16,1-9-31 0,2-6-26 15,3-5-107-15,0-10-190 0,-3 1-284 16,9-18-666-16</inkml:trace>
  <inkml:trace contextRef="#ctx0" brushRef="#br0" timeOffset="42364.159">7282 6155 1725 0,'0'0'752'0,"0"0"-385"15,0 0-91-15,0 0 59 0,40 84-6 16,-34-63-30-16,1 3-52 0,-4 1-83 16,1-2-65-16,0 2-41 0,-4-2-15 15,2-4-15-15,-2-3-10 0,1-4-2 16,-1-5-13-16,2-6 12 0,-1-1 7 16,1 0 8-16,2-1 26 0,0-9 36 15,4-3-13-15,3-6-51 0,1-6-28 0,3-6-25 16,-3-1-36-16,4-3 0 15,1 5 0-15,2 0 8 0,0 2-8 0,-1 4-16 16,1 3-22-16,-2 4-33 0,0 1-45 16,0 4-77-16,-3 3-95 0,-1 4-259 15,-4 1-659-15,2 4-466 0</inkml:trace>
  <inkml:trace contextRef="#ctx0" brushRef="#br0" timeOffset="42886.573">7773 6216 887 0,'0'0'0'0,"0"0"-98"0,0 0-231 16,0 0-79-16</inkml:trace>
  <inkml:trace contextRef="#ctx0" brushRef="#br0" timeOffset="43106.596">7773 6216 385 0,'-26'5'996'0,"23"-5"-596"0,2 0-79 16,0 0 26-16,-2 0 20 0,1 0-30 15,1 0-75-15,-1 3-75 0,-1 7-32 16,3 3 18-16,0 6 13 0,0 6 4 16,0 7-29-16,3 6-22 0,2 4-22 15,-1 3 6-15,3 1 6 0,-3 3-29 16,-2 0-29-16,1 1-29 0,-2-1-20 15,-1-5-20-15,2 2-2 0,1-8 1 16,2-5-1-16,5-9-55 0,-1-10-6 0,1-7-107 16,3-7-35-16,-1-12-109 0,3-7-128 15,-3 0-317-15,8-11-890 0</inkml:trace>
  <inkml:trace contextRef="#ctx0" brushRef="#br0" timeOffset="43347.52">8018 6475 2282 0,'0'0'757'0,"0"0"-514"16,0 0-109-16,0 0 91 0,0 0 93 16,-81 56-73-16,61-39-111 0,4 1-94 15,-1-2-37-15,4 1-3 0,0-3 0 0,3-1 0 16,4-1 16-16,1-2-4 16,3-1 10-16,2 0 9 0,0 0-13 15,9 1 13-15,4 2 3 0,4 0 10 0,3-1-4 16,2-2-10-16,1 1-27 0,1-3 0 15,0-3-3-15,0-3 0 0,3-1-71 16,-2-7-59-16,2-5-44 0,0-7-83 16,1-3-98-16,-6 3-330 0,8-15-1152 0</inkml:trace>
  <inkml:trace contextRef="#ctx0" brushRef="#br0" timeOffset="43581.289">8436 6366 2647 0,'0'0'708'0,"0"0"-438"16,-42 69-17-16,25-35 142 0,-3 6 4 15,1 4-108-15,-1 2-117 0,1 4-61 16,-4 4-25-16,0 3-27 0,-4 2-27 0,-4 6-13 16,1-2-21-16,0 1-15 15,4-3-52-15,6-6-3 0,5-8-24 0,10-12-19 16,3-12-13-16,2-11 32 0,0-11-38 15,3-2-100-15,4-15-147 0,3-3-134 0,0-5-179 16,-2 5-296-16,4-15-269 0</inkml:trace>
  <inkml:trace contextRef="#ctx0" brushRef="#br0" timeOffset="43717.811">8250 6847 2240 0,'0'0'1255'0,"0"0"-860"0,0 0-184 15,0 0 75-15,98-46 45 0,-72 38-55 16,0 1-20-16,0 2-89 0,-1-2-48 15,-1-2-50-15,-1 0-41 0,0-1-28 16,-4-2-52-16,-2 0-96 0,-5 1-74 0,-1 3-84 16,-7-3-221-16,-1 5-702 15,-3 4-1175-15</inkml:trace>
  <inkml:trace contextRef="#ctx0" brushRef="#br0" timeOffset="44026.835">8432 6828 1835 0,'0'0'1475'15,"0"0"-1180"-15,0 0-131 0,-8 78 100 0,8-50 99 16,0 4 4-16,5 1-67 0,2 0-83 16,2 0-59-16,-3-2-79 0,0 0-37 15,0-4-40-15,-4-3-2 0,-1-5-85 16,1-7-55-16,-2-3-42 0,1-5-14 16,1-2-37-16,-2-2-94 0,1-3-145 15,-1-8-82-15,0 0-125 0,0-3-33 16,0-4 153-16,0 2 168 0,0-1 391 15,0-2 52-15,2 3 303 0,-1 1 178 0,2 0 24 16,5 2-6-16,1 1-73 0,1 2-75 16,3 3-74-16,2-3-84 0,0 4-63 15,1-1-59-15,1 2-53 0,1 0-27 16,1-1-41-16,-3 2-2 0,1-2-27 16,-1-3-62-16,-2 1-164 0,-1 0-162 15,-3 0-291-15,2-1-1172 0</inkml:trace>
  <inkml:trace contextRef="#ctx0" brushRef="#br0" timeOffset="44466.654">9040 5700 1835 0,'0'0'386'0,"0"0"-169"0,0 0 468 16,0 0-251-16,0 0-109 0,-25 70-39 16,22-31-59-16,3 9-48 0,0 9 12 15,0 4-10-15,3 5-25 0,3-1-16 16,-2-2-30-16,2-1-38 0,-1-5-47 15,2-10-25-15,-3-9-28 0,2-8-63 16,1-13-67-16,2-9-47 0,5-8-6 16,1-1-135-16,0-9-416 0,8-16-1179 0</inkml:trace>
  <inkml:trace contextRef="#ctx0" brushRef="#br0" timeOffset="44835.385">9625 5722 1527 0,'0'0'1428'16,"0"0"-892"-16,20 79-81 0,-14-42-2 0,-3 9-12 15,1-1-81-15,-4 4-101 0,0 2-95 16,-8-1-89-16,-4-1-44 0,-5-2-30 16,-2-5-1-16,-3-4-16 0,1-5-29 15,-1-10-40-15,2-2-42 0,0-5-22 16,4-8 12-16,0-4 30 0,4-4 25 15,2 0-35-15,0-7-27 0,2-4 39 0,0-5 47 16,1-3-13-16,2-6 2 0,0-3-27 16,2-3 44-16,3 0 52 0,0 4 6 15,8 4 28-15,4 6 25 0,6 7 31 16,6 8 18-16,2 2-6 0,3 6-1 16,3 9 28-16,1 1 18 0,0 1 2 15,0 2-24-15,-2 0-40 0,-1-1-27 0,-3-1-19 16,-4-3-39-16,-2-4-27 0,-1-3-73 15,-3-6-43-15,-1-1-25 0,2-8-15 16,-2-9-100-16,-1 4-337 0,2-17-876 16</inkml:trace>
  <inkml:trace contextRef="#ctx0" brushRef="#br0" timeOffset="45056.222">10200 5766 1406 0,'0'0'1200'0,"0"0"-849"16,0 0-60-16,78 65 109 0,-51-39 3 0,3 7 46 16,-3-2-9-16,-3 2-223 0,-1 1-123 15,-6 3-12-15,-2 3-30 0,-7-1-28 0,-2 3-22 16,-6 0-2-16,-1-1-31 0,-11-1-45 16,-4 0-6-16,-4-4-22 0,-4-1-30 15,-2-1 2-15,-3-6 0 16,0-3 3-16,-1-6-17 0,1 0-115 0,3-7-207 15,6-5-493-15,-8-2-518 0</inkml:trace>
  <inkml:trace contextRef="#ctx0" brushRef="#br0" timeOffset="45448.222">11550 5691 2752 0,'0'0'519'15,"0"0"-191"-15,0 0-91 0,0 0 68 16,-86 45 18-16,70-12-21 0,-4 9-90 16,0 7-78-16,-1 12-43 0,1 4-17 0,3 5-4 15,0 5-1-15,1-3-11 0,7-3-9 16,5-5-13-16,4-8-24 0,3-7-12 16,10-9 0-16,1-11 0 0,8-4 0 15,0-10-12-15,5-6-58 0,3-9 10 16,0 0-22-16,2-12-55 0,0-6-28 15,-3-4-59-15,-2-3-114 0,-3-4-221 0,-6 8-713 16,-4-8-1076-16</inkml:trace>
  <inkml:trace contextRef="#ctx0" brushRef="#br0" timeOffset="45628.118">11408 6198 218 0,'0'0'2695'0,"0"0"-2209"0,0 0-119 0,0 0 54 15,0 0-33-15,0 0 5 0,88 73-115 16,-55-63-89-16,4-5-62 0,4-5-36 16,-2-2-28-16,4-9-63 0,-3-3 0 15,2-4-63-15,-3-2-64 0,1-4-83 16,-4-1-76-16,-3-3-197 0,-10 8-681 16,5-11-1159-16</inkml:trace>
  <inkml:trace contextRef="#ctx0" brushRef="#br0" timeOffset="45837.4">12278 5777 3387 0,'0'0'1039'0,"0"0"-540"0,100-20-145 16,-58 5-151-16,3-4-72 0,0-1-38 0,-2-3-45 15,-5-1-48-15,-4-1-18 0,0-2-34 16,-3 1-87-16,-2 2-43 0,-2 1-47 15,-1 3-76-15,-5 2-68 0,-7 7-728 16,-7-1-680-16</inkml:trace>
  <inkml:trace contextRef="#ctx0" brushRef="#br0" timeOffset="46038.844">12520 5711 2549 0,'0'0'639'16,"0"70"-162"-16,3-37-14 0,3 9-34 0,0 7-2 15,0 3-101-15,-4 1-98 0,1-2-71 16,-1 2-48-16,-2-4-33 0,0-2-34 0,0-3-21 16,0-4-19-16,0-4-2 15,0-3-24-15,0-4-73 0,0-2-145 16,1-10 97-16,-1-3 14 0,0-9-37 16,0-4-70-16,0-1-140 0,0-5-328 0,-3-2-633 15,-2-9-22-15</inkml:trace>
  <inkml:trace contextRef="#ctx0" brushRef="#br0" timeOffset="46160.75">12533 6031 2912 0,'0'0'645'15,"0"0"-261"-15,0 0-23 0,0 0-138 16,77-17-94-16,-53 14-15 0,4 1-13 16,3-1-27-16,2-3-65 0,5 1-9 0,5-2-64 15,3-1-71-15,-1-2-152 0,-12 1-389 16,13-5-1739-16</inkml:trace>
  <inkml:trace contextRef="#ctx0" brushRef="#br0" timeOffset="46333.186">13836 5999 2496 0,'0'0'2511'0,"0"0"-2066"15,0 0 33-15,0 0-71 0,0 0-190 16,0 0-103-16,0 0-114 0,0 0-3 15,0 0-99-15,0 0-43 0,0 0-50 16,-39-31-80-16,26 23-273 0,-17 4-1177 0</inkml:trace>
  <inkml:trace contextRef="#ctx0" brushRef="#br0" timeOffset="47152.514">5090 6164 2406 0,'0'0'235'0,"0"0"452"0,0 0-272 16,0 0-166-16,0 0-17 0,0 0-24 15,0 0-44-15,0 0-41 0,0 0-19 16,0 0-33-16,56 6-58 0,-40 1-13 16,-5 1-30-16,-1 0-23 0,0 3-116 0,-2 2-72 15,-4 5-104-15,-1-6-303 0,-3 16-847 16</inkml:trace>
  <inkml:trace contextRef="#ctx0" brushRef="#br0" timeOffset="47265.437">5238 6486 688 0,'0'0'1624'0,"0"0"-1082"0,0 0 2 0,0 0-67 15,0 0-72-15,0 0-173 0,0 0-179 16,0 0-53-16,78 37-136 0,-68-32-119 16,0-2-173-16,3 2-837 0</inkml:trace>
  <inkml:trace contextRef="#ctx0" brushRef="#br0" timeOffset="49041.426">2444 8249 1132 0,'0'0'2121'0,"0"0"-1818"15,0 0-186-15,0 0 94 0,0 0 112 16,0 0-37-16,0 0-86 0,0 0-64 16,0 0-35-16,-7 43 6 0,7-3 12 15,1 12 3-15,2 14-22 0,-3 12 0 16,0 9-39-16,0 6-43 0,-4 6-17 15,-4 4-1-15,1 0-1 0,-1 3-2 16,2-3-9-16,0-4 12 0,3-10-1 16,0-12-23-16,3-15-22 0,0-15-57 0,0-17-62 15,3-10-36-15,4-11-66 0,4-9-175 16,3-4-290-16,-4-7-775 0,6-21-547 16</inkml:trace>
  <inkml:trace contextRef="#ctx0" brushRef="#br0" timeOffset="49261.066">2372 8618 408 0,'0'0'2668'15,"0"0"-2307"-15,0 0-206 0,0 0 152 0,43-75 62 16,-24 64-127-16,2 4-84 0,1 0-48 16,2 5-11-16,2 0-20 0,-1 2-8 15,-2 0-44-15,-4 8-12 0,-4 7 7 16,-3 5-21-16,-5 8 20 0,-1 9-4 15,-6 10-17-15,-4 3-97 0,-6 3 5 0,-4-4 21 16,2-7 19-16,0-6-3 0,1-10-6 16,2-8-29-16,3-7 1 15,2-4-4-15,1-7-19 0,0 0-28 0,1-4-55 0,1-7-145 16,-3-6 7-16,1-5-206 16,0-3-221-16,3-1-7 0,0 3 1 0</inkml:trace>
  <inkml:trace contextRef="#ctx0" brushRef="#br0" timeOffset="49495.841">2594 8694 890 0,'0'0'560'0,"0"0"-33"0,0 0-15 0,0 0-52 16,92-28-50-16,-65 22-65 0,-1 3-27 16,-1-1-5-16,-5 2-93 0,0 0-100 15,-4 2-31-15,-5 0 0 0,0 4 0 16,-3 3-16-16,1 3-12 0,-3 2-39 16,-2 5-10-16,2 3 34 0,-3 4-13 15,-2 2 1-15,-1 2-19 0,0 1-13 16,0-6-2-16,0-4-2 0,0-11-12 0,-1-1 13 15,1-5 0-15,0-2 0 0,0 0 0 16,1-5-11-16,5-4-43 0,1-5-18 16,3-3-7-16,4-7-48 0,1-4-72 15,3-1-81-15,1-2-116 0,3 0-143 0,-5 9-535 16,5-12-332-16</inkml:trace>
  <inkml:trace contextRef="#ctx0" brushRef="#br0" timeOffset="49773.204">3226 8649 2707 0,'0'0'494'16,"5"72"-388"-16,-4-36 119 0,2 3 242 16,-2-2-64-16,1-9-180 0,2-13-113 15,2-8-76-15,4-7-6 0,2 0 42 16,3-9 90-16,4-9-51 0,3-9-109 16,1-5-9-16,-4-3-55 0,-1-3-3 0,-3-2 0 15,-1 5 5-15,-2 4 16 0,-4 5 9 16,-2 3 19-16,-6 11 9 0,0 2 9 15,-3 3 34-15,-7 5 2 0,-3-1 17 0,-1 3-20 16,-1 0-33-16,0 2-27 16,0 5-13-16,-2 5 3 0,4 0 37 15,1 2 3-15,2 1-3 0,3-2-3 16,4-1-40-16,2 0-28 0,-1 0-92 0,2 0-51 16,0 1-149-16,0-2-314 0,7 1-825 0</inkml:trace>
  <inkml:trace contextRef="#ctx0" brushRef="#br0" timeOffset="50026.395">3597 8649 1565 0,'0'0'646'0,"0"0"-209"16,0 0-13-16,0 0-35 0,0 0-94 15,81 19-38-15,-75-16-34 0,0-2-74 16,-1-1-59-16,-2 0-53 0,1 0-6 16,3-6 9-16,2-4 53 0,1-4 3 15,0-6-96-15,4 1-74 0,-5-3-21 16,1 3-1-16,-3 4 10 0,-4 5-1 15,-3 1 18-15,0 7 26 0,0 0 5 0,-10 0-12 16,-1 2 1-16,-8 0 10 0,0 0-49 16,-1 4-41-16,1 0-28 0,-1 3-56 15,4 0-13-15,3-1-40 0,3 4-84 16,3-2-161-16,6 3-81 0,1-3-150 0</inkml:trace>
  <inkml:trace contextRef="#ctx0" brushRef="#br0" timeOffset="50344.672">3794 8622 1778 0,'0'0'638'16,"0"0"-202"-16,0 0-48 0,104-4-86 16,-73-1-59-16,1-1-20 0,-2-2-112 15,4-4-52-15,-1-6-34 0,4-1 19 16,-4-5 89-16,-1-1-133 0,-5-4-174 16,-4-3-68-16,-6-1-114 0,-3 2-256 15,-7 5-455-15,-4 0-15 0,-3 5 342 16,0 5 740-16,-6 3 668 0,-7 4-59 0,-1 1-7 15,-5 0-58-15,-1 3-142 0,-2-1-114 16,-2 1-42-16,1 5-56 0,5 0-45 16,3 5 3-16,3 6-19 0,3 8-66 0,1 2-17 15,4 8 29-15,1 4 40 0,3 7 71 16,0 4-17-16,0 3-18 0,0 8-29 16,4 2-18-16,0 12-22 0,2 3-6 15,-3 5 4-15,-2 3-35 0,-1-4-31 16,0-5-14-16,0-3-21 0,-1-6-6 15,-2-6-25-15,0-3 6 0,-3-6-82 16,1-4-30-16,-6-7-11 0,-3-5-43 16,-3-6-120-16,0-7-284 0,-22 0-1010 15</inkml:trace>
  <inkml:trace contextRef="#ctx0" brushRef="#br0" timeOffset="50681.82">1631 9831 2842 0,'0'0'576'0,"0"0"-367"0,0 0-89 16,0 0 38-16,0 0 25 0,0 0 78 15,112-12 15-15,-44 4-86 0,21-3-3 16,14-2 8-16,12 0-61 0,12-2-61 15,7 2-33-15,10 2-12 0,6 0-28 16,5-1-14-16,5 6 14 0,2 0 0 16,1 0 0-16,-3 5 0 0,-5-3 24 15,-6 2-24-15,-9-3-35 0,-12-1 13 16,-8 4-11-16,-14-3 12 0,-12 1 3 0,-12 2-40 16,-12 2-3-16,-11 0 9 0,-11 0-30 15,-13 0-25-15,-8 0-25 0,-10 0-64 16,-8 7-148-16,-6-3-302 0,-10 8-1010 0</inkml:trace>
  <inkml:trace contextRef="#ctx0" brushRef="#br0" timeOffset="51655.098">7277 8141 1190 0,'0'0'364'0,"0"0"4"16,0 0 412-16,0 0-408 0,0 0-49 0,0 0-6 16,0 0-3-16,0 0-26 0,0 0-80 15,0 0-69-15,-4-28-16 0,24 50 94 16,6 12 12-16,4 15-101 0,2 12-37 15,3 11-21-15,-4 13-10 0,0 5 46 0,-4 4 36 16,0-1-121-16,-5-3-2 16,0-6-16-16,-2-10-1 0,-3-9 10 0,0-8-10 15,-2-12 16-15,1-10-15 0,-3-11-3 16,1-11-1-16,-1-6-20 0,3-7 21 16,1-3 0-16,3-11 0 0,-1-5-1 15,1-9 0-15,0-8 1 0,1-4-12 16,-1-7 12-16,0-7-3 0,-1-6-28 15,2-6 7-15,-1-10 9 0,2-6-12 16,0-8-28-16,2-3-5 0,2 1 2 0,1 7 1 16,0 8 17-16,-1 15 1 0,-3 15 18 15,-6 15-10-15,-6 10-42 16,-6 14-15-16,-4 6 6 0,-1 2-46 0,-3 4-90 16,-6 8-164-16,-3 5-187 0,-1 4-234 15,2-4-422-15,-9 16 63 0</inkml:trace>
  <inkml:trace contextRef="#ctx0" brushRef="#br0" timeOffset="51869.795">7556 8697 2669 0,'0'0'661'15,"0"0"-429"-15,0 0-175 0,0 0 120 16,0 0 156-16,0 0-28 0,0 0-30 15,99 27-94-15,-71-25-77 0,3 3-12 16,5-4-4-16,-1-1-27 0,2 0-10 0,4-1-51 16,0-6-22-16,1-4-78 0,0-2-89 15,2-2-88-15,1 1-146 0,-12 4-339 16,18-4-1122-16</inkml:trace>
  <inkml:trace contextRef="#ctx0" brushRef="#br0" timeOffset="52304.418">9527 8497 1763 0,'0'0'1109'16,"0"0"-846"-16,0 0-116 0,0 0 174 15,0 0 45-15,104 53 6 0,-62-40-75 16,1-2-76-16,6-4-49 0,-2-3-66 0,0-4-35 16,-3-1-32-16,-1-8-21 15,-4-4-18-15,-1-4-39 0,-2-2-147 0,-5 0-72 16,-3-5-93-16,-6 3-193 0,-7 6-676 15,-6-1-975-15</inkml:trace>
  <inkml:trace contextRef="#ctx0" brushRef="#br0" timeOffset="52538.232">9955 8513 1618 0,'0'0'1359'0,"0"0"-1112"15,0 0-129-15,-33 68 126 0,24-41 106 16,3 3 7-16,2 2-90 0,0-1-98 15,3 5-43-15,1 1-6 0,0 2-13 16,0 1-25-16,0 0-6 0,0-3-30 0,0-5-22 16,0-5-3-16,1-4 10 0,7-6 5 15,1-3-15-15,4-1-21 0,3-2-11 16,0-3-37-16,7-1-28 0,1 1 3 16,4-5 27-16,-1-3-88 0,5 0-56 15,2 0-62-15,2-8-89 0,-7-2-304 16,20-8-1119-16</inkml:trace>
  <inkml:trace contextRef="#ctx0" brushRef="#br0" timeOffset="52975.76">10872 8400 1808 0,'0'0'1248'15,"0"0"-970"-15,0 0-122 0,0 0 88 0,0 0 130 16,0 0-38-16,0 0-147 0,0 0-78 16,0 0-50-16,-93 78-9 0,79-43 28 0,0 6 5 15,3 5-2-15,0 5-10 0,4 1 3 16,2 2 6-16,1-1-9 0,4 0-15 16,0-6-9-16,0-6-19 0,10-5-6 15,3-8-21-15,2-6-3 0,3-5 0 16,3-8-15-16,3-2 12 0,5-5-12 15,0-2-19-15,-1-4-2 0,1-8-31 16,-3-1-39-16,-4-4-37 0,-3 3-53 16,-6-4-95-16,-4 3-202 0,-3 4-623 15,-6-3-861-15</inkml:trace>
  <inkml:trace contextRef="#ctx0" brushRef="#br0" timeOffset="53134.696">10692 8845 2877 0,'0'0'460'0,"0"0"-240"0,0 0-2 16,0 0 150-16,0 0-51 0,0 0-116 0,0 0-26 16,0 0-31-16,86-5-65 0,-53 5-57 15,6 1-22-15,3-1-20 0,1 0-87 16,7-3-117-16,0-4-143 0,3 2-254 16,-13 1-136-16,18-1-1978 0</inkml:trace>
  <inkml:trace contextRef="#ctx0" brushRef="#br0" timeOffset="53534.214">12617 8213 1858 0,'0'0'1213'0,"0"0"-999"0,0 0-112 0,-102-41 73 15,70 40 21-15,-1 1 135 0,1 8-42 16,0 13-106-16,-1 5-72 0,4 14 12 16,1 5 51-16,2 9-33 0,4 6-34 15,2 8 5-15,1 7 1 0,5 1-16 16,3 5-40-16,2 1-32 0,6-1 23 15,3-9 7-15,4-11 2 0,12-8 16 16,1-13-13-16,6-9-36 0,3-8-3 16,4-10 0-16,3-6-19 0,4-7-2 15,0 0-12-15,2-12-18 0,-2-7-45 0,-4-5-55 16,-4-2-104-16,-6-2-103 0,-7 0-255 16,-6 9-527-16,-10-3-736 0</inkml:trace>
  <inkml:trace contextRef="#ctx0" brushRef="#br0" timeOffset="53669.24">12274 8901 2334 0,'0'0'1395'0,"0"0"-1122"0,0 0-172 0,0 0 145 15,0 0 51-15,0 0 56 0,0 0-124 16,0 0-110-16,0 0-53 0,98 28-66 16,-68-33-12-16,0-6-118 0,0-3-81 15,-1 0-68-15,-7-2-137 0,0 4-296 16,-9 2-582-16,-2 1-463 0</inkml:trace>
  <inkml:trace contextRef="#ctx0" brushRef="#br0" timeOffset="53826.589">12532 8841 2330 0,'0'0'1128'0,"0"0"-843"15,0 0-127-15,0 0 84 0,0 0 25 16,-2 72 5-16,7-50-88 0,2 3-80 16,3-1-30-16,0 0-4 0,2 2 37 15,2-3-16-15,-1-1-91 0,1-2 0 0,2-3-82 16,1-4-83-16,-2 1 6 0,5-4 12 15,3-1-56-15,2-2-104 0,1-1-202 16,-5-5-194-16,7-1-993 0</inkml:trace>
  <inkml:trace contextRef="#ctx0" brushRef="#br0" timeOffset="54224.327">13160 8262 3123 0,'0'0'519'16,"0"0"-383"-16,0 0-10 0,0 0 63 0,0 0 88 15,0 0-48-15,-75 92-51 0,65-53-33 16,0 4-17-16,1 6 0 0,2 4 12 16,0 3-15-16,1 6-31 0,-1 1-22 15,3 0-11-15,1-1-19 0,3-3-5 16,0-4-6-16,4-6-31 0,9-5-24 15,7-8-16-15,3-5-66 0,6-6-6 16,3-6-24-16,2-7 11 0,1-5-40 16,4-5-37-16,0-2-118 0,0 0-167 15,-11-3-321-15,11-9-902 0</inkml:trace>
  <inkml:trace contextRef="#ctx0" brushRef="#br0" timeOffset="54587.644">13565 8091 2297 0,'0'0'674'0,"0"0"-202"0,19 87-142 15,-12-34-40-15,0 9-1 0,0 5-16 0,-4 2-24 16,-1-1-57-16,-2-1-70 16,0 3-58-16,0-4-27 0,0-3-7 15,0-4-6-15,0-5-24 0,0-11-18 0,0-9-24 16,4-9-65-16,3-10-30 0,5-8-47 15,2-7 0-15,3-9-54 0,5-11-126 16,-6 0-316-16,13-21-1191 0</inkml:trace>
  <inkml:trace contextRef="#ctx0" brushRef="#br0" timeOffset="54836.087">13960 8360 3488 0,'0'0'458'0,"0"0"-279"0,0 0 14 0,0 0 73 15,-88 71 5-15,63-46-57 0,-2 2-61 16,3 0-68-16,-1 1-52 0,2-3-17 16,3 4-13-16,0-3 9 0,4 3-10 15,3-4 0-15,6 2 16 0,5-6-15 16,2 2 28-16,5-3-16 0,10-1 12 0,1 0 3 16,7-1 1-16,2 1 23 0,2-6-11 15,6-1-37-15,3-4-6 0,2-5-55 16,4-3-60-16,4-5-58 0,0-7-44 15,4-4-67-15,1-4-198 0,-15 3-642 16,13-13-1238-16</inkml:trace>
  <inkml:trace contextRef="#ctx0" brushRef="#br0" timeOffset="55068.803">14597 8151 2146 0,'0'0'1928'0,"0"0"-1573"15,0 0-352-15,0 0 53 0,0 0 73 16,-78 91 65-16,48-42 60 0,-2 6-62 0,-2 5-55 16,-1 2-21-16,-1 5-17 0,0 2-11 15,-3 8-30-15,-4 1-19 0,-2 3-15 16,-1 4-12-16,0-2-11 0,-2 2-1 16,4-9-1-16,1-5-44 0,6-8-52 15,9-9-9-15,7-7-15 0,7-13 6 16,8-9-32-16,6-12-39 0,3-13-62 15,9-8-237-15,6-19-257 0,-4 3-657 16,14-35-474-16</inkml:trace>
  <inkml:trace contextRef="#ctx0" brushRef="#br0" timeOffset="55244.31">14427 8717 1634 0,'0'0'1537'0,"0"0"-1278"0,0 0-18 16,0 0 259-16,98-4 11 0,-75 4-131 0,3 0-90 15,6 0-129-15,4-3-89 0,4-4-44 16,0-2-28-16,2-3-12 0,1 0-45 16,1-1-89-16,-3-2-24 0,-2 1-10 15,-7 1-93-15,-8 1-274 0,-9 3-694 16,-8 6-916-16</inkml:trace>
  <inkml:trace contextRef="#ctx0" brushRef="#br0" timeOffset="55431.015">14637 8822 2236 0,'0'0'1103'16,"0"0"-814"-16,-20 77-106 0,17-46 123 0,-2 7 45 15,2 1 6-15,1 1-81 0,2-1-115 16,0 1-63-16,0 2-28 0,0-4-22 16,0-2-45-16,0-6-3 0,0-3-48 15,-1-8-92-15,1-6-58 0,0-7-44 0,1-4-44 16,2-2-130-16,0 0-233 15,1-5-381-15,-2-5-318 0</inkml:trace>
  <inkml:trace contextRef="#ctx0" brushRef="#br0" timeOffset="55614.97">14616 9016 2985 0,'0'0'431'0,"0"0"-326"0,0 0-80 0,0 0 159 16,0 0 45-16,0 0 75 0,0 0-90 15,0 0-93-15,85 0-63 0,-59-1-27 16,3-7-30-16,5-3-1 0,8-6-36 16,3-4-32-16,3-2 28 0,0-2-118 15,1-3-198-15,-13 9-218 0,14-12-769 0</inkml:trace>
  <inkml:trace contextRef="#ctx0" brushRef="#br0" timeOffset="55865.592">15459 8221 3569 0,'0'0'410'0,"0"0"-407"0,0 0 63 0,0 0 97 16,0 0 141-16,91 92 136 0,-71-58-165 16,-1 3-147-16,-1 3-43 0,-3 2-18 15,-3-1-4-15,-4 2-27 0,-4 3-5 16,-4 1-10-16,0 1-21 0,-7 4-2 15,-9-4 2-15,-3 2-18 0,-7-3-64 16,-4 2-33-16,-2-4-40 0,-4-2-22 16,-2-2-19-16,0-4-28 0,-1-4-125 15,-3-3-262-15,8-9-590 0,-21-1-992 0</inkml:trace>
  <inkml:trace contextRef="#ctx0" brushRef="#br0" timeOffset="56660.284">4033 10750 1881 0,'0'0'175'0,"0"0"942"0,0 0-744 15,0 0-86-15,0 0-34 0,0 0-17 16,0 0 34-16,88 18-61 0,-46-12-44 16,4-4-42-16,3 3-20 0,-1-4-30 0,-2-1-21 15,-3 0-33-15,-1 0-19 0,1 0-12 16,-4-2 9-16,-2-3-9 0,0-1-64 16,-6-1-76-16,-3-2-53 0,-5 2-51 15,-6 1-168-15,-4 0-136 0,-7 4-738 16,-6 1-836-16</inkml:trace>
  <inkml:trace contextRef="#ctx0" brushRef="#br0" timeOffset="56901.417">4511 10811 760 0,'0'0'1136'0,"0"0"-653"16,0 0-125-16,0 0 18 0,0 0 13 0,-54 81-54 15,48-54-83-15,1 5-65 0,2 4-20 16,1 3-18-16,2 0-35 0,0 3-10 15,0 2 0-15,5 2 3 0,0 0-30 16,2-2-19-16,2-3-31 0,0-7-15 16,2-5 7-16,-2-6-19 0,0-4 0 15,0-8-31-15,2-5-2 0,-1 1-25 0,4-3-74 16,2-1-18-16,6-3-56 0,2-2-113 16,5-9-170-16,-7 4-210 0,12-12-985 15</inkml:trace>
  <inkml:trace contextRef="#ctx0" brushRef="#br0" timeOffset="57169.742">5274 10624 3246 0,'0'0'712'0,"0"0"-495"15,0 0-108-15,0 0 176 0,0 0 130 16,0 0-150-16,0 0-143 0,0 0-89 0,0 0-21 15,-69 69 13-15,59-38 17 0,0 7 1 16,4 4-16-16,2 4-6 0,-2 5-3 16,4 4-6-16,1 1-9 0,1 3 7 15,0 0-10-15,3-2-13 0,7-5-11 16,4-9 12-16,1-3-33 0,9-9-7 16,2-8-94-16,4-5 15 0,7-9-30 15,0-5-75-15,2-4-122 0,4-11-271 0,-10-1-747 16,25-5-1035-16</inkml:trace>
  <inkml:trace contextRef="#ctx0" brushRef="#br0" timeOffset="57611.686">5829 10806 2887 0,'0'0'540'0,"0"0"-359"0,0 0-54 0,0 0 93 15,0 0 143-15,0 0-60 0,94 24-54 16,-53-17-83-16,1 0-78 0,2-2-30 15,-1-5-30-15,-3 0-10 0,-2-3 3 16,0-8-21-16,-6-5-25 0,1 1-112 0,-5-6-32 16,-5 2-79-16,-5 0-111 0,-6 3-266 15,-5-3-833-15</inkml:trace>
  <inkml:trace contextRef="#ctx0" brushRef="#br0" timeOffset="57829.482">6120 10492 160 0,'0'0'2511'0,"0"0"-2020"0,0 0-236 15,0 0 30-15,-36 92 71 0,36-52 2 16,0 4-95-16,1 5-69 0,8 5-38 0,0 3 27 16,2 4-19-16,-2 1-46 0,3-1-60 15,-4-1-34-15,4-6-24 16,-2-5-12-16,1-8-46 0,2-7-72 0,-1-10-19 15,4-9-19-15,-2-11-43 0,3-4-118 16,1-7-261-16,-5-4-636 0,3-16-798 16</inkml:trace>
  <inkml:trace contextRef="#ctx0" brushRef="#br0" timeOffset="58064.604">6437 10878 2726 0,'0'0'673'15,"0"0"-461"-15,0 0 13 0,0 0 123 16,0 0-31-16,0 0-24 0,0 0-97 15,82 84-89-15,-67-55 12 0,-1 1-19 0,-4 0-12 16,-1 1-27-16,-2-1-22 0,-1 1-17 16,-3-5-10-16,-2-2-12 0,-1-3 0 15,0-7 2-15,0-8 13 0,0-1 0 16,0-5 13-16,0 0-28 0,3-11-48 16,0-1 21-16,1-8-7 0,2-8 7 0,4-3 9 15,3-7-19-15,4-4-39 16,2-1-55-16,6-1-33 0,2 5-32 0,5 0-84 15,-2 6-174-15,-7 11-333 0,9-4-896 16</inkml:trace>
  <inkml:trace contextRef="#ctx0" brushRef="#br0" timeOffset="58607.845">6930 11036 2161 0,'0'0'655'0,"0"0"-302"0,0 0-196 16,0 0 34-16,0 0 162 0,0 0-39 0,1 87-46 15,7-49-114-15,-1 2-22 0,0 3-24 16,-1 2 8-16,-2-3 10 0,-2-2-20 15,-1-2-36-15,-1-2-24 0,0-6-37 0,0-4-9 16,0-7-33-16,0-6-59 0,2-7-79 16,2-5-86-16,4-1-61 0,3-7-150 15,-3-3-340-15,8-14-722 0</inkml:trace>
  <inkml:trace contextRef="#ctx0" brushRef="#br0" timeOffset="58847.48">7162 11184 2202 0,'0'0'626'16,"0"0"-468"-16,0 0-27 0,0 0 147 16,0 0 17-16,-78 48-44 0,61-33-52 0,3 3-72 15,0-1-30-15,5 2-14 0,1-1 7 16,7-1 12-16,1 0-10 0,0-1-9 16,7-1-6-16,4-3-19 0,4 0 6 0,2-2-6 15,1-3-15-15,0-4-15 16,1-1-16-16,3-2-12 0,-2 0-34 0,0-5-82 15,3-5-31-15,0-2-68 0,0-1-82 16,0-5-132-16,-4 6-300 16,5-9-823-16</inkml:trace>
  <inkml:trace contextRef="#ctx0" brushRef="#br0" timeOffset="59018.611">7463 11175 2024 0,'0'0'1096'0,"0"0"-898"0,0 0-77 16,0 0 152-16,-31 67 102 0,18-39-52 0,-5 5-103 15,1 1-103-15,1 3-31 0,-1 1 9 16,-2 0 24-16,2-1-12 0,-3-3-22 16,1-1-42-16,1 0-42 0,0-1-1 15,-1-1-11-15,3-2-87 0,1 0-64 0,0-4-37 16,3-7-47-16,3-2-123 0,1-7-286 16,5-2-467-16,-1-7-174 0</inkml:trace>
  <inkml:trace contextRef="#ctx0" brushRef="#br0" timeOffset="59163.242">7299 11522 1011 0,'0'0'1944'0,"0"0"-1599"0,0 0-138 15,88-58 156-15,-59 39-27 0,-2 4-100 16,3-1-66-16,0-2-74 0,2 3-35 16,0 1-61-16,-2-2-40 0,-4 4-55 15,-4 1-50-15,-5 1-51 0,-2 4-95 16,-7 0-223-16,-5 6-798 0</inkml:trace>
  <inkml:trace contextRef="#ctx0" brushRef="#br0" timeOffset="59356.688">7515 11480 2591 0,'0'0'511'0,"0"0"-332"0,0 0 25 16,0 0 219-16,-18 85 6 0,16-57-98 15,2-2-104-15,0 2-74 0,0-1-31 16,0 2-28-16,0-4-53 0,0-3-41 15,0-3-3-15,0-1-49 0,0-8-106 16,0 1-50-16,0-3-26 0,0-3-32 16,0-3-71-16,0-2-82 0,0 0-128 15,-3-1-432-15,2-3-110 0,-1-3 76 0</inkml:trace>
  <inkml:trace contextRef="#ctx0" brushRef="#br0" timeOffset="59488.852">7488 11710 1587 0,'0'0'627'0,"0"0"-175"16,0 0 11-16,0 0-30 0,47-73-99 0,-31 58-82 15,4 3-19-15,-1-1-22 0,4 0-39 0,0 0-64 16,2 0-53-16,-1-1-34 0,-2 0-11 16,2-2-10-16,-1-4-89 0,-2-2-129 15,0-4-100-15,-1-1-140 0,-5 8-631 16,-1-10-1013-16</inkml:trace>
  <inkml:trace contextRef="#ctx0" brushRef="#br0" timeOffset="60168.166">8034 10619 430 0,'0'0'2192'0,"0"0"-1655"0,0 0-276 15,0 0-61-15,0 0 62 0,0 0 11 16,0 0-21-16,-6 98-20 0,13-53-69 15,1 5-56-15,-1 4-18 0,4 0 0 16,-2 0 11-16,1-6-5 0,0-5-50 16,2-1-44-16,-2-7-1 0,4-9-24 15,-1-4-49-15,3-8-107 0,3-9-28 16,4-5 30-16,1-5-82 0,2-9-146 16,0-7-258-16,-8 5-632 0,5-15-616 0</inkml:trace>
  <inkml:trace contextRef="#ctx0" brushRef="#br0" timeOffset="60533.003">8625 10469 1091 0,'0'0'2534'0,"0"0"-2194"0,0 0-255 0,23 94 82 15,-14-52 152-15,-2 3 96 0,1 0-94 16,-2-2-115-16,-3 1-97 0,0-1-51 15,-3 0-31-15,0 1-25 0,-9 0-2 16,-5-1-18-16,-2-5-43 0,-3-3-45 16,-1-7 3-16,3-6 3 0,0-7-4 15,2-5-18-15,2-7-19 0,0-3 0 16,3 0-43-16,0-6-24 0,3-6 50 16,1-2 55-16,2-5 50 0,1-4 5 15,1-6 48-15,2 0 57 0,0 0 31 0,0-2-10 16,5 7 15-16,5 5 0 0,3 5 12 15,3 7 6-15,5 5-6 0,1 2 8 16,8 4-2-16,1 6 11 0,0 3 45 16,2 2-39-16,-1 2-34 0,-2 1-30 15,2 0-55-15,-5-2-9 0,2 0-21 0,-3-4-25 16,-1-3-81-16,-4-6-28 0,-3-3-19 16,-3 0-34-16,-6-9-100 0,-2 1-241 15,-4-6-823-15</inkml:trace>
  <inkml:trace contextRef="#ctx0" brushRef="#br0" timeOffset="60713.57">9124 10713 2478 0,'0'0'1165'0,"0"0"-1083"0,0 0-31 16,0 0 106-16,0 0 166 0,47 68 39 15,-40-46-119-15,1 1-99 0,1 1-46 16,-1 4-37-16,-1 0 15 0,0-2-45 0,-2 4-31 15,-4-5-7-15,-1 0-139 0,0-5-120 16,-1 1-100-16,-2-9-256 0,-6 1-942 0</inkml:trace>
  <inkml:trace contextRef="#ctx0" brushRef="#br0" timeOffset="60957.134">9715 10497 3491 0,'0'0'508'0,"0"0"-363"0,0 0-55 15,24 91 97-15,-18-55 219 0,1 2-87 16,-2 3-122-16,4 0-102 0,0-1-41 16,2 2-11-16,-5 3-16 0,-3-1-27 15,-3 1 0-15,-1 1-21 0,-10 1-31 0,-6 1-39 16,-6 1-43-16,-7 2-33 15,-6-2-32-15,-3 1-4 0,-7 1-78 0,-3-1-209 16,10-11-313-16,-25 17-702 0</inkml:trace>
  <inkml:trace contextRef="#ctx0" brushRef="#br0" timeOffset="61562.081">10102 11033 2790 0,'0'0'656'0,"0"0"-368"0,0 0-109 15,0 0 116-15,102-15 46 0,-67 9-107 16,4-1-16-16,0-1-53 0,1 1-31 16,0-1-64-16,-1 0-47 0,-3-2-23 15,-2 1-18-15,-6 0-16 0,-2 2-42 16,-3 0-79-16,-4 0-59 0,-5 3-97 15,-5 2-305-15,-9 2-933 0</inkml:trace>
  <inkml:trace contextRef="#ctx0" brushRef="#br0" timeOffset="61735.658">10194 11275 3183 0,'0'0'565'16,"0"0"-329"-16,0 0-103 0,0 0 116 0,0 0 11 15,0 0-73-15,91 6-52 0,-49-11-129 16,4-3-6-16,2-5-199 0,2 1-38 16,-3 1 41-16,-12 2-186 0,10 4-768 0</inkml:trace>
  <inkml:trace contextRef="#ctx0" brushRef="#br0" timeOffset="62774.708">11170 10976 1934 0,'0'0'311'0,"0"0"673"0,0 0-752 0,0 0 34 16,0 0-1-16,0 0 17 0,99-16-19 15,-58 13-53-15,3-1-54 0,3 2-37 16,1-3-48-16,-3 2-22 0,1-3-10 16,-2 0-39-16,-1-4 3 0,-3 1-9 15,1-2 8-15,-5-1-4 0,-2-1-29 16,-6-1-92-16,-4 2-60 0,-5 2-76 16,-6 2-66-16,-6 4-297 0,-3 1-785 0,-4 3-689 15</inkml:trace>
  <inkml:trace contextRef="#ctx0" brushRef="#br0" timeOffset="63037.974">11585 10951 2428 0,'0'0'426'0,"0"0"-137"0,0 0-50 16,0 0 72-16,0 0 38 0,-23 78-55 15,23-54-96-15,0-1-53 0,0 4-31 16,0 1-7-16,3 2 6 0,-2 1-21 15,0-1-22-15,-1 3-18 0,0 1-22 16,0-1-5-16,0 2-22 0,-1-2-1 16,1-4-1-16,0-5-1 0,0-6 0 15,3-6-22-15,4-4-26 0,2-2-4 16,5 0 12-16,2-3 16 0,7-2-19 16,5-1-36-16,5 0 11 0,6-1-88 15,4-8-72-15,0-3-123 0,-8 1-314 0,15-4-1075 0</inkml:trace>
  <inkml:trace contextRef="#ctx0" brushRef="#br0" timeOffset="63543.346">12690 10679 2270 0,'0'0'667'0,"0"0"-267"16,0 0-82-16,0 0 19 0,0 0 47 15,0 0-133-15,0 0-104 0,-69 85-27 16,53-42 21-16,5 11 36 0,0 6-22 15,3 6-49-15,2 4-21 0,-1 5-15 0,1 2 2 16,3 0-14-16,-1-3 11 16,4-4-2-16,0-8-10 0,4-11-27 0,6-7-18 15,7-9-12-15,4-4-39 0,6-8 12 16,5-2-64-16,4-4-45 0,7-9-33 16,4-4-16-16,1-4-26 15,2 0-116-15,-2-11-326 0,-13 1-669 0,11-11-944 16</inkml:trace>
  <inkml:trace contextRef="#ctx0" brushRef="#br0" timeOffset="63802.496">13232 10928 3325 0,'0'0'635'0,"0"0"-396"0,0 0-227 16,0 0 134-16,108-14 191 0,-60 12-21 15,1 2-90-15,6 0-86 0,2 3-43 0,2 1-3 16,-3-2 36-16,-2-1-75 0,-2-1-37 16,-3 0-18-16,-5-7-14 0,1-1-44 15,-5-5-99-15,-5-1-65 0,-5 0-86 16,-7-1-125-16,-8 4-165 0,-8 2-484 15,-8 3-711-15</inkml:trace>
  <inkml:trace contextRef="#ctx0" brushRef="#br0" timeOffset="64147.274">13418 11036 2506 0,'0'0'448'0,"0"0"-218"0,0 0 25 16,0 0 150-16,0 0 31 0,0 0-96 15,0 0-115-15,0 0-72 0,0 0-43 0,77 54-28 16,-63-48-18-16,0-1-30 16,-1 1-31-16,-3 1-1 0,1-2-2 0,-3 4 0 15,-2 0-2-15,-3 8 2 16,-3 2 2-16,0 5 16 0,-9 10-18 0,-4 0 0 16,-3 4-11-16,-2 2 10 0,-4 1 1 15,3 1-1-15,-1 0 0 0,3-4-14 16,2-4 2-16,1-4 12 0,8-7 1 15,2-4-12-15,4-6-3 0,1-2-9 16,11-4 24-16,4 0 22 0,7-2 27 16,7-1-7-16,3-4-11 0,5 0-16 0,2 0 3 15,2-6-6-15,0-4-12 0,1 1-1 16,-4-1-56-16,1-2-83 0,-2 1-56 16,-1-1-83-16,-3 5-141 0,-9 0-325 15,11 1-1224-15</inkml:trace>
  <inkml:trace contextRef="#ctx0" brushRef="#br0" timeOffset="65071.411">15008 10790 1007 0,'0'0'642'16,"0"0"-171"-16,0 0-151 0,0 0-52 15,0 0 25-15,0 0-18 0,0 0-56 16,0 0-48-16,0 0-26 0,0 0-19 0,0 0-6 16,0-9-10-16,0 9-7 15,0 1 2-15,0 0 0 0,0-1-12 0,-2 0-16 16,2 1-15-16,0 2-4 0,-1-3-3 15,-1 0 1-15,2 0-4 0,-1 0-13 16,1 0-5-16,0 0 0 0,0 2-7 0,0-2-2 16,0 0 2-16,0 0-5 0,0 0-7 15,-1 0-13-15,1 0 10 0,-2 1-10 16,-1 2 10-16,-3 0 6 0,0 2-17 16,-3 1-1-16,-2 5 0 0,0-4 4 15,-2 2 11-15,1 0-14 0,0 1 0 16,-2-1 0-16,3 1 0 0,-2 0 1 15,1 0 0-15,0 1 0 0,0 1-2 16,-4 1-3-16,2 3 3 0,-2 2-1 16,-3 2-1-16,-1 3-16 0,0 1 2 15,-5 4 14-15,2 2-10 0,-1 2 9 0,2 3-9 16,5 0-3-16,1-2 12 16,7-2-13-16,3-2 16 0,5-4 18 0,1-3-3 15,4-4-3-15,5-5-10 0,5-2-1 16,-2-6 10-16,5-2 1 0,2-3 4 15,1 0 14-15,3-7 10 0,-1-1-28 0,1-8-12 16,0 1-1-16,-3-3 1 0,0-1 0 16,-1 1 0-16,-6 2-2 0,0 1-16 15,-4 3-7-15,-3 5-20 0,-1-1-7 16,-5 3-28-16,0 1 25 0,0 1 3 16,-3 2-15-16,-4-2-28 0,-5 2-6 15,0 1 24-15,-3-2-22 0,-2 2-13 16,-2 0-43-16,3 6-13 0,-2 1-40 15,2-1-98-15,0 2-214 0,7-2-546 0,-5 6-590 0</inkml:trace>
  <inkml:trace contextRef="#ctx0" brushRef="#br0" timeOffset="65889.045">15332 10814 1729 0,'0'0'357'0,"0"0"-52"0,0 0-24 0,0 0 56 16,0 0 66-16,0 0-74 0,0 0-81 16,0 0-46-16,0 0-34 0,0 0-44 15,-7-32-23-15,-5 43-27 0,1 3-30 16,-4 7-8-16,4 5 10 0,1 5 13 16,1 6 36-16,3 3-6 0,3 4-19 15,2 3 0-15,0-1-3 0,1 2-12 16,0-3-16-16,0-3-33 0,0-6-6 15,5-6-30-15,5-8-16 0,3-8-9 16,3-7-9-16,6-7-45 0,2 0-47 16,5-12-112-16,1-7-132 0,-7 1-334 0,6-11-957 15</inkml:trace>
  <inkml:trace contextRef="#ctx0" brushRef="#br0" timeOffset="66662.435">15812 10674 78 0,'0'0'535'0,"0"0"-284"0,0 0-20 0,0 0 98 16,0 0 91-16,0 0-73 0,0 0-82 15,0 0-71-15,0 0-33 0,0 0 6 16,0 0 22-16,3-4-17 0,-3 4-35 16,0 0-7-16,0 0-16 0,0 0-13 0,0 0-4 15,0 0-12-15,0 0-9 0,0 0 2 16,1 0 10-16,0 0 11 0,-1 0-12 15,0 0-22-15,0 0-16 0,0 0-5 16,0 0-7-16,0 0-13 0,0 0-2 16,0 0 5-16,0 0-2 0,0 0-3 15,0 0-10-15,0 0 3 0,0 2 7 16,0-2-1-16,0 0-5 0,0 2-4 16,2-2-11-16,-1 2-1 0,2 4 0 0,3 3 61 15,0 3-15-15,1 3 9 0,0 4-6 16,-1 1-21-16,1 4 2 15,-2 1 13-15,-1 0-7 0,-1 2-11 0,-3 0-1 16,0 2-6-16,0-3-5 0,-7 4-11 16,-2 3 0-16,-3-2-1 0,0 2-1 15,-2 0-13-15,-3-2-14 0,1-1 0 16,1-2-4-16,-2-3 1 0,3-5 11 16,0-3 7-16,1-3 12 0,1-5-24 0,2-1-19 15,-1-4-3-15,1-4 9 0,-2 0-2 16,2-4 8-16,1-2-3 0,-2-2-24 15,5-5 18-15,0-2-12 0,2-3 6 16,1 0-25-16,0-1 31 0,0-1-31 16,3-1 2-16,0 2 17 0,0 1 5 15,0 4-9-15,0 2 28 0,2 3 25 16,-1 2 0-16,2 6 1 0,-1-3 1 16,-1 3 1-16,0-1 37 0,4 2-6 15,1 0 13-15,5 0 18 0,1 2-6 16,6 4-7-16,1 2 7 0,6 2 2 0,-1 3-18 0,3 3-3 15,1-2-9-15,0-1-25 16,-1 1-3-16,-1-2-10 0,0-2 8 16,-1 2-10-16,0-2 10 0,-2-3 2 0,-3 3 3 15,-1-3-2-15,-2 0-1 0,-4-3-2 16,0 1-20-16,-2-2-15 0,-2 0-74 16,-1-2-62-16,-1 1-48 0,0-2-173 15,-1 0-190-15,-2 0-477 0,2-6-431 0</inkml:trace>
  <inkml:trace contextRef="#ctx0" brushRef="#br0" timeOffset="66919.383">16408 10782 3183 0,'0'0'430'15,"0"0"-228"-15,0 0-105 0,0 0 32 16,39 71 118-16,-31-50-76 0,-1 1-88 0,-2 0-43 16,0-1-27-16,-2 4-10 0,-3 2-2 15,0 4-1-15,-3 2-1 0,-10 5 0 16,-3 1-32-16,-7 2-54 0,-3 1-18 16,-3-1-44-16,-2-3-80 0,-1 1-35 15,0-3-6-15,-2-2-61 0,9-11-371 16,-18 7-1024-16</inkml:trace>
  <inkml:trace contextRef="#ctx0" brushRef="#br0" timeOffset="67826.038">13784 11972 2133 0,'0'0'604'0,"0"0"-241"15,0 0-82-15,0 0 33 0,0 0-34 0,0 0-35 16,0 0-90-16,0 0-28 0,-98 31-16 15,72-12 6-15,0 4 34 0,-3 1-41 16,2 2-40-16,-2 1-12 0,2 0 0 16,0 2-12-16,1 1-10 0,4-1-8 15,0 0-1-15,4 1 0 0,5-2-14 16,5 1-11-16,1-5-2 0,7 1-2 16,0-4-17-16,10-3-2 0,3-2 9 15,3-5 9-15,2-1 2 0,3-3-20 16,2-3 2-16,-1-4-8 0,2-3-31 15,-2-5 3-15,1-2-3 0,-4-2 9 16,-1 0-3-16,-2-1-18 0,-3 0-19 16,-3 3 30-16,-1-1 26 0,-4 4 11 0,-2 0-9 15,-3 5-9-15,0 1 6 0,0 1 19 16,-8-2-50-16,2 1 28 0,-4 1 6 16,-3-1 3-16,2 0 3 0,-4 1-21 15,-1 0 2-15,-1 0-24 0,-2 0 18 0,2 1 6 16,1 4-51-16,3 1-8 0,3 0-58 15,4 0-50-15,3-1-130 0,3-1-159 16,0 0-319-16,2-2-495 0</inkml:trace>
  <inkml:trace contextRef="#ctx0" brushRef="#br0" timeOffset="68087.798">14107 12103 1110 0,'0'0'1582'0,"0"0"-1235"16,0 0-75-16,0 0 206 0,0 0-22 16,0 0-97-16,0 0-162 0,0 0-123 0,-39 69-53 15,23-41 22-15,3 0 12 16,-1 3-15-16,5 1-10 0,-1-1 1 0,7 6-7 16,2-1-21-16,1-1-3 0,4-3 0 15,8-1-33-15,3-4-1 0,1-4 3 16,3-8-21-16,0-3-27 0,1-5 30 15,3-7-22-15,-3 0-39 0,3-7-57 16,-3-5-63-16,-5-3-140 0,-2 3-381 16,-5-11-1327-16</inkml:trace>
  <inkml:trace contextRef="#ctx0" brushRef="#br0" timeOffset="68268.923">14062 12372 2576 0,'0'0'620'0,"0"0"-191"0,0 0 16 0,0 0-53 16,0 0-72-16,0 0-136 0,0 0-89 0,0 0-15 16,0 0-23-16,0 0-20 0,95 0-13 15,-71-1-24-15,-1-5-49 0,1 1-46 16,0 1-85-16,4 0-50 0,-1-1-54 16,3 4-213-16,-8 1-509 0,11 0-882 0</inkml:trace>
  <inkml:trace contextRef="#ctx0" brushRef="#br0" timeOffset="69352.527">14719 12026 1546 0,'0'0'578'16,"0"0"-161"-16,0 0-56 0,0 0-41 16,0 0 24-16,0 0-53 0,0 0-93 0,0 0-57 15,0 0-11-15,0 0-18 16,0 0-35-16,-80-23-49 0,65 39-15 0,0 5-1 15,1 5 25-15,4 5 19 0,0 6 17 0,5 1 16 16,2 4 16-16,1 2-4 0,2 1-16 16,0 2 0-16,0-4-27 0,3-3-24 15,3-8-1-15,1-6-18 0,0-3-2 16,3-6-10-16,-1-5 21 0,1-4-9 16,2-3-15-16,-1-3-2 0,1 0-22 15,-1-2-31-15,0 0-9 0,1-4-15 16,-1-2-25-16,-3-3-52 0,1 2-37 15,-5-2-38-15,0 0-40 0,-1 1-127 0,-3-3-205 16,0 4-175-16,0 2-332 16,-3-2 314-16</inkml:trace>
  <inkml:trace contextRef="#ctx0" brushRef="#br0" timeOffset="69503.191">14621 12414 1015 0,'0'0'658'16,"0"0"-77"-16,0 0-65 0,0 0-105 15,0 0-99-15,0 0-24 0,0 0-56 0,0 0-9 16,0 0-15-16,0 0-29 0,47-7-46 15,-27 4-44-15,1-5-28 0,-2-1-27 16,1-5-34-16,-4 0-49 0,0 0-62 16,-3-3-89-16,1 1-97 0,-3 1-117 15,-4 2-217-15,-2 4-674 0,-3 2-516 0</inkml:trace>
  <inkml:trace contextRef="#ctx0" brushRef="#br0" timeOffset="69641.693">14777 12391 33 0,'0'0'1828'0,"0"0"-1448"0,0 0-80 0,0 0 157 16,-3 74-3-16,6-59-87 0,0 2-115 16,1-2-102-16,1-2-51 0,-1 1-67 15,3-1-32-15,-3-1-31 0,2 1-71 16,0-1-159-16,1-1-152 0,-2-5-348 16,5 4-1132-16</inkml:trace>
  <inkml:trace contextRef="#ctx0" brushRef="#br0" timeOffset="70450.778">15188 12043 1596 0,'0'0'778'0,"0"0"-361"16,0 0-167-16,0 0 35 0,0 0 51 15,0 0-43-15,0 0-89 0,0 0-104 0,0 0-35 16,0 0 16-16,0 0 15 16,-53 94 24-16,51-56 4 0,2 2-8 0,0 4 19 15,0 0 36-15,2 1-40 0,3 1-37 16,-1-4-27-16,2-3-47 0,0-5-20 16,2-4-15-16,0-7-12 0,1-6-13 0,-1-7-75 15,4-5-29-15,1-2-17 0,-2-3-33 16,5 0-40-16,-3-8-125 0,-3 0-376 15,0-12-1006-15</inkml:trace>
  <inkml:trace contextRef="#ctx0" brushRef="#br0" timeOffset="70654.688">15323 12097 2609 0,'0'0'505'0,"0"0"-231"0,0 0-42 15,0 0 55-15,0 0 70 0,0 0-118 0,10 87-48 16,-2-56-19-16,-1 2-19 0,0 1 0 16,-4 0-43-16,-2 2-59 0,-1-1-32 0,0-4-19 15,0 1-18-15,-3-2-82 0,0-6-65 16,-1 0-52-16,4-9-48 0,0-6-85 16,0-5-121-16,9-4-91 0,-3-4-93 15,8-15-614-15</inkml:trace>
  <inkml:trace contextRef="#ctx0" brushRef="#br0" timeOffset="70884.333">15604 12205 2274 0,'0'0'513'15,"0"0"-163"-15,0 0-53 0,0 0 92 16,0 0-6-16,0 0-156 0,0 0-106 16,0 0-63-16,-79 34-42 0,62-18-4 0,-1 3 19 15,5 0-4-15,1 0 1 16,3 0 6-16,3 0-6 0,2-1 2 0,4-2 16 15,0 0 9-15,1-2 13 0,6-2-10 16,2-2-18-16,1 0-7 0,5-4-18 0,-1-2-15 16,2-2-33-16,0-2-34 0,1 0-43 15,2-2-32-15,-2-7-24 0,3-2-47 16,-1-4-111-16,3-4-276 0,-5 4-659 16,8-13-700-16</inkml:trace>
  <inkml:trace contextRef="#ctx0" brushRef="#br0" timeOffset="71071.215">15808 12173 2659 0,'0'0'405'0,"0"0"-261"0,0 0 75 15,-42 71 164-15,26-36-49 0,0 5-129 16,0 5-62-16,0 5 17 0,-1 1 37 16,0 0-19-16,-3 3-38 0,0-2-46 0,-1-2-21 15,0-3-47-15,1-1-26 0,4-5-58 16,1-3-82-16,5-5-50 0,4-7-27 15,0-5-48-15,5-8-155 0,-2-5-342 0,3-6-657 16,0-2-424-16</inkml:trace>
  <inkml:trace contextRef="#ctx0" brushRef="#br0" timeOffset="71223.116">15643 12721 2583 0,'0'0'585'0,"0"0"-269"0,0 0-13 0,0 0 81 16,81-38-101-16,-59 26-104 0,4 0-72 15,2-1-57-15,1-2-35 0,-2-1-15 16,-1-1-83-16,-4 1-130 0,-2 0-63 0,-7 1-141 16,-1 4-375-16,-5-1-1006 0</inkml:trace>
  <inkml:trace contextRef="#ctx0" brushRef="#br0" timeOffset="71384.381">15817 12678 2617 0,'0'0'536'15,"0"0"-242"-15,-8 69 44 0,8-41 61 16,0 5-54-16,0-2-62 0,2-5-105 0,2-2-50 16,-2-2-73-16,1-5-55 0,0-4-11 15,-1-2-84-15,-1-4-67 0,-1-5-40 16,2 1-48-16,-2-3-117 0,0 0-341 16,0-9-906-16</inkml:trace>
  <inkml:trace contextRef="#ctx0" brushRef="#br0" timeOffset="71554.178">15834 12764 2749 0,'0'0'532'0,"0"0"-296"0,0 0 92 15,0 0 86-15,0 0-79 0,0 0-83 16,92-29-68-16,-66 19-99 0,0-3-85 0,-1-3-9 16,0 1-95-16,-3-2-61 0,1-6-57 15,-3 4-146-15,-7 3-375 16,4-8-1039-16</inkml:trace>
  <inkml:trace contextRef="#ctx0" brushRef="#br0" timeOffset="71817.798">16191 12196 2009 0,'0'0'825'0,"0"0"-473"15,0 0-74-15,0 0 167 0,0 0-63 16,0 0-47-16,0 0-50 0,0 0-77 15,0 0-59-15,86 68 0 0,-70-46 36 16,1 2-27-16,-1 2-49 0,0 2-28 0,-3 1-17 16,0-3-16-16,-3 4-21 0,-4-2-3 15,-2-2-23-15,-4 2-1 16,0-4-18-16,-4 0-45 0,-3 0-40 0,-3-5-33 16,-2-2-9-16,1-8-31 0,-2 0-24 15,0-7-69-15,0-2-167 0,0 0-272 0,5-4-615 16,-6-10-976-16</inkml:trace>
  <inkml:trace contextRef="#ctx0" brushRef="#br0" timeOffset="72933.72">17607 10679 1634 0,'0'0'1035'15,"0"0"-665"-15,0 0-79 0,0 0 90 16,90 8-45-16,-64 6-85 0,4 7-47 15,1 4 9-15,3 8-60 0,-4 5-58 16,-4 0-27-16,0 6-1 0,-4 2-18 0,-6 1-7 16,-4 3-5-16,-6 2-4 0,-6 2-14 15,0 4-18-15,-8 2 13 0,-8 2-14 16,-3 0-31-16,-3-2-33 0,-2-2-21 16,1-9-13-16,4-9-21 0,2-9-4 15,5-10-15-15,2-7-13 0,5-7-42 16,0-6-60-16,4-1-172 0,-1-4-655 15,2-14-828-15</inkml:trace>
  <inkml:trace contextRef="#ctx0" brushRef="#br0" timeOffset="73119.459">18504 10892 2872 0,'0'0'525'0,"0"0"-82"0,0 0 67 15,81-24-50-15,-57 15-133 0,2-1-138 16,1-2-110-16,1 0-79 0,-1-1-27 16,2 0-125-16,-3 1-120 0,-3 5-69 15,-3 1-177-15,-5 3-582 0,-5 4-919 0</inkml:trace>
  <inkml:trace contextRef="#ctx0" brushRef="#br0" timeOffset="73281.289">18534 11119 235 0,'0'0'2378'0,"0"0"-1653"0,0 0-231 16,0 0-142-16,0 0-47 0,0 0-40 15,80 18-54-15,-40-27-91 0,3-1-62 0,7-7-58 16,1-1-30-16,2 0-135 0,-1 0-68 16,-1 2-116-16,-13 3-313 0,13-2-1133 0</inkml:trace>
  <inkml:trace contextRef="#ctx0" brushRef="#br0" timeOffset="73802.617">19431 10629 2707 0,'0'0'462'0,"0"0"-121"15,0 0-63-15,0 0 112 0,0 0-2 16,89-4-50-16,-47 4-39 0,8 0-80 15,5 0-82-15,3-1-19 0,2-3-42 0,-1-1-31 16,3-3-15-16,0-3-29 0,0-3-1 16,4-5-15-16,-2 0-3 0,-4-1-30 15,-8 0-95-15,-4 3-60 16,-9-1-13-16,-8 6-40 0,-8 2-144 0,-9 4-256 16,-6 3-598-16,-11 3-786 0</inkml:trace>
  <inkml:trace contextRef="#ctx0" brushRef="#br0" timeOffset="74125.921">19847 10703 2217 0,'0'0'812'0,"0"0"-276"16,0 0-217-16,0 0 20 0,0 0-75 16,0 0 50-16,0 0-115 0,87 31-71 15,-56-20-45-15,3 1-10 0,-3-4-3 0,1 3-22 16,-5 0-8-16,-2-3-25 0,-4 4-15 15,-5 0-1-15,-2 4-17 0,-5 2 2 16,-6 3-5-16,-3 5-30 0,-3 2-10 16,-10 6-3-16,-5 3-9 0,-5 0 21 15,-5 2 15-15,2 0-6 0,-3-3 2 16,0-2 41-16,3-3 27 0,2-4-2 16,4-4-4-16,5-6 13 0,7-1 33 15,1-7-16-15,5-1-29 0,2-2-22 16,3-2 0-16,11 3 32 0,6 1-7 15,7-2 45-15,8-4 6 0,4 1-22 16,6-3-33-16,6-3-11 0,0-2-10 0,2-4-28 16,0-1-54-16,1-2-55 0,-3 1-30 15,-1-1-72-15,-1 1-130 0,-16 2-582 16,12-3-1335-16</inkml:trace>
  <inkml:trace contextRef="#ctx0" brushRef="#br0" timeOffset="74817.421">21493 10578 2564 0,'0'0'601'0,"0"0"-140"0,0 0-168 15,0 0 15-15,0 0-7 0,0 0-39 16,0 0-106-16,0 0 21 0,98 11 6 16,-51-7-55-16,0-3-37 0,1-1-16 15,-3 0-17-15,-6-5-16 0,1-2-18 16,-5-3-24-16,-3-1-19 0,-1-1-32 16,-5-2-82-16,0 0-59 0,-4 0-54 15,-2 1-107-15,-7 0-279 0,-3 6-610 16,-4-3-753-16</inkml:trace>
  <inkml:trace contextRef="#ctx0" brushRef="#br0" timeOffset="74994.768">21868 10582 2261 0,'0'0'600'0,"0"0"-237"16,0 0-58-16,-26 85 49 0,23-55-28 0,0 4-71 15,1 0-51-15,2 1-41 0,0 0-38 16,0-2-18-16,0-2-15 0,0-2-40 15,3-6-32-15,5 0-19 0,1-8-2 16,0-4-8-16,4-5-13 0,4-3-5 16,5-3-40-16,1 0-77 0,3-9-67 15,3-2-82-15,1-4-138 0,-5 3-643 16,14-11-760-16</inkml:trace>
  <inkml:trace contextRef="#ctx0" brushRef="#br0" timeOffset="75352.333">22708 10419 3246 0,'0'0'542'0,"0"0"-347"15,0 0-72-15,0 0 133 0,-80 88 111 0,57-55-73 16,3 3-83-16,0 0-71 0,1 1-46 16,3-4-3-16,4 0-27 0,1-2-19 15,3-1-24-15,2 0-21 0,3-6-3 16,3-4-18-16,0-4-12 0,5-4-4 15,4-1 10-15,5-6-3 0,3 1-1 16,3-5-26-16,3-1-10 0,3 0 6 16,0-7-6-16,0-3-15 0,-4-3-6 15,1-1 5-15,-5-1 25 0,-2 1 18 16,-4 0 0-16,-7 6 3 0,-5 1 37 16,0 1 31-16,-4 2-15 0,-9-2-1 15,-1 4-15-15,-6-3-31 0,-3 5 0 0,-1 0 4 16,-2 0 2-16,1 0-24 0,-1 4 3 15,1 3-25-15,6 0-40 0,2 0-32 16,5 1-102-16,1 1-174 0,7-2-289 0,2 2-746 16</inkml:trace>
  <inkml:trace contextRef="#ctx0" brushRef="#br0" timeOffset="75624.255">23263 10412 2764 0,'0'0'647'16,"0"0"-511"-16,0 0-101 0,-78 56 208 0,56-25 165 16,2 4-5-16,7 6-56 0,4 2-79 15,3 1-67-15,3-1-31 0,3 1-22 16,0-3-57-16,0-3-49 0,6-7-42 0,2-5-23 15,5-5-62-15,5-8-27 0,5-7-12 16,2-5-46-16,5-2-43 0,5-10-111 16,-4-9-266-16,-6 4-677 15,7-19-1228-15</inkml:trace>
  <inkml:trace contextRef="#ctx0" brushRef="#br0" timeOffset="75975.939">23799 10249 3310 0,'0'0'507'0,"0"0"-388"0,0 0 108 16,0 0 164-16,8 89-13 0,-5-53-82 15,0 0-117-15,-3 5-63 0,0 1-29 16,0 0-8-16,-9 1-9 0,-5 0-28 16,-3-2-22-16,-2-4-20 0,0-4-18 15,-1-5 15-15,-1-5 2 0,0-2-14 16,-2-4-33-16,0-3-52 0,0-3 0 15,0-3-3-15,2-3 8 0,0-2-17 0,2-3-1 16,2 0 9-16,3-1 15 0,1-4 34 16,3-4 31-16,2-3-1 0,0-4-21 15,4-2-31-15,1-1 10 0,1 2 57 16,2 2 10-16,3 5 47 0,6 3-7 16,2 6 12-16,7 1 58 0,3 0 31 15,5 8 30-15,6-1 0 0,1 3-17 0,3-2-2 16,4-1-16-16,-4-3-42 0,2-4-52 15,-2 0-42-15,0-8-9 0,-1-7-88 16,0 0-84-16,-4-5-68 0,-1-3-110 16,-10 3-381-16,5-8-1195 0</inkml:trace>
  <inkml:trace contextRef="#ctx0" brushRef="#br0" timeOffset="76161.69">24331 10405 3276 0,'0'0'504'16,"0"0"-369"-16,0 0 36 0,4 66 183 0,-3-40 38 16,2 2-144-16,0 3-133 15,1 2-48-15,1 2-24 0,-3-3-17 0,-2 5-26 16,0-2-18-16,-4 1-58 0,-9 1-86 16,-6 2-64-16,-6 1-73 0,-6 0-202 15,5-10-684-15,-17 10-1069 0</inkml:trace>
  <inkml:trace contextRef="#ctx0" brushRef="#br0" timeOffset="77357.664">19952 11754 1630 0,'0'0'280'0,"0"0"-63"16,0 0 239-16,0 0 174 0,0 0-179 16,0 0-133-16,0 0-45 0,0 0-25 15,0 0-57-15,0 0-68 0,0 0-58 0,-49-1-44 16,24 20-2-16,-3 6 11 0,-2 6 10 16,-1 7 12-16,1 2 52 0,1 2 42 15,5 3-28-15,2 1-17 0,3-2-20 16,5-1-14-16,5-3-31 0,4-3-24 15,5-4-12-15,0-9-30 0,8-7-3 16,7-7-13-16,6-4-23 0,2-6-7 16,5 0 0-16,0-9 9 0,0-3 15 15,-3-5-9-15,-2-1 34 0,-3 0 3 0,-4 0-13 16,-1 2-9-16,-6 3 16 0,-2 3 2 16,-2 4-12-16,-4 3-15 0,-1 2 9 15,0-2 19-15,-3 3-16 0,-4 0-9 0,-2 0 30 16,0 0 22-16,-5 0 2 15,3 0-2-15,-4 0 0 0,2 5-2 16,1-1-13-16,1-1-7 0,5 1-9 0,2-3-33 16,1-1-100-16,3 0-157 0,0 0-189 15,0 0-305-15,7-1-804 0</inkml:trace>
  <inkml:trace contextRef="#ctx0" brushRef="#br0" timeOffset="77599.442">20382 11807 2342 0,'0'0'529'0,"0"0"-256"16,0 0 55-16,0 0 64 0,0 0-44 0,0 0-68 15,-54 80-67-15,41-53-35 0,-1 3-28 16,2 4-25-16,5 2-9 0,0-4-19 16,3 3-9-16,4-4-33 0,0-3-54 0,1-3-1 15,11-5-28-15,-1-2-14 0,2-3-25 16,6-6 3-16,2-5-30 0,1-4-13 15,1 0-15-15,0-7-47 0,-3-2-68 16,-5-3-209-16,-6 3-604 0,-1-3-740 0</inkml:trace>
  <inkml:trace contextRef="#ctx0" brushRef="#br0" timeOffset="77810.828">20315 12056 1717 0,'0'0'1272'0,"0"0"-673"0,0 0-79 15,0 0-42-15,0 0-115 0,0 0-140 16,0 0-89-16,0 0-6 0,0 0-10 16,0 0-42-16,86 1-67 0,-63-2-9 15,3-6-82-15,-2-2-45 0,2 0-22 0,1-3-49 16,-1 0-69-16,3 0-233 16,-7 3-656-16,7-3-1055 0</inkml:trace>
  <inkml:trace contextRef="#ctx0" brushRef="#br0" timeOffset="78106.519">20932 11714 1949 0,'0'0'631'0,"0"0"-245"15,0 0 11-15,0 0-20 0,0 0-37 0,0 0-84 16,-62 70-64-16,45-38-53 0,0 5-4 16,-2 4 9-16,0 4 30 0,2 3-21 15,1-1 2-15,3 2 2 0,6-2-24 16,1-5-45-16,6 1-21 0,0-6-13 16,9-3 0-16,2-5-5 0,8-4-10 15,1-3-24-15,5-6-15 0,2-1-27 16,0-6-6-16,2-5-13 0,-1-4-29 15,-3 0-34-15,-3-7-6 0,-2-3-21 16,-3-2-40-16,-3-3-62 0,-6 0-135 16,-2 1-243-16,0 0-621 0,-6-2-776 0</inkml:trace>
  <inkml:trace contextRef="#ctx0" brushRef="#br0" timeOffset="78408.231">20889 12135 2141 0,'0'0'1206'0,"0"0"-867"0,0 0-99 15,0 0 164-15,0 0-24 0,0 0-49 0,0 0-103 16,0 0-76-16,0 0-45 0,89 9-57 16,-70-10-50-16,-3-5-70 0,1-3-39 15,-2-1-34-15,-2 1-61 0,-2-1-93 16,-3 0-142-16,-2 4-116 0,-3 0-80 16,-3 2 1-16,0 4 122 0,0 0 197 15,-3 0 315-15,-3 0 356 0,0 4 72 16,1 2-16-16,-1 2-40 0,2 1-6 15,1 5-23-15,-1 0-60 0,1 2-38 16,3 4-35-16,0-1-13 0,0 1-20 16,0 1-37-16,0 1-6 0,0-4-18 15,0 0-37-15,0-3-64 0,3-4-15 0,0-5-37 16,0-4-75-16,2-2-34 0,3 0-49 16,3-6 5-16,7-8-62 0,0-5-210 15,-5 4-580-15,10-14-899 0</inkml:trace>
  <inkml:trace contextRef="#ctx0" brushRef="#br0" timeOffset="78648.864">21316 11869 1903 0,'0'0'974'0,"0"0"-590"16,0 0-6-16,0 0 45 0,0 0-75 16,-47 87-88-16,35-52-42 0,3 7-16 15,2-3-13-15,-2 3 14 0,6-3-24 0,-1-1-28 16,2-2-30-16,2-5-45 0,0-5-40 15,3-2-36-15,3-5-15 0,4-5-31 16,0 1-11-16,0-6-25 0,2 1-11 16,2-2-31-16,1-4-7 0,-1-2-51 15,0-2 9-15,-1-5-44 0,2-4-88 16,-4-7-107-16,0-2-198 0,-2 4-413 16,-1-13-428-16</inkml:trace>
  <inkml:trace contextRef="#ctx0" brushRef="#br0" timeOffset="78829.687">21454 11822 1949 0,'0'0'450'0,"0"0"-124"0,0 0 85 15,0 0 57-15,0 0-33 0,22 78-113 0,-19-46-60 16,1 4-43-16,-3-1 7 0,1 2 21 16,0-2-40-16,-2-3-59 0,0-2-69 15,0-3-56-15,0-4-23 0,0-2-18 16,0-5-55-16,3-3-90 0,2-6-77 15,2-5-32-15,4-2-142 0,1-7-294 16,-2-3-768-16,6-11-821 0</inkml:trace>
  <inkml:trace contextRef="#ctx0" brushRef="#br0" timeOffset="79063.378">21792 11866 1828 0,'0'0'1337'0,"0"0"-860"0,0 0-84 0,0 0-30 16,0 0-88-16,0 0-85 0,-92 37-67 15,69-20-38-15,3 2-24 0,3 1-30 0,1-3-28 16,4-2-3-16,5 3-2 0,0-1 2 16,3-2 1-16,2 3 26 0,2-2 22 15,0-2-31-15,0-3-5 0,6 0-10 16,3-4 15-16,-1 1-3 0,4-3-15 16,2 1-10-16,2-6-30 0,1 0-15 15,2 0-45-15,4-9-35 0,-3-3-39 16,1-4-85-16,0-1-138 0,-7 2-333 15,5-9-1050-15</inkml:trace>
  <inkml:trace contextRef="#ctx0" brushRef="#br0" timeOffset="79273.181">22182 11746 3019 0,'0'0'637'0,"0"0"-369"15,0 0-14-15,-68 72 78 0,39-36-33 16,-1 7-29-16,-2 3-91 0,1 4-42 0,-1 3-40 15,-1 1 0-15,-1 4 12 0,-2 0-30 16,0 3-49-16,-4 1-16 0,0-2-14 16,-2-2-36-16,0-1-27 15,3-7-50-15,3-5-8 0,10-8 15 0,8-8 6 16,7-9-22-16,9-6-68 0,2-7-129 16,0-7-130-16,4-1-266 0,2-6-526 15,7-14-738-15</inkml:trace>
  <inkml:trace contextRef="#ctx0" brushRef="#br0" timeOffset="79438.175">21814 12377 414 0,'0'0'2582'0,"0"0"-2039"0,0 0-183 15,84-46 109-15,-55 30-96 0,1 1-124 16,0-3-121-16,0 0-61 0,-1 0-58 0,-3 0-9 16,-2 2-27-16,-7 1-28 0,-4 2-49 15,-2 1-64-15,-5 6-85 0,-5-1-94 16,-1 4-114-16,0 1-133 0,-8 2-432 15,-1 0-105-15,-7 7 103 0</inkml:trace>
  <inkml:trace contextRef="#ctx0" brushRef="#br0" timeOffset="79576.554">22009 12300 1725 0,'0'0'694'0,"0"0"-220"0,-31 80-52 16,17-41-41-16,0 3-67 0,-1 1-78 16,2 3-66-16,-1-3-9 0,5-3-41 0,1-7-55 15,0-5-65-15,4-8-6 0,1-9-117 16,3-5-41-16,0-4-47 0,0-2-84 15,7-3-175-15,-4-4-301 0,4-8-948 0</inkml:trace>
  <inkml:trace contextRef="#ctx0" brushRef="#br0" timeOffset="79738.485">22009 12515 2749 0,'0'0'965'0,"0"0"-663"0,0 0 54 15,0 0-1-15,0 0-70 0,0 0-59 16,0 0-80-16,0 0-79 0,90-37-64 15,-73 25-3-15,1-5-88 0,3-2-43 16,4-2-34-16,1-1-40 0,5-1 113 16,-1 0-359-16,-7 4-590 0,8-5-590 0</inkml:trace>
  <inkml:trace contextRef="#ctx0" brushRef="#br0" timeOffset="79959.656">22555 11872 2659 0,'0'0'765'0,"0"0"-426"16,0 0-81-16,0 0 145 0,0 0 47 0,0 0-114 16,46 90-127-16,-36-62-69 0,-1 0-34 15,-1 1-30-15,0 2-22 16,-4 2-27-16,-1 2-25 0,-1 1 1 0,-2 1-3 16,-6 2-3-16,-8 1-75 0,-3 2-40 15,-7-1 3-15,-3 1-16 0,-4 0-15 16,0-3-16-16,-2 0-46 0,-4-3-112 15,1-4-194-15,7-10-484 0,-14 4-494 0</inkml:trace>
  <inkml:trace contextRef="#ctx0" brushRef="#br0" timeOffset="80850.157">25240 10793 251 0,'0'0'2168'0,"0"0"-1633"16,0 0-148-16,0 0-124 0,0 0 40 0,0 0 57 16,0 0-59-16,0 0-49 0,0 0-83 15,0 0-44-15,84 6-27 0,-61-6-16 16,-2 0-30-16,0-5-25 0,3-2-27 15,0-4-13-15,-1 3-30 0,1-1-100 16,-1-3-59-16,0 5-40 0,-5 0-76 0,-3 3-169 16,-6 3-567-16,-7 1-781 0</inkml:trace>
  <inkml:trace contextRef="#ctx0" brushRef="#br0" timeOffset="81021.188">25329 10962 2058 0,'0'0'731'0,"0"0"-177"16,0 0-95-16,0 0-97 0,0 0-104 16,0 0-98-16,0 0-24 0,0 0-35 0,84-11-33 15,-57 6-62-15,4-2-6 16,-1 0-61-16,1 0-118 0,4 0-80 0,-2 0-154 16,-5 3-546-16,8-2-737 0</inkml:trace>
  <inkml:trace contextRef="#ctx0" brushRef="#br0" timeOffset="85558.992">26172 10386 68 0,'0'0'1063'0,"0"0"-871"0,0 0 897 16,0 0-718-16,0 0-66 0,0 0-49 15,0 0-37-15,0 0 12 0,0 0-40 16,0 0-27-16,-3-3-8 0,6 3-7 15,-1 0 2-15,1 0-16 0,2 0-39 16,7 0-35-16,4 0 16 0,5 0 23 0,7 0 102 16,3 0-60-16,1-1-57 15,3-2-24-15,1-2-9 0,4-2-7 0,3-3-27 16,2-1-18-16,3-3-1 0,-1 1-20 16,1-5-9-16,-3 2-10 0,-2 0-20 15,-7 0-59-15,-3 2-36 0,-7 3-55 16,-7 1-69-16,-8 7-178 0,-7-1-496 0,-7 4-790 15</inkml:trace>
  <inkml:trace contextRef="#ctx0" brushRef="#br0" timeOffset="85944.247">26250 10553 2149 0,'0'0'1475'0,"0"0"-1100"0,0 0-249 0,0 0-67 15,0 0 119-15,0 0 100 0,0 0-2 16,0 0-101-16,82 68-75 0,-59-53-48 16,5-1-3-16,-5-2-16 0,1 0-8 15,-2 2-25-15,-1 1 0 0,-5-1-3 16,2 2-22-16,-5 1-8 0,-3 4-19 0,-3 2-9 16,-6 2 0-16,-1 5-6 0,-7 3-6 15,-7 5 2-15,-6 0 13 16,-4 7 27-16,-2-1-12 0,-5 0-9 0,1 0 27 15,1-6 25-15,1 0 31 0,5-5 9 16,4-6 25-16,5-5-62 0,5-5 24 16,7-6-2-16,2-4-4 0,7-3 16 15,10 0 9-15,6-3 9 0,11 2-15 16,4-3 8-16,4 0-26 0,4-3 5 0,0-2-10 16,1-2-17-16,-1 0-18 0,-7-1 0 15,-2-1-16-15,0 2-57 0,-6 0-50 16,0 1-40-16,1 0-66 0,0 1-14 15,-2 0-34-15,-8 2-778 0,8-6-1052 0</inkml:trace>
  <inkml:trace contextRef="#ctx0" brushRef="#br0" timeOffset="90477.655">25656 12046 1668 0,'0'0'432'0,"0"0"369"15,0 0-394-15,0 0-134 0,0 0-14 16,0 0 58-16,0 0-25 0,0 0-42 16,0 0-71-16,0 0-75 0,0 0-40 15,35 1 27-15,-9 4 80 0,6-1 8 0,1-1-70 16,1 2-24-16,-2-5-39 16,1 1-31-16,-1-1-12 0,-2 0-3 0,1-1 0 15,-3-7-21-15,-2-2-46 0,-1 1-75 16,-2 0-22-16,-7-1-25 0,-1 1-34 15,-7 3-63-15,-2-1-163 0,-6 2-215 16,0 5-380-16,-9-1-187 0,1 1-34 16</inkml:trace>
  <inkml:trace contextRef="#ctx0" brushRef="#br0" timeOffset="90644.376">25949 12019 840 0,'0'0'26'0,"0"0"111"0,0 0 1122 0,0 0-926 15,0 0-33-15,-56 88-22 0,44-60 6 16,5 3-18-16,0 0-58 0,1 5-35 0,2-1-36 15,-2 0 0-15,5-2 3 16,1-4 51-16,0-4-59 0,3-4-22 0,6-7-43 16,2-5-67-16,0-4-24 0,6-3-62 15,0-2-18-15,1-1-44 0,4-6-65 16,-1-4-91-16,2-3-175 0,-5 3-513 16,10-9-602-16</inkml:trace>
  <inkml:trace contextRef="#ctx0" brushRef="#br0" timeOffset="91392.113">26386 12116 271 0,'0'0'1981'0,"0"0"-1981"0,0 0-149 16,0 0 149-16,0 0 30 0,0 0 290 16,69-64-123-16,-60 61-58 0,-4 0-20 15,2 2 18-15,-4 1 1 0,-1 0-4 16,-2 0 51-16,0 0 55 0,0 1-17 16,-3 2-43-16,-2 4-68 0,-4 1-25 15,-2 1 0-15,-2 3-19 0,-2 3-6 0,0 3 9 16,-1 5-10-16,-2 2 1 15,0 6-10-15,-2 4-9 0,1 2 15 0,-1 4-3 16,2 1-9-16,4-4 12 0,4-5-12 16,5-7-9-16,5-7 21 0,1-3-13 15,10-4-14-15,6-4-25 0,3 2-6 16,4-8-37-16,3-2 10 0,4-5-7 16,2-9-27-16,0 0-3 0,-1-4-37 15,-2 0 7-15,-3 1 8 0,-6 1 24 0,-3 2 10 16,-5 3 12-16,-1-1 15 0,-6 6 25 15,-5 0 12-15,-1 5 38 0,-1-1-29 16,-8 0 25-16,-2 1-17 0,-4 0-27 16,-2 1-4-16,-1 0-10 0,-3 0-16 15,-1 4 7-15,3-1-4 0,1 3-3 16,2-2-33-16,0-2-69 0,3 1-87 0,0-3-182 16,7 0-293-16,-4 0-1017 0</inkml:trace>
  <inkml:trace contextRef="#ctx0" brushRef="#br0" timeOffset="92657.468">27115 12009 284 0,'0'0'1205'0,"0"0"62"0,0 0-881 0,0 0-125 16,0 0-26-16,0 0-5 0,0 0-51 16,0 0-62-16,0 0-36 0,0 0-13 15,0 0-3-15,-79 76 10 0,61-39 33 16,2 6 37-16,1 4-32 0,3 3-12 15,2 0-27-15,3 0-28 0,3-4-6 16,4-7-19-16,0-6-6 0,8-5 0 0,5-8-14 16,0-4 2-16,4-5-3 0,-1-6-1 15,4-4-11-15,5-1 10 0,-1-9-19 16,4-4-37-16,-4-4-55 0,2-2-71 16,-3 0-35-16,-1 0-67 0,-6 1-134 15,-4 5-320-15,-1-5-792 0</inkml:trace>
  <inkml:trace contextRef="#ctx0" brushRef="#br0" timeOffset="92827.959">27087 12316 848 0,'0'0'995'16,"0"0"110"-16,0 0-721 0,0 0-98 0,0 0 23 16,0 0-8-16,0 0-90 0,0 0-66 15,0 0-61-15,0 0-47 0,80 56-37 16,-57-56-3-16,3 0-68 0,2-8-53 15,0-3-80-15,0-2-88 0,0-5-212 0,-5 8-302 16,6-11-1108-16</inkml:trace>
  <inkml:trace contextRef="#ctx0" brushRef="#br0" timeOffset="93127.191">27753 11885 1941 0,'0'0'1577'0,"0"0"-1189"0,0 0-224 16,0 0-14-16,0 0 117 0,0 0 4 16,-73 81-84-16,59-50-71 0,2 5-43 15,-2 2 1-15,2 7 8 0,-1 3 58 16,-1 3-25-16,-2 4-48 0,-2 2-37 0,4-1-30 16,-2-2 0-16,4-2-2 0,3-7 0 15,4-7-13-15,5-4 12 0,0-7-13 16,5-7-35-16,7-4 9 0,4-4 8 15,6-6 32-15,2-4-1 0,1-2 0 16,2-10-61-16,-1-5-24 0,0-4-34 16,-1-4-27-16,-5 1-75 0,-6-1-108 15,-1-1-196-15,-6 8-219 0,-7-9-627 0</inkml:trace>
  <inkml:trace contextRef="#ctx0" brushRef="#br0" timeOffset="93445.517">27562 12425 453 0,'0'0'825'15,"0"0"1230"-15,0 0-1595 0,0 0-124 16,0 0 25-16,0 0-35 0,0 0-56 0,0 0-94 16,0 0-114-16,0 0-62 15,0 0 0-15,39 5-33 0,-15-19-59 0,3-3-72 16,-4-2-48-16,-1 1-43 0,-2 1-92 16,-7 1-184-16,-4 8-87 0,-3 1-6 15,-6 5 177-15,0 2 184 0,-2 0 263 16,-4 2 211-16,-4 6 97 0,5 3 41 15,-3 3-18-15,2 4 22 0,2 4-7 0,0-1-75 16,3 5-51-16,1-1-30 16,0 2-32-16,0 2-40 0,0-3-29 0,0 1-21 15,0-5-7-15,4-4-22 0,-1-5-39 16,-1-3-34-16,1-5-52 0,2-1-28 16,-1-3-3-16,3-1-19 0,0 0-32 15,4 0-74-15,-3-5-146 0,4-4-199 16,-4 0-594-16,6-6-594 0</inkml:trace>
  <inkml:trace contextRef="#ctx0" brushRef="#br0" timeOffset="93695.923">28257 11984 52 0,'0'0'2617'0,"0"0"-1658"0,0 0-867 16,0 0-92-16,0 0 167 0,-87 60 203 15,67-28-66-15,1 8-79 0,1 3-69 16,4 6-15-16,1 3 38 0,4 0-2 16,0 2-56-16,1-1-27 0,2 0-21 0,4-5-34 15,0-4-23-15,2-8-16 0,0-3-12 16,3-8-15-16,4-5-37 0,1-5-33 0,1-6-24 16,0-4-31-16,1-3-3 0,5-2 20 15,-4 0-30-15,3-6-69 0,0-4-122 16,1-6-168-16,0-4-224 15,-5 3-531-15</inkml:trace>
  <inkml:trace contextRef="#ctx0" brushRef="#br0" timeOffset="93928.666">28334 11925 863 0,'0'0'1781'0,"0"0"-1248"15,0 0-243-15,-12 82-15 0,9-43 72 0,-2 6 44 16,1 4-76-16,-1 1-76 0,2 1-78 16,-1-1-45-16,0-2-19 0,-2-4-45 0,0-2-50 15,0-6-2-15,2-7-33 0,1-7-77 16,3-6-21-16,0-7-24 0,2-6-1 16,6-3-23-16,7-4-27 0,1-11-142 15,7-4-248-15,1-8-538 0,-5 5-610 16</inkml:trace>
  <inkml:trace contextRef="#ctx0" brushRef="#br0" timeOffset="94148.205">28621 12095 1231 0,'0'0'712'0,"0"0"590"0,0 0-933 16,0 0-133-16,0 0 16 0,0 0 10 16,-94 82-58-16,68-57-65 0,2 1-50 15,-1-2-22-15,2 2 7 0,3-1-7 0,4-1-24 16,0-3 6-16,6 0 9 0,1-3-13 15,5-1-17-15,3-5-16 0,1 0 15 16,0-4 1-16,8 0-25 0,1-2 10 16,5 0-13-16,1-3-27 0,4-1 5 0,-2-2-14 15,5-3-22-15,0-6-37 0,3-3-30 16,-2-2-31-16,5-3-44 0,-2-5-95 16,1 2-225-16,-6 1-602 0,10-10-761 15</inkml:trace>
  <inkml:trace contextRef="#ctx0" brushRef="#br0" timeOffset="94361.618">29025 11966 615 0,'0'0'2332'0,"0"0"-1821"0,0 0-267 16,0 0-8-16,0 0 62 0,-96 84 15 16,65-39-69-16,-2 7-24 0,-1 9-34 15,-3 3 0-15,-1 8-34 0,-3 0-52 16,-1 3-40-16,-2 0-59 0,1-5-1 15,1-4-15-15,2-9-91 0,4-8-33 16,7-10-59-16,8-9-12 0,3-13-45 16,8-5-78-16,7-8-232 0,3-4-826 0,0-7-938 0</inkml:trace>
  <inkml:trace contextRef="#ctx0" brushRef="#br0" timeOffset="94673.607">28671 12589 437 0,'0'0'3051'0,"0"0"-2467"0,0 0-226 15,0 0 79-15,0 0-30 0,0 0-89 16,85-2-115-16,-60-4-85 0,2-6-75 16,1-5-43-16,3-3-96 0,-2-3-56 15,0-1-17-15,-2 0-59 0,-4 0-77 16,-7 5-174-16,-4 3-233 0,-7 3-284 16,-5 4 246-16,-1 2-401 0,-12 6 483 15,-3 1 528-15,-4 1 140 0,1 9 287 0,-1 3 75 16,-1 7 860-16,2 1-558 15,-1 8-150-15,0 7-53 0,1 1-55 16,2 5-25-16,0-1-115 0,2 1-54 0,2-3 14 16,3-3-34-16,5-7-64 0,3-8-28 15,2-8-25-15,0-7-68 0,1-3-7 0,0-3-85 16,2 0-55-16,-1 0-42 0,2-3-41 16,0-8-124-16,4 0-202 0,-3-4-619 15,7-2-682-15,-7 6 823 0</inkml:trace>
  <inkml:trace contextRef="#ctx0" brushRef="#br0" timeOffset="94788.495">28961 12631 893 0,'0'0'228'16,"0"0"1314"-16,0 0-885 0,0 0-247 0,0 0-48 15,0 0 17-15,0 0-89 0,0 0-124 16,0 0-90-16,0 0-76 0,47-26-40 16,-41 18-79-16,3-3-87 0,2-3-91 0,0 0-207 15,-6 2-571-15,7-7-773 0</inkml:trace>
  <inkml:trace contextRef="#ctx0" brushRef="#br0" timeOffset="95026.442">29332 12087 1805 0,'0'0'709'0,"0"0"34"0,0 0-435 0,0 0-74 0,0 83 177 15,-3-51-20-15,1 2-65 0,1-1-128 16,-1 3-76-16,1-1-40 0,-1 1-15 15,-4 0-18-15,-2-1-19 0,-7 3-30 16,-1 1-3-16,-8 1-67 0,-3 1-88 16,-4-3-43-16,0 0-4 0,-1-5-4 0,0-2-48 15,1-5-222-15,0-6-320 16,8-7-707-16,-5-3 48 0</inkml:trace>
  <inkml:trace contextRef="#ctx0" brushRef="#br0" timeOffset="95674.848">27484 10790 430 0,'0'0'434'0,"0"0"1309"16,0 0-1213-16,0 0-75 0,0 0-61 16,0 0-28-16,96-26-63 0,-67 19-69 15,2 1-60-15,1 0-58 0,-4 1-58 16,-1-2-56-16,-2 0-2 0,-2-2-21 16,-2-1-116-16,-3-1-84 0,-1-3-80 15,-2 1-125-15,-7 0-249 0,1 0-506 0,-5 2-394 16,-2 0 971-16</inkml:trace>
  <inkml:trace contextRef="#ctx0" brushRef="#br0" timeOffset="95861.124">27804 10596 274 0,'0'0'355'0,"0"0"-201"0,0 0 879 16,0 0-269-16,-43 66-195 0,32-38-149 16,3 6-66-16,0 1-25 0,-1 7-44 0,1 4-14 15,1 1-44-15,1-1-50 0,-1 1 60 16,4-8-101-16,0-8-108 0,3-10-28 15,3-6-24-15,7-8-45 0,2-4-44 16,4-3-14-16,4 0-7 0,4-8-22 16,2-6-74-16,4-3-165 0,1-6-223 0,-5 6-376 15,13-14-352-15</inkml:trace>
  <inkml:trace contextRef="#ctx0" brushRef="#br0" timeOffset="96217.864">28299 10488 359 0,'0'0'1747'0,"0"0"-969"0,0 0-282 16,0 0-91-16,0 0-21 0,-39 92-98 0,27-57-58 15,0 3-47-15,-1 2-15 0,5 3-11 16,-3-1 31-16,1 1-43 0,2-2-53 16,0-2-35-16,5-6-34 0,3-2-21 15,0-5 1-15,3-5 14 0,5-7 10 0,4 0-16 16,3-7-9-16,4-1-34 0,0-2-11 15,4-4-10-15,1-4-5 0,2-5-34 16,1-6 6-16,-1-2-25 0,0-2-9 16,-3 1 12-16,-6 0 15 0,-2 4 28 15,-6 2 21-15,-5 1 43 0,-1 3 3 16,-3 3 27-16,-3-1 7 0,-6 4 9 16,1-1-12-16,-7-1-13 0,2 4-18 15,-1 0-2-15,-3 0-32 0,-1 0-8 16,2 4 5-16,-1-1-9 0,3 1-31 15,3 0-28-15,-1-2-62 0,4 4-88 16,-2-2-90-16,3-2-127 0,1 2-304 0,-1 2-827 0</inkml:trace>
  <inkml:trace contextRef="#ctx0" brushRef="#br0" timeOffset="96587.682">29011 10405 470 0,'0'0'280'16,"0"0"-84"-16,0 0-76 0,0 0 935 15,0 0-480-15,0 0-144 0,0 0-109 16,0 0 4-16,0 0 17 0,0 0-35 16,-48 63-40-16,36-32-1 0,-3 4-65 15,-2 6-59-15,3 4-25 0,-4 3-5 0,5-2 14 16,-2 0-30-16,6-2-58 0,2-5-39 16,7-4-15-16,0-9-12 0,5-4-61 15,12-9-54-15,4-3 29 0,8-9-5 16,4-1-16-16,5-13-74 0,-2-8-151 15,-8 6-384-15,15-20-915 0</inkml:trace>
  <inkml:trace contextRef="#ctx0" brushRef="#br0" timeOffset="96918.057">29450 10276 1307 0,'0'0'1663'0,"0"0"-1067"16,0 0-271-16,-15 73 51 0,9-32 58 15,-1 6-12-15,1 3-102 0,1 0-102 16,0 0-76-16,-1-5-48 0,0 1-40 16,-3-3-51-16,-3-5-3 0,-2-2-16 0,-1-5 16 15,0-4-3-15,0-5-27 0,-4-5-25 16,3-2-23-16,-4-6-25 16,0-3-21-16,1-3 9 0,1-3 17 0,2 0-8 15,1-9-31-15,2-1 30 0,6-4 3 16,0-2-31-16,4-2-60 0,3-3 25 15,0-4 46-15,6 0 52 0,5 2 72 16,2 3 6-16,2 4 113 0,2 9 8 16,3 3 12-16,3 4 34 0,1 0 14 15,1 7-1-15,3 0 27 0,-2 2-3 16,1-2-31-16,-1-3-95 0,-3-2-61 0,5-2-23 16,-3-7-84-16,3-6-86 15,1-2-61-15,-4-3-122 0,-6 4-362 0,7-12-1115 0</inkml:trace>
  <inkml:trace contextRef="#ctx0" brushRef="#br0" timeOffset="97104.497">29841 10393 802 0,'0'0'2430'16,"0"0"-1995"-16,0 0-161 0,0 0 195 16,0 0 24-16,0 0-29 0,31 71-149 15,-25-42-118-15,1 0-61 0,0 5-43 16,-3 0-36-16,-2 2-11 0,-2 1-25 15,0 1-21-15,-13 1-27 0,-2 1-73 16,-8 2-51-16,-3 4-24 0,-7 1-25 0,-6 0 12 16,-10 3-211-16,12-15-676 0,-27 18-994 0</inkml:trace>
  <inkml:trace contextRef="#ctx0" brushRef="#br0" timeOffset="98012.439">18139 14422 1691 0,'0'0'1952'0,"0"0"-1523"0,0 0-167 16,0 0-49-16,0 0 37 0,0 0 80 15,0 0-62-15,101 19-83 0,-61-14-79 16,2-5-51-16,0 0-40 0,1-2-15 16,-4-5 0-16,-4-2-24 0,-2 1-70 15,-6-1-55-15,-4 2-39 0,-7 2-53 16,-6 5-133-16,-8 0-363 0,-2 3-692 16,-16 13-604-16</inkml:trace>
  <inkml:trace contextRef="#ctx0" brushRef="#br0" timeOffset="98159.265">18245 14697 2707 0,'0'0'574'16,"0"0"-231"-16,0 0-157 0,0 0 25 15,0 0 30-15,0 0-61 0,0 0-44 0,0 0-52 16,100 12-64-16,-61-13-20 0,5-5-80 0,2-3-47 16,1 0-174-16,-11 1-193 0,16-4-856 0</inkml:trace>
  <inkml:trace contextRef="#ctx0" brushRef="#br0" timeOffset="98622.847">19723 14236 2292 0,'0'0'777'16,"0"0"-207"-16,0 0-196 0,0 0-14 0,0 0-29 15,0 0-37-15,116-3-32 0,-59 3-85 16,9-3-47-16,8-5-30 0,2-2-12 15,2-3-7-15,-1-2-17 0,-1-3-47 16,-6 0-17-16,-3-3-15 0,-7 2-21 16,-5 0-61-16,-9 2-100 0,-8 4-49 15,-9 3-40-15,-11 5-184 0,-8 4-653 16,-12 2-1204-16</inkml:trace>
  <inkml:trace contextRef="#ctx0" brushRef="#br0" timeOffset="98948.119">20225 14194 2391 0,'0'0'653'16,"0"0"-209"-16,0 0-74 0,0 0-9 15,0 0-82-15,0 0-75 0,79 3-97 16,-56 8-27-16,-3 0-7 0,-4 4-12 16,-2 3-24-16,-3-1-6 0,-6 5-10 15,-3 1 6-15,-2 6-11 0,-5 1-2 16,-6 5-14-16,-6 1-12 0,-5 3-10 0,0 2 19 15,-4 0 0-15,-2 1 1 16,0-2 0-16,1-2-1 0,3-3 0 0,4-8-9 16,6-3 10-16,8-8 2 15,6-5-15-15,3-3-13 0,14-3 28 0,9 0 55 16,6-3-6-16,7 0-6 0,7-2-7 16,3 0-34-16,4-4 8 0,-2-4-10 15,2 2-30-15,-1-2 9 0,-3 3-104 0,0-1-71 16,-5 0-87-16,-3 4-151 0,-14 1-585 15,5 1-1256-15</inkml:trace>
  <inkml:trace contextRef="#ctx0" brushRef="#br0" timeOffset="99522.746">19980 15315 1926 0,'0'0'667'0,"0"0"-213"0,0 0-173 0,0 0 62 16,0 0 51-16,0 0-95 0,0 0-104 16,0 0-97-16,0 0-61 0,0 0-18 0,-79 78 33 15,65-50 3-15,0 5 7 0,2 0 14 16,4 3 40-16,2 0 3 0,3-4-49 15,3-4-12-15,0-6-15 0,9-7-17 16,2-5-26-16,3-5-21 0,3-5-7 0,4 0 16 16,1-9-6-16,4-4-9 15,-2-5-40-15,-1 1-6 0,-4-4-10 0,1 2 7 16,-7 2 8-16,0 1 1 0,-4 4 3 16,-3 2 36-16,-3 3 28 0,-3 5 28 15,0 1 21-15,0 1-9 0,0 0 9 16,-5 0 12-16,0 1-3 0,-4 1-25 15,0 0-2-15,-2 2-28 0,2-1-2 16,0 0-1-16,-1 2-1 0,2-4-17 16,0 2-43-16,1-3-62 0,-1 0-46 15,0 0-74-15,2 0-136 0,2-4-259 0,3-3-719 16,1-9-717-16</inkml:trace>
  <inkml:trace contextRef="#ctx0" brushRef="#br0" timeOffset="99675.294">20288 15046 2609 0,'0'0'732'0,"0"0"-402"0,0 0-217 15,0 0 120-15,0 0 176 0,0 0-79 0,7 72-161 16,-7-46-99-16,2 4-52 0,-1 0-15 16,2-1 10-16,2 0-13 0,-1-1-62 15,1-2-118-15,-2 1-67 0,0 0-110 16,0-6-301-16,-3 11-805 0</inkml:trace>
  <inkml:trace contextRef="#ctx0" brushRef="#br0" timeOffset="100349.131">20919 15330 2240 0,'0'0'423'15,"0"0"-79"-15,0 0-94 0,0 0 42 16,0 0 40-16,0 0-59 0,0 0-74 15,0 0-93-15,0 0-81 0,0 0 15 16,0 0 15-16,-81 55 4 0,67-16 27 16,0 3 40-16,-1 4 21 0,2 4-3 15,1 2-7-15,-2 0-7 0,4-2-26 16,0-5-23-16,5-8-32 0,5-8-13 0,0-8-21 16,1-5-15-16,6-6-27 0,5-3-15 15,-1-1-28-15,3-5-18 0,1-1-24 16,1 0-10-16,-5-9 6 0,1-1-43 15,-4-3-89-15,-3-1-195 0,-4-1-229 16,-1 3-352-16,0-4-346 0</inkml:trace>
  <inkml:trace contextRef="#ctx0" brushRef="#br0" timeOffset="100522.54">20697 15650 2402 0,'0'0'552'0,"0"0"-146"0,0 0-114 16,0 0 63-16,0 0 20 0,29 68-66 15,-9-53-54-15,4-2-69 0,4-5-58 16,4-6-52-16,4-2-12 0,-2-1-41 16,1-10-23-16,1-2-75 0,0-3-56 0,-3-2-62 15,1-2-55-15,-3-1-54 0,-2 2-301 16,-7 5-787-16,1-5-1089 0</inkml:trace>
  <inkml:trace contextRef="#ctx0" brushRef="#br0" timeOffset="100774.317">21417 15298 2712 0,'0'0'501'0,"0"0"-303"0,0 0-33 16,0 0 97-16,0 0 2 0,0 0-71 16,-42 75-34-16,32-42-33 0,0 5-15 15,1 5 28-15,-1 3 29 0,-2 3-31 16,2 0-39-16,1 0-34 0,2 0-12 15,0-1-16-15,3-4-9 0,2-7-17 16,2-5-10-16,2-7-18 0,8-3 6 0,1-5 9 16,4-4-36-16,2-1-10 0,3-7-24 15,-1-4-46-15,3-1-3 0,-1-11-31 16,-2-5-72-16,0-6-91 0,-5 0-280 0,-5 4-659 16,-4-5-504-16</inkml:trace>
  <inkml:trace contextRef="#ctx0" brushRef="#br0" timeOffset="100958.099">21314 15716 2801 0,'0'0'564'0,"0"0"-218"0,0 0-92 15,0 0 119-15,0 0 7 0,0 0-70 16,0 0-100-16,0 0-73 0,0 0-70 16,100 32-43-16,-70-36-24 0,0-5-76 15,-4-1-49-15,-3-2-6 0,-4 3-52 16,-2 1-72-16,-7 1-97 0,-1 1-149 0,-6 2-188 15,-3 2-394-15,0 2-22 16,-3 0 326-16</inkml:trace>
  <inkml:trace contextRef="#ctx0" brushRef="#br0" timeOffset="101093.157">21536 15693 737 0,'0'0'1048'0,"0"0"-496"0,0 0-129 0,0 0-51 16,0 0-31-16,0 0-84 0,-17 78-56 16,17-55-28-16,-2 5-42 0,2 0-19 0,0-1-6 15,0 0-11-15,0-1-24 0,0-2-47 16,0-1-24-16,0-4-37 0,0-2-65 15,6 0-34-15,-2-4-7 0,4-2-61 16,-2-6-168-16,1-2-271 0,1-3-806 0</inkml:trace>
  <inkml:trace contextRef="#ctx0" brushRef="#br0" timeOffset="101513.709">21826 15285 287 0,'0'0'1903'16,"0"0"-1502"-16,0 0-195 0,0 0 51 16,0 0 120-16,0 0-4 0,-31 92-71 15,28-51-80-15,2 2-52 0,0 6 9 16,-2 1 14-16,3 2-18 0,0 2-41 15,-1-2-42-15,1-2-26 0,0-4-26 0,0-5-39 16,1-6-1-16,6-7-24 16,0-4-28-16,3-7-42 0,6-3-10 0,3-3 12 15,4-6-30-15,4-5-7 0,2-4-56 16,4-13-159-16,-1-4-304 0,-6 1-707 16,6-11-784-16</inkml:trace>
  <inkml:trace contextRef="#ctx0" brushRef="#br0" timeOffset="101719.051">22118 15420 2319 0,'0'0'549'16,"0"0"-213"-16,-5 78-100 0,5-42 75 15,0 7 35-15,0-1-66 0,0 0-73 16,3-4-65-16,2-3-53 0,-2-4-80 0,3-5-9 15,-2-5-113-15,-1-2-35 0,0-2-44 16,-2-4-73-16,4-3-214 0,-2-7-513 16,5-3-497-16</inkml:trace>
  <inkml:trace contextRef="#ctx0" brushRef="#br0" timeOffset="102009.369">22375 15487 36 0,'0'0'2003'15,"0"0"-1347"-15,0 0-386 0,0 0-90 16,0 0 46-16,0 0 47 0,0 0-99 16,-17 71-86-16,9-50-57 0,-2-2 10 15,3-1-3-15,1-3-26 0,-1 1-12 16,-1-2 3-16,0-2-3 0,4-1-43 16,0-4-66-16,4-4 14 0,0-1 23 0,3-2 8 15,5 0 20-15,4-2 3 0,1-1 41 16,4 1 8-16,-1-1-8 0,0 3 0 15,0 0 48-15,1 0 25 0,0 0 15 16,0 1 16-16,-2 3-23 0,2-1-12 16,-2 0-24-16,2-2-20 0,-3 0-25 15,1-1-35-15,-2 0-151 0,2 0-114 0,-3-2-104 16,-2-2-275-16,4-3-844 0</inkml:trace>
  <inkml:trace contextRef="#ctx0" brushRef="#br0" timeOffset="102258.685">22861 15258 1911 0,'0'0'1518'0,"0"0"-1164"0,0 0-269 16,0 0-85-16,-73 94 144 0,53-56 157 15,0 6-13-15,-2 6-88 0,0 6-44 16,-3 3-18-16,-4 5-19 0,-2 6-25 0,-5 2-36 15,-4 2-34-15,1-4-23 0,-1-4-1 16,4-4-82-16,2-6-40 0,3-2-30 16,8-1 29-16,3-3-24 0,3-3-59 15,4-7-67-15,3-11-153 0,4-10-269 16,3-10-597-16,3-9-392 0</inkml:trace>
  <inkml:trace contextRef="#ctx0" brushRef="#br0" timeOffset="102413.197">22617 15943 293 0,'0'0'643'0,"0"0"-445"0,0 0-51 0,0 0 1568 16,89-20-1179-16,-69 20-201 0,1 0-74 15,0 0-15-15,-1 0-48 16,3-9-99-16,1-1-99 0,0-6-34 0,1-1-130 16,-2-2-69-16,-3-4-83 15,-1 3-200-15,-8 4-548 0,5-2-407 0</inkml:trace>
  <inkml:trace contextRef="#ctx0" brushRef="#br0" timeOffset="102568.328">22850 15906 919 0,'0'0'2167'0,"0"0"-1721"16,-36 96-259-16,28-61-67 0,-4 7 62 16,4-3 65-16,2-3-150 0,0-7-97 15,3-6-100-15,3-5-59 0,0-6-42 16,0-5 2-16,0-5-115 0,0-1-316 15,0-1-732-15</inkml:trace>
  <inkml:trace contextRef="#ctx0" brushRef="#br0" timeOffset="102729.052">22803 16087 1329 0,'0'0'150'16,"0"0"1434"-16,0 0-1122 0,0 0-171 0,0 0 17 15,0 0 6-15,0 0-95 0,0 0-77 16,89-6-118-16,-69-7-24 0,3-3-86 15,-1-6-105-15,4-3-106 0,4-1-174 16,4-4-219-16,-9 8 179 0,7-12-807 0</inkml:trace>
  <inkml:trace contextRef="#ctx0" brushRef="#br0" timeOffset="102917.678">23328 15491 1706 0,'0'0'62'0,"0"0"1451"0,0 0-1135 15,0 0-35-15,0 0-17 0,0 0-54 16,28 86-29-16,-21-61-96 0,-4 3-43 16,-1 0-37-16,-1 1 0 0,-1 2-12 15,0 0-16-15,-7 3-18 0,-4-2-21 16,-4 1-19-16,-4-2-81 0,-5-1-53 0,-3-1-27 16,-4-1-32-16,0-4-66 0,-2-3-197 15,8-7-546-15,-12-2-738 0</inkml:trace>
  <inkml:trace contextRef="#ctx0" brushRef="#br0" timeOffset="103592.719">22425 13928 127 0,'0'0'385'0,"0"0"49"15,0 0 969-15,0 0-887 0,0 0-87 0,0 0-64 16,0 0-116-16,0 0-13 0,-75 74-31 16,49-40-44-16,-1 3-22 0,0 4-22 15,1 1 3-15,1 3-13 0,5 2 15 16,1 1-15-16,3-3-31 0,4-5-24 16,7-5-4-16,2-8 1 0,3-4-7 0,2-3-14 15,5-5-7-15,3-2-20 0,0-3 13 16,3-4-14-16,4-3-30 0,2-3-25 15,1-1-18-15,3-9 6 0,2-4-15 16,-5-3-25-16,0 0 1 16,-1-1 23-16,-5 1 19 0,-2-1 5 0,-4 5 29 15,-5 1 2-15,-1 2 13 0,-2 2 2 16,-2 2 13-16,-6-1 15 0,-4 0 22 16,1 2 3-16,-4 1-10 0,1 0 1 15,-5 2-19-15,2 0 0 0,-2 2-12 16,3-1-14-16,0 1-1 0,3-1-13 0,4 1-6 15,1-2-58-15,4-2-49 0,1-2-36 16,1-6-184-16,2-4-122 0,0 0-306 16,11-15-709-16</inkml:trace>
  <inkml:trace contextRef="#ctx0" brushRef="#br0" timeOffset="103781.868">22649 13687 1148 0,'0'0'175'0,"0"0"216"0,0 0 626 15,0 0-578-15,0 0-3 0,0 0-73 16,52 68-50-16,-49-34-50 0,-1-2-59 16,-2 5-57-16,2-4-55 0,-1 4-37 15,-1-1-28-15,3-1-27 0,0 0-1 16,-2-3-57-16,1-1-104 0,-1 2-69 0,2-5-100 16,1 0-187-16,-1-9-576 15,5 6-816-15</inkml:trace>
  <inkml:trace contextRef="#ctx0" brushRef="#br0" timeOffset="104227.764">23356 13987 939 0,'0'0'26'0,"0"0"1377"15,0 0-765-15,0 0-162 0,0 0-138 0,0 0-27 16,0 0-37-16,-81 56-61 15,69-44-50-15,-1 1-43 0,-2 5-25 0,4 0-25 16,-2 5-12-16,1-2 3 0,2 1 3 16,3 1 0-16,2 0 12 0,1 1 3 15,4 2-6-15,0 4 12 0,0 1-10 16,0 6-11-16,4-2-19 0,-1 1-21 16,0 0-13-16,2-1-11 0,1-2-2 15,-1-6-25-15,4-2-60 0,2-6-41 16,1-2 1-16,4-4 18 0,3-3 2 15,2-5-33-15,5-5-10 0,0 0-49 16,1-9-109-16,-1-4-211 0,-8 2-631 16,3-7-1075-16</inkml:trace>
  <inkml:trace contextRef="#ctx0" brushRef="#br0" timeOffset="105309.094">23917 13878 518 0,'0'0'1376'16,"0"0"-955"-16,0 0-4 0,0 0-3 16,0 0-48-16,0 0-53 0,0 0-83 0,40 86-46 15,-37-57-38-15,-3 4-19 16,0 5-6-16,-1 1-10 0,-5 2-4 0,-4 2 16 15,-2 0 35-15,-4-1-72 0,-2 1-59 16,-5-5-12-16,0-4 1 0,2-5-15 16,1-5 1-16,4-6-2 0,-1-8-14 15,5-1-47-15,-2-6-27 0,4-3-4 16,-3 0-5-16,3-6 8 0,1-4 6 16,3-5 0-16,0 0 12 0,3-3 12 15,1-2 19-15,2-3 6 0,0 0 15 16,2 0 2-16,2-2 17 0,1 4 25 15,1 0-24-15,0 4 36 0,-1 4 28 16,0 5 9-16,4 4 9 0,0 2-3 16,-1 2 0-16,6 0-4 0,3 2-15 0,1 5-3 15,3 5 9-15,4 3-6 16,1 2-3-16,2 1-9 0,0-1-26 0,1 0-23 16,1-5-2-16,-1-2-28 0,-1-6-89 0,0-1-76 15,1-3-29-15,1-3-63 0,-8-3-291 16,4-8-995-16</inkml:trace>
  <inkml:trace contextRef="#ctx0" brushRef="#br0" timeOffset="105535.172">24331 14119 365 0,'0'0'82'0,"0"0"1588"15,0 0-1336-15,0 0 156 0,0 0 88 0,0 0-121 16,0 0-97-16,0 0-94 15,70 78-42-15,-58-48-40 0,-5 1-65 0,-3 2-46 16,-2 3-48-16,-2 2-13 0,0 0-12 16,-8 0-21-16,-4 3-83 0,-1-3-46 0,-5 0 0 15,-1-5 18-15,-2 2-16 16,-1-3-7-16,-1-1-50 0,-3-4-122 16,0 1-221-16,0-4-586 0,6-8-681 0,-13 5 1773 0</inkml:trace>
  <inkml:trace contextRef="#ctx0" brushRef="#br0" timeOffset="106071.427">25345 14621 1000 0,'0'0'2198'16,"0"0"-1658"-16,0 0-190 0,105-14-39 0,-59 9-15 15,1 2-105-15,2-1-90 0,-1-1-52 16,-3-2-39-16,-1 1-10 0,-3-2-86 16,-2-1-98-16,-4 1-50 0,-5-1-60 0,-8 5-231 15,-6-1-929-15</inkml:trace>
  <inkml:trace contextRef="#ctx0" brushRef="#br0" timeOffset="106225.198">25448 14918 2005 0,'0'0'1107'16,"0"0"-490"-16,0 0-249 0,0 0-156 15,0 0 14-15,0 0 20 0,107 15-65 0,-57-15-104 16,6-11-77-16,4-2-37 15,4-5-110-15,-1 1-40 0,2 1-79 0,-4-2-197 16,-17 5-699-16,11-3-1066 0</inkml:trace>
  <inkml:trace contextRef="#ctx0" brushRef="#br0" timeOffset="107813.893">26894 14180 85 0,'0'0'254'0,"0"0"735"16,0 0-420-16,0 0-245 0,0 0-165 16,0 0 25-16,0 0 22 0,0 0-55 15,0 0-51-15,0 0-49 0,-4-3-28 16,3 3 12-16,1 0 45 0,0 0 38 0,0 0 6 16,0 0-35-16,0 0-16 0,0 0-4 15,0 0 10-15,0 0 16 0,0 0 14 16,0 0 8-16,0 0-26 0,0 0-16 15,0 0-7-15,0 0 19 0,0 0 6 0,0 0-10 16,0 0-15-16,0 0 0 0,0 0-13 16,0 0-15-16,0 0-3 0,0 0-3 15,0 0-7-15,0 0 4 0,0 1 3 16,0-1 5-16,0 1 16 0,0-1 64 16,0 1 0-16,0-1-40 0,0 2-24 15,0-2-13-15,0 0-8 0,0 0-7 16,0 1 3-16,0-1-9 0,0 0 4 15,0 0-7-15,0 0 6 0,0 0 9 16,0 0-2-16,0 0-4 0,1 0-9 0,2 0-15 16,1 0 12-16,3 0-3 15,1 0-10-15,-4 0-1 0,0 0-1 0,-1 0-1 16,-1 0-17-16,-1 0 6 0,1 0 10 16,1 1 2-16,-1 1 0 0,0-1 3 15,-1 1 9-15,0-2-12 0,-1 0-1 16,2 0-1-16,-2 0-13 0,0 0 3 0,1 0 10 15,-1 0-38-15,0-2-29 0,0-1-16 16,0 1 9-16,0 0 0 0,0-1-15 16,-1 0-3-16,-3 1-31 0,-3 0-49 15,1 0-38-15,-2 0 8 0,1 0-44 16,0 0-62-16,1 0-47 0,2 0-120 16,-2 0-86-16,2-1 84 0,-1 1-47 15,-1-1-54-15,-2 2 114 0,0 0 257 16,-3 1 177-16,-1 0-40 0,1 1 23 15</inkml:trace>
  <inkml:trace contextRef="#ctx0" brushRef="#br0" timeOffset="108027.254">26605 14308 774 0,'0'0'81'0,"0"0"977"0,0 0-491 16,0 0-129-16,0 0-73 0,0 0 10 15,0 0-4-15,0 0-67 0,0 0-78 0,0 0-60 16,0 0-43-16,8 19-28 0,18-19 12 15,10-1 24-15,5-4-30 0,5-2-37 16,0 1-28-16,0-2-18 0,-3 1-17 16,0-2-1-16,-2 1-3 0,-4-4-27 15,1 0-92-15,-7 0-36 0,0 0-23 16,-10 0-18-16,-1 4-95 0,-6-2-237 16,-5 3-423-16,-4 2-292 0,-4-1-316 15,-1-3 1441-15</inkml:trace>
  <inkml:trace contextRef="#ctx0" brushRef="#br0" timeOffset="108343.511">27028 13918 1419 0,'0'0'1275'0,"0"0"-883"0,0 0-73 0,0 0-14 15,0 0-22-15,0 0-51 0,0 0-40 16,-13 76-46-16,13-43 5 0,0 6-1 15,0 4-6-15,0 4-25 0,3 2-15 16,-3 4-22-16,0 0-48 0,0 2-4 16,-5 1-7-16,-3 1-22 0,-1-2-2 15,1 0 0-15,2-4-11 0,2-5 12 16,2-3-2-16,2-8-16 0,0-6-22 16,9-6-45-16,2-7-6 0,3-5-44 15,4-6 44-15,4-5 11 0,7 0 0 0,3-8 40 16,6-8-31-16,4-3-46 15,0-6-47-15,4-1-119 0,-4-5-276 0,-4 1-510 16,-10 9-470-16</inkml:trace>
  <inkml:trace contextRef="#ctx0" brushRef="#br0" timeOffset="108658.655">27438 14368 790 0,'0'0'46'0,"0"0"-46"0,0 0 1082 16,0 0-602-16,0 0 68 0,0 0-43 16,0 0-72-16,0 0-47 0,87 48-86 15,-75-25-69-15,-2 4-56 0,-1 3-41 16,-3-1-27-16,-4 5-10 0,0-4-33 0,-1-3-34 16,-1-2-11-16,0-2-19 0,0-2 0 15,0-1-2-15,-3-3 1 0,1-3-11 16,-3-4-15-16,4-4-9 0,-1-2 17 15,2-4 7-15,0 0 12 0,0-2 0 16,0-5-1-16,5-4 0 0,3-7-32 0,5-7-1 16,2-2-5-16,3-6-13 0,1-1-55 15,1-1-9-15,0 0-13 16,-1 4-28-16,1 4-71 0,-4 3-118 0,4 10-111 16,-2 1-88-16,-2 5-202 0,-5 4-687 15,6 1 666-15</inkml:trace>
  <inkml:trace contextRef="#ctx0" brushRef="#br0" timeOffset="109156.289">27909 14533 326 0,'0'0'1679'15,"0"0"-655"-15,0 0-669 0,0 0-82 0,0 0 48 16,1 75-1-16,5-38-73 0,1 8-53 15,0 4-55-15,-1-2-32 0,-3 1-12 16,-1 1-10-16,-2-1-18 0,0-2-21 16,-3-3-34-16,1-5-12 0,2-11-52 0,0-4-100 15,3-11-53-15,9-5 14 0,-2-7 19 16,4-3-67-16,6-13-172 0,0-5-220 16,2-5-405-16,0 0-107 0</inkml:trace>
  <inkml:trace contextRef="#ctx0" brushRef="#br0" timeOffset="109380.17">28220 14718 466 0,'0'0'79'0,"0"0"815"16,0 0 219-16,0 0-672 0,0 0-182 0,0 0-64 15,0 0 30-15,0 0-55 0,-85 17-66 16,65 4-32-16,1 2-15 0,5 0 6 16,1 2 2-16,4-1-3 0,5 1-3 15,2-3-18-15,2-1 27 0,5-2 22 16,7-2 2-16,2-1 10 0,6-2 2 15,-1-2-2-15,2-2-32 0,2-5-24 0,-2 1-31 16,2-3-15-16,-3-2-10 0,-1-1-15 16,-1 0-51-16,1-6-44 0,-2-3-46 15,3-3-68-15,-4-2-102 0,4-3-305 16,-6 5-877-16,3-9-335 0</inkml:trace>
  <inkml:trace contextRef="#ctx0" brushRef="#br0" timeOffset="109596.308">28516 14680 2769 0,'0'0'596'0,"0"0"-333"0,0 0 18 15,-58 94 67-15,37-54-50 0,2 2-110 16,-4 2-69-16,3 3-24 0,-2 3 0 16,-1 2-10-16,0 4 7 0,-2-1-28 15,-2 0-43-15,1-2-21 0,-2-3 0 16,0-3-82-16,-1-4-43 0,4-5-31 15,2-5-16-15,4-8-22 0,7-6-78 0,4-9-192 16,8-6-588-16,0-5-597 0,3-6 899 16</inkml:trace>
  <inkml:trace contextRef="#ctx0" brushRef="#br0" timeOffset="109780.916">28366 15112 1155 0,'0'0'355'0,"0"0"1204"16,0 0-1192-16,0 0-3 0,91-46 169 0,-60 38-138 15,2 2-149-15,4 0-100 0,-3-1-33 16,3-2-49-16,-1 0-64 0,-2-3-15 16,-6 0-122-16,-5 1-28 0,-4 2-50 15,-4 0-106-15,-7 3-358 0,-3 3-910 0,-5 3-545 16</inkml:trace>
  <inkml:trace contextRef="#ctx0" brushRef="#br0" timeOffset="110076.955">28555 15072 745 0,'0'0'547'0,"0"0"827"0,0 0-953 0,-34 65-3 16,26-36-14-16,0 4-53 0,2 2-56 15,1 0-98-15,1-2-90 0,-1-4-91 16,2-2-16-16,-2-5-83 0,-1-1-53 16,3-4-40-16,0-5-31 0,0-5-104 15,0-3-133-15,3-4-61 0,-1 0-77 0,0-1-184 16,1-6 24-16,0-1 269 0,0-2 401 15,0-1 72-15,0 1 225 0,4 0 352 16,2-1 207-16,2 0-224 0,1 3-138 16,3-3-16-16,2 2-54 0,3 1-12 15,3 1-28-15,5 0-12 0,1 2-57 0,5-2-44 16,0-2-59-16,2-2-46 0,1-5-45 16,0-3-49-16,-1-3-68 0,0-2-99 15,0-1-56-15,-3 0-69 0,1 3-192 16,-8 3-659-16,2-2-854 0</inkml:trace>
  <inkml:trace contextRef="#ctx0" brushRef="#br0" timeOffset="110308.25">29158 14106 186 0,'0'0'3001'16,"0"0"-2473"-16,-23 66-267 0,12-26 9 0,-1 9 58 16,1 4 7-16,3 5-118 15,0 3-64-15,4 0 29 0,2 0-27 0,2-4-74 16,0-7-36-16,0-8-45 0,0-10-46 16,6-9-87-16,2-8-40 0,1-10-25 15,4-5 21-15,4-5-46 0,6-15-275 0,-4 5-670 16,15-27-1036-16</inkml:trace>
  <inkml:trace contextRef="#ctx0" brushRef="#br0" timeOffset="110643.886">29725 13964 1213 0,'0'0'1423'0,"0"0"-667"15,13 88-155-15,-11-44-31 0,1 8-82 16,-3 2-89-16,-3 2-105 0,-6-2-113 0,-4-2-75 15,-5-1-58-15,-1-2-36 16,-6-3-12-16,-3-3-26 0,-3-3-65 16,-4-3-48-16,2-9-15 0,1-3 24 15,2-8 36-15,2-5-12 0,3-4-19 0,2-6-18 0,4-2 14 16,1-2 62-16,5-7 33 16,2-5-27-16,5 0-59 0,5-5 52 0,1-5 53 15,0 2 15-15,6 0 92 0,3 5-58 16,5 2 40-16,0 7 30 0,2 5 9 15,2 3 12-15,4 3 49 0,4 7 33 16,1 3-5-16,5 1-2 0,1 1-10 16,2-2-48-16,4-4-43 0,-3-4-87 15,4-5-12-15,4-6-111 0,2-11-67 16,2-6-103-16,-1-5-61 0,0-1-256 16,-12 7-543-16,8-11-999 0</inkml:trace>
  <inkml:trace contextRef="#ctx0" brushRef="#br0" timeOffset="110830.489">30238 14121 1222 0,'0'0'105'0,"0"0"1391"0,0 0-727 15,0 0-149-15,48 81-124 0,-39-46-89 16,-1 5-75-16,-2 6-63 0,-2 4-63 16,-1 4-73-16,-2 3-73 0,-1 0-9 15,-4-3-51-15,-14-2-54 0,-8-2-100 16,-10 0-75-16,-7 1-68 0,-7-1-133 15,7-12-677-15,-27 21-1004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54:07.61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16470 1776 52 0,'0'0'802'0,"0"0"534"0,0 0-1029 15,0 0-74-15,0 0 4 0,0 0 58 16,0 0-2-16,0 0-28 0,0 0-64 0,0 0-59 15,-8 18-30-15,9-18 3 0,1 4 2 16,0 0 10-16,4 0-23 0,-3 1-11 16,5 0-8-16,1-1 35 0,0 1 44 15,3 0-45-15,2 0-25 0,2-2-24 16,3 1-33-16,1-1 2 0,6 1-3 16,1 0-8-16,4-2-13 0,3-1 3 15,2 0 3-15,7-1-20 0,1 0 1 16,4 0-2-16,6 0 0 0,2 0-3 15,6 0-27-15,4-5 12 0,2-2-1 0,1 1 18 16,-1-1-35-16,-2-1-3 0,-2 0 8 16,-4 0-20-16,-3 2 5 0,-4-1-8 15,-2 1-25-15,-3 0-13 0,-2 0 4 16,-4 0 11-16,-4 4-17 0,-7-1-26 0,-5 0-68 16,-6 3-137-16,-7 0-51 15,-1 0-66-15,-8 0-124 0,-4 1-422 0,0 5-349 16,-6-3 989-16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44:33.46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1909 1005 2946 0,'0'0'508'16,"0"0"-245"-16,0 0-2 0,0 0 27 0,0 0-12 15,0 0-97-15,0 0-13 0,0 0 45 16,109 9-80-16,-68-4-37 0,4 0-24 15,-2 1-33-15,0-1-10 0,-1-2-15 16,1-3-9-16,-2 0 0 0,0 0 0 16,-2-7-3-16,-4-1-114 0,-2-2-60 15,-6-2-33-15,-4 2-72 0,-7 0-201 16,-6 2-478-16,-10 0-400 0</inkml:trace>
  <inkml:trace contextRef="#ctx0" brushRef="#br0" timeOffset="216.425">2095 1044 1577 0,'0'0'179'0,"0"0"376"0,0 0-313 16,0 0-13-16,-39 92 140 15,39-58 58-15,0 3-65 0,9 4-98 0,2 5-46 16,5 2-45-16,3 8-32 0,-2 3-64 16,-3 7-58-16,-2-1-19 0,0 0-27 15,-4-4-84-15,1-8-21 16,-3-11 11-16,1-7-31 0,0-8-38 0,0-6-112 15,0-6-247-15,1-5-435 0,-2-4-424 16</inkml:trace>
  <inkml:trace contextRef="#ctx0" brushRef="#br0" timeOffset="391.34">2239 1728 1015 0,'0'0'2202'0,"0"0"-1751"0,0 0-268 15,0 0-60-15,0 0 47 0,0 0 76 16,0 0-42-16,0 0-57 0,97-21-51 15,-64 16-44-15,0 2-37 0,2-1-15 16,-5 0-17-16,0 1 15 0,-4-3-32 16,-2 2-123-16,-6 2-43 0,-1 2-23 15,-8 0-103-15,-5 6-263 0,-4 1-521 0,-4 13-610 0</inkml:trace>
  <inkml:trace contextRef="#ctx0" brushRef="#br0" timeOffset="1080.827">3023 1685 303 0,'0'0'2820'0,"0"0"-2523"0,0 0-141 16,0 0 14-16,0 0 72 0,0 0-34 16,0 0 96-16,0 0-36 0,0 0-90 15,0 0-56-15,0 0-33 0,53-3-10 16,-60 6-18-16,-6 0-61 0,-1 4-40 15,-6 5-15-15,-2 2 22 0,2 9 2 16,-3 4 7-16,0 4 9 0,1 2-7 0,2 3 20 16,4-5 2-16,3-4 13 0,6-6-13 15,4-8-13-15,3-5-20 16,0-3 2-16,0-4-9 0,4-1-15 0,5 0 16 16,4-7 5-16,4-5 3 0,0-1-21 15,1-5-34-15,2 1-19 0,-1 1 0 0,-1 2-7 16,1 3 32-16,-4 5 17 0,-1 3-8 15,-2 3 18-15,-1 0 53 0,0 5 31 16,1 5 59-16,0 0 10 0,2 4-26 16,-1 1-12-16,1 0-6 0,1 4 12 15,2 3 9-15,-1 2 28 0,-2 1 51 16,-2-3-43-16,-6 0-76 0,1 1 6 16,-6 4-1-16,-1 4-20 0,0 2 14 15,-1 5 1-15,-9-1-16 0,3 3-2 0,-2-4 11 16,-2 0-18-16,-1-5 31 15,0-3-16-15,-3-6-12 0,-1-4 3 0,-4-2-18 16,-5-7-9-16,-5-1-76 0,-8-3-18 16,-9-3-4-16,-5-2 19 0,-9 0-16 0,-8-8 18 15,-6 0-6-15,-7-4-4 0,-3 0-24 16,-3-2 18-16,0-2-47 0,-1 3-140 16,1 0-155-16,-1-2-243 0,-1 2-407 15,5 3 33-15,6 0 686 0,8 1 193 16,12 4 165-16,12 1-112 0,15 1 129 15,12 3 333-15,7 0 68 0,11 0-264 16,2-2 1066-16,13 1-973 0,9-3-123 16,10-3 113-16,8 0 101 0,8-3 47 15,5-2-91-15,6-2-78 0,6-1-20 16,4 0 25-16,7-1-64 0,5 1-59 16,3-3-29-16,4 3-52 0,1 1-4 0,2-1-11 15,-2 2-19-15,-5 5 15 0,1-1 1 16,-5 5-16-16,-3 1-10 0,-1 1-87 15,1-1 11-15,-1 0-65 0,-4-3-213 16,-1-2-764-16,-21 0-847 0,15-6 1781 16</inkml:trace>
  <inkml:trace contextRef="#ctx0" brushRef="#br0" timeOffset="3725.232">6946 1107 962 0,'0'0'625'0,"0"0"753"0,0 0-1189 0,0 0-109 15,0 0 102-15,-52-81 125 0,38 67-39 16,-1 1-67-16,-2 2-49 0,1 2-40 0,-1 1-23 15,-1 3 47-15,1 2-31 0,0 1-16 16,0 2-34-16,-2 0 3 0,3 3-15 16,-4 3-19-16,-2 5-22 0,-2 2-2 15,-4 6-1-15,-3 6-17 0,-4 3-1 0,-1 8 7 16,-4 1-12-16,1 6 11 16,-3 2 10-16,0 5 1 0,3 3-13 0,2 2 12 15,2 2 0-15,8 3-25 0,4-1 10 16,8-4-3-16,5-1 21 0,9-5 18 15,1-5 16-15,6-6 8 0,11-6-2 16,4-5 6-16,8-4 9 0,6-4 0 16,4-1 15-16,3-4 6 0,2-2-3 15,1-1-3-15,1-5 3 0,-1 0-31 16,-1-6-15-16,0 0 1 0,-4 0-16 16,0 0-2-16,-7-5-10 0,-2-2-1 0,-8-2-14 15,-2 0-40-15,-2-3-33 0,-4 1 3 16,-3-3-24-16,-1-1-16 0,-4-2-9 15,-3-4-62-15,-1-1-109 0,0-3-111 16,-3-2-202-16,0 4-479 0,-9-16-546 16</inkml:trace>
  <inkml:trace contextRef="#ctx0" brushRef="#br0" timeOffset="4009.123">6486 1270 414 0,'0'0'95'16,"0"0"64"-16,0 0 1160 0,0 0-921 16,0 0-65-16,0 0-25 0,0 0-39 15,0 0-50-15,0 0-79 0,0 0-61 16,0 0 66-16,16 42 31 0,-6-18-13 0,0 2-39 16,-4 6-9-16,1 2-47 0,-4 5 3 15,-1 2-19-15,-2 3-27 0,0 0-1 16,-2 1-5-16,-1-4-17 0,-1-4 0 15,1-7-1-15,0-4-1 0,3-5-13 16,0 0-9-16,0-6-12 0,0-2-24 0,0-2-26 16,0-4-27-16,1-1-32 0,5-4-10 15,-1 0-23-15,3-2-26 0,2 0-83 16,2-8-152-16,4-4-357 0,-5 1-835 16,5-12 1339-16</inkml:trace>
  <inkml:trace contextRef="#ctx0" brushRef="#br0" timeOffset="4617.116">7786 886 1620 0,'0'0'29'0,"0"0"1064"15,0 0-893-15,0 0-82 0,0 0 180 16,0 0 63-16,0 0-62 0,0 0-126 0,0 0-80 16,0 0 0-16,0 0 0 15,-33 74 9-15,17-43 0 0,0 8-13 0,-2 5-18 16,-4 8 8-16,-3 8 19 0,-2 5 91 15,-5 5-70-15,-1 8-55 0,-6 6-22 16,-1 3-14-16,-2 6-16 0,-5 3-12 16,0-2-1-16,-3-1-17 0,5-6 17 15,-1-4 0-15,6-5-24 0,4-9 23 16,0-9 2-16,7-7 0 0,4-9 25 16,1-8-4-16,5-5-21 0,2-7 1 0,4-5-1 15,4-3 3-15,2-8-3 0,3-1-2 16,2-3-44-16,2-4 7 0,0 0-22 15,0-1-6-15,0-6-18 0,5-4 6 16,0-5-38-16,6-6-45 0,1-6-66 16,0-6-128-16,4-2-318 0,-2-3-663 0,-5 10-798 15</inkml:trace>
  <inkml:trace contextRef="#ctx0" brushRef="#br0" timeOffset="5268.684">7769 1553 385 0,'0'0'1618'0,"0"0"-470"16,0 0-664-16,0 0-128 0,0 0-56 15,0 0-73-15,0 0-27 0,0 0-46 16,0 0 2-16,21 99 48 0,-13-53-61 0,-2 5-28 16,-1 7-30-16,-2 2-12 0,-2 5-10 15,-1-2-8-15,0 1-31 0,-4-2-24 16,-3-1-1-16,1-8-2 0,-1-6-9 15,1-9-30-15,2-6-7 0,2-10-20 16,0-4-34-16,2-5-19 0,0-5-18 16,0-2-24-16,0-5-23 0,2-1-28 15,4-7-122-15,3-10-192 0,1-8-260 16,3-5-543-16,-4 2-242 0,2-22 1452 0</inkml:trace>
  <inkml:trace contextRef="#ctx0" brushRef="#br0" timeOffset="5525.205">7952 1577 114 0,'0'0'2613'0,"0"0"-2192"0,0 0-204 16,4 87 8-16,-1-44 91 0,4 4 44 0,-1 7-78 16,1 4-63-16,2 2-44 0,-2 0-34 15,-3 0-59-15,-2-2-39 0,-2 1-42 16,-2-2 11-16,-9 0-10 0,2-3-2 15,-2-3-12-15,-2-3-34 0,1-5-33 16,2-8-13-16,2-5 0 0,5-7 6 16,1-7-31-16,1-9-9 0,1-3-10 15,0-4-22-15,0-11-64 0,1-5-131 16,2-8-123-16,0-10-205 0,-3-8-376 0,0 6-117 16,0-30 972-16</inkml:trace>
  <inkml:trace contextRef="#ctx0" brushRef="#br0" timeOffset="5881.331">7956 1759 1015 0,'0'0'101'16,"0"0"1557"-16,0 0-1321 0,0 0-120 0,51-68 75 16,-34 54 45-16,0 2-61 0,5 2-80 15,2 1-63-15,1 1-25 0,4 3-7 16,-3 3-64-16,-2 0-19 16,-1 2 10-16,-5 2-28 0,-3 5-1 0,-3 0-1 15,-5 3 2-15,0 5 12 0,-4 6 13 16,-3 5-4-16,-3 6 10 0,-10 6-31 15,-3 2-28-15,-5 4-5 0,-4-4 30 16,1 0-9-16,1-3 12 0,1-6 13 16,2-4-10-16,8-2 15 0,1-6 52 15,2-2-27-15,5-3-15 0,4 0-1 16,0 0 19-16,14 3-3 0,2 2-7 16,9 2 10-16,2 2 12 0,5 0 0 0,2-1 5 15,-1-1-23-15,4-3-7 0,-4 0 1 16,0-1-16-16,-4-2-6 0,-3-1-10 15,-3-2-2-15,-6-2-2 0,0-1-25 16,-4-1-49-16,0-3-37 0,-3 0-30 0,3-1-15 16,-1-2-29-16,2-2-53 0,5 0-144 15,1-7-31-15,3-4-904 0,-3 1-597 16,9-12 1606-16</inkml:trace>
  <inkml:trace contextRef="#ctx0" brushRef="#br0" timeOffset="12420.798">4133 1166 2368 0,'0'0'384'16,"0"0"-236"-16,0 0 491 0,0 0-217 15,0 0-111-15,0 0-107 0,0 0-59 16,0 0-21-16,0 0-5 0,6 66-33 15,1-32-25-15,-3 8-18 0,3 5-3 0,-2 9-16 16,-1 7 4-16,4 7-13 16,0 9-12-16,-1 7 12 0,-1 1-15 0,0 1 3 15,-1-3-6-15,-2-13-6 16,0-6-28-16,1-12-24 0,1-12-12 0,-1-7-22 16,0-13-34-16,1-8-15 0,2-7-14 15,-1-7-47-15,2-7-117 0,5-13-174 0,-3 4-212 16,5-30-805-16</inkml:trace>
  <inkml:trace contextRef="#ctx0" brushRef="#br0" timeOffset="12761.337">4564 1409 209 0,'0'0'1812'0,"0"0"-991"15,0 0-452-15,0 0-86 0,0 0 59 16,0 0-81-16,0 0-155 0,0 0-65 15,0 0-41-15,0 0-24 0,-67 85 5 16,46-55-15-16,-1 4 6 0,-2 3 27 0,1 0-18 16,-2 1-9-16,3-3 18 0,2-2 10 15,3-8 22-15,4-5 13 0,4-4-7 16,6-6-28-16,2-2-13 0,1-1-11 16,4-1 24-16,8 3 25 0,8 4 56 15,2 1 16-15,5 2 24 0,1-2 2 0,-1 4-9 16,-1-5-37-16,-3 2-40 15,-3-2-12-15,-1 1-25 0,-3-3-12 0,-2-3-25 16,-2 2-61-16,-1-1-41 0,1-3-53 16,-2 0-79-16,3-2-199 0,-5-3-302 15,12-4-616-15</inkml:trace>
  <inkml:trace contextRef="#ctx0" brushRef="#br0" timeOffset="13002.082">5074 1300 691 0,'0'0'821'0,"0"0"-622"15,0 0 877-15,0 0-636 0,-49 78-185 16,30-45-59-16,-4 7 47 0,0 3-11 0,-1 7-73 16,-2 2-35-16,-1 10-56 0,-3 3 0 15,-4 7-15-15,-1 7-23 0,-2 4-27 16,-2 2-2-16,-2 3-1 0,0-1-12 15,2-3 11-15,1-6 0 0,5-6-17 16,4-12 2-16,8-7 14 0,6-12-60 16,5-10 13-16,6-12-94 0,2-8-34 15,2-8-59-15,2-3-72 0,7-6-122 0,3-9-177 16,-1 2-535-16,6-17-311 0</inkml:trace>
  <inkml:trace contextRef="#ctx0" brushRef="#br0" timeOffset="13580.84">4742 2242 2662 0,'0'0'574'16,"0"0"-316"-16,0 0-20 0,0 0 70 16,0 0-83-16,0 0-69 0,0 0 17 15,81 3-53-15,-49-9-40 0,2-1-31 16,-2-5-49-16,-2-2-40 0,-1-1-43 16,-3-2-50-16,-6 0-55 0,-1 0-80 15,-6 3-78-15,-3 1-164 0,-3 2-287 16,-5 1-537-16</inkml:trace>
  <inkml:trace contextRef="#ctx0" brushRef="#br0" timeOffset="13770.987">4951 2164 691 0,'0'0'551'0,"0"0"-391"0,0 0 632 0,-14 81-11 16,14-49-273-16,0 5-135 0,0 4-53 16,7 6-16-16,2 3-32 0,-2 2-88 15,2 2-74-15,1 2-34 0,-2-1-36 16,3-1-40-16,0-3 0 0,-1-6-21 15,0-10-4-15,2-6 1 0,-4-9-44 16,0-4-54-16,-4-9 2 0,-1-2 1 16,-2-4-48-16,-1-1-94 0,0 0-153 15,0 0-80-15,0-6-154 0,0 0-132 16,-1-7-473-16</inkml:trace>
  <inkml:trace contextRef="#ctx0" brushRef="#br0" timeOffset="13902.462">5009 2636 741 0,'0'0'219'0,"0"0"-4"0,0 0 994 15,0 0-670-15,0 0-149 0,0 0-98 16,0 0-5-16,0 0-20 0,0 0-55 0,0 0-39 16,60-42-19-16,-44 39-34 0,3 0-49 15,0-2-22-15,1-1-34 0,0-5-15 16,-1-1-40-16,1 0-92 0,-1-3-74 16,-2-2-88-16,0-1-139 0,-8 5-361 15,4-10-1130-15</inkml:trace>
  <inkml:trace contextRef="#ctx0" brushRef="#br0" timeOffset="14166.849">5274 1723 39 0,'0'0'1141'0,"0"0"685"0,0 0-1408 15,0 0-161-15,102-11-8 0,-71 4-23 16,-1 1-61-16,-4-1-112 0,-1 3-53 16,-4-3-2-16,-1 2-45 0,-5 2-118 15,-5 1-133-15,-2 2-120 0,-5 0-334 16,-3 9-853-16</inkml:trace>
  <inkml:trace contextRef="#ctx0" brushRef="#br0" timeOffset="14340.086">5333 1957 1699 0,'0'0'39'16,"0"0"1225"-16,0 0-890 0,0 0-60 15,0 0 108-15,0 0-102 0,93-16-98 16,-72 8-77-16,3 1-78 0,1-4-67 15,1 1-9-15,3-1-46 0,1-1-111 0,2-1-125 16,0 2-135-16,-9 2-582 0,8 1-975 0</inkml:trace>
  <inkml:trace contextRef="#ctx0" brushRef="#br0" timeOffset="16018.487">11604 1323 49 0,'0'0'352'0,"0"0"1957"16,0 0-1834-16,0 0-131 0,0 0-78 15,0 0 2-15,0 0 28 0,-23-74-46 16,12 63-41-16,0-1-59 0,-2 1-49 15,0-1-34-15,-1 3-12 0,-1-2-18 16,-2 5-36-16,4 0 11 0,-4 4-12 0,-2 2-21 16,-1 0-22-16,-8 7 0 0,0 9-11 15,-6 3 41-15,1 9 13 0,-1 4 1 16,0 7 24-16,0 5-1 0,4 4-3 16,2 7 10-16,2 2 12 0,3 6 2 15,6-1-11-15,7 0 8 0,6-5 4 16,4-7-16-16,7-6 7 0,10-5-4 15,10-4-15-15,4-8-18 0,5 0 2 16,1-9-2-16,-1-9 0 0,-1-3-12 0,-2-6-58 16,-1-1 1-16,-3-9 2 15,-2-4-22-15,0-1-42 0,-5-5-49 0,-5-1-54 16,-1-4-119-16,-6 5-319 0,-2-16-861 0</inkml:trace>
  <inkml:trace contextRef="#ctx0" brushRef="#br0" timeOffset="16218.061">11235 1513 1124 0,'0'0'107'15,"0"0"882"-15,0 0-769 0,-8 82 74 16,8-50 130-16,8 6 21 0,-1 1-51 16,2-1-121-16,2 2-106 0,-4-3-46 15,1 0-53-15,-4-4-43 0,-1-1-25 16,1-1-21-16,-3-3-87 0,2-7-106 15,0-2-74-15,3-4-39 0,1-6-73 0,-1-4-245 16,8-5-661-16</inkml:trace>
  <inkml:trace contextRef="#ctx0" brushRef="#br0" timeOffset="16421.974">11860 1525 2767 0,'0'0'1156'0,"0"0"-939"0,0 0-49 16,0 0 178-16,0 0-63 0,79 0-88 15,-51-1-82-15,-1-3-55 0,6-3-28 16,-5-1-13-16,4-2-17 0,-5 2-25 0,0-4-69 16,-5 1-92-16,-4 1-105 15,-4 1-182-15,-6 3-525 0,-5 2-765 0,-6 4 394 16</inkml:trace>
  <inkml:trace contextRef="#ctx0" brushRef="#br0" timeOffset="16583.98">11787 1727 684 0,'0'0'1993'0,"0"0"-1639"0,0 0-108 0,0 0 151 16,0 0 6-16,0 0-85 0,0 0-46 15,96 15-73-15,-60-22-95 0,3-5-82 16,1-2-22-16,-4-3-107 0,1 2-81 15,-3 0-99-15,-8 3-216 0,7-4-837 0</inkml:trace>
  <inkml:trace contextRef="#ctx0" brushRef="#br0" timeOffset="17199.72">12562 1284 173 0,'0'0'2687'16,"0"0"-2127"-16,0 0-183 0,0 0-53 0,0 0 6 16,0 0-93-16,0 0-68 0,0 0-37 0,86 12-28 15,-72-12-22-15,0-4-30 0,-3 1-25 16,0 1-27-16,-3 1-1 0,-2-1-14 15,-3 2-6-15,-2 0-31 0,1 0 6 16,-2 0 3-16,0 0 4 0,0 0 2 16,0 0 19-16,0 0 15 0,0 0 3 15,0 0 3-15,0 0 21 0,0 0 10 16,0 0 2-16,0 0 1 0,0 0 9 16,0 0-7-16,0 0 1 0,0 0-10 15,0 0-8-15,0 0-7 0,0 0 12 16,0 0 34-16,0 2 18 0,0-1-36 15,0 3-37-15,0 5-6 0,0 4 0 0,0 6 17 16,0 10 19-16,0 8 10 0,0 6 5 16,0 8 10-16,0 3 75 0,0 7-46 15,-2-1-54-15,-1 0-36 0,-1-4 3 16,0 0-2-16,0-6 0 0,2-1 0 16,2-10-2-16,0-4-14 0,0-9-27 0,0-7-36 15,0-7-31-15,0-5-49 0,0-3-21 16,0-4-3-16,3 0-56 0,2-3-130 15,1-7-160-15,-1 1-474 0,3-18-522 0</inkml:trace>
  <inkml:trace contextRef="#ctx0" brushRef="#br0" timeOffset="17500.191">12932 1251 760 0,'0'0'1872'0,"0"0"-1393"15,0 0-214-15,12 68-15 0,-8-37 90 0,3 9 45 16,-1 8-57-16,-1 3-58 0,-1 5-111 16,-1 2-49-16,-2 3-16 0,-1-1-24 15,0-1-31-15,-4 0-5 0,-5-5-33 16,-1-4 0-16,0-8-1 0,1-6-1 15,2-6-20-15,0-8-1 0,4-6-23 16,0-4-62-16,2-7-48 0,1-1-22 16,0-4-7-16,0-5-94 0,0-7-250 0,0-6-152 15,4-8-538-15,2-7-271 0</inkml:trace>
  <inkml:trace contextRef="#ctx0" brushRef="#br0" timeOffset="17879.311">12974 1277 779 0,'0'0'219'0,"0"0"1590"0,0 0-1533 16,0 0-164-16,0 0 159 0,0 0 108 0,0 0-58 15,0 0-122-15,90-21-97 0,-66 21-37 16,3 0-6-16,2 4-37 0,-1 5-22 16,0 1-12-16,-6 5 10 0,0-1-20 0,-5 4-1 15,-7 1 22-15,-3 3 2 16,-7 3 10-16,0 4-11 0,-13 6-19 0,-5-1-21 15,-7 5 9-15,-5-1 7 16,-2 3 8-16,-1-4 13 0,3-2 3 0,3-5 37 16,3-4 9-16,6-4 32 0,4-4-20 15,3-3-2-15,5-1-23 0,6-3-14 16,0 0-1-16,6 3 16 0,8-2 18 16,4 2 25-16,5 1-7 0,3-1 1 15,1 0 2-15,2 0-9 0,-2-3-16 16,-2 0 1-16,-2-4 15 0,-3 2-26 15,-1-2-38-15,0-3-15 0,1 0-21 16,-3 2-68-16,0-1-24 0,-1-2-40 16,1 0-117-16,-1-2-148 0,2-1-247 0,-2 0-607 15,-4-1-893-15,3-7 2118 0</inkml:trace>
  <inkml:trace contextRef="#ctx0" brushRef="#br0" timeOffset="18130.131">13500 1354 1482 0,'0'0'659'0,"0"0"520"15,0 0-703-15,0 0-93 0,0 0-23 16,105 15-46-16,-71-13-60 0,0 1-53 0,4 0-64 15,-1-3-58-15,-1 0-40 0,0-3-24 16,-3-2-15-16,-1-3-27 0,0-3-16 0,-1 0-57 16,-3-1-91-16,-4-1-41 0,-5-1-84 15,-3 0-177-15,-9 1-274 0,-5 0-672 16,-2 4-147-16,-8 2 1202 0</inkml:trace>
  <inkml:trace contextRef="#ctx0" brushRef="#br0" timeOffset="18352.962">13754 1408 479 0,'0'0'1413'16,"0"0"-613"-16,-20 67-350 0,15-35-97 16,-1 2-30-16,5 0-15 0,0 1-43 15,-2 4-9-15,3-3-71 0,0 2-60 0,0-1-15 16,0 1 3-16,0-3 9 0,0-1-13 16,0-2-45-16,0-1-43 0,0-3-19 15,0-2-2-15,4-3-1 0,0-3-11 16,1-3-3-16,4-3-18 0,3-2-55 15,0-6-52-15,3-2 21 0,3-4-25 16,2 0-43-16,2-9-94 0,1-4-142 0,6-5-247 16,-2-6-606-16,-4 3-783 0</inkml:trace>
  <inkml:trace contextRef="#ctx0" brushRef="#br0" timeOffset="19187.65">14193 1560 7 0,'0'0'2517'0,"0"0"-1989"0,0 0-244 16,0 0-23-16,0 0 60 15,70 69-26-15,-44-36-52 0,-1 5-46 0,0 3-12 16,-5 1-41-16,0 0-16 0,-4-4-15 16,-1-2-19-16,-4-3-27 0,1-8-9 15,-4-2-1-15,0-9-29 0,-1-4-13 16,-2-7-12-16,1 0-3 0,-3-3-29 0,0 0-20 16,1 0-9-16,1-9-12 0,1-4-15 15,2-6-3-15,-1-4-4 0,1-4-2 16,-3-3-4-16,2 1 15 0,-2-6 34 15,-2-1 9-15,-2-2-13 0,-1-4 10 16,0-3 15-16,0 1 27 0,-4 1-12 16,-2 3 13-16,-2 1 25 0,0 4 3 15,1 7 12-15,1 5-7 0,1 5 4 16,2 5 62-16,1 3-14 0,2 5 7 16,0 0 0-16,0 2-10 0,0-1-18 0,3 1-18 15,3 1-19-15,-1-2 7 0,4 1 8 16,1-1-11-16,3-2-4 0,0 1 3 15,4 1-2-15,-2 0-13 0,4 0 3 0,0 1-3 16,4-1-14-16,2 3 12 0,6-3-11 16,2 3-1-16,3 1 11 0,4 0-9 15,-1 0 12-15,2 0-15 0,-4 0 0 16,-1 0 0-16,-5 0-3 0,-3 0-24 16,-3 0-21-16,-2 0-40 0,-3-1-55 15,-6 0-25-15,0-3-39 0,-3 4-76 16,-6-2-235-16,1-1-539 0,-6 0-460 15,0 3-10-15</inkml:trace>
  <inkml:trace contextRef="#ctx0" brushRef="#br0" timeOffset="19475.045">14737 1691 922 0,'0'0'237'0,"0"0"1468"0,0 0-1263 0,0 0-131 15,0 0-27-15,0 0-33 0,0 0-33 16,0 0-8-16,0 0-34 0,0 0-66 16,0 0-39-16,93 66-19 0,-69-65 0 15,0-1-16-15,-1-4-36 0,4-5-45 16,-5-1-81-16,3-4-86 0,-2-2-66 15,-2-1-87-15,0-2-174 0,-1-4-833 0,-7 8-676 16,2-8 1956-16</inkml:trace>
  <inkml:trace contextRef="#ctx0" brushRef="#br0" timeOffset="19666.507">15188 1494 117 0,'0'0'558'0,"0"0"975"15,0 0-784-15,0 0-318 0,0 0-158 0,-7 72-59 16,7-42-6-16,0 1-8 0,0 6-42 16,1 0-84-16,1 1-46 0,-2-2-28 15,0 0-2-15,0-2-35 0,0-2-74 16,0-2-54-16,0-7-23 0,2-3-16 0,7-8-125 16,4-4-297-16,-4-2-818 15</inkml:trace>
  <inkml:trace contextRef="#ctx0" brushRef="#br0" timeOffset="20394.712">15489 1213 1239 0,'0'0'45'0,"0"0"1532"16,0 0-1147-16,0 0-185 0,0 0-37 16,0 0 59-16,0 0-19 0,0 0-52 15,0 0-42-15,0 0-43 0,66-10-28 0,-50 6-28 16,2-1-21-16,-1 0-13 0,0-1-20 16,2-1-1-16,-2 1-12 0,0-1 9 15,0 2 0-15,-2-1 2 0,-3 3-1 16,-2 0 1-16,-5 2-1 0,1 0-23 15,-3 1-15-15,-1 0 16 0,-1 0 22 16,2 0-14-16,-1 0-11 0,1 4 27 16,0 2 22-16,2 3 15 0,-1 3 34 0,-1 1-28 15,1 1-7-15,1 1-8 0,-1 2-1 16,0 1 4-16,1 3 12 0,0 1-7 16,1 4 1-16,2 4 6 0,1 2 27 15,-3 4 9-15,2-3-19 0,-1 3-2 0,0 0-24 16,-1-2-13-16,-1 0-19 15,1 1 16-15,-1-4-17 0,-1 2 11 0,3-3 3 16,-1 0 9-16,0 1-5 0,1 0 2 16,3 0-21-16,-2-1-35 0,1-2 29 15,-1-3 6-15,-2-2 2 0,0-4 20 16,-1-5-10-16,-2-1-11 0,1-2 2 16,-3-1 12-16,2-3-13 0,-1 0 1 15,-1-3-1-15,-1 1-1 0,0-4 1 0,0 2 10 16,0-2-9-16,0-1-3 0,0 1-12 15,-3-1 9-15,0 0-12 0,-1 0 12 16,-2 2 1-16,-3-2-10 0,-6 1-12 16,-3-1-19-16,-5 0-27 0,-4 0-27 15,-3 0-21-15,-6 0-4 0,-4 0-37 16,-5 3-55-16,-3 3-98 0,-2 3-156 16,-1 1-135-16,14-1-428 0,-16 6-417 0</inkml:trace>
  <inkml:trace contextRef="#ctx0" brushRef="#br0" timeOffset="63340.126">17073 1471 91 0,'0'0'2101'15,"0"0"-941"-15,0 0-972 0,0 0-49 0,0 0 34 16,0 0 67-16,0 0 0 0,22 78-95 16,-18-57-67-16,0 0-32 0,-1 1-9 0,1-3-19 15,-2 0 10-15,1-1-10 0,-1-1-18 16,0-4 0-16,-1-3-16 0,2 0 4 16,-3-5-10-16,2 1-83 0,-2-3-40 15,0-3-26-15,0 0-71 0,0 0-113 16,0 0-215-16,0 0-226 0,-2-12-825 0</inkml:trace>
  <inkml:trace contextRef="#ctx0" brushRef="#br0" timeOffset="63490.456">17129 1219 2240 0,'0'0'1226'16,"0"0"-957"-16,0 0-153 0,0 0 35 15,0 0 34-15,0 0-26 0,0 0-102 16,0 0-57-16,0 0-12 0,0 0-141 0,88 2-63 16,-61-2-149-16,2 0-320 0,-7 0-955 15</inkml:trace>
  <inkml:trace contextRef="#ctx0" brushRef="#br0" timeOffset="63763.928">17512 1354 1053 0,'0'0'453'0,"0"0"1094"0,0 0-1259 15,0 0-101-15,0 0 142 0,-85 79 16 16,68-61-44-16,6-3-91 0,0-1-115 16,4-2-73-16,7-2-13 0,0 1-9 0,0 1-34 15,10 0 15-15,2-1 19 0,4 1 3 16,0 1 15-16,4-2-6 0,0 1-9 16,0 0 12-16,-1 0-15 0,-3 0 0 15,-1-2-1-15,-1 1 1 0,-2 0 3 16,-4-1-2-16,-3 1 11 0,0-4-10 0,-4 2 10 15,-1 2-11-15,0-2 12 16,-7 3 11-16,-5-1-24 0,-5 0-9 0,-3 1-40 16,-2-1 15-16,-4 1-9 15,-2-1-52-15,-1-3-59 0,-1 0-82 0,-1-5-140 16,8 1-334-16,-11-4-923 0</inkml:trace>
  <inkml:trace contextRef="#ctx0" brushRef="#br0" timeOffset="67188.718">18995 1508 264 0,'0'0'36'0,"0"0"218"0,0 0 1144 15,0 0-880-15,0 0-160 16,0 0-72-16,0 0-44 0,0 0 50 0,0 0 1 16,0 0-76-16,-46-68-67 0,43 61-7 0,-2 2-14 15,0-2-12-15,-1 3-15 0,0-1-7 16,0 0-19-16,1 0-8 0,-1 3-4 16,2 1-18-16,-2 0 2 0,-1 1-11 15,0 0-18-15,-3 1-19 0,-4 8-39 16,-2 4 2-16,-2 7 7 0,-1 5 30 15,-1 4 2-15,0 5 10 0,4 0-9 16,1-5 9-16,4-5-11 0,6-7-1 16,2-6-15-16,3-5-3 0,0-4-13 15,0-2-2-15,8 0-7 0,7-2 39 0,7-10-12 16,3-3 1-16,4-6-34 0,0-2-15 16,-2-3-6-16,-5 0-10 0,0 4 34 15,-4 0 0-15,-3 8 28 0,-2 1 2 16,-5 5 12-16,-2 4-20 0,-3 1-20 15,2 3-20-15,0 0 45 0,-1 7 16 0,4 3 28 16,-1 2 9-16,0 1-9 0,2 3 12 16,-4-2 3-16,1-2 3 15,0 0-21-15,0-5 2 0,2 0-27 0,1-3 0 16,1-1-3-16,3-3 0 0,2 0-61 16,0 0-22-16,1-1-38 0,1-3-37 15,0 0-94-15,0 1-149 0,-1 1-175 16,2-1-200-16,-5 0-659 0</inkml:trace>
  <inkml:trace contextRef="#ctx0" brushRef="#br0" timeOffset="68284.915">20163 1284 147 0,'0'0'1657'16,"0"0"-912"-16,0 0-237 0,0 0-179 0,0 0-53 15,0 0-36-15,0 0-112 0,0 0-55 16,-77 36-13-16,50-18-8 0,1-2-14 16,4 1 9-16,2 0-16 0,3-5 0 15,3 0-13-15,5-3-15 0,1-2 22 16,2 0-6-16,3-1-5 0,0-1-14 0,3 1-3 15,0 0-25-15,0 0 3 0,6 1 24 16,3 2 1-16,3 0 13 0,4-2-12 16,1 2 17-16,3-4 20 0,-1-1-23 15,1 1-15-15,-3-3 16 0,-2 1-14 16,-1-1 16-16,-4 1-18 0,1 1 0 16,-4 0 0-16,-2 1-1 0,1 1 1 15,-4 3 1-15,-1 1 2 0,-1 3 19 16,0 2 12-16,0-2-6 0,-1 3-25 0,-5-1 12 15,-2 1-3-15,-3-2 25 16,3 2-21-16,-4-5 2 0,1 2-5 0,0-3-13 16,0-2-22-16,1 0-33 0,0-2-19 15,-2-1-32-15,2 0-33 0,1-4-48 16,0-1-40-16,1 0-66 0,2-6-133 16,3-5-282-16,3 0-607 0</inkml:trace>
  <inkml:trace contextRef="#ctx0" brushRef="#br0" timeOffset="68553.315">20304 1428 342 0,'0'0'623'0,"0"0"1086"0,0 0-1308 16,0 71-81-16,-3-37 60 0,-1 6-31 15,1 6-112-15,0 6-79 0,1 7-44 0,0 5 0 16,2 5 51-16,-2 0-55 0,-1-1-64 15,2-1-27-15,-3-2-19 16,2-3-16-16,-1-4-2 0,0-6 6 0,1-7 10 16,-1-8-23-16,1-6-39 0,1-7 21 0,1-7-27 15,0-6-26-15,0-5-8 16,0-5-38-16,0-1-22 0,3-6-61 0,2-8-102 16,1-9-129-16,3-3-292 0,-4 1-513 15</inkml:trace>
  <inkml:trace contextRef="#ctx0" brushRef="#br0" timeOffset="68772.371">20265 1733 809 0,'0'0'110'0,"4"-66"817"0,4 41-434 15,2 0-106-15,0 0-88 0,1 3-30 0,4 4 7 16,-4 5-10-16,3 3-53 0,-3 4-37 16,0 2-61-16,2 2-28 0,-3 2-16 15,2 0-31-15,-4 7-18 0,0 2-4 16,-2 3 1-16,-1 4 12 0,-5 2-28 15,0 4 28-15,0 1-7 0,-7 4-21 0,-5 2-3 16,-3 0-61-16,-1 2-20 0,-3-2-33 16,4-4-1-16,1-6-19 0,4-3-10 15,1-7-42-15,6-3-53 0,-1-6-111 16,4-6-89-16,0-11-291 0,4 3-633 16</inkml:trace>
  <inkml:trace contextRef="#ctx0" brushRef="#br0" timeOffset="69010.899">20706 1019 375 0,'0'0'1102'16,"0"0"-120"-16,0 0-570 0,0 0-47 16,0 0 17-16,0 0-70 0,0 0-79 0,-4 94-44 15,-1-51-28-15,1 3-31 0,-3 5-22 0,-2 4-1 16,1 0 3-16,0 1-55 0,-2-4-53 15,0-3-2-15,3-6-21 16,1-5-25-16,3-12-64 0,3-7-16 16,0-7 0-16,3-8-57 0,7-4-112 0,5-2-206 15,-1-9-243-15,5-5-464 0,-5 3-271 16,6-11 1410-16</inkml:trace>
  <inkml:trace contextRef="#ctx0" brushRef="#br0" timeOffset="69173.459">20900 1436 770 0,'0'0'469'15,"0"0"1013"-15,0 0-1049 0,0 0-146 16,-6 80 61-16,1-51 39 0,-1 3-76 0,0 1-89 16,2-2-50-16,-2-2-47 15,2-3-58-15,1-5-41 0,0-5-26 0,3-4-28 16,0-5-85-16,0-4-74 0,0-3-25 0,0 0-80 16,0-4-225-16,0-2-575 15,3-13-704-15</inkml:trace>
  <inkml:trace contextRef="#ctx0" brushRef="#br0" timeOffset="69347.953">20879 1282 323 0,'0'0'1963'16,"0"0"-1498"-16,0 0-205 0,0 0 41 15,0 0 96-15,0 0-74 0,0 0-122 0,0 0-117 16,49 64-68-16,-38-64-16 0,1 0-34 15,7-4-166-15,1-8-134 0,3-6-218 16,2-3-648-16,-5 3-618 0,4-11 1805 0</inkml:trace>
  <inkml:trace contextRef="#ctx0" brushRef="#br0" timeOffset="69635.036">21298 898 1365 0,'0'0'770'0,"0"0"-101"16,0 0-432-16,0 0-32 0,0 0 148 0,-10 67-44 15,10-36-61-15,0 11-70 16,0 5-33-16,0 7 19 0,-3 6 27 0,-2 5-63 16,-3 1-60-16,-4 2-19 0,-2 0-37 15,0 2-1-15,3-7-11 0,0-4-12 16,4-10 10-16,2-12 0 0,5-10 2 15,0-9-19-15,1-6-8 0,7-5 2 16,0-4-2-16,3-3-41 0,1-2-36 16,1-6-28-16,-2-6-34 0,4-6-51 0,-4-2-103 15,-1-4-178-15,-3-1-472 16,-4 5-223-16,-3-10-127 0</inkml:trace>
  <inkml:trace contextRef="#ctx0" brushRef="#br0" timeOffset="69804.336">21161 1378 261 0,'0'0'1270'0,"0"0"-556"0,0 0-381 0,0 0-75 16,0 0 94-16,0 0-11 0,0 0-91 16,0 0-43-16,0 0-18 0,0 0-21 15,0 0-41-15,91 21-43 0,-68-24-48 16,3-5-36-16,-1-2-37 0,2-2-56 16,-1-5-44-16,1-1-40 0,-1 1-84 15,-3-1-182-15,-2 1-341 0,-4 2-325 16,-7 2-328-16,0-2 1368 0</inkml:trace>
  <inkml:trace contextRef="#ctx0" brushRef="#br0" timeOffset="70620.707">18531 1502 179 0,'0'0'225'16,"0"0"-81"-16,0 0-56 0,0 0-52 15,0 0 65-15,0 0 1118 0,0 0-759 16,0 0-108-16,0 0-19 0,0 0 5 16,-17 4-47-16,17-4-55 0,0 0-44 15,3 0-31-15,1 1-18 0,6 0-29 0,3 2-18 16,6 0 57-16,5 2 61 0,1-1-73 16,5-3-23-16,-1 0-36 0,0-1-18 15,1 0-12-15,-1-2-19 0,1-5 0 16,-1-2-14-16,-2-2-18 0,1 2-1 15,-4-3-3-15,-2 0-25 0,-2 0-96 16,-1 0-34-16,-5 1-25 0,-3 3-28 16,-2 0-47-16,-3 1-79 0,-3 1-205 15,-1 2-440-15,-2-6-622 0</inkml:trace>
  <inkml:trace contextRef="#ctx0" brushRef="#br0" timeOffset="70947.378">18840 1145 734 0,'0'0'156'0,"0"0"1028"15,0 0-643-15,0 0-229 0,0 0-97 16,0 0 62-16,0 0-4 0,-6 89-18 16,6-53-38-16,4 6-9 0,-1 3-44 15,0 3-28-15,-2 6-26 0,-1 3-8 16,0 4-41-16,0-3-18 0,-2 1-7 15,2-8-23-15,0-6 33 0,0-11-13 0,2-9-15 16,4-8-16-16,2-6-2 16,1-4-33-16,2-3 30 0,-1-4 0 0,1 0-9 15,2-4 12-15,1-6-3 0,1-4-52 16,2-2-28-16,-1-7-43 0,1-2-43 16,-1-4-22-16,2-5-33 0,-2-7-111 0,-1-5-210 15,0-4-202-15,-1-5-441 16,-5 10-231-16</inkml:trace>
  <inkml:trace contextRef="#ctx0" brushRef="#br0" timeOffset="71635.073">19158 939 339 0,'0'0'153'0,"0"0"1386"16,0 0-969-16,0 0-149 0,0 0-41 16,0 0-47-16,0 0-135 0,0 0-95 15,0 0-45-15,0 0 63 0,6 69 69 0,-4-32 14 16,-2 8-53-16,0 9-31 0,0 4-25 15,-5 6-28-15,-4 8-27 0,-3 2 2 16,0 2-14-16,0-3-27 0,0-3 2 16,1-12-2-16,6-9 0 0,2-14 0 15,1-12-1-15,2-8-17 0,0-9-23 16,3-3 0-16,3-3 19 0,1 0 21 16,3-7 40-16,5-4-37 0,-1-3-3 0,2-5-1 15,-2-4-27-15,1 0-9 0,-2 2 7 16,0 4-13-16,-5 5 0 0,0 3-3 15,-1 3-21-15,0 6-19 0,-3 0 46 16,3 4 40-16,-1 4 16 0,-1 4 21 16,2 2-9-16,-2 2 33 0,1 0 13 15,-3 0-28-15,2-3-1 0,-1-1-23 16,1-5-21-16,-2-1-1 0,-1-5-2 0,2 1-17 16,-1-2-5-16,1 0 3 0,5-2-77 15,0-6-35-15,4-4-18 0,2-3-31 16,-1-3-5-16,0-2-121 0,2 1-58 15,-3 1-94-15,0-2 45 0,-5 5 154 16,0 1 128-16,-3 4 133 0,-2 4 75 16,-1 6 173-16,-2 0 17 0,0 0 8 0,1 7-50 15,-1 2 28-15,1 1-4 0,-1 2-5 16,3-1-26-16,-3-5-80 0,3-2-58 16,0-2-47-16,2-2-4 0,3 0 20 15,2-2 8-15,3-7 13 0,1 0-68 16,1-6-46-16,-1 0-16 0,-1-1-15 15,-5 2-7-15,-2 2 4 0,-4 4 38 16,-2 2 42-16,-2 1 16 0,-7 0 12 16,-1 1 0-16,-5 1 12 0,-1 1-6 15,-1 2-18-15,0 0-15 0,-2 5-2 0,2 7-14 16,-3 4 15-16,2 5 40 0,1 5 22 16,1 5-3-16,3 2 12 0,3 0-13 15,3-2 0-15,6-5-5 0,1-2-23 16,5-6-2-16,8-3-1 0,6-2-8 15,6-1 26-15,5-6-2 0,4-3 3 0,4-3-28 16,2 0-18-16,2-3-64 16,4-2-73-16,0-3-54 0,3 0-37 0,0-2-95 15,-9 4-316-15,13-10-948 0</inkml:trace>
  <inkml:trace contextRef="#ctx0" brushRef="#br0" timeOffset="72680.765">21494 1133 831 0,'0'0'118'0,"0"0"-118"16,0 0 726-16,0 0-320 0,0 0-73 0,0 0 6 16,0 0 24-16,0 0-47 0,0 0-69 15,0 0-70-15,0 0-27 0,-51 49-27 16,45-20-14-16,-2 6 13 0,3 7-26 15,-2 3-38-15,2 3 7 0,2 4-18 16,0-2-7-16,3 3 3 0,-1-5-9 16,0 0-32-16,1-6 10 0,0-3-10 15,0-6-2-15,5-6 0 0,3-4-25 16,3-6 13-16,1-6-22 0,3-8 0 16,1-3-92-16,7-3-76 0,0-12-92 15,1-3-178-15,2-4-343 0,-9 4-676 16</inkml:trace>
  <inkml:trace contextRef="#ctx0" brushRef="#br0" timeOffset="73169.385">21742 1511 816 0,'0'0'248'0,"0"0"1116"0,0 0-893 0,0 0-100 16,0 0-24-16,0 0-51 0,0 0-101 0,-17 73-51 16,14-59-63-16,2-2-58 0,1-3-23 15,0-5-21-15,1-1-13 0,9-3-1 16,2 0-39-16,5-10-39 0,3-3-44 15,3-2-39-15,0-2-51 0,-1 2 18 16,-2 1 57-16,0 5 30 0,-4 3 91 16,1 6 51-16,-1 0 0 0,1 9 141 15,-2 3 141-15,-1 3-136 0,-1 5-63 16,-1 2 12-16,-4 0 12 0,0 3 22 16,-4 1 15-16,1 1-14 0,-3-1-2 15,-2-2 27-15,0 1-22 0,0-3-50 16,0-1-28-16,0-5-42 0,0 1-13 0,0-2-19 15,1-1-8-15,2 3-14 0,3 2-14 16,-1 5-19-16,0 0 18 0,1 5 22 16,-3 0-8-16,-3 2 42 0,0-1 2 15,0-1 31-15,-3-2-32 0,-1-2 29 16,-3-3 38-16,1-3 9 0,-2-2-12 0,2-6-16 16,0-3-18-16,0-3 6 0,-1-3 9 15,-2-2-12-15,3 0-31 0,-2-3 21 16,0-3 1-16,0-6-1 0,2-3-11 15,2-4-13-15,1-5-3 0,1-5-12 16,2-3-3-16,0-4-37 0,9 0 5 16,5-1-8-16,2 2 6 0,6-2-47 15,5 1-28-15,3 5-21 0,5 1 10 16,1 3-38-16,3 4-44 0,1 2-122 0,1 3-150 16,-2 2-202-16,-10 5-709 15,17-8 570-15</inkml:trace>
  <inkml:trace contextRef="#ctx0" brushRef="#br0" timeOffset="73391.818">22650 1607 2613 0,'0'0'1170'16,"0"0"-1082"-16,0 0-47 0,0 0 170 15,0 0 103-15,97 31-30 0,-58-28-60 16,5-3-89-16,4-3-68 0,0-6-34 16,0-1-33-16,0-6-6 0,-5 1-27 15,-2-4-90-15,-1-5-73 0,-6-1-112 16,-3-3-225-16,-11 6-839 0,0-13-1128 0</inkml:trace>
  <inkml:trace contextRef="#ctx0" brushRef="#br0" timeOffset="73685.399">23016 1206 202 0,'0'0'294'15,"0"0"1444"-15,0 0-1324 0,0 0-108 16,-23 82 26-16,23-51 5 0,0 1-34 16,1 8-74-16,2 5-64 0,-3 7-41 15,0 4-37-15,0 5-7 0,-6 4-37 16,-3 3-3-16,-2 0-11 0,3-1-27 15,-2-5 14-15,3-3-16 0,-1-8 0 16,2-6-14-16,4-7-10 0,-4-3 20 0,5-7-20 16,-1-4 21-16,1-5-40 0,1-2 15 15,0-5-55-15,-2-4-4 0,2-2-22 16,-1-2-21-16,-1-4-21 0,-2 0-22 0,-2-7-54 16,0-4-68-16,-4-6-73 0,0-4 1 15,1-5-176-15,3-4-448 0,1-2 122 16,2 8 661-16,0-13 208 0</inkml:trace>
  <inkml:trace contextRef="#ctx0" brushRef="#br0" timeOffset="74087.305">23268 1596 238 0,'0'0'2907'0,"0"0"-2538"0,0 0-296 16,0 0 92-16,0 0 137 0,0 0-21 15,0 0-68-15,57 85-18 0,-54-54-45 16,-1-1 15-16,0-1-73 0,-2-1-25 16,0-6-43-16,1-5-24 0,-1-3-2 15,2-5-16-15,-2-5-49 0,0-3-107 16,0-1-59-16,0-3-82 0,0 0-286 15,1-15-1110-15</inkml:trace>
  <inkml:trace contextRef="#ctx0" brushRef="#br0" timeOffset="74243.179">23352 1330 1744 0,'0'0'2024'0,"0"0"-1659"16,0 0-181-16,0 0 95 0,0 0-49 0,0 0-70 15,0 0-81-15,0 0-54 0,0 0-25 16,86 41-43-16,-68-35-144 0,-1-1-90 16,2 1-129-16,-8-2-605 0,6 4-1249 0</inkml:trace>
  <inkml:trace contextRef="#ctx0" brushRef="#br0" timeOffset="74580.695">23706 1754 352 0,'0'0'2703'0,"0"0"-2209"0,0 0-175 16,0 0 92-16,0 0-37 0,0 0-110 0,0 0-47 16,0 0-79-16,88 33-75 15,-64-51-63-15,4-6-103 0,0-2-92 0,-1-5-35 16,-1 3-22-16,-5 1-24 0,-4 2-47 0,-5 4-36 16,-4 0 60-16,-8 3 171 15,0 0 128-15,-15 2 48 0,-1 4 147 0,-7 5-75 16,-4 6 26-16,-3 1-1 0,0 14 15 15,-4 10-21-15,3 4 17 16,0 8 8-16,3 2 3 0,2 6 18 0,4-1-38 16,3 0-6-16,5-2-1 0,5-9-12 15,5-8-31-15,4-6-33 0,3-8-28 16,9-3-15-16,3-7 0 0,5 0 19 16,6-2-40-16,0-8-34 0,5-3-78 15,0-5-55-15,3-2-22 0,-3 0-49 16,-1-4-82-16,0 1-174 0,3-2-471 15,4 0-290-15,-9 5-216 0</inkml:trace>
  <inkml:trace contextRef="#ctx0" brushRef="#br0" timeOffset="74807.54">24408 908 1709 0,'0'0'791'16,"0"0"-96"-16,0 0-482 0,0 0-35 15,-35 73 141-15,27-40 44 0,1 10-62 16,0 7-49-16,-5 6-16 0,2 6-53 16,-6 4-22-16,-1 1-24 0,-3 2-65 15,-1-1-41-15,1-3-31 0,2-6-11 16,3-5-20-16,6-11-53 0,4-10-32 16,5-9-42-16,8-8-52 0,8-7-75 15,7-8-244-15,-3-1-631 0,19-14-916 0</inkml:trace>
  <inkml:trace contextRef="#ctx0" brushRef="#br0" timeOffset="75177.819">24761 1579 1911 0,'0'0'1425'0,"0"0"-836"0,0 0-335 0,0 0-39 16,-98 78 149-16,64-53 6 0,1 0-71 16,5-4-96-16,7-4-94 0,8-4-70 15,1-2-30-15,6-7-9 0,6 0-15 16,0-3 14-16,0-1-23 0,0 0-16 15,3 0-29-15,5-3 2 0,4-3 49 16,5-5-15-16,3-3-4 0,2-6-45 16,0-3-39-16,4-2-1 0,5-6-16 15,-1-1-5-15,3-7-11 0,4-3-62 16,-1-3-57-16,0-6-44 0,-3-2 68 0,-4 0 136 16,-3-3 113-16,-5 1 9 0,-4 0 48 15,-6 8 28-15,-4 7 41 0,-2 11 0 16,-2 8 60-16,-3 13 10 0,0 8-26 0,0 0-59 15,0 11-58-15,-8 9 21 16,-2 11 42-16,-1 8 31 0,-5 7 12 0,2 3-16 16,-6 2-31-16,2 2-36 15,-4-2-42-15,2 0-33 0,-1-3-1 0,0-4-24 16,4-2-95-16,3-8-45 0,4-4-13 16,3-4 9-16,7-2-26 0,0-2-112 15,11-1-191-15,4-5 112 0,0-3-238 16,13-6-1342-16</inkml:trace>
  <inkml:trace contextRef="#ctx0" brushRef="#br0" timeOffset="75564.274">25631 1407 798 0,'0'0'88'0,"0"0"1501"0,0 0-1148 16,0 0-121-16,-91 17-5 15,76 1 42-15,0 7-6 0,3 2-44 0,2 3-27 0,1 1-66 16,3-3 54-16,4-3-37 0,2-6-101 16,0-4-81-16,8-5-25 0,4 0-12 15,4-7-11-15,5-3-1 0,5-1-27 16,3-12-76-16,2-4-21 0,-2-3-34 15,-1-5-13-15,-4 2-9 0,-1-1-22 16,-4 1 27-16,-4-1 11 0,-7 4-13 16,-2-1 115-16,-6 5 62 0,-6-1 9 15,-8 5 82-15,-5 3 2 0,-1 3-25 16,-5 6-31-16,2 2 22 0,-1 9 33 16,2 5-27-16,1 3-44 0,1 2-21 15,3 1-12-15,2-1-13 0,5-2-194 16,2-2-72-16,5-4-716 0,3-5-876 0</inkml:trace>
  <inkml:trace contextRef="#ctx0" brushRef="#br0" timeOffset="75690.286">26051 1499 1337 0,'0'0'2072'16,"0"0"-1563"-16,106-28-396 0,-69 14-46 0,0-7 61 16,-1-1-16-16,-2-4-112 0,-1-1-9 15,-2-7-238-15,0 2-226 0,-10 7-708 16,2-13-1222-16</inkml:trace>
  <inkml:trace contextRef="#ctx0" brushRef="#br0" timeOffset="75959.817">26253 982 1129 0,'0'0'42'0,"0"0"1620"16,0 0-1255-16,0 0-96 0,-81 70 121 0,72-44 9 16,3 5-71-16,3 5-98 15,3 2-74-15,0 8-46 0,3 2-36 0,6 5-22 16,0 3 63-16,1 4 27 0,5 5-126 15,-4 3-37-15,0 3-18 0,1 0-3 16,1-1-12-16,4-4 0 0,0-6 11 0,0-4-23 16,0-8-25-16,0-5-47 0,-6-6-13 15,-2-6-15-15,-4 0-1 0,-5-6 7 16,-3 0 21-16,-11-6-77 0,-2-5 18 16,-7-6 58-16,-3-4 18 0,-5-4 43 15,-2 0 37-15,-6-6 13 0,-4-7-12 16,-6-5-1-16,-6-5-19 0,-2-6-82 15,-4-3-230-15,2-4-231 0,17 6-729 16,-17-20-1040-16</inkml:trace>
  <inkml:trace contextRef="#ctx0" brushRef="#br0" timeOffset="76500.909">27621 1561 635 0,'0'0'1810'16,"0"0"-1093"-16,0 0-227 0,0 0-135 15,0 0 39-15,0 0-73 0,0 0-82 0,0 0-116 16,0 0-93-16,0 0 1 0,106-74-7 15,-68 48-7-15,-2 1-17 0,-3 6-21 16,-1 4-22-16,-4 5 7 0,-2 6 36 16,-4 4 2-16,0 0-1 0,-4 8 11 15,-2 7 6-15,1 2 19 0,-2 7 11 16,-2 2 10-16,-2 6 0 0,-3 2-21 16,-2 2-19-16,0 3 3 0,0 2 3 15,-3 1 19-15,0-2-22 0,0-2-21 16,-1-7 0-16,0-7-2 0,1-6-19 15,-1-8-16-15,1-2-90 0,-2-5-56 0,5-3-40 16,-1-3-11-16,4-8-118 0,0-3-450 16,5-13-1371-16</inkml:trace>
  <inkml:trace contextRef="#ctx0" brushRef="#br0" timeOffset="76673.964">28161 1331 1353 0,'0'0'2105'0,"0"0"-1801"15,0 0-216-15,-75 71 133 0,49-38 146 16,-2 3-71-16,-1 4-75 0,1 1-56 16,0 2-43-16,1-4-31 0,-2 0-45 15,1-2-44-15,0-3-2 0,5-5-24 0,0-6-101 16,7-3-49-16,1-7-40 0,4-5-38 16,3-7-183-16,3-1-316 0,1-6-726 15,4-17-436-15</inkml:trace>
  <inkml:trace contextRef="#ctx0" brushRef="#br0" timeOffset="76936.089">28296 1017 470 0,'0'0'1647'0,"0"0"-470"16,0 0-898-16,76-23-20 0,-53 18 131 15,-5 4-80-15,-3 1-122 0,0 0-81 0,-1 0-107 16,-6 8-15-16,2 6-9 0,-4 3 22 15,-3 4 2-15,-3 2 18 0,0 5 28 16,-5 1-21-16,-6 0-22 0,0-3 9 16,0-2-12-16,4-5-2 0,2-4 1 15,5-5-21-15,0-3 22 0,5-1 10 16,5-3 2-16,5 0-12 0,3-3-52 16,8 0-59-16,-1-4-117 0,5-2-83 15,1-1-192-15,-3 2-624 0,-5 3-742 16</inkml:trace>
  <inkml:trace contextRef="#ctx0" brushRef="#br0" timeOffset="77315.597">28676 1561 1456 0,'0'0'1746'0,"0"0"-1203"16,0 0-250-16,0 0 13 0,0 0 111 15,0 0-62-15,0 0-96 0,0 0-113 16,0 0-68-16,0 0-29 0,96-12-22 16,-64 4-14-16,3-6-13 0,2 0-24 15,3-3-34-15,-2-1-54 0,-1 1-55 16,2-2-25-16,-4 3-64 0,-7-1-188 0,-7 6-494 16,-1-6-567-16</inkml:trace>
  <inkml:trace contextRef="#ctx0" brushRef="#br0" timeOffset="77530.378">28926 1170 300 0,'0'0'766'0,"0"0"1047"0,0 0-1557 15,0 0-118-15,0 0 183 16,-21 90 85-16,14-54-93 0,2 6-102 0,2 5-60 15,0 1 21-15,1 2 5 0,-1 0-88 16,-2 0-55-16,2-6-34 0,-1 2-1 0,1-7-21 16,1-5-51-16,2-2-114 0,0-5-34 15,0-5-29-15,5-5-116 16,5-6-249-16,0-6-590 0,-1-4-641 0,8-6 1728 16</inkml:trace>
  <inkml:trace contextRef="#ctx0" brushRef="#br0" timeOffset="77800.45">29473 1058 1220 0,'0'0'2361'15,"0"0"-1920"-15,0 0-265 0,0 0 72 16,0 0-16-16,0 0-97 0,0 0-21 15,0 0-20-15,17 94-20 0,-11-58 11 16,-4 5 28-16,3 3 2 0,-4 2-51 16,-1-2-28-16,0 0-34 0,0 0-2 0,-4-3-2 15,0-1-19-15,-2-1-9 0,0 0-31 16,0-3-91-16,2-2-28 0,-2-5 21 16,0-3-22-16,1-3-118 0,1-5-173 15,1-3-212-15,3-5-609 0,0-4-665 16,0-6 1940-16</inkml:trace>
  <inkml:trace contextRef="#ctx0" brushRef="#br0" timeOffset="78053.719">30151 1971 2805 0,'0'0'2794'0,"0"0"-2401"16,0 0-393-16,0 0-3 0,0 0 3 16,0 0 76-16,0 0-76 0,0 0-36 15,0 0-115-15,0 0-100 0,0 0-159 0,-45-21-974 0</inkml:trace>
  <inkml:trace contextRef="#ctx0" brushRef="#br0" timeOffset="90544.095">4508 4339 2365 0,'0'0'348'0,"0"0"-245"0,0 0 161 16,18-82 160-16,-18 59 11 0,0 0-127 15,-3 3 8-15,-4-1-42 0,-3 0-81 16,0 1-7-16,0 0-16 0,-3-2-61 16,0 2-45-16,-3-1-31 0,3 3-20 15,-4 3-13-15,2 3-12 0,-2 0-12 16,1 1 23-16,-2 4-2 0,0 2-9 15,-2 1-6-15,-3 4 17 0,0 1 0 0,-2 7 1 16,-5 6-1-16,0 4-11 16,-6 7-16-16,-3 6 7 0,3 2 3 0,-3 9 18 15,4 0-9-15,2 1 9 0,4 5 0 16,2 2 1-16,4 1-1 0,7 4 3 0,3-2 15 16,6-1-17-16,4 1 2 0,3 0 30 15,1-2-5-15,10 0 11 0,3-2-36 16,3 0 15-16,6-7 13 15,5-2-19-15,2-8-9 0,6-4 27 0,5-5-15 16,3-8 0-16,4-4-12 0,1-6 9 16,-3-5-9-16,1 0 0 0,-9-8-3 15,-2-3-6-15,-7 1-57 0,-6-3-28 16,-5 0-12-16,-3-2-13 0,-5 2-45 16,-3-6-13-16,-4 1-80 0,-3-3-154 15,0 6-317-15,-14-12-1129 0</inkml:trace>
  <inkml:trace contextRef="#ctx0" brushRef="#br0" timeOffset="90890.094">4095 4659 3317 0,'0'0'409'16,"0"0"-336"-16,0 0 34 0,0 0 138 0,0 0 137 16,0 0-117-16,0 0-39 0,91 9-82 15,-61-13-40-15,1-5-35 0,2-1-26 16,1-3-30-16,1-2-13 0,-2 1-61 15,-1-3-106-15,-2 4-28 0,-4 1-20 16,-4 4-29-16,-8 3-72 0,-4 2-4 0,-3 3 45 16,-5 3 47-16,-2 8 189 0,0 4 39 15,0 4 147-15,-6 5 40 0,1 4 17 16,2 2 1-16,0 1-14 0,0-1-30 16,1 2-16-16,2 3-31 0,0-2-46 15,0 1-13-15,0 1 7 0,0 0-13 16,3-2-7-16,0 1-17 0,2-2-10 15,0-1-15-15,-1 0-1 0,1-3 0 16,-1-4-14-16,2-3-74 0,2-9-64 0,-2-6-51 16,6-6-56-16,2-4-100 15,2-10-108-15,0-1-281 0,11-17-848 0</inkml:trace>
  <inkml:trace contextRef="#ctx0" brushRef="#br0" timeOffset="91206.239">5208 3964 2440 0,'0'0'1311'16,"0"0"-1220"-16,0 0-47 0,0 0-44 15,0 0 245-15,0 0 7 0,-75 30 2 16,59-7-134-16,3 9-59 0,-1 8 13 0,-1 8 33 15,0 8 33-15,0 8-2 16,-1 5-53-16,0 3-12 0,1 3-7 0,3-2 28 0,5-3 55 16,0-4-44-16,4-10-56 15,3-3-31-15,0-6-18 0,10-4-2 0,3-7-16 16,4 0-6-16,3-7-16 16,5-5-32-16,2-5-13 0,5-5-3 0,-2-2-24 15,2-2-6-15,-3-5-22 0,-1-4-43 16,-2-1-102-16,0 0-157 0,-3-1-233 15,-4-2-816-15,5-1-503 0</inkml:trace>
  <inkml:trace contextRef="#ctx0" brushRef="#br0" timeOffset="91949.252">6071 4067 1463 0,'0'0'1004'0,"0"0"-784"15,0 0-21-15,0 0 128 0,0 0 26 16,0 0-91-16,0 0-35 0,0 0-68 15,0 0-47-15,0 0-34 0,0 0-25 16,-66-41 21-16,49 47-46 0,-2 6-7 0,-3 7 4 16,-1 0 0-16,0 9 27 0,-3 3 6 15,3 1-2-15,0 4 5 0,0 3-27 16,-2 4 18-16,1 5 9 0,1 2 28 16,4 2 5-16,3 2-12 0,6-1-9 15,4-3-18-15,6-1-15 0,0-5-19 16,12-3-3-16,4-7-17 0,7-5 1 15,1-7 13-15,5-4-15 0,3-6 19 16,1-4 5-16,0-7-3 0,2-1 0 0,0-3 6 16,-2-7-24-16,-3-1-3 0,-1-2-1 15,-5-2-86-15,-2 0-4 0,-8 1-22 16,-1 0-51-16,-6 1-41 0,-4 0-47 16,-3 1-72-16,0 0-76 0,-7-2-175 15,-6-3-494-15,3 3-323 0,-17-12 1183 0</inkml:trace>
  <inkml:trace contextRef="#ctx0" brushRef="#br0" timeOffset="92145.205">5780 4260 2463 0,'0'0'419'16,"0"0"-188"-16,0 0-11 0,0 0 28 0,0 0 30 15,0 0-14-15,16 81-9 16,-3-42-66-16,1 4-47 0,-2 4-10 0,4-2-22 15,-2 0-30-15,-1-2-19 0,0-4-41 16,1-1-20-16,-5-7-3 0,1 0 1 16,2-5-38-16,-4-3 13 0,0-5-80 15,0-5-59-15,2-3-19 0,-3-6-59 16,2-2-40-16,1-2-173 0,-3 0-255 0,6-6-698 0</inkml:trace>
  <inkml:trace contextRef="#ctx0" brushRef="#br0" timeOffset="92455.985">6936 3842 3695 0,'0'0'478'0,"0"0"-468"0,0 0-8 16,0 0 139-16,-61 77 73 0,37-39 5 15,2 7-8-15,-2 4-91 0,-1 4-53 16,-2 8 6-16,1 6-3 0,-6 6-12 0,-1 6-10 16,-4 7-30-16,-5 1-2 15,-4 3-13-15,-1-1 0 0,0 1 12 0,-1-3-13 16,2-1 13-16,7-6-5 16,3-8-10-16,6-13-12 0,7-14 0 0,10-12-43 15,2-12-51-15,6-12-31 0,4-6-25 16,1-3-9-16,0-10-32 0,6-9-156 15,6-9-336-15,-1 4-567 0,17-30-366 0</inkml:trace>
  <inkml:trace contextRef="#ctx0" brushRef="#br0" timeOffset="92712.772">6773 4532 1315 0,'0'0'556'0,"0"0"-371"0,0 0 74 0,0 0 180 15,-3 70 39-15,-8-33-49 0,-4 6-51 0,-2 10-56 16,1 4-29-16,-1 8 5 0,-1 4-99 16,0 2-47-16,0 0-43 0,0 0-54 15,1-3-34 1,2-4-9-16,2-7-12 0,3-5-14 0,6-5-13 0,1-10 0 16,3-6-16-16,1-9-51 0,6-3-40 15,5-7-31-15,-2-10-16 0,0-2-9 16,0-9-39-16,2-12-137 0,-2-6-275 15,-2 3-635-15,1-18-265 0</inkml:trace>
  <inkml:trace contextRef="#ctx0" brushRef="#br0" timeOffset="93010.247">6825 4784 1687 0,'0'0'1260'0,"0"0"-1026"0,0 0-116 15,0 0-29-15,0 85 146 0,0-49 105 16,0 7-48-16,0 4-87 0,-2 6-45 16,0 2-33-16,0 2 2 0,-2 0-16 0,-2-3-46 15,0-3-33-15,0-3-7 16,-1-7-24-16,3-2-3 0,0-8-2 15,1-7-28-15,1-9-22 0,1-3-19 16,1-8-24-16,0-4-64 0,0-2-11 0,4-13-31 16,2-4-51-16,1-8-60 15,2-7-141-15,-1-2-263 0,-2 6-91 0,1-15-241 16</inkml:trace>
  <inkml:trace contextRef="#ctx0" brushRef="#br0" timeOffset="93351.138">6911 4657 1509 0,'0'0'1499'0,"0"0"-1233"16,0 0-193-16,0 0-19 0,0 0 136 16,84-16 76-16,-71 16-68 0,-3 7-42 15,2 2-6-15,0 4-20 0,0 5-22 16,0 0-3-16,-1 5-13 0,-1 1-46 16,-3 1-22-16,0 0-22 0,-2 3 2 15,-4-2 39-15,-1 3-43 0,-6-2-3 16,-6 2 3-16,-4 0-1 0,-4-3 1 0,-2-2-2 15,2-3 2-15,-5-2-1 16,2-1-2-16,0-5-12 0,4 1 12 0,1-4-12 16,5 0-1-16,3-4 4 0,4-2-3 15,3 1-10-15,3 0 0 0,1 2 25 0,11 0 28 16,1 2 40-16,3-1-7 0,5 1 0 16,5-2-12-16,-1-2-39 0,2 2-8 15,-1-3 17-15,-3-2-19 0,0-2-131 16,2 0-53-16,-1-5 2 0,6-3 34 15,-1-4-51-15,3-2-105 0,-2-1-348 16,-9 4-513-16,6-6-114 0</inkml:trace>
  <inkml:trace contextRef="#ctx0" brushRef="#br0" timeOffset="93746.201">7599 4039 2809 0,'0'0'0'0,"0"0"-103"0,0 0 103 0,0 0 0 15,96 41 405-15,-63-11 12 0,5 2-98 16,0 7-89-16,-1-3-36 0,-1 4-49 15,-6-4-5-15,0 3-14 0,-5-3-9 0,-3 2-31 16,-4-2-37-16,-2 2-19 0,-3 1-28 16,-4 2-1-16,-2-3 10 0,-3 3-10 15,0 2 16-15,-4-2-5 0,0 1-11 16,-5 0 24-16,-4 4 8 0,-4 1-14 16,-4 1-7-16,-3 3-11 0,-3-1-1 15,-3 4 12-15,1-2-9 0,-1 3-3 16,2 1 0-16,5-1-21 0,-4-3-34 0,4-9 3 15,2-9 24-15,3-12-24 16,2-12-43-16,2-8-34 0,0-2-50 0,1-11-57 16,2-8-68-16,4-6-147 0,0 2-573 15,3-23-580-15</inkml:trace>
  <inkml:trace contextRef="#ctx0" brushRef="#br0" timeOffset="94014.457">8864 4434 3896 0,'0'0'504'15,"0"0"-396"-15,0 0-74 0,0 0 0 0,0 0 111 16,0 0 58-16,0 0-26 0,0 0-95 15,101-11-45-15,-65 6-25 0,4 3 0 16,-1-3-12-16,0 3-1 0,-1-3-17 16,-1 0-52-16,-5-2-52 0,-8 3-31 0,-2-2-38 15,-4 2-40-15,-4 1-61 0,-9-1-164 16,-2 4-509-16,-4 0-804 0</inkml:trace>
  <inkml:trace contextRef="#ctx0" brushRef="#br0" timeOffset="94204.413">8883 4639 2632 0,'0'0'1408'0,"0"0"-1037"0,0 0-213 16,0 0-35-16,0 0 89 0,0 0 33 0,0 0-23 16,96 24-76-16,-61-24-89 0,1-2-38 15,3-6-19-15,0-4-48 0,1-1-43 16,-2-4-40-16,-2 3-58 0,-5-4-61 15,0 5-113-15,-10 2-262 0,0-2-1024 0</inkml:trace>
  <inkml:trace contextRef="#ctx0" brushRef="#br0" timeOffset="95359.917">10537 3631 1641 0,'0'0'409'15,"0"0"-188"-15,0 0-95 0,0 0 116 16,0 0 86-16,0 0-33 0,0 0-85 15,0 0-86-15,0 0-42 0,0 0-28 16,0 0-13-16,-4-39-13 0,-2 48-3 16,-3 7 19-16,-3 7 13 0,-2 8 12 0,-1 8 7 15,-3 11 18-15,-2 6 33 0,0 9-18 16,-2 4-7-16,-5 2-3 16,0 4-22-16,-1-2 0 0,-1-6 9 0,4 0-31 15,0-10-18-15,6-6-34 0,4-8 17 16,4-9-20-16,3-11-15 0,5-8-13 15,0-7-21-15,3-6-86 0,0-2 18 16,6-2 22-16,2-5 14 0,4-6-6 0,2-3 3 16,2 0 28-16,1-1 3 0,-3 5 3 15,-2 3 10-15,-2 6-8 0,-1 3-6 16,1 0 14-16,-3 7 37 0,-1 6 3 16,0 6 1-16,1 8 27 0,0 2 126 15,-2 5-29-15,-2 5-32 0,-2-3-21 16,-1 1-1-16,0 2 6 0,0 0-21 15,-1-1-22-15,-4 0-34 0,2-4-11 0,2-3-63 16,1-3-77-16,0-3-67 16,0-3-87-16,1-7-293 0,5 1-814 0</inkml:trace>
  <inkml:trace contextRef="#ctx0" brushRef="#br0" timeOffset="105053.128">10824 4153 46 0,'0'0'3067'0,"0"0"-2612"0,0 0-205 16,0 0 120-16,0 0-16 0,0 0-157 0,0 0-107 15,0 0-47-15,0 0-22 16,3 10 43-16,10-10 13 0,0 0 5 0,3 0-48 16,-5 4-31-16,2 6 0 0,-3 1-3 15,-4 2-1-15,0 3 1 0,-2 5 1 16,-4 1 29-16,0 3-12 0,0-1 1 15,0-5-7-15,-5 2 6 0,0-2-18 16,-1 1 0-16,0-4-18 0,2 1 16 0,-3-4-19 16,3-1-34-16,-1-5-9 0,3-4-22 15,0 0-6-15,1-3 13 0,1-5-23 16,0-7-76-16,0-5-123 0,0-9-220 16,4-6-234-16,3-7-851 0,-4 6 263 15</inkml:trace>
  <inkml:trace contextRef="#ctx0" brushRef="#br0" timeOffset="105211.503">10857 3767 2055 0,'0'0'1370'0,"0"0"-1078"0,0 0-106 15,0 0 115-15,0 0-28 0,0 0-115 16,0 0-72-16,0 0-49 0,0 0-37 16,0 0-14-16,98-4-20 0,-71 4-105 0,4 0-112 15,2 0-99-15,0 3-222 0,3 1-644 16,-10 1-694-16,4 11 1638 0</inkml:trace>
  <inkml:trace contextRef="#ctx0" brushRef="#br0" timeOffset="105629.208">11281 4035 1532 0,'0'0'1187'0,"0"0"-738"0,0 0-117 0,-69 86 59 0,44-43 13 15,3 2-66-15,1 6-95 0,4-1-2 0,5-1-85 16,5-4-62-16,5-7-27 0,2-7-19 15,3-7-48-15,7-8-30 0,6-9-4 16,2-5 23-16,2-4 11 0,3-11 40 16,0-10-1-16,3-8-39 0,-2-1-24 15,-1-3-25-15,-4-2-30 0,1-1 19 16,0 0 11-16,-2-3 18 16,-1-6-17-16,0-4-19 0,1-5-7 0,-2-9-27 15,-4-6-9-15,-3-2 2 0,-4-4-12 0,-5 6 61 16,0 4 4-16,-2 8 17 0,-2 10 38 15,-1 13 3-15,4 10 53 0,-1 13 96 16,-1 5-2-16,2 8-33 0,-2 0-41 16,-1 0-36-16,0 8-21 0,-1 5-7 15,1 2-10-15,0 7-2 0,-1 5 3 16,2 6 30-16,3 3 13 0,0 7 30 16,0 7-39-16,0 7 9 0,0 5-16 15,0 7 7-15,-4 4-13 0,0 2-23 0,1 0 0 16,0-3-1-16,0-8-15 15,2-4-10-15,1-9-14 0,0-8 5 0,4-7 7 16,5-10-19-16,2-6-57 0,2-6-11 16,3-8-51-16,0-4-72 0,4-2-244 15,-5-2-514-15,9-11-605 0</inkml:trace>
  <inkml:trace contextRef="#ctx0" brushRef="#br0" timeOffset="106210.354">11974 4411 46 0,'0'0'2293'16,"0"0"-1607"-16,0 0-223 0,0 0-71 16,0 0 18-16,0 0-88 0,0-67-94 0,-10 67-72 15,0 0-61-15,-2 2-22 0,-3 9-12 16,-3 5-22-16,-3 7-11 0,-4 7-10 16,-1 5-16-16,1 7 1 0,1 3 24 15,1 4 16-15,2 1 6 0,5 2 17 16,1 0 68-16,7 0-37 0,5-8-43 15,3-3-18-15,0-7-15 0,10-8-18 16,6-3-2-16,3-10-1 0,5-5 0 0,6-6-2 16,2-2 1-16,1-12-23 0,0-3 24 15,0 0 0-15,-1-5-21 0,-4 1-12 16,-7-1-49-16,-1 3-36 0,-5-2-3 16,-4 1-16-16,-5 5-31 0,-3-3-101 15,-3 3-134-15,-2 1-165 0,-9 2-82 16,-1 0-89-16,-6-1-366 0,-1-1-114 15,-4 0 1115-15,7 0 100 0</inkml:trace>
  <inkml:trace contextRef="#ctx0" brushRef="#br0" timeOffset="106357.584">11788 4588 395 0,'0'0'94'0,"0"0"69"15,0 0 1386-15,0 0-1081 0,0 0-133 16,0 0-12-16,0 0 20 0,0 0 12 16,0 0-67-16,-7 71-87 0,17-42-40 0,3-3 29 15,1 2-27-15,-2-2-63 0,1-2-75 16,-3-1-25-16,0-3-31 0,0 0-103 15,-3-1-25-15,2-1-29 0,-2-1-93 16,2 0-318-16,-2-2-729 0,-1-3-790 16,1 1 2050-16</inkml:trace>
  <inkml:trace contextRef="#ctx0" brushRef="#br0" timeOffset="106665.791">12666 4736 1479 0,'0'0'2345'15,"0"0"-2052"-15,0 0-187 0,0 0-19 0,0 0 3 16,44 73 126-16,-41-48-3 0,-3 0-118 16,0 2-62-16,0 0-21 0,0 0-12 15,-3-3-18-15,-1-6-77 0,-1-3-74 16,-1-5-53-16,1-4-95 0,-2-2-234 16,1-3-631-16,-1-1-741 0,-1 0 1770 0</inkml:trace>
  <inkml:trace contextRef="#ctx0" brushRef="#br0" timeOffset="115797.028">14071 3628 2164 0,'0'0'301'0,"0"0"731"0,0 0-703 16,0 0 11-16,0 0-30 0,0 0-26 15,0 0-76-15,0 0-58 0,0 0-58 0,-61-35-56 16,46 49-15-16,-1 8 7 0,-4 8 8 16,1 6-11-16,-4 8 8 0,-3 4-9 15,-3 4 4-15,0 4-13 0,-4 2 6 16,0-2 3-16,0-1 1 0,1-2 8 15,6-5 9-15,3-6 37 0,10-10 0 16,4-5-49-16,5-8-30 0,4-8-11 0,7 0-4 16,6-5 0-16,7-3 0 0,6-3 3 15,4 0 12-15,7-7-16 0,0-9-2 16,1-1-30-16,-1-2 21 0,0-2-1 16,-3 2-5-16,-6 2 21 0,-6 1 12 15,-5 2 0-15,-6 3 3 0,-6 5-1 16,-1-1 13-16,-4 7 3 0,0-1-17 0,0-2-1 15,-5 3-51-15,-1-1-16 0,-3-3 9 16,-5 1 19-16,1-2 17 0,-4-1 4 16,-1 4 18-16,-6-1-15 0,0 2-6 15,-4 1 2-15,-2 6-8 0,2 5 25 16,-1 1-44-16,4 3-51 0,-1 3-53 16,3 1-154-16,4 0-130 0,3 0-224 15,4-4-351-15,0 7-309 0</inkml:trace>
  <inkml:trace contextRef="#ctx0" brushRef="#br0" timeOffset="119729.099">14550 3338 52 0,'0'0'809'0,"0"0"1421"16,0 0-1875-16,0 0-178 0,0 0 38 16,0 0 84-16,0 0 5 0,0 0-84 15,0 0-70-15,38-26-24 0,-17 19-44 16,0 0-8-16,2 1-10 0,-2 2-12 15,0-2-19-15,-2 3 22 0,-5 0-34 0,0 0-9 16,-8 3-11-16,0 0 0 16,-4 0-1-16,-1 0-12 0,0 6-12 0,1 9 9 15,-2 8 15-15,0 14 39 0,-3 15 19 16,-9 13-46-16,-5 16 12 0,-2 12-24 16,-2 7-6-16,-2 5-27 0,1-5-1 15,6-9-5-15,5-15 39 0,4-16 11 0,7-20-11 16,0-14-24-16,8-12-34 0,8-10-9 15,3-4-6-15,5-6 39 0,2-10 4 16,5-6 11-16,0-3-33 0,0-3 29 16,-3-1 22-16,-2 4 2 0,-4 3-1 15,-5 5 1-15,-5 9-1 0,-5 2-22 16,-4 6 22-16,-2 2 6 0,-1 9 43 16,0 6 43-16,0 6-37 0,0 2-34 15,0 5-21-15,0 5 1 0,6 3-1 0,2 3 0 16,0 6 46-16,-1-2-15 15,2 2-1-15,-1 2-6 0,-2-1 19 0,0 1-29 16,-2-2-13-16,-1 1 23 16,-1-1-23-16,-2-4 17 0,0 0 0 0,-2-3-15 15,-5-5 0-15,-3-4-2 0,-2-7-1 16,2-4-15-16,-2-3-12 0,1-6-22 16,1-3-6-16,-2-4 12 0,-2-2-14 15,1-2 8-15,-6 0-9 0,1-3 0 0,-3-3-13 16,-2-2-8-16,0 0-75 0,-1-6-127 15,-2-3-191-15,6 3-571 0,-12-14-998 0</inkml:trace>
  <inkml:trace contextRef="#ctx0" brushRef="#br0" timeOffset="120516.675">17790 3835 33 0,'0'0'313'0,"0"0"1774"15,0 0-1614-15,34-72-76 0,-29 58-63 16,1 4 44-16,-6 3-47 0,2 7-83 16,-2 0-70-16,0 0-34 0,-2 5-46 15,-5 3-37-15,-6 8-24 0,-1 5 18 16,-8 8-9-16,2 6 12 0,-5 11-4 16,-1 4-5-16,1 6 6 0,-1 7-7 15,1 4-11-15,-3 1-13 0,3 7-24 16,0-2-15-16,4-6 15 0,5-11-20 15,4-10 18-15,11-14 2 0,1-10-18 16,10-13-3-16,6-6 21 0,5-3 0 0,4-1 24 16,2-10-21-16,3-5 37 0,3-6-40 15,-2-4 1-15,0-4 0 0,-2 3 0 16,-2-3-1-16,-6 6-27 0,-5 2 12 16,-8 5-9-16,-3 4 24 15,-5 5-15-15,-5 2 0 0,-5 1-1 0,-5-2-5 0,-3 2 9 16,-1-1-6-16,-3 1-13 0,3 3-8 15,-3-1 27-15,6 3-28 0,2 0 1 16,1 0-19-16,4 3-25 0,3 1-36 16,1-1-47-16,2 3-65 0,3-5-125 15,0 3-239-15,3-1-523 0,2 1-448 16</inkml:trace>
  <inkml:trace contextRef="#ctx0" brushRef="#br0" timeOffset="120797.511">18559 3863 62 0,'0'0'1892'0,"0"0"-579"0,0 0-1011 0,0 0-59 16,0 0 128-16,0 0-39 0,0 0-76 15,0 0-99-15,-78 51-72 0,65-17-17 16,-3 6-11-16,0 4 4 0,0 8 9 15,0 3 13-15,-2 6 47 0,1 2-33 16,2 2-73-16,3-1 7 0,4-5-13 16,5-7-18-16,3-7-17 0,2-8-14 15,12-8-26-15,2-8-4 0,5-4-88 16,2-10-36-16,5-2-20 0,2-5-96 16,-7 0-264-16,12-11-808 0</inkml:trace>
  <inkml:trace contextRef="#ctx0" brushRef="#br0" timeOffset="121470.654">19330 4164 964 0,'0'0'36'16,"0"0"1323"-16,0 0-785 0,0 0-91 15,0 0-129-15,0 0 21 0,0 0-95 16,0 0-33-16,-38-66-57 0,28 64-67 15,1 2-35-15,-3 0 22 0,-3 8 27 0,-1 6-73 16,0 10-28-16,-4 10-5 0,1 4-16 16,-1 8 24-16,-3 4-17 15,3 4-7-15,-2-1-3 0,5-3 21 0,4-7 1 16,7-8-34-16,5-8 0 0,2-9-58 16,10-8 7-16,9-8-4 0,3-4 0 15,7-13 37-15,7-10-64 0,2-7-46 16,0-5-25-16,0-1 13 0,-4 2 32 0,-4 5 34 15,-7 4 47-15,-3 3 27 16,-8 6 9-16,0 4 28 0,-6 4-9 0,-2 6 27 16,-4 1-6-16,1 3 9 0,-2 7 6 15,1 5-30-15,3 4 30 0,2 3-30 16,0 2-19-16,1 4-12 0,3 0 12 16,3-2 31-16,2 0-18 0,2-2-13 15,0-4-15-15,6-5-40 0,0-3-9 0,2-3-36 16,-1-4-77-16,1-2-53 0,-1 0-128 15,-1-1-282-15,-7-3-633 0,1-1-951 0</inkml:trace>
  <inkml:trace contextRef="#ctx0" brushRef="#br0" timeOffset="121805.89">19952 4286 1470 0,'0'0'16'0,"0"0"1160"16,0 0-778-16,0 0-27 0,0 0 52 16,95 7-37-16,-64-4-79 0,0-1-36 15,5 2-72-15,-1-4-70 0,1-4-41 0,4-4-55 16,-1-6-33-16,0-2-27 0,3-6-64 16,-3-1-96-16,-2-1-58 0,-5-2-132 15,-9 7-326-15,-5-7-1011 0</inkml:trace>
  <inkml:trace contextRef="#ctx0" brushRef="#br0" timeOffset="122007.915">20281 3963 241 0,'0'0'375'0,"0"0"1506"0,0 0-1324 16,0 0-184-16,0 0-65 0,0 0-41 15,-25 89-10-15,25-56-30 0,3 5-18 16,3 3-43-16,-2 4-28 0,-1 3-37 15,0 0-55-15,-3 1-45 0,0-1-1 0,0-1-49 16,0-1-119-16,2-3-96 16,3-3-83-16,-2-14-227 0,7 2-827 0</inkml:trace>
  <inkml:trace contextRef="#ctx0" brushRef="#br0" timeOffset="122696.291">20892 3671 65 0,'0'0'2271'16,"0"0"-1691"-16,0 0-116 0,0 0-153 15,0 0 51-15,0 0-60 0,0 0-60 16,0 0-12-16,0 0 3 0,50 69-65 0,-36-25-62 16,-5 9-8-16,-6 6 35 0,-3 8-18 15,0 2-42-15,-6-2-40 0,-5-2-9 16,1-8-24-16,0-4-2 0,-2-6-16 15,4-9-6-15,2-8 21 16,1-8-18-16,2-4 0 0,0-9-4 0,3-3-5 0,0-3-24 16,0-3-13-16,5 0 0 0,2-5 3 15,4-5 46-15,4-4 0 0,4-5 6 16,4 0-28-16,0-2-5 0,-2 1 23 16,-1 7 1-16,-5 4-19 0,0 6 40 15,-4 3 3-15,4 0 28 0,-4 3 5 16,2 3 4-16,-1 3-22 0,-3-1 4 15,0 1 11-15,-1 1-15 0,-3-2 6 16,0 1-11-16,-4 0 2 0,-1-2 3 16,0 2 9-16,-7-1 7 0,-5-1-20 15,-2 0-14-15,-3 2-3 0,-2-3 2 16,-1-2-23-16,1 0-13 0,0-3-5 16,2-1-28-16,1 0 9 0,2-6-18 15,2-3-13-15,4-5-48 0,3-2-127 0,5-4-247 16,0 1-496-16,10-15-455 0</inkml:trace>
  <inkml:trace contextRef="#ctx0" brushRef="#br0" timeOffset="122929.746">21474 4135 2544 0,'0'0'633'15,"0"0"-121"-15,0 0-78 0,0 0-104 16,0 0-105-16,0 0-78 0,87 14-110 15,-72-10-21-15,-3 2-16 0,-2 1-19 16,0 3-8-16,-3 2 27 0,-4 3 16 0,-1 3 18 16,-2 3-7-16,-2 0 4 0,-4 1-28 15,-5-2-3-15,2 1 0 0,-1-7-28 16,0-2-8-16,5-5-20 0,0-5-27 16,4-2-58-16,-2 0-66 0,1-5-120 15,-1-9-404-15,0 4-842 0,1-12 96 0</inkml:trace>
  <inkml:trace contextRef="#ctx0" brushRef="#br0" timeOffset="123089.111">21542 3809 78 0,'0'0'2996'0,"0"0"-2435"16,0 0-142-16,0 0 23 0,0 0-91 0,0 0-137 15,92-21-134-15,-63 13-80 0,1 1-28 16,5-5-137-16,-2 0-117 0,1 0-189 15,-12 1-656-15,9-2-990 0</inkml:trace>
  <inkml:trace contextRef="#ctx0" brushRef="#br0" timeOffset="123348.901">22143 3655 1213 0,'0'0'511'0,"0"0"872"15,0 0-952-15,0 0 66 0,79 66-47 16,-59-45-87-16,2 4-66 0,-1 0-57 15,-2 3-79-15,1 0-61 0,-5 1 15 16,-2 1-37-16,-5 4-26 0,-5-1-34 16,-3 6 9-16,0-1-27 0,-11 2-3 0,-5-2-36 15,-1-1-7-15,-6-2 1 0,-2 0-9 16,-1-4-4-16,-2 0 4 0,-1-1 5 16,2-6 13-16,2-3-16 0,5-6 10 15,2-5 2-15,4-7-36 0,4-3-57 16,4-3-90-16,3-9-136 0,3-3-156 15,3-4-450-15,11-4-285 0,-3 5-217 16</inkml:trace>
  <inkml:trace contextRef="#ctx0" brushRef="#br0" timeOffset="123731.058">22902 3948 936 0,'0'0'257'16,"0"0"1356"-16,0 0-989 0,0 0-141 15,0 0-110-15,0 0-162 0,0 0-32 16,0 0-10-16,0 0-56 0,0 0 49 0,0 0 94 16,78 30-144-16,-35-30-51 15,5-4-4-15,5-3-11 0,5-1 8 0,2-3-11 16,5 1-4-16,5-5-15 0,2-3 3 16,2 1-8-16,-4-5-19 0,-2 2-2 15,-9 1-32-15,-5-1-56 0,-4 1 2 0,-8-1-27 16,-7 3-77-16,-6-2-82 0,-8 5-134 15,-10 0-254-15,-8 4-402 0,-3 2-311 16,-11 1-52-16</inkml:trace>
  <inkml:trace contextRef="#ctx0" brushRef="#br0" timeOffset="124534.815">22935 4286 2576 0,'0'0'1380'16,"0"0"-1260"-16,0 0-73 0,0 0-13 0,0 0 181 15,0 0 125-15,0 0-92 0,0 0-80 16,0 0-46-16,97-19 3 0,-61 15 18 16,8-2-16-16,6 0-27 0,4 0-10 15,4-3-23-15,1 2-10 0,2-2-39 16,-1 0 0-16,1-1 4 0,-5 0-20 15,2-2-2-15,-4 0-12 0,-3-1-28 0,-3 1-23 16,-6 2-1-16,-2-1-32 0,-7 1 2 16,-4 2-6-16,-7 1-9 0,-4 3-37 15,-5-1-16-15,-7 3-220 0,-4-1-191 16,-2 3-460-16,-5 0-722 0</inkml:trace>
  <inkml:trace contextRef="#ctx0" brushRef="#br0" timeOffset="125546.095">25035 3792 2050 0,'0'0'699'16,"0"0"-349"-16,0 0-133 0,0 0-13 0,0 0 30 16,0 0-67-16,0 0 6 0,0 0 17 15,0 0-69-15,0 0-34 0,-11-57 2 16,11 54 16-16,0 1 21 0,0 0-9 15,0 0-7-15,0 1 0 0,0-3 5 16,0 3-8-16,0-1-16 0,-3 0-24 16,2 2-10-16,-1-2-14 0,2 2-7 15,0 0-6-15,0-1-5 0,0 1-13 16,0 0-11-16,0 0-1 0,0 0 2 16,0 0 0-16,0 0 1 0,-1 0 15 15,1 0-16-15,-2 0 13 0,2 0-13 0,0 0 19 16,-1 0-6-16,1 0 6 0,0 0 1 15,0 0-19-15,0 0 0 0,0 0 11 16,0 0-14-16,0 0 0 0,0 0 1 0,0 0-1 16,0 0 2-16,0 0 0 15,0 0 1-15,0 0 12 0,0 0 6 0,-2 0-9 16,-1 0-11-16,0 0 1 0,0 1 1 16,-2 1-3-16,-4 0-12 0,3 0 9 15,-1-1 0-15,0 3 0 0,0-2 3 16,-2 1 0-16,3-1 12 0,-2 0-11 15,0 1-1-15,-1 0-11 0,-2 1-1 16,-3 4 9-16,-1 1 1 0,-2 6 2 16,0 5 0-16,-5 5 0 0,-1 7 0 15,1 4 1-15,-2 7 19 0,0 3-20 16,2 1 0-16,5-4 1 0,2-1 0 16,10-10 2-16,3-3-3 0,2-7 0 0,3-4-3 15,7-5 3-15,2-3-15 0,1-6-18 16,5-4-4-16,4 0 34 0,3-9-24 15,3-5-33-15,1-5-16 0,1-1-12 16,-1-3 19-16,-1-2-7 0,-3 0 12 0,-2 1-3 16,-1 1 9-16,-2-1 19 15,-1-1 8-15,-4 2 28 0,-5-1 3 0,0 2 33 16,-5 1-15-16,-2 4 18 16,0 1-8-16,-3 8 30 0,0 1-13 0,0 5-8 15,0 2-19-15,0 6-18 0,-3 9-18 16,-1 4 18-16,0 9 21 0,4 4-18 15,0 5 70-15,0 0 5 0,5 0-26 16,6-4 2-16,6-3 7 0,3-4-16 16,0-4-45-16,3-2-32 0,2-5 8 15,0-3-40-15,2-3-39 0,2-3-21 0,-1-2-58 16,1 0-4-16,1-3-74 0,-2-1-178 16,-5 0-346-16,5 0-1021 0</inkml:trace>
  <inkml:trace contextRef="#ctx0" brushRef="#br0" timeOffset="126371.334">25767 3936 46 0,'0'0'2809'0,"0"0"-2221"0,0 0-195 16,0 0-85-16,0 0 12 0,0 0-21 16,0 0-35-16,0 0-48 0,78 4-64 0,-50-4-49 15,5 0-30-15,1-2-27 0,4-1-16 16,-5-3-9-16,1 1-21 0,-2 0-18 16,-2-1-43-16,-1 0-66 0,-2-1-58 15,-2 0-17-15,-2 2-52 0,2-4-137 0,-9 4-358 16,7-4-986-16</inkml:trace>
  <inkml:trace contextRef="#ctx0" brushRef="#br0" timeOffset="127196.89">26628 3782 1785 0,'0'0'335'0,"0"0"250"16,0 0-585-16,0 0-149 0,0 0 107 15,0 0 42-15,0 0 0 0,56-73-132 0,-39 56-306 16,0 2-245-16,-6 4-27 0,-3 2 452 15,-3 0 208-15,-4 4 50 0,-1 2 59 16,0-1 101-16,0 0-59 0,-3 0 3 16,-1 0 346-16,-1-1-160 0,3 0-140 15,-3 1-79-15,2-2 33 0,3 0 49 16,-1-3-27-16,-1 1 27 0,2-2-137 16,0 3 4-16,0 0 193 0,0-4-51 15,0 4-53-15,0 0 59 0,0-4 44 16,0 4 5-16,0-4 6 0,0 1-93 15,0 1 116-15,0-2 2 0,0-1-117 16,0 0-4-16,-2-2-15 0,0 0 27 0,2-1 12 16,0-2-65-16,0 4 60 0,0 1 89 15,0 3-83-15,0 2-33 0,0 3-31 16,0 1 66-16,0 2-15 0,0 1-48 16,0 0-37-16,0 2-24 0,0 8-13 0,0 4-16 15,4 8 55-15,-1 7 11 0,0 8 2 16,0 5-3-16,-1 3-15 0,-1 2 0 15,-1 3 1-15,0 1 23 0,0 0-21 16,0 1-24-16,0-2-3 0,-1-3-12 16,-2-4-3-16,1-6-10 0,1-4-2 15,-1-7-1-15,2-3 0 0,0-6 0 16,-1-3-14-16,1-4-9 0,0-4-12 16,0-3-21-16,-2-3-12 0,2 0 12 0,0-2 17 15,0-5 1-15,0 0-3 0,0-5-6 16,3 0 6-16,2-5 0 0,-1-1 11 15,0-1-11-15,2-4 6 0,0-1 3 16,1 0 12-16,0 0-18 0,1 0 17 16,0 1-11-16,2 6 21 0,0 4-21 15,5 6 0-15,-2 0-1 0,4 6 16 0,-1 1 3 16,2 0 12-16,-3 1-9 0,-1 6 12 16,-1 2 3-16,-5 0 24 0,0 2 1 15,-4 2 20-15,-1 1-3 16,-3 0-12-16,0 0 1 0,0 0-16 0,-7 0-3 15,-3-1 6-15,-1 1-20 0,-4-2-1 16,-1 0 0-16,-2 0-42 0,-3-2-19 16,1-2-20-16,2-1-13 0,3-3-6 15,2-4 0-15,8 0-33 0,2 0-65 16,3-9-174-16,3-4-177 0,11-3-148 0,5-7-408 16,-1 6-498-16,17-11 669 0</inkml:trace>
  <inkml:trace contextRef="#ctx0" brushRef="#br0" timeOffset="127361.188">27165 3839 1003 0,'0'0'20'0,"0"0"1634"0,0 0-1198 0,0 0-61 16,0 0 65-16,78 14-78 0,-69-8-82 15,-1 0-61-15,-2 2-61 0,0 1-41 16,-3 2-49-16,0 3-9 0,-3 0-21 0,0 3 3 16,0-2-19-16,-6 3-12 0,0-4-27 15,-1-1 0-15,0 1-3 0,2-5-18 16,-1-2-76-16,3-3-30 0,0-4-13 0,1 0-43 15,-1-4-93-15,2-6-203 0,-1 1-641 16,1-11-1131-16</inkml:trace>
  <inkml:trace contextRef="#ctx0" brushRef="#br0" timeOffset="127502.892">27258 3552 726 0,'0'0'2270'0,"0"0"-1661"0,0 0-171 15,0 0-2-15,0 0-149 0,0 0-149 16,98-43-75-16,-70 36-63 0,3 1-45 0,-1-1-124 16,0 3-96-16,-2 1-165 0,-7 0-640 15,2 0-1338-15</inkml:trace>
  <inkml:trace contextRef="#ctx0" brushRef="#br0" timeOffset="128149.02">28758 3564 418 0,'0'0'209'0,"0"0"2082"0,0 0-1786 16,0 0-178-16,0 0-19 0,0 0-2 0,0 0-80 15,81 6-66-15,-64 16 21 0,0 9-28 16,-3 8-38-16,-2 6-17 0,-1 2-16 15,-2 2 12-15,-2 1 30 0,3 1-3 0,-2-4-42 16,-1-3-18-16,2-7-19 0,3-8-3 16,0-8-6-16,2-4-5 0,-4-5-7 15,2-5-9-15,-1-2-9 0,0-5 18 16,0 0-6-16,1-2 2 0,-1-6-17 16,2-7-21-16,-1-1 3 0,1-3 6 15,0-2-6-15,-2-4-10 0,2-3 1 16,-1-7-3-16,-1-4-21 0,4-6 5 15,-4-4-23-15,3-4-13 0,-2-2 3 16,1-1-45-16,0 0-6 0,-3 5-13 16,-1 7-65-16,-4 9-68 0,-2 8-107 15,-3 10-134-15,0 8-175 0,0 4-396 16,-12 5-268-16</inkml:trace>
  <inkml:trace contextRef="#ctx0" brushRef="#br0" timeOffset="128329.887">28792 3803 1110 0,'0'0'2222'15,"0"0"-1851"-15,0 0-63 0,0 0 142 16,0 0-34-16,0 0-147 0,87 1-117 16,-50-7-67-16,4-4-82 0,5 1-3 15,-1-3-143-15,3 2-58 0,-1 2-63 16,1 1-31-16,-1 3-315 0,-13 1-941 0,12 3-771 15</inkml:trace>
  <inkml:trace contextRef="#ctx0" brushRef="#br0" timeOffset="128827.277">29963 3754 1000 0,'0'0'0'0,"0"0"1756"15,0 0-1230-15,0 0-268 0,0 0-53 16,0 0 62-16,0 0 9 0,0 0-22 0,0 0-90 15,-93 19-26-15,64 6 18 0,-4 11 27 16,2 3 9-16,-3 5-16 0,4 5 0 16,4-6-49-16,9-6-49 0,8-7-48 15,9-7-30-15,3-6-3 0,12-8-27 16,4-4 28-16,6-5 1 0,9-1-41 0,0-12-46 16,6-4-21-16,-4-2-12 0,-2-2 9 15,-4 0 33-15,-4 0 21 0,-6 2 3 16,-1 3 22-16,-5 1 33 0,-2 2 14 15,-7 2 38-15,1 4 12 0,-6 2 6 16,2 3 8-16,-2 2-20 0,0 0-16 16,0 3-42-16,0 6-18 0,0 5 18 0,0 7 3 15,-2 1 43-15,2 5 2 0,0-3-26 16,0-2-22-16,2-1-24 0,8-7-33 16,-2-3-22-16,3-5 6 0,3-1-42 15,2-5-62-15,2 0-104 0,1-5-224 16,-4-1-586-16,7-8-733 0</inkml:trace>
  <inkml:trace contextRef="#ctx0" brushRef="#br0" timeOffset="128968.742">30297 3995 150 0,'0'0'2785'0,"0"0"-2121"0,0 0-248 0,0 0 45 16,0 0-33-16,-84 81-95 0,67-61-126 15,6-3-98-15,3-5-109 0,5-2-46 16,3-3-72-16,0-3-52 0,6-4-16 0,3 0-16 15,4-5-75-15,-2-2-278 0,11-12-786 0</inkml:trace>
  <inkml:trace contextRef="#ctx0" brushRef="#br0" timeOffset="129369.436">30726 3402 734 0,'0'0'1370'0,"0"0"-141"15,0 0-798-15,0 0-122 0,0 0 92 16,-20 66-50-16,11-31-45 0,0 4-35 0,1 1-55 16,0 1-101-16,0 0-46 0,0-1-24 15,-2 0-17-15,1-2-11 0,-2-3-17 16,3-6-15-16,3-6 13 0,2-4-13 16,1-4-40-16,2-5-20 0,0-3-4 0,5-1 6 15,0-4 13-15,1-2-7 0,5 0 0 16,0 0 9-16,0-2-6 0,2-1 13 15,0 0 23-15,1 2 10 0,0 1-13 16,-2 0-11-16,1 4 14 0,1 2 16 16,1 3 10-16,-4 1-1 0,1 1 3 15,-2 1 0-15,-4 2 55 0,2-3 9 16,-4 2-18-16,-2-2 2 0,-2-3 16 16,0 2-12-16,-2-3-19 0,-8 1-8 15,2-2-10-15,-5-1 3 0,-2 1-18 16,-1-1-20-16,-4 0-2 0,-2-3-2 0,2-2-37 15,0 0-54-15,0-2-16 16,1-5-68-16,3-3-65 0,3-5-139 16,4-4-252-16,4-1-485 0,3 0-510 0</inkml:trace>
  <inkml:trace contextRef="#ctx0" brushRef="#br0" timeOffset="129692.831">31463 3565 840 0,'0'0'2018'0,"0"0"-1350"0,0 0-217 15,0 0-38-15,0 0-40 0,0 0-100 0,-90 80-78 16,63-43-49-16,0 2 57 0,1 7-39 15,1-2-52-15,3 2-28 0,2-5-17 16,3-1-40-16,6-4-18 0,0-1-8 0,8-9-1 16,2-4 3-16,1-6-3 0,4-2-13 15,7-5-23-15,0-2 9 16,6-4 26-16,3-2-40 0,2-1-34 0,3 0-28 16,-1-8-33-16,1-3-25 0,-5-2-43 15,-1 1-70-15,-5-5-169 0,-2 3-307 16,-7 2-507-16,-2-12-593 0</inkml:trace>
  <inkml:trace contextRef="#ctx0" brushRef="#br0" timeOffset="129831.257">31271 3834 653 0,'0'0'606'0,"0"0"930"16,0 0-1119-16,0 0-111 0,0 0 91 16,0 0-8-16,0 0-71 0,79-7-90 15,-48-3-121-15,2-1-107 0,-1-3-24 16,1 1-151-16,-2-3-72 0,0 1-135 15,-3-3-306-15,-5 6-1008 0</inkml:trace>
  <inkml:trace contextRef="#ctx0" brushRef="#br0" timeOffset="130154.659">32059 3229 851 0,'0'0'2171'0,"0"0"-1493"16,-28 67-293-16,14-27-31 0,-1 12 68 15,-3 3-52-15,-2 5-78 0,-1 4-74 16,-4 3-34-16,1 0-45 0,-5 2-25 0,1-1-41 15,0-2-55-15,2-6-18 16,6-10 0-16,7-7-72 0,7-9-1 0,4-9-29 16,2 0-13-16,0-5-39 15,6-2 24-15,0-4-58 0,1-7-92 0,3-6-118 16,0-2-268-16,-1-6-685 0,7-15-786 0</inkml:trace>
  <inkml:trace contextRef="#ctx0" brushRef="#br0" timeOffset="130428.34">32183 3402 91 0,'0'0'2033'0,"0"0"-1393"16,0 0-213-16,0 0 18 0,0 0 9 16,-1 71-19-16,-6-30-81 0,-2 5-58 0,-2 6-77 15,-3 2-13-15,2 0-33 0,-1-1-76 16,-2 1-22-16,2-4-42 0,-2-4-33 15,-1-3-20-15,1-7-1 0,5-4-54 16,3-5-25-16,2-6 0 0,2-2-3 16,3-5-12-16,0-6-31 0,0-1-49 15,0-3-62-15,6-4-66 0,-1-5-50 0,2-6-42 16,0-3-55-16,2-5-65 0,-3-5-664 16,-2 3 531-16,0-16 159 0</inkml:trace>
  <inkml:trace contextRef="#ctx0" brushRef="#br0" timeOffset="130744.02">32155 3513 515 0,'0'0'82'0,"0"0"1236"0,0 0-173 16,47-71-701-16,-30 55-100 0,4 3 2 15,4 1-64-15,3 2-72 0,3 7-59 0,3 3-56 16,0 0-7-16,2 7 1 0,0 7-1 16,-2 3-30-16,-6 5-15 0,-2 1-16 15,-6 2-5-15,-7 2 11 0,-4-2 9 16,-7 1-14-16,-2-2 20 0,-8 2-29 0,-8 2 17 15,-11-1-9-15,-5 3-9 16,-8-2 22-16,-2-2-39 0,0-1-1 0,2-3 12 16,4-3 6-16,4-2-15 15,8 0 9-15,7-4 6 0,1-1-15 0,9 1 0 16,4 0-3-16,3 1 0 0,0 1 34 16,11 4 20-16,6 3 25 0,9-2 17 15,10 2 19-15,9 0-16 0,8-3-20 16,7-4 8-16,0-1-30 0,1-1-42 15,1-4-15-15,-2 2-69 0,-4-3-15 16,-5-3-73-16,-7-1-90 0,-6-2-89 16,-12-1-267-16,3-1-1188 0</inkml:trace>
  <inkml:trace contextRef="#ctx0" brushRef="#br0" timeOffset="144586.495">4525 6525 1058 0,'0'0'150'0,"0"0"-59"16,0 0 1186-16,0 0-852 0,0 0-125 16,0 0-58-16,0 0-27 0,0 0 14 15,0 0-12-15,-6 42-34 0,10-25-15 16,-2 2-5-16,-1 3-19 0,1 3-24 15,-1 4 35-15,-1 5-14 0,0 6-38 0,0 7-36 16,0 5 3-16,0 5 2 0,-4 8-35 16,-1 5-22-16,1 3-15 0,-3 2 0 15,3 1-2-15,-1-2 0 0,1-6-22 16,1-8-10-16,3-8-8 0,0-11 11 16,0-9-23-16,6-8-22 0,0-8-15 0,0-7-1 15,0-4-23-15,0-5-26 0,2 0-43 16,-1-11-106-16,3-8-213 0,-3 2-298 15,2-25-646-15</inkml:trace>
  <inkml:trace contextRef="#ctx0" brushRef="#br0" timeOffset="144866.979">4644 6656 1068 0,'0'0'280'16,"0"0"1030"-16,0 0-1005 15,0 0 9-15,0 0 70 0,0 0-19 0,0 0-74 16,29 97-96-16,-19-57-28 0,-1 8-10 16,2 6-7-16,1 7-31 0,-2 5-25 15,-3 4-51-15,-1 5-41 0,-5 3 1 0,-1 1-3 16,0-3-12-16,-1-6-12 16,-3-5-37-16,-1-10 12 0,1-9 3 0,1-10-27 15,2-11 5-15,1-12-2 0,0-8-41 16,0-5-58-16,0-7-88 0,0-9-44 15,4-10-121-15,0-9-181 0,-2 6-588 16,-1-28-558-16</inkml:trace>
  <inkml:trace contextRef="#ctx0" brushRef="#br0" timeOffset="145234.666">4793 6635 1903 0,'0'0'629'0,"0"0"-313"15,0 0-12-15,76-4 59 0,-51 13-31 16,-1 3-99-16,-1 2-33 0,2 4-36 0,-2 1-49 16,-2 0-23-16,-5 6-33 0,0 3-44 15,-7 2-12-15,-3 5-3 0,-6 3-67 16,-2 3-82-16,-11 4 1 0,-6 2 45 16,-5 2-50-16,-2-3-36 0,-3-3 32 15,0-6 56-15,0-7 101 0,2-8 33 16,3-7 14-16,-1-7 10 0,5-3-4 15,0-4-40-15,4-1 34 0,6 0 57 16,4-6-50-16,3 2-54 0,3 1 0 16,0 1-2-16,6 0-53 0,7 2 55 0,7 0 7 15,7 4 72-15,5 6-13 0,4 6-4 16,3 3 6-16,0 4 66 0,0 4 33 16,0-2-59-16,-2 2-56 0,2-3-9 15,-3 1-16-15,0-3-23 0,-4-2-4 16,-2 1-13-16,-2-2-27 0,-3-1-64 0,1-2-54 15,-5-2-77-15,0-6-75 16,1-2-151-16,-9-3-294 0,5-8-743 0</inkml:trace>
  <inkml:trace contextRef="#ctx0" brushRef="#br0" timeOffset="145444.249">5663 6967 2055 0,'0'0'1117'0,"0"0"-811"16,0 0 83-16,0 0 59 0,94 30-43 15,-68-27-144-15,1 1-96 0,0-4-68 16,1 0-63-16,1 0-9 0,-3-5-25 16,-2-2-49-16,-4 1-91 0,-5 2-62 0,-5 2-59 15,-4 2-82-15,-6 1-307 0,0 4-723 16,-20 15-472-16</inkml:trace>
  <inkml:trace contextRef="#ctx0" brushRef="#br0" timeOffset="145605.853">5616 7292 2002 0,'0'0'718'0,"0"0"-358"0,0 0-111 0,0 0 81 16,0 0-62-16,0 0-32 0,83 62-34 15,-55-56-78-15,2-3-47 0,3-3-22 16,0 0-55-16,-1 0-3 0,4-5-95 15,0-4-98-15,4 2-85 0,5 1-271 16,-10 4-722-16,21 0 455 0</inkml:trace>
  <inkml:trace contextRef="#ctx0" brushRef="#br0" timeOffset="146226.157">7560 6730 1952 0,'0'0'1018'16,"0"0"-692"-16,0 0-62 0,0 0-24 0,-3-70 93 16,-3 54-65-16,-5 3-83 0,-1 1-77 15,-4 4-28-15,-2 3-15 0,-3 1-7 16,-2 4-9-16,-4 0-15 0,-2 7-31 16,-1 6-2-16,-3 5 2 0,-3 5 14 15,-2 6-17-15,-2 9 0 0,1 4 12 16,0 6-10-16,0 5 17 0,6 6-7 15,4 3 6-15,7 4 19 0,7 2-10 0,6-1-25 16,9-4 35-16,0-4-10 16,13-6 13-16,9-10 33 0,5-5 30 0,6-6-42 15,6-6-15-15,4-6-7 0,1-4 6 16,3-9 7-16,1-7-7 0,2 0-8 16,-2-11-10-16,-1-2-17 0,-3-6-10 0,-3-4-67 15,-5 0-54-15,-7-4-15 0,-3 1-22 16,-10-2-22-16,-3 3-34 15,-9-1-81-15,-4 2-236 0,0 5-662 0,-17-8-1091 16</inkml:trace>
  <inkml:trace contextRef="#ctx0" brushRef="#br0" timeOffset="146428.973">7145 6909 2387 0,'0'0'616'15,"0"0"-322"-15,0 0-21 0,0 0 34 0,18 71-12 16,-6-44-37-16,1 2-67 0,1 5-55 16,1 2-16-16,1 5-59 0,-5-2-18 15,2 3-34-15,-3 2-9 0,-2 0-34 16,-1 0-58-16,1-3-86 0,-2-3-63 0,6-3-98 16,-1-9-273-16,1-9-677 15,6-2-861-15</inkml:trace>
  <inkml:trace contextRef="#ctx0" brushRef="#br0" timeOffset="148102.9">7969 7547 931 0,'0'0'600'15,"0"0"-217"-15,0 0-94 0,0 0 15 0,0 0 34 16,0 0-30-16,-3-73-37 0,0 65-8 16,-2-1-26-16,-1 3-51 15,-1 2-12-15,-1 0-22 0,-3 3-34 0,-1 1-23 16,1 0-27-16,-2 1-25 0,-2 7-22 16,0 4-20-16,0 3 3 0,-1 2-1 15,3 5 0-15,-1 2 15 0,4 6 4 16,1 5-21-16,3 6 17 0,2 3 13 15,4 3 2-15,0 1-8 0,7 1-7 16,2-6-16-16,3-5 29 0,2-5-10 0,-1-7 7 16,4-4-7-16,-1-6-19 0,3-5 0 15,-2-3 10-15,3-8 16 16,0 0 21-16,-2 0-37 0,-1-3 0 0,-1-4-9 16,0-5-3-16,-2-1-73 0,-4 0-28 15,0-3-3-15,-2 4-25 0,-4-1-49 16,-4 2-67-16,0 3-152 0,-1-2-175 0,-7 3-111 15,1 0-326-15,-9-3-135 0</inkml:trace>
  <inkml:trace contextRef="#ctx0" brushRef="#br0" timeOffset="148255.588">7890 7832 798 0,'0'0'1067'0,"0"0"-541"0,0 0-75 16,0 0-41-16,0 0-9 0,0 0-61 0,0 0-52 16,0 0-28-16,0 0-63 0,0 0-40 15,53 27-44-15,-37-26-46 0,3-1-66 16,-1 0 39-16,-3-5-40 0,2-3-55 15,-1-4-76-15,0-1-66 0,-3 0-56 16,1-3-123-16,-4 4-223 0,-2 1-396 16,-3-2-206-16</inkml:trace>
  <inkml:trace contextRef="#ctx0" brushRef="#br0" timeOffset="148398.688">8090 7761 1577 0,'0'0'718'0,"0"0"-302"0,0 0-88 0,0 0 20 16,-1 74 23-16,1-52-65 0,1-1-51 15,5 1-47-15,-2 3-45 0,2-1-40 16,0-3-55-16,4-2-68 0,-3-4-9 16,3-3-84-16,0-6-51 0,0 0-54 15,2-5-54-15,4-1-52 0,0-1-145 0,-4-5-172 16,6-6-736-16</inkml:trace>
  <inkml:trace contextRef="#ctx0" brushRef="#br0" timeOffset="148676.952">8595 7427 333 0,'0'0'1948'0,"0"0"-1442"16,0 0-108-16,0 0 60 0,0 0-127 16,0 0-86-16,0 0-62 0,0 0-50 15,-68 83-16-15,59-53-9 0,2 5-1 16,3 1-12-16,-1 7-21 0,2 3-28 0,2 3 2 15,0 1-8-15,1-2 18 0,0-1-37 16,1-6 1-16,6-4-21 0,5-8-1 16,1-4-25-16,5-4-11 0,3-3-19 15,3-1-40-15,2-6-24 0,1 0 2 16,1-5 16-16,-3-3-62 0,-1-3-79 16,2 0-80-16,-2-8-231 0,-6 2-495 15,8-7-613-15</inkml:trace>
  <inkml:trace contextRef="#ctx0" brushRef="#br0" timeOffset="149256.522">9214 7432 1099 0,'0'0'1587'0,"0"0"-1064"0,0 0-227 16,0 0-53-16,0 0-26 0,0 0-25 15,0 0-20-15,0 0-17 0,0 0-50 0,-89 18-19 16,76 1 6-16,-3 4 22 0,3 2 54 15,-3 5-31-15,5 3-33 0,-2 0-19 16,1 7-18-16,4 1 18 0,2 6-16 16,1 3-20-16,5 0-7 0,0 2 7 15,8-3-22-15,3-6-15 0,5-6 15 16,2-8 6-16,-1-5-2 0,0-8 17 16,3-7 0-16,3-3-45 0,0-3-3 15,2-3-15-15,4 0-18 0,-2-4 12 16,-1-2-61-16,-2-2-24 0,-1-1-9 0,-2 2-12 15,-1 0 12-15,-7-1-22 0,1 1-28 16,-4 0-80-16,-2 0-97 0,-1 0-92 16,-6 3-105-16,0-2-42 0,-1-1-104 15,0 0-468-15</inkml:trace>
  <inkml:trace contextRef="#ctx0" brushRef="#br0" timeOffset="149538.613">9187 7713 904 0,'0'0'1279'0,"0"0"-861"0,0 0-109 15,0 0 14-15,0 0 33 0,0 0-81 16,0 0-67-16,0 0-30 0,0 0-26 15,0 68-19-15,4-40 6 0,3 1 11 0,-4 2-9 16,2-1-43-16,-3-3-49 0,3 0-49 16,-1-1 0-16,1-2-30 0,0-2-13 15,-2-5-43-15,4-8-95 0,-1-2-65 16,0-7-111-16,5 0-239 0,-5-1-469 16,4-13-314-16</inkml:trace>
  <inkml:trace contextRef="#ctx0" brushRef="#br0" timeOffset="149835.975">9736 7372 316 0,'0'0'2201'0,"0"0"-1651"0,0 0-170 16,0 0-20-16,0 0 17 0,0 0-82 0,0 0-125 15,3 89-44-15,-6-53-31 0,-4 3 0 16,-2 6 40-16,-2 2-22 16,-4 3-55-16,-2 4-13 0,-2 4-45 0,-4 4 12 15,-3 4-11-15,0 0 0 0,-1 1-1 16,1-5-27-16,3-3-34 0,4-7-21 16,6-8-16-16,5-6-9 0,6-12-258 15,2-8 117-15,0-14 92 0,0-4-155 0,3-12-319 16,1 0-668-16,6-15-477 0</inkml:trace>
  <inkml:trace contextRef="#ctx0" brushRef="#br0" timeOffset="150087.649">9760 7857 1072 0,'0'0'2215'16,"0"0"-1701"-16,0 0-288 0,-8 79-38 16,5-47 33-16,0 1 20 0,0 5-51 15,3 4-46-15,-4 1-22 0,1 0-6 0,-3 1-40 16,-3 1-39-16,-2-2-37 0,-2-1-28 16,0-5-81-16,3-3-41 0,1-10-12 15,0-6 33-15,4-8 0 0,4-6-37 16,-1-3-95-16,2-1-185 0,0-7-292 15,0-1-551-15,0-14-262 0</inkml:trace>
  <inkml:trace contextRef="#ctx0" brushRef="#br0" timeOffset="150300.169">9836 7914 1694 0,'0'0'562'0,"0"0"-161"0,0 0-9 0,0 0-3 15,31 75-47-15,-22-44-65 0,-5 4-64 16,3 3-27-16,-5 0-44 0,-1 3 9 16,-1 0-35-16,0-1-64 0,0-1-33 0,-1 1-19 15,-5-4-49-15,2-4-46 0,-1-4-62 16,1-7-41-16,3-7-22 0,1-8-35 16,0-4-120-16,0-2-266 0,0-5-483 15,1-12-195-15</inkml:trace>
  <inkml:trace contextRef="#ctx0" brushRef="#br0" timeOffset="150637.376">9942 7844 2032 0,'0'0'534'0,"0"0"-135"0,0 0 20 16,0 0-39-16,0 0-128 0,78-23-76 15,-59 19-30-15,1 0-38 0,-4 2-40 0,-1 1-68 16,-4 1-18-16,-3 0-19 0,-3 6-13 15,-4 2-49-15,-1 1 24 0,-3 5 25 16,-7 6 35-16,-7 4 2 0,-1 4 13 16,-5 6 0-16,0 2 19 0,3 1-17 15,0 0-1-15,5-1 27 0,3-6 25 16,7-5 37-16,2-5-28 0,3-6-18 16,6-2-7-16,3-5 3 0,8-1-38 15,2-5 29-15,1-1-16 0,3-3-15 16,0-7-32-16,-1-3-66 0,-2-3-73 15,1-2-64-15,-2 0-98 0,1 1-147 16,0-1-291-16,-3 5-362 0,0-6 605 0</inkml:trace>
  <inkml:trace contextRef="#ctx0" brushRef="#br0" timeOffset="150892.645">10471 7436 2940 0,'0'0'669'0,"0"0"-341"15,0 0-111-15,75 83 16 0,-49-52 24 16,1 2-29-16,2 2-57 0,-2 0-13 16,-1-3-94-16,-1 3-39 0,-3 0-25 15,-2 1 18-15,-6 1 4 0,-7-4-22 16,-7 5-88-16,-3-2 3 0,-14 4-22 0,-6 0-18 15,-6 2-7-15,-2-2 6 0,-4-2-22 16,0-6 2-16,1-4-6 0,-1-7-87 16,2-5-240-16,7-5-241 0,-13-5-417 0</inkml:trace>
  <inkml:trace contextRef="#ctx0" brushRef="#br0" timeOffset="151315.828">11599 6985 2947 0,'0'0'537'16,"0"0"-196"-16,0 0-104 0,0 0-16 16,0 0-10-16,80 43 14 0,-54-39-7 15,5-2-81-15,1-2-57 0,1-5-41 16,0-4-39-16,-1-1 0 0,-2-3-82 16,-4-3-86-16,-3 2-84 0,-5-1-97 15,-4 1-259-15,-7 7-578 0,-7 2-608 0</inkml:trace>
  <inkml:trace contextRef="#ctx0" brushRef="#br0" timeOffset="151513.271">11573 7247 817 0,'0'0'2217'16,"0"0"-1732"-16,0 0-254 0,0 0 112 15,0 0-94-15,87 21-76 0,-51-21-40 0,4 0-59 0,5-5-74 16,1-4-6-16,1 0-102 0,1-1-124 15,1 1-64-15,-4-1-145 0,-9 3-593 16,11-2-1018-16</inkml:trace>
  <inkml:trace contextRef="#ctx0" brushRef="#br0" timeOffset="155690.17">13513 6224 248 0,'0'0'1289'16,"0"0"-1195"-16,0 0 85 0,0 0 356 15,3-71-96-15,-3 54-195 0,0 5-77 16,0 2-33-16,0 2-1 0,0 3 23 16,0 2-36-16,0 3-44 0,0 0-20 15,-1 2 7-15,-5 5 3 0,0 6-12 16,-1 6-38-16,0 6 46 0,-1 8-24 0,0 5-13 16,-1 5 28-16,1 8-10 0,-3 4-43 15,-1 4-13-15,0 5 12 16,-4 4 1-16,0 1-19 0,-1-2-12 0,1-1-13 15,3-8 22-15,2-11 16 0,5-13 6 16,3-12 13-16,3-8-13 0,0-6-19 0,0-7-22 16,4 1-35-16,2-2-33 0,3 0-11 15,2-6 38-15,1-3-10 0,1-5-3 16,1-1 26-16,-1-1 43 0,0 1 26 16,-1 3 15-16,-2 2 20 0,0 5 35 15,-3 5-20-15,0 0 61 0,1 8 12 16,-2 4-23-16,0 4-21 0,-1 4-12 15,-1 5-8-15,-1 7 3 0,3 4 19 16,-1 5 87-16,0 1 11 0,-1 1-87 16,-1 5-24-16,-3-4-34 0,3-1-32 15,-2-3-2-15,-1-2-13 0,2-5-8 16,-1-4-16-16,1-4-55 0,1-5-47 0,2-2-35 16,2-7-75-16,1-3-75 0,-1-1-215 15,0-3-475-15,6-4-489 0</inkml:trace>
  <inkml:trace contextRef="#ctx0" brushRef="#br0" timeOffset="158599.448">14509 6623 1486 0,'0'0'286'0,"0"0"-114"0,0 0 518 0,0 0-330 15,0 0-34-15,6-66-62 16,-6 56-18-16,0 2-42 0,-1 0-18 0,-2 5 0 16,0-2-47-16,-2 3-49 0,1 0-4 15,-3 2 0-15,-2 0 27 0,-1 0 25 16,-2 4-62-16,-5 2-42 0,3 5-7 16,-5 2-5-16,2 1-1 0,1 4-20 15,0 1 10-15,2 2-10 0,3-2 8 16,-1 4-9-16,3 1-12 0,2-2 11 15,1 3-1-15,3 0-1 0,3-2-22 16,0 2 25-16,0-1 14 0,7 0-13 16,0-5 0-16,4 3 17 0,1-4-18 15,-1-2-9-15,0-1 9 0,3-3 31 0,0-2-16 16,1-2-4-16,-3-3-11 0,0-1 0 16,0-1-3-16,0-3-15 0,1 0-37 0,0 0-40 15,-1-3-21-15,0 0-15 0,-3-3-11 16,1 1-61-16,3-2-113 0,-1 1-215 15,-1 2-257-15,4-3-508 16</inkml:trace>
  <inkml:trace contextRef="#ctx0" brushRef="#br0" timeOffset="159181.827">15333 6525 1110 0,'0'0'1534'16,"0"0"-1181"-16,0 0-100 0,0 0 78 16,0 0 38-16,0 0-112 0,0 0-101 0,-89 0-42 15,72 11-33-15,1 6-17 0,-1 2-2 16,2 4 9-16,0 4 12 0,3 3 15 16,2 3-22-16,-2 2-48 0,4 2-16 15,0-1 0-15,4 0 0 0,2-6-12 16,2-4 3-16,0-5 21 0,6-6-21 15,2-4-1-15,3-1-1 0,3-7-1 16,1 0-3-16,2-3-18 0,-1-4-62 16,4-4-24-16,-1-2-7 0,-2-3-27 15,-1 0-63-15,-3-1-54 0,0 0-147 16,-6 1-221-16,-4 6-473 0,-3-4-500 0</inkml:trace>
  <inkml:trace contextRef="#ctx0" brushRef="#br0" timeOffset="159302.159">15136 6807 65 0,'0'0'1685'16,"0"0"-1160"-16,0 0-166 0,0 0-69 16,0 0-28-16,0 0 51 0,0 0 18 15,0 0-170-15,0 0-76 0,96 24-29 0,-71-23-6 16,1-1-50-16,1 0-3 0,2-4-126 16,0-5-106-16,3 0-177 0,-9-1-389 15,11-6-1236-15</inkml:trace>
  <inkml:trace contextRef="#ctx0" brushRef="#br0" timeOffset="159635.378">16251 6153 2857 0,'0'0'449'0,"0"0"-284"0,0 0-7 15,0 0 92-15,-92 17 89 0,62-1-69 16,-2 7-94-16,0 3-84 0,-2 6-12 16,0 7-4-16,0 5 13 0,0 9 21 0,-2 8-31 15,2 4 19-15,1 5-13 0,6-2-12 16,5-3 0-16,9-8 2 0,7-5-23 16,6-9-10-16,6-8-18 0,10-6-4 15,4-8-20-15,6-4-12 0,2-4 9 16,3-9 2-16,1-3-29 0,3-1 0 0,1-8-16 15,1-7-11-15,0-3-55 0,-3-1-22 16,-4-2 30-16,-5 0-36 0,-5 0-31 16,-3-1-75-16,-7 1-147 0,-4 6-293 15,-6-8-644-15</inkml:trace>
  <inkml:trace contextRef="#ctx0" brushRef="#br0" timeOffset="159825.702">15917 6431 1699 0,'0'0'726'0,"0"0"-336"0,0 0-114 16,0 0 53-16,0 0-9 0,-11 69 8 0,19-35-51 15,2 3-63-15,1 1-26 0,1 3-13 16,-3 1-44-16,1-5-49 0,-1 0-72 16,-2-3-10-16,-3-5-52 0,2-3-92 15,0-3-77-15,2-6-38 0,0-3-80 16,-1-5-244-16,4-4-702 0</inkml:trace>
  <inkml:trace contextRef="#ctx0" brushRef="#br0" timeOffset="160187.087">16641 5839 3079 0,'0'0'566'0,"0"0"-166"16,0 0-103-16,0 0-49 0,17 71 19 16,-11-37 14-16,-1 3-89 0,4 7-61 15,-3 4-43-15,-1 10 0 0,1 4 96 16,-3 5-78-16,-1 5-67 0,-2 2 0 15,0 1-39-15,0 1-3 0,0-2-22 16,-2-2 4-16,-2-6-21 0,1-3-18 16,0-7 2-16,3-4-14 0,0-6-13 15,1-3 3-15,8-3 0 0,1-8-125 0,0-5 89 16,-2-8 44-16,-1-6-20 0,0-6-59 16,0-5-81-16,-1-2-73 0,1 0-195 15,-2-3-197-15,0-3-374 0,2-7-424 16</inkml:trace>
  <inkml:trace contextRef="#ctx0" brushRef="#br0" timeOffset="161054.342">17956 6211 1687 0,'0'0'684'0,"0"0"-245"0,0 0-150 16,0 0 36-16,0 0 8 0,0 0 10 15,0 0-72-15,0 0-79 0,0 0-23 16,0 0-12-16,0 0-68 0,-43-5-71 16,30 8 6-16,0-1 16 0,-1 3-6 15,-1 1-16-15,-5 4-15 0,0 3-3 16,-5 2 0-16,-5 6 2 0,1 1 13 16,-5 5 7-16,-1 2 8 0,-4 3-2 0,-1 4-10 15,-3 1 6-15,0 4-12 0,1 1-10 16,4-1-1-16,6-4 2 0,8-5-1 15,8-4-2-15,7-6 1 0,8-4-1 16,1-4-3-16,4-3-16 0,9-4-2 16,5-1 9-16,5-4 11 0,5-2 1 15,1 0-22-15,4-8-11 0,-2-3-10 16,0-3-3-16,-3-3-2 0,-2-1-11 0,-4-1-5 16,-4 1-22-16,-2 0 16 0,-3 6 5 15,-6 0-3-15,-1 3-6 0,-2 2 0 16,-4 2 18-16,0 3 16 0,-1-2-22 15,-6 2-13-15,-2 1-3 0,-4 1 22 16,1 0 1-16,-1 0 53 0,-4 1-9 16,3 4-17-16,-2 1 3 0,1 1 9 0,4-1-2 15,2-1-70-15,3 2-152 0,4-1-202 16,2 1-279-16,0 2-856 0</inkml:trace>
  <inkml:trace contextRef="#ctx0" brushRef="#br0" timeOffset="161261.376">18274 6329 2214 0,'0'0'771'0,"0"0"-308"0,0 0-78 16,0 0-61-16,0 0-56 0,0 0-37 0,-68 81-58 15,52-47-26-15,0 4 2 0,4 4-24 16,1 1-37-16,5 3-30 0,3 1-34 15,2-1-24-15,1-2 0 0,1-6-24 16,7-4-12-16,4-9-56 0,1-3-81 16,7-6-17-16,6-6-40 0,3-5-98 15,-5-3-286-15,18-7-761 0</inkml:trace>
  <inkml:trace contextRef="#ctx0" brushRef="#br0" timeOffset="161606.786">18798 6318 2914 0,'0'0'695'0,"0"0"-354"0,0 0-50 0,0 0-30 16,0 0 38-16,0 0-20 0,0 0-106 15,-48 85-72-15,30-60-25 0,0 4-7 16,-3 6-8-16,-1 1-6 0,-4 7-7 15,1 2-33-15,1 2 0 0,0 1 0 16,4 0-12-16,7-7-3 0,4-5-2 16,7-6 1-16,2-6-11 0,6-5 9 15,7-3-24-15,6-7 6 0,4-5-16 16,3-4-8-16,4 0-31 0,5-7-24 16,-1-6-6-16,1-2 8 0,-3 0-12 15,-4-1-9-15,-3 3-25 0,-5-3-10 0,-3 8 40 16,-8-2 15-16,-3 7-15 0,-5-2-108 15,-1 1-102-15,-4 4-97 0,-3-2-114 16,-1 1-583-16,-9 0-361 0</inkml:trace>
  <inkml:trace contextRef="#ctx0" brushRef="#br0" timeOffset="162516.367">19217 6342 1463 0,'0'0'1196'0,"0"0"-888"16,0 0-67-16,0 0 48 0,0 0-1 16,68 82 21-16,-52-55-51 0,-2 1-60 0,-1 3-50 15,-4 0-15-15,-3 1 1 0,-5 4-8 16,-1-1-35-16,-1 5 7 0,-8-2-13 15,-2 1-59-15,-2 0-26 0,-1-3-3 16,-3-3-64-16,3 0-97 0,1-4-16 16,3-4-32-16,5-6-19 0,2-6-98 15,3-4-196-15,0-6-278 0,3-3-679 0</inkml:trace>
  <inkml:trace contextRef="#ctx0" brushRef="#br0" timeOffset="162732.661">19758 6582 372 0,'0'0'3422'0,"0"0"-2741"0,0 0-323 0,0 0-1 16,0 0-89-16,0 0-80 0,83-18-64 15,-54 13-58-15,3-1-46 0,0 0-20 16,1-2-37-16,-3 0-105 0,0 1-76 15,-5 2-41-15,-4 2-83 0,-8 0-282 16,-1 3-674-16,-9 0-749 0</inkml:trace>
  <inkml:trace contextRef="#ctx0" brushRef="#br0" timeOffset="162902.627">19782 6756 798 0,'0'0'2086'16,"0"0"-1533"-16,0 0-136 0,0 0-6 0,0 0-76 15,0 0-6-15,0 0-82 0,102 13-116 16,-73-19-85-16,3-4-46 0,0 1-19 0,-1-1-63 16,1-2-67-16,0-1-77 0,-3 0-113 15,-7 2-310-15,3-1-819 0</inkml:trace>
  <inkml:trace contextRef="#ctx0" brushRef="#br0" timeOffset="163308.813">20791 6348 2463 0,'0'0'576'0,"0"0"-164"16,0 0-143-16,0 0 55 0,0 0 29 15,0 0-20-15,0 0-112 0,0 0-99 16,0 0-73-16,-91 43 55 0,68-18 2 15,1 9-24-15,-2 2-36 0,0 6 9 16,2 1-10-16,3 0-3 0,2 3-5 0,5-5-25 16,2-3-12-16,6-3-2 0,4-8-22 15,7-5-7-15,8-4-5 0,5-5-3 0,7-1-22 16,5-5-39-16,5-2-34 0,2-5-16 16,7 0-39-16,-1 0-94 0,-10-4-318 15,16-3-969-15</inkml:trace>
  <inkml:trace contextRef="#ctx0" brushRef="#br0" timeOffset="166114.136">21690 5848 2196 0,'0'0'514'0,"0"0"-279"16,0 0-113-16,0 0 66 0,0 0 83 15,0 0-31-15,0 0-111 0,41-67-66 16,-31 50-28-16,1 0-13 0,4-1-7 16,-1 0 11-16,0 4 18 0,0-2 6 0,-2 3-6 15,0 4-10-15,-3-1 3 0,1 3 1 16,-5 3 5-16,1-2 4 0,-4 6-13 16,-1-1 0-16,-1 1-31 0,0 0 9 0,0 0 4 15,0 0-1-15,0 0-15 0,0 5 0 16,0 4-24-16,0 7 24 0,0 11 37 15,0 7 24-15,-1 5-33 0,-1 6 0 16,-2 5-26-16,-1 3 1 0,-4 1 16 16,1 0-4-16,-3 1-15 0,-4-3-1 15,2-6-9-15,1-6 10 0,3-6 12 16,2-9-11-16,4-5-1 0,3-6-25 16,0-6-15-16,0-2-3 0,5-4-9 15,3-2 8-15,4 0 26 0,2-3-44 16,1-6-13-16,1-4 19 0,1 0 28 15,-2-2 3-15,-1 2 14 0,-4 0 11 16,-1 2 15-16,-3 4 4 0,0 2 15 0,-4 4 4 16,-2 1-23-16,0 0 35 0,3 3-10 15,-3 6-21-15,5 4 43 0,-2 5-10 16,1 5-15-16,0 4-12 0,-1 2-3 16,0 5 24-16,3 4-9 0,-3 5 3 15,0 1 12-15,-3 4 165 0,0-2-79 16,0 1-80-16,0-1-28 0,-5-3-15 15,1-4 1-15,-2 0-15 0,3-4 1 0,1-3-2 16,2-4-2-16,-3 0-17 0,1-4 18 16,1-2 0-16,-1-2-1 0,2-3-1 15,-1 1 2-15,1-3-11 0,-2-3-9 16,2-2-4-16,-3 1-8 0,-1-2-16 16,-3-1-18-16,1 1-16 0,-4-2-15 15,-3-2 0-15,0-1 9 0,0-3-10 0,-3-1-18 16,2 0-60-16,-2 0-86 15,1-3-83-15,1-5-96 0,-2-1-65 0,-1-2-127 16,5 4-432-16,-6-8 57 0</inkml:trace>
  <inkml:trace contextRef="#ctx0" brushRef="#br0" timeOffset="172723.614">4597 9445 1850 0,'0'0'111'0,"0"0"1030"0,0 0-885 15,0 0-63-15,0 0 136 0,0 0 0 16,-45 79-25-16,35-54-100 0,-3 6-63 0,1 5-31 15,0 5-15-15,-3 8 3 0,-4 10-10 16,0 8-39-16,-2 10-25 0,-3 7-24 16,-1 5 0-16,3 3-15 0,2 0 3 15,3-3 0-15,4-6-7 0,1-6-2 16,4-14 6-16,5-10-22 0,2-15 10 16,1-12-25-16,1-11-52 0,5-7-43 0,2-8-37 15,1 0-4-15,1-8-20 0,3-9-27 16,2-4-42-16,0-8-138 0,1-9-229 15,-4 8-464-15,1-21-93 0</inkml:trace>
  <inkml:trace contextRef="#ctx0" brushRef="#br0" timeOffset="173140.655">4523 9712 833 0,'0'0'1252'0,"0"0"-776"0,0 0-100 16,0 0 18-16,0 0-35 0,0 0-95 15,0 0-78-15,0 0-52 0,0 0-10 16,0 0-13-16,9-44-21 0,-9 45-32 0,3 5-26 16,0 4-32-16,5 5 0 15,2 7 31-15,5 6 18 0,4 10-9 0,1 7 0 16,-3 9-25-16,3 8-12 0,-4 4-3 16,0 6 0-16,-1 2-46 0,0-3-6 15,0-3 37-15,0-9 15 0,2-5 64 16,1-6 50-16,-2-6-56 0,0-8-3 15,-3-5 18-15,0-7 67 0,-3-9-76 16,0-5-64-16,-2-4 0 0,1-4 0 16,0-1 3-16,2-8 15 0,1-4 7 15,4-6-13-15,-3-3 21 0,1-9-14 16,-2-2-18-16,1-6 2 0,-2-4 18 0,1-5-21 16,-4-6-10-16,4 2-12 15,-2-2 1-15,0 2-6 0,4 0-13 0,1 4-2 16,4 4 2-16,1 2-8 0,0 5-1 15,2 4-9-15,-4 7-9 0,0 3-10 16,-3 7-5-16,-3 3-29 0,0 5-68 0,-4 2-90 16,1 2-88-16,-2 4-100 15,-4 0-240-15,3 0-885 0</inkml:trace>
  <inkml:trace contextRef="#ctx0" brushRef="#br0" timeOffset="175787.175">5284 10512 1289 0,'0'0'280'0,"0"0"-33"0,0 0-40 16,0 0-77-16,0 0 458 0,0 0-158 15,0 0-127-15,0 0-94 0,0 0-48 0,0 0 15 16,0 0 12-16,13-43-29 0,-11 43-54 15,-2 0-24-15,0 0-23 0,0 0-15 16,0 0-12-16,0 0-19 0,0 0 7 16,0 0 9-16,0 0-1 0,0 0 7 15,0 0 3-15,0 0 6 0,0 2 18 0,0 1 28 16,0-2-7-16,-3-1-9 0,1 1-12 16,-2-1-12-16,-2 0-16 0,1 0-14 15,-4 4-17-15,2-3-2 0,-2 1-13 16,-2 2-5-16,-3 2-12 0,0 0 2 15,-2 4 25-15,-2 3 0 0,-1 2-15 16,-1 5 6-16,-2 1 9 0,0 4 1 16,-4 4-11-16,0 7 11 0,1-1-12 15,2 5 2-15,4-3-6 0,6-3 0 16,7-1 2-16,5-4 15 0,1-2 1 0,4 1 19 16,9-3-1-16,1-2-15 15,8-2 24-15,2-6 10 0,4-2 24 0,2-5 45 16,3-3-39-16,2-5-52 0,-4 0 9 15,0-2 1-15,-5-6-25 0,-2-1-9 16,-2-3 6-16,-2-1-79 0,-3 0-3 16,-3-2-16-16,-2-3-24 0,-3 4-24 15,-1-3-54-15,-6 0-114 0,-2-1-170 0,0 1-219 16,0 3-425-16,-10-5-392 0</inkml:trace>
  <inkml:trace contextRef="#ctx0" brushRef="#br0" timeOffset="175994.742">5185 10682 2176 0,'0'0'449'0,"0"0"-188"15,0 0-14-15,0 0 88 0,0 0 69 16,36 71-58-16,-29-49-113 0,3-3-73 0,-3-1-46 16,2 1-22-16,-3-1-24 0,-3 3-29 15,-2-2-39-15,2-1-31 0,-3 1-15 0,0-1-68 16,0 2-46-16,0-3-32 0,0-4-16 15,0 0-47-15,3-3-69 0,3-6-164 16,1-3-249-16,4-4-582 0</inkml:trace>
  <inkml:trace contextRef="#ctx0" brushRef="#br0" timeOffset="176321.838">6038 10312 2556 0,'0'0'547'0,"0"0"-374"0,0 0-68 16,0 0 57-16,-62 74 75 0,43-46-39 0,-1 7-65 15,-3 3-65-15,0 6 16 0,-3 3 22 16,0 7-35-16,-3 2 0 0,-3 5-24 15,-1 4-10-15,-4 1-25 0,-2 5 10 16,0 2-21-16,-4-1-1 0,3 0-22 16,-1-5-3-16,5-1-24 0,3-8 12 15,4-5 6-15,6-8-25 0,3-9-31 16,7-7 25-16,2-9-13 0,6-8-31 16,2-7-39-16,3-5-69 0,0 0-81 15,0-8-97-15,2-8-191 0,1 3-489 16,6-16-307-16</inkml:trace>
  <inkml:trace contextRef="#ctx0" brushRef="#br0" timeOffset="176577.046">5826 10946 1167 0,'0'0'1323'15,"0"0"-975"-15,0 0-123 0,0 0 24 16,0 0 72-16,-14 75-97 0,9-45-49 15,0 6-46-15,2 5-32 0,0 2-4 16,3 4-3-16,0 2-22 0,0 1-15 16,0 0-10-16,0 1-15 0,0-1-26 15,0-2-2-15,0-5-16 0,0-1-92 16,3-7 50-16,1-9 2 0,-1-5 9 16,-2-9-37-16,1-7-15 0,-1-4-14 15,1-1-60-15,-1-6-89 0,2-5-104 0,4-5-140 16,-4 3-280-16,3-17-464 0</inkml:trace>
  <inkml:trace contextRef="#ctx0" brushRef="#br0" timeOffset="176815.573">5940 10968 699 0,'0'0'1651'0,"0"0"-1348"0,0 0-155 15,0 0 36-15,0 0 123 0,0 0 4 16,46 85-74-16,-36-48-27 0,-3 3-47 15,-1 2-29-15,-1 2-7 0,-4 2-9 16,-1 1-38-16,0 1-25 0,-4-2-18 16,-5 1-37-16,0-1 0 0,-1-5-55 15,-1-3-44-15,0-5-37 0,3-8-13 0,2-5-9 16,3-11-12-16,3-6-9 0,0-3-99 16,0-12-117-16,3-7-90 0,3-9-140 15,5-7 31-15,-3 6 66 0,3-29-85 0</inkml:trace>
  <inkml:trace contextRef="#ctx0" brushRef="#br0" timeOffset="177105.548">6080 10978 1805 0,'0'0'535'0,"0"0"-238"15,0 0-52-15,0 0 53 0,0 0-5 0,0 0-27 16,89-28-74-16,-73 34-59 0,0 5-5 16,-3-2 12-16,-3 6-7 0,-4 0-43 15,-3 3-50-15,-3 1-22 0,0 3-15 0,-8 3-3 16,-2 4-40-16,-7 2-3 0,-1 3-3 15,-3-2-1-15,1 2 16 0,0-3 12 16,1-6 19-16,4-3 24 0,4-3 26 16,5-4 15-16,6-1-13 0,0-1-18 15,6-2-12-15,8 3 21 0,5-2 15 16,3 1 10-16,2-1-19 0,2 3-17 16,3-3-30-16,-3-3-4 0,3 0 1 15,1-2-11-15,-2-1-38 0,-1 1-20 16,-3-2-22-16,-1 0-23 0,-4 2-15 0,0-1-31 15,-3 2-46-15,-2 3-57 0,-2-3-246 16,-2 0-579-16,-2 1-635 0</inkml:trace>
  <inkml:trace contextRef="#ctx0" brushRef="#br0" timeOffset="177555.805">7070 9687 2621 0,'0'0'575'15,"0"0"-295"-15,0 0-105 0,0 0 77 0,0 0 40 16,-81 7-53-16,63 5-66 0,0 6-84 16,-2 5-33-16,2 9-1 0,0 8 74 15,-1 9-7-15,5 1-43 0,1 7-18 16,6 4-12-16,2 0-9 0,1 5 2 15,4 0-14-15,0-5-16 0,1-2 9 16,8-9-3-16,7-8-8 0,1-7-10 16,6-4-27-16,3-8 3 0,1-4-13 15,4-5-33-15,-1-3-36 0,3-3-41 0,0-5-43 16,-1-1-47-16,3-1-104 0,-11-1-354 16,8 0-1363-16</inkml:trace>
  <inkml:trace contextRef="#ctx0" brushRef="#br0" timeOffset="178502.449">7946 9947 1850 0,'0'0'787'0,"0"0"-385"0,0 0-223 16,0 0-35-16,0 0 59 0,0 0 6 16,0 0 17-16,-88-29-66 0,72 29-29 15,-4 4-16-15,-1 6 18 0,-1 8 3 0,-3 2-10 16,2 10-22-16,-1 2-24 0,5 8-13 15,-1 2 22-15,4 5 20 0,2 1-21 16,2 2-18-16,2-1-30 0,6-2-22 16,2-9-3-16,2-10-13 0,2-9 9 15,7-8-11-15,3-5-18 0,0-4 18 0,4-2 51 16,1 0-36-16,2-9-15 16,1-4-61-16,0-5 0 0,2-4-8 0,-1-3-4 15,0-4-10-15,0-1-14 0,-2 1 8 16,-3-1 7-16,-2 2 8 0,-1 1 25 15,-4-1 13-15,-2 2 36 0,-3 6 22 16,-2-1 2-16,-2 5 1 0,0 2 21 16,0 7 9-16,0 2-6 0,0 5-6 0,0 0-13 15,0 9-8-15,2 4 8 0,4 10 22 16,3 7-19-16,1 2 22 0,0 10 27 16,0-2 0-16,3 2-18 0,-1-4-21 15,-1-7-43-15,5-3-9 0,3-8-19 16,1-4-5-16,5-4-34 0,-1-4-64 15,6-1 9-15,-1-3-49 0,1-4-65 16,-1 0-131-16,-3 0-219 0,-4 0-494 16,4-6-631-16</inkml:trace>
  <inkml:trace contextRef="#ctx0" brushRef="#br0" timeOffset="178979.941">8518 10043 2141 0,'0'0'579'0,"0"0"-136"15,0 0-147-15,0 0 18 0,0 0-28 16,81 11-61-16,-55-6-57 0,0-2-45 16,1 0-12-16,0-3-31 0,1 0-6 15,-2-3-22-15,0-5-37 0,1-3-3 16,-4-3-12-16,-1-3-36 0,-5 1-96 0,0-2-72 15,-2-2-81-15,-4 2-151 0,-5 4-355 16,-3-8-936-16</inkml:trace>
  <inkml:trace contextRef="#ctx0" brushRef="#br0" timeOffset="179210.02">8723 9706 26 0,'0'0'1935'0,"0"0"-1449"0,0 0-183 0,0 0-8 15,0 0 69-15,0 0-37 0,0 0-32 16,0 0-75-16,24 69-71 0,-13-37-4 16,-2 4 46-16,0 1-31 0,-3 4-41 15,-2 0-33-15,-1 1-43 0,-1 1-27 16,-2 0-16-16,0-1-46 0,0-2-39 0,0-4-62 16,-2-6-31-16,2-9-7 0,2-4-17 15,8-11-28-15,1-4-161 0,5-4-194 16,-4-5-458-16,9-14-252 0</inkml:trace>
  <inkml:trace contextRef="#ctx0" brushRef="#br0" timeOffset="179638.779">9279 9368 2752 0,'0'0'462'15,"0"0"-293"-15,0 0-86 0,9 89 138 16,-8-47 230-16,-1 2-63 0,3 3-136 16,-3 2-104-16,3 5-57 0,-3 0 16 15,0 2 12-15,-3 0-70 0,-7-3-49 0,3-6-10 16,0-6-36-16,1-12 6 16,3-9 16-16,3-7-3 0,0-8-10 0,0-4-6 15,0-1-30-15,0 0-7 0,1-4 1 16,4-5 11-16,-1-2 40 0,5-1-2 15,-1-1 5-15,2-1-9 0,1 2-21 16,0 3-10-16,-1 3 25 0,2 4 6 16,-1 2 9-16,-1 2 16 0,-1 6 9 0,-2 2 15 15,-1 1 19-15,-2 4 9 0,-2 0 10 16,-2 1-4-16,0-2-6 0,0 1-9 16,-3 0 15-16,-2 0 10 0,-5-1 24 15,2 0-16-15,-3-3-18 0,0 1-18 16,-2-6-31-16,0 1-10 0,2-4-32 15,-1-3-17-15,2 0-51 0,0 0-37 16,4-5-14-16,0-6-40 0,3-1-85 16,-1-2-145-16,3 1-294 0,1-11-909 0</inkml:trace>
  <inkml:trace contextRef="#ctx0" brushRef="#br0" timeOffset="179848.742">9792 9982 3022 0,'0'0'567'16,"0"0"-283"-16,0 0-47 0,0 0 46 15,0 0-27-15,0 0-108 0,-4 67-104 16,4-57-44-16,0-1-16 0,0 2 16 16,-2 1-12-16,-1 0-6 0,-3-1-13 0,0 1-55 15,1-1 9-15,-2-3 24 0,0-2-30 16,-2-1-72-16,2-4-41 0,0-1-40 15,-1 0-156-15,2-1-415 0,1-12-605 0</inkml:trace>
  <inkml:trace contextRef="#ctx0" brushRef="#br0" timeOffset="180022.067">9730 9724 1479 0,'0'0'1477'0,"0"0"-1097"0,0 0-69 0,0 0 237 15,0 0-96-15,0 0-142 0,0 0-151 16,0 0-92-16,0 0-67 0,81-3-3 16,-68 1-67-16,-1 0-89 0,0-3-59 0,-1 0-84 15,0 1-176-15,-1 0-564 0,2-6-702 0</inkml:trace>
  <inkml:trace contextRef="#ctx0" brushRef="#br0" timeOffset="180283.428">10226 9566 1812 0,'0'0'810'0,"0"0"-408"15,0 0-9-15,0 0 50 0,92 59-8 0,-66-37-11 16,0 1-44-16,-4 0-243 0,-1 2-94 16,-4-2 11-16,1 1-51 0,-1 6 19 15,1 1-21-15,-1 5 14 0,-4 1 6 16,-6-4-21-16,-7 3-33 0,0-3-25 15,-14 2-12-15,-5 1 6 0,-4-1-9 0,-5 1-1 16,0-3 1-16,-3 0-13 0,-3 0-37 16,-1-4-89-16,0-3-95 0,-3-2-136 15,3-2-250-15,8-10-573 0,-3-2-525 16</inkml:trace>
  <inkml:trace contextRef="#ctx0" brushRef="#br0" timeOffset="180803.07">11265 10053 2360 0,'0'0'504'16,"0"0"-56"-16,0 0-150 0,0 0 30 15,0 0 11-15,0 0-73 0,78 7-65 16,-43-7-48-16,5 0-21 0,2 0-32 16,2-3-23-16,1-3-47 0,-3-2-27 15,-1 1-3-15,-6-4-43 0,-2 3-91 16,-4-3-71-16,-6 4-32 0,-7-3-69 16,-2 7-151-16,-8-1-270 0,-6 4-801 0</inkml:trace>
  <inkml:trace contextRef="#ctx0" brushRef="#br0" timeOffset="180960.945">11514 10213 2436 0,'0'0'554'15,"0"0"-228"-15,0 0-27 0,0 0 63 0,0 0-49 16,0 0-105-16,0 0-75 0,0 0-47 16,94-10-31-16,-62 6-55 0,2-1-27 15,-2-1-164-15,3 0-88 0,-1-1-101 16,-8 1-279-16,16-2-1170 0</inkml:trace>
  <inkml:trace contextRef="#ctx0" brushRef="#br0" timeOffset="181748.588">13219 9613 1925 0,'0'0'470'0,"0"0"-228"0,0 0-116 16,0 0 536-16,0 0-301 0,-92 50-49 16,72-27-54-16,0 1-19 0,0 6-30 15,2 4-31-15,4 4-47 0,2 4-49 0,5 5-24 16,0 5-18-16,7 3 5 0,0 2-11 16,0-1-13-16,8-5-9 0,1-5-12 15,1-7-2-15,4-8-28 16,3-9-13-16,1-6-36 0,2-4-43 0,4-7-37 15,3-4-46-15,3-1-63 0,6-7-83 16,1-6-140-16,2-4-188 0,-8 4-396 16,12-12-822-16</inkml:trace>
  <inkml:trace contextRef="#ctx0" brushRef="#br0" timeOffset="182134.635">13711 9882 2906 0,'0'0'528'0,"0"0"-161"16,0 0-141-16,-71 87 68 0,50-52-6 16,3 2-48-16,2-2-23 0,5-4-52 15,2-1-80-15,3-10-51 0,5-5-34 0,1-7-22 16,0-3-8-16,0-5 3 0,7 0-1 16,3-3-30-16,0-4-6 0,6-5-34 15,-1-6-6-15,2-1-3 0,-3-4-19 16,3-2-16-16,-2 0-6 0,-1-3 8 15,-1 2 22-15,-1-1 39 0,1 2 38 16,-3 4 3-16,-3 3 38 0,2 6 53 16,-5 6 86-16,0 5-15 0,-1 2-15 15,3 10 33-15,0 8 25 0,5 5-41 16,-3 3-56-16,0 6-24 0,2 0 3 0,0-1 9 16,1-1-3-16,1-3 34 0,3-3-25 15,1-6-62-15,0-4-2 0,1-9-37 16,2-2-70-16,2-4-64 0,2-2-19 15,2-6-72-15,-2-7-111 0,-4 4-257 16,5-9-841-16</inkml:trace>
  <inkml:trace contextRef="#ctx0" brushRef="#br0" timeOffset="182322.187">14103 9918 3506 0,'0'0'609'0,"0"0"-221"0,0 0-163 16,0 0 91-16,0 0 37 0,0 0-53 0,54 70-112 16,-38-68-98-16,4-2-47 15,3-3-43-15,1-9-26 0,2-5-55 0,-1-1-40 16,0-4-48-16,-4-2-53 0,-2-1-101 16,-2 2-239-16,-5 7-570 0,-3-7-918 0</inkml:trace>
  <inkml:trace contextRef="#ctx0" brushRef="#br0" timeOffset="182496.76">14241 9592 2845 0,'0'0'503'0,"0"0"-246"16,-13 90 24-16,10-43 192 0,3 2-11 16,0 3-128-16,0-1-94 0,0 0-121 15,0-5-59-15,0 0-24 0,0-5-36 16,0-3-1-16,0-4-29 0,0-3-88 15,0-9-52-15,2-6-7 0,2-6 9 0,3-8-65 16,3-2-141-16,3-15-288 0,-3 2-608 16,9-20-837-16</inkml:trace>
  <inkml:trace contextRef="#ctx0" brushRef="#br0" timeOffset="182852.92">14650 9428 3086 0,'0'0'475'0,"0"0"-330"0,0 0 22 16,21 86 275-16,-18-44 61 0,-3 1-90 16,0 2-137-16,0 4-100 0,-8-2-64 15,-2 0-36-15,-6 1-31 0,0-3-42 16,-4-1-3-16,3-9-11 0,1-5-50 0,7-9 4 16,5-7 21-16,2-10 3 0,2-4-37 15,0 0-27-15,8-4 12 0,1-3 6 16,5-5 37-16,3 0 11 0,0 0 10 15,-1 1-28-15,2 6 6 0,-5-1 43 16,-1 5 0-16,-1 1 64 0,-1 0-18 16,0 0-28-16,-4 4-5 0,-1 2 14 15,0-2-9-15,-2 3 3 0,-3 2 7 16,0 2 8-16,0-2-15 0,0 5 4 16,-3-2-10-16,-2 1-15 0,0-1 2 0,-1-2-2 15,0-1-74-15,0-4-14 0,-1-2 15 16,1-2-46-16,3-1-52 0,-1-3-98 15,1-7-124-15,3-7-139 0,0 3-1286 16,7-14-90-16</inkml:trace>
  <inkml:trace contextRef="#ctx0" brushRef="#br0" timeOffset="183042.389">15110 9862 2319 0,'0'0'652'0,"0"0"-78"16,0 0 78-16,0 0-55 0,0 0-166 15,0 0-170-15,17 66-121 0,-17-47-68 16,0 2-20-16,-4-3-13 0,0-3-39 0,1 1-3 16,0-4-76-16,1 0-33 15,-1-4-9-15,-2-2-25 0,4-4-27 0,-4-2-66 16,-1 0-151-16,-1-3-313 0,3-2-704 16,-6-7-684-16</inkml:trace>
  <inkml:trace contextRef="#ctx0" brushRef="#br0" timeOffset="183199.263">15093 9626 3183 0,'0'0'717'0,"0"0"-326"0,0 0 91 0,0 0-8 16,0 0-146-16,0 0-201 0,79-1-127 16,-66-2-60-16,4 0-101 0,-1-3-67 15,3-1-92-15,-2 0-291 0,-4 0-822 16,3-7-1402-16</inkml:trace>
  <inkml:trace contextRef="#ctx0" brushRef="#br0" timeOffset="183446.889">15737 9437 3447 0,'0'0'583'0,"0"0"-348"0,24 66-45 16,-15-38 158-16,1 7 37 0,2 0-78 15,-1-1-146-15,1 2-94 0,1 3-46 16,-2 1-18-16,-1 1 30 0,-4 1-33 16,-6 0-12-16,0-2-94 0,-11-2-55 15,-4 2-3-15,-3-4-3 0,-3 0 24 16,-2-4-29-16,-1-3-77 0,-1-5-126 16,0-5-165-16,1-1-168 0,6-8-264 15,-11-6-262-15</inkml:trace>
  <inkml:trace contextRef="#ctx0" brushRef="#br0" timeOffset="183976.288">16825 9271 1532 0,'0'0'1164'0,"0"0"-753"16,0 0-72-16,0 0-10 0,0 0-65 0,0 0-20 15,0 0-70-15,0 0-69 0,0 0 0 16,-51 89-10-16,34-48 12 0,4 7 4 15,3 6 2-15,3 5 39 0,4 3 6 16,3 2-33-16,0 1-47 0,0 0-32 16,0-2-16-16,3-1-12 0,3-5-3 15,4-7-15-15,1-7-109 0,3-10 0 16,1-8 18-16,1-8-24 0,4-10-28 0,2-6-56 16,1-1-43-16,2-4-73 0,0-9-79 15,1-3-139-15,-9 1-599 0,5-12-674 0</inkml:trace>
  <inkml:trace contextRef="#ctx0" brushRef="#br0" timeOffset="184759.357">17154 9413 36 0,'0'0'2056'0,"0"0"-1716"0,0 0-160 15,0 0 72-15,0 0 17 0,0 0-93 16,0 0-87-16,0 0-45 0,0 0-18 16,0 0-14-16,0 0 4 0,1 36 22 15,2-26 26-15,-2-4 18 0,-1 0 38 16,0-1 40-16,2-3-8 0,-1 2-15 16,-1-3-10-16,0-1-6 0,2 0 15 0,-1 0-19 15,-1 0-34-15,0 0-25 0,0 0 0 16,0 0-9-16,0 0-3 0,0 0 0 15,0 0-13-15,0 2-2 0,0-2-1 16,0 0-8-16,0 0-1 0,0 0 3 16,0 2 1-16,0-2-4 0,0 0-9 15,0 0-9-15,0 0 18 0,0 0-5 16,0 0-1-16,0 0-3 0,0 0 6 16,0 0 3-16,0 0 1 0,0 0 2 0,0 0 0 15,0-4-6-15,0 3-15 0,0-3 1 16,-1 1 11-16,-1-1 0 0,-1-2 9 15,2 3 0-15,-2-2-12 0,2 1 10 16,-2-2-7-16,-2 2 3 0,2-2-3 16,-4 0-15-16,3 1-1 0,-2 1-23 15,-1-1-3-15,0 1 11 0,-2 1 13 16,2 2-24-16,0-2 6 0,-1 3 0 16,0 0 20-16,-1 0 1 0,0 6 2 0,1 0 10 15,-4 7-12-15,4 2 1 0,-3 6 2 16,0 3 24-16,2 6-6 0,-1 3-20 15,0 3-1-15,2 3-3 0,0 0-9 16,0-1 12-16,5-4 1 0,2-5 30 16,1-7 5-16,0-6-25 0,4-4-11 15,6-5-2-15,-3-1 2 0,3-3-1 0,3-1 1 16,0-2-36-16,1-5 2 0,1-3-2 16,4-4-22-16,-2-3-33 0,0-1-21 15,1-2-13-15,-1-2 0 0,-4 1 15 16,3-1 2-16,-5-2-5 0,2 2 5 15,-3 1 15-15,-2-2 22 0,-3 2 43 16,2 1-3-16,-5 1 31 0,-1 5 29 16,-1 3-7-16,0 5 27 0,0 3 26 15,0 1-29-15,0 2-3 0,0 7 9 16,0 4 22-16,3 2 6 0,0 5-3 16,1 1 8-16,2 1 4 0,-1 2-22 15,3-3-9-15,-1 2-28 0,2-2 22 0,2-3-28 16,-2-4-24-16,1-1-12 15,3-1-46-15,-1-3-54 0,2-1-47 0,1-1-40 16,-1-2-38-16,3 1-64 0,-1-5-189 0,-4 3-315 16,2-4-786-16</inkml:trace>
  <inkml:trace contextRef="#ctx0" brushRef="#br0" timeOffset="184965.49">17562 9638 1083 0,'0'0'1643'0,"0"0"-1021"0,0 0-81 15,0 0-81-15,0 0-95 0,0 0-141 16,0 0-74-16,77 2-50 0,-50-3-42 16,2-4-24-16,4 0-34 0,-2 0 0 15,0-1-46-15,-3-2-79 0,-2 1-58 0,1 0-85 16,2-2-109-16,1 2-131 0,-8 1-227 15,5-6-1078-15</inkml:trace>
  <inkml:trace contextRef="#ctx0" brushRef="#br0" timeOffset="185439.263">18234 9093 2085 0,'0'0'595'16,"0"0"-289"-16,0 0-82 0,0 0 243 15,0 0 39-15,0 0-93 0,15 95-140 0,-11-51-65 16,0 9 30-16,-2 5 32 0,-2 2 30 0,-2 0-128 16,-6 1-61-16,-4-5-62 15,1-2-49-15,-5-6 0 0,1-5-46 16,1-6-17-16,6-9-3 0,2-9 8 0,3-7-8 15,3-7-34-15,0-5-6 0,0 0 25 16,4 0 32-16,3-2 16 0,5-8 18 16,-1 0 3-16,3-4-10 0,1-2 7 15,-2-1-27-15,0 1-10 0,0 4 10 16,0 4 14-16,-3 4-14 0,0 4 39 16,2 0 3-16,-1 7 36 0,-2 4-2 15,2 1-7-15,0 4-9 0,-1-1-6 16,-3 3 6-16,1-1 52 0,-2 0-18 0,-3-3 11 15,-1 1 1-15,-2 0-19 0,0-2-17 16,-6 0-16-16,-4 0-12 0,-2-2-3 16,-1-1 1-16,-2-1-16 0,1-2-28 15,-1-6-26-15,3 2-28 0,5-3-19 16,1 0-42-16,1-3-43 0,2-8-8 16,3-3-145-16,0-4-215 0,0-3-224 0,1 2-524 15,7-6-417-15</inkml:trace>
  <inkml:trace contextRef="#ctx0" brushRef="#br0" timeOffset="185652.835">18662 9724 2209 0,'0'0'643'0,"0"0"-122"0,0 0-24 16,0 0-15-16,0 0-89 0,0 0-139 15,0 0-117-15,0 0-57 0,73 72-25 16,-72-59-13-16,1 3-24 0,-2-3-18 15,0 5-11-15,-5-2-13 0,-1 2-10 16,-2 0-11-16,-4 0-31 0,1-2-1 0,-1-2-5 16,-1-4-16-16,0-2-59 0,0-4-99 15,0-4-95-15,3 0-207 0,2-7-696 16,0-13-728-16</inkml:trace>
  <inkml:trace contextRef="#ctx0" brushRef="#br0" timeOffset="185821.765">18812 9393 3082 0,'0'0'598'0,"0"0"-233"0,0 0 84 15,0 0-92-15,0 0-115 0,0 0-105 16,78-17-137-16,-59 15-3 0,1-4-162 16,-3 0-89-16,3-1-166 0,-6 2-526 15,1-2-1031-15</inkml:trace>
  <inkml:trace contextRef="#ctx0" brushRef="#br0" timeOffset="186098.318">19394 9271 2390 0,'0'0'618'0,"0"0"-111"0,0 0-9 0,39 73-57 15,-28-43-69-15,-1 2-99 0,0 5-93 16,3 2-80-16,1 3-30 0,2 0 6 15,-2-1-4-15,-3-1-50 0,-3 0-22 16,-4-3-73-16,-4 3 0 0,0 0 12 16,0-1 37-16,-8-2 22 0,-5-2-53 15,-4-4-30-15,-4-1-12 0,0-1 5 16,-4-3 16-16,2-2 5 0,-1-3-30 16,-1-4-74-16,2-6-107 0,0-2-128 15,9-7-277-15,-5-2-762 0</inkml:trace>
  <inkml:trace contextRef="#ctx0" brushRef="#br0" timeOffset="186508.037">20213 9717 310 0,'0'0'3066'16,"0"0"-2529"-16,0 0-279 0,0 0-78 15,0 0 40-15,113 8 39 0,-71-8-57 16,6 0-47-16,0-3-73 0,2-4-45 15,-1-2-37-15,-5-3-18 0,-4 3-71 16,-4-2-48-16,-5 0-83 0,-4 5-103 16,-3 0-97-16,-5 2-129 0,-8 3-592 15,-8 1-573-15</inkml:trace>
  <inkml:trace contextRef="#ctx0" brushRef="#br0" timeOffset="186667.34">20498 9818 2108 0,'0'0'604'0,"0"0"-141"15,0 0-47-15,0 0-19 0,0 0-83 0,0 0-63 16,0 0-57-16,0 0-47 0,0 0-43 16,0 0-43-16,98 48-61 0,-59-48-3 15,3 0-98-15,0 0-107 0,0-3-42 16,-2 1-179-16,-8 0-365 0,14-3-1259 0</inkml:trace>
  <inkml:trace contextRef="#ctx0" brushRef="#br0" timeOffset="187511.475">21728 9572 985 0,'0'0'1959'0,"0"0"-1470"0,0 0-251 0,0 0-74 15,0 0 100-15,0 0 22 0,0 0-75 16,0 0-67-16,-79 13-27 0,61 12 24 16,-1 8 24-16,-1 10-43 0,3 7-13 15,-2 5 0-15,2 3 22 0,4-4-22 16,3-6-43-16,4-3-27 0,6-8-39 15,0-8-33-15,6-7 33 0,1-9 21 16,0-3-21-16,1-7-9 0,4-1-36 16,-1-2-15-16,4 0 17 0,1-3 22 15,1-5-15-15,-2-3-22 0,2-5-18 16,-1-4-6-16,4-3-24 0,-4-4 12 16,4-2-13-16,0-4 33 0,-1-3-20 15,1-4-17-15,3-5-5 0,-4-2-23 0,-1-3-3 16,-4 5 49-16,0 1 58 0,-2 8-5 15,-2 5 9-15,-3 6 31 0,-1 8 84 16,-2 9 46-16,-1 4-28 0,0 4-3 0,2 12 24 16,-1 6 30-16,-2 6-6 0,1 9-31 15,0 5-40-15,-3 1 0 0,0 1 15 16,0-1 16-16,0-2-35 0,2-5-35 16,-1-4-35-16,2-4-2 0,2-6-15 15,0-3-22-15,2-4-51 0,2-1-45 16,0-4-16-16,0-2-4 0,0 0 3 15,2-3-34-15,-3-1-78 0,2 0-133 16,-3 0-275-16,-1-3-709 0,2-3-600 0</inkml:trace>
  <inkml:trace contextRef="#ctx0" brushRef="#br0" timeOffset="187806.345">22172 9172 2775 0,'0'0'576'0,"0"0"-148"0,0 0-138 0,0 0 136 15,0 0-87-15,87-27-107 0,-65 23-101 16,1 3-64-16,-3 1-45 0,-6 3-6 16,-2 5-16-16,-6 5-46 0,-3 3-12 15,-3 4 16-15,0 5-4 0,-9 3 9 16,-3 1 10-16,-2 2 2 0,-3 0 24 0,1-1-1 15,1-5 1-15,3-6 0 0,3-4-11 16,4-3 12-16,5-6-18 0,0 0-7 16,5-3 4-16,8 1-13 0,4-3-12 15,5-1-9-15,6 0-40 0,3 0-59 16,5-5-48-16,4 2-94 16,1-1-98-16,-9 0-579 0,14 1-796 0</inkml:trace>
  <inkml:trace contextRef="#ctx0" brushRef="#br0" timeOffset="188091.474">22675 9724 55 0,'0'0'3124'0,"0"0"-2461"0,0 0-290 15,0 0-75-15,0 0 20 0,0 0-83 16,93 57-94-16,-61-56-71 0,5-1-67 0,2-10-3 16,3-7-52-16,1-2-43 0,-4-5-36 15,-3-2-56-15,-1-3-96 0,-5 1-93 16,-4 0-191-16,-6 7-558 0,-2-10-654 15</inkml:trace>
  <inkml:trace contextRef="#ctx0" brushRef="#br0" timeOffset="188290.15">23056 9262 1952 0,'0'0'1070'0,"0"0"-754"0,0 0-74 0,-43 77 130 16,35-41 103-16,-1 6-105 0,1 5-101 15,2 7-68-15,1-1-43 0,-1 4-57 16,-1 1-50-16,0-1-14 0,-1-1-37 0,2-4-2 16,1 0-38-16,5-6-17 0,2-6 2 15,8-5-39-15,6-8-64 0,0-6-32 16,4-10-107-16,-6-4-367 0,9-7-1321 16</inkml:trace>
  <inkml:trace contextRef="#ctx0" brushRef="#br0" timeOffset="188869.402">23388 9107 2209 0,'0'0'1301'0,"0"0"-784"0,0 0-204 0,19 86-75 16,-15-49 61-16,-2 7-61 0,-2 3-16 15,0 2-39-15,0 3-71 0,-5-2-46 16,-2 3-11-16,-4-3 8 0,-2-3-33 16,-5-1-29-16,2-7-1 0,-1-3 0 15,1-5-18-15,3-8-15 0,2-2-3 16,6-9 3-16,2-5-10 0,3-6-5 16,0-1-22-16,0 0-9 0,6-1 25 15,5-7 11-15,1-2-21 0,4 0 10 16,1-2 20-16,5 5 16 0,-3 0-13 0,-1 3 4 15,0 4 9-15,-1 0 15 16,2 8-10-16,-3 2 10 0,-1 6 3 0,-1 0 29 16,-3 0-8-16,-2 1-3 0,-4-1 7 15,-2-2-1-15,-3 0-12 0,0 0 19 16,0-2 8-16,-8 3 4 0,-2-4-1 16,-2 1 1-16,-2 0-19 0,-1-5-21 0,2 0-3 15,-3-2-47-15,3-5-84 0,-1-1 67 16,2-11 9-16,1-7-134 0,5-6-121 15,3-7-111-15,3-5-293 0,0 6-344 16,8-23-508-16</inkml:trace>
  <inkml:trace contextRef="#ctx0" brushRef="#br0" timeOffset="189171.3">23894 9083 2391 0,'0'0'1063'0,"0"0"-599"0,0 0-94 16,83-2 8-16,-53 2-117 0,-2 0-124 16,0 2-91-16,-4 1-46 0,-4 2-15 15,-5 1-19-15,-4 4 13 0,-5 2-19 0,-5 4 12 16,-1 3 1-16,-3 3-7 0,-11 2 34 16,-2 2 3-16,-7 2 10 0,-1 3 23 15,-1-1 16-15,3-2 13 0,2-3 26 16,7-5 28-16,5-3 57 0,5-4-94 15,3-5-82-15,8 1-13 0,11-3-30 16,7-1 10-16,10-1 18 0,10-3-4 16,3-1-26-16,9-4-28 0,0-5-31 15,1-1-24-15,-2-1-37 0,-2-1-111 16,-6 0-211-16,-13 5-555 0,9-5-1025 0</inkml:trace>
  <inkml:trace contextRef="#ctx0" brushRef="#br0" timeOffset="199537.362">25434 9679 1778 0,'0'0'1591'0,"0"0"-1312"0,0 0-96 0,0 0-10 16,0 0 72-16,0 0 43 0,0 0-85 15,0 0-34-15,97 6-56 0,-67-6-51 16,3 0-35-16,2-6-27 0,-3-3-1 16,-2 1-39-16,-3-1-64 0,-2 2-70 15,-4-1-73-15,-6 2-85 0,-5 2-111 0,-2 2-269 16,-8 2-604-16,-5 0-356 0</inkml:trace>
  <inkml:trace contextRef="#ctx0" brushRef="#br0" timeOffset="199712.177">25443 9924 147 0,'0'0'2833'0,"0"0"-2427"15,0 0-247-15,0 0-61 0,0 0 101 16,0 0 118-16,0 0-12 0,0 0-107 0,82 16-109 16,-50-16-60-16,3 0-29 15,4-2-40-15,1-7-58 0,3-2-69 0,3-1-97 16,3-1-138-16,-10 4-223 0,23-7-996 0</inkml:trace>
  <inkml:trace contextRef="#ctx0" brushRef="#br0" timeOffset="200205.56">26562 9235 2380 0,'0'0'638'0,"0"0"-115"0,0 0-72 16,0 0-76-16,0 0-38 0,0 0-89 0,0 0-71 15,0 0-3-15,0 0-16 0,18 96-40 16,-13-59-21-16,0 5-9 0,1 2-22 15,-3 3-14-15,-3 5-7 0,0 2-18 16,0 2-8-16,-9 5-19 0,1 0-3 16,-1-3-15-16,-2-5 0 0,0-5 6 15,3-4-12-15,0-6-37 0,1-4-35 16,6-8-31-16,1-5-28 0,0-6-9 16,4-5-4-16,8-5-58 0,2-5-72 0,6 0-164 15,3-9-159-15,-4 2-472 0,9-11-720 16</inkml:trace>
  <inkml:trace contextRef="#ctx0" brushRef="#br0" timeOffset="201364.315">27224 9712 2451 0,'0'0'374'16,"0"0"-175"-16,0 0-84 0,0 0 42 15,0 0 119-15,0 0-23 0,0 0-43 0,0 0-59 16,0 0-20-16,0 0-10 0,0 0 3 16,-66-54-13-16,59 54-31 0,-2 0-16 15,1 0-15-15,0 0-24 0,0 0-1 16,1 4 7-16,2-3-3 0,2-1-16 16,3 2-9-16,-1-2 21 0,1 0 1 15,0 0-4-15,0 0 7 0,0 0-1 16,0 0-9-16,0 0-2 0,0 0 5 0,0 0 9 15,0 0-5-15,0 0-4 16,0 0-6-16,0 0 1 0,0 0-1 0,0 0-3 16,0 0 3-16,0 0 0 0,0 0-13 15,1 0 17-15,-1 0-16 0,2 0 15 16,-2 0-6-16,0 0 3 0,0 0 3 0,0 0 1 16,0 0-4-16,0 0 3 15,-2 0 18-15,-1 0 77 0,0 0-41 0,-1 2-72 16,-2-1-3-16,-4 1-33 0,0 2 9 15,1 0-1-15,0 0-2 0,1 2 6 16,0 0 14-16,2 1 10 0,-3-2 21 16,4 2-6-16,-1 4-3 0,1 0 0 15,-1 4 0-15,1 6 13 0,1 4-1 16,1 3-6-16,0-1 0 0,1 3-6 16,2-3-12-16,0-3 0 0,0-5-2 15,6-1 1-15,2-6-1 0,3-5 1 16,2-2-41-16,6-5 3 0,1 0-7 15,1-6-11-15,4-6 5 0,-1-4 0 16,-3 1-5-16,-1-3 5 0,-2-1-6 0,-2-1 9 16,2 1 4-16,-5-4-10 0,2 2 9 15,-2-2-12-15,0 1 12 0,-1 0-9 16,-3 2 21-16,-2 1 0 0,-2 2 34 0,-2 4 2 16,-1 6-1-16,-2 1 26 0,0 5 7 15,0 1 21-15,0 1-15 0,-2 6-4 16,-1 4-8-16,0 2 9 0,-2 5-7 15,1 4 13-15,-1 1 5 0,-1 1-14 16,3-2-16-16,1 0-6 0,0-3-10 16,1-3-2-16,1-3-12 0,0 1 10 15,0-5-10-15,5-1 10 0,-2 0-16 16,3-2-34-16,0-2-12 0,0 1-9 16,1-2-10-16,-1-1-9 0,1 0-21 0,0-1-38 15,2 1-112-15,-1-1-116 0,1-1-101 16,2 0-192-16,-3 0-503 0,3-1-407 0</inkml:trace>
  <inkml:trace contextRef="#ctx0" brushRef="#br0" timeOffset="201570.914">27644 9736 170 0,'0'0'2522'0,"0"0"-2079"0,0 0-226 16,0 0-17-16,0 0 144 0,0 0-67 0,0 0-56 16,81 15-64-16,-53-17-58 0,4-4-50 15,1-1-49-15,3-1 0 0,1-1-33 16,-3 2-94-16,-3-4-52 0,1 3-70 16,-5-3-85-16,-3 3-196 0,-7 1-658 15,-2-4-556-15</inkml:trace>
  <inkml:trace contextRef="#ctx0" brushRef="#br0" timeOffset="201780.943">27953 9481 2043 0,'0'0'531'16,"0"0"-328"-16,0 0-59 0,0 0 78 0,0 0 160 15,-28 72-28-15,25-43-84 0,1 4-89 16,2 3-39-16,0 4-18 0,0 2 8 15,-1-1-15-15,-2-1-74 0,3-5-41 16,-3-5-2-16,3-6-25 0,0-5-67 16,0-6-15-16,7-4-63 0,6-3-97 15,5-6-116-15,2 0-261 0,-1-7-832 16,11-10-224-16</inkml:trace>
  <inkml:trace contextRef="#ctx0" brushRef="#br0" timeOffset="202028.247">28285 9667 1896 0,'0'0'1142'0,"0"0"-822"16,0 0-142-16,0 0 24 15,0 0 59-15,0 0-45 0,0 0-54 0,0 0-13 0,0 0-32 16,0 0-58-16,0 0-7 0,66 50 9 16,-59-34-18-16,-4 1-21 0,0 0 14 15,-3-1-13-15,0-2-23 0,0 1-12 16,0-6-31-16,-3 1 9 0,-1-4 0 15,1-1-18-15,-1-3-43 0,0 3-29 16,1-5 1-16,0 1-17 0,0-1-35 16,0 0-39-16,0 0-41 0,0-1-21 15,2-5-127-15,-1 0-229 0,2-10-509 0</inkml:trace>
  <inkml:trace contextRef="#ctx0" brushRef="#br0" timeOffset="203331.164">28325 9192 703 0,'0'0'463'0,"0"0"-160"0,0 0-63 15,0 0 40-15,0 0-11 0,0 0-91 16,0 0-88-16,0 0-54 0,0 0-17 16,0 0-3-16,0-12-3 0,0 12 20 15,0 0 12-15,0 0 19 0,0 0 20 16,0 0 12-16,0 0 0 0,0 0-9 15,0 0-17-15,0 0-31 0,0 0-23 0,0 0-16 16,0 0 0-16,0 0-42 0,0 0-31 16,0 0-11-16,0 0 7 0,0 0 23 15,0 0 22-15,0 0 32 0,0 0 15 16,0 0 42-16,0-2 56 0,0 0 11 16,0 2-12-16,0 0 19 0,0 0 5 15,0 0 0-15,0-1-16 0,0 1 12 0,0 0 4 16,0 0-18-16,0 0 13 0,0 0-32 15,0 0-31-15,0 0 3 0,0 0-3 16,0 1-25-16,-1 1 19 0,-1 1-19 16,-1 1-3-16,3 4-4 0,-3 3 13 15,1 4 16-15,1 9 2 0,1 1 12 16,0 7 19-16,0 2-4 0,0 6-27 16,0 1-9-16,0 1-4 0,0 4-17 0,-3 0-7 15,-2 4-9-15,-1-5-18 0,1 0 37 16,-1-3-7-16,0-6-15 0,3-6 6 15,0-2-5-15,3-8-16 0,-2-3-2 16,2-4 0-16,0-3-1 0,0-3-3 16,0-3-13-16,0-3 13 0,0-1-9 15,0 0 0-15,0 0-73 0,2-4 19 16,3-2-7-16,-1-2 18 0,5-5 1 0,-1-3 20 16,3-4 7-16,1-3 2 15,-1 1-11-15,-3-4 2 0,2 2 19 0,-3-2-3 16,1 2 6-16,0 1-1 0,1 5 10 15,-3 3 3-15,2 5 17 0,-2 2 1 0,1 3 28 16,-1 2-1-16,-2 1-8 16,1 2-4-16,-2 0 4 0,3 0 2 0,-1 2 7 15,1 5-7-15,0 1-17 0,1 2-7 16,0 1 0-16,2 1 3 0,-4 5-15 16,3-3 12-16,-2 4 6 0,-2 0-19 15,1-1 14-15,-5-1-1 0,0 2-14 16,0-1 0-16,0 0-1 0,-8 1-1 15,-1-2-36-15,0 1 22 0,-2 1 3 16,0-3-3-16,-3 2 14 0,3-5-17 16,1-3-61-16,1-2-3 0,1-5-18 0,1-2-1 15,1 0 10-15,1 0 2 0,2 0 0 16,0-4-3-16,3-4-49 0,0-3-54 16,0-3-28-16,6-4-78 0,2-4-58 15,2 0-145-15,0 5-220 0,6-10-547 0</inkml:trace>
  <inkml:trace contextRef="#ctx0" brushRef="#br0" timeOffset="203584.93">28722 9678 1918 0,'0'0'532'0,"0"0"-184"16,0 0 149-16,0 0-6 0,0 0-92 15,0 0-135-15,0 0-91 0,0 0-52 16,0 0-11-16,0 0-6 0,62 72-24 15,-60-59-19-15,1 0-22 0,-3 1-11 0,0-1-28 16,0-1 0-16,0 2-18 0,0-1-16 16,-3-4 10-16,3 1-37 0,0-3 2 15,0-1 17-15,0-2-7 0,0-2 6 16,0-2-3-16,3 0-16 0,-1 0-9 16,1 0 10-16,0 0-16 0,3 0-32 15,-1-5-62-15,4-2-67 0,-1-4-130 0,-2 3-257 16,-1-10-703-16</inkml:trace>
  <inkml:trace contextRef="#ctx0" brushRef="#br0" timeOffset="203755.274">28883 9418 2312 0,'0'0'484'0,"0"0"-169"0,0 0-9 0,0 0 102 16,0 0-19-16,0 0-100 0,0 0-119 0,0 0-78 15,0 0-21-15,0 0-68 16,0 0-3-16,72-6-166 0,-52 0-106 0,-1-1-131 16,-2 1-350-16,6-6-1285 0</inkml:trace>
  <inkml:trace contextRef="#ctx0" brushRef="#br0" timeOffset="204110.885">29383 9038 2756 0,'0'0'755'0,"0"0"-269"0,0 0-142 15,0 69-1-15,0-38-27 0,0 7-81 0,-1 8-37 16,-1 6 20-16,2 6-9 0,0 3-55 16,0 3-31-16,2 3-11 0,-1-1-43 15,2 1-40-15,-3 1-29 0,0 2-2 16,0-4-13-16,0-5 13 0,0-7-10 16,0-5-21-16,0-6-30 0,3-7-31 15,2-7-39-15,1-5 1 0,0-6-23 16,3-6-8-16,0-7 2 0,3-4-52 15,-1-1-108-15,1-6-135 0,2-2-186 16,-6-2-571-16,4-8-698 0</inkml:trace>
  <inkml:trace contextRef="#ctx0" brushRef="#br0" timeOffset="204773.327">29908 8621 2474 0,'0'0'768'16,"0"0"-317"-16,0 0-190 0,0 0-19 15,0 0 62-15,80-21-33 0,-54 21-68 16,5 0-96-16,-4 4-34 0,4 4-28 15,-8 1 7-15,-3 0-37 0,-7 2-12 16,-4 1 19-16,-6 0-21 0,-3 5-1 16,0 0-3-16,-9 2-12 0,-7 1 13 15,-4 5-10-15,-6-1 11 0,-2 3-31 16,1-1 4-16,1 0-14 0,4-4 2 16,8-4 13-16,5-3-1 0,8-4 27 0,1-1 1 15,12-3 13-15,7 1 73 0,7-2-16 16,8-4-70-16,0-2-24 0,2-2-13 15,1-7-12-15,-3 1-12 0,-3-4-31 16,1-1-55-16,-2-1-117 0,1 0-230 16,-10 2-723-16,14-7-1410 0</inkml:trace>
  <inkml:trace contextRef="#ctx0" brushRef="#br0" timeOffset="209834.044">4310 12879 2312 0,'0'0'281'0,"0"0"-149"0,0 0 186 15,0 0 18-15,0 0 19 16,0 0-60-16,0 0-47 0,0 0-56 0,0 0-28 16,0 0-41-16,0 0-56 0,0 0 1 15,0 0 8-15,85 0-8 0,-50 2-10 0,1-1-9 16,3 0-10-16,1-1-14 15,-1 0 2-15,1 0-24 0,-4 0 0 0,-1-1-3 16,1-3-1-16,-6-2-1 0,-1 2-22 16,-6-3-34-16,-1-1-43 15,-4 2-46-15,-3-1-19 0,-5 0-15 0,1-1-67 16,-5-1-103-16,-3 1-189 0,0-1-445 16,-3-3-506-16</inkml:trace>
  <inkml:trace contextRef="#ctx0" brushRef="#br0" timeOffset="210156.676">4652 12471 726 0,'0'0'1676'0,"0"0"-1115"0,0 0-257 16,0 0-100-16,0 0-14 0,0 0-7 15,0 0-20-15,0 0-40 0,0 0-32 16,0 0-10-16,-20 75 9 0,20-44 9 16,0 4 3-16,0 6-22 0,0 1-25 15,0 6-15-15,0 3-6 0,0 7-34 16,-2 2 0-16,1 6-3 0,-1 1-9 0,1 0-4 16,1-4 4-16,0-6 10 15,0-10-1-15,6-8 0 0,2-11 3 0,2-8 57 16,3-5-23-16,0-7 3 0,2-4-4 15,0-3-14-15,3-1-19 0,0-5 0 16,2-8-12-16,1-4-9 0,0-3-46 16,1-5-44-16,-3 0-49 0,-2-3-23 15,-1 4-66-15,1 1-62 0,-4 5-155 16,-3 4-239-16,0-2-563 0</inkml:trace>
  <inkml:trace contextRef="#ctx0" brushRef="#br0" timeOffset="211260.567">5007 12979 395 0,'0'0'391'0,"0"0"-78"15,0 0-37-15,0 0 1 0,0 0 12 0,0 0-29 16,0 0-50-16,0 0-29 0,0 0-42 16,0 0-40-16,0 0-34 0,3-7-33 15,-3 7-16-15,0-1-16 0,0 1-13 16,0 0-3-16,2-2 3 0,-2 2 13 16,0 0 43-16,0-1 34 0,1 1 16 0,-1 0 9 15,0 0 26-15,0-2 8 0,2 2-6 16,-2 0-13-16,0 0-3 0,0 0-32 15,0 0-35-15,0 0-25 0,0 0-10 16,0 0-12-16,0 0-1 0,0 0 1 16,0 0 0-16,0 0 2 0,0 0 0 15,0 0 1-15,0 0 19 0,0 0 4 16,0 0-1-16,0 0 0 0,0 0 0 16,0 0 3-16,0 0 1 0,0 0-5 15,0 0 14-15,0 0-16 0,0 0-1 16,0 0 4-16,0 0-9 0,0 0-4 0,1 0 1 15,-1 0 8-15,0 0 10 0,0 0 3 16,0 0 10-16,0 0 2 0,2 0 7 16,-2 0-7-16,1 0-9 0,-1 0-9 15,2 2-10-15,-1-2-17 0,2 1 20 0,1 1 7 16,-2-1-6-16,3-1-1 16,0 4-2-16,-1-1 11 0,2 2 1 0,3 5 3 15,2 3-1-15,-1 2 4 0,3 4 6 16,0 4-13-16,-3 0 4 0,-1 4-13 15,1-2-6-15,-4-5-13 0,-2 0 0 16,2-3-1-16,-2-2 11 0,0-2-10 16,-1-1 0-16,-3-2-1 0,3 0 1 15,-3-1-2-15,0-2-46 0,0-1-6 16,0-1 0-16,0-2 9 0,0-3-2 0,0 0-11 16,0 0 4-16,0 0 9 15,1 0 13-15,1-6 8 0,-2-2 20 0,1-4-1 16,-1-5-19-16,0-2 7 15,2-5 12-15,-1-5-12 0,1-1 2 0,1 0 13 16,1 0-12-16,0 4-10 0,5 4 22 16,-2 3 0-16,2 1 43 0,1 5-3 15,1-1-9-15,0 4-6 0,1 1 9 0,-3 0-13 16,1 4-3-16,3 0-14 0,-1 2 14 16,-2 0-16-16,6 3 23 0,-3 0-23 15,1 0 0-15,-1 0-2 0,4 4 0 16,-2 0-3-16,2 2-28 0,-3-2-3 15,2 5-46-15,-3-2-34 0,0 0-62 16,-1 4-75-16,-1 1-155 0,-1-4-290 16,-1 9-926-16</inkml:trace>
  <inkml:trace contextRef="#ctx0" brushRef="#br0" timeOffset="212220.838">5837 13280 638 0,'0'0'1326'0,"0"0"-905"16,0 0-204-16,0 0-2 0,0 0 81 15,0 0 7-15,0 0-72 0,0 0-70 16,0 0-22-16,-17-66 9 0,13 63-8 16,0 3-31-16,-1 0-35 0,-3 0-18 15,1 0-19-15,-4 5-18 0,-1 1-19 16,-4 4 0-16,-3 4-9 0,-4 2-22 0,3 6 18 16,-3 3 13-16,0 2 2 15,1 3 1-15,2 3-2 0,1 2 14 16,2 1-14-16,1 2 2 0,6-2 9 0,1-1 7 15,6 0 6-15,3-4 18 0,3-4 3 0,9-2 3 16,2-3 13-16,3-1-7 16,2-3-15-16,0-5 21 0,1-2 1 0,1-4 11 15,0-5-9-15,-1 1-30 16,1-3-31-16,0-1 12 0,0-7-15 0,1 0-18 16,-3-3-22-16,-1-1-15 0,0-2-34 15,-2 0-42-15,-3-1-35 0,-2-2-63 16,-1 1-73-16,-2 2-97 0,-4 2-247 15,-4-6-852-15</inkml:trace>
  <inkml:trace contextRef="#ctx0" brushRef="#br0" timeOffset="212471.351">5716 13462 1653 0,'0'0'685'0,"0"0"-262"0,0 0-86 16,0 0-24-16,0 0 32 0,38 65-46 16,-28-49-71-16,-2 0-76 0,-2-3-62 15,0 1-41-15,-1-2-39 0,-2 4-10 16,-1-3-12-16,1 1-16 0,0 2-71 16,0-1-81-16,1-1-83 0,-1-1-58 15,1-1-114-15,-1-4-259 0,3 1-658 0</inkml:trace>
  <inkml:trace contextRef="#ctx0" brushRef="#br0" timeOffset="212796">6584 13040 1186 0,'0'0'1284'16,"0"0"-1083"-16,0 0-111 0,0 0 176 0,0 0 133 15,0 0-75-15,-72 83-95 0,52-53-96 16,-3 6-49-16,-3 3 0 0,-1 5 40 16,-4 9 49-16,-2 2-56 0,-6 6-40 15,-3 6-9-15,-5 5-13 0,-1 5-24 0,-7 3-7 16,-1 4-8-16,-3 3-16 0,-1-1-1 15,1-3-23-15,3-5 9 0,2-8-7 16,9-11 4-16,9-8 17 0,11-18-21 16,10-12-2-16,8-13-35 0,7-8-73 15,0-7-35-15,7-10-84 0,5-6-3 16,3-8-58-16,4-5-200 0,-3 6-655 0,7-17-546 16</inkml:trace>
  <inkml:trace contextRef="#ctx0" brushRef="#br0" timeOffset="213046.89">6321 13572 2598 0,'0'0'476'16,"0"0"-287"-16,0 0-78 0,-11 77 71 15,3-43 105-15,-1 5-16 0,0 1-78 16,2 1-57-16,0 2-46 0,-3 0-19 15,3-2-40-15,-1 1-31 0,1 0-1 16,0-3-2-16,3 1-41 0,-1-3-14 16,4-5-57-16,-2-5 4 0,2-5-17 15,-1-6 2-15,2-6-9 0,-1-4-47 0,1-4-78 16,0-2-87-16,0-6-145 16,0-3-165-16,0-11-570 0</inkml:trace>
  <inkml:trace contextRef="#ctx0" brushRef="#br0" timeOffset="213308.713">6398 13664 627 0,'0'0'1723'0,"0"0"-1352"16,0 0-217-16,0 0-6 0,0 0 98 15,0 0 44-15,0 0-69 0,0 87-48 16,5-61-34-16,-1 5-27 0,3-2-28 15,-1 2-31-15,-2-2-22 0,-1 1-30 16,0-2 10-16,-3 1-11 0,0 1-15 0,-3 2-50 16,0-1-63-16,-2-4-32 0,0 1 25 15,2-8 6-15,-1-4 40 0,4-7 26 16,-2-7-64-16,2-2-77 0,0-7-138 0,0-7-100 16,0 3-381-16,2-16-310 0</inkml:trace>
  <inkml:trace contextRef="#ctx0" brushRef="#br0" timeOffset="213680.487">6446 13618 1038 0,'0'0'1255'0,"0"0"-976"16,0 0-138-16,0 0 24 0,0 0 110 0,55-68 15 16,-41 61-58-16,-1 5-53 15,4 2 3-15,-1 0-34 0,1 0-32 0,1 7-39 16,-1 3-24-16,-4-2 0 0,0 5 14 15,-5 1-20-15,-2 4-26 0,-3 4-8 16,-3 0-12-16,0 4-1 0,-7 2-15 16,-6 3-9-16,-1 1-44 0,-5 4 28 15,2-5 15-15,-2 2 25 0,0-2 0 16,3-4 12-16,2-4 1 0,1-2 27 16,3-5 25-16,4-4-16 0,3-2-21 15,2-4-28-15,1-1-29 0,1 0 1 0,8 2 27 16,2-1-1-16,7 0 2 0,1-3 1 15,3 1 0-15,3-3 0 0,2 1-1 16,2-2-2-16,0 1 2 0,1 2 0 16,2 2 2-16,-3 0 33 0,-6 1 8 15,-2-3-43-15,-2 1-148 0,-4 1-66 16,2 2-86-16,-1 1-40 0,1 6-72 16,-5-2 169-16,-3-3-253 0,-3 3-1636 0</inkml:trace>
  <inkml:trace contextRef="#ctx0" brushRef="#br0" timeOffset="214309.8">7495 12532 1550 0,'0'0'1161'16,"0"0"-791"-16,0 0-147 0,0 0 35 16,0 0 73-16,0 0-11 0,-60 66-65 15,48-40-70-15,0 7-52 0,1 3-23 16,1 6-6-16,1 4 37 0,1 4-10 15,2 2-37-15,0 2-43 0,4 0-8 0,1-1-7 16,1-4-2-16,0-6 8 0,7-5-9 16,-1-7-14-16,4-6-19 0,2-4-9 15,3-4-31-15,0-6-63 0,5-1-15 16,0-4-38-16,6-1-18 0,3-3-3 16,1-1-54-16,-1-1-190 0,-4 0-368 15,11 0-1025-15</inkml:trace>
  <inkml:trace contextRef="#ctx0" brushRef="#br0" timeOffset="-214679.513">8244 12828 2999 0,'0'0'378'0,"0"0"-281"0,0 0-96 0,0 0 223 15,0 0 223-15,0 0-108 0,0 0-108 0,0 0-74 16,-80 5-20-16,72 15-36 0,3 10-10 16,-2 11 7-16,-1 6 11 0,3 4 25 15,-3 2-31-15,-3 0-34 0,2-1-26 16,-1-5-25-16,3-12 0 0,3-10 3 15,2-10-15-15,2-9-6 0,3-5-84 16,4-1-25-16,5-7 15 0,3-6 15 16,3-8-37-16,2-4-24 0,3-6 3 15,-3-3-7-15,3-3 0 0,-1 1 27 16,-2 0 28-16,-3 2 46 0,-1 1 40 16,-1 2 3-16,-4 3 18 0,-1 7 16 0,-4 7 74 15,0 6 21-15,-3 4-18 0,1 4-35 16,-1 4 3-16,5 7 43 0,0 5-3 15,-1 4-16-15,2 5-14 0,0 3-8 16,0-1 7-16,-1-2 3 0,-1-4-46 16,0-3-45-16,-1-5-20 0,-2-5-16 15,3-4-25-15,-1-2-14 0,1-2-13 0,0 0-40 16,2-2-36-16,-2-6-13 0,3-3-123 16,-1-2-226-16,-2 4-495 0,1-5-596 0</inkml:trace>
  <inkml:trace contextRef="#ctx0" brushRef="#br0" timeOffset="-214514.881">8730 12984 3676 0,'0'0'643'15,"0"0"-373"-15,0 0-77 0,76 51 211 16,-51-36-39-16,-5-1-96 0,3-6-106 0,0-2-93 16,2-3-43-16,-2-3-27 0,4-1-30 15,-2-10-64-15,-1-3-57 0,1-4-36 16,-5-5-80-16,0-4-243 0,-7 5-798 0,1-9-1102 15</inkml:trace>
  <inkml:trace contextRef="#ctx0" brushRef="#br0" timeOffset="-214286.734">8919 12502 1535 0,'0'0'1397'0,"0"0"-1032"16,0 0-44-16,-23 91 50 0,21-51 76 15,2 5-59-15,0 4-63 0,0 4-85 0,5 2-61 16,-2 4-55-16,-2 2-45 16,-1-1-40-16,0 0-39 0,-4-3 0 15,-2-6-81-15,0-5-38 0,3-7-8 0,3-10-25 16,0-8-21-16,6-11-35 0,3-5-93 16,5-7-167-16,2-11-181 0,-3 0-128 15,10-20-528-15</inkml:trace>
  <inkml:trace contextRef="#ctx0" brushRef="#br0" timeOffset="-213748.839">9259 12322 3328 0,'0'0'570'0,"0"0"-363"16,0 0-79-16,0 0 86 0,33 86 178 0,-29-44-93 15,-1 9-40-15,-3 4-89 16,0 1-40-16,0 4-27 0,-7-1-18 0,-4-3-34 15,-4 0-25-15,-2-5-26 16,-2-2-27-16,2-5-48 0,2-6-13 0,4-11 30 16,5-10 31-16,5-8 12 0,1-6-18 15,0-3-46-15,8-3 6 0,5-6 30 16,3-3 41-16,3-2 1 0,1-2-24 16,0 3 4-16,0 1-9 0,-1 1-10 0,-2 7 4 15,2 1 14-15,-4 3-2 0,0 0-9 16,-2 7-7-16,-1 4 23 0,-1 1 16 15,-3 1-14-15,-2 3 15 0,-1-1 0 16,1 5 16-16,0 1 17 0,-2 0 98 16,-3-2 15-16,-1-2-67 0,0-2-31 15,-2-3-11-15,-4-2-27 0,1-2-10 16,-3-4-1-16,5-1-11 0,-1-3-25 16,-1 0-35-16,2-7-32 0,2-4-20 0,1-4-16 15,0-4-271-15,1-4 344 16,7-5-227-16,3 3-94 0,5 0-100 0,4 0 89 15,2 2-44-15,-1 2-263 0,2 3-78 16,3 3 139-16,-4 8 645 0,3 2 241 0,-2 5 781 16,-3 2-280-16,-3 8-124 0,-4 1-100 15,-1 2-77-15,-5 1-77 16,-4 4-102-16,0 0-65 0,-3 4-32 0,0-2-19 16,0 1-15-16,0-3-16 15,0-3-42-15,-2 1-70 0,-1-8-3 0,-1-1-91 16,0 1-46-16,-1-4-45 0,-2-1-66 15,1-3-143-15,1 0-224 0,2-3-521 16,-2-11-542-16</inkml:trace>
  <inkml:trace contextRef="#ctx0" brushRef="#br0" timeOffset="-213575.149">9727 12683 440 0,'0'0'3405'0,"0"0"-2904"15,0 0-256-15,0 0 212 0,0 0-76 0,88 13-157 16,-75-13-139-16,0 0-85 0,0-1-34 16,0-5-111-16,3-2-61 0,0-2-65 15,4-3-208-15,-3 2-584 0,16-5-1006 0</inkml:trace>
  <inkml:trace contextRef="#ctx0" brushRef="#br0" timeOffset="-213380.157">10480 12462 1322 0,'0'0'2258'0,"0"0"-1965"16,0 0-217-16,0 0 63 0,8 77 181 16,-8-47 99-16,1 4-100 0,4 4-125 15,1-1-78-15,1 1-43 0,4 3-4 16,-3-2-8-16,-1-1-13 0,-1-1-23 16,-5 0-13-16,-1-4-12 0,-1 2-10 15,-8-2-24-15,-3-2-41 0,-6 0-28 16,-5-2-13-16,-3 1-33 0,-4-2-21 0,-2-2-29 15,-1 0-44-15,-3-4-88 0,-2-4-218 16,9-4-520-16,-20-1-829 0</inkml:trace>
  <inkml:trace contextRef="#ctx0" brushRef="#br0" timeOffset="-212518.409">9213 13220 1061 0,'0'0'751'0,"0"0"-284"16,0 0-72-16,0 0-35 0,0 0-34 0,0 0-53 15,0 0-90-15,0 0-4 0,0 0-9 0,37 71-15 16,-30-66-21-16,1-3-20 0,-1 0-34 15,2-2 6-15,2 0 16 0,-1-2 11 16,2-5-24-16,-1 2-25 0,-1-3-18 16,1-2-13-16,-3 0-30 0,2-2-3 15,-4 0-15-15,4-2-46 0,-4 0-12 16,1-1-25-16,-1 2 0 0,-2 0-19 16,1 1-9-16,-1 0-13 0,-3 4-13 15,-1-2-10-15,0 3-24 0,0-1-59 16,-1 2-76-16,-6-2-216 0,2 1-196 15,-6-2-364-15</inkml:trace>
  <inkml:trace contextRef="#ctx0" brushRef="#br0" timeOffset="-211690.961">12045 12757 1626 0,'0'0'1228'0,"0"0"-805"0,0 0-74 15,0 0 23-15,0 0 9 0,0 0-35 16,0 0-107-16,0 0-68 0,98 5-43 0,-60-11-15 16,1-3-22-16,-1-2-36 0,0 0-34 15,-4 0-21-15,-2-1-49 0,-3 0-106 16,-3 0-58-16,-5 0-37 0,-5 3-104 0,-5 2-261 16,-6 4-744-16,-7 3-891 0</inkml:trace>
  <inkml:trace contextRef="#ctx0" brushRef="#br0" timeOffset="-211527.438">12160 12896 1034 0,'0'0'1349'0,"0"0"-852"15,0 0-132-15,0 0 26 0,0 0 8 16,0 0-58-16,16 65-115 0,8-55-78 16,5-4-81-16,4-4-40 0,5-2-27 0,2 0-71 15,3-7-83-15,2-1-127 16,-2-3-161-16,-8 1-549 0,15 1-1029 0</inkml:trace>
  <inkml:trace contextRef="#ctx0" brushRef="#br0" timeOffset="-210951.733">13561 12648 935 0,'0'0'1633'16,"0"0"-1221"-16,0 0-229 0,0 0 43 15,0 0 98-15,0 0 60 0,0 0-54 16,0 0-71-16,0 0-62 0,0 0-26 16,0 0-28-16,-43 18-21 0,25 18-16 15,-1 9 1-15,2 7 44 0,1 8 25 16,1 3-86-16,3-2-14 0,2-5-13 0,6-8-3 16,4-7 1-16,8-11-7 0,10-10-45 15,6-7-9-15,3-8-42 0,-1-5 21 16,3-13-25-16,1-11-5 0,-1-7-12 15,0-4-46-15,0-3 0 0,-5-2 1 16,-2 4-11-16,-2 0-11 0,-7 4-16 16,0 3 6-16,-4-1 3 0,-2 3 24 15,-3 1 42-15,-1 4 71 0,-3 2 16 0,0 4 20 16,0 5 29-16,0 2-4 16,0 6 6-16,0 3-12 0,3 0-34 0,2 10 13 15,0 6 30-15,4 6 15 0,0 9 15 16,1 0-9-16,0 9 12 0,-2-3 15 15,1-1 3-15,-1-5-37 0,1-1-30 16,0-11-48-16,1-7-9 0,0-4-48 16,2-5-82-16,3-3-6 0,1-3-13 0,3-5-27 15,0-4-50-15,4-2-166 0,-2-3-296 16,-6 4-631-16,8-9-749 0</inkml:trace>
  <inkml:trace contextRef="#ctx0" brushRef="#br0" timeOffset="-210761.918">14183 12819 2259 0,'0'0'1583'15,"0"0"-1166"-15,0 0-138 0,0 0 118 16,0 0-37-16,78 45-69 0,-55-45-121 16,3 0-77-16,4-6-62 0,2-5-31 15,0-4-18-15,-2-3-46 0,0-2-48 16,-2-1-33-16,-5-2-59 0,-3 1-88 0,-4-2-261 15,-5 4-792-15,-5-4-1227 0</inkml:trace>
  <inkml:trace contextRef="#ctx0" brushRef="#br0" timeOffset="-210551.961">14349 12333 2402 0,'0'0'503'16,"0"0"-189"-16,0 0-2 0,0 0 123 0,-16 92-28 15,16-52-61-15,6 4-91 0,1 5-30 16,3 5 4-16,-2 2-60 0,0 1-48 16,-4-2-63-16,-1-2-31 0,-3-4-27 15,0-7-18-15,0-5-42 0,0-7-65 16,0-7-44-16,3-11-2 0,2-7-33 16,5-5-4-16,4-10-125 0,5-11-228 15,-5 4-432-15,12-27-606 0</inkml:trace>
  <inkml:trace contextRef="#ctx0" brushRef="#br0" timeOffset="-210152.021">14823 12061 2383 0,'0'0'676'0,"0"0"-363"16,0 0-46-16,0 85 193 0,0-46 0 15,0 9-52-15,0 3-109 0,0 5-86 16,0 1-70-16,-7 2-22 0,0 0-34 15,-2-4-53-15,-4-3-34 0,2-3-10 16,-1-8-57-16,4-6-9 0,2-10 25 16,4-8 24-16,2-9-10 0,0-4-47 15,5-4-29-15,2-4-5 0,3-6 45 16,4-4 33-16,1-5 40 0,1-2-15 16,2-3 3-16,-2 1-16 0,1 1 7 0,-1 5 21 15,0 4 2-15,0 6 13 0,1 4 0 16,-1 3 19-16,-2 9 24 0,1 6-13 15,-2 3-23-15,-4 7 17 16,-5-1-24-16,0 4 16 0,-1-2-4 0,-3 2 19 16,0-3 2-16,0 0-8 0,0-2-1 0,-3-4-24 15,2 0-3-15,-2-5 3 0,0-3-15 16,-3-3-68-16,-3-2-14 0,-2-1-18 16,-3-4-16-16,-5-1-27 0,-1 0 8 15,1 0-27-15,-2-6-38 0,-1-4-141 16,3-3-332-16,5 1-392 0,-2-13-1120 0</inkml:trace>
  <inkml:trace contextRef="#ctx0" brushRef="#br0" timeOffset="-209695.049">15136 12733 2572 0,'0'0'706'0,"0"0"-186"0,0 0-109 15,0 0-122-15,0 0-89 0,0 0-40 16,0 0-43-16,96-49-59 0,-74 37-58 16,-2 4 0-16,2-1-28 0,-5 6 10 15,2 3 16-15,-4 1 2 0,-1 10 20 0,-3 3 5 16,-5 8-10-16,0 4 31 0,-5 1-4 15,-1 0 10-15,0-3 9 0,-7 0-18 16,1-5-19-16,1-4 3 0,-1-3-12 16,1-4-15-16,2-4-31 0,1-3-57 15,0-1-49-15,2-4-37 0,-2-5-50 16,2-6-45-16,-2 0-143 0,1-4-172 16,1 3-608-16,-3-7-490 0</inkml:trace>
  <inkml:trace contextRef="#ctx0" brushRef="#br0" timeOffset="-209522.588">15238 12408 825 0,'0'0'1574'0,"0"0"-936"15,0 0-153-15,0 0 67 0,0 0-107 0,81-12-55 16,-56 16-45-16,-2 2-117 16,2-4-119-16,-2 1-109 0,-1-3-6 0,1 0-130 15,2 0-74-15,-1 0-65 0,-6-2-201 16,6-1-881-16</inkml:trace>
  <inkml:trace contextRef="#ctx0" brushRef="#br0" timeOffset="-207953.852">16266 12725 173 0,'0'0'1080'0,"0"0"-777"15,0 0-102-15,0 0-61 0,0 0-1 0,0 0 457 16,0 0-214-16,0 0-87 0,0 0-111 16,0 0-38-16,0 0 34 0,0 8 43 15,0-8-16-15,0 0-33 0,0 0-29 16,1 0-12-16,-1 0-23 0,2 0-27 15,-1 0-31-15,-1 0-9 0,0 0-10 0,2 0 1 16,3 0-6-16,2 0 5 0,7 4 1 16,3 0 14-16,5 2 16 0,2 0 70 15,3-2-70-15,1 1-31 0,-1-1-17 16,0-4-1-16,1 0-3 0,-2 0 0 16,-3 0-11-16,1 0-1 0,-4-4-1 15,-1-1-1-15,-1 1-10 0,-2 0 9 16,-1-1-46-16,-3 0 10 0,-1-1-16 0,-2 0-12 15,-2 0-12-15,-2 0 3 0,0 0-16 16,-2 0-24-16,-2-1-55 0,-1 0-88 16,0 1-114-16,-2 0-168 0,-5 1-209 15,2 2-539-15,-6 0-64 0</inkml:trace>
  <inkml:trace contextRef="#ctx0" brushRef="#br0" timeOffset="-207332.161">16583 12446 1479 0,'0'0'662'0,"0"0"-199"15,0 0-151-15,0 0-4 0,0 0 0 16,0 0-17-16,0 0-48 0,0 0-90 16,0 0-1-16,0 0 9 0,3 88-19 15,-3-53-35-15,0 2-14 0,0 5-2 16,0 1-2-16,1 1-19 0,2-1-18 15,-2-2-34-15,2-2-17 0,0 3-1 0,0-2-1 16,2-8 0-16,-3-1 0 0,4-8-20 16,-2-9-55-16,1-4-95 0,1-5-57 15,2-1-34-15,1-1-118 0,2-3-223 16,-2 0-634-16,7 0-529 0</inkml:trace>
  <inkml:trace contextRef="#ctx0" brushRef="#br0" timeOffset="-203820.784">13656 12781 245 0,'0'0'1421'0,"0"0"-837"16,0 0-186-16,0 0-195 0,0 0-100 0,0 0-36 15,0 0-6-15,0 0-13 0,0 0 0 16,0 0 3-16,5-58 22 0,-3 56 39 15,-2 0 40-15,0 1 19 0,0 1-14 16,0 0-9-16,0-2-16 0,-2 0 24 16,-1 2-20-16,0-3-40 0,-2-1-38 15,2 1-14-15,-1-1-7 0,0 0-19 0,-1 1 0 16,1-1-2-16,-2-1-14 0,2 4 0 16,0-3-1-16,-4 2-1 0,2 2-1 15,-2-1-2-15,2 1-10 0,-4 0-11 16,3 0 5-16,-2 0 7 0,1 0 0 15,0 0 11-15,0 1-11 0,-1 0-10 16,2 2-21-16,0-1-13 0,-1-1-12 16,1 2-16-16,3-1-18 0,1-1-23 0,2-1-41 15,-1 0-13-15,1 1-30 0,-1 2-42 16,-1 0-84-16,0 3-187 0,2-1-534 16,-2 3-47-16</inkml:trace>
  <inkml:trace contextRef="#ctx0" brushRef="#br0" timeOffset="-201236.816">18031 12497 620 0,'0'0'1242'0,"0"0"-885"0,0 0-130 15,0 0 192-15,0 0 147 0,0 0-174 16,0 0-149-16,0 0-50 0,0 0 15 16,0 0-41-16,0 0-32 0,-26-33-49 15,15 33-34-15,-2 2 3 0,-4 5 6 16,-2 6-12-16,-4 5 9 0,-2 6 12 0,2 9-27 15,-2 6-3-15,3 6 2 0,0 5-8 16,1 2-7-16,4 0-6 0,2-5-21 16,6-9-21-16,6-10-3 0,3-7-10 15,3-8 4-15,6-6 6 0,4-1-22 16,0-4 6-16,5-2-15 0,1-2 7 0,4-10-26 16,0-3-11-16,3-6-4 0,-2-1-7 15,1-2 10-15,-2-2-12 0,-1 1-7 16,-3-3 2-16,-2 1 10 0,-4 1 15 15,-2 0 41-15,-2 3 37 0,-3 3 2 16,-2 4 20-16,-4 4 31 0,2 3 37 16,-2 4 25-16,2 4-35 0,-2 1-40 15,2 1 13-15,1 8-26 0,2 5 44 0,0 5 3 16,1 1 9-16,-2 5-16 0,4 1 4 16,-2 3-10-16,3-2-3 0,0 1-9 15,1-4 36-15,0-6-85 0,-1-7-18 16,3-2-25-16,1-7-61 0,2-2-18 15,1 0-34-15,2-1 39 0,-2-6-56 0,0-3-171 16,-1-2-321-16,-6 5-674 16,5-6-686-16</inkml:trace>
  <inkml:trace contextRef="#ctx0" brushRef="#br0" timeOffset="-201056.565">18435 12716 2244 0,'0'0'620'0,"0"0"-210"16,0 0-26-16,0 0 9 0,0 0 0 16,0 0-130-16,0 0-119 0,0 0-64 0,93 25-53 15,-65-25-15-15,3 0-12 0,1-1-1 16,4-6-72-16,0 0-90 0,0-3-99 16,-2 2-102-16,-3-1-153 0,-6 3-453 15,3-3-651-15</inkml:trace>
  <inkml:trace contextRef="#ctx0" brushRef="#br0" timeOffset="-200451.434">19314 12178 52 0,'0'0'2494'0,"0"0"-1848"0,0 0-195 16,1 78-120-16,1-37 4 0,-2 6-10 15,0 4-55-15,0 4-68 0,-2-1-56 0,-1 0-30 16,-4-1-28-16,1-4-21 0,-3-5-13 16,3-8-14-16,1-10-38 0,5-7-1 15,0-8-1-15,0-6-28 0,0-3-20 16,2-1-22-16,2-1 6 0,3 0-27 15,2 0 0-15,0-5 30 0,-1 2 18 16,4-4 10-16,-1-1-7 0,0 2 16 16,1 2 8-16,1-1 16 0,0 3 0 15,2 2 25-15,-1 0 5 0,-1 0 4 16,-1 0-10-16,0 0-9 0,-1 4 10 0,-3 1 21 16,-1 2-7-16,-1 2-8 0,-3-1 2 15,-1 3-6-15,-2 0 13 0,0 2-7 16,-5-2 1-16,-2 2-7 0,-3-1-3 0,-2-1 7 15,-2-1-19-15,0 1-12 0,-4-2-1 16,2-2-29-16,1-1-1 0,2-1-20 16,2-4-38-16,2-1-41 0,1 0-8 15,5-6-42-15,0-6-155 0,2-4-153 16,1 4-198-16,1-14-992 0</inkml:trace>
  <inkml:trace contextRef="#ctx0" brushRef="#br0" timeOffset="-200261.386">19739 12709 49 0,'0'0'2606'0,"0"0"-1907"0,0 0-170 0,0 0-47 15,0 0 27-15,0 0-131 16,0 0-165-16,0 0-80 0,66 71-72 0,-63-62-37 16,-3-1-23-16,0 1-1 0,0-1 0 15,0-2-76-15,-6 1-14 0,-1-1-32 16,-3 1-42-16,-1-1-28 0,0 0-53 0,-1-3-163 15,1-2-272-15,6-1-506 0,-3-4-391 0</inkml:trace>
  <inkml:trace contextRef="#ctx0" brushRef="#br0" timeOffset="-200082.165">19771 12486 29 0,'0'0'2780'0,"0"0"-1991"0,0 0-322 15,0 0-81-15,0 0-54 0,0 0-102 0,0 0-89 16,0 0-77-16,85-20-64 0,-66 16-22 16,1-1-90-16,0 0-75 15,0 0-59-15,5 1-116 0,3 1-266 0,-8 0-642 16,14 3-1114-16</inkml:trace>
  <inkml:trace contextRef="#ctx0" brushRef="#br0" timeOffset="-199839.276">20764 12570 3228 0,'0'0'753'0,"0"0"-368"16,0 0-187-16,0 0-47 0,0 0 51 15,0 0-36-15,109-12-63 0,-70 6-64 16,2 0-39-16,-1 0-49 0,-1 0-73 16,-5 3-55-16,-3-1-60 0,-6 2-29 15,-7 2-241-15,-7 0-570 0,-8 0-862 0</inkml:trace>
  <inkml:trace contextRef="#ctx0" brushRef="#br0" timeOffset="-199655.595">20761 12747 714 0,'0'0'2271'0,"0"0"-1697"0,0 0-230 16,0 0-46-16,0 0-22 0,0 0-7 15,0 0-27-15,0 0-71 0,0 0-65 16,106 12-48-16,-67-17-45 0,5-4-13 0,2-1-57 16,1 0-74-16,-1-3-74 15,-1 0-124-15,-12 3-243 0,10-3-787 0</inkml:trace>
  <inkml:trace contextRef="#ctx0" brushRef="#br0" timeOffset="-199144.402">21811 12532 1907 0,'0'0'1100'16,"0"0"-545"-16,0 0-217 0,82-13-15 15,-48 10 2-15,0 3-66 0,2 3-87 16,-4 6-53-16,1 3-28 0,-5 4-21 16,-4 0-21-16,-5 2-16 0,-5 1-14 15,-6 0-4-15,-3 1-13 0,-5 4-2 16,-4 3-24-16,-9 0 5 0,-6 0-20 0,-3 1 5 15,-2 0 31-15,-5 2-24 0,0 1 6 16,1 0 19-16,0 0 2 0,2-2 15 16,6-3 21-16,4-5-17 0,7-7 5 15,7-5-24-15,2-3 0 0,5 1 0 16,7-1 3-16,8 1 9 0,7 0 28 16,4-5 8-16,6-2-26 0,5 0-22 15,7-7 0-15,1-3-92 0,5-6-45 16,0-2-55-16,3 0-68 0,1-3-145 0,-16 4-323 15,22-6-1078-15</inkml:trace>
  <inkml:trace contextRef="#ctx0" brushRef="#br0" timeOffset="-198716.425">23022 12676 1554 0,'0'0'2637'0,"0"0"-2191"0,0 0-280 15,0 0-16-15,0 0 180 0,-84-17-51 16,64 22-112-16,-3 6-101 0,1 4-36 16,-1 6 10-16,1 4 2 0,2 5 15 15,0 3 25-15,0 3 29 0,4-1-56 16,2-2-25-16,4-5-18 0,3-6 3 0,4-3-12 16,3-7-3-16,0-2-13 0,7-5-29 15,6-4-34-15,6-1-23 0,4-6 14 16,3-9 10-16,3-3-19 0,4-3 0 15,-4-3 3-15,1 2 10 0,-1-1 17 16,-3 3 12-16,-3 1 25 0,-3-2 27 16,-4 1 25-16,-4 2 21 0,-3 2 24 0,-4 2-13 15,-2 2-8-15,-1 6 5 0,-2 3 1 16,0 3-28-16,0 1-27 0,0 9-16 16,-4 4 16-16,1 5 6 0,0 5 39 15,2 2-6-15,1 1 40 0,0-1 6 16,3-4-16-16,5-2-12 0,5-3-24 15,2-4-33-15,2-2-10 0,3-4-47 16,2-2-30-16,2-3-7 0,2-2-42 16,4-1-52-16,2-5-30 0,4-3-136 15,3 0-345-15,-8 2-313 0,10-3-895 0</inkml:trace>
  <inkml:trace contextRef="#ctx0" brushRef="#br0" timeOffset="-197210.111">24125 12778 1971 0,'0'0'250'0,"0"0"1043"0,0 0-945 16,0 0-56-16,0 0 75 0,0 0-13 15,0 0-76-15,0 0-99 0,0 0-57 16,0 0-37-16,57-13-16 0,-29 9-14 15,2-1-16-15,1-1-17 0,0 1-19 0,-2 0-2 16,-4 1-1-16,1 1-3 0,-5 1-43 16,-1 1-72-16,-2-2-37 0,-2 2-21 0,-1 0-68 15,-5 1-156-15,-4 0-582 16,-3 0-733-16</inkml:trace>
  <inkml:trace contextRef="#ctx0" brushRef="#br0" timeOffset="-197032.354">24204 12937 1208 0,'0'0'2109'16,"0"0"-1662"-16,0 0-242 0,0 0-7 15,0 0 143-15,0 0-125 0,0 0-53 16,0 0-87-16,78 6-33 0,-41-6-40 16,2 0-3-16,3-4-76 0,4-2-59 15,2 0-53-15,5-2 31 0,4 1-346 0,-15 1-765 16,17-4-1174-16</inkml:trace>
  <inkml:trace contextRef="#ctx0" brushRef="#br0" timeOffset="-196647.757">25136 12616 1956 0,'0'0'1871'0,"0"0"-1547"15,0 0-283-15,0 0-7 0,0 0 245 16,0 0 54-16,81-38-143 0,-52 35-96 16,-1 3-33-16,3 0-21 0,-3 6 21 15,-3 3 15-15,0 4 12 0,-5 0-43 16,-3 4-34-16,-3-2-11 0,-3 3-15 16,-6 0-12-16,-2 4 26 0,-3-1-17 15,0 1 3-15,-8 1-13 0,-6 2 13 0,-3 3 13 16,-2 0 2-16,-7 2-21 0,1 1-31 15,-3-2 9-15,2 0 40 0,6-2 3 16,3-4 0-16,5-5 1 0,7-5 27 16,3-4 2-16,2-3-15 0,9-3-12 0,5-1 40 15,8 0-16-15,4-2-2 0,5 0-25 16,5-2-11-16,1-3-22 0,2-2 6 16,4-2-31-16,-4-2-30 0,3 1-52 15,-1-2-50-15,-2 1-108 0,-9 0-288 16,8-2-886-16</inkml:trace>
  <inkml:trace contextRef="#ctx0" brushRef="#br0" timeOffset="-195782.097">26440 12095 1292 0,'0'0'1280'0,"0"0"-853"15,0 0-145-15,0 0 109 0,0 0 96 16,0 0-102-16,-15 95-114 0,10-49-72 16,2 5-19-16,0 9-18 0,-4 7-41 15,0 4-24-15,-3 4 3 0,-4 1 69 16,1-1-75-16,-6-3-30 0,1-5-49 15,-2-7-15-15,1-9-2 0,4-4 2 16,2-11-2-16,1-8-17 0,7-7 1 16,0-6-33-16,2-7-28 0,2 3-23 0,1-8-41 15,0-3-33-15,0 0-24 0,0 0-57 16,3-9-93-16,3-3-102 16,-1-4-58-16,4-6-102 0,-3 4-351 0,-1-19-145 0</inkml:trace>
  <inkml:trace contextRef="#ctx0" brushRef="#br0" timeOffset="-195428.148">26373 12404 453 0,'0'0'1357'0,"0"0"-848"0,0 0-12 0,32-77-45 15,-20 60-29-15,1 0-74 0,6 3-71 16,0 1-52-16,5 2-38 0,1 2-40 16,2 4-20-16,2 3-61 0,0 2-15 15,1 0-12-15,-3 8 0 0,-2 3-16 16,-3 3-24-16,-7 4 0 0,-6 0-24 15,-6 3 23-15,-3 3-2 0,-4 0-18 0,-12 5 19 16,-3 0-22-16,-5 2-4 0,-7 6-36 16,-5-1 15-16,-1 3-33 0,-5 1 2 15,2-1-3-15,-2-2-3 0,5-3-13 16,5-5 19-16,8-5 9 16,4-8 28-16,9-4 15 0,5-5 12 0,3-2-12 15,3-1 28-15,3-1 57 0,6 4 42 16,2 1-9-16,2 2 9 0,7 5-10 0,2 0-28 15,2 3 25-15,3 3 15 0,1 2 61 16,1-2-77-16,2-1-33 0,-4-3-34 16,-1-4-18-16,0-1 0 0,-3-3-2 15,-4-2-13-15,1-4 13 0,-3-1-59 16,0-2-64-16,0-2-61 0,-1-5-48 16,2-5-99-16,-4-1-153 0,-4 1-501 15,6-8-810-15</inkml:trace>
  <inkml:trace contextRef="#ctx0" brushRef="#br0" timeOffset="-195095.018">26914 12844 1846 0,'0'0'1563'0,"0"0"-1205"0,0 0-153 0,0 0 142 16,0 0 107-16,0 0-93 16,0 0-132-16,0 0-141 0,0 0-67 0,94 40-9 15,-64-50-12-15,-1-6-15 0,1 1-27 16,1-3-62-16,-5 1-2 0,-4-1 2 15,-4 3-12-15,-5 2 21 0,-4 1 15 16,-6 3 31-16,-3-1 6 0,0 1 43 16,-9 1 22-16,-3 0 30 0,-4-1 34 15,-1 3-22-15,-1 2-15 0,0 3-18 16,0 1-30-16,-1 7 2 0,-1 8 18 16,-2 5 10-16,2 8 5 0,-2 2-2 0,1 9 15 15,2 1-1-15,0 5-17 0,5-2-16 16,1 0-12-16,8-6 9 0,5-4 28 15,9-5-4-15,10-6 1 0,7-3-34 16,4-3-3-16,5-8-51 0,6-2-43 16,5-6-56-16,1 0-14 0,4-9-70 0,1-4-136 15,-13 3-307-15,17-7-869 0</inkml:trace>
  <inkml:trace contextRef="#ctx0" brushRef="#br0" timeOffset="-194577.239">27928 12350 2489 0,'0'0'296'0,"0"0"-241"0,0 0 9 16,0 0 190-16,0 0 128 0,-79 44-89 16,61-19-69-16,-1 6-49 0,3 5-29 15,-2 9 3-15,1 2-10 0,2 6-29 0,-1 3-30 16,3 0-19-16,3-2-9 0,0 1-12 15,7-4-3-15,3-2-7 0,0-10-14 16,10-3-16-16,6-6-52 0,9-7-92 16,5-7-89-16,7-7-70 0,4-3-132 15,-8-5-544-15,20-2-1284 0</inkml:trace>
  <inkml:trace contextRef="#ctx0" brushRef="#br0" timeOffset="-193882.101">28699 12669 2274 0,'0'0'459'0,"0"0"-144"0,0 0-120 0,0 0 34 16,0 0 18-16,0 0-77 0,0 0-29 0,-91 20 10 15,69-3 20-15,2 5-13 16,-2 7-31-16,-1 5 5 0,1 7-9 0,2 1 2 16,0 2 4-16,4-2-29 0,1-5-42 15,6-3-25-15,5-11-14 0,4-8 2 16,0-3-15-16,5-8-6 0,9-3-61 16,3-1-15-16,7-6 18 0,2-8-6 15,3-3-12-15,-1-5-22 0,-3 2 31 16,-2-4 8-16,-4 2 35 0,1 2 5 15,-3 1 19-15,-3-2 0 0,1 3 0 16,-4 4 13-16,-3 1 8 0,1 4 4 16,-5 3 27-16,-1 6-3 0,-2 0-3 0,2 3-25 15,0 6 1-15,2 4 72 0,0 4 4 16,5 5-46-16,-4 1-25 0,1 1-12 16,-1-4 6-16,3-2-21 0,2-5-1 15,0-1-26-15,4-5 3 0,3-3-31 16,2-3-33-16,3-1-44 0,3-4-12 0,1-5-80 15,4-5-82-15,0-2-347 16,-8 4-790-16,10-7-797 0</inkml:trace>
  <inkml:trace contextRef="#ctx0" brushRef="#br0" timeOffset="-193672.296">29102 12778 2353 0,'0'0'805'0,"0"0"-423"16,0 0-155-16,0 0 56 0,0 0 82 0,106 31-96 16,-69-31-124-16,3 0-90 0,2-1-34 15,1-8-21-15,-2-1-24 0,-2-2-127 16,-5-3-95-16,-2 0-134 0,-11 1-245 16,2-5-820-16</inkml:trace>
  <inkml:trace contextRef="#ctx0" brushRef="#br0" timeOffset="-193485.249">29408 12416 2654 0,'0'0'501'16,"0"0"-182"-16,0 0 10 0,-2 67 79 0,2-31-36 16,2 6-104-16,4 6-75 0,-4 2-44 15,4 3-21-15,0-1-18 0,-2-1-50 16,-1-4-60-16,0-1-6 0,-2-7-15 15,-1-3-46-15,3-7-48 0,-1-5-68 16,1-6-40-16,3-6-51 0,0-7-107 16,0-3-283-16,4-7-829 0</inkml:trace>
  <inkml:trace contextRef="#ctx0" brushRef="#br0" timeOffset="-193053.026">29911 12274 2760 0,'0'0'621'0,"0"0"-361"16,0 0-83-16,0 0 128 0,0 0 93 0,0 0-94 15,12 76-86-15,-10-46-57 0,-2 4-8 16,0 2 47-16,-2 5-61 0,-4 1-51 16,-5-1-49-16,-3-1-12 0,-3-1-27 15,-2-2-3-15,2-5-69 0,-2-4-28 16,4-5 9-16,7-5 3 0,-1-7 15 15,8-5 16-15,1-3 20 0,0-3 34 16,3 0-18-16,7-5 9 0,1-4 12 0,6-2 21 16,4-2-21-16,3-1 0 0,4 0-21 15,-3 2-22-15,1 2 16 16,-2 5-7-16,-1 5 13 0,-2 0 21 0,-3 4 27 16,-3 5-7-16,-2 3-18 0,-1-1 11 15,-4 1 26-15,-5 3 1 0,-1 1 6 0,-2-2-1 16,-2 0-8-16,-6 0-4 15,-7-3-12-15,-1 0 1 0,-1-1-7 0,-3 1-1 16,-2-4-14-16,1 1-55 16,-1-2-18-16,3-1-30 0,-4-2-22 0,5 0-15 15,2-3-19-15,3 0-44 0,4 0-97 16,6-6-147-16,3-5-262 0,3 3-98 16,20-12-1277-16</inkml:trace>
  <inkml:trace contextRef="#ctx0" brushRef="#br0" timeOffset="-192853.581">30396 12771 1049 0,'0'0'2439'0,"0"0"-2028"0,0 0-232 15,0 0 182-15,0 0 64 0,0 0-61 16,0 0-188-16,31 75-106 0,-31-66-37 0,0 0-17 16,0-2-16-16,0 4-2 0,-5-2-20 15,-1 1-32-15,-3 0-1 0,0 1-27 16,-1-4-25-16,1 0-5 0,3-3 26 15,3-4-6-15,2 0-55 0,0 0-93 16,1-4-155-16,0-5-226 0,0 1-411 16,1-10-907-16</inkml:trace>
  <inkml:trace contextRef="#ctx0" brushRef="#br0" timeOffset="-192719.094">30454 12525 2999 0,'0'0'748'0,"0"0"-401"15,0 0-64-15,0 0 195 0,0 0-133 16,0 0-220-16,0 0-112 0,82-21-13 16,-57 13-79-16,4-4-140 0,-4 0-137 15,1 1-202-15,-7 0-675 0,3-5-1275 0</inkml:trace>
  <inkml:trace contextRef="#ctx0" brushRef="#br0" timeOffset="-192432.025">30984 12147 1102 0,'0'0'2084'0,"0"0"-1626"15,0 0-155-15,0 0 128 0,0 0-5 0,0 0-71 16,0 0-103-16,48 92-61 0,-35-65-9 16,0 4-31-16,3 3-51 15,1 0-22-15,-3 5-24 0,3 0-5 16,-2 2 2-16,-3 0-24 0,-2 0 0 0,-3 2-24 15,-4-4-2-15,-3 0-1 0,0-1-54 16,-6-4-28-16,-4-2-14 0,-4-1-22 16,-1-3-15-16,-4-1 3 0,-1-3 27 15,0-1-15-15,-3 0 0 0,-1 1 11 0,1 0-30 16,-4-1-55-16,-2-2-103 0,-2-2-242 16,6-8-712-16,-16 5-1305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1:49:27.3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2673 808 3101 0,'0'0'636'0,"0"0"-397"15,0 0-141-15,0 0 49 0,0 0 151 16,0 0 16-16,0 0-79 0,13 76-58 15,-3-41-37-15,0 9-25 0,3 6 4 16,1 8-10-16,-3 7-4 0,-1 9-59 0,-2 4-4 16,-5 12 3-16,0 7-45 15,-3 8-3-15,0 6-15 0,-6 0 15 0,-2-2-30 16,2-7-28-16,0-11 7 0,2-11-49 16,1-18-6-16,3-14-24 0,0-18-13 15,3-16-46-15,4-11-93 0,9-12-134 16,0-18-131-16,-2-1-461 0,9-43-698 0</inkml:trace>
  <inkml:trace contextRef="#ctx0" brushRef="#br0" timeOffset="269.537">3232 1140 3287 0,'0'0'634'0,"0"0"-499"0,0 0-103 15,0 0 120-15,-85 49 25 0,46-15-47 0,-3 4-3 16,-1 4-72-16,3 1-27 0,4-1-27 15,1 3 2-15,6-7-3 0,2 5-1 0,2-1-24 16,5 0-5-16,4-2-4 0,5-4-3 16,4-5 21-16,4-3-2 0,3-4 16 15,0-4-20-15,6 2 8 0,8 2 14 16,2 1 37-16,5 3 12 0,7 1-6 16,2 0 13-16,5 1-16 0,4-2-38 15,2 1 10-15,4-1-10 0,0-3-2 16,4 2-11-16,1-7-5 0,4 1-57 15,0-2-109-15,5-3-60 0,2-1-40 16,1-4-163-16,-15-3-636 0,18-2-774 0</inkml:trace>
  <inkml:trace contextRef="#ctx0" brushRef="#br0" timeOffset="561.493">4787 1681 2327 0,'0'0'1264'0,"0"0"-1118"0,3 67-118 15,-3-32 57-15,0 6 82 0,0 1 68 0,-7 0 35 16,1 0-39-16,2-6-105 0,-2-3-85 16,0-10-41-16,2-3-36 0,3-6-69 15,-1-5-101-15,2-4-82 0,0-5-141 16,0-1-193-16,0-6-505 0,-4-20-980 0</inkml:trace>
  <inkml:trace contextRef="#ctx0" brushRef="#br0" timeOffset="710.117">4611 1246 2466 0,'0'0'1713'15,"0"0"-1467"-15,0 0-209 0,0 0 105 0,0 0 43 0,0 0-44 16,0 0-120-16,92-71-21 0,-59 59-98 16,8 1-182-16,3 0-120 0,-9 3-271 15,17 1-1100-15</inkml:trace>
  <inkml:trace contextRef="#ctx0" brushRef="#br0" timeOffset="999.521">5312 1501 3617 0,'0'0'482'0,"0"0"-323"0,-57 68 126 16,39-45 57-16,2 1-153 0,3-5-115 15,9-3-74-15,4-3-49 0,4 0 15 16,13-1 32-16,3 0-10 0,9-1 0 0,2-2 1 15,5-2 10-15,2 1 2 0,0 1-4 16,-2 0 0-16,-3 4-9 0,-3 2 10 16,-2-1 0-16,-7 3 1 0,-3 0-2 15,-4 1 2-15,-7 1 1 0,-5 1 3 16,-2 0 25-16,-8 0-4 16,-6 3-3-16,-2-4 4 0,-5 0-13 0,-4-6-12 15,-2-1-58-15,-3-4-83 0,-1-1-40 16,0-4-28-16,-4-2-117 0,9-1-351 15,-20-4-945-15</inkml:trace>
  <inkml:trace contextRef="#ctx0" brushRef="#br0" timeOffset="1502.105">7339 1536 372 0,'0'0'1663'0,"0"0"-1035"0,0 0-194 16,-92 16-80-16,65 6 38 0,-1 7-81 15,1 12-74-15,1 6-27 0,3 4 5 16,3 3-25-16,8-2-52 0,5-4-35 16,4-12-51-16,3-10-52 0,7-7-23 0,8-12-17 15,8-7-9-15,6-4 22 0,5-13-22 16,8-11-67-16,1-5-49 0,1-6-38 15,0-3-36-15,-3-1 31 0,-4 4 38 16,0 2 105-16,-9 5 39 0,-2 7-2 16,-6 7-19-16,-7 8 9 0,-3 8 38 15,-4 2 92-15,-2 11 125 0,1 5-6 16,-1 6-37-16,3 5-29 0,0 3-40 16,2 1-4-16,0 4-6 0,3-5-19 15,-1-1-30-15,4-2-46 0,1-6-48 16,4-1-86-16,2-5-57 0,7-2-90 15,1-4-175-15,2-3-129 0,-8-6-661 0</inkml:trace>
  <inkml:trace contextRef="#ctx0" brushRef="#br0" timeOffset="7360.512">8942 1377 1592 0,'0'0'692'0,"0"0"-385"0,0 0 287 16,0 0-168-16,0 0-82 0,0 0-124 15,0 0-67-15,0 0-42 0,0 0-24 16,0 0 30-16,46-10 24 0,-31 34-24 0,0 8-31 16,0 6 21-16,-1 6-52 15,-1 2 21-15,-2 4-37 0,0-1-8 0,-3 1 5 16,0-4-11-16,-1-4-10 0,-3-9 5 15,0-9-19-15,-1-6-2 0,0-10 1 16,0-4-18-16,0-4-6 0,0 0 24 16,2-6 3-16,1-6 45 0,3-4 43 0,4-9-30 15,4-8-34-15,2-5-15 0,-2-8-12 16,3-2-42-16,-1-2-49 0,0 1-37 16,-2 3 4-16,-1 3-23 0,-2 6-18 15,-1 3-28-15,1 6-110 0,1 6-283 16,-6 7-597-16,4 4-991 0</inkml:trace>
  <inkml:trace contextRef="#ctx0" brushRef="#br0" timeOffset="7702.256">9596 1696 2699 0,'0'0'549'0,"0"0"-418"15,0 0 91-15,0 0 106 0,0 0-61 16,0 0-71-16,81 16-32 0,-58-32-56 0,6-7-41 15,1-8-33-15,3-4-34 0,0-5-42 16,-4 0-72-16,-3 2 34 0,-7 6 3 16,-3 5-23-16,-8 6 10 0,-5 7 37 15,-3 5 35-15,-7 3 15 0,-5 3 3 16,-6 2 32-16,-4 1-32 0,-1 0-15 16,-3 2 15-16,2 8 31 0,-1 4-18 15,2 3-10-15,4 4 16 0,-2 5 33 16,2 3 23-16,2 8 2 0,1 2-3 15,3 6 22-15,0 6-7 0,1 1 0 16,5-1 10-16,4-4-11 0,3-6-30 0,0-8-58 16,6-9-41-16,8-7-27 15,4-10-30-15,5-2 3 0,6-5-19 0,2-3-43 16,7-9-32-16,2-6-64 0,3-4-233 16,1-4-168-16,-11 5-163 0,13-15-824 15</inkml:trace>
  <inkml:trace contextRef="#ctx0" brushRef="#br0" timeOffset="7903.182">10255 1487 2315 0,'0'0'632'0,"0"0"-299"16,0 0 39-16,0 0 21 0,0 0-62 15,0 0-68-15,0 0-97 0,0 0-77 16,-85 76-31-16,69-38 31 0,0 7 39 16,4 1 6-16,7 3-31 0,2-1-42 15,3-2-34-15,1-6-1 0,6-7-26 0,5-8-52 16,2-8-36-16,5-10 24 0,3-7-3 15,4-7-12-15,5-11-22 0,4-12-39 16,1-9-87-16,3-7-123 16,0-7-267-16,-9 12-724 0,9-24-454 0</inkml:trace>
  <inkml:trace contextRef="#ctx0" brushRef="#br0" timeOffset="8295.535">10586 1064 2582 0,'0'0'524'0,"0"0"-265"0,0 0 46 15,0 0-19-15,-14 94-10 0,12-49 28 16,1 8-15-16,-2 6-74 0,2 6-72 16,-1 4-70-16,1 6-27 0,1 3-7 15,0 0-8-15,0-6-17 0,0-10-14 16,0-9-36-16,0-12 23 0,0-11-8 16,0-10-31-16,3-7-48 0,-2-7-16 0,1-6-22 15,-2 0-6-15,0-3-47 0,0-6-63 16,-5-5-103-16,-1-5-125 0,-2-5-126 15,-4-2-99-15,-1-7 155 0,-2 0 116 16,-3-3-17-16,-5-2 453 0,0 5 3 16,0 1 574-16,4 7 18 0,2 8-25 15,10 8-3-15,2 4-47 0,5 5-139 0,0 0-108 16,0 0-61-16,0 2-55 0,8 2-36 16,3 0 8-16,4 3 11 0,1-4-17 15,4 2-35-15,1-2-42 0,1-1-37 16,0-2-9-16,0 0-30 0,1-5-47 15,1-2-85-15,0 0-68 0,1-2-56 16,-1 0-142-16,-1 2-305 0,-5-1-477 16,7 3-154-16</inkml:trace>
  <inkml:trace contextRef="#ctx0" brushRef="#br0" timeOffset="8520.035">10788 1615 157 0,'0'0'1550'16,"0"0"-762"-16,0 0-141 0,11 79-97 16,-9-49-128-16,-1 3-74 0,-1-2-55 15,2-5-51-15,2-2-77 0,1-7-62 16,3-6-60-16,5-6-19 0,2-3-23 15,5-2 30-15,3-10-4 0,0-8 10 16,4-6-37-16,1-6-43 0,-4-3-51 0,-2-1-22 16,-6 2 31-16,-4 4 20 0,-3 5 10 15,-6 3-12-15,-3 6 0 0,-1 2 67 16,-11 0 19-16,-5 6-18 0,-5-1 20 16,2 6-9-16,-3 1-10 0,0 5 19 0,0 7-2 15,3 3-19-15,-2 1-22 16,2 5-8-16,4-4 11 0,-3 1 4 0,5 0-47 15,-2-2-119-15,3-4-210 0,6-4-406 16,-2-5-759-16</inkml:trace>
  <inkml:trace contextRef="#ctx0" brushRef="#br0" timeOffset="8761.417">11062 1520 1387 0,'0'0'1163'0,"0"0"-1047"0,91 13 16 0,-57 0 272 16,1 4 29-16,-2 3-253 0,-7 0-51 15,-3 4 16-15,-3 0 79 0,-2 3 2 0,-6 2-130 16,-4 0-41-16,-8 1-12 0,0 0 10 16,-6 0 2-16,-6-1 0 0,2-7-18 0,3-5 9 15,1-8-1-15,2-4 4 0,4-5-3 16,0-1 30-16,0-10-60 0,4-1-16 16,0-7-46-16,5-4 22 0,0-6-19 15,5-1-9-15,1-1-18 16,2 2 2-16,0 1-36 0,6 0-68 0,3-1-104 15,2 4-127-15,-5 6-300 0,10-8-1084 16</inkml:trace>
  <inkml:trace contextRef="#ctx0" brushRef="#br0" timeOffset="9204.659">13053 1433 2402 0,'0'0'429'0,"0"0"-98"0,0 0 16 16,0 0-6-16,0 0-89 0,-77-35-15 15,56 35-30-15,-2 2-52 0,-1 9-42 16,-3 2-36-16,-2 5-22 0,0 4-9 16,3 2-3-16,1 1-13 0,5-4-5 0,7-2-25 15,5-3-25-15,6-3-30 0,2-1-46 16,9-1 12-16,5 3 28 0,6-2 36 16,2-1 13-16,4 2 11 0,0-4-8 15,1 1 9-15,-2 1 1 16,1-1 11-16,-3 3-9 0,0 0 43 0,-4 1 59 15,-3 0-23-15,-4 1-8 0,-4-1 14 16,-4 2 16-16,0 1-1 0,-2-1-45 16,-2 1-12-16,-2-1 2 0,-11-1-20 0,-2 1-28 15,-4-4-122-15,-3-1-42 0,4-5 5 16,1-3-9-16,5-3-53 0,3-3-125 16,3-3-386-16,3-17-835 0</inkml:trace>
  <inkml:trace contextRef="#ctx0" brushRef="#br0" timeOffset="9437.012">13369 1463 2805 0,'0'0'582'0,"0"0"-290"0,0 102 168 16,0-51 14-16,-1 11-72 0,-2 5-103 15,0 7-53-15,-2 3-110 0,3 4-60 16,-4 2-34-16,-1 1-42 0,-2-4-2 15,0-3-37-15,-2-5-49 0,2-10-9 16,3-9 6-16,1-12-6 0,3-12 24 0,2-11-9 16,0-12-43-16,0-6-25 0,0-13-49 15,6-14-112-15,1-11-251 16,1 7-482-16,4-38-438 0</inkml:trace>
  <inkml:trace contextRef="#ctx0" brushRef="#br0" timeOffset="9695.196">13216 1510 3029 0,'0'0'590'0,"0"0"-464"0,0 0-113 16,0 0 44-16,0 0 24 0,52-72-15 0,-29 62 10 15,2 5-3-15,7 3-2 0,-1 2-24 16,1 0 31-16,-2 5-25 0,-4 2-16 0,-4 5 9 16,-4 2 16-16,-6 2 18 15,-5 3-6-15,-4 3-18 0,-3 6-7 0,-6 5-6 16,-8 3-9-16,-8 4-32 0,-4 3-2 15,-4 1-11-15,-2-2-20 16,4-7-12-16,2-7-22 0,8-8-27 0,4-9-4 16,10-8-6-16,4-3-97 0,3-10-200 15,6 1-367-15,18-18-831 0</inkml:trace>
  <inkml:trace contextRef="#ctx0" brushRef="#br0" timeOffset="10011.017">14015 1475 2639 0,'0'0'1026'16,"0"0"-739"-16,0 0-83 0,0 0 101 16,-104 31-6-16,69-7 7 0,-2 9-22 15,4 3-99-15,1 4-61 0,6 1-24 0,6-2-16 16,3-6-32-16,8-5-52 0,6-9-15 16,3-5-19-16,3-8-47 0,7-5-13 15,7-1 12-15,4-7 43 0,5-5-7 16,5-7-8-16,1-8-62 0,0-1-45 15,-3 0 24-15,-1 2 33 0,-5 3 27 16,0 4 43-16,-7 4 4 0,-3 6 8 0,-3 4 22 16,-7 4 12-16,0 1 77 0,-3 6 58 15,2 6 3-15,-2 2-16 0,1 8-28 16,-1 1-27-16,0 3 0 0,0 1-3 16,0-3 3-16,0-1-43 0,2-2-36 15,-1-7-1-15,4-2-39 0,-2-4-50 16,2-4-25-16,1-4-53 0,4 0-39 15,3-7-37-15,0-3-203 0,-1-1-683 16,9-9-997-16</inkml:trace>
  <inkml:trace contextRef="#ctx0" brushRef="#br0" timeOffset="10453.554">14457 1658 691 0,'0'0'2830'0,"0"0"-2332"16,0 0-232-16,-39 75 152 0,32-56-23 0,3-5-73 15,2-7-146-15,2-4-160 0,2-3-16 16,9 0-70-16,5-9-33 0,4-6-31 16,8-6-64-16,2-6-19 0,2-1-88 15,-2-2-182-15,-3 4-125 0,-4 4 59 16,-4 4 54-16,-5 3 463 0,-3 3 36 16,-7 5 42-16,-4 5 62 0,0 2 276 15,-3 1 121-15,-3 10-42 0,-4 3-95 16,0 3-135-16,-1 3-53 0,0 0-4 15,4-1 15-15,2-1-31 0,2-6-83 16,3-3-73-16,1-6-3 0,9-3-27 0,3 0 2 16,7-3 28-16,6-8 0 0,6-5-21 15,1-1-19-15,-3-5-27 0,-2 2-46 16,-9 1 6-16,-5 5 65 0,-8 1 42 16,-5 4 1-16,-1 3 20 0,-7 2 44 15,-7 4-1-15,-4 0 43 0,-2 3-43 0,-2 6-30 16,2 6-19-16,0 4 18 0,1 4 7 15,2 3-9-15,0 2-31 0,4-3-2 16,1 2-10-16,7-5-49 0,0-1-21 16,5-3-43-16,2-3-53 0,9 1-13 15,9-4 3-15,5 0 39 0,5-4-293 16,-4-2-334-16,11-6-1432 0</inkml:trace>
  <inkml:trace contextRef="#ctx0" brushRef="#br0" timeOffset="10820.356">15738 1346 3768 0,'0'0'627'0,"0"0"-383"0,0 0 87 15,0 0-71-15,0 0-56 0,0 0 23 16,0 0-43-16,-54 98-99 0,42-59-40 15,5 2 19-15,4-2 14 0,3-7 19 16,0-7-73-16,4-4-24 0,6-4-43 16,4-5 4-16,1-1-12 0,1-4-6 15,1-4 6-15,3-3 5 0,-1 0 10 16,0-9-34-16,0-3-14 0,-5-1-16 16,-1-2 3-16,-1 0 12 0,-4-2 6 0,0 1 0 15,-4-3-3-15,-4 0 3 0,0 2 9 16,-3 1 52-16,-9-1 18 15,-5 3 49-15,1 2-12 0,-2 3 18 0,2 2 3 16,1 4-25-16,2 3-33 0,3 0-12 16,-1 0-16-16,1 3-8 0,-2 3-16 15,2 1-3-15,1 3-9 0,-1-3-98 0,0 1-217 16,3 1-323-16,0-1-547 16,-2-1-689-16</inkml:trace>
  <inkml:trace contextRef="#ctx0" brushRef="#br0" timeOffset="11404.102">15997 1338 2199 0,'0'0'542'0,"0"0"-192"0,0 0-123 16,0 0 5-16,0 0-7 0,0 0 39 0,0 0 70 15,18 78-87-15,-15-42-84 0,1 6 15 16,1 0-13-16,-4-3-43 0,5-4-28 16,-2-7-21-16,2-4-30 0,1-10-16 15,4-5-27-15,0-8 0 0,3-1 15 16,6-9-12-16,5-8 31 0,4-5-34 16,1-8-24-16,0-1-55 0,-3-2 0 0,-5 2 27 15,-2 5 28-15,-5-2-4 0,-2 4-17 16,-5-2-35-16,1-2-21 0,0 1-51 15,-1-3-144-15,-2 4-315 0,-1 7-671 16,0 4-1065-16</inkml:trace>
  <inkml:trace contextRef="#ctx0" brushRef="#br0" timeOffset="11745.186">16403 1477 3146 0,'0'0'748'0,"0"0"-616"16,0 0-100-16,0 0 109 0,0 0-4 15,0 0 27-15,90-41-25 0,-59 22-111 16,2-4-28-16,-2-1-50 0,0 2-5 16,-6 0 8-16,-4 1 10 0,-4 3 19 15,-7 4 18-15,-4 4 25 0,-6 2 49 0,0 5 31 16,-10 2-13-16,-3 1 9 0,-3 0 25 16,-2 5-68-16,-4 5-58 0,0 6 0 15,-1 2 27-15,4 3 1 0,-1 4-7 16,2 0-3-16,2 3 16 0,0-1 30 15,6-1-3-15,2-1-37 0,3-3-24 16,1-5-1-16,4-4-32 0,0-5-10 16,5-3-70-16,2-3-6 0,1-2 0 15,0 0 8-15,4 0-27 0,-1-8-13 16,5-3-29-16,-1-3-114 0,2-2-208 16,2-1-201-16,2 0-293 0,4-3 215 15,-6 5 380-15,12-9-105 0</inkml:trace>
  <inkml:trace contextRef="#ctx0" brushRef="#br0" timeOffset="11904.733">16865 1276 23 0,'0'0'610'0,"0"0"-174"0,0 0 352 0,0 0-108 16,0 0-371-16,87 72-61 0,-79-43-69 16,-5 3 104-16,-3 1-34 0,0 2-26 15,-3-1-28-15,-5-3-9 0,5-3-13 16,-1-3-12-16,-1-7-75 0,2-4-22 16,0-6-15-16,3-2 6 0,0-3-12 15,0-3 6-15,0 0 42 0,6-6-57 16,0-1-34-16,5-7-64 0,1-2 18 15,7-6 15-15,1-2 1 0,5-4-77 0,3 0-59 16,0 0-19-16,3 2-59 16,1 2-119-16,1 5-25 0,-7 5-790 0,15-3-338 15</inkml:trace>
  <inkml:trace contextRef="#ctx0" brushRef="#br0" timeOffset="12950.624">19073 1860 4382 0,'0'0'604'0,"0"0"-421"16,0 0-83-16,0 0 62 0,0 0-23 15,0 0-27-15,0 0-43 0,0 0-69 16,0 0-167-16,0 0-118 0,0 0-26 0,9-14-212 16,-21 12-992-16</inkml:trace>
  <inkml:trace contextRef="#ctx0" brushRef="#br0" timeOffset="17669.832">18221 946 2229 0,'0'0'1441'16,"0"0"-1095"-16,0 0-177 0,0 0 61 0,0 0 91 15,0 0-97-15,0 0-47 0,0 0-36 16,0 0-47-16,39 0 27 0,-5 2 85 16,6 2-58-16,7-1-51 0,1-2-27 15,2-1-19-15,-1 0-15 0,-2 0-21 16,-3-5 18-16,-1-2-30 0,-4-1-1 15,-1-1-2-15,-4-3-21 0,-6 0-30 16,-4 1-64-16,-4 1-57 0,-6 1-13 16,-5-1-30-16,-6 4-101 0,-3 1-250 0,-3-1-425 15,-6 4-734-15,-16-2-43 0</inkml:trace>
  <inkml:trace contextRef="#ctx0" brushRef="#br0" timeOffset="17889.546">18275 1005 1337 0,'0'0'352'0,"0"0"901"0,-10 77-869 0,10-39-83 16,4 5 87-16,7 4-41 0,0 1-51 15,0 2-22-15,1 0-82 0,-1 3-39 16,-1 0-29-16,2 3-21 0,-5 1-9 16,-1-2-30-16,-2-1-34 0,-4-2-20 15,2-5-10-15,-2-6-12 0,1-4-24 16,1-9-52-16,-2-8-33 0,1-5-71 15,2-9-64-15,-2-6-54 0,2 0-148 0,1-13-288 16,-1 1-526-16,0-16-623 0</inkml:trace>
  <inkml:trace contextRef="#ctx0" brushRef="#br0" timeOffset="18104.873">18325 1444 1334 0,'0'0'78'0,"0"0"1163"16,0 0-823-16,0 0-89 0,0 0 82 0,0 0-90 15,0 0-41-15,0 0-17 0,0 0-33 16,98-23-40-16,-64 18-47 0,2-3-3 16,2-1-6-16,3 0-31 0,1 0-34 15,1-1-43-15,-1 3-26 0,2 1-2 16,-2 2-28-16,-2 0-12 0,3 0-95 16,-2 0-60-16,-1 1-7 0,3 2-32 15,-4-3-167-15,0 2-377 0,-5 0-744 16,-11-1-569-16,-3 3 2031 0</inkml:trace>
  <inkml:trace contextRef="#ctx0" brushRef="#br0" timeOffset="20637.593">10132 3348 1368 0,'0'0'452'0,"0"0"788"0,0 0-831 0,0 0-1 16,0 0-41-16,0 0-61 0,0 0-50 16,0 0-72-16,0 0-80 0,0 0-52 15,0 0 24-15,20 61 49 0,-8-19 42 16,5 9-10-16,-1 10-45 0,3 5-12 15,-5 9-25-15,-2 6-29 0,-4 7-22 16,-5 5 12-16,-3 4-33 0,-3 3 15 16,-5-2-18-16,-4 0-3 0,-1-4-21 15,-1-5 3-15,5-9-6 0,2-8 2 0,3-7-47 16,4-14-19-16,0-10-5 0,1-11-7 16,6-13-22-16,4-14-30 0,3-4 12 15,3-15-30-15,5-12-159 16,1-8-210-16,-6 5-492 0,11-28-497 0</inkml:trace>
  <inkml:trace contextRef="#ctx0" brushRef="#br0" timeOffset="20967.797">10759 3850 368 0,'0'0'1989'0,"0"0"-1360"0,0 0-182 15,0 0-80-15,0 0-18 0,0 0-63 0,0 0-91 16,0 0-149-16,0 0-46 0,0 0-40 15,-104 46 18-15,71-21 20 0,-1 4 2 16,-1 3-1-16,-2 0-1 0,1 3-1 16,-2-2-19-16,2 1 20 0,1-1-1 15,2-1 0-15,3-2 3 0,3 0 0 16,2 0-2-16,2 6-10 0,6-1-4 16,1 3-8-16,7 0 2 0,5-2-9 15,4-2 3-15,6-6 28 0,7-2 10 0,11-5 45 16,4-2 19-16,3-3-3 0,6-3 12 15,3-2 0-15,2-2 6 0,-2-4 9 16,4 1-37-16,-2 0-21 0,0-2-19 16,1 1-20-16,-5-1-1 0,-2 1-1 15,-1 1-23-15,-1 0-25 0,3 4-61 16,-3-1 30-16,-3 0 31 0,1-4-114 16,0 1-124-16,-1 0-95 0,4-4-154 15,-9-1-46-15,9-1-1090 0</inkml:trace>
  <inkml:trace contextRef="#ctx0" brushRef="#br0" timeOffset="21519.965">11823 4248 1623 0,'0'0'1190'0,"0"0"-547"16,0 0-263-16,0 0-138 0,0 0 42 0,0 0-6 0,0 0-78 15,0 0-69-15,0 0-63 16,0 0 2-16,73 0-3 0,-42 0-18 0,3 0-16 15,3 6-5-15,5 0-1 0,3 1 3 16,7-3 16-16,8-1-6 0,5-3-1 16,5 0 4-16,4-7-1 0,0-5-9 15,4-2 1-15,0-3-34 0,1-2-3 16,-3-2-22-16,2 1-2 0,-4-2 0 16,-1 3-43-16,-5 6 12 0,-6-2 25 15,-8 2-89-15,-9 4-42 0,-6 0 72 16,-10 2 34-16,-5 1-62 0,-6-1-67 15,-7 2-85-15,-5-2-119 0,-4 1-165 0,-2 0-252 16,0-1-932-16</inkml:trace>
  <inkml:trace contextRef="#ctx0" brushRef="#br0" timeOffset="21816.558">13091 3789 414 0,'0'0'274'0,"0"0"915"0,0 0-770 16,0 0-51-16,0 0-62 0,0 0-9 16,91 5-7-16,-61 2-35 0,5 1-50 15,1 0-48-15,-2 4-45 0,4 1-28 16,-5 2 6-16,-3 1 3 0,0 2-4 16,-5 0-18-16,-2 1-37 0,-4 1-16 15,-5 3-18-15,-4 1-1 0,-1 4 1 0,-6 5 3 16,-3 3 9-16,-2 6-12 15,-13-3-6-15,-10 5-89 0,-7 0 33 16,-5 4 10-16,-1-6-1 0,4-1-46 0,2-8-28 16,6-7-29-16,7-11-17 0,6-9-63 15,9-6-189-15,4-19-804 0,0 0-777 16,24-25 1946-16</inkml:trace>
  <inkml:trace contextRef="#ctx0" brushRef="#br0" timeOffset="22212.854">14306 3063 342 0,'0'0'1910'16,"0"0"-1502"-16,0 0-103 0,0 0-45 0,0 0 124 15,0 0-12-15,0 0-127 0,0 0-18 16,23 69 4-16,-12-32-50 0,-2 7-9 16,4 6 35-16,1 4-31 0,1 5-36 15,2 3-4-15,1 4-15 0,0 7-36 16,1 5-13-16,-5 5-35 0,-3 6 2 15,-3 1-21-15,-4 0 3 0,-2-1-19 16,-1-1-1-16,-1-6-1 0,3-9-36 16,2-8 9-16,0-9-13 0,4-13-2 15,0-10-18-15,-1-8-25 0,0-10-18 16,3-6-30-16,-2-9-43 0,2 0 18 16,2-12-13-16,3-7-111 0,1-6-119 0,-1-6-238 15,-3 6-649-15,2-16-971 0</inkml:trace>
  <inkml:trace contextRef="#ctx0" brushRef="#br0" timeOffset="22580.244">15169 3567 3661 0,'0'0'610'0,"0"0"-369"15,0 0-96-15,0 0 18 0,0 0 91 16,0 0-77-16,0 0-40 0,0 0-64 15,-101 26-49-15,67-9-6 0,-2 2 7 16,-3 7-25-16,-3 5 1 0,-1 4-2 16,-3 4 1-16,2 4-12 0,2-4-19 0,4 3 13 15,5-6 15-15,5-3-9 0,8-5-6 16,3-2-4-16,5-7-14 0,8-3 21 16,2-1 13-16,2 1-7 0,5-1 9 15,5 1 21-15,4 3-18 0,2 0 33 16,3 0-5-16,1 2-13 0,3 0-3 15,3-1 9-15,3 0 4 0,2 1-13 0,7 0 9 16,5-2-21-16,3 0 0 0,3-2 30 16,3-1-33-16,3-2-24 0,1-2 9 15,0-4-27-15,0 0-59 0,-3-3-20 16,-5-1-34-16,-4 0-26 0,-3-2-49 16,-5 1-209-16,-7-1-647 0,-10 1-801 15</inkml:trace>
  <inkml:trace contextRef="#ctx0" brushRef="#br0" timeOffset="24306.333">6431 4128 2462 0,'0'0'563'0,"0"0"-148"0,0 0-41 16,0 0-13-16,0 0-41 0,0 0-89 15,0 0-47-15,51-71-25 0,-40 65-25 16,-2 1-15-16,1 4-31 0,2 1-3 15,-1 1 9-15,2 6 9 0,0 3-39 16,0 3-28-16,0 3-12 0,0 2-3 16,1 1-2-16,-3 0-7 0,0 0-1 15,-1 2-10-15,0 2-2 0,-2 1 1 16,0 2-1-16,-2 3 1 0,-3 2-12 16,0-1 9-16,-2-1-28 0,-1-3-20 0,0-2 3 15,0-1-1-15,0-8-5 0,0-1-13 16,0-7-3-16,0-1 0 0,0-6 31 0,0 0 15 15,2 0-19-15,0-10 20 16,3-2 23-16,2-5 0 0,-1-5-13 16,2-3 10-16,0-4-40 0,-3-3-3 0,2 0-9 15,-1 1 55-15,-1 0 0 0,-1 3 19 16,3-2-7-16,0 4 1 0,0-5-12 16,2 1-1-16,0-4 2 0,2-1-2 15,-1 4-1-15,3 0-17 0,-1 4 18 16,-2 8 3-16,0 6 64 0,-3 6-6 15,-1 4-25-15,-3 3-34 0,4 4 0 0,-1 6 44 16,1 5-4-16,0 6 1 0,1 2-4 16,-1 2-2-16,-2 2 2 0,0 0-5 15,-1 1-10-15,-2 1-22 0,-1 1 1 16,-1-1-2-16,0-3-1 0,0-3-12 16,0-7-3-16,1-3-4 0,1-4-2 15,-2-4-12-15,0-3-7 0,3-2-5 16,-2 0 18-16,2 0 2 0,4-4 25 15,-1-4 3-15,4-3 19 0,2-6-7 16,5-3-12-16,0-3-3 0,-1-1-2 0,3-2-1 16,0 3-22-16,1 0-2 15,-2 7 6-15,0 3 21 0,-1 6 0 0,-1 2 18 16,-2 5-6-16,1 0 6 0,-1 6-5 0,1 5 11 16,0 6 6-16,-2 1 10 15,1 4-4-15,-2-1-18 0,-4 3-6 0,-1-1 0 16,0 1 4-16,-3-2-1 0,-2 2-13 15,1-2 0-15,-2 2-1 0,2-5-1 16,0-1-3-16,-2-1-28 0,2-2-90 16,0-1-31-16,0-4-46 0,3-1-25 15,-1-2-109-15,4 0-177 0,-3-3-244 16,7-4-668-16</inkml:trace>
  <inkml:trace contextRef="#ctx0" brushRef="#br0" timeOffset="25628.578">7669 4567 78 0,'0'0'242'0,"0"0"-154"0,0 0-13 16,0 0 0-16,0 0-72 0,0 0-2 16,0 0-1-16,0 0-20 0,0 0-19 15,0 0-163-15,-7 2-52 0,7-2 207 16</inkml:trace>
  <inkml:trace contextRef="#ctx0" brushRef="#br0" timeOffset="26151.493">7638 4314 222 0,'0'0'120'16,"0"0"76"-16,0 0 1474 0,0 0-1172 16,0 0-132-16,0 0-62 0,0 0 3 15,0 0-64-15,0 0-82 0,0 0-30 0,0 0-4 16,13-47-21-16,-12 47-35 0,5 7-40 16,-2 5 24-16,6 5 96 0,-2 6-31 15,-3 3-32-15,1 4-17 0,-5 5-4 0,-1 2-9 16,-4 4-15-16,-6 0-10 15,-3 4-3-15,-3-3-11 0,-3-2-19 0,-1-2-2 16,0-7-8-16,3-2 10 0,1-6 0 16,3-6-1-16,3-4-21 0,0-5-30 15,4-3 7-15,3-4 2 0,0-1 6 16,2 0 4-16,-1-1 2 0,2-6-24 16,-1-3-6-16,-1-4 0 0,2-3 18 15,0-2 24-15,0-3-2 0,0 2-4 16,2 1 24-16,-1 2 1 0,1 3 3 15,-1 3 28-15,1 1-31 0,-1 2-12 0,2 3 12 16,0 0 2-16,0 4-1 0,1 1 10 16,5 0-11-16,2 0 2 0,3 0 13 15,4 8 7-15,4 1 12 0,0 3 6 16,3 3-7-16,3 1-11 0,-1 3-19 16,0 2 12-16,1-1 37 0,-1-1-50 15,-4 0-2-15,0-2 12 0,-1-3-12 0,-1-2-3 16,-3 0-9-16,-1-2 0 0,-1-2-25 15,-2 0-82-15,1-3-47 0,-1-3-32 16,-1 0-119-16,-4-2-342 0,8 0-812 0</inkml:trace>
  <inkml:trace contextRef="#ctx0" brushRef="#br0" timeOffset="26451.42">8710 4121 1573 0,'0'0'2022'0,"0"0"-1716"16,0 0-92-16,0 0 97 0,0 0 13 16,78 36-91-16,-67-29-65 0,-4-1-101 15,1 1-64-15,-2 0-3 0,-1-2-31 16,2 2-167-16,-4 2-69 0,0 0-104 16,-3 1-398-16,0 0-1052 0</inkml:trace>
  <inkml:trace contextRef="#ctx0" brushRef="#br0" timeOffset="26620.975">8708 4382 1721 0,'0'0'1193'0,"0"0"-691"15,0 0-176-15,0 0 14 0,0 0 21 0,0 0-117 16,0 0-106-16,0 0-21 0,0 0-56 16,0 0-61-16,73 22-25 0,-55-16-95 15,1-5-110-15,0 6-77 0,1 3-144 16,-3-2-555-16,-4 2-1175 0,-1 3 1515 0</inkml:trace>
  <inkml:trace contextRef="#ctx0" brushRef="#br0" timeOffset="29636.576">10430 5550 447 0,'0'0'45'0,"0"0"27"15,0 0-7-15,0 0 988 0,0 0-647 16,0 0-111-16,0 0-62 0,0 0 31 0,0 0 18 15,0 0-30-15,0 0-21 0,0-27-35 16,0 27-27-16,0 0-11 0,0 0-9 16,-1 0-12-16,1 0-11 0,0 1-33 0,0 4-22 15,0 2-28-15,0 7-7 0,1 3 32 16,2 9-4-16,2 3 16 0,-1 5-1 16,2 2-18-16,-2 7 3 15,3 6-9-15,-2 2-7 0,-1 5 1 0,-4 5 0 16,0 0-31-16,0-1 3 0,0-2-21 15,-3-10-10-15,0-6 10 0,3-11 1 16,0-7 1-16,0-8-1 0,0-5-1 16,0-3-3-16,0-3 0 0,0-3-9 15,0-1-3-15,0 1 12 0,0-2 0 16,0 0-43-16,0 0-3 0,0 0 7 16,0 0-7-16,0 0 0 0,0 0 16 15,0 0 9-15,-1-3-1 0,1-1 1 0,-2-1-10 16,-2-5-30-16,0-3 21 0,1-4-6 15,2 0-3-15,-2-6 0 0,1 0-3 16,1-1-1-16,1 2 19 0,0-2-6 16,0 5 40-16,0 3 1 0,0 0 1 15,0 4 1-15,3 0 15 0,0 4 1 16,1-3 24-16,0-1-22 0,3 2 10 0,-2-1-3 16,0 1-13-16,3-1 19 0,0 1 5 15,2-1-20-15,-1 0-14 0,4-1 10 16,-2 0 7-16,3 1 2 0,0 1 3 15,-3 3-5-15,4 0 8 0,-4 2 4 16,0 3-28-16,1 0 12 0,-4 2 1 16,0 0-13-16,2 3 18 0,-4 3-18 15,1 0 22-15,-1 1 2 0,-1 4 3 0,-4-1-8 16,3 1-20-16,-4 3-1 0,0 0-1 16,-4 1-25-16,-2 0-8 15,-3 3-7-15,1-1 0 0,-5 1-8 0,0-5-1 16,-1 1-3-16,-1-2-10 0,1-1 13 0,1-4 3 15,1-1 6-15,2-2-3 0,3 0 6 16,1-3 37-16,2-1 0 16,2 0 11-16,1 0-11 0,-1 0 0 0,2-3 12 15,0 0 22-15,0-2-18 0,0 1 15 16,0 1-16-16,0-1 0 0,0 2 16 16,0 2 9-16,0 0-9 0,0 0-19 15,0 0-10-15,0 0-2 0,2 0-12 16,2 5 12-16,3 0 24 0,4 3 13 15,1 1-12-15,0 2-4 0,7 1 16 16,-2 1 12-16,6 1 3 0,0 0-16 16,6 0-18-16,0 3 37 0,-2-1-9 0,2-3-44 15,-3-1 1-15,-2-1-3 0,1-4-1 16,-4 0-17-16,1-1-13 0,-3-1-33 16,-2-2-24-16,-1 0-19 0,1-3-25 15,-2 0-25-15,0 0-53 0,-3 0-215 16,-2 0-382-16,7-11-912 0</inkml:trace>
  <inkml:trace contextRef="#ctx0" brushRef="#br0" timeOffset="30110.378">12157 5631 2785 0,'0'0'494'0,"0"0"-50"15,0 0-117-15,59 86-30 0,-41-46-40 16,-1 4-32-16,-1 3-39 0,-1 3-33 16,-3 2-56-16,-1-2-5 0,0 0-4 15,0-3-49-15,-1-6-39 0,2-5 0 0,-1-6-1 16,2-6-11-16,0-10-67 0,-4-2-21 16,-2-6-28-16,0-2-31 15,-2-4 3-15,-2 0-62 0,-2-5-201 0,1-2-372 16,-2-3-799-16,0-4-169 0</inkml:trace>
  <inkml:trace contextRef="#ctx0" brushRef="#br0" timeOffset="30318.628">12359 5966 1596 0,'0'0'1081'0,"0"0"-599"0,0 0-167 0,0 0-90 16,0 0 89-16,0 0-22 0,0 0-32 15,0 0-48-15,0 0-25 0,0 0 24 16,82-5-34-16,-46 5-35 0,7 0-20 15,6-5-35-15,5-7-29 0,5-3-31 16,1-3-27-16,1-1-1 0,-1-4-17 0,-1-1-24 16,-4-2-61-16,-3-1-67 0,-3 0-34 15,-9 3-61-15,-5 0-172 16,-9 4-564-16,-13 5-537 0,-5 0-432 0</inkml:trace>
  <inkml:trace contextRef="#ctx0" brushRef="#br0" timeOffset="30552.506">13023 5638 1079 0,'0'0'1014'0,"0"0"110"0,0 0-891 16,0 0-135-16,0 0 64 0,0 0 105 16,0 0-4-16,0 0-58 0,95 12-50 15,-69-1-38-15,2 1-28 0,-1 1-21 16,-4 3-13-16,0-2-9 0,-1 0 2 16,-5 2-14-16,0-2-19 0,-5 1-13 15,1-2-2-15,-4 2-15 0,-4-1-55 16,0 4-16-16,-5 1-18 0,0 0-7 0,-10 5-18 15,-4 0-17-15,-6 2-15 16,-3 0 33-16,-1 0 39 0,-1-2-11 0,-1-3 31 16,2-5 31-16,1-4-12 0,0-6-118 15,5-5-386-15,4-1-811 0,-5-6-241 16</inkml:trace>
  <inkml:trace contextRef="#ctx0" brushRef="#br0" timeOffset="31189.706">14247 5373 170 0,'0'0'1638'0,"0"0"-1019"0,0 0-200 15,0 0-63-15,0 0 36 0,90 25-52 16,-71-1-51-16,0 2-47 0,-4 8-38 16,-1 1-44-16,-6 5-26 0,-2 0-30 15,-3-2-18-15,-3-2-13 0,0 0-6 16,0-2 0-16,-6 0-16 0,-2-2-23 16,-5-1-13-16,-2 0 0 0,-2-2-15 0,-2-3-1 15,-1-3 0-15,-1-2-11 0,-3-4-40 16,0-2-27-16,-3-2-6 0,-1-3 6 15,1-3 3-15,1-3 17 0,0-4 1 16,6 0 0-16,1-5 12 0,6-7 3 16,3-3-9-16,4-6-40 0,6-6-7 0,0-3-15 15,2-2 24-15,6 1-31 0,4 6-1 16,1 4 24-16,3 7 14 0,0 8 84 16,2 3 15-16,2 3 99 0,1 5 2 15,2 7-4-15,3 2 6 0,1 2 2 16,0 2 10-16,2 3-10 0,1-2-25 15,-1 0-31-15,3-1-24 0,-2 0-40 16,2-2-6-16,1 0-43 0,0-2-83 0,3-2-22 16,-1-4-22-16,-2-3 0 0,0 0-52 15,-2-4-119-15,-10 0-308 0,6-1-1185 0</inkml:trace>
  <inkml:trace contextRef="#ctx0" brushRef="#br0" timeOffset="31989.323">14910 5217 2219 0,'0'0'436'15,"0"0"-85"-15,0 0-15 0,0 0 35 16,0 0-25-16,37 100-74 0,-25-57-96 16,-4 7-25-16,0 4 9 0,1 1 30 0,-3 4-40 15,-1 1-50-15,-2-1-42 16,-3 1-3-16,0 0-19 0,0-3-18 0,-3-3-15 16,-2-7-3-16,-1-8-1 0,3-7-2 15,0-8 0-15,0-6 0 0,1-5-9 16,1-5 0-16,-1-3-36 0,2-4-44 15,-1-1-27-15,-1 0-12 0,2-2 24 16,0-8 24-16,0-4 0 0,3-3 13 16,3-8 23-16,2-6 44 0,0-4-46 15,1-2 47-15,-1-4 2 0,1-1 0 16,-4 1 43-16,4 3-28 0,-3 1 4 0,2 3-16 16,1 11 31-16,-1 3 9 15,0 8-6-15,2 5 9 0,-3 3-28 0,4 4 7 16,0 0 2-16,1 0-11 0,-1 5-5 15,3 4-10-15,-3-1 1 0,-3 1 20 16,1 1 2-16,-3-1 0 0,-3 2-5 16,-3 0 2-16,0 1-21 0,-5 0-14 0,-5 0-23 15,-4 2-18-15,1 0-18 0,-5-2 2 16,5-2 6-16,-2 0 10 0,3-4 9 16,2-1 33-16,4-1 13 0,2-1-1 15,1-2-1-15,2 1-35 0,1 0-1 16,0-2 38-16,0 6 50 0,1-1 33 15,6 2-6-15,2-1 3 0,2 3 3 16,4 0-13-16,4-1-12 0,5 3-24 0,3-3 2 16,5 3 10-16,1-4-29 15,3 2-16-15,2-1 0 0,-1-1 2 0,2 0 0 16,-1-1-3-16,-5 1 0 16,-3 1-19-16,-4-2-20 0,-3 1-62 0,-6-3-40 15,-1 3-43-15,-1-2-23 0,-4 1-114 16,1-2-233-16,-4-1-481 0,-3-2-470 0</inkml:trace>
  <inkml:trace contextRef="#ctx0" brushRef="#br0" timeOffset="33588.416">19467 3851 385 0,'0'0'72'0,"0"0"2078"16,0 0-1716-16,0 0-181 0,0 0-56 0,0 0 44 16,44-78-24-16,-31 62-47 0,-1 1-33 15,1-1-16-15,1-1-3 0,0 2 12 16,1-3 5-16,2 1-15 0,-1 0-22 16,1 3-13-16,-2 0-12 0,-2 4-18 15,-2 2-21-15,-3 4-13 0,-1 0-6 16,-2 2-15-16,0 2 0 0,1 0-30 15,1 2-16-15,4 6 22 0,4 8 24 0,0 7 15 16,0 6 22-16,-1 5-10 0,-5 5 7 16,-2 1-32-16,-5 4 10 0,-2 0-12 15,0 1-3-15,-5-2-22 0,-3-1-23 16,-1-5 17-16,1-2 31 0,0-6 3 16,-1-4-1-16,4-9-2 0,2-7-3 0,2-7-15 15,1-2-31-15,0 0-6 0,4-7 6 16,7-5 49-16,5-6 6 0,4-8-6 15,6-3-2-15,-1-9-13 0,0-2 0 16,0-2 13-16,-2-1-35 0,0-4 9 16,-4 4-14-16,-2 0-11 0,0 3 10 15,-5 5 28-15,-2 9 12 0,-1 8-25 16,0 9 28-16,-5 6 47 0,0 3-4 16,1 6-27-16,-1 5 24 0,0 7 30 0,0 2-9 15,-1 3-12-15,-3 2-30 16,0 0 5-16,0 0-23 0,0-4-1 0,0-7-1 15,-3-1-2-15,3-5 2 0,-1-5-2 16,1-2-15-16,0-1-28 0,0 0 23 16,0-1 21-16,4-6-20 0,4-2 0 15,0-5 10-15,5-1-9 0,-1-5-4 16,1 1-8-16,1-1 2 0,1-1 12 0,-3 1 1 16,0 6 16-16,-2 5-17 0,-3 3-24 15,-1 6 43-15,0 0 37 0,0 6-6 16,2 6 9-16,1 4 46 0,0 3-1 15,-1 3-26-15,2 3-8 0,-1-1-5 16,-2 0-6-16,2-1-16 0,-1-2-21 16,-2-2-3-16,0 1 0 0,0-1-21 15,-1-4-101-15,0 1-65 0,-1 2-49 16,-1-5-11-16,1 3-114 0,2-1-290 16,-1-4-451-16,0 0-659 0,5-9 1261 0</inkml:trace>
  <inkml:trace contextRef="#ctx0" brushRef="#br0" timeOffset="33962.598">20788 3730 65 0,'0'0'2222'0,"0"0"-1580"0,0 0-217 16,10 85-16-16,-10-47-53 0,-4 4-64 16,-3 1-78-16,-1 3-39 0,-1-4-25 15,-2 0-28-15,1 1-27 0,-4-1-25 16,-1-2-21-16,-6 3-35 0,-1-5-14 15,-2 1 0-15,-1-6-2 0,4-4-10 16,1-9-3-16,4-5 11 0,5-9-32 16,0-4-16-16,4-2-15 0,1-7 15 0,1-3-21 15,4-9 12-15,1-4-4 16,0-8-18-16,4-1 16 0,4-3 11 0,1 1 4 16,0 3-44-16,2 6 56 0,0 7 40 15,2 6 0-15,-1 5 49 0,3 7 26 16,1 0-4-16,4 0 2 0,5 0 1 15,1 7 0-15,4 0-4 0,1 2-3 16,0 1-27-16,0 0-18 0,-3-2-22 0,0 2-18 16,-2-2-9-16,-2 0-53 0,-3-2 1 15,-2 4-26-15,2-1-64 0,-5 3-4 16,4 3 5-16,-2 0 75 0,0-1-4 16,0-1-554-16,-7-2-1056 0</inkml:trace>
  <inkml:trace contextRef="#ctx0" brushRef="#br0" timeOffset="36507.378">22155 3555 209 0,'0'0'88'16,"0"0"85"-16,0 0 804 0,0 0-324 0,0 0-190 16,0 0-96-16,0 0-56 15,0 0-85-15,0 0-33 0,0 0-1 0,0 0-19 16,2-46-47-16,-2 46-42 0,-2 0-9 15,-3 0-19-15,-2 0-4 0,-5 2-48 16,-3 3-4-16,-5 5 1 0,-1-2 11 0,-3 4 16 16,-2 4 0-16,1-1 6 0,0 6-6 15,-2 2-7-15,1 4 4 0,-1 2 3 16,1 4-4-16,0 2 0 0,6 2-24 16,1 2 0-16,6 3 19 0,5-2 21 15,5-2 13-15,3-1 42 0,6-2 9 16,9-4-16-16,5-5 10 0,4-4-4 15,4-1 1-15,4-6-10 0,3-5-3 16,2-2 3-16,1-6-10 0,-4-1-17 16,-1-1-28-16,1 0-6 0,-6-3-22 15,-2-1 0-15,-3-3-2 0,-2 1 0 16,-4-2-63-16,-4 2-22 0,-2 0-9 0,-4-1 0 16,-2 0-15-16,-4 0-25 15,1-1-43-15,-2 1-59 0,-2-3-134 0,-5-1-126 16,-6 1-121-16,0 0-192 0,-3-1-400 15,3 3 223-15,-11-9 934 0</inkml:trace>
  <inkml:trace contextRef="#ctx0" brushRef="#br0" timeOffset="36695.502">21925 3893 62 0,'0'0'1077'0,"0"0"-99"0,0 0-586 0,0 0 43 15,0 0 28-15,0 0-73 0,0 0-88 16,0 0-93-16,0 0-63 0,0 0-14 15,0 0-8-15,59 0 14 0,-34-5-3 16,6-1-47-16,1 0-39 0,3-5-34 16,1 0-15-16,1 2-24 0,0-2-77 0,0-2-64 15,-3 1-60-15,2-1-53 0,-4 4-126 16,0-3-343-16,-9 4-810 0,3-3-77 0</inkml:trace>
  <inkml:trace contextRef="#ctx0" brushRef="#br0" timeOffset="37440.524">22741 3127 202 0,'0'0'1593'16,"0"0"-596"-16,0 0-600 0,0 0-59 16,0 0-57-16,0 0 3 0,0 0-13 15,0 0-18-15,0 0-40 0,112 11-33 16,-70-11-39-16,6-3-41 0,0-5-24 15,-3 0-27-15,-1 0-22 0,-3-2-25 16,-5-1-2-16,-1 3-2 0,-5-3-40 16,-2 0-74-16,-7 3-45 0,-5 1-47 0,-2 1-38 15,-8 2-101-15,-4 1-250 0,-2 0-602 16,-5 3-796-16,-18 0 1656 0</inkml:trace>
  <inkml:trace contextRef="#ctx0" brushRef="#br0" timeOffset="37687.208">22935 3196 1094 0,'0'0'440'15,"0"0"852"-15,0 0-907 0,-3 93-7 16,9-55-25-16,-1 5-8 0,1 0-11 16,2 3-72-16,-1-2-79 0,-1 1-46 15,-2-1-63-15,1 2-35 0,-4-2-29 16,-1-3-10-16,0-1-3 0,0-2-12 15,0-5 3-15,0-4-31 0,0-6-21 16,0-4-15-16,0-4-28 0,3-1-31 0,-1-7-21 16,1 0-42-16,0-5-75 0,0-1-183 15,0-1-195-15,0 0-419 0,-1-1-302 16,-1-4 1141-16</inkml:trace>
  <inkml:trace contextRef="#ctx0" brushRef="#br0" timeOffset="37885.143">22979 3775 173 0,'0'0'1380'0,"0"0"-604"16,0 0-385-16,0 0-99 0,0 0 28 16,0 0 23-16,0 0-79 0,0 0 16 15,91-12-47-15,-54 6-36 0,2 0-58 16,0-1-57-16,-3 2-26 0,-4-2-29 16,-1 2-15-16,-5-1-12 0,-3 3-33 15,-5-1-53-15,-3 3-58 0,-2-2-48 16,-5 2-28-16,-3 1-59 0,-3 0-127 15,-2 1-257-15,-6 7-519 0,-5 1-230 0,0 1 1396 16,-16 7-271-16</inkml:trace>
  <inkml:trace contextRef="#ctx0" brushRef="#br0" timeOffset="38052.432">23064 3950 466 0,'0'0'13'0,"0"0"1526"0,0 0-1015 15,0 0-185-15,0 0-76 0,0 0 75 16,0 0-29-16,0 0-51 0,93 28-51 15,-64-27-61-15,3-1-56 0,1 0-28 16,0-5-30-16,0-2-32 0,1-1-74 16,-3-3-53-16,-3-2-109 0,-1-5-141 15,-4 4-368-15,-8 0-1197 0,2-4 960 0</inkml:trace>
  <inkml:trace contextRef="#ctx0" brushRef="#br0" timeOffset="38534.198">23582 3617 887 0,'0'0'2'0,"0"0"1957"0,0 0-1607 16,0 0-186-16,0 0 50 0,0 0 30 15,0 0-57-15,0 0-20 0,0 0-56 16,0 0-58-16,12 23 4 0,-9-9 40 0,1 6 50 16,-2 4-11-16,-1 3-12 0,-1 0-4 15,0 0-6-15,0-3-40 0,0 0-42 16,0-5-31-16,0-1-1 0,0-6-2 16,0-2-1-16,4-4-21 0,-1-2 1 15,3 0 6-15,0-3-4 0,1-1-81 16,3 0 45-16,0-9-19 0,5-4 1 0,2-3 15 15,2-2-16-15,0-4-3 16,-1 2 13-16,0-1 11 0,-3 2 28 16,-2 1-18-16,-1 5 37 0,-4 1 6 0,-2 5 40 15,-3 1-12-15,-1 3 18 0,-1 3 16 16,-1 0 5-16,0 5-14 0,2 2-7 16,-1 5 64-16,3 2-24 0,-3 3-10 15,2-3-27-15,-3-2-25 0,3-3-24 0,0 0-2 16,-1-3-34-16,2 0-74 0,1-4-49 15,0-1-26-15,5-1-68 0,0 0-153 16,5-3-324-16,-4-2-787 0,14-1-81 16</inkml:trace>
  <inkml:trace contextRef="#ctx0" brushRef="#br0" timeOffset="39019.685">24218 3701 810 0,'0'0'2645'16,"0"0"-2187"-16,0 0-259 0,0 0 50 0,-98 62 87 15,72-43-17-15,1 2-50 0,5-7-96 16,3 3-76-16,6-6-49 0,3-3-45 16,2 2-2-16,4-4 0 0,2 1 12 0,0 1-13 15,7 4-15-15,2 1-18 0,2 1 3 16,-1-2-3-16,0-4-16 0,-1-1 3 16,-1-3 19-16,1 1 9 0,-3-5-13 15,3 0 31-15,1 0 0 0,0-2 22 16,2-7-7-16,3-7-15 0,1-4-27 15,4-4-1-15,3-7-54 0,2-3 6 16,1-4-16-16,1-2-24 0,2-3 9 16,0-5 3-16,-2-5-57 0,-1-2-40 15,-3-4 5-15,-4-2 58 0,-3-2 22 16,-2 2 22-16,-4 3 94 0,-3 5 6 16,-2 8 123-16,-2 10 3 0,0 7 46 0,-2 11-32 15,-1 5-22-15,0 6 5 0,0 3-9 16,0 3-34-16,0 0-40 0,0 0-10 15,-1 3-20-15,-1 7-14 0,-1 7 56 16,-3 4 21-16,1 8 16 0,-4 7 54 16,0 5-6-16,1 3-50 0,-2 6-26 15,1 0-18-15,2 0-1 0,1 0 0 16,0-2-8-16,2-3-13 0,3-2-25 0,1-6 8 16,0-2-10-16,0-4-3 0,1-3-40 15,5-3-56-15,-1-3-28 0,1-3-13 16,2-2 16-16,-1-2 8 0,1-3-15 15,0-5-31-15,0-3-96 0,1-4-206 16,1 0-305-16,-3 0-755 0</inkml:trace>
  <inkml:trace contextRef="#ctx0" brushRef="#br0" timeOffset="39761.948">25471 2798 721 0,'0'0'13'0,"0"0"420"16,0 0 704-16,0 0-727 0,0 0-117 16,0 0-18-16,0 0-8 0,0 0-49 0,0 0-54 15,0 0-16-15,-65 32-1 16,50-10-13-16,2 5-10 0,-3 7 21 0,1 7-1 15,1 7-9-15,0 6-6 0,4 4 11 16,0 5 9-16,3 6-48 0,0 2-38 16,1 0-5-16,1 0-19 0,-2-3-19 15,5 0-20-15,2-4-2 0,0-9 2 16,0-3-12-16,11-8 9 0,2-4-36 16,6-6 3-16,2-4 8 0,4-6-63 0,-1-5-30 15,2-9 23-15,-1-6-6 16,-4-4-45-16,2-4-69 0,0-8-150 0,0-3-275 15,-2-5-604-15,-6 5-631 0,4-14 1441 0</inkml:trace>
  <inkml:trace contextRef="#ctx0" brushRef="#br0" timeOffset="40054.787">25723 2945 95 0,'0'0'332'0,"0"0"1542"0,0 74-1290 16,1-33-91-16,2 12-91 0,3 7-62 16,-4 5-32-16,-2 4-30 0,0 1-73 15,0 1-52-15,-8-3-80 0,2-3-54 16,-2-8-19-16,0-7-13 0,4-12-33 15,1-8-37-15,3-11-21 0,6-6-3 16,4-9-10-16,3-4-49 0,6-1-67 0,2-15-121 16,7-7-237-16,-1-8-588 15,-4 6-560-15,12-19 1589 0</inkml:trace>
  <inkml:trace contextRef="#ctx0" brushRef="#br0" timeOffset="40304.844">26231 3119 1630 0,'0'0'504'15,"0"0"630"-15,0 0-857 0,0 0-62 0,0 0 21 16,0 0 2-16,-102 48-67 0,72-26-16 16,-2 4-53-16,1 1-44 0,0 1-24 15,4 2 6-15,-2 1-16 0,3-2 1 16,3 2-4-16,4-2-19 0,6-1 0 16,4-3 26-16,3-2-4 0,6 1-5 15,0-3-7-15,8 1 34 0,4-1 12 16,5 0 9-16,2 0 3 0,2-2 0 15,2-1-21-15,2-2-19 0,-4-1-8 16,2-2-19-16,0-2-3 0,1-3-27 16,-1 0-24-16,3-2-86 0,-2-1-4 0,0-1-27 15,1-1-75-15,3-3-154 0,-5 2-551 16,8 1-881-16</inkml:trace>
  <inkml:trace contextRef="#ctx0" brushRef="#br0" timeOffset="42209.21">26850 2688 130 0,'0'0'2356'0,"0"0"-1815"0,0 0-116 16,0 0-93-16,104 75-23 0,-74-43-10 16,-1 8-12-16,-1 5-57 0,-3 2-58 15,-4 7 20-15,-5 0-16 0,-1 5-37 16,-7-4-42-16,-3 3-45 0,-5 0-19 0,0-2-18 15,-8-1-15-15,-7-4-1 16,-4-1-2-16,-4 0-24 0,-5-3-58 0,-2-2-24 16,-2 0-24-16,-1-3-13 0,-3-4-1 15,-1 0-2-15,-1-3-29 0,-1-1-102 16,-2-1-253-16,-7-4-527 0,14-7-698 0,-20 2 1116 16</inkml:trace>
  <inkml:trace contextRef="#ctx0" brushRef="#br0" timeOffset="42907.724">24704 4032 642 0,'0'0'277'16,"0"0"1161"-16,0 0-1183 0,0 0-45 15,0 0-18-15,-84 31 74 0,80-28 20 16,3-2 14-16,-1-1-45 0,2 0-96 0,0 0-32 15,0 1 40-15,6 1-4 0,7 1-40 16,4-1 18-16,11 3 85 0,3-3-80 16,5 1-61-16,3-3-33 0,-2 0-16 15,0 0-6-15,-1-5-9 0,2-2-18 16,-3-3-3-16,0 1-3 0,-5-1-15 16,-3 0-42-16,-3 1-50 0,-3-2-17 15,-4 4-32-15,-4-2-21 0,-2 3-44 16,-5 3-94-16,-6-1-117 0,0 3-120 15,0 1-99-15,-11 0-63 0,-1 0-434 0,4 0 372 16,-11 0 746-16</inkml:trace>
  <inkml:trace contextRef="#ctx0" brushRef="#br0" timeOffset="43099.037">24914 4051 359 0,'0'0'81'0,"0"0"1594"0,0 0-1060 0,0 0-243 15,0 0-72-15,-20 88-62 0,19-56 11 16,-1 4-19-16,-1 7-77 0,0 5-39 15,0 0-21-15,-1 5-34 0,-2-1 12 16,-1-2-25-16,2-3-15 0,0-4-31 16,-1-6 2-16,3-5-2 0,-1-4-14 15,3-9-11-15,1-1-21 0,0-4-31 16,0 0-41-16,2-6-50 0,1-3-16 16,0-5-49-16,-1 0-178 0,-1-10-582 15,-1-4-452-15,2 4 953 0,-2-8 211 0</inkml:trace>
  <inkml:trace contextRef="#ctx0" brushRef="#br0" timeOffset="43295.581">24820 4480 1884 0,'0'0'1123'0,"0"0"-880"0,0 0-45 0,0 0 52 16,0 0 96-16,0 0-37 0,0 0-73 0,96-15-76 15,-65 11-41-15,3 2-21 0,2-4-24 16,0 2-28-16,2 2-30 0,-2-3-16 15,1 2-46-15,-6-1-49 0,1 1-43 16,-2 1-31-16,-2 1-50 0,-1 1-70 16,-3 0-183-16,-3 0-335 0,-3 0-736 15,-6 0 319-15,-1 1 1169 0</inkml:trace>
  <inkml:trace contextRef="#ctx0" brushRef="#br0" timeOffset="46136.096">20867 4689 261 0,'0'0'375'0,"0"0"696"15,0 0-568-15,0 0-134 0,0 0-28 16,0 0 2-16,0 0-63 0,48 72-37 0,-35-41-60 16,-2 5-73-16,-2 3-7 0,1 0-12 15,-3 2 8-15,-1-3-15 0,1-3-35 16,-2-6-21-16,-1-3-22 0,3-5-6 16,-2-6-25-16,-3-3 25 0,1-5-18 15,0-3-50-15,-1-3-53 0,-1-1-22 16,1 0-56-16,-1-1-90 0,1-6-150 15,-1-5-348-15,1-5-658 0,-2 3 741 16,0-9 403-16</inkml:trace>
  <inkml:trace contextRef="#ctx0" brushRef="#br0" timeOffset="46317.049">20990 4757 88 0,'0'0'199'0,"0"0"1207"0,0 0-848 15,0 0-147-15,0 0-99 0,-79 2-56 16,56 11-52-16,-2 1-71 0,-1 6-54 15,-1 2-15-15,-1 0-30 0,4-2-23 0,2-4-11 16,8-4-32-16,4-4-75 0,1-4-49 16,6-3-70-16,3-1-94 0,0-1-241 15,0-5-618-15,5-6 387 0,6-1 593 16,-2 1 179-16,11-5-143 0</inkml:trace>
  <inkml:trace contextRef="#ctx0" brushRef="#br0" timeOffset="46425.585">20862 4786 310 0,'0'0'212'0,"0"0"-95"16,0 0 1447-16,85 10-1021 0,-55-3-136 15,2 1-98-15,1 1-42 0,2-2-75 16,0 0-114-16,1 1-78 0,0-2-50 16,-1 1-152-16,1-1-86 0,0 2-159 0,-3 0-359 15,-7 0-868-15,2 4 1507 0</inkml:trace>
  <inkml:trace contextRef="#ctx0" brushRef="#br0" timeOffset="56242.99">21223 5496 939 0,'0'0'508'0,"0"0"827"0,0 0-959 0,0 0-29 15,0 0 48-15,0 0-10 0,0 0-97 16,0 0-57-16,0 0 8 0,0 0-41 16,105 15-43-16,-71-15-46 0,0 2-27 15,-1-2-18-15,-1 0-37 0,0 0-27 16,-2-3-12-16,-1-3-15 0,-2-3-70 0,-3 0-73 16,-4 0-46-16,-5 2-1 0,-7 1-109 15,-4 2-167-15,-4 1-272 0,0 2-443 16,-6-2-627-16,-10 3 1523 0</inkml:trace>
  <inkml:trace contextRef="#ctx0" brushRef="#br0" timeOffset="56473.443">21406 5436 664 0,'0'0'62'16,"0"0"560"-16,0 0 454 0,0 0-644 0,0 0-38 16,-34 70-12-16,29-40-45 0,1 6-30 15,0 3-22-15,1 7-36 0,0 1-56 16,3 3-19-16,-3 3 0 0,-1 0-41 15,0-3-54-15,-1-1-24 0,2-2-37 16,-1-5-18-16,2-4-2 0,-2-4-16 16,4-4-13-16,0-6-17 0,0-6-77 15,0-6-27-15,0-3-24 0,0-5-23 16,0 0-47-16,0-4-122 0,0 0-150 16,0-2-176-16,0-6-289 0,0-3-26 15,2-4 201-15,0-1 762 0</inkml:trace>
  <inkml:trace contextRef="#ctx0" brushRef="#br0" timeOffset="56639.147">21331 5957 635 0,'0'0'150'0,"0"0"557"0,0 0 379 0,0 0-709 0,0 0-29 16,0 0-21-16,0 0 36 0,0 0-60 15,0 0-49-15,0 0-41 0,78-22-14 16,-56 26-9-16,2-3-44 0,4 1-31 16,3-2-33-16,3 0-39 0,2-2-43 15,4-6 0-15,1-3-67 0,2-4-88 16,-1 1-37-16,-1 0-49 0,-3 3-126 15,-1-1-291-15,-10 3-816 0,4-2-910 0</inkml:trace>
  <inkml:trace contextRef="#ctx0" brushRef="#br0" timeOffset="57478.075">22463 5921 235 0,'0'0'2012'0,"0"0"-1334"0,0 0-237 16,0 0-133-16,0 0 19 0,0 0-23 15,0 0-44-15,0 0-63 0,0 0-59 16,0 0-16-16,0 0-45 0,32 13 5 16,-1-13-30-16,7 0-37 0,-4-3-15 15,-1-2-55-15,-1-1-128 0,0-3-37 0,-1 2-51 16,1 0-133-16,-7 1-572 16,9-3-790-16</inkml:trace>
  <inkml:trace contextRef="#ctx0" brushRef="#br0" timeOffset="58121.219">23132 6096 2013 0,'0'0'1574'16,"0"0"-1274"-16,0 0-171 0,0 0 15 0,0 0 99 16,0 0-36-16,82 1-41 0,-46-20-61 0,4-6-56 15,6-10-49-15,0-3-65 0,0-3-18 16,-1-1-24-16,0-1-13 0,-8 3-35 16,-4 3-16-16,-5 1-14 0,-5 1 25 0,-7-1 31 15,-1 0 56-15,-7-1 32 0,-4-1-10 16,-4 1-25-16,0 1 76 0,-1 6 4 15,-7 2 141-15,0 6-34 16,1 5-7-16,1 4 5 0,1 4 33 0,-1 3-11 16,1 4-19-16,2 0-10 0,-1 2-15 15,-2 0-19-15,-1 7-16 0,-5 7 3 16,2 4 13-16,-2 8 9 0,-2 6 45 16,3 10 49-16,-4 5-58 0,2 7-25 15,2 2-27-15,-4 7-4 0,4 2 4 16,1 1-3-16,1-2 38 0,5 0-23 15,2-8-34-15,2-5-15 0,5-9 3 16,5-9-27-16,4-4-1 0,1-10 0 16,3-5-36-16,2-5-26 0,1-9-16 0,0 0-51 15,2-5-31-15,-1-7 0 0,1-2-28 16,-3-5-108-16,-4-3-136 0,1 0-179 16,-4 1-155-16,0-7-297 0,0 2-140 0,-1-4 593 15,-4-4 609-15,-2 3-57 0,3 5 59 16,-1 2 452-16,-3 7-211 0,0 8 896 15,-2 6-528-15,2 3-142 0,-2 1-63 16,1 5-36-16,1 5-63 0,0 3-10 16,-2 5-35-16,-2 4-26 0,-1 3-38 15,0 0-12-15,0 4-32 0,0-5-12 16,0-2-43-16,-3-5-63 0,0-3-34 16,0-3-24-16,0-3-73 0,1-5-46 0,-1-3-67 15,0-1-53-15,0 0-126 0,-3-5-574 16,2 0-831-16,-2-6 102 0</inkml:trace>
  <inkml:trace contextRef="#ctx0" brushRef="#br0" timeOffset="58274.024">23757 5773 1311 0,'0'0'1891'0,"0"0"-1461"0,0 0-128 16,0 0 99-16,0 0-6 0,0 0-91 15,0 0-88-15,0 0-82 0,84-1-61 16,-66 1-73-16,1-2 0 0,0-3-119 15,1-1-85-15,-3 0-55 0,0 0-160 16,-1 1-523-16,-4 2-468 0,-4 2-382 16,-5 1 1544-16</inkml:trace>
  <inkml:trace contextRef="#ctx0" brushRef="#br0" timeOffset="58930.191">23973 5857 391 0,'0'0'2486'0,"0"0"-1972"0,0 0-222 0,-1 75 146 15,1-48 3-15,1-2-72 0,3 1-34 16,-1-2-76-16,0-5-78 0,1 0-54 15,-1-5-48-15,2-3-37 0,-1-2-28 16,1-2-14-16,1-5-15 0,2 0-36 16,1-2-22-16,2 0-2 0,0-3-1 0,4-7-3 15,1 0 10-15,1-4-1 0,0-1-3 16,0-2-3-16,0-2 15 0,-2-3 12 16,1-1-5-16,1 2 8 0,-5 2 34 15,-2 3 12-15,-1 9 45 0,-4 3 16 16,-3 4 0-16,-1 0 0 0,2 4 9 15,-3 4 0-15,0 7 21 0,2 1 12 16,-1 5-18-16,-1 0-7 0,0 0-11 16,0-2-16-16,2 0-12 0,1-3-36 15,0-5-3-15,-2-3-15 0,3-3-6 0,-3-3 6 16,4-2-39-16,-1 0-43 0,3 0-42 16,1 0-31-16,5-5-9 0,0-1-25 15,4-2-103-15,3 1-168 0,2-2-172 16,2 2-19-16,1-1 296 0,-4-4-679 15,2-4-409-15,0 2 1350 0,-3-3 108 0,1 4 0 16,-3 2 46-16,-4 5 501 16,-2 6-455-16,-1 0 6 0,-6 9 1366 0,0 2-806 15,-2 3-149-15,2-1-63 0,-1 1-104 16,-1-1 15-16,2-4-47 0,-2-3-205 16,3-5-54-16,-1-1-11 0,5 0-24 15,3-7-16-15,4-4-65 0,0-3-66 16,3-4-38-16,-4 2-13 0,-1 0 2 15,-2 3 22-15,-4 1 36 0,-3 0 83 0,-3 3 39 16,-3-1 95-16,0 3 61 0,-3-4 12 16,-5 4-5-16,-1 1-30 0,-2 2-35 15,1 2-28-15,-3 2-27 0,-3 7-6 16,-1 9 33-16,0-1 28 0,-1 7 57 16,0-1 55-16,3 1-29 0,-2 2-8 0,6-2-61 15,0-3-61-15,2-6-37 0,6-3-14 16,1-7-30-16,2 1-16 0,5-4-56 15,7 0-10-15,4 0-42 0,4-5-44 16,5-3-36-16,1-3-170 0,1-4-264 16,5 0-476-16,2 3-182 0,-1-1 300 15,-2-1 775-15</inkml:trace>
  <inkml:trace contextRef="#ctx0" brushRef="#br0" timeOffset="59601.899">24975 5928 939 0,'0'0'798'0,"0"0"421"0,0 0-813 0,0 0 97 15,0 0-36-15,0 0-96 0,0 0-19 16,0 0-38-16,6 69-62 0,-11-59-44 15,2-1-78-15,3-3-78 0,0-5-34 16,0-1-18-16,0 0-24 0,2 0-1 16,5 0-41-16,2-5-22 0,2-2-14 15,-1-2-35-15,3-3-11 0,-4 0-1 16,1 0 9-16,-3 0 42 0,2 0 18 0,-4 1 68 16,-2 1 12-16,2-1 86 0,-4 4 66 15,1 1 7-15,-1 6-23 0,-1 0-39 16,0 0-21-16,0 0-15 0,0 0-31 15,0 1 30-15,0 4-11 0,0-4-10 16,0 4-18-16,0 0-9 0,0 1-9 16,2-2-1-16,1 0 7 0,-3 2-9 0,1-5-3 15,1 0-21-15,-2 1-9 0,0-2-40 16,0 0-26-16,0 0-32 0,2 0-14 16,-2 0-44-16,0 0-15 0,0-3-93 15,0 3-117-15,0-1-68 0,0-1-22 16,0 2 18-16,0-1 2 0,0-1 105 15,0 2 379-15,0 0 23 0,1 0 230 16,-1 0 41-16,3 5 86 0,0 2 35 16,0 2-53-16,2 1-83 0,-1 3-56 0,0 0-33 15,-1 0-14-15,3-1-38 0,0 3-30 16,-1 0-10-16,3-3-12 0,1-1 48 16,-3-3 64-16,0-2-144 0,0 0-26 15,-2-6-16-15,2 2-11 0,1 0 2 16,-3-1 9-16,1-1-10 0,-1 0 7 15,-1 0-9-15,2 0-30 0,-2 0 29 0,3 0 1 16,-1 0 15-16,2 0 3 16,0-5-6-16,2-1-11 0,-1-5-1 0,1-2-1 15,0-3-2-15,2-2-45 0,0-3-13 16,-3-2-3-16,4 3 16 0,-4-2 8 16,3 2-3-16,-5 3-18 0,2 5 6 15,-4 0 6-15,-1 6 37 0,-2 2-6 16,1 2 15-16,-2 1-28 0,0 1-15 15,1-3 0-15,-1 2 16 0,3-1 27 0,0-2-19 16,3-3 19-16,1 0-18 16,2-2-13-16,1 1 32 0,1-2 2 0,1 1 0 15,-1 1 0-15,-1 0-2 0,1 3-14 16,-3 1-2-16,1 1-13 0,-3 0 0 16,-1 0-21-16,-2 2-90 0,0 1-194 15,0 0-241-15,1-1-541 0,-1 1-734 16</inkml:trace>
  <inkml:trace contextRef="#ctx0" brushRef="#br0" timeOffset="60487.292">26104 5759 147 0,'0'0'1456'16,"0"0"150"-16,0 0-1168 0,0 0-135 0,0 0 7 16,80 54 28-16,-67-31-71 0,-6 1-40 15,-4 4-41-15,-3 0-80 0,0-2-60 16,0-2-34-16,-2-4-12 0,1-6-19 15,0-3-5-15,1-2-24 0,0-6-28 16,0-3-34-16,2 0-31 0,4-1 4 16,5-7 20-16,1-2-52 0,4-5-51 15,1-3-32-15,-2 0-25 0,1-1 114 0,-5 1 80 16,1-1 55-16,-4 0 25 0,1 2 3 16,-2 3 60-16,0 3 113 0,-4 2 3 15,0 6-12-15,-1 2-11 0,-2 1-23 16,0 0-22-16,0 2-40 0,0 5-40 15,0 3 49-15,0 1 6 0,-5 2 6 16,2-4 3-16,0 1-25 0,-1-5-31 0,4-3-36 16,0-1-13-16,0-1 12 0,0 0-1 15,7 0-19-15,4-5-7 0,0-2 27 16,6-5-17-16,3 0-3 0,-2 0-1 16,0-1 1-16,-1 1 2 0,-2 5-8 15,-2 1-7-15,0 6-12 0,-4 0 46 16,-2 7 18-16,0 4 81 0,0 6 11 0,-2 2-31 15,-1 5-9-15,0 0 15 0,1-4 43 16,-1 3-28-16,1-5-33 0,0-3-49 16,-1-1-16-16,2-2-2 0,-1-5-12 15,1 1 9-15,0-3-9 0,0-1-37 16,2-3-17-16,0-1-19 0,4 0-37 16,-1 0-18-16,2-2-50 0,6-6-102 15,1 0-353-15,-4 1-930 0</inkml:trace>
  <inkml:trace contextRef="#ctx0" brushRef="#br0" timeOffset="60845.032">27056 5814 779 0,'0'0'1631'0,"0"0"-645"0,0 0-559 16,0 0-13-16,0 0 4 16,0 0-71-16,-54 72-121 0,51-67-111 15,0-4-63-15,3-1-37 0,0 0-14 16,0 0-1-16,0 0-15 0,0-1-40 0,2 0-33 15,-1-3 9-15,-1 4 9 0,2-1 9 16,-2 1 24-16,0 0 19 0,0 0-4 16,0 0 4-16,0 0-22 0,0 1 22 15,0 4 18-15,0 1 20 0,0 2 35 16,0 1-6-16,0-1-21 0,1-2 2 16,4 1-8-16,1-3 2 0,-1-2 4 15,4 2 2-15,-2-2 1 0,0-2-7 0,1 0-1 16,1 0-23-16,0 0-3 0,1-2 1 15,3-3 1-15,3 0 0 0,-2-2-10 16,3 0-4-16,-3 0-22 0,0-2-5 16,3 1-13-16,-3-3-62 0,1 4 4 0,-3 1 52 15,-3 0-53-15,0 0-80 0,-1 2-55 16,1 1-115-16,-2-3-314 0,1 1-412 16,1 0-281-16,-3 2 950 0,3-3 106 15</inkml:trace>
  <inkml:trace contextRef="#ctx0" brushRef="#br0" timeOffset="61480.942">27119 5781 1767 0,'0'0'1117'16,"0"0"-771"-16,0 0-136 0,0 0 47 16,0 0 29-16,0 0-32 0,0 0-43 15,0 0-59-15,0 0-38 0,0 0-37 0,0 0-10 16,-13-36-18-16,4 44 3 0,-1 5 28 16,-5 6 33-16,-1 9 2 0,-2 1 4 15,1 3 9-15,4-3 8 16,4-4-57-16,1-6-31 0,4-5-27 0,4-3-3 0,0-5-3 15,0-2-13-15,3 0 1 0,6-4-3 16,3 0-33-16,4 0-21 0,1-6-19 16,3-4-9-16,3-4 1 0,-4-3-11 15,3 0-2-15,-3-1-3 0,1 0 9 16,-3 1 20-16,-3-1 16 0,1 1 7 16,-5 0 38-16,-1 1 7 0,-3 3 31 15,-3 2-3-15,0 4 11 0,0 3 31 16,-3 4-24-16,0 0-6 0,0 4-7 0,0 8-32 15,-1 2 48-15,-4 9 27 16,-3 1 24-16,2 6 18 0,-1-1 1 16,3-3-29-16,1-2-38 0,3-5-42 15,0-2-10-15,6-5-16 0,2-1 16 0,6-2 0 16,3-4-88-16,3-2-54 0,0-3-49 16,3-2-13-16,0-2-34 0,1-5-201 15,-8 3-582-15,6-3-650 0</inkml:trace>
  <inkml:trace contextRef="#ctx0" brushRef="#br0" timeOffset="62297.901">27501 5692 72 0,'0'0'482'16,"0"0"2073"-16,0 0-2049 0,0 0-144 0,0 0-36 15,26 72-51-15,-22-47-1 0,-1 5-11 16,-3 1-7-16,0 0-83 0,0-1-58 15,0 0-15-15,-3 0-3 0,0-3-19 16,0-3-30-16,1-5-26 0,2-4-22 16,-3-3-2-16,3-2-17 0,0-4-5 0,0-5-27 15,0 0-34-15,0-1-8 0,0 0-1 16,0 0 0-16,0-1 9 0,3-2 24 16,2-6 40-16,1 1 9 0,4-7-3 15,2 0 13-15,-1-3-17 0,-2-2-5 16,1 1 21-16,-3 0-12 0,1-1-10 15,-3 3 7-15,2 0-18 0,-1 3 20 16,-1 2-11-16,-3 3 16 0,1 2 10 16,-1 1 2-16,-2 4 0 0,0 2 17 15,0 0 3-15,0 0 16 0,0 0-10 16,0 0-5-16,0 0-1 0,0 0 3 16,0 0-6-16,0 0-14 0,0 0-4 0,0 0 0 15,0 0-2-15,0 0 1 0,0 0-17 16,0 0-6-16,0 0 0 0,0 0 11 0,0 0 1 15,0 0 12-15,0 0 1 0,0 0-1 16,0 0 0-16,0 0-1 0,0 0 1 16,0 0 18-16,0 0-2 0,0 0-1 15,0 0-3-15,0 0-11 0,0 0 0 16,0 0-1-16,0 0-18 0,0 0-3 16,0 0-16-16,0 0 0 0,0 0 1 15,0 0 2-15,0 0 1 0,0 0-4 16,0 0 10-16,0 0 11 0,0 0 13 15,0 0 1-15,0 0 2 0,0 0 2 16,0 0 23-16,0 0-7 0,0 0-15 16,0 0-1-16,0 0 0 0,0 0 1 15,0 0-3-15,0 0-14 0,0 0-13 0,0 0-22 16,0 0-6-16,0 0-4 0,0 0-2 16,0 0-10-16,0 0 1 0,0 0 8 15,0 0 6-15,-2 0 1 0,2 0-10 0,-3 0-10 16,2 0-40-16,0 0-19 15,-2 0-33-15,0 0-31 0,0 0-78 0,-3 0-135 16,3 0-153-16,-1 0-129 0,0-1-447 16,-1 1 501-16,43 1 627 0</inkml:trace>
  <inkml:trace contextRef="#ctx0" brushRef="#br0" timeOffset="62943.581">27528 5734 280 0,'0'0'137'0,"0"0"-49"0,0 0-61 16,0 0-24-16,0 0-2 0,0 0-1 15,0 0-39-15,0 0-40 0,0 0 1 16,0 0 36-16,-1-9 42 0,1 9 19 16,0-2 128-16,0 2-49 0,0 0-49 15,1 0 371-15,-1 0-55 0,0-1-101 16,0 1-73-16,0 0-41 0,0 0-134 16,0 0-16-16,0 0-192 0,0 0-120 15,0 0-49-15,0 0-27 0,0 0 33 16,0 0 257-16,0 0-6 0,0 0 68 0,0 0 36 15,0 0 0-15,0 0 49 16,0 0 163-16,0 0-164 0,0 0 1 0,2 0 7 16,-1 0 696-16,-1 0-283 0,0 0-164 15,0-2-30-15,0 0 48 0,0 2-40 0,2 0-49 16,-1 0-2-16,-1 0-19 0,0 0-27 16,0 0-17-16,0 0-18 0,0 2-26 15,0 0-11-15,0 1-8 0,0 3-20 16,2 4 22-16,-1 2 21 0,2 5-7 15,-1 1-24-15,-1 7 0 0,-1 4 12 16,0 7 41-16,0 3-17 0,-4 8-22 16,-4 6-6-16,0 2 12 0,-5 4-12 15,3-4-64-15,-1 4-3 0,3-4-24 16,4-5-15-16,1-2-2 0,1-7 2 16,2-5-1-16,0-2 1 0,0-4 0 0,0-5 1 15,0 0 0-15,0-5-1 0,0-4 0 16,0-3-2-16,0-2-28 0,0-4-21 15,0-2-19-15,0-5-20 0,0 0-37 16,0 0-7-16,0-5 7 0,0-7 42 0,0-3-55 16,5-7-18-16,1-7-87 0,3-4-85 15,-1-7-159-15,-3-5-181 16,3-5-574-16,-3 10-469 0,0-26 1664 0</inkml:trace>
  <inkml:trace contextRef="#ctx0" brushRef="#br0" timeOffset="63199.795">27578 5682 2502 0,'0'0'700'0,"0"0"-270"15,0 0-169-15,0 0-40 0,0 0-59 16,0 0-47-16,102-25-29 0,-74 25-18 16,4 0-12-16,1 4-13 0,1 10 3 15,-3 2-3-15,-2 3 22 0,-5 2-7 16,-5 1-3-16,-3 3-18 0,-9 0 0 15,-2-1-16-15,-5 0 1 0,-2 0 5 0,-6 1 1 16,-10-1-10-16,-1 1 0 0,-6-1-15 16,-6 1-1-16,-2-1-2 0,-3-2-33 15,-3 0-25-15,2-4-71 0,-1-4-55 16,-1-2-47-16,-1-3-111 0,1-3-317 16,10 0-998-16</inkml:trace>
  <inkml:trace contextRef="#ctx0" brushRef="#br0" timeOffset="71816.7">7450 714 1277 0,'0'0'734'15,"0"0"-332"-15,0 0-95 0,0 0-44 16,0 0 57-16,0 0 11 0,0 0 6 16,0 0-49-16,0 0-80 0,0 0-20 15,90 36-16-15,-65-27-40 0,4-2-31 16,0-2-12-16,4-3-28 0,2-2-25 0,1-2-18 15,2-7-15-15,-2-5-3 16,0-3 0-16,-1-2-73 0,-1-2-36 0,-6-1-41 16,0-1-34-16,-9 0-60 15,-2 1-166-15,-8 1-298 0,-8 1-678 0,-1 5-582 16,-4-3 1942-16</inkml:trace>
  <inkml:trace contextRef="#ctx0" brushRef="#br0" timeOffset="72157.529">7742 374 1155 0,'0'0'1081'0,"0"0"-503"16,0 0-279-16,0 0-114 0,0 0 63 15,0 0 27-15,0 0-74 0,0 0-97 16,0 0-91-16,0 0-10 0,-8 43 62 16,14-20 19-16,4 6 0 0,0 4-3 15,3 7-13-15,0 5-10 0,2 4 7 0,0 3-6 16,-3-2-44-16,2 1 3 0,-1-5-5 15,0-2-11-15,3-6 12 0,0-2-14 16,-2-1-15-16,-1-6 2 0,2-2 12 16,-5-2 1-16,3-3-2 0,-6-1 1 15,0-1 1-15,-1-6 13 0,-3 1-11 0,0-2 0 16,-3-4 13-16,0-2-5 0,0-1-10 16,0 1-3-16,-4 0-34 15,-5-2-24-15,-3 1-7 0,-4-2-15 0,0 0-13 16,-1-3-34-16,0-1-4 0,-2 0-24 15,2-6-27-15,4-5-39 0,4-6-199 16,2-4-285-16,4-6-539 0,3 5 26 16,0-18 1221-16</inkml:trace>
  <inkml:trace contextRef="#ctx0" brushRef="#br0" timeOffset="72324.01">8215 762 1600 0,'0'0'727'15,"0"0"-233"-15,0 0-324 0,0 0 6 0,0 0 156 16,0 0 34-16,3 71-133 0,-4-58-164 16,-2-2-69-16,0-1-11 0,0-1-1 0,-1 1-96 15,-2-2-124-15,0-1-141 0,1-2-290 16,-3-4-789-16</inkml:trace>
  <inkml:trace contextRef="#ctx0" brushRef="#br0" timeOffset="72482.086">8120 606 277 0,'0'0'2739'0,"0"0"-2347"15,0 0-290-15,0 0 123 0,0 0 112 0,0 0-100 16,0 0-160-16,0 0-77 16,0 0-37-16,0 0-81 0,0 0-152 0,67-12-159 15,-53 12-607-15,-1 0-1278 0,-3 2 2132 0</inkml:trace>
  <inkml:trace contextRef="#ctx0" brushRef="#br0" timeOffset="73026.289">8560 721 1588 0,'0'0'1907'16,"0"0"-1736"-16,0 0-155 0,0 0 151 16,0 0 157-16,0 0-69 0,0 0-125 0,0 0-130 15,0 0-3-15,0 0 3 0,-69 67 34 16,66-36 27-16,1 2 10 15,2-1 9-15,0-1-9 0,0-7-13 0,5-7-22 16,1-6-33-16,2-7-2 0,4-4-1 16,2 0-42-16,8-8-44 0,1-9-37 15,3-5-10-15,-2-6-43 0,1-1-20 16,-4-5-8-16,-2-1 44 0,0 0 53 16,-2-2 73-16,-4 0 21 0,-3 0 13 15,-4 0 35-15,-4 1 28 0,-2 1 22 0,-5 4 53 16,-5-2-59-16,0 5-7 0,-3 0 34 15,3 5-13-15,-1 6 3 0,2 9-6 16,3 4 21-16,3 4-35 0,0 0-8 16,3 2-62-16,0 5-6 0,0 1-33 15,0 8 33-15,0 7 40 0,0 8 31 16,0 8 12-16,2 7 30 0,-1-1 12 16,2 4-77-16,-2-3-35 0,2 0-1 15,-1-2-12-15,1-2 0 0,0-3-15 0,2-5-22 16,4-4-106-16,1-3-84 0,4-4-65 15,1-4-139-15,-5-7-563 0,10-2-655 16</inkml:trace>
  <inkml:trace contextRef="#ctx0" brushRef="#br0" timeOffset="73244.054">8958 905 1296 0,'0'0'2362'15,"0"0"-1675"-15,0 0-412 0,0 0-69 0,0 0 152 16,0 0 10-16,0 0-99 0,0 0-142 16,0 0-127-16,0 0-3 0,0 0-115 15,6 12-78-15,-8-12-65 0,-1 0-148 16,0 0-857-16,-8 4-1441 0</inkml:trace>
  <inkml:trace contextRef="#ctx0" brushRef="#br0" timeOffset="94232.27">1359 7547 1785 0,'0'0'409'0,"0"0"643"15,0 0-845-15,0 0-23 0,0 0 184 0,0 0-83 16,0 0-31-16,0 0-93 0,0 0-69 16,0 0-28-16,-17-14-36 0,17 19-10 15,0 2-16-15,5 5 14 0,-1 7 23 16,2 9 4-16,1 7-6 0,0 8-7 15,-1 7-8-15,-1 4-4 0,-3 4-6 16,0 4-9-16,1 0-1 0,-3 4 0 16,0 3 17-16,0 0-18 0,0 1 9 15,0-2-10-15,0-4 0 0,0-2 12 16,0-8-11-16,0-9-1 0,3-9-1 0,-2-8 1 16,1-12-16-16,-1-7 16 15,1-5 1-15,-2-3 14 0,1-1 6 0,2 0-8 16,-2 0-10-16,2 0 15 0,1 0 3 15,7 0 1-15,3 0 41 0,2 0 153 16,4 2-116-16,-1 1-61 0,1-2-18 16,1-1-5-16,0 2-4 0,2-2-10 15,0 0-1-15,-3 0 14 0,0-2-15 0,-1-2-3 16,0 1-12-16,1-5 12 0,0 0-70 16,0-1-72-16,2-2-41 0,-1-3-12 15,0-2-86-15,-1-2-228 0,-6 4-584 16,3-9-517-16</inkml:trace>
  <inkml:trace contextRef="#ctx0" brushRef="#br0" timeOffset="94612.359">1912 8401 329 0,'0'0'2227'0,"0"0"-1651"0,0 0-178 0,0 0 19 15,0 0-88-15,52 73-109 16,-41-71-109-16,4-2-22 0,-1 0-6 0,3-5 0 15,2-9 3-15,4-3-22 16,0-5-15-16,-1-3-22 0,1-5-27 0,-3 1-83 16,-4 2 7-16,-3 1 36 15,-1 5-12-15,-8 3-10 0,-1 1-8 0,-3 3 45 16,0 4-6-16,-7 2 13 0,-5 0 16 16,-1 2-11-16,0 3 13 0,0 1 3 15,-1 2 22-15,1 2 6 0,-3 8-31 16,3 7 0-16,-3 6 19 0,3 7 21 15,2 5 25-15,2 6 15 0,3 3-31 16,3 5 36-16,2 2 10 0,1-1-22 16,0-7-36-16,4-1 2 0,2-10-39 0,4-5-2 15,0-8-19-15,2-3-22 0,3-8-15 16,0-1 4-16,2-3-2 0,5-4-66 16,1 0-28-16,3-7-54 0,1-9-99 0,0-3-317 15,-6 2-693-15,5-17-787 0</inkml:trace>
  <inkml:trace contextRef="#ctx0" brushRef="#br0" timeOffset="95107.88">2431 8151 696 0,'0'0'1706'0,"0"0"-1196"16,0 0-123-16,0 0 92 0,0 0-49 16,33 73-30-16,-24-44-102 0,-1 5-50 15,-2 3-32-15,1-1-55 0,-1 0-58 0,0 1-49 16,1-1-35-16,0-2-19 0,3-4-12 15,-4-2-36-15,2-9-73 0,0-6-22 16,-2-5-24-16,-2-5 23 0,2-3 59 16,2-1-13-16,1-10 3 0,0-6 9 15,2-8 24-15,1-1 16 0,-2-8-16 0,1-2-46 16,-1 0 21-16,2 0 25 16,1 7 40-16,-3 8 22 0,3 7 16 0,-6 6 83 15,0 4-28-15,-2 4 10 0,-2 0-26 16,0 5-33-16,-2 6 30 0,2 2 53 15,1 5 9-15,0 3-17 0,-4 1 11 16,0 1-17-16,2-1-42 0,-2-4-46 16,0-5-3-16,0-4-19 0,0-5-5 15,1-4-28-15,2 0-9 0,0-3 3 0,1-7-21 16,5-3 2-16,1-5 16 0,3-1 5 16,4-3-5-16,-1 3 2 0,3 1 10 15,1 2 6-15,-4 4 43 0,1 5 13 16,-2 1 77-16,-1 6-41 0,1 0-9 15,-2 4 24-15,1 4 84 0,-2 0-60 16,-1 3-51-16,-2 1 27 0,-2 5 37 16,2 2-22-16,2 4 12 0,-4 2 46 0,1-2-43 15,-4 0-70-15,0-2-24 16,-4 0-40-16,0-4-84 0,0-2-34 0,0-2-37 16,0-2-40-16,-3-5-113 0,2-1-130 15,-2-5-167-15,0 0-449 0,2 0-325 0</inkml:trace>
  <inkml:trace contextRef="#ctx0" brushRef="#br0" timeOffset="95661.034">3132 8226 1721 0,'0'0'1215'0,"0"0"-815"15,0 0-203-15,0 0 69 0,0 0 142 16,0 0-88-16,0 0-126 0,0 0-68 16,0 0-37-16,35 75 3 0,-23-48 51 0,0 1-30 15,0 2-65-15,0 2-29 0,-1 0-18 16,-2 1-1-16,-3-3-1 0,-2-5-69 0,-1-1-7 16,1-6-17-16,0-5 27 0,-1-3 45 15,0-7-115-15,0-3 54 0,2-6 6 16,-1-6-15-16,7-7 15 0,-1-5 9 15,4-7-32-15,1-4-8 0,0-1-48 16,-1-1 27-16,1 7 61 0,-1 5 68 16,-4 8 31-16,-1 7 60 0,-2 8 29 15,-3 2 23-15,-1 0-28 0,-3 6-29 16,1 4 50-16,1 3 21 0,-2 6 12 16,0 4-5-16,0 1 4 0,0 0-16 15,-3-3-49-15,2-4-61 0,1-2-42 16,0-6-15-16,0-5-18 0,0-2 6 0,0-2-10 15,2 0-11-15,7-2-40 0,4-6 30 16,3-3 46-16,4-3 12 0,3-4-110 16,-1-1 16-16,1 2 5 0,0 2 43 15,-4 3-101-15,-2 3 33 0,-5 6 74 0,-3 3 10 16,-1 1 30-16,-1 10 47 0,-1 1 42 16,4 5 55-16,-4 2 43 0,-2 0-41 15,0-1-61-15,1 1 3 16,1-2-45-16,-1-1-43 0,1-3 0 0,0-2-70 15,2-3-88-15,5-2-68 0,3 0 11 16,3-4-10-16,1-2-389 0,3-1-398 16,-4-6 224-16,11-10-928 0</inkml:trace>
  <inkml:trace contextRef="#ctx0" brushRef="#br0" timeOffset="95952.696">4029 8424 460 0,'0'0'2135'0,"0"0"-1349"15,0 0-352-15,0 0-92 0,0 0 52 16,0 0 40-16,0 0-93 0,-23 90-40 0,14-66-90 15,2-6-78-15,0-6-66 16,4-4-51-16,2-3-16 0,1-4-27 0,0-1 6 0,0 0-55 16,5-2-69-16,5-6 9 0,2-7 93 15,5 1 10-15,-1-7-21 0,3 2-28 16,-2-1-6-16,-1 4 15 0,-3 3 21 16,0 6 6-16,-4 3 19 0,-5 2 27 15,2 2 6-15,1 2 70 0,-3 6 30 16,6 4 1-16,0 3-40 0,5 4-31 15,-1-2-15-15,5 2 3 0,-3-2-24 16,4-3-9-16,0-2-45 0,2-1-56 16,-1-2 59-16,1-1-150 0,-3 1 61 15,-4 0-99-15,-6 0-125 0,-9 3-215 16,0 2-113-16,-13 0-471 0,-1 0-668 16,-16 8 1670-16</inkml:trace>
  <inkml:trace contextRef="#ctx0" brushRef="#br0" timeOffset="96431.48">925 9582 212 0,'0'0'3127'0,"0"0"-2579"15,0 0-375-15,0 0-1 0,0 0 73 16,0 0-63-16,0 0-105 0,0 0-49 16,0 0 30-16,89-21 37 0,-46 18-21 0,9 3-10 15,9 0 3-15,7 0-12 0,9 0 79 16,10 0 21-16,4 0-85 0,8-4-25 16,3-6-14-16,8-3-7 0,2-5 0 15,8 0 0-15,7-1 0 0,3 0 34 16,2 0-25-16,-1 3-33 0,0 0-24 0,2 3 10 15,-1-1 14-15,3 3 15 16,3 0-13-16,-4 3 0 0,-1 2 7 0,-8-1-9 16,-5 3-18-16,-7 0 3 0,-7 1 3 15,-6 0 11-15,-6 2-24 0,-8-1 24 16,-5 2-14-16,-3 0 15 0,-7 0-1 16,-8 0-11-16,-4 0 10 0,-10 0 1 0,-7 0 1 15,-6 0-3-15,-9 0 1 0,-4-1 0 16,-10 1-31-16,0 0 6 0,-7 0 24 15,-2 0-19-15,-2 0-8 0,-2-2-12 16,0 2-19-16,0-1-18 0,0 1-15 16,0-2-10-16,-6 2-42 0,0-5-96 15,-7 0-224-15,5 1-583 0,-12-7-491 16</inkml:trace>
  <inkml:trace contextRef="#ctx0" brushRef="#br0" timeOffset="102081.901">6502 8219 2191 0,'0'0'1223'0,"0"0"-935"0,0 0-36 0,0 0 102 16,0 0-14-16,0 0-73 0,0 0-105 16,0 0-55-16,0 0-25 0,0 0 19 15,50 21 11-15,-8-12 43 0,6-4-43 16,4-2-55-16,4 0-18 0,2-3-14 15,-1 0-23-15,1-6-2 0,-6-3-1 16,0 1-18-16,-5-5 1 0,-2-4-9 16,-6 1-27-16,-3-1-86 0,-6-2-41 15,-8 2-38-15,-4 3-133 0,-7-1-312 16,-7 6-684-16,-4-2-837 0</inkml:trace>
  <inkml:trace contextRef="#ctx0" brushRef="#br0" timeOffset="102314.655">6880 7755 1030 0,'0'0'1824'15,"0"0"-1372"-15,0 0-154 0,0 0 24 16,0 0 16-16,0 0-77 0,-8 69-70 0,16-34-53 16,2 6-34-16,1 6-3 0,1 5 18 15,4 5 12-15,1 4-40 0,-3 1-30 16,1 3-9-16,1-1-22 0,-3-2-19 15,-1-4-10-15,0-8-2 0,1-7-10 16,-3-13-19-16,2-6-10 0,-1-11-48 16,4-8-58-16,0-5 0 0,0-5 11 15,3-12-43-15,0-7-136 0,1-6-270 16,-6 4-618-16,1-16-517 0</inkml:trace>
  <inkml:trace contextRef="#ctx0" brushRef="#br0" timeOffset="102603.088">7355 8138 1850 0,'0'0'758'0,"0"0"-362"0,0 0 13 16,77 15 11-16,-53-4-86 0,-1 3-141 16,-1 5-42-16,-2 5 16 0,0 4 8 0,-1 1 21 15,-2 1 54-15,-4 3-138 0,-1 0-72 16,-5-1-19-16,-3 3 15 0,-1-4-15 16,-3-3-21-16,0-3-12 0,-1-6 12 15,-2-3 0-15,-2-8 27 0,4-2 3 16,-2-6 10-16,2 0-10 0,-4-10-30 15,1-4-9-15,-3-8-52 0,3-5-2 16,1-6 20-16,3 0 16 0,0-1-10 16,4 5-8-16,6 6-25 0,0 2 6 15,3 4 6-15,4 3-12 0,-1-2-68 0,3 3-30 16,4-1-57-16,0 2-104 0,5 0-57 16,3 1-270-16,-8 3-798 0,13 3-86 0</inkml:trace>
  <inkml:trace contextRef="#ctx0" brushRef="#br0" timeOffset="103381.523">8200 7992 2726 0,'0'0'581'0,"0"0"-191"0,0 0-41 15,0 0 47-15,0 0-69 0,0 0-118 16,88-29-63-16,-68 34-9 0,0 9-24 16,3 5-16-16,0 6 0 0,-3 6 24 0,-1 6-42 15,-3 5-31-15,-8 1-21 0,-2 4-25 16,-4-1-2-16,-2-2-12 0,0-2-33 15,-2-7-46-15,-2-10 10 0,1-8 11 16,2-9-3-16,1-4-18 0,0-4 0 16,0-3 2-16,0-5-8 0,2-9 21 15,7-6-50-15,1-5-15 0,3-8-4 16,0-3 3-16,2-3 15 0,1-2 56 16,1 1 55-16,1 3 16 0,1 2 2 15,1 10 82-15,-4 9 34 0,0 6 9 0,-6 9-23 16,-2 4-21-16,0 0-12 15,-2 4-4-15,1 9-5 0,-1 5-1 0,-2 3 12 16,-1 5 3-16,-2 1-27 0,-1 2-9 16,0 1-7-16,-4-2-10 0,1-4-23 15,-1-6-21-15,2-9 0 0,1-3 3 16,1-3 5-16,0-3 12 0,0-3-2 0,4-6-67 16,5-7 28-16,1-3 29 0,0-5-8 15,4-1-16-15,1-2-18 0,1 3 0 16,0 3 16-16,-1 4 36 0,0 3-16 15,-2 5 19-15,-2 6 28 0,1 1 18 16,1 2 9-16,-2 3-3 0,4 3 27 16,-1 2-12-16,-2 4-3 0,4 0-3 15,-5 3-10-15,-1 0 1 0,-3 3 6 0,-1 2-1 16,-3 3 25-16,-3 5-19 0,0 3-29 16,-6 1-34-16,-4 4-1 0,-1 3-72 15,1-1-51-15,2 1-19 0,-1-7 7 0,4-7-93 16,1-5-176-16,4-11-189 15,0-5-427-15,1-8-356 0</inkml:trace>
  <inkml:trace contextRef="#ctx0" brushRef="#br0" timeOffset="103774.696">9402 8105 3064 0,'0'0'954'0,"0"0"-775"16,0 0-11-16,10 67 218 0,-10-38 24 15,0 7-103-15,-7-1-71 0,-1 4-72 16,0 1-62-16,-1 0-20 0,-5 0-37 0,-1 1-24 16,-2-3-21-16,2-1-2 0,-5-6-19 15,3-6 9-15,1-6-24 0,0-4-22 16,5-8-8-16,-1-2 0 0,2-5-1 16,-1 0-15-16,0-7 4 0,0-5 26 15,1-2 10-15,0-8-1 0,-3-4-27 0,4-4 4 16,2 1-16-16,-2 2 5 15,7 5-38-15,0 5 50 0,2 9 19 0,2 4 46 16,7 2 37-16,2 2 12 0,5 3 6 16,2 8 0-16,5 0-9 0,-1 2 15 15,4-1 9-15,1 4-13 0,-1-4-17 16,2 3-1-16,0 0-25 0,1-1-13 16,3 3 0-16,1 6-1 0,2-1 43 15,-1 2-13-15,-3 2-30 0,-1-2-54 16,-1 2-98-16,-1 2 33 0,1 3-61 15,-1 1-92-15,-4-1-154 0,-1 0-264 0,-7-9-399 16,2 2-393-16</inkml:trace>
  <inkml:trace contextRef="#ctx0" brushRef="#br0" timeOffset="104274.915">10347 8109 1828 0,'0'0'366'0,"0"0"723"16,0 0-746-16,0 0-65 0,0 0-11 15,0 0 53-15,0 0-34 0,92 2-47 16,-56-2-59-16,2 0-49 0,-1 0-34 16,1 0-18-16,-4 0-24 0,-2 0 0 0,1-5-28 15,-3-1-10-15,-4-1-17 0,2 0-12 16,-4-1-21-16,-5-1-64 0,1 3-98 15,-7 0-76-15,-6 4-236 0,0 2-647 0,-7 0-999 16</inkml:trace>
  <inkml:trace contextRef="#ctx0" brushRef="#br0" timeOffset="104460.915">10507 8326 1269 0,'0'0'1902'0,"0"0"-1286"0,0 0-157 15,0 0-128-15,0 0-51 0,0 0-99 0,0 0-41 16,0 0 0-16,82 0 12 0,-50-4-43 16,4-2-57-16,3 0-49 0,4-3-3 15,2 0-34-15,4-1-17 0,1 2-122 16,1 0-52-16,-3-1-47 0,0 3-129 16,-12 4-309-16,13-4-864 0</inkml:trace>
  <inkml:trace contextRef="#ctx0" brushRef="#br0" timeOffset="105449.027">11464 7988 391 0,'0'0'2207'0,"0"0"-1776"15,0 0-136-15,0 0-44 0,0 0 58 16,0 0 17-16,0 0-77 0,89 32-55 15,-58-26-37-15,3 0-25 0,2-4-46 16,1-2-41-16,1 0-29 0,-2-6-7 16,-1-3-9-16,-1-6-31 0,1 2-60 0,-2-6-66 15,-3 1-27-15,-1 0-91 0,-3 0-176 16,-9 6-521-16,-5-6-816 0</inkml:trace>
  <inkml:trace contextRef="#ctx0" brushRef="#br0" timeOffset="105722.866">11795 7638 665 0,'0'0'1621'0,"0"0"-1140"0,0 0-121 16,0 0-22-16,0 0-6 0,0 0-58 16,0 0-81-16,0 0-50 0,0 0 49 15,0 0-20-15,28 75-49 0,-20-38-4 16,1 7-3-16,-3 6-55 0,-3 3-18 0,-2 4-13 15,-1 7-27-15,0 0-2 0,-3 7 1 16,-4-3 1-16,0-2-2 0,3-6 0 16,-1-8-1-16,4-13-3 0,1-10-13 15,0-11-11-15,4-6-31 0,5-8 3 16,5-4-6-16,2 0-37 0,6-10 6 16,2-7-80-16,3-4-127 0,4-8-233 15,-9 5-493-15,9-18-556 0</inkml:trace>
  <inkml:trace contextRef="#ctx0" brushRef="#br0" timeOffset="105983.831">12216 8043 790 0,'0'0'1525'0,"0"0"-906"15,0 0-184-15,0 0-36 0,0 0-12 16,0 0-67-16,0 0-70 0,0 0-72 0,84 50-28 16,-73-26-4-16,-2 0-33 0,-5 2-37 15,-1 1-40-15,-1-2-11 0,-2 0-24 16,0-3-1-16,0-4 0 0,0-3-2 15,0-4-1-15,-2-5 0 0,1-4-16 16,-1 0-5-16,2-2 9 0,0 0 15 16,0-4-1-16,0-4-12 0,0-4-42 15,5-5-18-15,-1-6 27 0,3-2 10 16,3-2-10-16,2-1-24 0,4 2-16 0,0 2-6 16,4 3-27-16,3 2-54 0,1 2-81 15,1 5-156-15,-4 4-262 0,11-2-1008 0</inkml:trace>
  <inkml:trace contextRef="#ctx0" brushRef="#br0" timeOffset="106362.558">12761 8143 1276 0,'0'0'130'0,"0"0"1114"0,0 0-893 0,0 0-48 16,0 0-58-16,0 0-8 0,0 0 81 15,0 0-56-15,16 70-80 0,-10-38-21 16,-2 4 8-16,2 1-4 0,-2 1-22 16,-3-1-39-16,1-4-31 0,-2 1-49 15,0-4-24-15,0-4-10 0,0-5-14 16,0-9-7-16,0-4-54 0,3-3-92 16,1-5-92-16,5-1-101 0,-2-4-294 15,7-13-921-15</inkml:trace>
  <inkml:trace contextRef="#ctx0" brushRef="#br0" timeOffset="106597.966">13092 8304 271 0,'0'0'2935'0,"0"0"-2455"0,0 0-174 16,0 0 1-16,0 0-38 0,0 0-54 0,-83 16-58 16,65-6-84-16,1 2-39 0,0 0-24 15,-2 4-10-15,3 1-18 0,1 1 2 16,1 1-2-16,0 1 0 0,4 2-1 15,6-5 19-15,1-1 0 0,3-2 10 16,0-1-10-16,5-1-3 0,6-3-16 16,3 1 1-16,1-3-4 0,3 0 19 15,3-3-15-15,0-3-16 0,3-1-49 16,2-1-37-16,-1-6-71 0,1 0-64 16,1-4-213-16,-7 4-499 0,9-10-103 0</inkml:trace>
  <inkml:trace contextRef="#ctx0" brushRef="#br0" timeOffset="106809.678">13375 8318 1463 0,'0'0'1421'0,"0"0"-925"0,0 0-185 15,0 0 57-15,0 0 40 16,0 0-81-16,0 0-128 0,0 0-92 0,0 0-46 16,-54 88-12-16,37-51 21 0,-3-1 21 15,3 6 33-15,-3 1-36 0,-2 4-45 16,0 2-19-16,-4 4-24 0,-1 0 0 15,0 2-18-15,1-2-25 0,0-2-48 16,4-5-42-16,6-9-10 0,5-6 21 16,3-7-34-16,8-13-71 0,0-4-85 15,0-7-201-15,3-6-283 0,9-15-733 0</inkml:trace>
  <inkml:trace contextRef="#ctx0" brushRef="#br0" timeOffset="106989.681">13294 8632 696 0,'0'0'1465'16,"0"0"-249"-16,0 0-849 0,0 0 67 0,0 0 53 16,97-19-101-16,-74 16-57 15,0-3-132-15,6-1-85 0,0-3-57 0,2-2-33 16,-2-2-22-16,1-2-33 0,-2 2-101 16,-1-3-38-16,-3 2-41 0,-5 1-65 15,-3 1-174-15,-6 3-485 0,-7 3-461 16,-1 3-559-16</inkml:trace>
  <inkml:trace contextRef="#ctx0" brushRef="#br0" timeOffset="107150.36">13519 8521 505 0,'0'0'2078'15,"0"0"-1666"-15,0 0-153 0,0 0 56 16,-39 78 82-16,32-48-27 0,4 4-67 0,3 4-45 16,0 4-47-16,0 6-31 0,3 1 2 15,4 3 70-15,-4-5-113 0,-2-4-88 16,-1-5-51-16,0-8-30 0,0-6-103 0,-1-5-67 15,-1-7-49-15,2-5-44 0,0-5-223 16,0-2-591-16,3-4-477 0</inkml:trace>
  <inkml:trace contextRef="#ctx0" brushRef="#br0" timeOffset="107290.029">13522 8840 85 0,'0'0'3205'15,"0"0"-2768"-15,0 0-219 0,0 0 98 16,0 0-9-16,77-37-52 0,-56 31-80 0,5 0-83 15,1 0-89-15,2-4-3 0,1 2-98 16,3-2-61-16,-4 0 5 0,0 0-445 16,-5 2-1004-16,-2-2-735 0</inkml:trace>
  <inkml:trace contextRef="#ctx0" brushRef="#br0" timeOffset="109084.034">7692 8699 726 0,'0'0'59'0,"0"0"-33"0,0 0 19 15,0 0 591-15,0 0-188 0,0 0-208 16,0 0-101-16,0 0-32 0,0 0-16 15,0 0-33-15,-4-5-20 0,4 5-8 16,0 0-1-16,0 0 9 0,0 0 10 0,0 0 7 16,0 0-16-16,0 0-39 0,0 0-22 15,0 0-23-15,0 0-122 0,0 0-111 16,0 0-150-16,0 0-366 0,0 0-324 16</inkml:trace>
  <inkml:trace contextRef="#ctx0" brushRef="#br0" timeOffset="110910.823">14497 7526 837 0,'0'0'300'0,"0"0"940"0,0 0-753 15,0 0-26-15,93-10-40 0,-69 22-65 16,-2 5-91-16,2 7-67 0,-5 7-26 16,-6 4-21-16,-3 7-20 0,-7 1-2 15,0 4-11-15,-3 2-29 0,-6-1-13 16,-7 2-7-16,-2 2-29 0,-6 0-13 15,-2-2-9-15,-3-5 19 0,-4-1-10 16,1-4-9-16,0-6-6 0,1-5 6 16,1-8-15-16,1-3 9 0,2-6-12 0,3-3-26 15,2-5-10-15,0-3 12 0,7-1-1 16,0-3-8-16,3-7 3 0,-3-6-25 16,-1-11-39-16,2 0 55 0,-2-4-19 15,4 1 21-15,3 3 22 0,2 5 0 0,3 6 12 16,1 1 3-16,0 7 25 0,5-3 6 15,4 5-13-15,5 2 21 0,2 0-5 16,4-1 2-16,5 5-21 0,1 0 13 16,8 0 14-16,2 0 1 0,6 6-22 15,0 0-6-15,4 1-14 0,1 4 35 16,1-3-33-16,-3 2 1 0,-2 3-3 16,-2-1-1-16,-4-1-16 0,-5 6-17 15,2 0-46-15,-6 3-51 0,-1 5-4 16,-2 2-71-16,-5 1-80 0,-6 4-182 15,-4-8-583-15,-1 11-775 0</inkml:trace>
  <inkml:trace contextRef="#ctx0" brushRef="#br0" timeOffset="116333.883">7473 10216 55 0,'0'0'424'16,"0"0"-241"-16,0 0-124 0,0 0-37 15,0 0 558-15,0 0 207 0,10-72-350 16,-10 56-125-16,0 2-55 0,0 0 1 0,-3 0 9 16,-1 2-52-16,-2 0-46 0,-2-1-18 15,1 1-39-15,-1 0-13 0,0 0-12 16,-4 3-13-16,4-2-9 0,-1 4-25 16,-1-1 3-16,3 5 25 0,1 2 15 15,-3 1 33-15,1 2-76 0,-3 10-40 16,1 6-40-16,-1 8-3 0,2 10 43 15,2 6 4-15,4 5 35 0,3 5-20 0,0 1-7 16,0-3-11-16,0-5-1 0,0-6 3 16,3-11 37-16,3-8-7 0,0-10-30 15,-2-3-3-15,4-5-22 0,-2-1 19 16,1-1 3-16,5-3 32 0,1-8 8 16,0-6-40-16,3-4-52 0,-2-8-42 15,2-5-26-15,-1-3 13 0,0-4 17 16,-3-1-14-16,0-2-17 0,-1-3 19 15,-4 0 2-15,-1-4 50 0,-3-2-28 0,-3-2 5 16,0 3 17-16,0 2 18 0,-3 5 26 16,0 6 12-16,2 8 40 0,-1 5 23 15,1 11 26-15,1 3 14 0,-2 5-10 16,2 3 0-16,0 3-15 0,0 1-23 16,0 0-15-16,-1 1-15 0,1 8-13 15,0 5-11-15,0 6 30 0,0 10 6 0,0 8-15 16,0 7 18-16,1 5-13 0,1 5-25 15,-2 4-1-15,0 1 1 0,0 0 1 16,0-5-3-16,-2-2-2 0,1-5-31 16,1-8 8-16,0-7-6 0,0-6-58 15,0-7-59-15,3-6-70 0,4-8-143 16,0-5-250-16,5-2-199 0,-4-7-612 16,4-11 443-16</inkml:trace>
  <inkml:trace contextRef="#ctx0" brushRef="#br0" timeOffset="116665.097">7672 10237 199 0,'0'0'1914'0,"0"0"-1464"0,0 0-183 16,0 0 64-16,23 71 108 0,-14-54-27 0,1-5-133 15,0-5-96-15,0-1-59 0,3-6-29 16,0 0-27-16,2-9-16 0,3-6-8 16,-2-3-44-16,0-5-67 0,3-3-53 15,-5 1-28-15,-1-1 5 0,-1 3 19 16,-4 1 15-16,2 3 31 0,-5 1 27 15,-4 5 41-15,-1 1 10 0,0 2 48 16,-6 3 34-16,-5 2-5 0,1 2-2 16,-4 1-28-16,0 2 24 0,1 2-24 15,-1 10-26-15,2 7 4 0,0 6 24 16,0 6 13-16,5 5 9 0,-2 5 0 16,5 1 6-16,0 0-13 0,-1-4-24 15,4-5-37-15,1-9-3 0,0-6-19 16,0-10-33-16,4-6-27 0,6-2-54 0,3-9 28 15,5-7-59-15,3-10-94 0,0-8-186 16,1-3-327-16,1-3-578 0,-4 9-160 0</inkml:trace>
  <inkml:trace contextRef="#ctx0" brushRef="#br0" timeOffset="116871.67">8050 9787 967 0,'0'0'124'0,"0"0"1333"15,0 0-1064-15,0 0-131 0,0 0 76 16,0 0 0-16,0 0-65 0,0 0-68 15,13 74-34-15,-7-35-2 0,-2 7-3 16,3 1-13-16,-4 3-18 0,1-2-41 16,-2 5-54-16,-2-2-40 0,0 1-2 15,0-5-32-15,0-4-2 0,1-8-19 0,0-8-12 16,1-8-16-16,-1-6-42 0,-1-6-41 16,0-4-50-16,0-3-129 0,0 0-263 15,-1-3-635-15,-2-2-936 0,-10-4 2053 0</inkml:trace>
  <inkml:trace contextRef="#ctx0" brushRef="#br0" timeOffset="117019.157">7866 10206 2617 0,'0'0'347'16,"0"0"-180"-16,0 0 120 0,0 0 112 0,0 0-35 16,0 0-35-16,80-25-101 0,-47 12-99 15,3-1-49-15,3-3-52 0,0 1-25 16,1-2-3-16,1-1-89 0,3 2-166 15,0-1-135-15,-13 5-369 0,14-4-1263 0</inkml:trace>
  <inkml:trace contextRef="#ctx0" brushRef="#br0" timeOffset="117702.099">8664 10033 1053 0,'0'0'596'0,"0"0"684"16,0 0-922-16,0 0-21 0,70 68 10 15,-55-43 3-15,-5 5-80 0,1-1-86 0,-5 1-70 16,-1-3-50-16,-4 0-36 0,-1-3-13 16,0-4-13-16,0-1-2 0,-3-2-46 15,2-9-58-15,-1-3-4 0,1-2 1 16,1-3-17-16,0-3-18 0,0-9-54 15,6-6-30-15,2-6 8 0,2-2-35 16,3-7-5-16,-3 0 21 0,5-2 6 16,-4 3 92-16,4-2 98 0,-2 7 41 15,1 3 113-15,-2 6 112 0,-2 6 29 0,-2 6-18 16,-4 3-21-16,1 3-28 16,-4 0-33-16,-1 9-15 0,0 4 29 0,0 2-19 15,0 5-53-15,-7 1-22 0,3-2-18 16,-3-1-16-16,1-2-28 0,3-4-12 15,0-6 0-15,2-4 1 0,1-2-1 16,0 0-31-16,0-1-30 0,4-10-38 16,6-3 68-16,3-5 3 0,0-3-22 15,1 1 4-15,1 0-29 0,1 3 35 16,-3 3 9-16,2 5 31 0,-4 3 39 0,0 3 30 16,-1 4-1-16,-3 0 9 0,2 7-9 15,-2 4 10-15,3 1 5 0,-2 4-9 16,0 1 27-16,1 2-12 0,-4 1 6 15,1 2-4-15,0 2-39 0,-3 0-21 16,0 0-10-16,0-2-21 0,2-2-24 16,-2-1-71-16,0-5-49 0,0-2-43 0,0-5-25 15,1-3-95-15,4-4-258 0,-4 0-592 16,7-13-887-16</inkml:trace>
  <inkml:trace contextRef="#ctx0" brushRef="#br0" timeOffset="118062.861">9577 9953 1770 0,'0'0'1394'15,"0"0"-1018"-15,0 0-215 0,23 81 28 16,-20-50 203-16,-1 0-30 0,-2-1-64 0,0 5-118 16,0-2-91-16,-3 3-44 0,-4 2-11 15,-3-1-13-15,-2-3-21 0,-1-1-2 16,0-5-53-16,-1-4-24 0,-2-4 6 0,3-5-4 15,0-3-17-15,3-3 5 0,0-7 34 16,-2-2 21-16,4 0-12 0,-1-7-13 16,-1-7 10-16,3-4-10 0,-1-6 1 15,3-4-29-15,-1-1-6 0,5 3 18 16,1 3 22-16,1 6 25 16,7 6 28-16,3 5 64 0,-1 5 27 0,6 1-1 15,-2 0-1-15,6 9-11 0,0 0-7 16,1 3 12-16,2 4-28 0,0-2-12 15,0 2-15-15,-2-1-28 0,5 2-1 16,-1 1-30-16,1 0-61 0,1-2-90 16,3 2-35-16,2-5 12 0,1-1-783 0,2-1-312 15,-9-4-119-15,10-2 1341 0</inkml:trace>
  <inkml:trace contextRef="#ctx0" brushRef="#br0" timeOffset="118474.841">10954 9970 1083 0,'0'0'2286'15,"0"0"-1855"-15,0 0-196 0,0 0-46 16,76-5 146-16,-41-2-43 0,1 2-14 16,5-1-77-16,0-3-82 0,1 0-55 15,-1 0-41-15,-2-2-23 0,-1 1-15 0,1-2-22 16,-8 0-90-16,-4 0-86 0,-6 5-53 16,-2 1-98-16,-8 5-357 0,-5 1-977 15,-6 1-195-15</inkml:trace>
  <inkml:trace contextRef="#ctx0" brushRef="#br0" timeOffset="118662.128">11238 10112 261 0,'0'0'2130'0,"0"0"-1089"0,0 0-608 0,0 0-97 16,0 0-38-16,0 0-45 0,0 0 32 16,0 0-63-16,90 7-91 0,-55-14-76 15,0-2-55-15,2-3-9 0,3 3-76 16,-1-1-22-16,-1 0-57 0,-2 2-78 15,4-2-168-15,-14 4-554 0,10-1-1112 0</inkml:trace>
  <inkml:trace contextRef="#ctx0" brushRef="#br0" timeOffset="119905.785">12380 9483 2098 0,'0'0'714'15,"0"0"-198"-15,0 0-167 0,0 0-56 0,0 0-30 16,0 0-55-16,-2 70-26 0,0-31-28 16,1 9-13-16,-1 9 0 0,-1 3-1 15,-1 8-30-15,-3 1-13 0,-2 5-9 16,-1-1-27-16,-3 1-10 0,0-2-26 16,-4-5-14-16,4-2-11 0,-1-9-15 15,2-9 0-15,3-12-28 0,3-10-39 16,1-10-9-16,2-11-43 0,3-4-79 15,0-1-57-15,0-11-180 0,0-8-273 0,0 1-613 16,8-29-460-16</inkml:trace>
  <inkml:trace contextRef="#ctx0" brushRef="#br0" timeOffset="120228.454">12399 9619 404 0,'0'0'1289'0,"0"0"319"0,0 0-1224 16,0 0-163-16,0 0 105 0,0 0 24 15,0 0-45-15,0 0-134 0,0 0-104 16,0 0-39-16,33 30 42 0,-17-4 21 16,3 9 76-16,0 4-58 0,1 6-39 15,0 3-31-15,-3 3-37 0,2 3 1 16,-4 0 8-16,0 5-11 0,-4-5-1 16,0-2-14-16,-2-7 12 0,-1-9-12 15,-2-7 3-15,1-9 10 0,-3-4-1 0,-1-8 0 16,-1-4-18-16,-1-3 3 0,1-1-1 15,-1 0-11-15,5-6 9 0,1-8 21 16,6-7 9-16,0-6 12 0,1-8-21 16,0-6-31-16,-2-3-8 0,-2-3-25 15,1-3-36-15,0-2 2 0,-1-1-54 16,-1 0-16-16,2 3-50 0,-2 3-122 0,1 5-132 16,-1 11-120-16,-1 6-137 15,0 8-383-15,-4 9-193 0,0 2 1259 0</inkml:trace>
  <inkml:trace contextRef="#ctx0" brushRef="#br0" timeOffset="120737.548">13118 10150 1482 0,'0'0'529'0,"0"0"-49"16,0 0-290-16,0 0-10 0,0 0 211 15,0 0 16-15,0 0-48 0,0 0-49 0,16 76-97 16,-7-32-71-16,-2 3 6 16,-1 1 38-16,-2-3-30 0,-2 1-46 0,-2-5-43 0,0-3-47 15,0-3-20-15,0-6-21 16,0-8-74-16,-2-5-69 0,2-8-26 0,0-2 12 16,0-6-44-16,0 0-113 0,5-11-267 15,2-3-577-15,-2 1-821 0,6-17 1700 16</inkml:trace>
  <inkml:trace contextRef="#ctx0" brushRef="#br0" timeOffset="121000.453">13326 10222 7 0,'0'0'2918'0,"0"0"-2553"0,0 0-181 16,0 0-6-16,0 0 33 0,-87 54-12 15,70-37-59-15,1-2-59 0,2 1-41 0,4-2-40 16,1-1-2-16,1 1-10 15,3-3-1-15,2 1 13 0,3-1 44 0,0 0-22 16,0 0 12-16,10-1 6 16,0 2 28-16,4 1 12 0,4-1 13 0,4 0 5 0,-2 0-39 15,3-4-26-15,1 1-33 16,1 0 0-16,-2-3 0 0,2-2-2 16,-1-2-16-16,3-2-56 0,-1 0-154 0,2-6-91 15,-1-7-237-15,-4 1-836 0,6-11-687 0</inkml:trace>
  <inkml:trace contextRef="#ctx0" brushRef="#br0" timeOffset="121205.209">13745 10132 1436 0,'0'0'1399'16,"0"0"-655"-16,0 0-473 0,0 0-142 0,0 0 113 15,-62 89 49-15,48-57-47 16,-2 4-72-16,2 4-56 0,-5 5-46 0,3 2-15 15,-6 3-9-15,-2 4-22 16,-3 3-22-16,-4-1-2 0,0 1-21 0,-2-5-98 0,1 0-13 16,3-12-24-16,6-5 12 15,4-12-7-15,9-6-45 0,3-11-154 0,4-5-439 16,3-2-1095-16</inkml:trace>
  <inkml:trace contextRef="#ctx0" brushRef="#br0" timeOffset="121400.966">13627 10576 1365 0,'0'0'2253'0,"0"0"-1885"0,0 0-120 16,0 0 68-16,0 0-2 0,102-1-35 16,-70-6-39-16,4-7-109 0,2-1-79 0,2-3-52 15,-3-4-12-15,-4-1-15 0,-1 1-95 16,-3 0-30-16,-5 3-28 0,-5-1-55 15,-3 6-95-15,-6 2-234 0,-4 4-520 0,-6 3-561 16</inkml:trace>
  <inkml:trace contextRef="#ctx0" brushRef="#br0" timeOffset="121628.895">13826 10588 101 0,'0'0'2722'16,"0"0"-2238"-16,-9 86-211 0,9-50-39 15,0 10 96-15,3 2 9 0,1 4-62 16,1-2-99-16,-2 0-71 0,-2-3-61 0,2-3-46 16,0-1-10-16,2-7-61 0,1-6-51 15,-1-8 2-15,-1-10-18 0,-1-6-100 16,1-6-228-16,-1-6-693 0,0-3-662 16,1-11 1090-16</inkml:trace>
  <inkml:trace contextRef="#ctx0" brushRef="#br0" timeOffset="121731.535">13898 10768 1197 0,'0'0'1401'0,"0"0"-835"0,0 0-266 0,0 0 3 15,0 0 47-15,81-3-86 0,-55 3-97 16,-1-3-86-16,3-6-81 0,0 1-44 0,0-4-135 16,0 0-70-16,-2-2-103 0,-1 3-235 15,-10 2-590-15,14 1-715 0</inkml:trace>
  <inkml:trace contextRef="#ctx0" brushRef="#br0" timeOffset="122452.225">14688 9483 364 0,'0'0'502'0,"0"0"788"15,0 0-940-15,0 0-41 0,36 93 22 16,-26-59 140-16,1 5-100 0,-3 0-67 16,-3 5-87-16,-2 2-47 0,-3 2-26 15,0 1-27-15,-7 0-28 0,-3-2-7 16,-4-1 0-16,-1-7-6 0,-2-4-15 15,1-7-6-15,-1-3-16 0,-1-6-20 16,0-6-17-16,1-2-2 0,2-5-58 16,-1-5-33-16,3-1-4 0,0-7-39 0,3-4 21 15,3-4 37-15,0-5 5 16,2-2 19-16,1-2-16 0,-2-4 25 0,4-2-9 16,0 1 11-16,2 3 38 0,0 6 3 15,0 5 24-15,4 6 41 0,5 3-13 0,1 6-24 16,6 0-13-16,7 0 4 0,4 8 11 15,5 3 13-15,7 6 7 0,4 1-8 16,0 2 20-16,3-1-38 0,-1 3-12 16,0-1-12-16,-6 1-46 0,-5-3-113 15,-5 4-93-15,-4-1-252 0,-8-1-822 16,-4-3-930-16,-4 7 2044 0</inkml:trace>
  <inkml:trace contextRef="#ctx0" brushRef="#br1" timeOffset="144738.604">965 12314 2315 0,'0'0'578'0,"0"0"-137"0,0 0-174 16,0 0-115-16,0 0 93 0,0 0 118 15,0 0-45-15,0 0-63 0,0 0-78 16,0 0-40-16,0 0 12 0,107 1 21 16,-64 6-73-16,6-1-43 0,-3 2-14 15,2 0-16-15,-5-2-12 0,-2-3-10 16,-3 2-2-16,-6-4-11 0,-3-1-7 0,-5 0-73 16,-5-6-45-16,0-2-37 0,-6-4-22 15,-6 0-65-15,-3-3-248 0,-4 3-524 16,-7-1-605-16</inkml:trace>
  <inkml:trace contextRef="#ctx0" brushRef="#br1" timeOffset="144939.993">1118 12328 1524 0,'0'0'1719'0,"0"0"-1452"0,0 0-150 16,0 0 41-16,3 86 216 0,7-47 27 15,0 5-84-15,6 10-97 0,-3 0-95 16,-3 2-43-16,1 1-21 0,-5 0-16 15,-3 1-39-15,-3-4-6 0,0-2-54 16,-6-5-77-16,-4-7-21 0,3-9-4 16,0-10-16-16,-1-8-56 0,3-7-86 15,-2-6-154-15,1-3-302 0,0-4-434 16,0-12 442-16</inkml:trace>
  <inkml:trace contextRef="#ctx0" brushRef="#br1" timeOffset="145205.705">1138 12852 1709 0,'0'0'737'0,"0"0"-158"0,0 0-107 0,0 0-5 15,0 0-60-15,101-30-95 0,-69 28-97 16,1 2-53-16,-1 0-9 0,-2 0-32 0,-3 2-33 16,-2 1-39-16,-2 0-35 0,-6 0-14 15,0-1-21-15,-4 0-82 0,-1 2-56 16,-5-3-27-16,-3 6-13 0,-1 2-38 16,-3 3-88-16,-4 3-26 0,-3 3 13 15,-9 3 65-15,1 3 212 0,-3-1 61 16,0-1 74-16,-2 1 85 0,3-6 18 15,2-1 25-15,5-2 2 0,0-3-31 16,6-3-61-16,3-4-71 0,1-2-41 16,2-1-43-16,11 1-54 0,8-2 7 0,6 0-52 15,11 0-12-15,6-8-7 0,1-4 10 16,2-3-232-16,-14 1-742 0,12-12-288 0</inkml:trace>
  <inkml:trace contextRef="#ctx0" brushRef="#br1" timeOffset="145604.805">2020 12766 2699 0,'0'0'565'0,"0"0"-276"0,0 0 33 16,0 0 89-16,0 0 4 0,-58 78-48 15,38-43-83-15,0 2-102 0,3 0-46 16,1-1-39-16,3-7-65 0,4-6-32 16,2-6-21-16,6-9-36 0,1-5-25 15,0-3-6-15,0-1-30 0,5-6-13 16,4-4-12-16,3-3 39 0,3-4 15 0,0-3-2 15,2 0-51-15,-1-2-36 0,1 4 1 16,-1 4 50-16,0 4 83 0,-1 8 44 16,2 3 17-16,-1 3 17 0,1 11 56 15,-1 5 13-15,2 9-17 0,1 5-58 16,-4 2-28-16,2 6 0 0,-4 2 31 16,-3 1-13-16,0 1 35 0,-4 1 17 15,-3 0-5-15,-3-1-10 0,0 1 25 0,0-5 18 16,-6-3-1-16,-3-2-45 0,-1-3-40 15,-1-6-10-15,-5-4-2 0,0-4-39 16,-1-3-16-16,-2-8 9 0,-4-2-6 16,-6-5-6-16,-1-1-12 0,-6-5-16 15,-7-6-22-15,-5-5 9 0,-5-2-46 0,-3-4-35 16,-4 3-74-16,0-2-168 0,14 7-361 16,-28-1-886-16</inkml:trace>
  <inkml:trace contextRef="#ctx0" brushRef="#br1" timeOffset="145831.838">825 13530 2917 0,'0'0'407'0,"0"0"-363"16,0 0 20-16,0 0 227 0,94-3 128 16,-55 3-90-16,8 0-82 0,7 0-66 15,8 0-25-15,7 0 48 0,3 2-70 16,5-1-49-16,0-1-33 0,2 0-32 15,-2-3-20-15,-3-5-21 0,0-3-43 16,-6-3-9-16,-2-2-39 0,-5 2 2 16,-2-1-70-16,-6 1 79 0,-2 1-105 0,-5 2-53 15,-4 0-279-15,-12 5-517 0,11 1-682 0</inkml:trace>
  <inkml:trace contextRef="#ctx0" brushRef="#br1" timeOffset="146617.433">3368 12112 2040 0,'0'0'653'0,"0"0"-207"0,0 0-41 16,0 0-67-16,0 0-27 0,27 100-44 15,-14-50-42-15,-3 10-25 0,0 14-8 16,0 8-12-16,0 8-25 0,-4 1-30 16,0 0-19-16,-2-2-43 0,-1-10-63 15,-2-8 0-15,-1-15-30 0,2-14-9 0,-1-14-19 16,4-15-30-16,0-8-91 0,6-6-92 16,4-15-63-16,5-4-177 15,-1-12-201-15,0 5-537 0,7-21-459 0</inkml:trace>
  <inkml:trace contextRef="#ctx0" brushRef="#br1" timeOffset="146884.237">3796 12528 2126 0,'0'0'720'0,"0"0"-335"0,0 0-95 0,0 0 79 16,0 0 7-16,0 0-124 0,0 0-132 16,-84 61-55-16,64-39-41 0,0 4 1 15,2 1 24-15,0 0-3 0,3-3-12 16,2 0-10-16,3-6-5 0,3-2 5 15,0-3 7-15,7-2 5 0,0-4-14 16,1 3-21-16,11-2 14 0,4 3 9 16,5 2 4-16,8 2-7 0,3 1-2 0,4 1-17 15,0-1-2-15,4-4-16 0,-3 0-51 16,1-5-52-16,1-5-53 0,3-2-37 16,-2-2-76-16,3-8-154 0,-11 1-272 15,16-13-911-15</inkml:trace>
  <inkml:trace contextRef="#ctx0" brushRef="#br1" timeOffset="147118.827">4656 12353 3109 0,'0'0'528'16,"0"0"-405"-16,0 0-101 0,0 0 120 15,0 0 171-15,0 0-18 0,-78 72-107 16,55-38-81-16,-1 8-30 0,-4 3-31 0,1 6-3 15,-3 4-9-15,-2 5 2 0,-3 6-14 16,-5 6-19-16,-5 7-2 0,-1 6-1 16,0 1-3-16,0 3 3 0,-2-6 0 15,5-3-49-15,3-7 12 0,1-9-9 16,7-10-6-16,3-10-43 0,9-10-13 16,4-11 4-16,9-10-17 0,3-11-43 15,4-3-89-15,0-14-128 0,7-9-157 0,0 3-606 16,13-17-512-16</inkml:trace>
  <inkml:trace contextRef="#ctx0" brushRef="#br1" timeOffset="147388.608">4336 13158 1269 0,'0'0'1847'0,"0"0"-1538"0,0 0-144 16,0 0 185-16,91-6 135 0,-61 6-97 15,5 0-118-15,1 0-133 0,3-1-25 0,1-3-27 16,-4-3-54-16,-4 0-31 0,-5-4-49 16,0 1-21-16,-3 0-15 0,-3-2-31 15,-4 0-52-15,-5 0-77 0,-5 1-67 16,-4 1-88-16,-3 2-206 0,0 2-471 15,-13 1-447-15</inkml:trace>
  <inkml:trace contextRef="#ctx0" brushRef="#br1" timeOffset="147556.069">4571 13091 1759 0,'0'0'636'0,"0"0"-381"0,0 0-116 0,-33 74 85 16,27-41 204-16,3 8-36 0,2 3-93 15,1 6-121-15,0-2-57 0,1 2-16 16,3 2-12-16,1-5-35 0,-1 0-27 15,-1-8-16-15,-2-3-15 0,-1-7-15 16,2-6-71-16,-1-8-56 0,-1-6-47 16,0-3-52-16,2-6-93 0,-2 0-241 15,0-3-728-15,0-12-437 0</inkml:trace>
  <inkml:trace contextRef="#ctx0" brushRef="#br1" timeOffset="147714.349">4549 13427 2711 0,'0'0'386'0,"0"0"-348"0,0 0 87 0,0 0 88 16,0 0 3-16,85 20-59 0,-60-14-50 16,2-5-48-16,1-1-59 0,-1-5-3 15,3-5-84-15,-1-6-115 0,6-2-99 16,1-2-130-16,3-1-340 0,-8 3 196 16,14-6-409-16</inkml:trace>
  <inkml:trace contextRef="#ctx0" brushRef="#br1" timeOffset="147998.857">5317 12858 3790 0,'0'0'546'16,"0"0"-521"-16,0 0 30 0,0 0-51 15,0 0 110-15,104-8 22 0,-59 5 14 16,7 3-36-16,2-3-26 0,3-1-85 16,-7-1-3-16,-4-2-55 0,-7 0-42 15,-6 1-57-15,-5-1-53 0,-7-2-84 0,-6 3-149 16,-5 3-291-16,-10 0-783 0</inkml:trace>
  <inkml:trace contextRef="#ctx0" brushRef="#br1" timeOffset="148164.903">5470 13059 749 0,'0'0'2565'0,"0"0"-2143"16,0 0-337-16,0 0-28 15,0 0 37-15,0 0 13 0,0 0 34 0,57 68 33 16,-29-68-72-16,6 0-74 0,1-11-28 15,1 0-71-15,0-4-75 0,0 0-69 16,-2-2-72-16,-4 2-150 0,-7 3-609 16,3-3-768-16</inkml:trace>
  <inkml:trace contextRef="#ctx0" brushRef="#br1" timeOffset="148705.02">7100 12389 2674 0,'0'0'424'16,"0"0"-169"-16,0 0-77 0,0 0 85 15,0 0 58-15,0 0-75 0,0 0-67 16,0 0-74-16,-85-21-59 0,62 28-12 0,-4 5-9 16,-2 4 5-16,-4 6 1 0,0 3 3 15,-2 8 9-15,-1 4-6 0,1 4-4 16,-2 7-30-16,5 4 16 0,2 6 2 16,7 3 19-16,4-1-19 0,9 3-6 15,5-5 4-15,5-1 23 0,9-7-2 16,9-6 67-16,8-4-13 0,5-8-33 0,8-8-61 15,3-7 0-15,6-6-16 16,5-8 4-16,2-3-15 0,1-6 0 0,-3-5-10 16,-4-5-27-16,-4-4-42 0,-8-7-38 15,-8-4-73-15,-2-3-122 0,-11-2-230 16,-3 9-708-16,-10-7-854 0</inkml:trace>
  <inkml:trace contextRef="#ctx0" brushRef="#br1" timeOffset="148905.582">6874 12676 2951 0,'0'0'540'0,"0"0"-296"0,0 0-156 0,0 0 53 16,0 0 92-16,0 0 6 0,0 0-60 0,36 78-62 16,-17-39-37-16,-1 7 6 0,0 4 9 15,-1 4 33-15,-6 0-64 0,0 1-64 16,-4-8-6-16,-3-3-98 15,0-8-82-15,2-7-72 0,3-10-101 0,7-9-147 16,-5-6-450-16,17-9-455 0</inkml:trace>
  <inkml:trace contextRef="#ctx0" brushRef="#br1" timeOffset="149209.918">8208 12140 4124 0,'0'0'589'0,"0"0"-528"0,0 0-61 16,-53 69 0-16,30-30 46 0,-6 10 129 16,-3 13 8-16,-2 10-64 0,-7 11-74 15,-3 6-20-15,-2 7-25 0,-6 4 0 16,-3 4-12-16,-2-1-70 0,-2-1-34 15,2-5-12-15,1-5 2 0,4-5 40 16,9-6 31-16,7-7 52 0,10-4-37 16,7-8-182-16,9-11 89 0,4-12 8 15,6-11-66-15,-1-14-114 0,1-9-257 16,0-5-619-16,1-11-526 0</inkml:trace>
  <inkml:trace contextRef="#ctx0" brushRef="#br1" timeOffset="150436.607">8230 12773 2126 0,'0'0'550'0,"0"0"-312"15,0 0-62-15,0 0 112 0,0 0 70 16,0 0-66-16,0 66-72 0,-1-28-50 16,1 9-27-16,0 7-14 0,0 8-30 15,0 3-4-15,0 5-16 0,0 1 1 16,-5-2-22-16,-2-3-49 0,0-8-9 15,-2-8-24-15,2-12-56 0,4-14-6 16,2-10-55-16,-1-7-46 0,2-7-83 16,0-7-134-16,0-2-353 0,6-18-899 0</inkml:trace>
  <inkml:trace contextRef="#ctx0" brushRef="#br1" timeOffset="150664.819">8324 12869 1205 0,'0'0'1982'0,"0"0"-1647"0,0 0-186 0,10 81-4 0,-5-47 116 15,3 7 78-15,-2 0-42 0,-1 4-92 16,2 2-91-16,-4 0-44 0,-1 1-18 16,-2 1-19-16,0 1-31 0,-12-2-2 15,1 1-58-15,-6-2-67 0,1-4-13 16,-3-5-55-16,4-4-5 0,1-5-41 15,2-10 13-15,5-5-31 0,1-9 7 0,1-5-229 16,3-1-686-16,1-15-351 0</inkml:trace>
  <inkml:trace contextRef="#ctx0" brushRef="#br1" timeOffset="151017.395">8393 12952 2794 0,'0'0'426'0,"0"0"-215"0,0 0-65 0,0 0 46 16,76-11 120-16,-48 11-97 0,2 2-66 16,-1 2-74-16,2 2-45 0,-3 1-26 15,-5 1 14-15,-3 1-6 0,-3 1-11 16,-8 3-1-16,-5 3-34 0,-4 5-6 16,0 4-31-16,-10 3-19 0,-7 4-37 0,-6 2-10 15,0-1 26-15,-3-2 51 0,0-1 60 16,0-2 14-16,2-4 30 15,2 0 22-15,0-4 10 0,2-2-1 0,4-1-10 16,5-3-3-16,4-2-9 0,5-3 6 16,2 3 9-16,4 0-3 0,11 2-65 0,4 1 12 15,4 0 7-15,2 2 21 16,6-3-3-16,-1 3 30 0,3-2-27 0,0 0-27 16,-2-3-10-16,0-2-3 0,1-3-62 15,0-1-86-15,-2-6-93 0,0 0-94 16,-4-2-157-16,-4-3-718 0,1-5-855 15</inkml:trace>
  <inkml:trace contextRef="#ctx0" brushRef="#br1" timeOffset="151171.588">9358 13527 2028 0,'0'0'2187'16,"0"0"-1861"-16,0 0-280 0,0 0 56 15,-30 66 21-15,16-49 24 0,-2 1-104 0,-3 0-43 16,-1 0-144-16,-5-1-86 16,-2 2-102-16,6-5-270 0,-16 11-804 0</inkml:trace>
  <inkml:trace contextRef="#ctx0" brushRef="#br1" timeOffset="153681.116">12696 12341 1125 0,'0'0'566'0,"0"0"-335"15,0 0-82-15,0 0 362 0,0 0-35 16,0 0-160-16,0 0-191 0,-10 73-8 0,10-40 28 16,0 4 47-16,0 1-28 0,0 5-15 15,-3 0-34-15,-3 1-16 0,-4-1-18 16,-1 1 14-16,-6-2 1 0,-1 2-7 15,-2-4-10-15,1 0-8 0,-2-4-10 16,1-5-24-16,-1-1-7 0,1-5-30 16,0-5-1-16,1-3-45 0,-1-5-30 15,4-3-4-15,2-5-2 0,-2-2-11 16,3-2-8-16,1 0-4 0,1-6 56 16,4-3 15-16,1-1-19 0,0-6 22 15,3-1 0-15,2-2 29 0,1-4 2 16,0 0 0-16,0 1 15 0,0 0-15 15,0 3 3-15,0 3 0 0,3 4-2 0,-1 1 12 16,3 4 9-16,-1 4-1 0,5 0 1 16,4 3 43-16,3 0 21 0,5 0-2 0,2 0-29 15,5 5 3-15,-1 2 7 0,6 0 2 16,0 2-18-16,2-1 6 0,-2 3 0 16,2-1-30-16,-1 2-4 0,-2 3-9 15,-2 1-9-15,-2 0 16 0,-4-2-19 16,-3 0-17-16,-4-2-47 0,-3 0-37 15,-1 0-30-15,0-4-11 0,-2 1-36 16,0-1-52-16,-1-2-80 0,1-4-122 16,-1-2-238-16,-4 0-626 0,7-5-287 0</inkml:trace>
  <inkml:trace contextRef="#ctx0" brushRef="#br1" timeOffset="153866.15">13167 12753 2111 0,'0'0'1388'0,"0"0"-1025"0,0 0-175 15,0 0 69-15,0 0 74 0,0 0-79 0,0 0-78 16,95-10-140-16,-76 4-34 0,3 0-61 16,-4 0-77-16,-2-3-62 0,0 4-59 15,-6 0-108-15,-2 2-188 0,-5 2-644 16,-3 1-554-16</inkml:trace>
  <inkml:trace contextRef="#ctx0" brushRef="#br1" timeOffset="154037.997">13133 12901 186 0,'0'0'2412'0,"0"0"-1987"0,0 0-233 16,0 0 25-16,0 0 81 0,0 0 3 15,0 0-25-15,0 0-69 0,0 0-95 0,0 0-42 16,85 13-44-16,-64-17-26 15,1-3-71-15,0-2-52 0,1 2-72 0,1-2-109 16,-8 2-216-16,7-3-834 0</inkml:trace>
  <inkml:trace contextRef="#ctx0" brushRef="#br1" timeOffset="154720.97">13987 12650 2085 0,'0'0'544'0,"0"0"-213"0,0 0-148 16,0 0 97-16,0 0 62 0,0 0-39 16,0 0-94-16,0 0-54 0,0 0-7 15,0 0 31-15,-87 41-41 0,71-10-40 0,-2 9-6 16,2 7 23-16,-1 5 59 16,0 2-47-16,1-3-36 0,0-2-48 0,3-5-16 15,2-6-12-15,1-7 0 16,4-8 9-16,3-9-2 0,3-7-22 0,0-4-55 15,0-3-2-15,7-5 8 0,3-7 10 0,3-7 27 16,4-5-3-16,-1-6-43 0,3-2-21 16,0-2-9-16,0-1-1 0,-1 3 35 15,-2-1 17-15,1 1-9 0,-2 3 3 16,-1 5 28-16,-4 4 6 0,1 5 9 16,-5 7 37-16,0 6 21 0,-1 2 6 15,1 2 30-15,2 9 19 0,2 3-25 16,2 5-24-16,-1 4-22 0,4 8-12 15,-4-1 10-15,2 3-16 0,-1-2 24 16,-2 1-30-16,3-4 4 0,-2-5-22 16,1-5 0-16,-1-6-15 0,0-4-22 15,1-4-75-15,-1-4-6 0,2 0-22 0,1-3-24 16,-1-3-17-16,3-6-52 0,-2 1-128 16,2-1-133-16,-7 0-236 0,5-7-702 15</inkml:trace>
  <inkml:trace contextRef="#ctx0" brushRef="#br1" timeOffset="154915.237">14371 12901 3491 0,'0'0'681'0,"0"0"-377"0,0 0-54 16,0 0 127-16,0 0-30 0,0 0-68 15,98 18-113-15,-74-21-94 0,2-7-72 16,0-5-24-16,3-1-45 0,-2-3-52 15,-2-2-22-15,-2 0-8 0,-3-3-56 0,-1 2-98 16,-6 1-218-16,-3 0-261 0,-6 6-585 16,-4-6-450-16</inkml:trace>
  <inkml:trace contextRef="#ctx0" brushRef="#br1" timeOffset="155089.701">14575 12504 2624 0,'0'0'476'0,"0"0"-144"0,0 0-110 15,0 0 33-15,-5 92 24 0,3-52-14 0,2 5-49 16,0 2-26-16,0 0-28 0,0-1-27 16,0-2-53-16,0-1-45 0,-3-5-37 15,-1-1-27-15,-2-5-101 0,1-2-67 16,0-6-45-16,5-6-75 0,0-3-123 16,0-8-358-16,0-4-1092 0</inkml:trace>
  <inkml:trace contextRef="#ctx0" brushRef="#br1" timeOffset="155738.165">14922 12357 1296 0,'0'0'1031'0,"0"0"-492"16,0 0-161-16,18 77-63 0,-17-39-44 16,-1 8-51-16,0 2-75 0,-5 2-64 15,-4 0-22-15,-2 2-3 0,0-5-10 16,1-4 7-16,2-8-16 0,1-8-37 15,2-8-1-15,2-7-21 0,2-4-30 16,1-6-35-16,0-2-16 0,0 0 4 16,6-1-8-16,4-6 34 0,4-2-15 15,2-2 19-15,3-1 22 0,1 2-10 0,-3 1-12 16,0 4 15-16,-2 2 54 0,-2 3 35 16,-2 0 82-16,0 8-1 0,1 1 13 15,-3 1 22-15,0 5-17 0,-2-1 30 16,-3 1-28-16,-1 1 3 0,-3 0-7 15,0 1-31-15,-1 2-31 0,-8-2-18 16,0 2-18-16,-2-1-7 0,-2-2-2 16,1-3-25-16,-1-1 0 0,-1-4-52 0,4-1-21 15,0-6-10-15,3-1-30 0,2-4-44 16,4-10-31-16,1-4-98 0,1-7-106 16,8-5-339-16,-1 6-585 0,11-12-300 15</inkml:trace>
  <inkml:trace contextRef="#ctx0" brushRef="#br1" timeOffset="155891.294">15299 12815 1554 0,'0'0'1409'0,"0"0"-1089"16,0 0-110-16,0 0 103 0,0 0 64 15,0 0 2-15,0 0-50 0,78 60-143 16,-78-48-73-16,0-1-37 0,0 0-45 16,0-2-31-16,-3-2-18 0,-3 0-49 15,-1-2-46-15,-3-1-19 0,0-2-52 16,-1-2-114-16,-1-2-152 0,4-2-545 0,-2-8-568 15</inkml:trace>
  <inkml:trace contextRef="#ctx0" brushRef="#br1" timeOffset="156035.915">15415 12578 630 0,'0'0'2429'0,"0"0"-1947"0,0 0-211 0,0 0 60 0,0 0 45 16,87-14-121-16,-67 8-120 0,0 3-135 15,-1-4-18-15,1 0-126 0,-4 0-112 16,0 1-102-16,-6 3-212 0,4-1-715 0</inkml:trace>
  <inkml:trace contextRef="#ctx0" brushRef="#br1" timeOffset="164013.852">16567 12533 59 0,'0'0'1680'0,"0"0"-1181"16,0 0-211-16,0 0-130 0,0 0 68 16,0 0-47-16,0 0 10 0,0 0-24 15,0 0-3-15,0 0-13 0,0 0-14 16,38 48-35-16,-30-26 2 0,2 8-49 15,0 2 18-15,-2 3 1 0,1 1-7 16,-3 0 0-16,-1-2-9 0,-2-3-16 16,-3-3-38-16,1-4 1 0,-1-3-3 0,0-4-3 15,0-5-34-15,0-4-18 0,0-3-48 16,0-5-34-16,0 0-26 0,0 0-48 16,0-9-149-16,2-2-177 0,-2 1-577 15,0-11-330-15</inkml:trace>
  <inkml:trace contextRef="#ctx0" brushRef="#br1" timeOffset="164250.272">16656 12706 166 0,'0'0'1794'0,"0"0"-1312"0,0 0-114 16,0 0-44-16,0 0-11 0,0 0-6 15,0 0-34-15,0 0-38 0,0 0-70 16,93 35-45-16,-66-33-30 0,3-2-25 0,6 0-13 15,2 0-9-15,2-4-13 0,3 1-5 16,-1 2 3-16,4 1-16 0,0 0 7 16,2 0-17-16,-2 1-3 0,1 2 1 15,0-2-12-15,-3 0-2 0,-5-1 13 16,0 0-26-16,-3-2-10 0,-4-4-39 0,-2-2-60 16,-4-3-40-16,-3 1-29 0,-6 0-12 15,-6-1-50-15,-4 0-158 0,-6-1-187 16,-1 4-504-16,-3-4-85 0</inkml:trace>
  <inkml:trace contextRef="#ctx0" brushRef="#br1" timeOffset="164566.749">17362 12551 460 0,'0'0'616'0,"0"0"-17"0,0 0-106 15,0 0-179-15,0 0-46 0,0 0 111 16,0 0-83-16,0 0-51 0,0 0-59 15,79 7-42-15,-61-1-21 0,2 2-17 16,2-1-10-16,4 4 4 0,-2-1-26 16,2 0-12-16,0 2-4 0,-3-1-27 15,0-3-15-15,0 4 2 0,0-5-18 0,-4 2 0 16,1 0-1-16,-7-1-2 0,0 0 3 16,-6 1-25-16,-4 2-33 0,-3 3 45 15,-5 3-2-15,-10 4-10 0,-5 3-43 16,-7 2-22-16,-2 1 13 0,-3 0 27 15,0-1-6-15,2-2-25 0,1-3-33 16,0-2-30-16,5-5-55 0,1-2-131 0,4-3-234 16,6-4-630-16,2-2-273 0</inkml:trace>
  <inkml:trace contextRef="#ctx0" brushRef="#br1" timeOffset="165537.152">18288 12543 1672 0,'0'0'655'15,"0"0"-132"-15,0 0-161 0,0 0-31 0,0 0-25 16,0 0-38-16,0 0-32 0,85-3-41 16,-68 15-56-16,3 5-31 0,-4 4-13 15,1 4-6-15,-5 5-13 0,-1 2-24 16,-6 2-22-16,-2-2 4 0,-3-3-22 16,0 0-10-16,-5-5-2 0,-2-2-23 15,2-4-5-15,-1-5-8 0,1-2 2 0,1-4 4 16,1-2-16-16,0-3-6 0,3-2 3 15,0 0-31-15,0-5-9 0,0-4 3 16,0 1-19-16,4-8 40 0,4-2-16 0,2-4 44 16,3-4 15-16,1 0-9 0,0-3 13 15,0-1-14-15,1-3 29 16,0-2 0-16,-1 0 1 0,1-1-1 0,-2 1-16 16,1 4-6-16,-2 4 22 0,0 4 2 15,-3 7-5-15,0 4 6 0,-1 7 56 16,-3 5 10-16,1 0 20 0,-4 8 32 15,3 5-4-15,-2 6-43 0,-3 6 9 16,0 4-18-16,-2 3-23 0,-6-2 13 16,-1 0-18-16,0-2-19 0,2-8-15 15,1-4-15-15,3-6 0 0,2-5-4 16,-1-2 4-16,2-3-15 0,0 0-35 0,0-3 16 16,6-4-19-16,3-1 19 15,5-7 0-15,2-1 24 0,4-5 10 0,-1-2-4 16,4-1-15-16,0 0 16 0,0 2 18 15,1-1 3-15,1 1 21 0,-2 6 35 16,0 3-7-16,-4 5-2 0,1 6-1 16,-3 2 3-16,-2 2 31 0,1 8 9 0,-2 4-6 15,-1 4-4-15,0 6-15 0,-1 1-6 16,-2 5-6-16,-4 0-9 0,-1 1-10 16,-5-2-15-16,0-2-21 0,0 0-29 15,0-2-71-15,-5 1-35 0,-3-1 1 16,-2-3-10-16,3-1 0 0,3-7-38 15,1-3-66-15,3-8-106 0,1-3-187 16,7 0-170-16,0-5-458 0,12-11-212 0</inkml:trace>
  <inkml:trace contextRef="#ctx0" brushRef="#br1" timeOffset="165939.244">19520 12593 2977 0,'0'0'412'0,"0"0"-278"16,0 0-27-16,4 67 99 0,-4-37 155 0,0 1-72 16,-6 5-95-16,1 0-68 0,-5 4-37 15,-2-2-3-15,-4 3-22 0,-3 0-15 16,-4 2-16-16,-1-3-17 0,1-4-14 16,1-5 0-16,1-6 1 0,2-6 18 15,3-4-6-15,0-6-15 0,3-3-35 0,-1-6-20 16,1 0-40-16,1-8 34 0,2-5-3 15,3-4-50-15,4-6 25 0,3 1 30 16,0-6 19-16,0 1 15 0,8 0-12 16,0 1-18-16,1 5 52 0,1 4-13 15,0 6 16-15,1 3 25 0,0 4 15 16,1 4 16-16,1 0 12 0,5 7-7 16,-1 2-21-16,3 3 12 0,5 0-15 15,-1 0 22-15,7 1-32 0,0-1 4 0,0 0-1 16,-1-4-28-16,-3 1-2 15,-1-3-22-15,0 2 21 0,-3-1-29 0,-3-1-31 16,-1 0-86-16,-1 1-17 0,-3 2 6 16,2 0 71-16,-1 1-59 0,-4-1-58 15,-5-2-384-15,2 1-815 0</inkml:trace>
  <inkml:trace contextRef="#ctx0" brushRef="#br1" timeOffset="166423.892">20042 12589 2820 0,'0'0'451'15,"0"0"-231"-15,0 0-128 0,0 0 123 0,0 0 168 16,0 0-29-16,93-14-86 0,-65 13-66 16,5-1-37-16,1-1-34 0,5-2-28 15,0-1-33-15,0 1-30 0,-1-2-25 0,-1 0-15 16,-1-4-11-16,0 1-44 0,-3-2-60 15,-7 0-59-15,0 1-21 0,-6 0-26 16,-7 4-97-16,-3 0-182 0,-5 2-292 16,-8 4-705-16</inkml:trace>
  <inkml:trace contextRef="#ctx0" brushRef="#br1" timeOffset="166592.843">20168 12739 3079 0,'0'0'535'0,"0"0"-302"16,0 0-182-16,0 0 39 0,0 0 68 16,0 0 26-16,0 0-42 0,106 27-43 15,-66-22-68-15,2-4-31 0,1 0-43 0,3 1-81 16,-4-2-75-16,0 0-89 0,-6-2-113 0,-9 0-555 16,3-1-1038-16</inkml:trace>
  <inkml:trace contextRef="#ctx0" brushRef="#br1" timeOffset="167622.84">21379 11809 1577 0,'0'0'416'16,"0"0"-244"-16,0 0 216 0,0 0 239 15,0 0-229-15,0 0-143 0,0 0-76 16,0 0-34-16,0 0-20 0,-71 73-4 16,56-50-25-16,0 4-13 0,1 6-15 15,2 5 15-15,-1 5 13 0,3 6 2 16,0 5-4-16,1 5-5 0,0 5-28 15,1 4-50-15,2 6-11 0,3 1-2 16,3 4-16-16,0 1 16 0,0 3 0 0,9-2-1 16,5-2-49-16,1-2-37 0,5-6 4 15,4-8-20-15,4-7-17 0,6-6-51 0,5-5-47 16,3-3-87-16,1-4-252 0,-9-12-640 16,13 4-559-16</inkml:trace>
  <inkml:trace contextRef="#ctx0" brushRef="#br1" timeOffset="168312.285">23813 12089 661 0,'0'0'1147'0,"0"0"-560"0,0 0-129 0,0 0-26 15,0 0 9-15,85 15-56 0,-60-4-40 16,0 2-58-16,4 0-61 0,1 4-6 15,1 2-49-15,0 0-53 0,1 3-36 16,-2 3-27-16,1 6-7 0,-3 5-6 16,0 7 1-16,-5 10 5 0,-1 5-9 0,-6 6 13 15,-5 4-25-15,-7 2-9 16,-4 1-18-16,0 1-21 0,-11 0-3 0,-2-5-31 16,-6 0-17-16,0-4-19 0,-2-5-6 15,-2-3 0-15,0-5 0 0,-3-7 15 16,1-1-10-16,-1-7-39 0,4-3-37 15,0-3-50-15,0-4-57 0,-1-2-70 0,3-3-262 16,3-7-642-16,-9 4-687 0</inkml:trace>
  <inkml:trace contextRef="#ctx0" brushRef="#br1" timeOffset="173624.259">22017 12049 1015 0,'0'0'531'0,"0"0"-515"0,0 0 4 15,0 0 376-15,0 0-59 0,0 0-27 16,0 0-104-16,0 0-6 0,0 0-31 16,0 0-3-16,-10-66 12 0,9 62-1 15,1 0-35-15,-3 1-20 0,3 0-27 16,-3 2-17-16,-1-2 3 0,0 0-18 0,-2 3 17 16,1 0 7-16,-1 0-22 0,-3 0 3 15,1 0-47-15,-2 0 4 0,-3 4-6 16,-1 4-16-16,-3 2-2 0,1 3 20 15,-3 5-5-15,2 1-13 0,-1 5-1 0,0 1 16 16,3 1-17-16,1 0 15 16,5-3 14-16,3-3 13 0,1-2 13 15,3-2-14-15,2-1 4 0,0-3 0 0,0-3-3 16,3-1-15-16,1-2-10 0,2-4-18 16,2 2-1-16,3-4-14 0,1 0-7 15,2 0 4-15,3-4-28 0,2-5-21 16,0-3-4-16,2 0 4 0,-1-4-10 15,-1 2 3-15,0-2-9 0,-1 2 12 16,-1 1 9-16,-2-1 18 0,1 1 29 16,-2 0-7-16,-2 1 8 0,-2 0 14 15,2 1 12-15,-5 3-9 0,-1 1 13 0,-3 3-1 16,0-1 1-16,-2 4 2 0,-1 1 19 16,0 0-6-16,0 0-9 0,0 0 9 15,0 3-19-15,-1 2 28 0,-2 4 1 16,0 1 5-16,0 4-19 0,0 3 13 15,0 1-6-15,2 0 0 0,1 0 6 16,0-3-19-16,0 2-8 0,1-4-13 0,3 0 1 16,2-4 0-16,2 0 16 0,1-4-17 15,-1 2-37-15,0-3-12 0,4 0 9 16,-1-1-30-16,0-2-29 0,3 1-37 16,0-2-7-16,1 0-3 0,-1 0-11 15,3 0-60-15,-1 0-124 0,1 0-164 16,-5 0-208-16,7 0-361 0</inkml:trace>
  <inkml:trace contextRef="#ctx0" brushRef="#br1" timeOffset="175882.379">21977 12815 147 0,'0'0'326'15,"0"0"-190"-15,0 0-136 0,0 0-127 0,0 0-69 16,0 0-29-16</inkml:trace>
  <inkml:trace contextRef="#ctx0" brushRef="#br1" timeOffset="176541.488">21977 12815 199 0,'1'-6'352'0,"-1"5"-120"0,0 1-60 0,2 0-74 0,-1 0-36 16,-1 0-46-16,2 0 40 0,-1-2-34 16,-1 0 11-16,0 2-4 0,0-1 4 15,0 1 195-15,2 0-20 0,-2 0-30 16,0 0-6-16,0 0 152 0,1 0-20 15,-1 0-153-15,2 0-32 0,-1 1 22 16,1-1-23-16,-1 4-10 0,0-3 102 16,2 1 21-16,0 2-124 0,-3-3-1 15,3 5-4-15,-3 0-6 0,3 5-15 0,-3 2-22 16,0 4-22-16,0 3 16 16,0 5 0-16,0 4 12 0,0 5 12 0,0 3 9 15,0 4-3-15,-4 1-6 0,1 2-38 16,-2-1-2-16,3-2-15 0,-3-4-19 15,2-2 33-15,0-4 1 0,0-5 3 16,3-5-38-16,0-7-2 0,0-3 0 0,0-4-12 16,0-2-1-16,0-2 1 0,0-2 0 15,0-1-6-15,3 0 5 0,-3 0-45 16,3-1 15-16,0-3-3 0,2-2 16 16,3-2 30-16,2-2 6 0,3-2 9 15,1-2-15-15,-2-1-3 0,1 0-37 16,1-1 25-16,-2 3 12 0,2-3 2 15,-3 2-15-15,0 3 16 0,-1 0 0 16,-3 2-3-16,1 5 3 0,-1-1 1 0,1 1 24 16,-3 1 3-16,1 2 5 0,-1 1-2 15,1 0-16-15,1 3 1 0,0 2 14 16,-1 4-5-16,2 0 8 0,0 3 1 16,-1 0 0-16,-2 3-13 0,0-2 3 15,0 0 7-15,-1 0-7 0,0-1-9 0,-2 0 1 16,-1-2-4-16,-1 0-9 0,0 1 9 15,0-3-9-15,-1 1 9 0,-3 0-11 16,2-2-1-16,-4 0-18 0,2-2 3 16,-2 1 12-16,0-1-22 0,-3-3-11 15,0 0 5-15,0 2 10 0,-2-4-10 16,-1 2-5-16,0-2-13 0,-3 2 3 16,2-2 6-16,-3 0-15 0,1 0 0 15,1-4-1-15,1-2-5 0,-1 1-22 16,1-3-35-16,-1 1 7 0,2 0-29 15,2-3-26-15,1 3-20 0,0-3-94 0,5 3-48 16,0-2-127-16,1 2-188 0,1 1-159 16,-1 0-499-16</inkml:trace>
  <inkml:trace contextRef="#ctx0" brushRef="#br1" timeOffset="192705.12">22949 12141 859 0,'0'0'1340'0,"0"0"-843"0,0 0-102 15,0 0-75-15,0 0-19 0,0 0-6 16,0 0-59-16,0 0-4 0,0 0-62 16,92-10-44-16,-68 10-43 0,3-3-25 0,-1 1-3 15,-1-1-3-15,1-2-18 0,-1 3-19 16,-5-2-13-16,-1-1-2 0,-4 2-1 15,-2-1-32-15,-4 1 8 0,-4 1-67 16,-2 1-24-16,0 0-53 0,-3-1-57 16,0 1-85-16,0-2-130 0,0 3-264 0,0-10-608 15</inkml:trace>
  <inkml:trace contextRef="#ctx0" brushRef="#br1" timeOffset="193281.68">23407 11590 1117 0,'0'0'36'0,"0"0"1377"0,0 0-998 16,0 0-92-16,0 0 125 0,0 0-105 16,0 0-38-16,18 88-95 0,-15-56-65 0,-3 7-62 15,0 1-28-15,0 4-34 0,-4 1-3 16,-4 2-18-16,-3 0-3 0,0 3-25 16,-4-4 26-16,4-3-19 0,-1-7-35 15,7-6-11-15,0-6-4 0,4-6 22 16,1-5-13-16,0-6 3 0,0 0-2 15,0-5-26-15,1 0-22 0,4-2 0 0,0 0 5 16,4 0-3-16,1-6 41 0,0-2 16 16,4-3 50-16,1-2 0 0,-1 1 0 15,-1-1 0-15,-1-1 9 0,-2 5 23 16,-1-1 12-16,-3 3 19 0,0 6-7 16,0-2 14-16,-1 3-8 0,0 0 4 15,4 0 27-15,1 6-3 0,0 1-22 16,0 3-15-16,2 2-4 0,-1 0-15 15,-2 1-12-15,1 3-19 0,-3-2 15 16,-2-1 10-16,-2 1-10 0,0 0-14 0,-3 2 11 16,0-3 0-16,0 2 19 0,-3-2-19 15,-3 0 7-15,1-4-19 0,0 2 19 16,-4-6-7-16,3 1 5 0,-4-3-20 16,1 2-27-16,-5-5-19 0,2 0 6 0,-2 0-34 15,0 0 3-15,-2-6-28 0,1 0-28 16,-2-5-84-16,1-1-31 0,-2 0-67 15,-2-2-210-15,7 6-257 0,-8-3-563 0</inkml:trace>
  <inkml:trace contextRef="#ctx0" brushRef="#br1" timeOffset="194226.55">23461 13283 1132 0,'0'0'62'16,"0"0"1276"-16,0 0-782 15,0 0-110-15,0 0-127 0,0 0-42 0,19-75-74 16,-19 61-85-16,0 4-35 0,0 1-21 16,-2 3 18-16,-6 2 6 0,1 1 74 15,-6 3-60-15,-1 2-38 0,-6 8-41 16,-2 6 3-16,-6 8 25 0,-1 8 9 16,-4 5-12-16,2 6 8 0,2-1-17 15,4-1-16-15,5-4-18 0,7-9 12 16,7-6 10-16,6-10-1 0,0-5-24 15,14-2-1-15,1-4-36 0,7-1 13 16,2 0-15-16,5-7-40 0,-3-5 2 16,1-1-5-16,-1-4 12 0,-4 1 9 0,0-1 6 15,-2 1 18-15,-6 0 16 0,2 2 5 16,-6 1 15-16,1 2 1 0,-7 6 1 16,1 2-1-16,-5 1-1 0,0 2 1 0,2 0 19 15,-1 3 5-15,2 3 13 0,2 4 61 16,-1 3-22-16,0 3-30 0,2 2-4 15,1-2 1-15,-1 1-12 0,1-3-1 16,3-2-27-16,2-2-1 0,-1-1 10 16,4-4 0-16,-2 1-12 0,2-2 0 15,-2-3-18-15,2-1-27 0,2 0-38 16,2 0-11-16,-2-1-38 0,3-2-27 16,-1-1-78-16,1 1-135 0,-3 1-429 15,2-1-1355-15</inkml:trace>
  <inkml:trace contextRef="#ctx0" brushRef="#br1" timeOffset="198765.411">10706 14462 2330 0,'0'0'1198'15,"0"0"-863"-15,0 0-61 0,0 0 40 16,0 0-6-16,0 0-54 0,0 0-83 16,0 0-64-16,0 0-34 0,0 0-22 15,0 0-8-15,-28 68-4 0,19-32-2 0,1 12-4 16,-1 9-31-16,1 11-2 0,-5 7 2 15,1 2-2-15,0 3-1 0,1-7-32 16,1-6-34-16,4-12 12 0,2-10 28 16,4-13 6-16,0-9-22 0,0-8-48 0,2-8-37 15,2-4-31-15,0-3-4 0,2-5-21 16,3-9 23-16,2-8-97 0,-1-6-119 16,-1-7-111-16,2-5-121 0,-6-2-171 15,-2 8-219-15</inkml:trace>
  <inkml:trace contextRef="#ctx0" brushRef="#br1" timeOffset="199074.558">10670 14479 1952 0,'0'0'340'0,"0"0"-3"0,0 0-51 15,0 0 89-15,0 0 31 0,0 0-92 16,19-65-94-16,-18 65-62 0,-1 0-15 0,2 0-20 16,-1 1-24-16,6 6-41 0,3 6 28 15,3 8 55-15,7 9-44 0,-2 6-30 16,0 11-21-16,1 6-25 0,-4 8-21 15,0 3-3-15,-2-1 3 0,-1-5-18 16,1-4 0-16,-3-10 18 0,4-10 1 16,-4-7-1-16,1-8 0 0,-2-4 27 0,0-5-27 15,-2-4 1-15,-1-1-1 0,1-4 1 16,1-1 21-16,0-4 14 0,4-9 40 16,2-6-12-16,2-6-16 0,1-10-14 15,-2-7-33-15,2-7-1 0,2-7-1 16,-3-7-20-16,4-2-34 0,-3 0-21 15,3 4-24-15,0 4-1 0,-2 10 1 0,0 6-10 16,0 12 6-16,-1 6 11 0,-2 6-26 16,-3 6-45-16,-1 3-72 0,-4 4-162 15,1 2-306-15,0 2-804 0</inkml:trace>
  <inkml:trace contextRef="#ctx0" brushRef="#br1" timeOffset="201575.873">11584 14408 284 0,'0'0'1064'15,"0"0"-660"-15,0 0-70 0,0 0-120 16,0 0-72-16,0 0 17 0,0 0 377 16,0 0-255-16,0 0-119 0,0 0-32 15,0 0 14-15,-6-14 29 0,4 17 3 16,-1 4-70-16,-1 4-69 0,1 4 3 0,-2 8 7 16,2 10 24-16,3 6-15 0,0 8 9 15,0 8-7-15,0 3-18 0,1 1-20 16,1 2-20-16,-1-5-16 0,3-5-2 15,-1-8-16-15,1-10-9 0,4-9-31 16,-1-12-87-16,6-5-16 0,1-7-40 16,3-4-38-16,1-11-179 0,-2 3-685 15,8-22-753-15</inkml:trace>
  <inkml:trace contextRef="#ctx0" brushRef="#br1" timeOffset="201969.854">11961 14343 1023 0,'0'0'1259'0,"0"0"-888"0,25 65-46 15,-13-34-59-15,-1 4 49 0,0 3-44 0,-1 2-25 16,-4 1-102-16,-2 2-82 0,-4-2-28 16,0-2-16-16,-3-1-17 0,-2-5-2 15,-4-6 2-15,-1-5 10 0,1-4-10 16,-2-4-1-16,-1-2-56 0,-5-2-37 15,3-4-16-15,-5-4-11 0,4-2-3 0,-3 0-3 16,0-7-19-16,1-4 30 0,1-4 10 16,0-4 32-16,3-3 32 0,-2-3-27 15,3 0 27-15,3-2 41 16,2 5 26-16,3 2 2 0,4 6 68 0,0 4-13 16,0 5 6-16,7 2-6 0,5 3-4 15,4 0 53-15,4 6 4 0,4 4-1 0,6 3-22 16,1 1 21-16,3 5-9 0,2-2-8 15,-1 1-18-15,1-1-28 0,1-2-16 16,-4 1 41-16,-4-2-75 0,-4-3-21 16,-5 0-25-16,0-3-39 0,-5-2-87 15,0 2-81-15,-4-5-70 0,-1-2-146 16,-2 2-586-16,-1-7-580 0</inkml:trace>
  <inkml:trace contextRef="#ctx0" brushRef="#br1" timeOffset="202234.116">12414 14435 1812 0,'0'0'467'15,"0"0"-156"-15,0 0 20 0,0 0 143 0,90 14-88 16,-64-1-125-16,0 2-48 0,0 4-36 16,0 1-35-16,-1 4-37 0,1 1-7 15,-5 5-15-15,-3 4-40 0,-3 1-15 16,-7 3-19-16,-5 1-9 0,-3 2-25 15,-3-1 1-15,-9 0-19 0,-4 0-15 16,-3-2 5-16,-1-5 4 0,0-2 3 16,3-8-19-16,-2-4 7 0,3-7-41 15,3-4-66-15,-1-3-80 0,1-5-94 16,3-1-237-16,4-6-675 0,2-13-109 0</inkml:trace>
  <inkml:trace contextRef="#ctx0" brushRef="#br1" timeOffset="202417.305">12990 14590 2914 0,'0'0'489'0,"0"0"-178"0,0 0-63 0,0 0 60 15,95 18-11-15,-69-11-152 0,3 0-108 16,-2-3-17-16,-1-1-20 0,3-3-28 15,-1 0-36-15,0 0-106 0,-2-3-47 16,-4-1-80-16,-5 0-192 0,-5 2-503 16,-10 2-599-16</inkml:trace>
  <inkml:trace contextRef="#ctx0" brushRef="#br1" timeOffset="202597.779">13038 14871 2752 0,'0'0'478'0,"0"0"-341"0,0 0 44 0,0 0 173 16,0 0 65-16,0 0-103 0,77 1-147 16,-48-1-80-16,4 0-43 0,1-7-25 15,2 0-21-15,1-2-70 0,2 1-99 16,1-1-56-16,4-1-29 0,0 3-243 16,-11 0-193-16,2 0-1024 0</inkml:trace>
  <inkml:trace contextRef="#ctx0" brushRef="#br1" timeOffset="205094.155">14340 14319 1691 0,'0'0'322'0,"0"0"-128"16,0 0-22-16,0 0-4 0,0 0 382 0,0 0-247 16,0 0-132-16,0 0-22 0,0 0 2 15,0 0 12-15,41 68 32 0,-35-44-27 0,-2 0-88 16,0 2 4-16,-2 0-4 0,0-2-40 15,-2-2-37-15,0-3 49 16,0-5-15-16,0-1-21 0,0-3 11 0,-4-2 7 16,1 3-12-16,1-1 2 0,-1-1-21 15,0 0 9-15,0-2-10 0,1-1 1 16,-1-1 0-16,3-4 0 0,0 1-1 16,0-2 0-16,0 0 1 0,0 0-1 15,0 0-2-15,0 0-49 0,0 0-16 16,0-2 10-16,0 1 18 0,0 1 13 15,0 0 2-15,2-2 4 0,-2 2-16 16,0-2-7-16,0 2-14 0,0-1-13 0,0 1 0 16,1-2 3-16,-1 1 2 0,2-2 14 15,-1 0 2-15,2-4 16 0,2 1 28 16,-1-3-10-16,1 0 11 0,-2-1-14 16,2 1-12-16,-2-2 3 0,-1 3 8 15,1-3 2-15,0 3 13 0,0-3-20 0,0 0 21 16,-1 1 0-16,-1-2 1 0,2 0 11 15,-3-1-9-15,1-2 0 0,-1 2 17 16,0-2 3-16,0 2-19 0,0-2 10 16,0 0 18-16,-1 2-28 0,-5-2 13 15,2 0-16-15,-2 0-79 0,-1 0 79 16,1 0 0-16,-3 2 19 0,2 1-3 16,1 2-13-16,-1 2 41 0,3 2 3 0,-5 3-1 15,3 1 14-15,-1 0 8 0,1 2 0 16,-5 0-55-16,2 0 30 0,-1 0-31 15,0 2-10-15,-1 3 2 0,-1 1-1 16,-1 4-3-16,1 3-16 0,1 2 15 16,2 7-14-16,-1 5 15 0,3 7 1 15,0 7 2-15,4 8 12 0,0 2-3 16,3 4-11-16,-1 1 10 0,1-5 4 16,0-5 16-16,0-5 6 0,6-10 10 0,-1-9-1 15,4-6-15-15,1-6-1 0,0-5-8 16,3-4-20-16,0-1-2 0,3 0 0 15,1-10-31-15,2-4 7 0,2-6-13 16,0-4-37-16,0-4-47 0,1-3 19 0,-3 0 6 16,-1-2 43-16,-2 1-3 0,-3 1 24 15,-4 2 1-15,-3 3 31 0,-2 3 11 16,-1 7-9-16,-2 4 26 0,-1 6 31 16,1 3-15-16,-1 3-4 0,2 4 13 15,-1 7-10-15,2 3 47 0,0 7-31 16,0 7 9-16,0 1-19 0,-3 4 0 15,2-2-6-15,-2 1-39 0,0-3 11 16,1-7-3-16,-1-1-10 0,3-5 10 16,-2-3-12-16,2-5-2 0,0-2-31 15,-2-3-13-15,4-3-41 0,1 0-64 0,1-3-66 16,2-7-37-16,3-4-121 0,-4 1-314 16,3-14-784-16</inkml:trace>
  <inkml:trace contextRef="#ctx0" brushRef="#br1" timeOffset="205409.573">14672 14139 2224 0,'0'0'572'0,"0"0"-225"16,0 0-35-16,0 0 14 0,85-4-81 15,-66 6-63-15,-3 1-8 0,1 4-41 16,-3 1-55-16,-1-1-52 0,-6 2-25 15,-1 3 0-15,-4 2 27 0,-2 5-28 0,-2 5-21 16,-9 2-72-16,-7 4-43 0,1 2 55 16,-5 1-9-16,4-5 34 0,2-2 56 15,3-7 9-15,4-4 72 0,3-3-19 16,4-3-34-16,2-2-15 0,0-4-12 16,1 0 20-16,9-2 63 0,6-1-28 15,1 0-32-15,3 0-22 0,6-1-2 0,2-5 6 16,3 0-6-16,1-3-1 15,1 0-101-15,2 0-66 0,0 0-60 0,-4 1-128 16,-6 3-290-16,6-1-984 0</inkml:trace>
  <inkml:trace contextRef="#ctx0" brushRef="#br1" timeOffset="206195.174">15289 14705 1969 0,'0'0'570'16,"0"0"-244"-16,0 0-73 0,0 0 47 16,0 0-43-16,0 0-43 0,0 0-15 0,0 0-43 15,0 0-29-15,95-14-34 0,-68 10-25 16,4 0-22-16,0-3-30 0,-2 2 8 16,1-2-24-16,-1-2-9 0,-1-1 7 15,-3 0-63-15,-2-1-65 0,-4 1-19 16,-3-2-13-16,-1 1-43 0,-6-1-107 15,-3 5-223-15,-3-7-762 0</inkml:trace>
  <inkml:trace contextRef="#ctx0" brushRef="#br1" timeOffset="206489.442">15469 14324 939 0,'0'0'736'16,"0"0"-467"-16,0 0-84 0,0 0 123 0,0 0 15 16,0 0-105-16,0 0-102 0,0 0-30 15,0 0 7-15,0 0 31 0,11 12 50 16,-8-5-15-16,2 0-24 0,0 5-13 0,-2 3 11 16,3 1 23-16,0 5 2 0,-1 4-31 15,-2 1-22-15,2 2-50 0,-2 1-15 16,0 1-9-16,0 1-10 0,-3-4-19 15,0 2 10-15,0-2-12 0,0-2-15 16,0-4-19-16,0-1-6 0,0-5-3 16,0-3-18-16,0-3-10 0,0-2-34 15,2-2-32-15,0-2-59 0,2-3-84 16,0 0-138-16,2 0-164 0,-2-4-167 16,5-7-287-16</inkml:trace>
  <inkml:trace contextRef="#ctx0" brushRef="#br1" timeOffset="207045.303">15896 14114 1251 0,'0'0'452'0,"0"0"-92"15,0 0-7-15,0 0 51 0,0 0-68 16,0 0-65-16,0 0 5 0,0 0-43 16,20 75-31-16,-12-52-12 0,-2 4-29 0,0-2-47 15,1 4-31-15,-3-1-9 0,1 4 6 16,-2 0-34-16,-2 4-16 0,-1 1 1 15,0 3-16-15,-4 1-15 0,-4-1-1 16,-1-4-17-16,1-4-7 0,2-5-2 0,2-8 5 16,3-3-5-16,1-9 2 15,0-3-12-15,0-4-6 0,1 0 10 0,3-4 0 16,4-3 33-16,0-3 46 0,5-3-22 16,3-4-11-16,1 0-13 0,0 0-3 15,1 1-19-15,1 5 10 0,-3 2-2 16,1 1 13-16,-1 7 1 0,-1 1 0 15,2 0 9-15,-3 1 52 0,-1 4-45 16,-2 3-16-16,-4 0 2 0,-1 2 31 16,-4 1-2-16,-2-1 9 0,0 4-6 15,-5 0-7-15,-3 1-2 0,-7 3-23 16,-1-2 10-16,-4 0-10 0,0 2-2 0,-2-2-15 16,-1-2-34-16,3-4-25 0,4-2-30 15,2-5 2-15,4-3-27 0,3-4-94 0,2-8-47 16,1-6-25-16,4-6-146 15,0 7-314-15,0-23-704 0</inkml:trace>
  <inkml:trace contextRef="#ctx0" brushRef="#br1" timeOffset="207307.67">16282 14089 2323 0,'0'0'410'0,"0"0"-249"0,0 0 47 16,0 0 203-16,0 0-35 0,90-40-137 15,-75 38-95-15,-1 2-45 0,-4 0-18 16,1 0-20-16,-2 6-14 0,-3 3 2 16,-1 3-12-16,-4 5 0 0,-1 4-6 0,0 6-31 15,-9-2-16-15,-2 2-20 0,-1 0 2 16,2-4 24-16,2-5 10 0,3-3 28 16,5-3-6-16,0-3 2 0,2-2 13 15,5 0 6-15,7 0 31 0,-1-1-16 0,8-1-21 16,1-4-7-16,2-1-30 0,3 0-21 15,3-1-22-15,2-4-58 0,1-2-28 16,-1 0-72-16,2-1-84 0,-2-1-146 16,-10 4-275-16,7 0-884 0</inkml:trace>
  <inkml:trace contextRef="#ctx0" brushRef="#br1" timeOffset="207746.376">16956 14693 2861 0,'0'0'471'16,"0"0"-245"-16,0 0-106 0,82-14 94 15,-42 1 113-15,2 4-76 0,2-3-78 0,-1 2-78 16,-3-1-58-16,-4 1-36 0,-1 1-1 16,-5 0-52-16,-7 2-114 0,-3 1-70 15,-7 0-102-15,-5 1-252 0,-7 5-865 0</inkml:trace>
  <inkml:trace contextRef="#ctx0" brushRef="#br1" timeOffset="207925.808">17064 14789 2662 0,'0'0'478'0,"0"0"-299"16,0 0-55-16,0 0 82 0,0 0 28 15,92-10-71-15,-55 2-84 0,4-1-51 16,1-1-28-16,0-3-90 0,0 1-81 15,-2 0-148-15,-10 2-255 0,9-4-864 0</inkml:trace>
  <inkml:trace contextRef="#ctx0" brushRef="#br1" timeOffset="208901.588">18587 14658 980 0,'0'0'700'15,"0"0"-142"-15,0 0-137 0,0 0-45 0,0 0-6 16,-9-72-81-16,1 62-59 0,1-1-48 15,-3 4-20-15,1-2 0 0,-2 3-17 16,-4 4-52-16,2 1-29 0,-4 1-41 16,0 0-22-16,-3 8-2 0,0 8 1 15,-1 4-1-15,0 11 1 0,1 8 18 0,1 4 22 16,0 7-3-16,4 5-3 16,0-2 2-16,3-6-2 0,6-8 0 0,3-9-1 15,3-10 4-15,0-7 27 0,9-10-18 16,7-3-25-16,4-3 4 0,6-13-25 15,6-6-46-15,1-8-21 0,0-8-52 16,-1-2-1-16,-3-4-27 0,-2-2-10 16,-3 0 33-16,-3-3 37 0,-3-1 6 0,0-2 13 15,-5-4-16-15,-3-1 37 0,-2-4-14 16,-2 0 2-16,-3 2 59 0,-1 4 2 16,-2 5 0-16,0 10 23 0,0 7 3 15,0 11 55-15,0 9 35 0,0 6 3 16,0 5-15-16,0 2-26 0,0 3-6 15,0 5-37-15,0 6 16 0,0 9 18 16,0 7 18-16,0 7-16 0,-3 5 1 0,-3 10-10 16,-3-2 6-16,1 5-9 15,-1 3-37-15,-4 2-11 0,1 0-13 16,1 0 0-16,-2-3-1 0,4-6-1 0,2-8-11 16,4-8-8-16,2-10-34 0,1-9-36 15,4-7-56-15,5-5 2 0,5-4-30 16,2-3-20-16,0-8-45 0,4-4-103 0,0-6-193 15,-4 4-520-15,7-9-269 0</inkml:trace>
  <inkml:trace contextRef="#ctx0" brushRef="#br1" timeOffset="209201.38">18797 14715 2308 0,'0'0'567'0,"0"0"-262"0,0 0-165 16,11 68 121-16,-7-53 73 0,4-5-48 15,2-6-78-15,5-4-87 0,4-2-93 16,4-12-28-16,6-5-56 0,1-6-43 0,4-4-44 15,-3-1-35-15,-2-2 43 0,-3 2 6 16,-3 3 3-16,-7 2 5 0,-3 1 26 16,-7 1 79-16,-6 1 16 0,0 3 61 15,-8 3 78-15,-4 5 44 0,-2 3 8 16,2 5 13-16,0 3-24 0,0 9-80 16,-3 8-8-16,2 6-3 0,-3 8-6 0,1 7 3 15,1 5 25-15,2 1 38 16,1 2-30-16,2-1-52 0,4-4-33 0,3-6-31 15,2-11 9-15,10-5-12 0,7-10-38 16,6-6-129-16,3-3 54 0,3-12 43 16,6-8-68-16,1-10-65 0,3-4-85 0,-2-3-166 15,-1-5-288-15,-8 11-467 0,6-19-67 16</inkml:trace>
  <inkml:trace contextRef="#ctx0" brushRef="#br1" timeOffset="209408.161">19438 14158 362 0,'0'0'1819'15,"0"0"-1385"-15,0 0-39 0,0 0-24 16,0 0 0-16,-2 94-28 0,-1-55-82 16,1 5-25-16,-1 2-3 0,1 7-82 15,1 2-60-15,-1-1-39 0,-5 3-30 0,2-3-20 16,-1-3-2-16,-2-2 0 0,0-9-37 16,-1-5-30-16,3-5-7 0,2-6-24 15,0-5 0-15,1-6-16 0,1-4-18 16,1-4-14-16,-1-5-25 0,-2 0-52 15,-1-7-101-15,-3-5-140 0,1 2-218 16,-9-14-1423-16</inkml:trace>
  <inkml:trace contextRef="#ctx0" brushRef="#br1" timeOffset="209557.21">19147 14596 2471 0,'0'0'500'16,"0"0"-177"-16,0 0-120 0,0 0 57 15,0 0 26-15,0 0-57 0,0 0-84 16,0 0-33-16,92 1-10 0,-59-7-4 15,6-6-55-15,4-2-43 0,3-4-77 0,3-2-71 16,0-1-75-16,-1 1-68 0,-3 2-102 16,-11 3-238-16,11-3-795 0</inkml:trace>
  <inkml:trace contextRef="#ctx0" brushRef="#br1" timeOffset="210326.418">20063 14366 62 0,'0'0'2210'0,"0"0"-1645"0,0 0-152 16,0 0-126-16,0 0 38 0,95-16-61 16,-76 28-40-16,-2 4 8 0,-4 7-90 15,-4 3-41-15,-2 3-33 0,-4 1-7 16,-3-1-18-16,0-3-28 0,0-2-15 16,0-3-11-16,-1-5-1 0,-1-2-49 15,-1-3-25-15,2-5-25 0,1-3 0 16,0-3 19-16,0 0-29 0,1-7-15 15,6-6 14-15,4-3 31 0,3-5 9 0,1-3 7 16,3-6 9-16,0 1 18 16,0-2 22-16,-2 1 26 0,-2 3 22 0,-3 0 16 15,-3 7 19-15,1 4 37 0,-6 6 10 16,0 6-1-16,-2 3-22 0,-1 1 0 0,0 1 3 16,0 7-44-16,0 5-3 0,0 3 31 15,0 3-6-15,0 2 5 0,-3-1-11 16,2-2-16-16,-1-6-40 0,2-5-27 15,0-4-22-15,0-3 0 0,3 0-16 16,4-2-3-16,5-6 46 0,5-6-36 16,3-3-1-16,-1-2-6 0,1-2 15 15,0 0 13-15,-4 4 34 0,1 3-13 16,-3 3 16-16,-3 5 3 0,-1 3 44 16,-1 3-1-16,-2 0 1 0,2 8-1 15,-1 2-5-15,-2 4 11 0,1 3 7 0,-1-1-7 16,0 3 1-16,-3 3 18 0,0 0-10 15,-3 0-18-15,0 2-18 0,0-2-25 16,0 0-33-16,0-2-66 0,-2-1-116 0,1-2 10 16,-1-4-38-16,2 0-205 15,0-6-566-15,13-7-475 0</inkml:trace>
  <inkml:trace contextRef="#ctx0" brushRef="#br1" timeOffset="210663.313">21160 14361 2944 0,'0'0'393'0,"0"0"-300"0,0 0-39 16,7 78 167-16,-7-49 189 0,0 2-140 0,-6 2-87 15,-2 1-38-15,0 0-35 0,-4 1-18 16,-1-1-24-16,-5 1-22 0,-1 0-43 16,-4-4 18-16,2 0-21 0,-2-5-1 15,3-5-1-15,-2-3-16 0,-1-4-7 16,3-4-21-16,-3-5-33 0,1-2-29 15,3-1 38-15,4-2 27 0,4 0-93 0,0-7 74 16,4-3 28-16,0-7-38 0,1-5 48 16,1-4-289-16,5-1 288 0,0 4 9 15,6 2-44-15,9 4 48 0,5 8 12 16,7 3 88-16,6 3 44 0,2 3-4 16,2 2-50-16,6 6 2 0,-2 4 4 15,1 1-41-15,2 4-41 0,0 2 7 16,2 3-9-16,-1 2-52 0,2-1 2 0,-4 1-111 15,-1-2-165-15,-2 1-42 0,-11-10-399 16,9 14-962-16</inkml:trace>
  <inkml:trace contextRef="#ctx0" brushRef="#br1" timeOffset="-204727.679">10731 16229 1732 0,'0'0'1282'0,"0"0"-1090"16,0 0-80-16,0 0 19 0,86 2 81 16,-56 0 6-16,2-2-80 0,-2 0-59 15,-1 0-38-15,1 0-26 0,-4-2-15 16,-2-3-2-16,-3-2-23 0,-1 2-79 0,-3-1-53 16,-5-2-64-16,-2 0-84 0,-2-1-210 15,-3 2-641-15,-5-8-511 0</inkml:trace>
  <inkml:trace contextRef="#ctx0" brushRef="#br1" timeOffset="-204478.035">10970 15852 2711 0,'0'0'411'0,"0"0"-139"15,0 0-123-15,0 0 25 0,0 0 150 16,0 0-67-16,0 0-93 0,0 0-41 0,0 0-9 15,1 71 0-15,4-42-10 0,1 4-42 16,-3 5-32-16,2 4-8 0,-1 4-10 16,-1 7-12-16,1 5-22 0,-1 1 4 15,0 2 0-15,1-6-16 0,-1-6-3 16,0-9-5-16,4-9-8 0,-1-10 7 16,0-7-30-16,5-4-41 0,-2-6-4 15,1-3 7-15,3-1-57 0,0-5-77 0,1-7-153 16,-2 0-288-16,4-12-664 0</inkml:trace>
  <inkml:trace contextRef="#ctx0" brushRef="#br1" timeOffset="-204215.284">11259 16200 2407 0,'0'0'445'16,"0"0"-185"-16,0 0-56 0,0 0 38 0,0 0 20 15,0 0-89-15,62 73-69 16,-52-53-20-16,1 0-6 0,-2 2-19 0,-1 1-12 15,-4 3-1-15,-1-2-5 0,-3 2-29 16,0 0-10-16,0-5-1 0,-2-1-1 16,1-7 1-16,0-4-1 0,-1-6 2 15,2-3 35-15,0 0-12 0,0-5-3 16,0-6 5-16,2-4 4 0,0-8 6 0,4-5-37 16,-1-4-6-16,3 0-19 15,-1 1 1-15,5 2-16 0,1 5-25 0,1 1-3 16,3 5-50-16,1 1-69 0,3 3-81 15,1 2-118-15,-4 4-324 0,10-1-800 16</inkml:trace>
  <inkml:trace contextRef="#ctx0" brushRef="#br1" timeOffset="-203826.863">12137 15818 805 0,'0'0'2206'0,"0"0"-1921"0,0 0-221 0,0 0 9 16,-69 94 130-16,53-56 124 0,4 5-138 15,2 8-74-15,3 4-34 0,6 5 15 16,1 5-31-16,0 3-45 0,0-2-20 16,3-2-2-16,5-7 1 0,4-9-1 15,5-8-23-15,0-10-21 0,3-10-7 16,-2-7 28-16,2-8-52 0,-1-5-57 15,0-5-33-15,-1-10-72 0,2-7-71 16,-5 5-189-16,5-16-829 0</inkml:trace>
  <inkml:trace contextRef="#ctx0" brushRef="#br1" timeOffset="-203406.093">12479 15823 2669 0,'0'0'370'16,"0"0"-191"-16,0 0-73 0,47 83 141 0,-34-46 226 15,0 0-161-15,-4 4-113 0,-2 0-64 16,-3 3-36-16,-4 5-7 0,-3 4 3 16,-11 5-16-16,-6 2-18 0,-5 1-33 15,-5 3-26-15,-2-5-2 0,1-7-15 16,0-5 0-16,5-10-6 0,6-10 6 15,3-6-1-15,5-9-17 0,5-6-19 0,0-6 0 16,4 0 12-16,-3-11-49 0,2-6 52 16,-2-8-15-16,2-5 24 0,0-6-9 15,1-3-22-15,3-1 13 0,0 2 6 16,0 3 6-16,3 5 3 0,5 9-19 16,5 7 1-16,4 6 49 0,4 8 64 15,6 0 13-15,3 0-15 0,5 9-22 16,2 3-6-16,2 3 0 0,2 1-31 0,-2 1 34 15,-2 0 6-15,-3 0-5 0,-6-4-38 16,-5 1-21-16,-1-3-4 0,-5-2-12 16,-1-3-46-16,-2-1-44 0,-2-5-25 15,-1 0-59-15,-1-3-189 0,-4-2-282 16,0-10-645-16</inkml:trace>
  <inkml:trace contextRef="#ctx0" brushRef="#br1" timeOffset="-203193.564">13029 15996 1278 0,'0'0'1046'0,"0"0"-713"15,0 0-179-15,56 74 26 0,-38-46 111 16,0 1 40-16,-2 3-44 0,-3-1-86 16,-1 2-64-16,-1 0-34 0,-4 4-32 0,-1 4-21 15,-3 2-10-15,-3 4-12 0,0 0-28 16,-7-6-16-16,-5-1-126 0,-5-4-85 15,4-5 22-15,-3-4-5 0,3-7 13 16,0-6-51-16,3-7-152 0,4-5-271 16,0-8-707-16</inkml:trace>
  <inkml:trace contextRef="#ctx0" brushRef="#br1" timeOffset="-202995.149">13581 16202 2149 0,'0'0'1472'16,"0"0"-1147"-16,0 0-174 0,0 0-67 15,0 0 59-15,92 6 49 0,-69-5-13 16,2-1-102-16,-2 0-77 0,1 0-3 0,-1-3-132 16,-4-1-91-16,-2 2-107 0,-6 1-134 15,-3 0-571-15,-7 1-948 0</inkml:trace>
  <inkml:trace contextRef="#ctx0" brushRef="#br1" timeOffset="-202837.774">13636 16459 2917 0,'0'0'987'16,"0"0"-742"-16,0 0-158 0,0 0 103 16,0 0 85-16,0 0-27 0,98 1-101 15,-65-1-77-15,2-1-43 0,1-4-27 16,-2-1-19-16,-2-1-100 0,2 0-101 15,-2-1-39-15,-2 2-104 0,-6 3-374 16,13-3-1444-16</inkml:trace>
  <inkml:trace contextRef="#ctx0" brushRef="#br1" timeOffset="-202339.978">14555 16027 1117 0,'0'0'306'0,"0"0"1055"15,0 0-934-15,98 38-49 0,-65-26-43 16,-2 4-56-16,-3 0-52 0,-2 0-57 16,-5 2-62-16,-4 3-71 0,-4 1-37 15,-3 0 0-15,-6 1-59 0,-2 0 13 16,-2 2 18-16,0 0 10 0,-6-2 18 15,-7 4-3-15,1 0-10 0,-3 2 12 16,-3-2 1-16,1 1 19 0,-1-2 5 16,3-3-5-16,2-4 46 0,1-2-25 15,5-5-16-15,3-3 31 0,4-6-15 16,0 0-12-16,9-1-4 0,9-2-24 16,8 0 16-16,7 0-14 0,6 0 0 15,3-6-2-15,4 0-61 0,-1 0-25 0,1-1-31 16,-3 1 3-16,0 1-26 0,-5 0-133 15,-4 1-117-15,-9 1-246 0,4 3-705 16</inkml:trace>
  <inkml:trace contextRef="#ctx0" brushRef="#br1" timeOffset="-200009.287">15725 15929 1242 0,'0'0'0'0,"0"0"-39"15,0 0-130-15,0 0 169 0,0 0 175 16,0 0-106-16,0 0-30 0,0 0-39 16,0 0-27-16,0 0-123 0,0 0-153 15,-10-25-98-15,5 27-35 0</inkml:trace>
  <inkml:trace contextRef="#ctx0" brushRef="#br1" timeOffset="-199427.378">15725 15929 101 0,'-40'-6'160'0,"40"4"-43"0,0 2-19 16,2-2 3-16,-2 1 56 0,1 0 19 0,1-2-4 15,0 1-25-15,2 1-66 0,-1-2-16 16,0 0 271-16,-1 2-5 0,-1-1-75 16,-1 2-72-16,2 0-6 0,-2-2 8 15,0 2-3-15,0 0-13 0,0 0-30 16,0 0-25-16,0 0-20 0,0 0 3 16,0 0-19-16,-3 0 3 0,0 0-6 15,-2 2 12-15,-1 1 19 0,-2 1-19 16,-2 2-51-16,-3 5-3 0,-1 3 16 0,-3 5 3 15,1 6-10-15,0 4 13 0,1 7-6 16,0 4 24-16,3 4-3 0,-1 4 6 16,2 1-22-16,0-3-6 0,5-1-21 0,2-8 18 15,4-6 6-15,0-9 21 0,0-8-15 16,9-5-15-16,0-6-12 0,3-3-31 16,3-1-3-16,2-9-13 0,2-4-2 15,1-5 6-15,2-6-25 0,-2-3-27 16,0-3-6-16,-2-1-7 0,0-2-12 15,-1 1 12-15,-2 2-15 0,-3 0 14 16,-1 1 10-16,-4 3 0 0,-1 1 12 16,-2 5 44-16,-4 4 12 0,3 5 25 15,-3 5 3-15,0 4 24 0,0 3-8 16,3 8 27-16,-2 6 6 0,2 6 6 16,3 6-9-16,-2 6-34 0,2 3 0 0,3 2 9 15,-4 1-9-15,1 1-17 0,2-1-23 16,0-6 0-16,4 0-2 0,-1-7 0 15,5-2-1-15,-1-7-28 0,3-3-5 0,1-5-50 16,3-5-93-16,1-1-46 0,1-2-68 16,-1-4-170-16,-4-2-549 0,7-6-662 15</inkml:trace>
  <inkml:trace contextRef="#ctx0" brushRef="#br1" timeOffset="-198972.128">16734 16340 287 0,'0'0'1016'0,"0"0"471"0,0 0-1102 15,0 0-22-15,90-22-29 0,-56 16-13 0,3-2-63 16,1 2-82-16,-2-2-66 16,-1 2-45-16,-1-1-25 0,-5 3-8 15,0-2-32-15,-5 3-19 0,-6 1-58 0,-4 1-129 16,-5 1-94-16,-5 0-118 0,-2 1-219 15,-2 4-487-15,-5 7-270 0</inkml:trace>
  <inkml:trace contextRef="#ctx0" brushRef="#br1" timeOffset="-198820.309">16943 16467 1843 0,'0'0'593'0,"0"0"-225"16,0 0-89-16,0 0 88 0,0 0-35 15,0 0-81-15,76 25-62 0,-40-22-74 16,6-3-38-16,4 0-47 0,-1-3-30 15,3-5-83-15,-2 0-17 0,1-1-43 16,-2 0-62-16,0-3-34 0,-12 3-730 16,12-4-1173-16</inkml:trace>
  <inkml:trace contextRef="#ctx0" brushRef="#br1" timeOffset="-198352.036">18299 15765 1664 0,'0'0'214'0,"0"0"-45"15,0 0 430-15,0 0-191 0,0 0-54 16,0 0-94-16,0 0-55 0,0 0-60 0,17 76-29 15,-17-38-10-15,3 9 6 0,0 4-3 16,0 7 30-16,-1 5-1 0,2 0-27 16,0 3-28-16,3-1-34 0,-2-5-19 15,2-8-2-15,2-10-26 0,2-11 1 16,2-10 15-16,4-10-18 0,-1-6 0 16,3-4-43-16,-1-1 1 0,-1-3-26 15,-3-5-15-15,0-4-58 0,-2-1-84 16,-5-4-108-16,-1 1-165 0,-5 3-479 15,-5-2-625-15</inkml:trace>
  <inkml:trace contextRef="#ctx0" brushRef="#br1" timeOffset="-198170.554">18074 16254 1850 0,'0'0'690'0,"0"0"-162"0,0 0-183 0,0 0-38 16,0 0-49-16,0 0 27 15,80-19-43-15,-47 15-84 0,3 2-66 0,-2-4-65 16,0 0-27-16,0-1-6 0,-3 1-55 16,0-3-133-16,-1 0-98 0,-1-1-107 15,-7 3-267-15,5-2-1005 0</inkml:trace>
  <inkml:trace contextRef="#ctx0" brushRef="#br1" timeOffset="-197928.393">18654 16096 2236 0,'0'0'472'0,"0"0"-234"16,0 0-20-16,0 0 164 0,0 0-32 16,88 83-64-16,-69-56-77 0,-1 4-79 0,-2 1-29 15,-2 1-2-15,-2-4-22 0,-5-1-3 16,2-1-22-16,-5-5-25 0,0-1-2 16,2-6-10-16,-3-3 12 0,0-4-5 15,0-4-5-15,-1-4-17 0,1 0-1 16,0 0 1-16,0-7 0 0,3-5 3 15,3-4 36-15,4-9-39 0,1-6-37 16,3-4-48-16,1-7-62 0,0-2-84 16,0 0-85-16,2 3-126 0,-6 10-279 15,7-11-792-15</inkml:trace>
  <inkml:trace contextRef="#ctx0" brushRef="#br1" timeOffset="-197110.875">19738 16037 1778 0,'0'0'993'16,"0"0"-675"-16,0 0 17 0,0 0 70 16,0 0-31-16,0 0-61 0,76 28-20 15,-56-7-48-15,0 4-77 0,-5 6-16 16,-3 4-31-16,-6 0-45 0,-3 2-37 0,-3-5-39 15,0-2 0-15,0-7-15 0,0-5-27 16,0-7-28-16,0-3-6 0,0-4-3 16,2-4-15-16,-1 0-31 0,4-4 9 15,0-6-31-15,1-4 21 0,6-7-3 16,-1-3-4-16,2-5 30 0,-1-2-5 16,-4-5 33-16,4 3 47 0,-5 0 28 15,0-1 22-15,-2 8-4 0,-1 2 13 16,1 7 44-16,-2 7-3 0,-3 4-1 0,3 6-15 15,-3 0 27-15,0 10-24 0,2 5 24 16,-2 5-3-16,0 3-16 16,0 1-9-16,0 1-9 0,0-5-43 0,-2-6-3 15,2-4-39-15,0-4-23 0,2-5 7 16,4-1-3-16,4-3 27 0,4-8-12 16,1-4-10-16,3-4-8 0,0-1 24 0,0-2 15 15,-2 2 4-15,-3 4 18 0,-1 5 0 16,-2 4 27-16,-5 4 47 0,1 3 10 15,-1 3 11-15,2 5 58 0,1 3-18 16,0 2-50-16,0 1-11 0,1 2-38 16,1 0 7-16,-1 2-4 0,-1 0 7 15,2 0-4-15,-1-2-17 0,-2-1 1 16,2-2-26-16,-1-3-12 0,-2-1-3 16,0-3-43-16,1 0-79 0,3-4-37 15,-2 1-12-15,2 0-51 0,1 1-122 0,1-2-294 16,-3-1-649-16,3-1-478 0</inkml:trace>
  <inkml:trace contextRef="#ctx0" brushRef="#br1" timeOffset="-196686.898">20788 16015 2974 0,'0'0'562'0,"0"0"-373"16,0 0-138-16,0 0 147 0,3 87 252 15,-3-58-129-15,-3 7-143 0,0 2-78 16,0 5-29-16,0 2-10 0,0 2 3 16,1 2-6-16,-2 2-43 0,1-1-15 15,-2-6-49-15,-1-5 31 0,-1-8 16 0,1-9-13 16,-2-9-22-16,2-6-9 16,0-5-33-16,-3-2-31 0,0-1-4 0,-2-7 44 15,3-4-13-15,-4-3-68 0,2 0 48 16,1-5 10-16,0-2-6 0,1-2 85 15,-2-3 12-15,4-1-39 0,-1 1-6 16,6 7 25-16,1 2 22 0,0 8 48 0,1 3 20 16,6 3 1-16,2 3-1 0,1-1 4 15,3 2-10-15,2 0 9 0,3 6 18 16,3 3 13-16,3 1-10 0,3 4 0 16,1 2-25-16,3 2-9 0,1 1-21 15,6 3-13-15,5 3-12 0,2 0 31 16,2 1 76-16,1-2-67 0,3-1-52 15,3 1-54-15,2-1 52 0,2-2-93 16,-2-4-57-16,-4-1-13 0,-5-4-63 16,-1-3-112-16,-17-4-260 0,7 0-926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2:09:55.925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14539 1657 91 0,'0'0'98'16,"0"0"-20"-16,0 0-29 0,0 0-49 16,0 0-3-16,0 0-26 0,0 0 9 15,0 0-16-15,0 0-42 0,-28-6-26 16,26 6 58-16</inkml:trace>
  <inkml:trace contextRef="#ctx0" brushRef="#br0" timeOffset="512.274">14437 1627 121 0,'0'0'117'0,"0"0"43"15,0 0-4-15,0 0-80 0,0 0-76 16,0 0-2-16,0 0-18 0,0 0 20 0,0 0 0 16,0 0-1-16,0 0-16 0,0 0 4 15,-22-31 12-15,22 31-12 0,0 0-36 16,-1-1-52-16,-2 1-13 0,3 0-62 16</inkml:trace>
  <inkml:trace contextRef="#ctx0" brushRef="#br0" timeOffset="1768.992">14577 1644 632 0,'0'0'39'0,"0"0"-39"0,0 0 1113 0,0 0-727 16,0 0-68-16,0 0-6 0,17-73-29 15,-17 60-34-15,0 0-58 0,-1 2-49 16,-5 0-22-16,-3 1 19 0,1 2-23 16,-3-2 10-16,0 4-8 0,1 0-9 15,-2 3-41-15,0 0 9 0,0 3-9 16,-5 0-31-16,-1 1-36 0,-2 9 1 0,-4 3-2 16,0 2 3-16,0 7 16 0,-2 3-17 15,0 7 19-15,3 4 16 0,1 6-6 16,1 6 12-16,2 8-3 0,6 4-16 15,0 1-11-15,8 1-11 0,2-3 28 16,3-7 4-16,0-7-10 0,8-6 16 16,5-10-3-16,2-7 27 0,5-7 6 15,0-3-6-15,2-4-18 0,-1-3-10 16,2-5-5-16,-1 0-10 0,0 0-18 0,-1-2 9 16,-1-7-12-16,-2 1-10 0,-1-2-66 15,-4 1-28-15,-3 0-39 0,-2 1-31 16,-5-3-38-16,-3 0-45 0,0-1-97 15,-1-1-212-15,-9-3-47 0,-3 1-49 0,-6-2-55 16,-1 3-16-16,-6 1 48 0,-3-1 633 16,3 3 52-16,-1 0 297 0,8 2 55 15,3 4 663-15,9 0-496 0,4 1-12 16,3 1-51-16,0 3-39 0,6 0-171 16,7 0-7-16,6 0 45 0,4 0-9 15,4 0-44-15,2-2-72 0,-3 1-59 16,4-3-36-16,-4 0-27 0,2-3-19 15,-1 1-18-15,-1-1-19 0,-2-3-72 16,-2 1-84-16,-2 2-33 0,-1-2-36 0,-5 1-47 16,-3 2-89-16,-3 0-254 0,-5 1-122 15,-3 2-58-15,0-2 85 0,-9 4 15 16,-1-1 665-16,-1 2 49 0,-4 0 466 16,4 0 196-16,-1 6-168 0,2 3 19 15,4 3-42-15,-1 2-19 0,3 6-114 16,1 2-16-16,1 3-2 0,1 0-56 15,1 3-29-15,0 0-32 0,0-1-35 0,0 1-58 16,0 0-34-16,3 0-76 0,0-1-6 16,0-2-12-16,2-1-25 0,0-5-42 15,1-2-77-15,3-3-32 0,2-4-3 16,3-3-104-16,3-5-220 0,2-2-196 16,1-4-524-16,-1-4-490 0</inkml:trace>
  <inkml:trace contextRef="#ctx0" brushRef="#br0" timeOffset="2038.079">15285 1513 924 0,'0'0'1855'0,"0"0"-1403"0,0 0-293 16,0 0 54-16,0 0-1 0,0 0 1 15,-76 43-34-15,64-22-48 0,1 5-51 16,6 9-21-16,-1 4 31 0,3 7 9 15,0 8-26-15,0 6 23 0,-1-1-23 16,1 2-45-16,2-5-26 0,-1-5 7 16,2-8-9-16,0-6 0 0,6-8 2 15,4-6 1-15,2-5-3 0,1-5-1 16,5-2-14-16,1-3-40 0,1-2 3 16,5-5-38-16,1-1-54 0,4-2-60 15,2-8-80-15,1-7-103 0,-6 3-307 16,8-16-736-16</inkml:trace>
  <inkml:trace contextRef="#ctx0" brushRef="#br0" timeOffset="2565.632">15692 1456 101 0,'0'0'1949'15,"0"0"-1415"-15,0 0-131 0,0 0-83 16,-4 71 13-16,4-37-65 0,0 6-32 16,0 5-25-16,0 7-22 0,-3 2-7 0,-3 2-47 15,0 2-83-15,-1-3-12 0,0-3-40 16,0-5 0-16,1-7-3 0,2-6-21 16,2-9 11-16,1-7-17 0,1-7-127 15,0-4-56-15,1-6-60 0,7-1-157 16,0-1-188-16,1-10-500 0,-2 4-560 15</inkml:trace>
  <inkml:trace contextRef="#ctx0" brushRef="#br0" timeOffset="3025.271">16032 1524 1284 0,'0'0'244'0,"0"0"737"15,0 0-800-15,0 0-43 0,0 0 65 0,0 0 49 16,0 0 18-16,0 0-61 0,0 0-83 16,0 0-69-16,-63 43-36 0,37-22-21 0,-1 1 22 15,-1 1 10-15,2 2 3 0,2 0 0 16,3 1-20-16,-1 0 20 0,4-2 5 16,5 0 10-16,1-5 9 0,4-1-6 15,5-3 6-15,0 1-16 0,3-2-5 16,0 1-1-16,5-1 3 0,4-1 28 15,3 1 30-15,1-1-6 0,3-1-33 16,2 4-17-16,0-7-40 0,2 3 29 16,-1-3-13-16,1 0-2 0,0-1-16 15,-1 0-28-15,1-2 4 0,-1-1-7 16,1-2-92-16,2-1-64 0,1-2-52 0,0 0-120 16,4-1-276-16,-4-4-503 0,9-8-437 0</inkml:trace>
  <inkml:trace contextRef="#ctx0" brushRef="#br0" timeOffset="3266.312">16622 1511 111 0,'0'0'2556'0,"0"0"-2061"15,0 0-323-15,-45 72-38 0,26-40 62 16,-4 5 132-16,0 6-43 0,-4 3-102 15,1 3-41-15,-2 5-47 0,-6-2-55 16,1 4-15-16,-2 1-25 0,1-2-17 16,1 0-54-16,2-5-99 0,4-3 34 0,5-6-1 15,5-10 34-15,4-5-14 0,7-7-11 16,3-6-61-16,2-4-138 0,1-6-153 16,0-3-181-16,4-6-413 0,-1-1 75 15</inkml:trace>
  <inkml:trace contextRef="#ctx0" brushRef="#br0" timeOffset="3405.621">16434 2028 2050 0,'0'0'1423'0,"0"0"-1182"0,0 0-156 15,93-21 100-15,-63 14 150 0,-1-1-93 16,-2-1-88-16,4-1-77 0,-3-1-77 16,3-5-13-16,-3 2-57 0,-2-2-152 15,-3 3-61-15,-5 2-78 0,-5 3-286 16,-8-1-640-16</inkml:trace>
  <inkml:trace contextRef="#ctx0" brushRef="#br0" timeOffset="3601.647">16622 1982 1486 0,'0'0'1112'16,"0"0"-687"-16,0 0-207 0,-25 92 11 16,22-58 150-16,0 2-24 0,-1-1-54 0,3 0-103 15,-2-3-88-15,2-1-39 0,1-1-28 16,0-2-31-16,0-4-12 0,0-2 2 15,4-4-2-15,-3-7-17 0,3-1-35 16,-1-4-127-16,2 0-61 0,-2-5-40 16,1 3-129-16,0-3-342 0,-2-1-649 15,-1 0-184-15,2-10 1555 0</inkml:trace>
  <inkml:trace contextRef="#ctx0" brushRef="#br0" timeOffset="3729.9">16629 2252 1573 0,'0'0'1161'0,"0"0"-613"0,0 0-319 15,0 0-7-15,0 0 115 0,0 0-119 16,83-25-91-16,-61 15-62 0,6-2-43 0,2-2-22 16,2-4-17-16,2-4-107 0,3-3-150 15,-3 0-117-15,-10 4-345 0,9-14-1619 0</inkml:trace>
  <inkml:trace contextRef="#ctx0" brushRef="#br0" timeOffset="4017.566">17191 1592 779 0,'0'0'1804'0,"0"0"-1472"0,0 0-50 16,84 54 103-16,-54-33-48 0,-1 0-29 16,-1 3-23-16,1 2-60 0,-5 2-123 15,-1 2-65-15,-3 6-35 0,-4 1-2 0,-1 4-2 16,-7 6-1-16,-4 1-10 0,-4 2-8 15,-1 1-13-15,-10-5-58 0,-3 1 24 16,1-4 22-16,-3-2 33 0,2-5 13 16,-3-5-61-16,-1-4-63 0,-2-6-22 0,1-6-13 15,-1-5-62-15,3-6-78 16,1-4-205-16,0-6-298 0,5-2-769 0,0-22 1317 16</inkml:trace>
  <inkml:trace contextRef="#ctx0" brushRef="#br0" timeOffset="11457.103">18200 1913 1516 0,'0'0'430'0,"0"0"65"16,0 0-98-16,0 0-67 0,0 0 90 16,0 0-48-16,0 0-65 0,0 0 9 15,0 0-33-15,-67-69-38 0,67 67-44 16,0-1-31-16,3 2-52 0,6 1-42 16,10 0-27-16,4 0 2 0,4 0-9 0,5 0-21 15,1 4-20-15,-4-2-1 0,0 2-15 16,0 0 3-16,-2-1 9 0,0-1-60 15,-4 2-74-15,0 0-57 0,-5 2-64 16,-5 0-88-16,-6 1-229 0,-4 0-628 16,-8 1-889-16</inkml:trace>
  <inkml:trace contextRef="#ctx0" brushRef="#br0" timeOffset="11655.012">18206 2049 1732 0,'0'0'1559'0,"0"0"-1182"0,0 0-124 16,0 0 20-16,0 0 65 0,0 0-107 16,0 0-53-16,0 0 20 0,83 9-15 0,-53-9-55 15,2 0-46-15,0 0-55 0,0-4-27 16,-1 0-1-16,0 2-44 0,-1-1-59 16,0 2-66-16,0 1-56 0,1 0-34 15,-3 0-83-15,-5 0-305 0,5 4-805 0</inkml:trace>
  <inkml:trace contextRef="#ctx0" brushRef="#br0" timeOffset="12140.233">19605 1374 2013 0,'0'0'1006'0,"0"0"-872"16,26-87-70-16,-13 56 77 0,-3-1 8 15,-3 4 9-15,0 9 0 0,-2 6 12 16,-5 8-10-16,0 3-7 0,0 2-38 16,-2 1-20-16,-4 7 1 0,-3 8 24 15,-2 5-34-15,-4 9-30 0,-3 6-4 16,-3 5-3-16,-2 3-1 0,-1 1-11 15,-2 1-9-15,2 3-28 0,-2 1-1 0,2 0-21 16,2-3-18-16,0-3-15 0,4-6 0 16,3-6 22-16,6-5 14 0,1-13-33 15,5-3-6-15,3-7-19 0,0-2-13 16,2-2-8-16,3 0 17 0,4 0 4 16,2 0 52-16,1 0 25 0,4 0 11 0,-2 8-11 15,1 4-12-15,-4 4 12 0,-1 8 43 16,-3 6 72-16,1 6-16 0,-4 6 73 15,0 0-27-15,-1-1-90 0,1-1 18 16,-4 0-16-16,2-7-57 0,-2 0-1 16,0-4 0-16,0-4-26 0,0-5-56 15,0-3-58-15,1-3-31 0,1-5-23 16,1-2-35-16,2-5-143 0,1-2-287 16,-1 0-582-16,7-10-693 0</inkml:trace>
  <inkml:trace contextRef="#ctx0" brushRef="#br0" timeOffset="12592.726">20475 1456 98 0,'0'0'3033'0,"0"0"-2575"16,0 0-202-16,0 0-1 0,0 0 72 16,0 0-25-16,0 0-108 0,0 0-45 15,0 0-75-15,0 0-44 0,-101 10 4 16,71 23 8-16,-2 9 7 0,1 5 30 0,-4 6 18 16,4 6 52-16,-1 4-34 0,2 0-64 15,5-4-29-15,3-6-22 0,8-11-15 16,8-10 0-16,4-11-21 0,2-5-22 15,5-7 16-15,7-3 9 0,2-3-1 16,5-3 22-16,0 0-9 0,2-8 0 16,1-3-16-16,-3-2-5 0,-1-1-7 0,-5 0 1 15,-3 5-1-15,-2-3 9 16,-5 3 19-16,-3 1 9 0,-3-3-13 0,-8-1 10 16,-3 1 12-16,-3 0 0 0,-5 1-21 15,-1 1 24-15,0 5-3 0,0 4-19 16,0 0 4-16,1 6 6 0,6 2-9 15,1 3-22-15,6-2-15 0,5 2-25 16,4 0-24-16,0 1-152 0,5 0-265 16,7-4-260-16,-1 1-533 0,13-9-446 0</inkml:trace>
  <inkml:trace contextRef="#ctx0" brushRef="#br0" timeOffset="12755.297">20516 1953 1365 0,'0'0'1541'0,"0"0"-1150"0,0 0-156 15,0 0 62-15,39 66 105 0,-38-43-117 0,-1 5-47 16,0 0-45-16,-3 1-74 0,-2 2-46 16,-1 0-48-16,1-3-25 0,-1 1-28 15,4-4-33-15,-2 0-82 0,2-2-106 16,2-4-82-16,0-3-88 0,0-6-265 16,7-3-731-16</inkml:trace>
  <inkml:trace contextRef="#ctx0" brushRef="#br0" timeOffset="13300.01">21083 2132 1076 0,'0'0'1770'0,"0"0"-1385"0,0 0-86 16,0 0 49-16,0 0 22 0,0 0-54 15,0 0-101-15,0 0-83 0,-23 66-77 16,6-41-21-16,-2 0 3 0,2 0-37 0,3-3-1 16,2-5-36-16,5-3-21 0,3-5-43 15,2-3-56-15,2-5-56 0,2-1-54 16,8-2-110-16,6-10-41 0,6-6-203 16,-2 3-512-16,17-19-342 0</inkml:trace>
  <inkml:trace contextRef="#ctx0" brushRef="#br0" timeOffset="13606.826">21910 1553 1800 0,'0'0'1732'0,"0"0"-1441"16,0 0-93-16,0 0 127 0,-28 70 43 16,0-30-86-16,-3 7-41 0,-2 6-43 15,-2-2-53-15,2 4-33 0,3-3-21 16,1 0-37-16,6-4-37 0,3-2-17 0,3-6-31 15,6-7 7-15,7-7 3 16,3-5-6-16,1-7-7 0,7-4-5 16,7-2-9-16,4-6 11 0,6-2 1 0,2 0-6 15,3-10 8-15,-1-5-36 0,-2-5-21 16,-2 0-6-16,-4-3-7 0,-6 3 28 16,-5-2 39-16,-9 2-15 0,0 1-15 15,-15-1-12-15,-1 4 79 0,-9 0 22 16,-3 4-4-16,-4 6 13 0,1 4-1 15,1 2-5-15,-2 2-4 0,4 7-2 16,1 2 5-16,4 1-24 0,7 1-2 0,3-2-50 16,3 1-9-16,6-2-124 15,2 1-130-15,2 1-239 0,0-3-618 0,2-3-1005 16</inkml:trace>
  <inkml:trace contextRef="#ctx0" brushRef="#br0" timeOffset="13856.579">21935 2076 2217 0,'0'0'1397'0,"0"0"-1035"0,0 0-148 0,88 15-28 16,-68-11 83-16,-7 2-38 0,-1-1-94 16,-5 2-92-16,-1-1-45 0,-3 3-2 15,-2 3 2-15,-1 4 0 0,-3 2-12 16,-4 2 12-16,-3 1 11 0,-3 2 4 16,1-3-2-16,0-1-12 0,1 0-1 15,4-2-11-15,4-3 11 0,-1-5 34 16,4-4-34-16,0-1-2 0,0-4-38 15,4 0-18-15,4 0-21 0,2 0 11 0,4-4-33 16,2-4-47-16,3-2-59 0,0-1-92 16,4-2-158-16,2 0-292 0,-3 3-266 15,13-6-216-15</inkml:trace>
  <inkml:trace contextRef="#ctx0" brushRef="#br0" timeOffset="14021.752">22476 2182 2996 0,'0'0'486'0,"0"0"-420"15,0 0-37-15,0 0 53 0,0 0 22 16,0 0-44-16,0 0-60 0,0 0-120 16,0 0-124-16,0 0-27 0,0 0-23 15,-5 6-268-15,5-6-727 0</inkml:trace>
  <inkml:trace contextRef="#ctx0" brushRef="#br0" timeOffset="14237.429">23053 1930 1876 0,'0'0'1701'0,"0"0"-1329"0,0 0-146 0,0 0 159 16,0 0-93-16,0 0-111 0,0 0-87 15,87-27-48-15,-64 22-46 0,0-1-40 16,5 1-85-16,3 1-86 0,5-2-60 16,9 2-46-16,6-2 13 0,-12 2-795 15,20-3-1631-15</inkml:trace>
  <inkml:trace contextRef="#ctx0" brushRef="#br0" timeOffset="14458.736">23962 1835 3183 0,'0'0'613'0,"0"0"-428"15,0 0 16-15,0 0 101 0,0 0-83 16,0 0-47-16,0 0-78 0,0 0-45 0,0 0-49 16,0 0-40-16,79-14-107 0,-54 6-72 15,3-3-13-15,1 3 27 0,-2-3-34 16,2 5-51-16,0 0-53 0,1 5 17 16,1 1 326-16,-3 0 148 0,-2 0 72 15,-5 0 21-15,-6 0 97 0,-1 0 16 16,-3 0-78-16,-2 0-144 0,-1 0-86 15,-3-3-16-15,2 0-30 0,-3-1-126 16,0-2-103-16,1 0-136 0,-2 0-324 0,0-3-1312 0</inkml:trace>
  <inkml:trace contextRef="#ctx0" brushRef="#br0" timeOffset="14854.835">25842 1941 2764 0,'0'0'621'0,"0"0"-320"16,0 0-165-16,0 0 37 0,0 0 106 0,0 66-93 15,-5-37-66-15,-6 2-49 0,-1 3-31 16,-2-3-39-16,-3 3-1 0,-2-2-21 16,-4 0-29-16,-3-1-126 0,-2 0-166 0,3-9-197 15,-20 10-1188-15</inkml:trace>
  <inkml:trace contextRef="#ctx0" brushRef="#br0" timeOffset="15355.659">22656 2253 176 0,'0'0'993'0,"0"0"197"0,0 0-809 15,0 0-24-15,0 0-19 0,0 0-43 0,0 0-53 16,-31 76-41-16,25-59-61 0,1 1-44 15,-1-3-34-15,2 1-59 0,1-3-3 0,2-1-40 16,1 0-34-16,0 0-141 0,7-4-112 16,2 3-132-16,0-5-629 0,8-2-738 0</inkml:trace>
  <inkml:trace contextRef="#ctx0" brushRef="#br0" timeOffset="16017.591">26873 1536 2457 0,'0'0'564'0,"0"0"-136"0,0 0-24 16,0 0 4-16,0 0-95 0,-90 87-73 16,66-52-32-16,-4 7-28 0,1 3-30 0,1 0-17 15,0 2 7-15,2-4-22 0,1-2-46 16,3-4-45-16,6-7-25 0,5-5-2 15,4-7-15-15,5-7 15 0,0-3 18 16,2-1-8-16,8-2-10 0,0-3-16 16,5 0 4-16,4-2-12 0,4 0-15 15,0-8-13-15,-2-1-5 0,-3-2-13 16,-5 1 4-16,-3 1 8 0,-7 3 9 0,-3-2 1 16,0 2-1-16,-10-2 19 0,-3-1 19 15,-4-2 10-15,-2 3 2 0,-5-2-2 16,1 3-12-16,-1 0-11 0,1 3-4 15,2 3 28-15,2 1 0 0,2 0-15 16,1 5-24-16,5 2-7 0,2 0-15 16,3 2-16-16,2-2-30 0,2 4-160 15,2-3-208-15,0 4-226 0,0-3-488 0,0 1-671 16</inkml:trace>
  <inkml:trace contextRef="#ctx0" brushRef="#br0" timeOffset="16301.036">26926 2017 271 0,'0'0'2117'16,"0"0"-1370"-16,0 0-428 0,0 0-6 0,0 0 168 15,-3 69-17-15,-3-57-152 0,2-2-165 16,1-2-135-16,2-3-12 0,1-2-55 16,0-1-12-16,1-1-9 0,5-1-34 15,1 0 2-15,5 0-9 0,1-2 3 16,1-6-4-16,3-2-12 0,0-1 18 15,-2 0 37-15,-2 0 28 0,1 1 2 16,-2 4 17-16,-1 0 28 0,-3 2 27 16,-2 2 46-16,-2 2 49 0,0 0 34 0,0 6 5 15,-1 2-10-15,3 3-28 0,-2 4-28 16,2 1 9-16,-1 1 36 0,2-4-54 16,-3 0-54-16,0 0-32 0,1-2-12 0,-1-1-34 15,0-2-85-15,2-1-68 0,3-2-99 16,-1 1-193-16,-2-5-642 15,0-1-1055-15</inkml:trace>
  <inkml:trace contextRef="#ctx0" brushRef="#br0" timeOffset="17084.423">27618 1226 1194 0,'0'0'117'16,"0"0"1378"-16,0 0-1015 0,0 0-130 0,0 0-1 15,0 0 23-15,0 0-81 0,0 0-134 16,0 0-74-16,0 0-83 0,0 0-15 0,73-44-19 16,-47 26 18-16,-1 3-5 15,-2 1-1-15,-4 5 20 0,-4 3-22 0,-5 3-13 16,1 3 37-16,-2 0 3 0,0 4 31 16,-1 5-19-16,-3 5-12 0,2 5 25 15,-2 1 15-15,-2 10 0 0,-3 1 6 16,0 2-13-16,-3 2-8 0,-3 1 3 15,-4 1-13-15,-2 1 0 0,-2 2-5 16,0-4 11-16,-5 1-12 0,3-3-10 16,0-5 13-16,5-4 22 0,0-5-19 15,4-7-18-15,5-5-27 0,0-3-22 16,2-2-3-16,0 0-3 0,0-2 6 16,3 0 3-16,5-1 25 0,0 0-22 0,2 0-6 15,0-2 15-15,1-4 34 0,-5 3 0 16,-1 0 18-16,-2 2-18 0,-1 1-24 15,1 2 15-15,4 7 9 0,1 8 70 16,3 4-8-16,3 7-23 0,3 5-2 0,0 7 40 16,2-4 8-16,1 3-30 0,1-3-3 15,0-3 12-15,-1-1 0 16,-3-1-25-16,-3-1-9 0,0-2-27 0,-8 1-3 16,-3-3-2-16,-3 4 1 0,0-4-68 15,-9 0-47-15,-2-2-46 0,-3 1 28 16,-3-3 24-16,0-1-13 0,0-5-13 15,1-1 3-15,-2-4 0 0,1-3-48 16,1-3-146-16,-2-1-155 0,5-3-288 16,-8-1-803-16</inkml:trace>
  <inkml:trace contextRef="#ctx0" brushRef="#br0" timeOffset="22871.27">5322 4478 1868 0,'0'0'159'0,"0"0"-101"0,0 0 714 0,0 0-327 15,0 0-92-15,0 0-51 0,0 0 5 16,0 0-22-16,0 0-51 0,0 0-50 16,-8-17-43-16,16 17-22 0,6 0 3 15,11 0-25-15,5 0-15 0,7 0-10 16,5 0-17-16,-2 0-13 0,1 0-21 0,-1 0 1 15,-1 0-19-15,3 0 6 0,-2-4-9 16,2 0-3-16,0-3-9 16,-3-1-22-16,0 0-47 0,-8 1-47 15,-5 0-27-15,-4 1-61 0,-5 0-84 0,-4 4-166 0,-4-1-262 16,-5 2-668-16,-4-3-479 0</inkml:trace>
  <inkml:trace contextRef="#ctx0" brushRef="#br0" timeOffset="23165.404">5750 4082 1497 0,'0'0'812'16,"0"0"-457"-16,0 0-49 0,0 0 10 16,0 0-26-16,0 0-98 0,0 0-78 15,0 0 21-15,0 0 38 0,0 67 19 0,4-34-18 16,-3 6-33-16,-1 7-45 0,0 8-26 15,-1 3-24-15,-6 7-13 0,-5 3-33 16,2-2 0-16,0 0 0 0,2-7 0 16,2-7-3-16,3-7 3 0,1-7 12 0,2-10-12 15,0-7-22-15,3-7-6 0,0-4 1 16,2-3-1-16,-1-5 3 0,3-1-45 16,2 0-60-16,1-4-74 0,4-6-79 15,2-7-145-15,-2 4-623 0,1-16-1022 16</inkml:trace>
  <inkml:trace contextRef="#ctx0" brushRef="#br0" timeOffset="23488.781">6162 4428 2910 0,'0'0'339'16,"0"0"-339"-16,0 0 242 0,0 0 74 15,0 0-51-15,0 0-44 0,0 0-59 16,35 73-51-16,-31-52-49 0,0 2-10 15,0 1-37-15,-2 4-2 0,-1-3-1 16,-1 1-10-16,0-2-2 0,0-2-3 16,0-5 3-16,0-5 25 0,0-3-24 0,0-3 14 15,2-3 0-15,-2-3 7 0,1 0 2 16,1 0-14-16,-1-6-10 0,2-4-13 16,3-4-8-16,0-8-7 0,2-6 27 15,4-2-85-15,-2-3-6 0,3 2 8 16,0 2 4-16,0 4 11 0,0 3-27 15,-3 3-47-15,4 0-30 0,-1 5-13 16,0 3-64-16,0 0-174 0,-4 5-378 0,7 2-796 16</inkml:trace>
  <inkml:trace contextRef="#ctx0" brushRef="#br0" timeOffset="24004.656">6991 4110 1653 0,'0'0'500'0,"0"0"-225"0,0 0 61 15,0 0 30-15,0 0-44 0,0 0-53 0,-55 75-8 16,45-45-13-16,-3 8-18 0,3 4-45 16,-2 5-28-16,2 5-28 0,0 2-31 15,1 5-25-15,2-5-33 0,2 1-13 16,2-7-27-16,3-5-3 0,0-6-18 15,4-8-19-15,7-5 3 0,1-6 7 16,5-5-10-16,2-5-46 0,4-6-79 16,6-2-97-16,0-6-133 0,-7-4-237 15,13-17-749-15</inkml:trace>
  <inkml:trace contextRef="#ctx0" brushRef="#br0" timeOffset="24381.081">7439 4125 362 0,'0'0'2403'0,"0"0"-2127"16,0 0 21-16,0 0 144 0,11 67-14 0,-9-38-89 15,-2 7-85-15,0 0-63 0,-2 6-53 16,-5 3-42-16,-7 7-25 0,-4 2-34 16,-6 5-8-16,-6 0-28 0,-1-4-21 15,-2-3 21-15,4-9 0 0,2-6-33 16,4-8-34-16,4-8-15 0,3-6 5 15,6-7-27-15,4-5 3 0,-1-3 22 16,6 0-1-16,-2-10-50 0,2-4-18 16,1-6 70-16,0-6-2 0,0-5 39 15,0-5-6-15,0-2 19 0,0-2-22 0,0-3 29 16,0 1 2-16,3 6 19 16,1 2 19-16,6 10 18 0,0 8 63 0,4 8-1 15,1 6 13-15,5 2 12 0,0 9-1 16,6 5-6-16,0 2-4 0,4 5 19 0,-1 0-7 15,-3 2 9-15,1-1-55 0,1 2-37 16,-5-4-42-16,4-1-15 0,-1-1-15 16,-1-2 12-16,-1-4-67 0,-2-5-46 15,2-2-65-15,-2-2-49 0,-2-3-142 16,-1 0-199-16,-5-5-510 0,1-9-449 0</inkml:trace>
  <inkml:trace contextRef="#ctx0" brushRef="#br0" timeOffset="24597.062">7828 4295 212 0,'0'0'2477'0,"0"0"-2124"0,0 0-87 0,0 0 121 15,0 0-70-15,0 0 15 0,79 76-38 16,-64-49-113-16,-4 0-40 0,1 2-49 16,-4 5-22-16,-2 0-36 0,0 4-31 15,-6 2-3-15,-2 2 0 0,-9 4-15 16,-4-2-65-16,-5 2-30 0,-1-2-19 0,-1-3 16 15,-1-3-7-15,0-3-38 0,4 0-28 16,-1-5 52-16,4-8-77 0,3-6-327 16,6-8-271-16,2-13-558 0</inkml:trace>
  <inkml:trace contextRef="#ctx0" brushRef="#br0" timeOffset="24783.475">8439 4473 3816 0,'0'0'451'0,"0"0"-292"0,0 0 165 0,78 0-49 15,-55 0-98-15,4 0-37 0,1 0-67 16,3 0-73-16,1 0-22 0,0 0-57 0,-3 0-110 16,-2 4-31-16,-6-2-75 15,-6 4-183-15,-6 0-508 0,-9 6-610 0</inkml:trace>
  <inkml:trace contextRef="#ctx0" brushRef="#br0" timeOffset="24948.89">8446 4732 3086 0,'0'0'535'16,"0"0"-405"-16,0 0 71 0,0 0 224 0,0 0-21 16,79 9-58-16,-47-9-120 0,6 0-99 15,-1-3-51-15,3-3-43 0,-2-1-14 16,-1-1-19-16,1 0-57 0,2 0-37 15,-4-1-82-15,-1 2-59 0,-2 2-148 16,-9 1-554-16,12 3-948 0</inkml:trace>
  <inkml:trace contextRef="#ctx0" brushRef="#br0" timeOffset="26848.652">10752 4103 42 0,'0'0'2313'0,"0"0"-1694"0,0 0-204 16,0 0-6-16,0 0-38 0,0 0-36 15,0 0-85-15,0 0-100 0,0 0-76 16,0 0-19-16,0 0-28 0,-98-23 1 16,69 35-1-16,-4 9 7 0,-2 5 11 15,-4 6 10-15,-2 6-6 0,0 4 15 0,-2 5 21 16,4 1-15-16,2 4-28 0,5-1-24 16,3 1-17-16,8-8-1 15,6-4-3-15,6-11-15 0,5-7-18 0,4-5 35 16,0-6 0-16,7-3-20 0,1-2-9 15,5-2 30-15,5-4 9 0,4 0 15 16,1-4-24-16,5-7 0 0,0-3-42 16,-3-3-7-16,-2 2-2 0,-6-1 8 0,-3 2-9 15,-6 2 13-15,-4 3 17 0,-4 2 10 16,0 1-24-16,-6 0-7 0,-4 0 6 16,-1 0 19-16,-2 1-12 0,-3 2 14 15,1 0 1-15,-2 3 14 0,1 0-39 16,1 3 0-16,1 2-9 0,2 2 3 15,3 0-9-15,2 0 0 0,1 3-32 16,1-1-98-16,0 1-95 0,5 2-91 16,0 3-158-16,0-5-262 0,5 6-866 0</inkml:trace>
  <inkml:trace contextRef="#ctx0" brushRef="#br0" timeOffset="27037.774">10880 4636 2161 0,'0'0'1011'0,"0"0"-832"16,0 0 31-16,0 0 171 0,0 0 48 16,0 0-98-16,-7 75-104 0,1-57-96 15,0-3-55-15,2 2-69 0,0 0-7 16,3 1-37-16,-1 0-24 0,2 2-89 16,0 1-62-16,3-3 8 0,7 0-112 15,-1-4-185-15,-1-2-229 0,1-1-553 16</inkml:trace>
  <inkml:trace contextRef="#ctx0" brushRef="#br0" timeOffset="27582.022">11421 4246 1448 0,'0'0'676'16,"0"0"-239"-16,0 0-121 0,0 0 36 0,0 0-56 15,0 0-46-15,0 0-30 0,0 0-35 16,0 0-51-16,-81 33-19 0,69-12-16 15,1 3 12-15,2 5 24 0,1 3 3 16,0 3-18-16,-2 1-29 0,5 1-27 16,-1 1-24-16,1-2-22 0,1 1-18 15,3-2-1-15,1-3-2 0,0-2-27 16,1-2-4-16,6-4 1 0,1-2 14 16,0-5-20-16,4 0-38 0,1-6-36 15,1-3-44-15,4-2-46 0,3-6-60 16,2 0-79-16,0 0-215 0,-3-2-565 0,8-10-616 15</inkml:trace>
  <inkml:trace contextRef="#ctx0" brushRef="#br0" timeOffset="28043.832">11829 4159 897 0,'0'0'1581'16,"0"0"-1284"-16,0 0-101 0,0 0 162 16,0 0-3-16,0 0-56 0,36 84-73 15,-30-56-52-15,-1 4-50 0,-1 0 15 16,-4 0-13-16,0 2-15 0,0-1-44 15,-4 3-12-15,-7 1-12 0,-1-2-3 16,-4 1-1-16,-1-4-14 0,-2-1-1 0,2-4-6 16,-2-3 1-16,2-5-18 0,2-1-1 15,1-5 0-15,1-6-2 0,3 0-44 16,0-3-6-16,3-4-6 0,2 0 18 16,-1 0 7-16,2-7-32 0,-2-2-17 15,-1-3 5-15,3-4 9 0,-2-3 10 16,3-3 18-16,0-1 24 0,0-1 13 0,3 6 0 15,0 6 3-15,0 2 57 0,0 6-11 16,6 1-25-16,3 3-8 0,5 0 14 16,2 4 19-16,6 4-15 0,1 3 9 15,-1 2 6-15,2-1 3 0,-1 3-6 16,1-2-19-16,-5-3-22 0,1-1-2 16,-1-1-18-16,-4 0 6 0,-1-1-16 15,0 0-82-15,-3-2-105 0,0 1-95 16,-2 0-188-16,-2-4-660 0,0 1-934 0</inkml:trace>
  <inkml:trace contextRef="#ctx0" brushRef="#br0" timeOffset="30035.283">12367 4195 2035 0,'0'0'712'0,"0"0"-372"0,0 0-40 0,0 0 27 16,0 0-29-16,0 0-62 0,0 0-53 16,0 0-25-16,89 65-54 0,-72-46-30 0,-3 5-9 15,2-1 11-15,1 2-21 16,-2 0 0-16,-4 1-3 0,1 1-18 0,-5 0 9 15,-3 1-16-15,-4-2-15 16,0 2 3-16,-3 1-12 0,-5 1-3 0,-5-3-17 16,0 2 14-16,-4 0-18 15,1 0 3-15,-3 2-19 0,3-6-52 0,-3 0 22 16,3-3-16-16,1-5-36 0,1-5-29 0,3-2-56 16,1-3-64-16,3-3-119 0,2-3-281 15,-4-1-712-15</inkml:trace>
  <inkml:trace contextRef="#ctx0" brushRef="#br0" timeOffset="30532.195">13098 4477 1699 0,'0'0'331'15,"0"0"-107"-15,0 0 12 0,0 0 70 16,0 0 28-16,0 0-25 0,0 0-43 0,0 0-11 15,0 0-13-15,0 0-34 0,-17 0-44 16,31 0-53-16,6 0 15 0,6 1 27 16,5 0-6-16,0-1-52 0,-1 0-38 15,-1 0-20-15,-1-1-17 0,-2-4-20 16,1-1-3-16,-1-1-24 0,0-2-65 16,1-3-100-16,-4-1-62 0,-1-2-117 15,-2 0-189-15,-7 4-636 0,-1-6-927 16</inkml:trace>
  <inkml:trace contextRef="#ctx0" brushRef="#br0" timeOffset="30736.158">13365 4193 2119 0,'0'0'501'16,"0"0"-105"-16,0 0-20 0,0 0-33 15,-2 80 50-15,2-44-79 0,2 1-48 16,1 3-61-16,-2 3-52 0,1 0-40 15,-2-1-52-15,0-1-61 0,0-1 0 0,0-4-33 16,0-6-28-16,3-3-77 0,9-4-70 16,1-6-69-16,9-4-87 0,2-7-184 15,-2-4-580-15,11-4-856 0</inkml:trace>
  <inkml:trace contextRef="#ctx0" brushRef="#br0" timeOffset="31095.817">14289 4075 3599 0,'0'0'431'0,"0"0"-314"15,0 0-64-15,0 0 99 0,-38 82 154 16,19-47-11-16,-1 4-102 0,1 4-72 0,1 3-26 16,0 1-19-16,-2 3 3 0,2 0-22 15,3-1-27-15,3-4-11 0,3-8-16 16,6-6 9-16,3-7-12 15,3-6 0-15,8-5-21 0,2-5 21 0,7-1 18 16,3-5-18-16,6-2-70 0,4-4-30 16,2-9-15-16,-2-3-13 0,-3-4 18 15,-7 1-9-15,-4 1 39 0,-10 4 22 0,-8-1 30 16,-1 2-15-16,-13 1 43 16,-7 0 46-16,-3 1 12 0,-5-1-24 0,-2 3-10 15,1 3-13-15,-1 2-11 0,1 4-3 16,5 0 3-16,2 4 0 0,3 4-13 15,5 1-30-15,2-1-21 0,5 2-78 16,0 1-95-16,4-1-229 0,3 1-252 16,0-3-738-16,6-2-359 0</inkml:trace>
  <inkml:trace contextRef="#ctx0" brushRef="#br0" timeOffset="31328.128">14466 4592 414 0,'0'0'2549'0,"0"0"-2197"16,84 6-139-16,-53-6 106 0,0 4-108 15,-4-2-42-15,-6 1-45 0,-2 1-40 16,-6 2-37-16,-3 0-44 0,-4 0 0 0,-6 4 46 16,0 3 0-16,-6 1 13 0,-4 4-6 15,-5 2-13-15,-2 1 6 0,3 1 6 16,1-4 6-16,4-3 1 0,6-3-11 16,3-1-48-16,0-7-3 0,3 3 1 15,9-4 35-15,2 0 25 0,5-1-52 16,3-2-9-16,4 0-61 0,2-6-36 15,1-3-47-15,0-1-66 0,0-2-80 16,-3 0-133-16,-6 2-316 0,7-6-901 0</inkml:trace>
  <inkml:trace contextRef="#ctx0" brushRef="#br0" timeOffset="31803.121">15789 4057 965 0,'0'0'1765'0,"0"0"-1332"0,0 0-245 15,0 0 25-15,0 0 81 16,0 0 35-16,-76 71-92 0,59-34-15 0,0 8-31 15,1 6-32-15,-2 8 6 0,2 1-31 16,4-1-40-16,-1-1-24 0,3-5-25 16,6-6-14-16,1-10-31 0,3-7-17 15,2-6-5-15,6-8-2 0,2-3-21 16,5-7 17-16,3 0-11 0,5-5-31 16,2-1-64-16,5-10-34 0,4-8-56 15,1-6-168-15,1-3-304 0,-8 2-699 16,8-15-652-16</inkml:trace>
  <inkml:trace contextRef="#ctx0" brushRef="#br0" timeOffset="32163.342">16133 4042 1509 0,'0'0'1240'16,"0"0"-852"-16,0 0-56 0,0 0 72 0,0 0-15 16,0 0-26-16,0 0-75 0,38 75-46 15,-31-39-47-15,-3-1-4 0,-1 5-6 16,-3 1-65-16,0 1-56 0,-8 4-37 15,-6-2-25-15,-3-3-2 0,-2 1-3 16,-4-2 0-16,0-7-18 0,-1-4 3 16,5-4-15-16,-1-4-19 0,4-8-17 15,0-1-49-15,3-8-10 0,2-2 1 16,1-2-4-16,2 0-12 0,0-6-1 16,2-6 9-16,0-5 55 0,3-2 16 0,-1-6 2 15,4-4 0-15,0 0 50 0,0 0 12 16,0 5 19-16,7 5 64 0,1 7 34 15,4 5-31-15,0 4-19 0,5 3 10 16,4 0 14-16,3 7-5 0,5 2 2 16,3 3 6-16,1 0 13 0,4-4-10 15,3 1-27-15,-1-2-42 0,0-2-28 16,3-3-18-16,-3-2-25 0,1 0-90 0,-1-8-53 16,0-3-39-16,-3-1-134 15,-9 0-617-15,8-9-913 0</inkml:trace>
  <inkml:trace contextRef="#ctx0" brushRef="#br0" timeOffset="32372.7">16786 4157 1357 0,'0'0'1283'0,"0"0"-874"16,0 0 15-16,0 0 56 0,6 81-21 16,-5-52-98-16,2 2-88 0,3 3-75 15,0 2-19-15,-1 0-57 0,0 2-68 16,-4 0-35-16,-1 1-19 0,-6 1-13 15,-8-1-17-15,-3-3-46 0,-5-2-30 16,-1-1 12-16,-2-4 15 0,-2-2-31 0,0-3-28 16,-1-2-27-16,0-5-47 15,3-3-14-15,3-7-118 0,5-3-237 0,0-4-728 16</inkml:trace>
  <inkml:trace contextRef="#ctx0" brushRef="#br0" timeOffset="32635.413">17093 4491 2801 0,'0'0'682'16,"0"0"-350"-16,0 0-131 0,0 0 146 0,0 0-109 15,0 0 11-15,91 16-35 0,-54-9-64 16,6-2-65-16,-1-1-27 0,2-4-10 16,-1 0-26-16,2-4-22 0,2-6-28 15,-1-3-96-15,-1-4-96 0,-5-1-157 0,-10 4-219 16,2-13-950-16</inkml:trace>
  <inkml:trace contextRef="#ctx0" brushRef="#br0" timeOffset="32815.264">17475 4113 2334 0,'0'0'719'0,"0"0"-231"0,0 0-78 16,-19 88-10-16,16-53-14 0,2 2-73 16,1 1-94-16,-2 5-67 0,2 1-73 15,-4-1-57-15,-1 0-22 0,0-3-11 0,2-4-26 16,0-4-54-16,3-2-79 0,0-4-44 15,6-4-53-15,4-3-150 0,-1-6-583 16,8-4-866-16</inkml:trace>
  <inkml:trace contextRef="#ctx0" brushRef="#br0" timeOffset="32971.266">18174 4498 4040 0,'0'0'547'15,"0"0"-365"-15,0 0-10 0,94-38-108 16,-66 24-64-16,1-3-109 0,3 1-137 16,0-1-110-16,-6 5-231 0,10-8-898 0</inkml:trace>
  <inkml:trace contextRef="#ctx0" brushRef="#br0" timeOffset="33121.288">18727 4380 3536 0,'0'0'527'0,"0"0"-210"15,0 0 213-15,0 0-97 0,78 9-87 16,-58-9-92-16,6-3-124 0,0-3-124 0,2-3-6 16,0-1-112-16,0 0-30 0,-1-2-18 15,-1 1-34-15,-1 3-89 0,-1-3-293 16,-7 5-742-16,2-1-928 0</inkml:trace>
  <inkml:trace contextRef="#ctx0" brushRef="#br0" timeOffset="42597.548">20337 4430 1240 0,'0'0'322'0,"0"0"123"0,0 0 138 0,0 0-136 16,0 0-89-16,0 0-32 0,0 0 21 16,0 0-51-16,0 0-61 0,0 0-41 15,10-19-32-15,0 19-43 0,12 0-3 16,7 0 6-16,7 2-13 0,7 3-27 16,6 0-42-16,-1-5-16 0,3 0-9 0,-2 0-14 15,-1 0-1-15,-1-7 0 0,-2 0-2 16,-2-4-28-16,-7 1-64 0,-2 0-40 15,-9-2-30-15,-6 2-62 0,-7-2-81 16,-6 0-196-16,-6 1-558 0,0-7-924 0</inkml:trace>
  <inkml:trace contextRef="#ctx0" brushRef="#br0" timeOffset="42833.791">20692 3974 440 0,'0'0'1588'16,"0"0"-1093"-16,0 0-121 0,0 0-35 16,-9 66 5-16,9-33-29 0,1 7-4 0,5 6-56 15,-2 2-48-15,-2 2-38 0,-2 3-31 16,0 5-50-16,-7 2-33 0,-1 0-30 16,-3-2-19-16,2-2-6 0,2-6-34 15,0-8-27-15,6-4-67 0,1-9-23 16,0-2-52-16,9-6-17 0,3-4-38 15,5-4-139-15,-2-4-233 0,12-6-671 0</inkml:trace>
  <inkml:trace contextRef="#ctx0" brushRef="#br0" timeOffset="43541.657">21823 3813 1193 0,'0'0'329'0,"0"0"25"15,0 0 620-15,0 0-507 0,0 0-83 0,0 0-25 16,0 0-22-16,0 0-71 0,0 0-61 16,0 0-24-16,0 0-26 0,-20 15-36 15,7-1-31-15,-5 8-27 0,-4 3-6 0,-3 6-19 16,0 6-6-16,-4 1 1 0,-2 5-10 16,-1 1 3-16,-4 8 12 0,0 3-5 15,2 4-13-15,0-2-18 16,7-1-18-16,4-6 18 0,7-7-19 0,7-6 18 15,4-9-17-15,5-5 3 0,2-8-9 16,7-3 6-16,4-2 17 0,4-4-1 16,6-6-1-16,4 0-9 0,4-8-13 15,4-6-11-15,1-4 3 0,1-3-22 16,-1-2-9-16,-4-1 1 0,-3 0 8 16,-5 3 12-16,-8 0 13 0,-4 2 30 0,-7 3 18 15,-5-1-3-15,0 2 28 0,-10-1-13 16,-2-2 16-16,-5 4-44 0,-3-1 1 15,0 3 18-15,1 3-21 0,1 3 0 16,0 3-2-16,0 3-13 0,1 0-15 0,1 3-10 16,-2 3-12-16,5 1 4 15,-1 4-4-15,2-3-12 0,-1 4-55 0,1-1-22 16,1 0-53-16,0 1-103 0,2 0-239 16,2-3-452-16,3 5-586 0</inkml:trace>
  <inkml:trace contextRef="#ctx0" brushRef="#br0" timeOffset="44231.8">21879 4460 897 0,'0'0'638'15,"0"0"47"-15,0 0-248 0,0 0-10 0,0 0-60 16,0 0-7-16,0 0-42 0,0 0-38 0,0 0-76 16,0 0-44-16,0 0-40 15,7-12 51-15,0 30 18 0,1 4-49 16,-4 3-31-16,-2 0 1 0,-2 4-20 0,0-3-23 16,-2 0-16-16,-2-4-24 0,-1-3-25 15,0-4-2-15,3-4-14 0,1-5-16 16,1-3-33-16,0-1-58 0,0-2-22 15,3 0-3-15,2-5 22 0,4-1 23 16,2-4 22-16,3-3 2 0,1-2 37 16,-2-4 4-16,1 1 33 0,-2 0 3 15,-2 3 33-15,-4 1 16 0,1 3-46 16,-4 3 28-16,2 2 5 0,-3 3 10 16,1 3-18-16,0 2-7 0,-1 6 22 0,2 3 21 15,-1 4 3-15,1 1-12 16,-3 5-1-16,2-2 4 0,-3-2 3 15,3-2-34-15,-1 0-27 0,-1-2-3 16,4-4-37-16,-2 0-84 0,2-2-56 0,1-2-21 16,1 0-38-16,0-2-166 0,1 0-199 15,-1-2-518-15,4-1-545 0</inkml:trace>
  <inkml:trace contextRef="#ctx0" brushRef="#br0" timeOffset="44633.89">22665 4082 1691 0,'0'0'338'0,"0"0"-144"16,0 0 574-16,0 0-346 0,0 0-33 0,0 0-68 15,-18-72 2-15,13 71-36 0,2 1-35 16,-2 0-51-16,1 4-67 0,-6 11-21 16,0 8 8-16,-5 8 36 0,0 7-24 15,-1 6-24-15,0-1-27 0,1 3-10 16,0-3-6-16,1 1-23 0,0-2-10 15,3-1-33-15,-2-3 0 0,4-1-1 16,3-4-17-16,6-9 0 0,0-3-10 16,5-6-53-16,10-3-3 0,3-6-16 0,6-5-15 15,9-1-12-15,6-12-46 0,4-7-106 16,5-5-263-16,-9 3-541 0,14-17-620 16</inkml:trace>
  <inkml:trace contextRef="#ctx0" brushRef="#br0" timeOffset="44998.154">23160 4003 3224 0,'0'0'523'16,"0"0"-343"-16,0 0 68 0,0 0 137 15,0 82-13-15,-7-50-49 0,0 4-98 16,-2-1-82-16,2 1-43 0,0 0-1 16,-2-1 22-16,-2-2-33 0,0 0-52 15,-3-2-27-15,-2 0-9 0,-2-3-15 16,-1-2-6-16,0-6-3 0,-1-2 2 15,1-2-2-15,-2-4-12 0,-2-2-21 16,1-6-16-16,-3-1 10 0,2-3 26 0,2-1 7 16,0-7 9-16,4-1-5 0,1-4 26 15,1-2 0-15,3-3 0 0,2-2-3 16,4-7-85-16,3 1 51 0,3 1-20 16,0 2 8-16,9 5-15 0,5 5-12 15,5 8 18-15,4 5 58 0,2 0 40 16,3 12 30-16,1 1-15 0,1 5 2 0,2 4 7 15,1 2 12-15,-1-3 24 16,1 0-21-16,0-3-52 0,4-3-27 0,3-2-14 16,3-2 13-16,0-6-63 0,0-3-105 15,-4-2-129-15,-8-3-41 0,-2-4-201 16,-12 0-400-16,-1-3-639 0</inkml:trace>
  <inkml:trace contextRef="#ctx0" brushRef="#br0" timeOffset="45217.546">23526 4111 1148 0,'0'0'1008'0,"0"0"-432"15,0 0-50-15,0 0-53 0,0 0-61 0,51 71-70 16,-43-43-77-16,0 4-57 0,-2 4-61 16,-4 2-56-16,1 2-36 0,1-2-24 15,-4 2-28-15,0-1-3 0,0-1 0 16,-7-1-31-16,-6 1-42 0,-4-1-73 15,-5 0-63-15,-5 2-52 0,-3 0-71 0,-4 1 9 16,1-4 30-16,5-11-749 0,-18 9-869 16</inkml:trace>
  <inkml:trace contextRef="#ctx0" brushRef="#br0" timeOffset="50512.628">1918 6668 1649 0,'0'0'791'16,"0"0"-269"-16,0 0-227 0,0 0-53 16,0 0 58-16,0 0 15 0,0 0-7 0,0 0-117 15,0 0-31-15,0 0 30 0,74 4 24 16,-39-3-95-16,3-1-19 0,-2 0-24 15,4 0 3-15,-1-4 0 0,0 0-25 16,0-1-33-16,1-3-19 0,-4 0 1 16,-4 2-3-16,0-3-33 0,-5-1-82 15,-3 4-37-15,-6-1-39 0,-1 0-44 16,-7 3-109-16,-4 0-158 0,-3 3-234 16,-3 0-540-16,0 1-189 0</inkml:trace>
  <inkml:trace contextRef="#ctx0" brushRef="#br0" timeOffset="50747.584">2246 6707 962 0,'0'0'117'0,"0"0"885"0,0 0-678 0,0 0-76 16,0 0 64-16,-72 71 18 0,71-48-22 15,1 8-37-15,1 4-59 0,5 11 34 16,4 2-23-16,-1 6-48 0,-1 1-27 16,0 3-14-16,-3 0-39 0,0 1-28 15,-4-4-52-15,1-2 0 0,-1-10-15 16,1-7-3-16,-1-7-15 0,3-5-3 15,-1-7-10-15,1-3-69 0,1-2-59 16,-2-2-32-16,0-3-3 0,-2-2-64 16,-1-3-128-16,1-2-133 0,-1 0-139 15,2-5-119-15,-2-7-392 0</inkml:trace>
  <inkml:trace contextRef="#ctx0" brushRef="#br0" timeOffset="50919.708">2196 7191 969 0,'0'0'1'0,"0"0"1553"0,0 0-1219 16,0 0-78-16,0 0 103 0,0 0 23 0,0 0-54 16,0 0-83-16,0 0-67 0,92-34-19 15,-67 31-52-15,0-2-38 0,3 0-33 16,-2 2-37-16,-1-2-6 0,0 0-34 16,1 1 0-16,2-1-76 0,-3 0-48 15,4 1-92-15,-4-2-113 0,-2 4-276 16,-4-2-553-16,1 4-553 0</inkml:trace>
  <inkml:trace contextRef="#ctx0" brushRef="#br0" timeOffset="51280.498">2801 7275 303 0,'0'0'1088'0,"0"0"408"0,0 0-1147 15,0 0-173-15,0 0 84 0,3 83 101 0,-2-59-42 16,4-3-77-16,-1 0-113 0,2-7-95 16,-1-2-31-16,3-2-2 0,-1-4 11 15,0-3 1-15,3 0-10 0,0-3 15 16,5 0 13-16,-1-5-31 0,3-8-31 16,1-5-21-16,2-5-25 0,-1-2 12 15,-2 0-15-15,-4 3-13 0,-3 3 9 16,-4 1 16-16,-6 6 50 0,0 2 18 15,-6 3 24-15,-7 1-24 0,-3 3 50 0,-1 0 12 16,-2 3-31-16,1 0 12 16,-3 1-12-16,5 6 13 0,1 3-14 0,2 1-17 15,1-1-13-15,2-1-31 0,1-2-6 16,5 2-16-16,0-5-27 0,4 1-116 16,0 1-87-16,0-2-226 0,4-3-499 15,2-1-315-15</inkml:trace>
  <inkml:trace contextRef="#ctx0" brushRef="#br0" timeOffset="51588.888">3049 7188 2438 0,'0'0'381'0,"0"0"-243"0,0 0 76 16,0 0 115-16,23 71 28 0,-16-51-134 15,2-4-89-15,2 0-65 0,-3 1-1 16,0-3-27-16,1 4-10 0,-2-3-10 0,-1-1-8 15,0 0-10-15,-2-1 9 0,-1-1-12 16,-2-4-1-16,1-1-11 0,-2-1-1 16,0-5-5-16,0-1 18 0,0 0 0 15,1 0 0-15,1-11 0 0,5-3 20 16,0-8 39-16,2-6-28 0,2-6-20 0,4-5-11 16,0 0-52-16,3 4-22 0,2 4-4 15,4 6 10-15,-5 7-4 0,3 3 19 16,-1 7-3-16,-2 1-30 0,0 2 5 15,-3 3 5-15,4 2-9 0,0 0-161 16,0 2-133-16,5 3 199 0,-1 3-80 16,-4-4-2075-16,7 9 2254 0</inkml:trace>
  <inkml:trace contextRef="#ctx0" brushRef="#br0" timeOffset="52013.179">4117 7117 2531 0,'0'0'783'16,"0"0"-564"-16,0 0-92 0,0 0 185 0,0 0 128 16,0 0-39-16,0 0-165 15,0 0-144-15,0 0-38 0,-88 39 4 0,72-17 27 16,0 2 43-16,3 0-43 0,5-1-37 15,-1-3-17-15,5-1-29 0,1-4 1 0,-1-2-3 16,4-4-2-16,0-3-19 0,0 1 5 16,0-3-20-16,0-2-22 0,4 1-21 15,0-3 16-15,5 0-25 0,1 0-4 16,3 0 22-16,3-6 30 0,1-4 16 16,-1 3-10-16,4-1-2 0,-3 2 14 15,1 0 20-15,-3 5-27 0,-3 0 29 16,1 1 45-16,0 0 26 0,-3 4-7 15,-1 1-6-15,2 2-12 0,-2 3-13 16,-2-3-9-16,2 0-11 0,-1 4-12 0,-2-6-1 16,0 0-12-16,0-2-15 0,1-2-43 15,-1-1-61-15,-2 0-28 0,5 0-50 16,-1-4-131-16,2-6-278 0,0-1-611 16,0 3-697-16,-4-8 1642 0</inkml:trace>
  <inkml:trace contextRef="#ctx0" brushRef="#br0" timeOffset="52701.596">4391 7086 1421 0,'0'0'1926'16,"0"0"-1530"-16,0 0-229 0,0 0 116 16,10 81 98-16,-7-56-21 0,0-3-101 15,0 2-91-15,1-5-86 0,-1-1-40 16,2-2-24-16,-2-3-18 0,2-1-1 0,-1-3-29 15,-1 0-34-15,4-5-82 16,3-3-15-16,2-1 11 0,2-3-22 0,6-5 3 16,-1-7 8-16,1 1-37 0,0-4-3 15,-1 0-6-15,-4 5 59 0,-3 3 112 0,-4 5 36 16,-3 2 139-16,-2 3 52 0,0 0 20 16,-3 1-6-16,0 4-47 0,0-3-16 15,0 3-13-15,0 0 2 0,2 2-17 16,-1-3-50-16,-1 1-43 0,2-3-21 15,-1-1-40-15,2-1-2 0,4 0-7 16,5-1-19-16,1-9 10 0,5-3-25 16,2-4-43-16,2-2-40 0,-2 0-51 15,-3 3-39-15,-2 3-2 0,-2 7 81 16,-6 4 73-16,-1 2 104 0,-2 0 115 16,-2 6 71-16,-2 4 50 0,0 5-20 15,0 0-36-15,-2 3-29 0,-2 0-9 0,1-1-26 16,0-2-54-16,3-3-29 15,0-3-33-15,0-3-15 0,1-1-16 0,4-4-15 16,2 2-24-16,2-3 30 0,5 0-34 16,1-4 37-16,3-3 25 0,1 3-10 15,4 2-9-15,0 2 31 0,3 0 10 16,0 9 54-16,1 6-51 0,1 4 14 0,-1 3 75 16,4 5-78-16,-4 0-5 0,3 2-4 15,-4 3 25-15,-4-1 0 0,-5 3 15 16,-3-1-37-16,-8 3 34 0,-6 2-34 15,-3 2 7-15,-11-2 24 0,-9 2-16 16,-6 1 7-16,-4-3 2 0,-2-5-2 16,3-6-4-16,2-4 19 0,3-7-18 15,2-6-1-15,5-5 0 0,6-5 7 16,0 0-1-16,3-7 4 0,2-10-46 0,4-6-30 16,-1-7-9-16,6-6-22 15,0 0 16-15,9-1-4 0,2 1-5 0,5 3 11 16,0 0 16-16,3 3-19 0,1 1-9 15,0 1-21-15,2 1-61 0,-2 1-69 16,0 2-164-16,-7 6-421 0,4-1-886 0</inkml:trace>
  <inkml:trace contextRef="#ctx0" brushRef="#br0" timeOffset="65380.872">6489 6925 1102 0,'0'0'1549'0,"0"0"-1269"0,0 0-56 0,0 0 22 15,0 0 121-15,-4-66-2 0,12 60-54 16,4 0-39-16,8 1-66 0,3 4 14 0,2 1-77 16,2 6-46-16,-1 6-12 0,0 7-39 15,-3 5 5-15,-7 5-18 0,-2 3 4 16,-5 5-22-16,-5 2-12 0,-2 1-3 16,-2 0-1-16,0-4-23 0,-2-6-28 15,1-6-15-15,-1-5 1 0,2-9-1 16,0-3 3-16,0-7-6 15,0 0 12-15,5-7 16 0,2-7-13 0,1-7-7 16,1-4 14-16,0-4-4 0,2-3-7 16,-5-1 4-16,1-2 54 0,-2 2-17 15,1 1 16-15,-1 2 1 0,-1 2-6 0,4 6 7 16,-1 6 19-16,0 6 45 0,3 5 19 16,2 5-10-16,-2 3 7 0,4 9-1 15,-1 6-21-15,0 4-21 0,-3 9-4 16,-1 1 16-16,-2 1 8 0,-3 3-11 15,-4-2-16-15,0 0-12 0,0-3-18 16,0-5-14-16,2-4-10 0,-1-7-12 0,4-5-40 16,-1-4-28-16,0-3 1 0,5-3-4 15,-2 0-43-15,5-6-99 0,-2-4-157 16,3-1-292-16,1-11-708 0</inkml:trace>
  <inkml:trace contextRef="#ctx0" brushRef="#br0" timeOffset="65703.697">7185 6980 2587 0,'0'0'1037'0,"0"0"-791"0,0 0-31 15,10 76 170-15,-7-48 9 0,-3-1-51 16,3-3-91-16,0-6-101 0,0-5-75 16,3-5-36-16,-1-7-25 0,5 2 6 0,-1-3-21 15,3 0-18-15,3-11 3 0,0 0-34 16,3-4-21-16,3-4-29 0,-4-3-5 15,0 0 19-15,-1 1 18 0,-3-1 3 16,-4 4-6-16,-6 4 28 0,-3-1 17 16,-2 2 25-16,-8 1 1 0,-6 3 0 15,-1 0 17-15,-5 4-2 0,2 3 26 16,3 2-42-16,0 0-2 0,3 10 2 16,2 3 16-16,2 5-15 0,1 0 0 15,0 1 2-15,7-1-3 0,0-6-15 16,2 1-9-16,0-3-13 0,0-2-51 15,3-1-59-15,5 0-106 0,-3-2-190 0,2-1-242 16,0-4-397-16,1 0-212 16,7 0 593-16</inkml:trace>
  <inkml:trace contextRef="#ctx0" brushRef="#br0" timeOffset="66194.489">7626 6492 2336 0,'0'0'451'0,"0"0"-88"0,0 0 98 16,0 0 0-16,0 0-63 0,0 0-105 0,0 0-72 16,0 0 2-16,-7 68-20 0,11-25-72 15,2 4-34-15,0 6-9 0,0 1-19 16,-1 2 34-16,4 0-19 0,-2 1-52 15,-1 1-32-15,1-4-2 0,-2-6-23 16,1-5-23-16,0-11 15 0,0-7 12 16,-1-9-25-16,0-8-32 0,1-4-19 0,0-4-27 15,-3 0-16-15,1-5-85 0,0-9-188 16,-1-3-188-16,-3-4-48 0,0 0-25 16,-6-2-69-16,-5 4 116 0,-8 0 115 15,-4 0 186-15,0 1 326 0,-3 2 4 16,-1-3 312-16,-1 2 169 0,-2 2-46 15,4 1 21-15,3 2-82 0,7 3-50 16,3 4 39-16,8 2-34 0,5 3-100 16,0 0-66-16,4 0 23 0,9 4 45 15,4 2-4-15,6 3-29 0,6 0-22 0,1-2 6 16,2-2-37-16,3-1-49 0,2-4-34 16,3 0-66-16,2-4 0 0,3-5-15 15,2-2-85-15,2-1-61 0,2 1-61 16,2-3-50-16,0 5-242 0,-12-1-786 15,15 2-1148-15</inkml:trace>
  <inkml:trace contextRef="#ctx0" brushRef="#br0" timeOffset="66633.666">8978 6786 2786 0,'0'0'376'0,"0"0"-226"16,0 0 79-16,0 0 200 0,-95-8-51 16,70 24-140-16,-4 9-41 0,-4 9-25 15,0 4-34-15,3 7 45 0,4-1 78 16,4 0-83-16,9-5-78 0,3-3-54 0,6-8-19 15,4-8 0-15,0-6-26 0,7-4-1 16,5-7-63-16,4-3-4 16,5-11-12-16,4-5-11 0,3-9-41 0,1-6-15 15,0-1-55-15,1-3-28 0,-5 3-19 16,-2 4 28-16,-4 8 9 0,-3 4 4 0,-2 7 100 16,-4 6 107-16,-1 3 7 0,-1 7 154 15,-2 8 29-15,1 1 18 0,-2 5-29 16,-2 1-7-16,0-1 14 0,-2 2-42 15,2-3-1-15,1 0 6 0,-1-5-43 16,0-2-54-16,1-5-30 0,2-5-22 16,4-3-24-16,1-1-43 0,4-9-18 15,2-5-49-15,1-7-51 0,3-4-29 16,1-4-270-16,-3-1-594 0,-2 7-567 16,4-18 111-16</inkml:trace>
  <inkml:trace contextRef="#ctx0" brushRef="#br0" timeOffset="66822.507">9311 6453 2332 0,'0'0'1183'0,"0"0"-823"0,-4 71-127 15,-2-31 113-15,1 7 57 0,-2 3-39 0,0 2-69 16,3-2-86-16,1-2-104 0,0-5-64 16,3-6-41-16,0-6-31 0,0-6-93 15,7-9-12-15,2-5 9 0,4-7-13 16,1-4-49-16,5-6-86 0,-1-9-293 15,3-6-497-15,-3-5-442 0</inkml:trace>
  <inkml:trace contextRef="#ctx0" brushRef="#br0" timeOffset="66994.615">9517 6392 1558 0,'0'0'1576'16,"0"0"-1168"-16,0 0-155 0,0 0-18 15,0 0 56-15,24 100 6 0,-15-52-11 16,1 6-63-16,0 4-28 0,-1 3-16 0,-2 1-51 15,-2-1-77-15,0 0-45 0,-4-2-6 16,2-5-66-16,0-7-129 0,2-5-75 16,2-9-48-16,6-6-86 0,-5-8-316 15,9-4-935-15</inkml:trace>
  <inkml:trace contextRef="#ctx0" brushRef="#br0" timeOffset="67458.497">10383 6811 1421 0,'0'0'1941'0,"0"0"-1624"0,0 0-90 16,0 0 62-16,105 17 3 0,-73-9-36 15,-2-2-63-15,-2 0-65 0,-1 0-61 16,-1-1-54-16,-3 0-2 0,-3 0-11 15,-5-1-19-15,-5 2-2 0,-5 1-49 16,-2 2 18-16,-3 0-18 0,-1 6 17 16,-11 2 32-16,-1 3 3 0,-5 4-10 15,-1 0 26-15,-3 6-1 0,2-4 1 0,4-1 2 16,3-3 58-16,6-4 43 0,6-5-15 16,1-2-40-16,1-5-4 0,9-1 10 15,5-4 85-15,2-1-49 0,6 0-45 16,3-2-43-16,1-10-15 0,2-1-67 15,3-4-71-15,-2-1-79 0,0-4-87 0,-1 2-294 16,-9 4-730-16,8-3-1096 0</inkml:trace>
  <inkml:trace contextRef="#ctx0" brushRef="#br0" timeOffset="67781.721">10977 7022 1683 0,'0'0'1957'0,"0"0"-1724"0,0 0-185 16,0 0 153-16,0 0 138 0,0 0-80 15,0 0-84-15,91 19-102 0,-64-38-73 16,3-4-51-16,2-4-123 0,-2-3-70 16,-2-2-45-16,-4 3 1 0,-5 2-18 15,-6 4 45-15,-7 3 92 0,-6 5 169 0,-2 1 35 16,-12 4 64-16,-5 1 178 0,-4 7-41 16,-3 2-19-16,3 4-16 0,0 9-3 15,0 3 3-15,4 7-32 0,0 7-43 16,4 1-22-16,3 2 9 0,5 4 76 15,2 1-16-15,1 1-46 0,0-1-15 16,4-1-37-16,0-6-50 0,0-6-25 0,0-6-22 16,5-4-23-16,1-8-82 0,0-1-46 15,4-5-15-15,2-1 2 0,1-2-83 16,4-10-265-16,0-4-533 0,-2-1-370 16,5-9-221-16</inkml:trace>
  <inkml:trace contextRef="#ctx0" brushRef="#br0" timeOffset="68198.3">11383 6843 1091 0,'0'0'1868'0,"0"0"-1609"0,0 0-204 0,0 0 75 16,0 0 57-16,82 41 85 0,-70-16 5 15,-6 2-44-15,-5 3-69 0,-1 3-1 16,0-4 22-16,-1 2-20 0,-5-5-52 16,-1-1-67-16,1-4-43 0,3-8-1 15,2-3-2-15,1-5-1 0,0-5-24 0,3 0-2 16,5-5-19-16,6-7 9 0,7-2-39 15,-1-5-46-15,7-4-47 0,1 0-22 16,-2-5-29-16,-1 3-147 0,-1-3-177 16,-1 2-96-16,0 0 35 0,-2 5-64 15,-2 6-308-15,-2 7 977 0,-5 8 114 16,-2 4 590-16,-4 10-174 0,-5 8-53 16,1 2-135-16,-2 5-40 0,0-2-42 15,0-3-40-15,1-1-27 0,2-6-10 16,1-3-13-16,1-7 6 0,1-4-33 15,2-3-7-15,2 0-27 0,3-8-42 16,4-6-26-16,3-5-41 0,-1-6-48 0,4-3-32 16,-1 0-13-16,-2 1 3 0,-3 3 7 15,-3 3 1-15,-5 5 1 0,-4-1 47 16,-5 9 34-16,-2-1 22 0,-9 6 159 16,-2 3-1-16,-6 0-94 0,0 8-15 0,-5 4-21 15,-3 5-26-15,-1 2-22 16,2 0-2-16,-1-1-3 0,5 1-28 15,1-3-86-15,1 1-149 0,2 1-104 0,5-6-277 16,-4 7-870-16</inkml:trace>
  <inkml:trace contextRef="#ctx0" brushRef="#br0" timeOffset="74531.279">14133 7049 696 0,'0'0'26'16,"0"0"1632"-16,0 0-1393 0,0 0-101 15,0-78 106-15,4 52-2 0,-2 2 75 16,-1 0-48-16,-1-2-134 0,-3 2-15 16,-6-1 40-16,-2 3 0 0,-3 3-51 0,-2 1 33 15,1 8 64-15,1 4-64 0,0 5-32 16,-5 1-36-16,3 1-60 0,-6 11-13 16,-1 6-3-16,0 10-12 0,0 7 22 15,2 6 8-15,5 6-12 0,3 4 3 16,4-2-2-16,6 0-10 0,3-7-21 0,2-7-1 15,6-8-20-15,5-6-13 16,2-9 13-16,3-4-12 0,1-4 15 0,6-4-9 16,1-9-22-16,2-5-54 15,1-7 21-15,0-2 10 0,-2-1 23 0,-3-4 19 16,-3 3 12-16,-4 2 18 0,-6 3 0 16,-3 3 2-16,-3 5 17 0,-3 1 20 0,-2 4 1 15,0 6 5-15,0 1 10 0,0 0-28 16,0 0 6-16,0 1-33 0,0 7-45 15,3 7 45-15,0 4 0 0,3 7 61 16,-2 5-7-16,4 3-2 0,-3 0 38 16,2-5-54-16,1-3-23 0,-3-2-13 15,1-8-3-15,-1-2-40 0,2-4-38 16,-3-3-50-16,0-1-48 0,1-3-46 16,-1 0-151-16,-1-1-603 0,1-2-778 0</inkml:trace>
  <inkml:trace contextRef="#ctx0" brushRef="#br0" timeOffset="74712.618">14538 7157 1076 0,'0'0'2464'0,"0"0"-2060"16,0 0-181-16,0 0 4 16,0 0 82-16,3 75-21 0,-3-55-105 0,0-3-116 15,0-1-67-15,4-2-27 0,1-2-7 16,3-1-30-16,1-2-67 0,1 1-29 15,3-2-70-15,1-4-155 0,-4 0-400 16,3-4-820-16</inkml:trace>
  <inkml:trace contextRef="#ctx0" brushRef="#br0" timeOffset="74889.113">14984 7096 1596 0,'0'0'2253'0,"0"0"-1898"16,0 0-249-16,0 0 40 0,0 0 2 16,0 0-37-16,0 0-68 0,96-2-43 15,-73-3-117-15,7 0-109 0,1-2-22 0,4 0-70 16,1 3-150-16,0 1-250 0,-8-1-641 16,14-1 78-16</inkml:trace>
  <inkml:trace contextRef="#ctx0" brushRef="#br0" timeOffset="75021.839">15666 7084 2450 0,'0'0'342'16,"0"0"-5"-16,0 0 39 0,0 0-41 0,0 0-61 15,80 8-28-15,-62-8-101 0,-2 0-94 16,4-1-51-16,2-4-149 0,2 1-137 16,1-3-79-16,4-1-162 0,-8 4-1151 0</inkml:trace>
  <inkml:trace contextRef="#ctx0" brushRef="#br0" timeOffset="75150.931">16188 7100 1482 0,'0'0'1222'16,"0"0"-677"-16,0 0-332 0,0 0 16 0,0 0 19 15,0 0-96-15,0 0-9 0,0 0-22 16,92-9-66-16,-70 2-55 0,2 1-49 16,2 0-116-16,6 1-90 0,7 1-95 15,-9 0 144-15,22-2-1161 0</inkml:trace>
  <inkml:trace contextRef="#ctx0" brushRef="#br0" timeOffset="75585.041">17237 6909 1322 0,'0'0'2388'15,"0"0"-2023"-15,-14-71-125 0,8 46 91 0,0 4-9 16,0 3-29-16,-1 7-65 0,0 5-73 15,1 6-34-15,-4 3-49 0,-6 11-71 16,-5 8 18-16,-4 11 23 0,-2 9 27 16,-1 3 58-16,3 5 30 0,2-1-52 15,5-4-51-15,5-2-40 0,5-10-14 16,5-2-15-16,3-10-6 0,1-5 0 16,12-4 9-16,3-6-45 0,5-2 15 15,3-4-34-15,3-5-8 0,2-7-12 16,-2-5-10-16,-1-1 27 0,-1-2 4 15,-6-2 11-15,-1 1 10 0,1-1 20 0,-5 2 7 16,-1-3-12-16,2-1 37 0,-5 5-1 16,-3 2 3-16,1 5 0 0,-5 6 0 15,0 5 19-15,-1 1 14 0,-1 7-21 16,-1 7 61-16,2 8 18 0,-2 2-7 16,0 5-8-16,-2 2 8 0,-2-1-20 0,2-5-28 15,2 0-36-15,0-4-21 0,0-2 9 16,5-1-3-16,1-1 13 0,2-5-89 15,2-4-90-15,0-1-40 0,1-3-86 16,3-3-315-16,-5-1-678 0,3 0-1002 0</inkml:trace>
  <inkml:trace contextRef="#ctx0" brushRef="#br0" timeOffset="80852.291">17661 7154 427 0,'0'0'1857'0,"0"0"-1263"0,0 0-156 16,0 0-111-16,-12-66 57 0,12 55-90 16,0 3-43-16,0 2-48 0,0 3-52 0,0 3-20 15,5 0-55-15,5 0-9 0,0 3 4 16,1 0 5-16,4 3-19 0,-4 0-23 15,-2 0-10-15,-1-1-3 0,-5 2 7 16,0 0 2-16,-3 3-12 0,0 2 3 0,-4 5-3 16,-7 4-6-16,-3 2-9 0,0 2-3 15,-2 0-3-15,2-2 2 16,2-2-2-16,4-2-15 0,0-7-9 0,4-5-12 16,1-3-16-16,3-1-3 0,0-3-2 15,0 0 5-15,0-1 18 0,3-6 7 16,6-4 15-16,2-3 12 0,1-3-12 15,2-1 14-15,-1-1 0 0,3 2-11 16,-1-1 10-16,0 1 2 0,1 5-1 16,0-2 1-16,-3 3 2 0,3 1-2 15,-4 3 24-15,-1 2 7 0,0 2-7 16,-3 3-21-16,1 0-3 0,-1 8 16 0,-2 4 20 16,0 7-2-16,-1 3 5 0,-3 2-18 15,-2-1 1-15,0 4 8 0,0 0 0 16,0-2 1-16,-2 0-31 0,-2-3-25 15,4-5 10-15,0-4-15 0,0-5-52 16,0-3-64-16,6-3-19 0,1-2-43 16,0-2-44-16,3-7-164 0,-2 1-283 15,4-7-701-15</inkml:trace>
  <inkml:trace contextRef="#ctx0" brushRef="#br0" timeOffset="81157.89">18719 6589 2229 0,'0'0'1182'0,"0"0"-869"0,0 0-27 0,0 0 139 16,0 0-64-16,0 0-128 0,0 0-99 16,0 0-64-16,-93 84-21 0,66-41 8 15,-3 7 41-15,1 1 44 0,2 5-51 16,2-1-33-16,3-3-28 0,4-2-28 15,3-3-2-15,4-7-21 0,4-7 18 16,5-9-12-16,2-6 2 0,4-6-5 0,5-3 0 16,5-5 17-16,1-3-1 0,4-1-31 15,0-2-52-15,1-7-18 0,-2-1-31 16,-2-3-12-16,0 1-25 0,-6-1-50 16,-3 1-133-16,-4 1-175 0,-3-1-232 15,0 5-501-15,-5-7-376 0</inkml:trace>
  <inkml:trace contextRef="#ctx0" brushRef="#br0" timeOffset="81318.943">18403 6992 82 0,'0'0'2058'16,"0"0"-1505"-16,0 0-177 0,0 0-6 15,0 0 26-15,0 0-38 0,0 0-97 16,0 0-48-16,0 0 32 0,79-12-58 16,-48 10-74-16,2-2-22 0,1-1-33 0,1 0-19 15,2 0-27-15,1-1-12 16,-1 0-94-16,-2 1-101 0,-2 1-40 0,-3 4-54 15,-1-3-142-15,-9 0-298 16,6 1-838-16</inkml:trace>
  <inkml:trace contextRef="#ctx0" brushRef="#br0" timeOffset="81727.997">19132 6645 2696 0,'0'0'610'0,"0"0"-236"0,0 0-131 16,0 0 95-16,0 0-19 0,0 0-57 16,105 36-27-16,-63-32-52 0,3-4-52 15,5 0-25-15,1-6-33 0,-1-5-37 16,4 3-26-16,-3-5-10 0,-1 0-34 15,-2-2-60-15,-7 3-55 0,-8 0-45 16,-6 3-39-16,-11 2-18 0,-7 4-130 16,-8 2-149-16,-1 1-186 0,-8 0-339 0,-15 0-320 15</inkml:trace>
  <inkml:trace contextRef="#ctx0" brushRef="#br0" timeOffset="82069.765">19513 6613 627 0,'0'0'1046'0,"0"0"-527"16,0 0-5-16,0 0-33 0,0 0-73 0,-57 93-8 15,50-60-50-15,2 9-38 16,0 2 14-16,1 5-36 0,0 2-75 0,1-1-42 16,0 2-37-16,1-7-66 0,2 0-25 15,0-6-45-15,0-3-1 0,3-6-1 16,4-3-1-16,-1-8-21 0,2-1-13 16,1-5-29-16,-1-5-34 0,-2-4-42 15,2 0-46-15,-2-4-19 0,0 0-44 16,-3-8-63-16,-1 0-80 0,-2-5-62 15,0 2-36-15,0-5 5 0,-7 1 2 0,-3-5 38 16,2-5 53-16,0 0 134 0,2-6 93 16,4 3 167-16,0 2 395 0,2 6 112 15,2 4-37-15,3 5 75 0,4 3-120 16,5 2 0-16,2-2-85 0,4-1-50 16,6 2-62-16,6 0-61 0,4-2-23 15,5 0-43-15,7-1-22 0,2 2-58 16,4-1-21-16,1-1-42 0,0 0-117 0,-2 1-108 15,-1 0-151-15,-14 4-603 0,10-2-1093 16</inkml:trace>
  <inkml:trace contextRef="#ctx0" brushRef="#br0" timeOffset="82251.479">20539 7132 3238 0,'0'0'382'0,"0"0"-284"0,0 0-32 0,0 0 113 16,0 0 82-16,-35 77-134 0,20-58-127 16,-2-2-68-16,-3 2-135 0,0 3-96 15,-4-1-272-15,5-4-652 0,-19 8-764 0</inkml:trace>
  <inkml:trace contextRef="#ctx0" brushRef="#br0" timeOffset="85292.495">7910 8675 1846 0,'0'0'13'15,"0"0"1182"-15,0 0-1038 16,0 0-58-16,35-74 108 0,-32 61 115 0,-3 3 17 16,0 0-34-16,-8 4-50 0,-3 1-67 15,-1 2-26-15,-8 3-40 0,-2 0-28 16,-5 3-21-16,-3 8-9 0,-2 6-22 16,-4 4-18-16,-1 7 10 0,-2 3-10 15,0 7 3-15,0 5-12 0,-1 4 31 16,2 1-7-16,3 5 4 0,4 0-4 15,2 1-18-15,3-4-20 0,6-2 0 16,2-6 2-16,8-3 8 0,7-8-10 16,3-5-2-16,0-9 0 0,6-1-11 0,3-6-3 15,7-1 15-15,-2-6 3 0,5-1 15 16,-2-2-18-16,2-1 1 0,-2-4 17 16,2-3-16-16,-3 0-1 0,0 2-1 15,-3 1-3-15,-3-2-21 0,-3 4 0 0,0 1 0 16,-2 2 6-16,-1-2-1 0,0 1 4 15,0-1-12-15,1 2 6 0,-2 0 6 16,0-1-6-16,0 1-4 0,-2 0 10 16,-1 0 15-16,1-1 0 0,-1 1 12 15,2 0 0-15,-2-2-9 0,0 2 13 16,0 0-13-16,0 0-3 0,0-2-1 16,0 2-12-16,0-1 1 0,0 1 0 15,0 0 0-15,0 0 0 0,0 0-9 16,0 0 0-16,0-3-1 0,0-1 1 15,1-1 3-15,2-1-6 0,-3 0 11 0,3 0 10 16,0-2 1-16,-2 2 0 0,1 0 2 16,-1 0-2-16,1 0-13 0,-1-1 3 15,0-2-18-15,1 3 8 0,-1-2-5 16,2 1 15-16,-3-2 9 0,3 1-15 0,0-3-7 16,0-2-11-16,4-2-4 0,-3-1 9 15,2-3 1-15,0 0 6 0,-2-2-7 16,2-1 10-16,0 0 5 0,-2-2-23 15,2-2 36-15,-2 1-21 0,1-1 23 16,1 1-10-16,2-2-14 0,-1 4 22 16,0 2-9-16,2-2-6 0,1 5 17 15,-3 1-2-15,-2 5 3 0,-1 4 1 16,-2 2 2-16,-1 5 12 0,-1-2-15 16,0 3 1-16,1 0 2 0,-1 0 15 0,0 0-16 15,0 0 1-15,3 0 15 16,-3 0 9-16,0 0-8 0,0 0 2 0,0 0 4 15,0 0-13-15,0 4-10 16,1 5 50-16,1 5 0 0,-2 2 3 0,0 6-1 16,0 3-5-16,0 3 0 0,0 1-10 0,-2 0-2 15,1 2 2-15,-3 2-9 0,1 0-2 16,2 3 5-16,-2 1-30 0,1 1 24 16,-1-1-21-16,2-1-3 0,-2 0-3 15,3-3 13-15,0-2-1 0,0-5-9 16,7-5 12-16,1-2 0 0,3-2 6 15,-1-4-3-15,2-1-6 0,0-5-10 16,5-1 1-16,0-4 10 0,4-2-1 16,3 0-10-16,3-7 13 0,2-1-15 15,1-4-1-15,-1-3-39 0,-2 2-17 16,-3 0-19-16,-5 2-24 0,-1 0-21 16,-5 3-13-16,-2 1-3 0,-2 1-28 0,-2-1-90 15,1 2-191-15,-5 0-199 0,0 0-167 16,-3 2-508-16</inkml:trace>
  <inkml:trace contextRef="#ctx0" brushRef="#br0" timeOffset="85578.268">8159 9199 3049 0,'0'0'503'0,"0"0"-348"16,0 0-101-16,0 0 125 0,0 0 191 15,0 0-48-15,0 0-82 0,0 0-97 16,51 66-63-16,-47-49-19 0,0 2-22 16,1-1-8-16,-2 1-30 0,-2-2-1 15,1 2-12-15,1-5-52 0,-2 2-28 0,-1-3-12 16,3-2-28-16,-3-2-37 15,4 1-38-15,-3-2-82 0,1 1-160 0,-2-2-239 16,0-2-488-16,0 1-511 0</inkml:trace>
  <inkml:trace contextRef="#ctx0" brushRef="#br0" timeOffset="86243.201">8871 8726 1451 0,'0'0'400'15,"0"0"-221"-15,0 0 497 0,0 0-275 16,0 0-97-16,0 0-51 0,0 0-23 16,0 0 25-16,0 0-31 0,3 67-54 15,-19-36-43-15,-4 4-20 0,-3 5-18 0,-1 0 31 16,0 3 8-16,0 0-27 16,1 2-28-16,4 1-15 0,5-3-37 0,2-2-9 15,5-4-12-15,7-6-2 0,0-9-10 16,13-6-19-16,7-9 16 15,6-7 12-15,6 0-36 0,7-10-41 0,0-4-8 16,1-3-4-16,0 3 16 0,-4-1-7 0,-1 3 31 16,-3 0 27-16,-6 4-2 15,-7-2 8-15,-4 4-2 0,-9 4 21 0,-3-1 37 16,-3 1 39-16,0 2 20 0,-6-1-57 16,-3-3-38-16,-5 3 1 0,0 0 0 15,-5 1 17-15,1 0-4 0,-3 0-15 16,1 1-15-16,-3 5 12 0,4-1 0 15,2 1-10-15,2-4 1 0,3 3-18 16,1-4-26-16,4 3-79 0,4-2-40 16,0 1-67-16,3 0-143 0,0 0-270 0,5 0-661 15</inkml:trace>
  <inkml:trace contextRef="#ctx0" brushRef="#br0" timeOffset="86405.957">9319 9225 1987 0,'0'0'808'0,"0"0"-484"0,0 0-126 16,0 0 136-16,11 76 6 0,-11-52-55 15,0 1-53-15,0 0-127 0,1 0-102 16,2 1-3-16,3-3-71 0,-2 0-118 16,3-1-47-16,0-5-10 0,2-3-98 15,-3-6-285-15,7-3-829 0</inkml:trace>
  <inkml:trace contextRef="#ctx0" brushRef="#br0" timeOffset="87370.388">9961 8851 642 0,'0'0'352'15,"0"0"-146"-15,0 0-40 0,0 0 16 16,0 0 23-16,0 0 453 0,-21-69-258 15,14 63-101-15,-4 4-73 0,1 2 0 0,-4 0 23 16,-3 0-82-16,0 5-22 0,1 6-17 16,-4 2 5-16,3 6-6 0,-2 5-28 15,1 6-13-15,3 4 4 0,2 2 20 16,6 0 0-16,3 2-30 0,2 2-10 16,2-3-49-16,0-1-3 0,4-3-18 15,5-5-10-15,4-4-8 0,2-5-19 16,3-3-18-16,5-4-27 0,3-3-62 0,2-1 21 15,2-5-80-15,0-3-64 0,1 0-81 16,-1 0-158-16,-9-5-231 0,7-3-850 0</inkml:trace>
  <inkml:trace contextRef="#ctx0" brushRef="#br0" timeOffset="87696.484">10164 9034 2835 0,'0'0'541'0,"0"0"-269"0,0 0-29 16,0 0 62-16,0 0-29 16,0 0-87-16,0 0-100 0,0 0-43 0,0 0-22 15,47-78-2-15,-32 64 2 0,5 1-21 16,-1 2-2-16,1-1 1 0,3 5 13 15,-4 0-13-15,1 3 10 0,-1 3 3 16,-2 1-13-16,0 1-1 0,-1 10 27 16,1 1-13-16,-3 5 13 0,1 4 9 15,1 1 2-15,-3 4-14 0,-1 2 8 16,-1 2 7-16,-1 0-16 0,-1-1-21 16,-3 0-3-16,0-4-14 0,-1-1 2 15,1-5-9-15,-2-5-4 0,2-4-51 0,0-5-56 16,2-3-55-16,1-2-53 0,3-8-59 15,0-5-201-15,-1 2-638 0,3-14-667 16</inkml:trace>
  <inkml:trace contextRef="#ctx0" brushRef="#br0" timeOffset="87887.609">10677 8845 1774 0,'0'0'1305'15,"0"0"-1063"-15,0 0-89 0,0 0 63 16,-91 61 76-16,65-32-19 0,-3 4-37 15,4 0-39-15,-1 5-52 0,1-1-38 16,3 1-22-16,1-2-14 0,-1-3-47 16,6 0-24-16,-1-5-46 0,3-2-24 0,2-7-80 15,7-4-37-15,2-6-42 16,3-4-72-16,3-5-159 0,8-3-167 0,-1-4-640 16,11-12-486-16</inkml:trace>
  <inkml:trace contextRef="#ctx0" brushRef="#br0" timeOffset="88097.177">10926 8810 2711 0,'0'0'367'15,"0"0"-224"-15,0 0 36 0,78 3 94 16,-58 6 35-16,0 6-38 0,-4 1-31 16,3 5-107-16,-3 0-39 0,0 5-44 15,-2-1 6-15,-1 0-15 0,-3 0-9 16,-1-1-31-16,-6 0-31 0,-3 1-3 15,0 2-73-15,-3 1-53 0,-6 1-32 16,-4 1-26-16,-4 5 124 0,0-4-60 0,-1-2-140 16,-2-6-180-16,6-8-221 0,-11 3-616 15</inkml:trace>
  <inkml:trace contextRef="#ctx0" brushRef="#br0" timeOffset="89047.811">3398 9363 1201 0,'0'0'462'0,"0"0"-209"15,0 0-103-15,0 0 661 0,0 0-306 16,0 0-226-16,0 0-102 0,0 0-30 16,0 0 11-16,65-79-34 0,-42 60-34 0,0 0-15 15,1 2-29-15,-2 4 7 0,1 3-7 16,-3 3-37-16,-1 4-9 0,1 3-17 15,3 4 17-15,-2 8 34 0,1 5-33 16,0 4 24-16,-2 7-22 0,-1 0 55 16,-2 3-2-16,-2 1-1 0,-3 2-12 15,0-4-42-15,0 2 11 0,-2-2-12 16,-2-4 0-16,0-3-15 0,-3-5-31 16,1-6-65-16,0-2-49 0,-3-4-42 15,0 0-13-15,1-5-65 0,-1-1-201 16,1 0-645-16,6-10-719 0</inkml:trace>
  <inkml:trace contextRef="#ctx0" brushRef="#br0" timeOffset="89260.849">4023 9157 1846 0,'0'0'467'0,"0"0"-254"15,0 0-100-15,0 0 424 0,0 0-196 0,-99 35-161 16,76-14-76-16,-2 8-3 0,2 3 21 15,0 7 1-15,3 5-2 0,-2 2-9 16,4-2-25-16,2 2-43 0,0-4-44 16,3-5-24-16,3-3-23 0,0-8-68 15,4-3-37-15,3-8-15 0,3-3-24 16,2-7-87-16,9-4-262 0,-1-1-583 16,10-6-503-16</inkml:trace>
  <inkml:trace contextRef="#ctx0" brushRef="#br0" timeOffset="89511.029">4711 9038 98 0,'0'0'3063'0,"0"0"-2691"0,0 0-273 15,0 0 93-15,0 0 244 0,39 91 3 0,-33-58-135 16,2-1-109-16,-2 2-58 0,1-1-52 15,-1-2-15-15,2 1-18 0,-3-2-31 16,-3-2-18-16,0 2-3 0,-2-5-48 16,0 1-71-16,0-1-54 0,1-6-38 15,1-1-22-15,2-6-81 0,1-5-207 16,-1-2-189-16,-1-5-311 0,5 0-125 0</inkml:trace>
  <inkml:trace contextRef="#ctx0" brushRef="#br0" timeOffset="89776.493">4999 9282 2899 0,'0'0'527'0,"0"0"-419"15,0 0 35-15,0 0 165 0,0 0 105 0,0 0-120 16,0 0-164-16,0 0-46 0,0 0 43 16,117-2 63-16,-66-2-46 0,11-2-58 15,8-3-9-15,3-1-34 0,8-1-40 16,1-3 25-16,7 0-2 0,-2 1-7 15,5-4-17-15,-2 3 10 0,-7-1-10 16,-2 2-2-16,-11 2-19 0,-8 3-38 16,-10-3-15-16,-13 5-36 0,-7 1-28 0,-8-1-24 15,-8 4-4-15,-6-2-4 0,-4 3-38 16,-5 0-90-16,-1-3-54 0,0 1-19 16,-7-1-230-16,2-2-388 0,-7-6-234 0</inkml:trace>
  <inkml:trace contextRef="#ctx0" brushRef="#br0" timeOffset="90003.945">6248 8885 1876 0,'0'0'1173'15,"0"0"-981"-15,0 0-84 0,0 0 178 16,0 0 117-16,0 0-54 0,0 0-141 16,85 46-88-16,-67-31-28 0,-1-1-15 15,-1 0-4-15,0 1-21 0,-3-1-24 0,-2 2-10 16,-1 1-1-16,-2-2-17 0,-4 3-1 15,-4 4-14-15,0-1-12 0,-9 5 8 16,-4 0-17-16,-7 4-32 0,-3 1 13 16,-1 2-13-16,-3 3-2 0,-1 1-13 15,-3 0-22-15,-3-1-41 0,-2-4-93 16,1-3-101-16,8-6-273 0,-12 0-810 16</inkml:trace>
  <inkml:trace contextRef="#ctx0" brushRef="#br0" timeOffset="90965.093">12285 9028 20 0,'0'0'348'16,"0"0"-348"-16,0 0-182 0</inkml:trace>
  <inkml:trace contextRef="#ctx0" brushRef="#br0" timeOffset="91270.398">11683 9168 1030 0,'0'0'2090'0,"0"0"-1717"15,0 0-186-15,0 0-20 0,0 0 154 0,0 0 64 16,0 0-44-16,81 0-100 0,-45 0-82 15,4 0-59-15,3-2-39 0,1-5 3 16,2-1-19-16,1-3-30 0,2-7-15 0,-1 0-9 16,1-5-91-16,-3 1-52 15,-7 1-67-15,-8 2-29 0,-3 1-54 0,-9 4-154 16,-5 1-261-16,-7 4-754 0,-7-3-434 0</inkml:trace>
  <inkml:trace contextRef="#ctx0" brushRef="#br0" timeOffset="91443.76">12137 8881 1672 0,'0'0'470'0,"0"0"-110"0,0 0-80 0,0 0 105 15,0 0 23-15,-39 70-46 0,32-33-48 16,0 4-35-16,2 4-57 0,1 0-57 16,1 0-51-16,2 1-53 0,1-5-52 15,0-2-9-15,5-5-52 0,10-7-89 16,4-2-95-16,11-8-92 0,7-5-129 15,-2-7-308-15,23-6-918 0</inkml:trace>
  <inkml:trace contextRef="#ctx0" brushRef="#br0" timeOffset="91824.1">13111 8937 1026 0,'0'0'1843'16,"0"0"-1175"-16,0 0-416 0,0 0 26 0,0 0 145 15,-92-55-35-15,62 72-89 0,-4 8-86 16,-3 11-52-16,0 7-19 0,1 8-15 16,4-1 18-16,5-1-33 0,5-8-49 15,10-6-33-15,5-11-30 0,7-6-2 16,0-7-31-16,12-8 0 0,9-3 3 16,7-5-6-16,5-10-25 0,7-8-41 15,3-7-13-15,1-6 6 0,-4 3 9 16,-1-3 18-16,-6 3-3 0,-6 3 15 15,-3 2 24-15,-6 3 4 0,-5 5 20 0,-3 3 22 16,-4 9 31-16,-5 4 18 0,-1 4 24 16,0 0-13-16,0 11-20 0,0 6 24 15,-4 5 17-15,1 6 1 0,-2 3 9 16,2 4-6-16,1 0-25 0,2-3-36 16,0-4-24-16,0-2-27 0,5-2-27 15,2-4-82-15,1-1-58 0,1-5-16 16,4-4-52-16,-2-3-170 0,5-5-175 0,-1-2-347 15,-5-2-343-15,7-11-334 0</inkml:trace>
  <inkml:trace contextRef="#ctx0" brushRef="#br0" timeOffset="92063.14">13431 9171 1102 0,'0'0'101'16,"0"0"1780"-16,0 0-1473 0,0 0-180 0,84-18-26 16,-65 18-26-16,-2 0-26 0,-3 3-4 15,-1 4 5-15,-3 1-46 0,-5 3-16 16,-4 2-6-16,-1 4-9 0,-1 1 39 0,-7 1 12 15,-5 4-30-15,-4 1-1 0,1-1-9 16,-1-3 9-16,2-2-18 0,3-1-46 16,6-5-26-16,1-4-4 0,5 2-11 15,0-4-19-15,6 1 0 0,6 0 12 16,5 0 15-16,7-1-3 0,2 0-16 0,3-4-41 16,3-2-147-16,2 0 21 15,1-2 115-15,0-3-310 0,-8 2-732 16,12-4-261-16</inkml:trace>
  <inkml:trace contextRef="#ctx0" brushRef="#br0" timeOffset="92514.651">14482 8749 1463 0,'0'0'1702'0,"0"0"-1421"16,0 0-113-16,0 0 2 0,0 0 44 15,0 0 108-15,0 0-74 0,-88-14-88 16,59 46-43-16,-4 10-10 0,-3 12 18 15,-2 5 83-15,1 3-38 0,1 3-6 16,4-7 8-16,5-1-66 0,4-8-46 16,7-5-33-16,7-9-26 0,6-6-1 15,3-7-15-15,6-8 0 0,11-4 0 16,5-8-6-16,11-2-9 0,3-7-25 0,7-9-35 16,2-4-22-16,-3 0-3 15,-5-4 27-15,-3 3-4 0,-9 2 22 0,-6 2 6 16,-10 4 25-16,-6 1 8 0,-3 2-5 15,-11 2 5-15,-9 2 13 0,-4 6 16 16,-6 0-13-16,-2 0 2 0,0 11 11 0,1-2-22 16,3 2 21-16,6 4-9 0,2-3-7 15,5-2-17-15,4 0-133 0,6-2-292 16,3 0-306-16,1-2-688 0,1 0-383 0</inkml:trace>
  <inkml:trace contextRef="#ctx0" brushRef="#br0" timeOffset="92727.844">14526 9320 2989 0,'0'0'447'0,"0"0"-190"0,0 0-9 0,95 18 50 16,-73-13-71-16,-5 1-36 0,-3 0-43 15,-3 2-65-15,-4-1-49 0,-2 4-13 16,-4-1 0-16,-1 3-5 0,0 1-14 16,-7 3-2-16,-1-1 3 0,1 0-1 15,0-1-2-15,4-3-3 0,3-3-25 16,0-1 1-16,10-5 24 0,5 1 0 15,6-4-22-15,5 0-79 0,4-6-69 16,2-5-52-16,4-2-40 0,-1-4-87 16,2-1-251-16,-11 6-568 0,7-11-744 0</inkml:trace>
  <inkml:trace contextRef="#ctx0" brushRef="#br0" timeOffset="93013.457">15194 8857 1911 0,'0'0'1212'15,"0"0"-772"-15,0 0-362 0,0 0-77 16,0 0 241-16,0 0 234 0,-41 94-106 16,28-52-63-16,0 3-94 0,0 7-33 0,-2-1-5 15,0 2-41-15,4-4-47 0,1-2-63 16,4-3-24-16,3-4-12 0,3-8-18 15,0-3 0-15,4-5-43 0,6-7-17 16,6-3-13-16,3-9-16 0,4-5-15 16,3-5-42-16,3-9-63 0,2-8-121 15,1-1-180-15,-2-2-199 0,-7 6-389 0,6-8-25 0</inkml:trace>
  <inkml:trace contextRef="#ctx0" brushRef="#br0" timeOffset="93219.663">15426 9164 840 0,'0'0'173'0,"0"0"1557"0,0 0-1341 0,0 0-137 15,0 0-87-15,34-79-41 0,-15 62-11 16,1-1-6-16,3 0 12 0,3 4 4 16,0 3-63-16,0 4 21 0,-4 3 12 15,1 4 40-15,-3 3 12 0,-3 6-10 16,0 8-18-16,-5 5-28 0,-2 5 12 0,-1-1 8 16,-4 5-42-16,1-2-30 0,-3-1-34 15,0-3-3-15,2-3-24 0,0-3-4 16,1-2-39-16,0-4-46 0,-2-1-18 15,3-4-13-15,2-1-16 0,-3-3 15 16,2-4-41-16,1 0-146 0,1-11-135 0,0-1-156 16,-3 0-555-16,3-10-529 0</inkml:trace>
  <inkml:trace contextRef="#ctx0" brushRef="#br0" timeOffset="93386.363">15820 9039 1159 0,'0'0'1740'0,"0"0"-1378"15,0 0-146-15,-99 87-19 0,62-53 108 16,-4 1 24-16,1 0-23 0,0-3-60 16,5-2-81-16,6-7-85 0,7-4-80 0,4-4-12 15,6-7-86-15,4-3-67 0,6-5-75 16,2-2-83-16,2-9-254 0,6-1-656 16,13-18-607-16</inkml:trace>
  <inkml:trace contextRef="#ctx0" brushRef="#br0" timeOffset="93567.888">16051 8850 1296 0,'0'0'1760'0,"0"0"-1549"0,0 0-93 15,0 0 44-15,92 38 91 0,-80-20 68 16,-4 2-60-16,-5 3-66 0,0-2-81 16,-3 3-34-16,-6 1-21 0,-6 0-20 15,-4 0-17-15,-6 3-22 0,-4 1-33 16,-5-2-87-16,-3 2-77 0,-2 0-38 0,2-2-66 15,-2-2-124-15,10-6-329 16,-22 2-1074-16</inkml:trace>
  <inkml:trace contextRef="#ctx0" brushRef="#br0" timeOffset="93983.157">16718 9082 1132 0,'0'0'342'0,"0"0"1011"15,0 0-812-15,0 0-57 0,0 0-76 0,81 63-12 16,-52-55-80-16,3-4-84 0,3-4-91 15,2 0-59-15,2-7-49 0,0-5-21 16,4-4-12-16,1-3-49 0,2-5-127 16,-2 0-68-16,-1 0-87 0,-3 0-177 15,-11 6-481-15,-2-3-769 0</inkml:trace>
  <inkml:trace contextRef="#ctx0" brushRef="#br0" timeOffset="94194.42">17126 8831 2074 0,'0'0'434'16,"0"0"103"-16,0 0-122 0,2 88 56 15,-1-54-83-15,1 2-109 0,1-4-24 0,3 1-129 16,0-5-99-16,0-3-27 0,3-3-76 16,2-1-105-16,2-5-57 0,3-4-53 15,1-2-203-15,-1-4-609 0,10-6-789 0</inkml:trace>
  <inkml:trace contextRef="#ctx0" brushRef="#br0" timeOffset="94273.014">17629 9051 1421 0,'0'0'208'0,"0"0"-188"16,0 0-20-16,0 0-293 0,0 0-799 0</inkml:trace>
  <inkml:trace contextRef="#ctx0" brushRef="#br0" timeOffset="94886.705">18358 9151 1319 0,'0'0'1479'16,"0"0"-1104"-16,0 0-142 0,0 0-128 0,0 0-32 0,0 0 16 16,0 0 2-16,0 0-25 0,0 0-38 15,88-7-28-15,-53-2-41 0,4-2-206 16,4-3-189-16,-11 4-617 0,11-5-839 0</inkml:trace>
  <inkml:trace contextRef="#ctx0" brushRef="#br0" timeOffset="95048.301">19011 9128 2545 0,'0'0'303'0,"0"0"-274"0,0 0-1 16,0 0 75-16,0 0-23 0,0 0-80 0,88-45-153 16,-68 36-278-16,-4 3-256 0,13-2-582 0</inkml:trace>
  <inkml:trace contextRef="#ctx0" brushRef="#br0" timeOffset="95169.318">19491 9019 1737 0,'0'0'1558'16,"0"0"-1288"-16,0 0-178 0,0 0 100 0,0 0 151 15,0 0-58-15,0 0-99 0,78 44-100 16,-64-39-77-16,2 1-9 0,1-5-2 16,6 2-146-16,-2-3-90 0,3 0-81 15,1 0-217-15,-7 0-500 0,7-2-564 0</inkml:trace>
  <inkml:trace contextRef="#ctx0" brushRef="#br0" timeOffset="96155.15">20573 8862 466 0,'0'0'1398'0,"0"0"-992"16,0 0-118-16,0 0 5 0,0 0 8 15,0 0-7-15,0 0-38 0,0 0-45 16,0 0-44-16,0 0-20 0,-30-11-29 0,30 11-16 16,0 0-15-16,0 0 6 0,0 0 5 15,0-1-3-15,0 1-15 0,0 0-19 16,0 0-18-16,0 0-9 0,0 0 5 16,0 0 1-16,0 0-9 0,0 0-4 15,0 0-9-15,0 0-5 0,0 0-12 16,0 0-1-16,0 0-13 0,-1 0-5 15,1 0-6-15,-2 0-4 0,2 0-8 16,0 0 2-16,0 0 10 0,0 0-1 16,0 0 10-16,0 0 13 0,0 0 1 0,0 0 1 15,0 0 15-15,0 0 3 16,0 0 4-16,0 0 5 0,0 0 7 0,0 0-7 16,0 0-5-16,0 0-7 15,0 0-13-15,0 0 1 0,0 0-3 0,0 0 0 16,3 1-15-16,2 1-4 0,3 2 19 0,2 3 45 15,5 3-14-15,2-2 14 0,2 2 10 16,5-3-31-16,2-6-8 0,7-1-16 16,3 0-1-1,7-6-57-15,-1-6-70 0,3-1-46 0,-5-3-28 0,-4 1-11 16,-1-1-75-16,-5-2-72 0,-1 0-152 16,-5 1-67-16,-7 3-467 0,-5-4-284 0</inkml:trace>
  <inkml:trace contextRef="#ctx0" brushRef="#br0" timeOffset="96371.916">20867 8568 696 0,'0'0'1291'0,"0"0"-886"15,0 0-8-15,0 0 32 0,-24 73 4 0,19-43-84 16,3 5-117-16,-2 3-52 0,2 8-10 15,-1 2 18-15,0 2-13 0,-1 0-83 16,1 1-62-16,2-3-30 0,-1-3-18 16,2-5-83-16,2-5-92 0,5-9-26 15,6-2-32-15,1-7-65 0,6-7-167 16,-5-6-479-16,11-4-721 0</inkml:trace>
  <inkml:trace contextRef="#ctx0" brushRef="#br0" timeOffset="97027.302">21441 8580 1436 0,'0'0'208'0,"0"0"-117"0,0 0-9 15,0 0 307-15,0 0 209 0,0 0-191 16,0 0-140-16,0 0-102 0,0 0-76 15,0 0-39-15,0 0-9 0,16-6-18 16,-16 6-23-16,0 0-85 0,0 0-86 16,0 0-16-16,0 0 28 0,0 0 28 15,0 0 38-15,0 0 19 0,0 0 36 16,0 0 15-16,0 0 23 0,0 0 19 16,0 0 68-16,0 0 3 0,0-2 12 0,0 2 10 15,0-3 25-15,0 2 25 0,0-1-39 16,0-1-25-16,0-3-4 0,0 3-16 15,0-2 17-15,-2 1 21 0,1 2-7 0,-1-3-7 16,-2 5-18-16,3-1-19 16,-2 1-1-16,-1-2 13 0,-1 2-3 15,-4 0-18-15,-2 8-35 0,-3 6 4 16,-5 11 14-16,-1 11 19 0,-5 9 16 0,1 5 5 16,-1 5 49-16,5 2 33 0,1-1-51 15,2-6-38-15,8-3-38 0,7-10-21 16,2-8-12-16,5-6-1 0,11-8 24 15,3-4-23-15,5-4-1 0,5-7-17 16,3 0-26-16,1-10-17 0,3-6-25 16,-3-3-18-16,-2-4-16 0,-3 3-12 15,0-3-3-15,-5 0 8 0,-5-1-9 0,-2 1 21 16,-5 3 0-16,-2-3 39 0,-6 0 50 16,-3 1 23-16,0-2 2 0,0 0-2 15,-3 0 2-15,-2 3 22 0,1 7 15 16,1 3 10-16,1 10 79 0,-1 1-52 15,0 5-25-15,-4 10 19 0,0 9 21 0,-2 10 3 16,-2 4 6-16,1 5-16 16,-2 2-30-16,3-3-49 0,4-1-3 0,0-6-28 15,2-2 4-15,3-7-46 0,0-2-74 16,5-5-21-16,2-1-23 0,0-3-50 16,1-2-295-16,-1-5-609 0,1 1-996 15</inkml:trace>
  <inkml:trace contextRef="#ctx0" brushRef="#br0" timeOffset="98312.9">21914 9147 1391 0,'0'0'250'0,"0"0"-126"16,0 0 492-16,0 0 41 0,0 0-182 15,0 0-146-15,0 0-80 0,0 0-37 16,0 0-39-16,0 0-68 0,0 0-21 0,11 4 66 16,-9 14-9-16,-2 5-18 0,0-2-56 15,0 3-22-15,0-7-27 0,-2 0-18 16,1-6-3-16,1-3-19 0,0-2-5 16,0-5-10-16,0-1-6 0,4 0-45 15,1 0 14-15,2 0 1 0,3-5-22 0,-2-2-13 16,4-3 9-16,2-2 16 0,-2 0 2 15,1 1 16-15,-2 2 21 0,-2 4 10 16,-1 4 12-16,-2 1 22 0,0 4 63 16,-1 4 14-16,-1 4 16 0,-3 0 0 15,1 1-19-15,-2 1 0 0,0-1-9 16,0 1-25-16,0-3-40 0,0 0-11 16,0-4-13-16,0 0-25 0,0-1-72 15,-2 0-21-15,-1 0-16 0,3-1-93 16,-4 2-104-16,1-1-125 0,2 0-237 0,-4 2-502 0</inkml:trace>
  <inkml:trace contextRef="#ctx0" brushRef="#br0" timeOffset="98923.701">22957 8387 1425 0,'0'0'264'0,"0"0"-163"0,0 0-7 15,0 0 52-15,0 0 13 0,0 0 332 16,0 0-25-16,0 0-224 0,0 0-99 16,0 0-29-16,34-5 82 0,-34 19 50 0,0 7-44 15,-2 3-62-15,-7 3-41 0,-4 2-16 16,-4 2 0-16,-2 3-43 0,-4-2 3 16,-3 4 0-16,-3 3-18 0,-2 0-14 0,-3 3-11 15,0-1-1-15,-1 0-1 16,5-4-1-16,3-3-22 0,4-6-14 15,9-5 5-15,3-5-9 0,7-5 24 16,4-4-18-16,0-2 6 0,1-3 31 0,8-1 53 16,2 2-7-16,3-5-9 0,4 2-9 15,4-2-7-15,-1 0-3 0,5 0-18 16,5-5-42-16,0-2-44 0,3 0-15 16,0-4 11-16,-1 1-24 0,-1-3-7 15,-5 0-42-15,-1 3 59 0,-7 0 7 16,-5 2 15-16,-8 2 51 0,-2 2 31 15,-4 1 85-15,-7 1-19 0,-9-1-9 16,-7 0-55-16,-3 2 69 0,-7-1 13 16,-1 2-49-16,0 0-33 0,-2 0-1 0,5 2 0 15,3 3 5-15,2-1-6 0,6 1-44 16,4 0-21-16,2 2-77 0,5-2-41 16,4 0-123-16,2 2-170 0,0-3-289 15,3-1-448-15</inkml:trace>
  <inkml:trace contextRef="#ctx0" brushRef="#br0" timeOffset="99194.294">23388 8676 2236 0,'0'0'977'0,"0"0"-783"0,0 0-181 0,0 0 101 16,0 0 237-16,0 0-59 0,0 0-99 16,0 0-75-16,-58 71-26 0,45-37 19 15,0 2 67-15,-1 1-9 0,5 0-47 0,-1-4-25 16,3 0-54-16,4-5-34 0,2 0-9 16,1-5-30-16,0-4 5 0,4-2-17 15,7-4-129-15,3-5-22 0,4 0-4 16,1-4-41-16,3-4-171 0,2 0-289 15,-8-2-595-15,10-11-543 0</inkml:trace>
  <inkml:trace contextRef="#ctx0" brushRef="#br0" timeOffset="100128.651">22971 9207 1833 0,'0'0'13'0,"0"0"967"0,0 0-720 16,0 0-106-16,0 0 91 0,0 0 124 16,0 0-67-16,0 0-87 0,0 0-82 0,0 0-50 15,-60 72-8-15,50-52-5 0,1-4-11 16,4 0-7-16,3-4-28 0,2-5-21 15,0-2 7-15,0-3-10 0,4 1-28 16,2-3 3-16,7 0 1 0,0-4-10 16,7-3-40-16,3-8-24 0,1 1-13 15,1-5 2-15,-2 2-28 0,0 1 28 16,-2-1 31-16,-3 3 21 0,-2 2 19 16,-4 5 22-16,-4 0 16 0,-2 3 22 0,-3 3 41 15,-3 1 23-15,0 0 7 0,0 5-40 16,0 3 40-16,-3 8 10 0,-3 0-4 15,-1 3-4-15,0-1-15 0,2-3-43 16,-1-3-37-16,4-1-9 0,1-5-19 16,1 1-18-16,0-3-46 0,3-3-54 15,6-1-34-15,3 0-22 0,4-5-114 0,-2 0-306 16,14-11-823-16</inkml:trace>
  <inkml:trace contextRef="#ctx0" brushRef="#br0" timeOffset="100334.731">23701 8803 2043 0,'0'0'1192'16,"0"0"-1010"-16,0 0-99 0,0 0 182 0,0 0 172 16,34 69-77-16,-24-47-108 0,-1 2-86 15,4 1-50-15,-1-2-43 0,3-4-59 16,1-1-14-16,1-2-30 0,2-4-4 0,6-5-100 15,1-2-59-15,5-5-54 0,0-5-103 16,-5-1-356-16,8-13-735 0</inkml:trace>
  <inkml:trace contextRef="#ctx0" brushRef="#br0" timeOffset="100509.4">24078 8743 2677 0,'0'0'437'16,"0"0"-258"-16,-77 36 59 0,41-11 185 15,-6 4 5-15,-1 4-113 0,1 0-100 16,4-2-34-16,3-3-47 0,5-2-61 16,7-4-73-16,2-3-3 0,6-3-55 15,2-3-140-15,8-4-47 0,2-3-60 0,3-1-173 16,0-5-303-16,15-4-639 0</inkml:trace>
  <inkml:trace contextRef="#ctx0" brushRef="#br0" timeOffset="100699.454">24280 8651 2360 0,'0'0'629'16,"0"0"-440"-16,0 0-49 0,0 0 225 15,79 40 26-15,-70-18-49 0,-2 2-33 16,0 3-94-16,-4 2-84 0,-1 3-48 16,-2 0-1-16,0-1-52 0,-5 2-27 15,-4-1-3-15,-2 0-60 0,-5 2-62 16,-4-3-92-16,-1 1-17 0,-4-1-54 15,-1-3-171-15,-3-1-181 0,6-7-339 16,-11-1-237-16</inkml:trace>
  <inkml:trace contextRef="#ctx0" brushRef="#br0" timeOffset="101226.843">25710 8856 1292 0,'0'0'647'0,"0"0"420"16,0 0-798-16,0 0 93 0,0 0-16 0,0 0 20 16,69 91-32-16,-60-62-82 0,-1 2-69 15,-4 0-64-15,-1-3-55 0,-1-4-32 16,-1-4-32-16,1-4-12 0,1-2-6 15,0-3-9-15,-1-5-86 0,1 1-46 16,0-5-46-16,-3-2-72 0,0 0-263 16,0 0-569-16,0-9-615 0</inkml:trace>
  <inkml:trace contextRef="#ctx0" brushRef="#br0" timeOffset="101404.973">25783 8544 2100 0,'0'0'986'0,"0"0"-578"0,0 0-120 16,0 0-52-16,0 0-126 0,79 12-104 15,-54-7-6-15,3 2-204 0,3-3-200 16,-8 0-405-16,13 1-1253 0</inkml:trace>
  <inkml:trace contextRef="#ctx0" brushRef="#br0" timeOffset="101667.888">26357 8712 3550 0,'0'0'410'0,"0"0"-357"0,0 0 102 16,0 0 192-16,0 0 23 15,-90 50-141-15,79-43-134 0,2-2-58 0,6 2-37 16,1-1-39-16,2 4-16 0,0 2 24 0,2 4 13 16,7 0-13-16,2 2 10 0,6-1 9 15,-3 2-25-15,0-1 10 0,1 0 23 16,-4 0 1-16,2 1 3 0,-4-2-3 15,-1 4 1-15,-2-1 1 0,-3 3-17 16,-3-4-31-16,0 0-49 0,-9-2 30 16,-1-2 16-16,0-2 6 0,0-5-10 15,1-2-3-15,-2-2-12 0,2-1-6 16,-1-3-104-16,-3 0-268 0,5 0-290 16,-7-3-578-16</inkml:trace>
  <inkml:trace contextRef="#ctx0" brushRef="#br0" timeOffset="102305.911">27013 8700 1304 0,'0'0'686'16,"0"0"-430"-16,0 0 466 0,0 0-226 0,0 0-70 15,0 0-106-15,0 0 6 0,80 50-15 16,-73-18-103-16,-2 4-52 0,-4 3-68 15,-1-2-55-15,0-2-30 0,-3-4-3 16,0-7-27-16,3-5-13 0,0-3-63 16,0-4-34-16,0-5 8 0,0-2 3 15,3-5 12-15,3 0 13 0,4-4 20 0,2-3 1 16,2-6-35-16,5-5 15 0,2-3-3 16,1-2 36-16,1-4 39 0,2 0 28 15,-1 0 0-15,0-2 22 0,0 4-21 16,-3 3 37-16,-1 5 78 0,-4 6 34 15,-4 5 11-15,-4 3-10 0,-3 3-12 16,-1 0-13-16,-2 6-10 0,1 4 3 0,-3 4 0 16,0 0-22-16,0 3-12 15,-3-1-33-15,-2 0-28 0,1-3-24 0,0-1 0 16,-1 1-3-16,-2-1-15 0,1 0-18 16,1-2-37-16,-3 1-49 0,2-1-36 15,1-1-23-15,1-2-37 0,1-1-103 16,1 2-252-16,-1-3-416 0,0 2-521 0</inkml:trace>
  <inkml:trace contextRef="#ctx0" brushRef="#br0" timeOffset="102674.492">27734 8725 1709 0,'0'0'1096'0,"0"0"-737"0,0 0-117 0,-38 75-26 0,28-49 106 16,-2 4 7-16,2-6-106 0,4-5-130 15,5-6-69-15,1-3-24 0,0-3 3 16,6-5 28-16,6-2-3 0,3 0 6 16,6-3 0-16,4-9-34 0,1-5-44 15,3-1-26-15,-2-4-29 0,-1 1 0 16,-1 0-3-16,-5 1 14 0,-3-1 14 15,-3 4-62-15,-4 1 108 0,-7 4 28 0,-3 1 61 16,-3 4-18-16,-8 1-2 0,-6 5 40 16,-2 1-6-16,0 2-26 0,-4 9 1 15,-1 6 6-15,-1 2 21 0,1 4 9 16,1 0-12-16,3 0-34 0,1-2-40 0,4-4-16 16,4-3-21-16,3-2-15 15,4-3-118-15,4-3-66 0,0-5-81 0,10-1-151 16,0 0-226-16,13-11-691 0</inkml:trace>
  <inkml:trace contextRef="#ctx0" brushRef="#br0" timeOffset="103035.174">28192 8604 3097 0,'0'0'528'0,"0"0"-357"16,0 0 125-16,0 0 74 0,9 77 58 15,-16-51-74-15,-1 3-126 0,0-2-95 16,3-2-78-16,-3-3-37 0,4-1-17 15,1-6-1-15,2-2-30 0,-1-3-6 16,2-3-43-16,0-2-21 0,0-4-28 16,0-1-12-16,0 0 3 0,0 0-1 0,0 0 18 15,3-3 19-15,4-5 33 0,3-4 10 16,1-2 57-16,3-2-10 0,1-1 9 16,-1-2 2-16,0 1 1 0,0 5 27 15,-5 1 9-15,-1 5 34 0,-6 7 27 16,1 0 22-16,-3 0 2 0,0 6-30 15,0 4 11-15,0 5-8 0,-3 1 5 16,-2 1 3-16,-3 2-24 0,-1-1-30 0,3-3-49 16,1 0-13-16,1-2-18 0,1-3-20 15,2-1-80-15,-1-2-42 0,1 1-28 16,1-1-63-16,0-1-218 0,0-1-512 16,0-1-579-16</inkml:trace>
  <inkml:trace contextRef="#ctx0" brushRef="#br0" timeOffset="103366.617">28497 8759 1129 0,'0'0'2448'15,"0"0"-2032"-15,0 0-340 0,0 0-48 16,0 0 162-16,0 0 129 0,0 0-85 15,92 1-121-15,-63-5-73 0,1 2-40 16,2-3-15-16,-2-1-114 0,3 1-86 16,-1-1-48-16,0-1-184 0,-8 2-746 0,5-7-1230 15</inkml:trace>
  <inkml:trace contextRef="#ctx0" brushRef="#br0" timeOffset="103673.841">29105 8501 3071 0,'0'0'611'0,"0"0"-560"16,0 0 9-16,0 0 185 0,0 0 83 16,0 0-164-16,81 6-99 0,-65 0-65 0,-1 3-3 15,1 2-19-15,-3 3 0 16,-4 1 4-16,-5 3-19 0,-4 1-13 15,-3 3-18-15,-10 3 0 0,-8 0 42 16,-5 5 26-16,-6 0 2 0,-2-1 17 0,-1 2 27 16,0-1 22-16,6-2-24 0,4-5 5 0,7-3 19 15,8-9-15-15,7-3-53 16,3-3 1-16,5-3-1 0,9 1 61 0,6-3-30 16,8 0-31-16,6-9-95 0,5-4-75 15,4-3-23-15,-1-1-86 0,-3-3-216 16,-10 7-666-16,4-7-786 0</inkml:trace>
  <inkml:trace contextRef="#ctx0" brushRef="#br0" timeOffset="104020.107">29439 8756 2816 0,'0'0'545'0,"0"0"-463"0,0 0 121 15,0 0 214-15,0 0-28 0,0 0-167 0,87-2-145 16,-57-9-77-16,3-3-26 0,2-2-63 15,-1-3-56-15,3 0-38 0,-6 0-26 0,-2 2-5 16,-4 0-4-16,-8 6-7 0,-9-1 37 16,-2 4 102-16,-6-2 86 0,0 3 118 15,-7-3 89-15,-4 3-26 0,-2-1-52 16,-2 2 13-16,2 1 6 0,0 5-33 16,-3 0-18-16,0 6-4 0,-4 7 21 15,0 5 38-15,-2 6-8 0,-1 1-12 16,-1 5 51-16,0 3 3 0,2-1-61 15,0 3-62-15,4-2-63 0,2 1 0 16,4-1-17-16,5 0 16 0,4-7-1 16,3-2-28-16,0-5-16 0,7-5-57 15,5-2-43-15,4-5-22 0,4 0-41 0,6-4-62 16,4-3 85-16,2 0-202 0,-1-7-797 16,-9-1-101-16</inkml:trace>
  <inkml:trace contextRef="#ctx0" brushRef="#br0" timeOffset="104329.327">29994 8501 2937 0,'0'0'480'0,"0"0"-420"0,0 0 187 16,0 0 141-16,0 0-99 0,0 0-17 16,56 67-60-16,-53-42-53 0,0 0-52 15,-3-1-19-15,0-1-9 0,0-1-15 16,0-3-25-16,-3-1-17 0,-3-1-21 0,0-3-1 15,0 0-2-15,0-1-20 0,-1-2 1 16,-1-1 0-16,-2-4-22 0,5-1-54 16,0-3 9-16,5-2 85 0,0 0 3 15,0 0 18-15,0-3 6 0,2-6 28 16,6-4-49-16,5-4 9 0,5-8 7 16,5 0-19-16,5-6-22 0,1 1-63 15,3 2-16-15,-2 4-12 0,0 4-55 16,-1 1-63-16,0 4-148 0,-2 5-298 0,-5 3-451 15,14 5-123-15</inkml:trace>
  <inkml:trace contextRef="#ctx0" brushRef="#br0" timeOffset="104598.131">30588 8665 1755 0,'0'0'1065'0,"0"0"-831"16,0 0-96-16,-40 71 171 0,23-52 167 0,3-5-104 15,7-4-140-15,3-3-121 0,4-3-43 16,3-4-1-16,10 0-42 0,8 0 12 0,7-7-37 15,9-5-31-15,5-4-64 0,3-2-40 16,-1-1 11-16,-2 2 53 0,-5-2 40 16,-6 6-28-16,-11 1 53 0,-6 1 6 15,-9 2 56-15,-5 0 24 0,0-1-21 16,-10 3-16-16,-5-1-43 0,-4 4 22 16,-1 4 21-16,-4 0 25 0,-2 8 12 15,-1 3 6-15,2 5 15 0,0-1 79 16,1 1-1-16,3 0-75 0,4-3-101 0,0 3-3 15,4-1-28-15,-2 1-14 0,1-1-86 16,0 3-64-16,0 1-53 0,3 1-82 16,2-5-639-16,7 8-1012 0</inkml:trace>
  <inkml:trace contextRef="#ctx0" brushRef="#br0" timeOffset="104755.401">31572 8991 134 0,'0'0'4206'0,"0"0"-3246"0,0 0-906 16,0 0-54-16,-81-31 0 0,38 17 8 16,-1 0-8-16,-7 3-82 0,-2 1-217 15,13 2-280-15,-22-3-1151 0</inkml:trace>
  <inkml:trace contextRef="#ctx0" brushRef="#br0" timeOffset="106728.991">26804 9147 1600 0,'0'0'801'0,"0"0"270"16,0 0-865-16,0 0-96 0,0 0 70 16,88-2 170-16,-55 7-68 0,7 2-42 0,5 0-63 15,3 4 22-15,3-4-41 16,5-1-58-16,0-1-33 0,3-4-1 0,5 0 1 16,2 0 15-16,4 2 27 0,4-3-43 15,1 0-39-15,3 0-3 0,0 1-8 16,6 3-16-16,9-1 0 0,13 4 0 15,16 1 44-15,13-1-27 0,10-2-16 16,7 1 1-16,4 1 22 0,2-1 12 16,4 1 6-16,1-1-24 0,-2-1-2 15,-1-4-14-15,-10-1-2 0,-7 0-1 16,-11-4-12-16,-12-1-41 0,-11 2-12 0,-14 0-16 16,-10 3-8-16,-11 0 8 0,-11 1 25 15,-6 6-10-15,-11-1 16 0,-6 1-1 16,-7-3 10-16,-6 1 2 0,-5-3-29 15,-4-1-68-15,-4-1-98 0,-1 0-145 16,-4 0-150-16,-4 0-259 0,-3-1-712 0</inkml:trace>
  <inkml:trace contextRef="#ctx0" brushRef="#br0" timeOffset="107954.558">4268 10949 1281 0,'0'0'1813'16,"0"0"-1475"-16,0 0-63 0,0 0-10 0,0 0 73 16,0 0 18-16,0 0-77 0,0 0-62 15,0 0-68-15,0 0 30 0,74-24 12 16,-20 24-70-16,7-4-27 0,-2-3-40 16,-1-4-12-16,-3-2-14 0,-2-3-26 15,-3 0 8-15,-4-2-10 0,-1 0-2 16,-9 2-13-16,-3 0-7 0,-8 7-44 15,-6 3-22-15,-4 6 19 0,-3 0 5 0,-3 12 34 16,-1 5 19-16,-1 9 10 0,-1 5 2 16,-3 9 12-16,-1 2-12 0,-2 6 1 15,0 1-2-15,0 2 1 0,-5 1 0 16,-1-2-1-16,0-4-9 0,1-4 9 0,-2-6-15 16,1-5-49-16,0-5-45 15,-3-1-21-15,0-3-35 0,-2 0-76 0,-2-1-146 16,-1-4-271-16,4-2-521 0,-9-3-377 15</inkml:trace>
  <inkml:trace contextRef="#ctx0" brushRef="#br0" timeOffset="108100.187">4549 11357 307 0,'0'0'2362'16,"0"0"-1944"-16,0 0-26 0,0 0 13 15,0 0 24-15,0 0-86 0,0 0-131 0,0 0-74 16,0 0-31-16,0 0-37 15,0 0-45-15,95 7-25 0,-76-4-24 0,0 1-107 16,-5-3-96-16,1 5-46 0,-5 0-81 16,-3 6-266-16,-4-5-634 0,-5 15-682 0</inkml:trace>
  <inkml:trace contextRef="#ctx0" brushRef="#br0" timeOffset="108272.225">4506 11658 2809 0,'0'0'532'0,"0"0"-310"15,0 0-17-15,0 0 59 16,0 0-4-16,0 0-24 0,84-5-67 0,-45 0-61 16,7-2-31-16,0-3-19 0,6-2-40 15,-2 1-18-15,-1 1-14 0,0 1-32 16,-1-2-144-16,1 2-88 0,-6-1-86 16,-8 4-319-16,11 0-969 0</inkml:trace>
  <inkml:trace contextRef="#ctx0" brushRef="#br0" timeOffset="109859.511">6217 10856 3014 0,'0'0'441'0,"0"0"-184"0,0 0-125 0,0 0 79 15,13 102 197-15,-12-54-109 0,-1 3-72 16,0-1-102-16,-7 2-55 0,0-2-18 16,-6-1-9-16,-2-1-13 0,0-6-27 15,-1 0 9-15,-3-6-10 0,3-4-2 16,0-3 0-16,-1-5-2 0,0-3 0 16,1-6-1-16,-2-3 0 0,2-5-24 15,-1-5-43-15,-1-2-40 0,2-12 6 16,-3-5-3-16,3-8 30 0,3-4-6 15,0-5 10-15,3 1-42 0,3-2 38 16,3 0 3-16,2 4 6 0,2 3 27 0,0 4 7 16,6 6 6-16,2 5 28 0,1 7 22 15,4 0 68-15,3 6 9 0,4 0 12 16,8 0-3-16,6 10-6 0,2 0-10 16,4 5-9-16,1 4-4 0,0 3-11 15,0 2-26-15,-3 2-12 0,-4 0-29 16,1 0-1-16,-2 0 1 0,-2-2 1 0,-4-1-2 15,-2-3-20-15,-2-2-108 0,-1-4-25 16,-6 0-22-16,3-6-29 0,-2 3-44 16,-1-4-192-16,1-4-259 0,-5-2-510 15,5-4-490-15</inkml:trace>
  <inkml:trace contextRef="#ctx0" brushRef="#br0" timeOffset="110120.768">7187 10962 98 0,'0'0'3356'0,"0"0"-2879"0,0 0-380 15,0 0-55-15,-77 35 83 0,53-8 111 0,-2 8 5 16,0 5-35-16,4 5-93 0,1 3-31 16,2 3 19-16,3 0 24 0,0 2 18 15,3-3-64-15,3-2-34 0,3-6-43 16,7-8 8-16,0-8-8 0,3-8 8 15,8-5-10-15,1-4-17 0,6-6-22 0,3-3-37 16,3 0-9-16,1-8-40 0,1-8-15 16,-2-3-28-16,-2 0-41 0,-5-5-115 15,-2 1-189-15,-4 6-277 0,-7-12-567 0</inkml:trace>
  <inkml:trace contextRef="#ctx0" brushRef="#br0" timeOffset="110278.386">6874 11281 3142 0,'0'0'448'0,"0"0"-302"0,0 0 5 0,0 0 160 16,0 0 18-16,0 0-89 0,0 0-108 15,0 0-62-15,108 52-42 0,-72-66-28 16,0-2-54-16,2-5-106 0,-2 3-77 16,-5-3-88-16,-2 1-216 0,-10 6-756 15,1-2-958-15</inkml:trace>
  <inkml:trace contextRef="#ctx0" brushRef="#br0" timeOffset="111588.955">7652 10776 42 0,'0'0'1396'0,"0"0"-937"0,0 0-125 15,0 0-33-15,0 0 66 0,0 0 11 0,0 0-45 16,0 0-64-16,0 0-58 0,0 0 29 15,31 94 38-15,-19-45-29 0,0 6-32 16,1 3-25-16,-2 0-46 0,0-1-48 16,-3-1-26-16,-1-1-23 0,-4 2-19 15,-3-3-18-15,0-2 0 0,0-5-12 16,0-7-13-16,0-6-14 0,-1-5-6 16,-1-3-34-16,1-5-27 0,1-7-9 0,0-5-37 15,0-4-37-15,1-5-22 0,7 0-54 16,4-9-50-16,4-6-108 0,4-9-156 15,6-8-142-15,-7 5-72 0,13-25-409 0</inkml:trace>
  <inkml:trace contextRef="#ctx0" brushRef="#br0" timeOffset="111835.306">8080 11079 72 0,'0'0'1444'16,"0"0"-898"-16,0 0-9 0,0 0-118 16,0 0-20-16,0 0-76 0,0 0-84 15,0 0-141-15,0 0-35 0,0 0-38 0,-81-3-24 16,58 17-1-16,-1 2 0 15,5-1-13-15,-4 3 10 0,4-1 3 0,3 0 25 16,1 2 3-16,3 1 0 0,3 2-6 0,2 0 0 16,4 1 9-16,3-1 15 0,5 1 4 15,6-2-10-15,7 1-12 0,2-5 3 16,3 2-6-16,2 0-7 0,2-4 13 16,2-2-9-16,1 1-19 0,-1-6-3 15,1 0-13-15,-1-3-11 0,1 2-66 16,-3-2-40-16,1-2-19 0,-4 3-137 15,-1-3-137-15,-7 2-546 0,5-3-920 0</inkml:trace>
  <inkml:trace contextRef="#ctx0" brushRef="#br0" timeOffset="112421.856">9860 10969 2292 0,'0'0'327'15,"0"0"-102"-15,0 0-103 0,0 0 35 16,0 0 150-16,0 0-73 0,0 0-60 0,-77 20-67 15,54-2-35-15,-2 6-12 0,-1 4-4 16,1 0 4-16,3 3-4 0,4-2-13 16,3-3-9-16,2-2-12 0,8 1-19 15,2-4-2-15,3-2 2 0,0-5-2 16,7 3-1-16,6-4-1 0,3 0 0 16,2 1 1-16,3 0 0 0,2-1 22 15,0 1-6-15,-2 2-13 0,0-3-1 16,-3 2 16-16,-2 0 10 0,-6-2 9 15,-3 2 13-15,-2-3 9 0,-5 2 88 16,0 0-8-16,-2 3-63 0,-6-1-42 0,-4 0-16 16,1-2 0-16,-1-3-18 15,-1-2-17-15,4-3-50 0,2-2-7 0,3-2-21 16,-2-2-31-16,2-3-56 0,2-8-64 16,1-5 11-16,1-3-89 0,0-6-172 15,7-3-273-15,-1 6-289 0,4-13-258 0</inkml:trace>
  <inkml:trace contextRef="#ctx0" brushRef="#br0" timeOffset="112737.272">9904 11294 1094 0,'0'0'684'0,"0"0"-75"16,0 0-106-16,0 0-51 0,0 0-59 15,0 0-79-15,0 0-45 0,77 78-30 16,-74-59-39-16,1-1-19 0,-2-2-56 16,-2-4-70-16,1-5-49 0,1-2-6 15,0-4-30-15,1-1-10 0,1 0-27 0,5-4-1 16,3-5-11-16,4-3-38 0,4-6-12 15,0-5-20-15,2 1-15 0,-2-3 33 16,-1 0 14-16,-1 2-2 0,-5-1-10 16,0-1-10-16,-4 4 22 0,-5-1 111 15,1 6 6-15,-4 3 107 0,-1 7 48 0,0 5 21 16,0 1-34-16,1 0 5 16,1 7-29-16,3 5-10 0,-2 5 37 0,0 7 0 15,2 2-16-15,-2 3-16 0,-2-2-9 16,3-1-25-16,1-4-30 0,-1-4-49 15,2-3-11-15,-1-4-53 0,1-3-52 16,2-2-55-16,4-3-35 0,0-3-10 16,5 0-86-16,-1-4-274 0,-2-3-757 15,8-5-836-15</inkml:trace>
  <inkml:trace contextRef="#ctx0" brushRef="#br0" timeOffset="113248.94">10572 11239 3094 0,'0'0'506'16,"0"0"-235"-16,0 0-101 0,-56 80 130 0,38-53 86 16,3-1-67-16,3-7-154 15,6-2-114-15,3-6-51 0,3-4-27 16,0 0 0-16,0-5-19 0,3 0-33 0,6-2 5 16,4-6 13-16,1-6-9 0,5-4-29 15,1-5-14-15,3-4-54 0,0-1-16 0,-1-4-38 16,4-2-25-16,-2-3-63 0,2-3-10 15,2-5 9 1,-4-4-19-16,1-6 129 0,-4-1-40 0,1-6-23 0,-6-1 65 16,-3 8 123-16,-3 4 75 0,-3 13 114 15,-3 13 205-15,0 12 189 0,-1 10-74 16,0 1-31-16,-1 8 24 0,1 7-68 16,0 6-52-16,-2 6-51 0,-1 11-10 15,0 2-24-15,-3 7 0 0,-3 2-18 16,-1 1-59-16,0 1-48 0,0-2-52 0,-1-5-45 15,3-1 0-15,-4-8-18 16,5 0-31-16,0-6-56 0,4-9-32 0,0-4-2 16,4-7-16-16,6-6-3 15,3-3 8-15,1-3 19 0,5-9-8 0,1-4 56 16,-1-1 37-16,0-4 6 0,-3 3 24 16,-1 2 13-16,-1 3 3 0,-2 6 32 0,-3 4 36 15,1 3 24-15,-1 3 31 0,-1 8 0 16,1 2-10-16,1 5-37 0,-3 3-18 15,2-1-12-15,0 3-1 0,2-3-17 16,1-2-10-16,3-4-18 0,3-4-25 16,2-2-166-16,3-4-54 0,0-2-31 15,6-1-105-15,-6-1-37 0,7 0-1309 0</inkml:trace>
  <inkml:trace contextRef="#ctx0" brushRef="#br0" timeOffset="113668.747">11909 11209 2485 0,'0'0'535'16,"0"0"-177"-16,0 0-76 0,0 0 8 0,0 0 64 16,0 0-48-16,118 25-32 0,-66-25-94 15,6 0-73-15,1-9-58 0,-3-5-29 16,-3-3-20-16,-3-4-2 0,-3-2-32 16,-1-1-78-16,-3-6-60 0,-4-1-79 15,-3-1-71-15,-7-1-151 0,-7 8-256 16,-8-6-723-16</inkml:trace>
  <inkml:trace contextRef="#ctx0" brushRef="#br0" timeOffset="113882.143">12350 10728 2111 0,'0'0'646'16,"0"0"-145"-16,-27 90-69 0,18-43 21 15,0 7 3-15,-2 1-54 0,2-1-109 16,-1 0-117-16,-3-4-82 0,0-2-49 0,1-5-29 15,0-4-16-15,3-12-19 16,2-10-47-16,4-5-31 0,3-11-7 0,0-1-14 16,7-2-19-16,3-10-29 0,10-7-73 15,2-9-141-15,9-8-169 0,2-6-231 16,-7 9-424-16,14-21-385 0</inkml:trace>
  <inkml:trace contextRef="#ctx0" brushRef="#br0" timeOffset="114660.949">12623 10449 2523 0,'0'0'579'16,"0"0"-219"-16,0 0-65 0,0 0 126 16,0 0 4-16,17 102-57 0,-17-50-75 0,0 7-62 15,0 3-64-15,-3 3-52 0,-3-3-9 16,-2 1-19-16,-3-3-48 0,2-6-39 16,0-6-16-16,1-6-11 0,4-10-45 15,4-4-16-15,0-9-12 0,7-8-30 16,4-3-9-16,4-8-19 0,4 0 21 0,4-7 20 15,2-6-14-15,2-5-38 0,0-4 21 16,-2-2 3-16,1 1 77 0,-3 1 27 16,-2 3 41-16,-6 4 31 0,1 6 25 15,-6 5 25-15,-1 4 45 0,-3 1 47 16,0 9 4-16,-1 4-48 0,-2 4-16 16,0 0-13-16,-2 2-24 0,1-4-3 15,0-3-45-15,4-1-28 0,3-6-27 0,2-5-16 16,6-1-30-16,5-3 25 0,4-9-31 15,4-5-65-15,2-6-61 0,0-1 30 16,-3 1 49-16,-5-1 15 0,-2 3-35 16,-8 2-22-16,-4 5 63 0,-1 4 105 15,-6 5 36-15,-3 5 142 0,0 0 36 16,0 0-29-16,-2 2-65 0,-2 4-34 16,-2-1-15-16,4 1-10 0,0-6-6 15,2 0-31-15,0 0-24 0,7-4-60 16,8-10-41-16,5-5-3 0,3-6-47 0,7-5-99 15,-1-1-93-15,1-4-247 0,-2 1 117 16,-4-2 87-16,-1-1 30 0,-4-4-36 16,0 0-1-16,-3 1 152 0,-1 4 241 15,-6 5 273-15,2 10 143 0,-3 9 67 0,-4 6-35 16,3 6-76-16,-2 4-28 0,3 10-3 16,-1 8-37-16,1 10-43 0,-3 8 1 15,1 10 26-15,-2 1-71 0,-1 4-80 16,0 1-40-16,-3-2-27 0,0-1-28 15,0-2-24-15,0-5-16 0,0-3-2 16,0-7-11-16,0-4 8 0,2-5-24 16,-1-6 3-16,3-7-19 0,-4-4-20 15,0-3-29-15,0-4-23 0,0-2-1 16,-4-1-9-16,-5 0-10 0,-3-4 37 16,-3-5-10-16,-4-1 22 0,-1-2 11 0,1-3 60 15,-4-3 15-15,3-1 35 0,1-4-23 16,2-2 4-16,4 0 18 0,7 2 12 15,3 2-3-15,3 6 10 0,5 5 14 16,9 1 7-16,6 3 33 0,8 2 9 0,5 0-12 16,6 1-7-16,4-2-20 0,3 0-41 15,3-1-18-15,-1-2-18 0,-1-1-45 16,0 1-95-16,-2 1-80 0,-3-3-111 16,0 4-240-16,-13 2-705 0,11-3-707 0</inkml:trace>
  <inkml:trace contextRef="#ctx0" brushRef="#br0" timeOffset="119890.138">15817 10751 752 0,'0'0'1094'16,"0"0"86"-16,0 0-870 0,0 0-62 0,0 0 24 16,0 0-21-16,0 0 88 0,0 0-49 15,0 0-69-15,0 0-41 0,0 0-30 16,56 2 8-16,-5-2-19 0,4-6-51 15,3 0-27-15,-1-2-16 0,4-1-21 16,-3-2-7-16,1-1-17 0,-5 1-21 16,-2 0-48-16,-7 0-43 0,-3 2-28 15,-11 1-27-15,-9 1-52 16,-8 6-88-16,-8-3-153 0,-6 4-316 0,0 0-482 0,-24 4-324 16</inkml:trace>
  <inkml:trace contextRef="#ctx0" brushRef="#br0" timeOffset="120170.938">15874 10870 1448 0,'0'0'819'0,"0"0"-422"16,0 0-156-16,0 0 112 0,0 0 25 0,0 0-41 15,0 0-86-15,0 0-99 0,0 0-40 16,76 69-1-16,-43-62-13 0,2-2-12 16,0 2-36-16,-4 3-14 0,-6-2-11 15,-4 3-16-15,-11 2-9 0,-4 2-12 16,-6 6 12-16,-3 2 17 0,-10 5-14 0,-7 3 29 15,-3-2-30-15,-2 2 8 0,0-2 5 16,0 1 10-16,1-2-7 16,2 0-18-16,6-2-1 0,2-2-17 0,8-5 3 15,5-3-10-15,1 0-5 0,15-3 14 16,6-2 16-16,8-4 0 0,8-6-30 16,5-1 17-16,4 0-33 0,6-7-24 15,2-3-94-15,0-2-58 0,-1-1-141 16,-13 5-603-16,11-11-1293 0</inkml:trace>
  <inkml:trace contextRef="#ctx0" brushRef="#br0" timeOffset="120807.584">17368 11064 333 0,'0'0'450'0,"0"0"-128"0,0 0-52 0,0 0-45 16,31-75-14-16,-26 60 350 0,-2-1-116 15,0 4-191-15,-3-2-59 0,0 4-20 0,0 3 12 16,-1-1 12-16,-4 2-39 16,-2-1-49-16,0 2-27 0,-3 0-28 0,1 3 7 15,0 2-29-15,-3 2-6 0,-3 11 3 16,-2 6 12-16,1 11 41 0,-3 6 70 15,0 10 6-15,-1 2-41 0,2 1-15 16,3-3-18-16,2-6-32 0,6-7-20 16,4-9-7-16,3-10 4 0,2-3-4 15,6-7-6-15,8-4-21 0,6 0 0 16,6-8-24-16,3-10-18 0,3-2-26 16,1-6 5-16,-2-2-5 0,-3 2 13 15,-4-1 9-15,-5 2 1 0,-3 5-7 16,-6 2 6-16,-2 2 3 0,-6 4 24 0,-1 6 19 15,-3 3 25-15,0 2-4 0,0 1 28 16,0 0 0-16,0 7-12 0,3 7 46 16,-2 4 23-16,-1 6 7 0,0 2-9 0,0 3-10 15,3-3 66-15,-3-1-54 0,3-3-72 16,2-5-34-16,2-3-14 0,0-4-20 16,0-3-47-16,3-3-28 0,3-4-31 15,0 0-52-15,4-2-104 0,-1-6-238 16,-1 2-559-16,2-8-500 0</inkml:trace>
  <inkml:trace contextRef="#ctx0" brushRef="#br0" timeOffset="120964.874">17864 11199 3052 0,'0'0'545'0,"0"0"-283"0,0 0-61 0,6 70 182 16,-6-46 107-16,-3 0-179 15,0-4-156-15,2-4-115 0,1-2-40 0,0-5-31 16,0-1-60-16,0-1-73 0,0-2-102 15,0-1-141-15,0-3-692 0,0-1-1168 0</inkml:trace>
  <inkml:trace contextRef="#ctx0" brushRef="#br0" timeOffset="121132.741">17852 10982 2591 0,'0'0'572'0,"0"0"-263"0,0 0-46 0,0 0 108 15,0 0-78-15,0 0-120 0,94 23-112 16,-65-19-61-16,4-3-142 0,6-1-85 16,3 0-74-16,8-4-150 0,-14-2-702 15,23-8-1018-15</inkml:trace>
  <inkml:trace contextRef="#ctx0" brushRef="#br0" timeOffset="121472.895">18801 10799 2081 0,'0'0'1584'0,"0"0"-1275"0,0 0-173 0,0 0 181 16,-77 59 40-16,46-28-11 0,-4 1-117 16,0 5-87-16,-1 5-8 0,1-1 53 15,0 1-63-15,2 1-54 0,1 2-31 16,3-2-36-16,5-2-2 0,5-3-1 16,3-6 0-16,8-4-1 0,5-3-11 15,3-6-9-15,3-2-3 0,8-5 5 16,6 1-8-16,5-7-27 0,1-2 9 0,7-4-13 15,2-3-2-15,4-6 8 0,-2-7 7 16,0-2-13-16,-6-1 19 0,0-1-37 16,-8 1 24-16,-4-1-2 0,-7 5 5 15,-6 1 10-15,-3 0 5 0,-3 2 10 16,-8 0-4-16,-4 1 16 0,-3 3 11 16,-3 1-15-16,-1 7 14 0,-2 0-39 15,0 2 8-15,-1 7 17 0,0 1-2 0,4 1-43 16,5-1-37-16,1-2-96 0,7-1-161 15,0-2-310-15,5-1-620 0,-1 3-795 16</inkml:trace>
  <inkml:trace contextRef="#ctx0" brushRef="#br0" timeOffset="121660.845">18825 11341 3480 0,'0'0'518'16,"0"0"-376"-16,0 0 66 0,0 0 172 15,0 0-64-15,0 0-148 0,0 0-101 16,0 0-43-16,0 0-23 0,75 66 23 16,-63-55-13-16,-2 1-11 0,1-2-12 15,-3 0-9-15,-1-1 6 0,-3-2-46 0,-1-2-43 16,-3-3-12-16,0 0 0 0,0-2-4 16,0 0-34-16,-4-6-87 0,-2-2-206 15,0-2-275-15,0-8-558 0</inkml:trace>
  <inkml:trace contextRef="#ctx0" brushRef="#br0" timeOffset="121804.128">18935 11031 2470 0,'0'0'1040'0,"0"0"-755"16,0 0-103-16,0 0 131 0,0 0 65 16,0 0-114-16,0 0-151 0,96 0-113 15,-73 0-46-15,-1 0-138 0,4-2-90 16,-1 2-211-16,-7-1-829 0,3-3-1253 0</inkml:trace>
  <inkml:trace contextRef="#ctx0" brushRef="#br0" timeOffset="122077.522">19514 10787 1702 0,'0'0'467'16,"0"0"60"-16,0 0 79 0,-88 95-20 0,62-56-117 16,2 5-122-16,1 1-53 0,5-2-59 15,1 0-74-15,4-2-55 0,7-3-36 16,3-4-34-16,3-3-20 0,3-3-15 16,9-3-1-16,4-6-13 0,3-6-32 15,4-1-40-15,1-3-24 0,2-4-19 0,-3-3-30 16,2-2-75-16,-1-5-75 15,-2-3-98-15,-2-4-320 0,-4 3-278 16,0-7-472-16</inkml:trace>
  <inkml:trace contextRef="#ctx0" brushRef="#br0" timeOffset="122592.286">19873 11119 1618 0,'0'0'595'0,"0"0"-153"0,0 0-168 15,0 0 161-15,0 0 15 0,0 0-80 16,0 0-71-16,0 0-77 0,0 0-93 15,0 0-59-15,0 0-30 0,56-55-6 16,-39 44-33-16,5 4-1 0,3 0-1 16,2 1-14-16,5 4 15 0,0 2 19 15,-1 5 23-15,2 7-2 0,-5 8 27 16,-1 2 28-16,-3 3 20 0,-6 3-2 16,-4 0-34-16,-2-2-16 0,-5 2-20 15,0-2-41-15,0-6-2 0,-1 0-24 16,2-6-40-16,4-2-15 0,1-5-48 0,4-5-71 15,1-2-35-15,4-2-34 0,3-7-117 16,1-5-282-16,-5 2-538 0,8-8-275 0</inkml:trace>
  <inkml:trace contextRef="#ctx0" brushRef="#br0" timeOffset="122771.941">20441 10986 1888 0,'0'0'651'0,"0"0"-104"0,-87 69-72 15,45-34-21-15,-5 6-79 0,-2 1-73 16,3 1-75-16,1-3-86 0,4-5-94 16,7-4-47-16,4-7-46 0,9-6-73 0,7-6-31 15,6-6-10-15,6-4 5 0,2-2-62 16,2-6-165-16,9-7-249 0,-2 1-587 16,14-17-590-16</inkml:trace>
  <inkml:trace contextRef="#ctx0" brushRef="#br0" timeOffset="122967.461">20700 10765 2511 0,'0'0'416'15,"0"0"-205"-15,0 0 146 0,65 65 173 16,-51-36-133-16,-2 6-113 0,-3 3-103 16,-2 0-83-16,-1 4-55 0,-3-1-43 15,-3 2 0-15,0-2-4 0,-8-2-81 0,-5 0-22 16,-3-3-19-16,-4-3-81 0,-3-2-44 15,4-5-79-15,-4-3-166 0,2-6-186 16,6-5-388-16</inkml:trace>
  <inkml:trace contextRef="#ctx0" brushRef="#br0" timeOffset="123373.201">21303 11090 3246 0,'0'0'612'0,"0"0"-323"0,89-15-143 16,-52 5 62-16,5 4 82 15,0-3-85-15,-5 2-83 0,-2 0-76 0,0 0-46 16,-1 2-25-16,-2-2-23 0,-2 0-96 0,-5 0-80 16,-5 4-47-16,-9-1-100 0,-6 2-276 15,-5 2-659-15,-9 0-822 0</inkml:trace>
  <inkml:trace contextRef="#ctx0" brushRef="#br0" timeOffset="123535.905">21342 11207 2496 0,'0'0'506'0,"0"0"-97"0,0 0-61 16,0 0 76-16,0 0-45 0,0 0-105 16,116 2-112-16,-65-10-101 0,4-8-61 15,4-1 0-15,-3-4-61 0,0-3-71 16,-7 1-52-16,-3-1-63 0,-7-2-149 0,-4 0-334 16,-11 7-674-16,2-12-501 0</inkml:trace>
  <inkml:trace contextRef="#ctx0" brushRef="#br0" timeOffset="123740.819">21787 10618 2300 0,'0'0'433'0,"0"0"-205"0,0 0 105 16,-13 69 105-16,4-30 14 0,-4 7-30 15,0 10-102-15,-4 6-70 0,0 5-37 16,-3 5-67-16,-3 0-61 0,1 0-31 15,0-2-21-15,2-6-33 0,6-3-9 16,5-8-48-16,6-10-58 0,3-6-43 16,17-10-7-16,8-8-30 0,10-7-41 0,8-9-162 15,9-7-301-15,-9-7-689 0,33-18-781 16</inkml:trace>
  <inkml:trace contextRef="#ctx0" brushRef="#br0" timeOffset="124046.87">22538 11178 3717 0,'0'0'437'16,"-22"73"-281"-16,9-31-79 0,-3 1 81 15,0 3 269-15,4-7-85 0,6-9-166 16,6-5-94-16,9-8-36 0,9-6-25 16,8-4 12-16,7-7-18 0,9-5-15 15,5-12-39-15,6-4-46 0,3-8-58 16,0-1-18-16,-3-3 33 0,-4 0 31 15,-3-3 26-15,-8 0 25 0,-9-1 16 0,-9 0-1 16,-10-4 31-16,-10-1 80 16,-5 0 5-16,-15 3-8 0,-7 6 5 0,-5 7-45 15,-4 9 33-15,-3 11 9 0,-5 6-25 16,-3 17-44-16,-4 4-10 0,-1 7-3 16,-5 3-16-16,0 5-26 0,-1 3-165 15,-1 0-111-15,14-9-217 0,-29 17-1005 0</inkml:trace>
  <inkml:trace contextRef="#ctx0" brushRef="#br0" timeOffset="136758.623">4702 13911 2375 0,'0'0'1061'16,"0"0"-880"-16,0 0-86 0,0 0 65 15,0 0 108-15,0 0-44 0,0 0-60 0,0 0 15 16,0 0-7-16,0 0-29 15,68 91-30-15,-54-50-30 0,-1 1-32 16,-3 3-23-16,-2-1-28 0,-4-6-1 16,3-3-48-16,-3-10-42 0,1-6-53 0,0-5-36 15,3-5-26-15,0-7-57 0,-1-2-175 16,1-2-323-16,-4-4-448 0,-4-18-375 0</inkml:trace>
  <inkml:trace contextRef="#ctx0" brushRef="#br0" timeOffset="136936.312">4689 13676 779 0,'0'0'2210'15,"0"0"-1878"-15,0 0-128 0,0 0 121 16,0 0 15-16,0 0-169 0,0 0-109 16,0 0-59-16,0 0-3 0,101 13-58 15,-78-2-66-15,3 5-87 0,-3 5-78 0,-6-4-260 16,2 19-1016-16</inkml:trace>
  <inkml:trace contextRef="#ctx0" brushRef="#br0" timeOffset="137107.087">5294 14569 2236 0,'0'0'1319'0,"0"0"-1152"0,0 0-135 16,0 0 81-16,0 0 76 0,0 0-70 15,0 0-107-15,0 0-12 0,0 0-118 16,88-13-46-16,-69-3-44 0,1-2-170 16,-1-3-597-16,-6 6-599 0,4-9 804 0</inkml:trace>
  <inkml:trace contextRef="#ctx0" brushRef="#br0" timeOffset="137556.289">5692 14196 232 0,'0'0'2539'0,"0"0"-2246"15,0 0-146-15,0 0 136 0,0 0 68 16,0 0-140-16,0 0-164 0,0 0-25 16,0 0 3-16,0 0-6 0,72 25-17 15,-53-25 20-15,-2 0-19 0,0-5 15 16,-1 0-2-16,0-3 28 0,-3-1-35 15,1-2-9-15,0-2-25 0,-2-4 0 16,0-1 0-16,1-1-34 0,-2-3 18 16,0 1 10-16,-4 2 31 0,-2 2 25 15,-2 1 6-15,-3 2 16 0,-3 1 16 16,-8 2 20-16,-2-1-48 0,-7 1-8 16,0 1-2-16,-2 1 22 0,1 4-16 0,-4 2 0 15,3 0 24-15,-1 3 38 0,0 6 2 16,-1 8 49-16,2 5-61 0,-1 8-37 15,3 10-22-15,5 3 22 0,3 9 6 16,3 4-13-16,6 2-28 0,3 4-11 0,0-5-25 16,10-4 1-16,6-6 23 0,0-10-45 15,8-4 28-15,4-9-16 0,3-6 33 16,7-6-11-16,1-6 9 0,5-3-43 16,1-6-49-16,1-7 0 0,-1-5-49 15,1-5-76-15,0 0-62 0,0-4-149 16,-14 6-857-16,11-11-1149 0</inkml:trace>
  <inkml:trace contextRef="#ctx0" brushRef="#br0" timeOffset="137710.443">6588 14290 2752 0,'0'0'1134'0,"0"0"-1031"0,0 0-11 16,0 0 182-16,0 0 82 0,0 0-53 15,0 0-167-15,0 0-136 0,0 0-92 0,0 0-21 16,0 0-25-16,45 31-47 0,-35-31-84 15,2 0-235-15,-3 0-706 0,3 0-1202 16</inkml:trace>
  <inkml:trace contextRef="#ctx0" brushRef="#br0" timeOffset="138179.685">8309 13449 1527 0,'0'0'2572'0,"0"0"-2314"0,0 0-258 15,0 0 0-15,0 0 120 0,0 0-2 16,-92 41 11-16,62-9-21 0,-1 8-26 16,1 9 22-16,3 6 37 0,-2 6-16 0,2 5-31 15,-1 5-39-15,1 4-22 0,4-2-21 16,1-2-12-16,8-10-1 0,7-8 1 16,7-13 1-16,3-9-1 0,12-9-27 15,8-10-46-15,5-5 9 0,8-7-24 16,3-1 18-16,4-14-10 0,0-6-5 15,3-4 8-15,-4 0 25 0,-6-4 9 16,-4 2-6-16,-8 1 6 0,-6 2-3 16,-6 4 46-16,-9 1 12 0,-3 3 53 15,-11 2-65-15,-7 2-22 0,-4 1 22 16,-7 3 30-16,-3 4 4 0,3 0-33 16,-1 4-1-16,4 0 46 0,3 6-28 0,6 2-18 15,1 4-79-15,7 1-32 0,5 2-111 0,2 1-269 16,2 0-472-16,3-2-334 15</inkml:trace>
  <inkml:trace contextRef="#ctx0" brushRef="#br0" timeOffset="138586.667">8936 14132 1831 0,'0'0'690'0,"0"0"-108"0,0 0-381 15,0 0-159-15,0 0 174 0,0 0 125 16,0 0-87-16,17 76-104 0,-15-48-73 16,-1 0-33-16,-1 1-7 0,0-3 6 15,0-4-43-15,0-4-3 0,-1-4-28 16,1-4 6-16,0-6-40 0,0-2-90 15,0-2-49-15,3-3-69 0,-2-6-95 0,1-4-260 16,-1 1-593-16,-1-13-231 0</inkml:trace>
  <inkml:trace contextRef="#ctx0" brushRef="#br0" timeOffset="138743.83">8829 13841 1444 0,'0'0'2291'0,"0"0"-1929"0,0 0-268 0,0 0 27 15,0 0 142-15,0 0-7 0,77-19-106 16,-50 17-123-16,2 0-27 0,4-1 0 16,-1 0-104-16,4 3-145 0,0 0-106 15,-9 0-289-15,16 3-964 0</inkml:trace>
  <inkml:trace contextRef="#ctx0" brushRef="#br0" timeOffset="139259.038">10828 13987 790 0,'0'0'2244'0,"0"0"-1966"0,0 0-189 15,-24-72 67-15,10 53 43 0,-2 2 77 16,-5 2-81-16,2 4-21 0,1 4-41 0,-1 7 9 16,0 0-4-16,1 10 43 15,0 11-56-15,-2 10-61 0,2 8-6 0,0 9-34 16,0 1 1-16,1 1 4 0,5-5-29 15,3-7-2-15,5-9-43 0,4-10-4 16,1-8-3-16,9-7-12 0,7-4 27 16,4-6 22-16,5-7-3 0,3-10-53 0,2-5-8 15,0-3 5-15,0-5 7 0,-2 1 8 16,-2 2 28-16,-2 3 22 0,-5 3 6 16,-3 7 6-16,-5 3 50 0,-1 9-29 15,-5 4 34-15,0 4 32 0,1 4 17 16,5 8 3-16,-1 7-31 0,3 1-46 15,1 7 16-15,1-1-15 0,-2 2-32 16,3-3-2-16,-2-3-22 0,4-2-32 16,-2-8-38-16,5-1 25 0,-2-5-58 0,-1-3-63 15,-1-3-74-15,-2-2-161 0,-3-2-568 16,-3-11-948-16</inkml:trace>
  <inkml:trace contextRef="#ctx0" brushRef="#br0" timeOffset="139544.716">11190 13759 1638 0,'0'0'646'0,"0"0"60"0,0 0-380 0,0 0 14 15,0 0 15-15,0 0-88 0,87 66-109 16,-67-42-40-16,-1 4-23 0,-1-2-12 16,-5 4-37-16,-1 1-43 0,-7 1 22 0,-3 5-16 15,-2-2-9-15,-6 3-37 0,-3-4 13 16,-2-4 4-16,4-6 20 0,-1-6 22 15,4-5-4-15,3-8-18 0,1-2-15 16,0-3 0-16,4-4 14 0,6-7 1 16,7-6 64-16,2-7-3 0,6-5-48 15,4-5-13-15,1-6-22 0,0 2 1 16,3-1-38-16,-3 6-48 0,-1 3-41 16,0 6-41-16,-3 5 2 0,-1 3-46 15,-1 3-177-15,-7 6-345 0,8 0-789 0</inkml:trace>
  <inkml:trace contextRef="#ctx0" brushRef="#br0" timeOffset="140331.007">7116 13496 1474 0,'0'0'212'15,"0"0"-8"-15,0 0 502 0,0 0-259 0,0 0-111 16,0 0-51-16,82-45-14 16,-56 46-48-16,-1 11-79 0,-1 2-42 0,-1 11-34 15,-7 4-43-15,-2 5-10 0,-9 5 4 16,-5 6-17-16,0 4-2 0,-12 1-105 16,-1 2 9-16,-3-4-23 0,1-4 1 15,0-4 64-15,4-11 54 0,2-7 0 16,5-7 0-16,1-6-50 0,1-3-16 15,2-6 3-15,0 0 25 0,0 0 35 16,3 4 3-16,6 4 62 0,4 3 79 16,0 6 4-16,5 7-18 0,1 7-52 15,1 8 15-15,3 4 86 0,-4 5-25 0,1-3-84 16,0 4 10-16,-4-4-4 0,3 2-33 16,0-1-40-16,1-1-15 0,-1 0-16 15,-2-4-15-15,3-3-49 0,1-5-86 0,2-7-17 16,4-9-44-16,2-8-103 0,-6-7-349 15,14-14-813-15</inkml:trace>
  <inkml:trace contextRef="#ctx0" brushRef="#br0" timeOffset="140837.976">9328 13090 3183 0,'0'0'344'0,"0"0"-230"16,0 0-92-16,0 0 142 0,0 0 88 16,0 0-33-16,0 0-74 0,77-49-18 15,-60 49 30-15,1 5-16 0,0 7-61 16,-3 5-25-16,-1 5-12 0,-3 3-13 16,-4 6-11-16,-4 5-19 0,-3 3-15 0,0 5 2 15,-10 3 10-15,-1 2 0 0,-3-1-61 16,2-3 61-16,2-6-28 0,5-7-12 15,4-5 31-15,1-4-9 0,7-3-31 16,9 0 18-16,3-2 3 0,4 0 28 16,1 1 0-16,4 3 3 0,-1 3 16 15,2 4 21-15,-2 2 37 0,1 3-10 16,-4 1-3-16,-1 2 10 0,-6-1-23 0,1-2-29 16,-7-1-19-16,0-2-28 0,-2 0-17 15,-4-1-1-15,-1 0-6 0,-2-2 12 16,-2 0 0-16,0-1-46 0,0-1-37 15,0-2-46-15,0-1-33 0,-2-5-34 0,1-5-130 16,-1-6-414-16,2-2-914 0</inkml:trace>
  <inkml:trace contextRef="#ctx0" brushRef="#br0" timeOffset="141636.148">11978 14037 1223 0,'0'0'1806'15,"0"0"-1572"-15,0 0-145 0,0 0 162 0,0 0-27 16,0 0-76-16,0 0-50 0,76-80-68 15,-48 45-30-15,4-3-15 0,1-2 13 16,1 2-1-16,-3 1 0 0,-8 3-13 0,-6 3 16 16,-8 4 28-16,-9 7-28 15,-6 2 0-15,-14 6-2 0,-9 6 17 0,-5 6 1 16,-4 1 43-16,-1 18 16 0,4 4 21 16,2 10 16-16,4 7 8 15,5 8-2-15,4 6-8 0,5 3-30 0,4 2-31 16,2 2-31-16,5 0-8 0,1-5-10 15,3-6-45-15,7-6 45 0,6-7 0 16,9-10 17-16,2-6 20 0,4-7-25 16,3-5-12-16,6-8-92 0,3-1-12 15,3-6-53-15,0-8-63 0,0-2-103 16,-1-5-153-16,-10 6-165 0,14-12-1117 16</inkml:trace>
  <inkml:trace contextRef="#ctx0" brushRef="#br0" timeOffset="142044.552">13375 13128 1580 0,'0'0'1599'0,"0"0"-1220"0,0 0-149 0,0 0-29 15,0 0 54-15,0 0-16 0,0 0-54 16,-1 73-38-16,1-31-52 0,-2 11-18 15,2 9-1-15,-3 10 10 0,0 8 14 16,-3 8-15-16,-2 7-3 0,-2 1-33 16,0-1-31-16,1-6-18 0,0-7-20 15,7-10-13-15,2-12-10 0,4-11-18 0,9-13-3 16,3-11-51-16,4-8-50 0,4-12 27 16,3-5-22-16,4-5-75 0,0-13-157 15,0-6-249-15,-9 2-658 0,5-16-592 0</inkml:trace>
  <inkml:trace contextRef="#ctx0" brushRef="#br0" timeOffset="142221.597">13601 13851 1702 0,'0'0'1167'0,"0"0"-869"16,0 0-167-16,49 67 184 0,-33-39 50 16,-3 4-83-16,0 1-77 0,-3 0-57 15,-1-3-46-15,-3-3-47 0,0-6-28 16,0-3-27-16,-4-5-28 0,1-5-18 15,-2-4-31-15,1-4-83 0,-1-1-67 0,1-10-43 16,-2-3-54-16,0-6-248 16,0 2-581-16,0-17-569 0</inkml:trace>
  <inkml:trace contextRef="#ctx0" brushRef="#br0" timeOffset="142363.796">13644 13515 1638 0,'0'0'1538'0,"0"0"-1125"16,0 0-173-16,0 0 41 0,0 0 33 15,0 0-73-15,78-18-100 0,-48 18-67 16,2 3-74-16,3-1 0 0,-1 1-49 16,2 0-74-16,0-3-102 0,-1 3-83 15,-9-2-306-15,6 2-992 0</inkml:trace>
  <inkml:trace contextRef="#ctx0" brushRef="#br0" timeOffset="143029.867">14058 13782 2925 0,'0'0'431'0,"0"0"-262"15,3 87 52-15,-2-48 126 0,1 3-17 0,-1-1-96 16,1-4-77-16,3-4-65 0,3-8-58 16,4 0-34-16,2-6 6 0,3-5-6 15,0-3 52-15,3-8-51 0,1-3-1 16,3-5-79-16,0-8 0 0,2-2-13 15,-1-4-38-15,-5-1 32 0,-1 0 30 16,-5 1 68-16,-2-1 21 0,-4 5 16 16,-2 2 25-16,-3 3 24 0,-1 4 56 15,-1 3 2-15,-1 3-31 0,0 0-21 0,0 1-19 16,0 5-12-16,3 6-16 0,0 3 4 16,2-1 0-16,3 2-22 0,3-2-27 15,5-4-19-15,4 2-15 0,2-6 24 16,2-2 8-16,4-4-96 0,1 0-24 15,2-10-40-15,2-4-9 0,1 1 29 16,2-4-285-16,-2 2-296 0,2 1 4 0,-4 2 303 16,-6 3-683-16,-3 1 647 0,-9 1 347 15,-5 0 105-15,-8 0 20 0,-1-3 364 16,0 2 332-16,-5-3-7 0,-1 1-92 16,-1 1-27-16,1-1-109 0,3 4-122 15,2 0-110-15,-1 1-63 0,2 2-30 16,0-2-44-16,0 0-57 0,2-3-55 15,2 2-15-15,0-1-12 0,-1 0 23 16,-1 3-14-16,-2 0-3 0,0-2 0 16,0 4 21-16,-5 1 1 0,-6 1 11 0,-2 0 9 15,-6 9-19-15,-4 4 19 0,0 7 25 16,1 3 6-16,-1 2-13 0,5 2-17 16,2-2-22-16,1-1-15 0,5 0 0 15,4-5-6-15,2-5 3 0,4 0-4 0,0-4-2 16,4-3-3-16,8 1 27 15,2-3-1-15,2 1-21 0,4-1 10 0,2-3 11 16,1 2-47-16,3-3-10 16,6 2 0-16,2-3 57 0,2 0-1 0,5 0-114 15,-2-6-22-15,1-3 107 0,0 1-9 16,-1-4-89-16,-1-3-83 0,-4-1-93 16,-3-2-62-16,-10 4-217 0,-2-3-703 0</inkml:trace>
  <inkml:trace contextRef="#ctx0" brushRef="#br0" timeOffset="144402.609">15368 13794 1425 0,'0'0'514'0,"0"0"-76"16,0 0-112-16,0 0-31 0,0 0 13 0,0 0-86 16,0 0-57-16,0 0-46 0,0 0-21 15,0 0 37-15,0 0 28 0,-45-51-57 16,41 61-44-16,0 6-12 0,-4 5 21 15,3 7 28-15,-3 0 27 0,-1 1 0 16,3-5-40-16,-2-1-43 0,4-8-40 0,1-4 15 16,0-2-6-16,3-6-12 0,0-3-17 15,2 0-29-15,6-3-46 0,3-8 18 16,4-5 13-16,4-2 27 0,1-3-9 16,-3-1-25-16,-2 0 16 0,1 2 33 15,-5 7 19-15,-3 2 2 0,-3 5 20 16,2 3 80-16,-2 3 12 0,-1 7 15 0,3 4 5 15,1 4-30-15,0 4-34 0,2 1-12 16,-2 1-12-16,0-2-16 0,1 1-27 16,-2-5-3-16,0-3-10 0,1 0-17 15,0-4-13-15,-1-3-21 0,-1 0-43 16,1-5-27-16,0 0-22 0,1 0-32 16,0-5-44-16,0-2-63 0,0-5-162 15,2-1-190-15,-4-3-153 0,3 0 160 16,-1-2 276-16,0-3 146 0,0-1 215 15,1-4 95-15,2 4 360 0,0 0 23 0,1 4 18 16,1 4-58-16,-1 6-42 0,4 5-18 16,-2 3-67-16,2 3-79 0,0 7-30 15,1 3 8-15,-1 6-44 0,1 4-74 16,-5-1-56-16,-1 1-9 0,-3-2-27 16,-3-2-25-16,1 0-2 0,-4-2-10 15,0-1-15-15,-2-1 15 0,0-2 16 0,0-3-4 16,-2-3-30-16,2-6-62 15,0-1-4-15,5-4-59 0,5-6 34 0,5-7 29 16,7-4 4-16,3-6-63 0,1-2-39 16,3-3 37-16,1-3 124 0,-2-1 12 15,-2-1-25-15,-2-1 3 0,-4 5 64 16,-1 5 22-16,-6 6 93 0,-3 14 95 16,-5 8 65-16,-1 2-42 0,-4 16 27 15,0 6-95-15,-4 7-78 0,-2 3-16 16,0 2 43-16,-1 2 52 0,2-3-22 15,1-6-71-15,4-3-39 0,0-7-31 16,4-6 13-16,8-5-16 0,5-8-27 0,2 0 14 16,7-12-8-16,4-5-25 15,3-4-58-15,2-7-53 0,-2 0-9 0,0 1-10 16,-1-1 33-16,-3 6 46 0,-2 2 23 16,-5 5 29-16,-2 6 45 0,-3 6 54 0,-2 5 108 15,-2 13 24-15,2 7-7 0,0 11-34 16,2 6 27-16,2 5-65 0,1 3-25 15,-1 6-2-15,1-1 23 0,0 5 31 16,-4 1-49-16,0 3-31 0,-7 0-39 16,-2 3-12-16,-3-1-3 0,-4-1 0 15,0-1 0-15,-6-3 3 0,-10-3 0 16,-7-4 13-16,-4-6-15 0,-6-5 2 16,-2-6 9-16,-2-6 6 0,2-10 12 15,3-8 0-15,1-10-5 0,0-3-25 16,4-16-16-16,3-9-24 0,2-12 16 0,8-10-12 15,4-10 11-15,10-9-8 0,8-3 6 16,15-1-37-16,8 6-3 0,12 7 4 16,3 7 20-16,7 6 22 0,3 6-43 0,0 4-16 15,4 0-29-15,-4 4-51 0,2 3-123 16,-1-1-198-16,-18 9-756 0,20-9-1012 0</inkml:trace>
  <inkml:trace contextRef="#ctx0" brushRef="#br0" timeOffset="144682.442">18133 13652 3757 0,'0'0'595'0,"0"0"-236"16,0 0-203-16,0 0 4 0,-25 70 26 0,14-37-13 15,-4 3-36-15,2-2-65 0,3-6-39 16,2-6-33-16,6-8-25 0,2-7-26 16,0-5-55-16,0-2-40 0,0 0-19 15,1-7-52-15,3-6-62 0,2-5-205 16,0 1-692-16,-5-17-1041 0</inkml:trace>
  <inkml:trace contextRef="#ctx0" brushRef="#br0" timeOffset="144844.128">18062 13265 3911 0,'0'0'553'0,"0"0"-322"0,0 0-16 15,86-1-1-15,-57-1-174 0,0-2-40 16,1-1-119-16,2-2-105 0,1 0-62 0,0 0-256 15,-7 4-755-15,7 2-944 0</inkml:trace>
  <inkml:trace contextRef="#ctx0" brushRef="#br0" timeOffset="145077.073">18361 13674 1759 0,'0'0'2186'0,"-33"73"-1851"15,24-49-152-15,1 1 119 0,-1-2 35 16,6-9-66-16,3-8-147 0,6-5-124 0,8-1-23 15,9-4-4-15,5-11 12 0,11-3-22 16,4-8-36-16,7-4-27 0,0-3 2 16,-2 2 19-16,-4 6-34 0,-6 4 24 15,-9 6 34-15,-5 9 27 0,-7 6 28 16,-6 3 43-16,-5 9 37 0,-2 3 51 0,-4 4 25 16,0 3-37-16,-4 3-61 0,-2-1-40 15,4 1-16-15,0-2-2 0,2-4-14 16,2-1-38-16,10-3-113 0,1-5-150 15,9-4-166-15,-7-3-518 0,16-3-711 0</inkml:trace>
  <inkml:trace contextRef="#ctx0" brushRef="#br0" timeOffset="145463.6">19369 13565 2921 0,'0'0'994'0,"0"0"-549"15,-93 40-90-15,51-11 25 0,-8 9-30 16,1 4-17-16,7-2-79 0,6 0-82 16,10-5-82-16,13-6-90 0,9-10-25 0,6-6-54 15,15-6-56-15,9-5 38 16,8-2 19-16,8-5 35 0,10-9 7 0,4-8-15 16,3-6-28-16,2-5-24 15,-4-2 0-15,-4-4 39 0,-3 1 3 0,-7-3 1 16,-3-7-26-16,-5-5-14 0,-6-7-50 15,-9-7-92-15,-6-3 44 0,-8 2 74 16,-6 4 124-16,-3 11 100 0,-8 14 58 0,-1 19 36 16,2 12 26-16,-1 11-40 0,-2 15-49 15,-2 10-10-15,-4 9-33 0,2 8-27 16,0 6-13-16,0 3-2 0,4 1-1 16,1-1-21-16,2 1-24 0,4-2-12 15,0-2-45-15,6-3-37 0,0-5-88 16,0-6-37-16,5-8 36 0,4-1-16 15,-1-8-192-15,1-5-784 0,-2-4-1287 0</inkml:trace>
  <inkml:trace contextRef="#ctx0" brushRef="#br0" timeOffset="145726.5">19616 13898 4407 0,'0'0'615'0,"0"0"-428"0,0 0-66 15,0 0 110-15,0 0-92 0,0 0-51 16,0 0-88-16,113-23-15 0,-71-1-94 15,3-2 6-15,0-2 0 0,-3 0 3 16,-2 0-22-16,-3 3 3 0,-9 2 12 16,-6 1-18-16,-8-2-20 0,-11 3 10 15,-3-3-1-15,-10 4 15 0,-8 4 121 16,-5 9 117-16,-5 7 34 0,-2 13-9 16,0 10-13-16,0 9 5 0,3 5-8 15,4 4-8-15,0 1-17 0,7 0-25 16,4-4-16-16,4-3-60 0,8-6 0 15,3-5-72-15,10-9-17 0,7-5-99 0,6-9 23 16,6-1-10-16,1-8-117 0,-4-1-317 16,13-16-885-16</inkml:trace>
  <inkml:trace contextRef="#ctx0" brushRef="#br0" timeOffset="145971.631">20339 13611 49 0,'0'0'4076'0,"0"0"-3536"0,-6 66-381 15,-4-27-33-15,-1 11 18 0,-1 6 84 16,3 11-27-16,2 1 62 0,4 2-97 16,0 2-90-16,3-1-28 0,6 0-27 15,4-4-21-15,4-2-15 0,2-1-12 16,0-3-49-16,1-1-41 0,-1-2-4 16,-3-1-6-16,-1-3 14 0,0-6-2 15,-3-7-10-15,-1-9-24 0,-4-8-62 0,-3-12-65 16,-1-9-121-16,0-4-131 0,0-17-217 15,0-9-323-15,4-10 281 0,-1 4 190 16,3-38 94-16</inkml:trace>
  <inkml:trace contextRef="#ctx0" brushRef="#br0" timeOffset="146225.357">20346 13598 2161 0,'0'0'762'0,"0"0"-245"0,0 0-191 15,0 0 74-15,24-71-145 0,-1 62-70 16,9 1-37-16,7 4 5 0,7 3-30 15,3 1-26-15,0 3-33 0,1 11-21 16,-5 5-10-16,-3 6-5 0,-9 6-26 16,-8 5 28-16,-8 5-27 0,-10 3-2 15,-7 2 18-15,-6-2 5 0,-15 0 9 16,-8-2 13-16,-7 0-16 0,-5-1-9 16,-6-4 1-16,-1-2-20 0,2-7 0 15,4-4-2-15,8-9 0 0,8-4-18 0,11-8-37 16,7-3-21-16,8-3-37 0,1-8-42 15,11-8-25-15,4-6-72 0,5-3-57 16,7-2-126-16,-7 9-364 0,14-12-1123 0</inkml:trace>
  <inkml:trace contextRef="#ctx0" brushRef="#br0" timeOffset="146350.132">21373 14023 3930 0,'0'0'590'16,"0"0"-292"-16,0 0 2 0,0 0-23 0,41 79-43 15,-46-66-123-15,-6-1-111 0,-1-6-140 16,-1-2-90-16,-4-2-63 0,5-2-219 16,-6 0-932-16</inkml:trace>
  <inkml:trace contextRef="#ctx0" brushRef="#br0" timeOffset="146469.292">21665 14168 3816 0,'0'0'996'0,"0"0"-996"0,0 0-466 16,0 0-256-16,-64-71-553 0,39 52-361 16</inkml:trace>
  <inkml:trace contextRef="#ctx0" brushRef="#br1" timeOffset="-139689.755">3686 15541 889 0,'0'0'391'0,"0"0"-365"16,0 0 316-16,0 0 401 0,0 0-324 15,0 0-89-15,0 0-43 0,0 0 15 16,0 0-23-16,0 0-53 0,6-8-70 16,-6 5-26-16,0 0-4 0,0-1 6 15,0 2 3-15,0 0-34 0,0 2-6 0,0 0-1 16,0 0 1-16,0 0-13 0,0 0-3 15,-6 4-12-15,-4 0-67 0,-3 2 0 16,-6 2-12-16,-1 3-10 0,-2 1 19 16,-1 4 0-16,-1 2 3 0,-1 2-12 15,-4 5-6-15,1 3-16 0,-4 3 13 16,2 4-3-16,-1 7 9 0,1 1-16 16,3 4 1-16,-2 2-10 0,5 2 19 0,1 0-6 15,4-5 14-15,3-3 1 0,9-6-27 16,4-6 11-16,3-6 28 0,3-1 0 15,11-4 3-15,2 0 23 0,7-2-26 16,1-4-3-16,1-3 3 0,0-3-16 16,-3-4 16-16,1-2 0 0,-2-2 2 15,-1-2-1-15,3-6 15 0,-4-1-16 0,1-3 0 16,0-4-31-16,-4-4 10 0,1-1-16 16,-4-2-9-16,-3-2 3 0,0 0 4 15,-7 4 5-15,-1 2 13 0,-2 3 2 16,0 4 19-16,-6 4 15 0,-4 1 23 15,-3 2-38-15,-2-1-33 0,-6 3 14 16,-1-3 19-16,2 3 0 0,1 3-20 16,-1 0 1-16,6 0-5 0,1 0 24 15,4 0 9-15,2 0-9 0,1 3-58 16,3 0-10-16,1 0-31 0,0 0-105 0,2 0-124 16,0 3-132-16,4 0-62 0,8 2-57 15,1-1-131-15,1-1-404 0</inkml:trace>
  <inkml:trace contextRef="#ctx0" brushRef="#br1" timeOffset="-139430.253">3944 15822 2502 0,'0'0'486'15,"0"0"-291"-15,0 0 25 0,0 0 72 16,0 0-56-16,0 0-69 0,0 0-58 0,0 0-12 15,-61 69-4-15,56-54-19 0,-1 5-3 16,0 4 9-16,1 5-21 0,0 3-28 16,4 3-10-16,-1 0 7 0,2 1-28 15,0-1 0-15,0-4-34 0,6-2 0 0,1-5 0 16,3-5-70-16,-1-5-79 16,5-3-1-16,1-6-42 0,3-4-38 15,3-1-139-15,3-10-184 0,3-7-433 0,2-5-71 16,-6 3 501-16</inkml:trace>
  <inkml:trace contextRef="#ctx0" brushRef="#br1" timeOffset="-139002.14">4275 15666 623 0,'0'0'1971'0,"0"0"-1642"15,0 0-140-15,0 0 79 0,0 0 109 16,64 83-85-16,-53-53-97 0,4 1-40 16,-5 4-25-16,-3-1-44 0,-1 2-49 15,-2 1-24-15,-4-3 2 0,0 0 7 0,-5-5-1 16,-3-1 1-16,-2-6-13 0,0-1-9 16,-3-5-40-16,0-4-6 0,0-1 3 15,-1-5 12-15,-2-2-19 0,0-2 16 16,-1-2 7-16,-2-4 24 0,-3-7-15 15,2 1-13-15,3-3-22 0,1 0 22 16,3-1 13-16,7 6-10 0,1-3-10 16,3 4 38-16,2 1 25 0,3 0 25 15,8 3-32-15,4-1-14 0,5 2 17 16,3 2 10-16,0 0 6 0,3 7-2 16,0 2 17-16,-1 0-3 0,-1 3-18 0,-2-2-18 15,2 4-11-15,-2 0 1 0,-2 0-2 16,0-1-1-16,-4 0-6 0,0-1-105 15,-2-2-29-15,-1-1-31 0,0 0-33 16,-1-1-114-16,-2-3-328 0,0-2-530 16,-6-2-515-16</inkml:trace>
  <inkml:trace contextRef="#ctx0" brushRef="#br1" timeOffset="-138344.943">4897 16534 1706 0,'0'0'782'16,"0"0"-261"-16,0 0-310 0,0 0 66 15,0 0 168-15,0 0-150 0,0 0-139 16,0 0-85-16,0 0-25 0,-55-79 7 16,40 37-29-16,-2-3-21 0,-2-7-3 0,-1-2-13 15,2-2-2-15,3 2-16 0,5 1-22 16,1 3 51-16,6 6 0 0,3 5 1 16,0 3-14-16,0 6 5 0,5 4 10 15,2 6 31-15,-3 4 3 0,-1 7-9 0,1 2-13 16,-1 3-12-16,0 4 0 0,-3 0 0 15,2 3 4-15,-2 5 54 0,1 1 4 16,-1 8-44-16,0 2-18 0,0 3-15 16,0-1 15-16,0-5 12 0,0-2-12 15,0-7-11-15,0-2-23 0,3-2-21 16,3 1-1-16,4-2 17 0,1 3 39 16,7-1 40-16,-1-1-6 0,2 1-31 15,-2 1 9-15,0-1-11 0,-1 4 0 16,-3-3 1-16,-3 4 11 0,0-1-11 0,-3 0 19 15,-1 3-8-15,-4-1 8 0,-2 1-11 16,0 3-10-16,-2-2-22 0,-5 1-6 16,-4 0-18-16,-1-1-31 0,-1-2-29 15,-1-1-21-15,-2-6-86 0,-1-3-101 16,-2 0-233-16,0-8-464 0,2-3-337 16</inkml:trace>
  <inkml:trace contextRef="#ctx0" brushRef="#br1" timeOffset="-138137.785">5081 15725 1205 0,'0'0'452'0,"0"0"1011"15,0 0-1096-15,0 0-32 0,88 54 86 0,-69-39-136 16,-2 6-94-16,-1 2-34 16,-5 3-53-16,-2 3-46 0,-3 1-22 0,-3 1-20 15,-3-1-16-15,0-1-14 0,-2 1-53 16,-5-5-58-16,0 0-23 0,-3-1-24 15,-2-7-57-15,2-2-97 0,-2-3-191 16,0-5-505-16,3-4-714 0,-5-3 1207 0</inkml:trace>
  <inkml:trace contextRef="#ctx0" brushRef="#br1" timeOffset="-137973.079">5473 15990 1714 0,'0'0'2271'15,"0"0"-2020"-15,0 0-108 0,0 0 105 0,98 9-15 16,-75-7-138-16,-4-2-95 0,1 0-30 16,-4 0-133-16,1 0-65 0,-2 0-95 15,-3 0-186-15,-4 0-207 0,-4 3-1426 16,-4 10 1631-16</inkml:trace>
  <inkml:trace contextRef="#ctx0" brushRef="#br1" timeOffset="-137815.387">5512 16188 641 0,'0'0'108'0,"0"0"1680"16,0 0-1328-16,0 0-169 0,0 0 128 0,0 0-25 16,0 0-73-16,80 14-114 15,-56-14-87-15,2 0-65 0,-2-4-55 0,1-1 0 16,-5 0-68-16,3 1-110 0,4 1-120 16,1-1-188-16,2 1-576 0,3 1 83 15,-9 2-249-15,10-3 1091 0</inkml:trace>
  <inkml:trace contextRef="#ctx0" brushRef="#br1" timeOffset="-137264.25">6333 15731 1603 0,'0'0'763'0,"0"0"-3"0,0 0-372 16,0 0-53-16,0 0 92 0,0 0-40 15,0 0-139-15,0 0-135 0,0 0-76 16,0 0-15-16,-53 74-21 0,37-48 2 16,2 7 14-16,-2 1-17 0,3 3-3 15,3 1 0-15,3 1 3 0,2 3 15 16,5 0-15-16,0-1-10 0,5 1 9 16,6-3-11-16,1-7-10 0,1-6-5 15,0-9-4-15,0-6-12 0,1-7 7 0,2-4 11 16,1-9 25-16,0-6-2 15,-1-5 1-15,0-4-20 0,-1-1-25 0,-1 1 9 16,-4 2 6-16,-3 2 0 0,-1 5 28 16,-3 4-24-16,-3 1-10 0,0 6 12 0,0 0 22 15,-7 0 3-15,-3 1 10 0,-3 1 15 16,-2-2 3-16,-2 1-27 16,0 1 20-16,-2 1-5 0,0-1-15 0,2 2-1 15,0 0-22-15,2 0 19 0,4 2-68 16,1-1-21-16,2 4-69 0,4-1-94 15,3-1-110-15,1 3-204 0,1-1-238 16,6 2-607-16,2-2 493 0</inkml:trace>
  <inkml:trace contextRef="#ctx0" brushRef="#br1" timeOffset="-137033.944">6705 15787 2332 0,'0'0'1250'0,"0"0"-822"16,0 0-164-16,0 0-23 0,-43 87-25 0,37-49-59 16,2 4-16-16,4 3-13 0,0 3-25 15,0-2-8-15,6-2 11 0,1-2 9 16,0-9-72-16,2-3-43 0,1-10-15 16,1-5-24-16,2-5 0 0,-1-5-62 15,2-5-17-15,2-7 14 0,0-10-11 16,-3-8-41-16,1-6-173 0,-4-5-357 15,1-7-902-15,-4 11-741 0,0-21 2329 0</inkml:trace>
  <inkml:trace contextRef="#ctx0" brushRef="#br1" timeOffset="-136703.143">6926 15706 973 0,'0'0'2695'0,"0"0"-2352"15,0 0-92-15,46 85 235 0,-30-51-104 16,0-1-144-16,-2 2-86 0,-1-2-65 0,1 3-17 15,-2 3-31-15,-3 0-11 16,-4 2-18-16,-5 1-10 0,0-4-21 0,-10 0-61 16,0-6-36-16,-3-4 48 0,0-6 43 15,-1-7-31-15,-1-7-27 0,2-7 15 16,-1-1 3-16,1-5 6 0,-1-10 24 16,-1-8-18-16,-2-3-6 0,4-5-43 0,0-1-7 15,3 4-15-15,4 5 61 16,6 6 47-16,0 6 18 0,6 4 138 0,10 4 10 15,0 2-7-15,7 1-22 0,4 0 0 16,2 4-12-16,-1 2 2 0,1 2 10 16,-4 1-16-16,0 1-31 0,-4-1-20 15,-2-1-42-15,-5-2-10 0,-1-1-73 16,-1-4-66-16,-1-1-49 0,1 0-44 16,-1 0-15-16,1-7-157 0,1 1-290 15,-3-10-642-15</inkml:trace>
  <inkml:trace contextRef="#ctx0" brushRef="#br1" timeOffset="-136511.84">7435 15810 2002 0,'0'0'1616'0,"0"0"-1364"0,0 0-205 0,59 92 105 16,-42-57 212-16,-4 1 0 0,1-1-113 16,-4 0-83-16,-4-1-59 0,-3-1-42 15,-3 0-27-15,0 1-37 0,-9-1-3 16,-1-1-53-16,-6-3-69 0,0-3-33 15,-4-5-32-15,-3 0-55 0,-1-4-123 16,-7-3-285-16,0-3-613 0,5-3-663 16,-16-5 1795-16</inkml:trace>
  <inkml:trace contextRef="#ctx0" brushRef="#br1" timeOffset="-135995.736">7880 15694 2973 0,'0'0'536'15,"0"0"-261"-15,0 0-52 0,-34 80 65 0,23-44-55 16,-2 4-73-16,0 5-52 0,-1 3-47 16,-1 6-24-16,0 1-13 0,-2 3-2 15,3 0-20-15,1-3 41 0,3-5 6 16,6-8-3-16,4-11 5 0,0-9-5 15,4-9-30-15,6-5-16 0,2-7-30 0,3-1-1 16,3-10-14-16,3-8-26 0,1-7 35 16,0-3-10-16,-2-4-9 0,-4 0-19 15,1 1-6-15,-5 1 12 0,-4 7 44 16,-4 4 24-16,-2 6 37 0,-2 6 21 16,-3 3 19-16,-7 3-13 0,-4 1 4 15,-3 0-7-15,-1 0 6 0,-2 1-39 16,1 6-27-16,2 1 2 0,-2 2-3 15,5 2-3-15,-2 1-25 0,7 0-8 16,-1 2-35-16,7 1-18 0,2-1-79 16,1 0-86-16,3-2-176 0,5-1-559 0,0-3-707 15,7 0 464-15</inkml:trace>
  <inkml:trace contextRef="#ctx0" brushRef="#br1" timeOffset="-135692.196">8394 16698 589 0,'0'0'388'0,"0"0"-72"16,0 0-101-16,0 0-215 0,0 0-39 16,0 0 6-16,0 0-38 0,0 0-284 0,0 0-154 15,-7-80 369-15,9 52 16 0</inkml:trace>
  <inkml:trace contextRef="#ctx0" brushRef="#br1" timeOffset="-135387.143">8241 15943 424 0,'0'0'2818'16,"0"0"-2462"-16,0 0-230 0,0 0 88 16,0 0 87-16,0 0-77 0,0 0-60 0,-44 69-14 15,39-44-21-15,4 8-16 0,1 3-27 16,0 6 11-16,0 2 28 0,0 1 15 16,0-2-55-16,3-3-43 0,3-6-20 15,-2-4-22-15,3-4-12 0,-1-7-3 16,3-2-21-16,-2-5-73 0,4-6-64 15,-1-2-41-15,6-4-6 0,0-1-36 16,4-10-240-16,-1-5-668 0,-5 1-871 0,4-11 1673 16</inkml:trace>
  <inkml:trace contextRef="#ctx0" brushRef="#br1" timeOffset="-134885.956">8690 16604 773 0,'0'0'146'0,"0"0"1286"15,0 0-791-15,0 0-267 0,0 0 16 0,0 0 37 16,0 0-27-16,0 0-61 0,0 0-92 16,0 0-101-16,1-75-109 0,-5 37-37 15,-3-7-15-15,-1-8-3 0,-3-7-24 0,4-5-35 16,2-1-32-16,1 0 5 0,4 7 9 15,0 9 18-15,6 9 31 0,2 13 46 16,4 10 31-16,-2 8 12 0,2 6 12 16,-1 4 28-16,-1 4 8 0,-1 6-8 15,1 5-28-15,-4 3-19 0,-2 5-15 16,-4 1-21-16,0 3-33 0,0 3-4 16,-6-1-8-16,-4 6-16 0,2-2-7 15,0-3 41-15,1-3 12 0,2-7 14 16,2-4-21-16,3-6-27 0,0-3-3 0,1-5-18 15,9-1 14-15,0-1 31 0,3 0 25 16,4-3 21-16,2-2-18 0,-3-1-3 16,4 1 19-16,-2 1-19 0,-1 2-2 15,-3 2-1-15,-1 0 0 0,-3 2 3 16,-2 7 12-16,-3-1 25 0,-4 7-7 16,-1 0 13-16,-1 0-12 0,-9 3 12 0,-3 0 12 15,-1-1-3-15,-4-2 6 16,-2-1-22-16,-1-4-20 0,0-4-16 0,-2-4-64 15,-1-2-46-15,3-6 15 0,-1-9 0 16,-1-11-118-16,-2-7-174 0,3-9-396 16,5 7-648-16,-3-19-522 0</inkml:trace>
  <inkml:trace contextRef="#ctx0" brushRef="#br1" timeOffset="-134680.092">8959 15848 1038 0,'0'0'1575'0,"0"0"-1221"0,0 0-261 15,97 6 55-15,-71 2 259 0,-3 6-92 16,-6 1-215-16,-4 5-84 0,-6 0 51 0,-2 3-55 16,-5 3-12-16,0 3-37 0,-8 1 37 15,-6 1 0-15,-2 1 25 0,-4-1-4 16,-6 0-5-16,-1 0-16 0,-5-3-44 16,-1-2-154-16,-3-2-133 0,-3-4-247 15,10-8-939-15,-17 6 927 0</inkml:trace>
  <inkml:trace contextRef="#ctx0" brushRef="#br1" timeOffset="-134173.791">9892 16277 745 0,'0'0'2646'16,"0"0"-2275"-16,0 0-235 0,89-1 37 15,-53 1 157-15,3 0-135 0,0 0-134 16,3 0-61-16,2-3-3 0,5-8-83 16,0 0-25-16,0-4-85 0,0-3-133 15,-8-2-164-15,-5-1-631 0,-12 5-846 16,-2-3 1937-16</inkml:trace>
  <inkml:trace contextRef="#ctx0" brushRef="#br1" timeOffset="-133996.488">9981 16483 880 0,'0'0'2063'0,"0"0"-1769"16,0 0-176-16,0 0 152 0,97 9 96 0,-56-9-84 15,3-6-124-15,0-7-62 0,5-4-87 16,-1-5-9-16,-5-4-15 0,-1-2-165 16,-9-3-133-16,-8 8-226 0,-4-11-1061 0</inkml:trace>
  <inkml:trace contextRef="#ctx0" brushRef="#br1" timeOffset="-133737.07">10347 15846 1888 0,'0'0'1567'0,"0"0"-1225"0,0 0-273 0,95 60 6 15,-62-42 80-15,2 1-8 0,-2-3-45 16,0-2-83-16,-1-1 27 0,1-1-46 16,-7-1-19-16,-1 3 3 0,-5 0-80 15,-9 1-19-15,-3 3 27 0,-8 5 12 16,0 4-9-16,-11 7-28 0,-9 3 34 15,-2 3 70-15,-5 2 9 0,-3 2 41 16,-3 0 6-16,-5-1 7 0,2-4-45 16,-3-3-9-16,2-5-113 0,1-8-160 0,1-6-279 15,12-6-944-15,-9-10 272 0</inkml:trace>
  <inkml:trace contextRef="#ctx0" brushRef="#br1" timeOffset="-133061.569">11803 15684 1072 0,'0'0'793'0,"0"0"253"16,0 0-879-16,0 0-135 0,0 0 86 15,0 0 73-15,0 0 44 0,0 0-59 0,-88 71-53 16,67-46 16-16,-5 5-14 0,-1 3 2 15,-2 5 9-15,-1 4 0 0,0 2-9 16,0 5-23-16,1 5-24 0,0 3-25 16,7 0-19-16,1 2-2 0,5-3 6 15,9-6-16-15,5-7 1 0,2-10-4 16,7-10-18-16,9-6 9 0,2-6-12 16,5-8 15-16,1-3-13 0,6-3 1 15,-2-11 13-15,-1-2-16 0,0-5 0 16,-3-2-18-16,-3 0 17 0,-2 0-10 15,-5 3-22-15,-5 2-10 0,-2 4-3 0,-3 3 25 16,-2 2 19-16,-2 1 2 0,0 3 17 16,-6 1 14-16,-4-1-13 0,-3 4-6 15,-3-1-2-15,0-1-10 0,-1 3-12 16,-2 0-21-16,1 0-26 0,-1 0-11 16,0 0-22-16,1 5-34 0,0 2-96 15,2 4-110-15,0 3-310 0,4-3-810 0,-5 9-19 0</inkml:trace>
  <inkml:trace contextRef="#ctx0" brushRef="#br1" timeOffset="-131999.122">12352 16065 1532 0,'0'0'1859'0,"0"0"-1602"0,0 0-149 15,0 0-83-15,0 0 10 0,0 0 37 16,0 0-66-16,0 0-6 0,0 0-223 16,0 0-229-16,0 0-657 0,68 55-868 15,-68-46 1921-15</inkml:trace>
  <inkml:trace contextRef="#ctx0" brushRef="#br1" timeOffset="-131836.701">12344 16347 1952 0,'0'0'1391'0,"0"0"-1014"0,0 0-270 0,0 0-106 0,0 0 72 16,29 70-8-16,-19-62-65 0,2-2-128 15,1-1-176-15,0-1-145 0,1-3-628 16,-4 0-606-16,5 0 1455 0</inkml:trace>
  <inkml:trace contextRef="#ctx0" brushRef="#br1" timeOffset="-131031.068">12811 15895 232 0,'0'0'381'0,"0"0"1670"16,0 0-1784-16,0 0-151 0,0 0 28 0,0 0 158 16,0 0 52-16,0 0-111 0,0 0-100 15,0 0-25-15,0 0 68 0,48 22-13 16,-34 8-47-16,-2 7-22 0,1 6-31 15,-4 4-5-15,-1 2 8 0,-1 2-9 16,-1 1-22-16,-2 2-20 0,-2 0-22 16,-2-1-3-16,0 1-14 0,0-4-23 15,-2-7-18-15,1-6-15 0,-2-9-6 0,2-8-37 16,-1-4-22-16,2-7-16 0,0-5-19 16,0-4-38-16,3-2-136 0,4-10-105 15,1-7-242-15,0-4-412 0,1 2-150 16,1-17 1077-16</inkml:trace>
  <inkml:trace contextRef="#ctx0" brushRef="#br1" timeOffset="-130733.811">13179 15958 3089 0,'0'0'469'15,"0"0"-283"-15,0 0-25 0,0 0 118 0,0 0-42 16,-88 79-129-16,69-58-93 0,3 0-15 15,-4-1-2-15,4 3-13 0,-2-2-7 16,2 1-15-16,0 1-3 0,4-1 21 0,0-2 18 16,4-4 0-16,2 0 1 0,2-2 13 15,4 0 18-15,0 0 15 0,3 0-28 16,6 2 7-16,6-1 0 0,1-1 0 16,6 0 5-16,2-2 11 0,0 0-1 15,3-3-10-15,0-1-17 0,-1-2 5 16,0-1-6-16,-1 0-12 0,-4-2 0 15,2 0-12-15,-4-2-77 0,0 0-16 16,1 3-25-16,-1 1-25 0,-3 3 5 0,1 1-32 16,-3 3-228-16,-1 1-592 15,-6-2-639-15,1 6 1259 0</inkml:trace>
  <inkml:trace contextRef="#ctx0" brushRef="#br1" timeOffset="-129788.187">13410 15656 336 0,'0'0'310'0,"0"0"814"0,0 0-579 16,0 0-86-16,0 0-122 0,0 0 23 15,0 0-3-15,0 0-39 0,0 0-79 16,0 0-87-16,5-4-59 0,-2 6-29 15,1-1-8-15,4 5 2 0,3 1 3 16,6 6 28-16,3 5 6 0,2 4-37 16,1 4-9-16,-3 1-34 0,2 1-3 0,-2-1-12 15,-3-1-3-15,0-4 2 0,0-4-1 16,-3-1-1-16,-1-5-18 16,-3-1-10-16,-1-3-42 0,-1-1-28 0,-3-3-31 15,-1-2-31-15,-1 0-28 0,3-2-70 16,-2-2-179-16,1-4-304 0,-1-4-854 0,-3 1 175 15</inkml:trace>
  <inkml:trace contextRef="#ctx0" brushRef="#br1" timeOffset="-129550.556">13722 15624 466 0,'0'0'701'0,"0"0"678"15,0 0-1047-15,0 0-98 0,0 0-14 16,0 0 56-16,-66 82 2 0,50-61-86 16,0-1-83-16,-1 1-62 0,-2 0-31 15,2 2-16-15,-3 2-31 0,0-1-25 16,2 1-35-16,0 1-64 0,3-2-52 16,1-1-69-16,2-1-85 0,2-1-299 0,0-3-496 15,3-7 75-15,-2 5 1006 0</inkml:trace>
  <inkml:trace contextRef="#ctx0" brushRef="#br1" timeOffset="-128781.79">14137 16339 706 0,'0'0'802'16,"0"0"510"-16,0 0-870 0,0 0-137 0,0 0 11 15,0 0 29-15,0 0-94 0,0 0-65 16,0 0-36-16,0 0-6 0,0 0 27 16,72-9 0-16,-43 6-77 0,3-1-30 15,7 1-9-15,1-2 11 0,3 1 10 16,6-2 39-16,-2 3-52 0,0 1-23 15,3 1-10-15,-2 1-9 0,2 0 3 16,0 0-9-16,0 0-15 0,-3 0 2 16,-2 0-1-16,0 0-1 0,-1 0-2 0,-2-1 1 15,3-5-2-15,-3-5-9 16,-2 1-66-16,-3-3-28 0,-5-2-21 0,-6-1-10 16,-3-1 7-16,-7 2 8 0,-3-1-27 15,-7 2-25-15,-5 3-50 0,-1 0-57 0,-5 4-62 16,-7 0-225-16,-5 2-453 15,-4 3-328-15,4 0 549 0</inkml:trace>
  <inkml:trace contextRef="#ctx0" brushRef="#br1" timeOffset="-128495.306">14999 16037 2815 0,'0'0'513'0,"0"0"-218"0,0 0-58 16,0 0 68-16,0 0-88 0,0 0-68 0,0 0-29 15,89 49-34-15,-70-42-24 0,1-1-4 16,3 1 7-16,0 0-17 16,-2 3-5-16,3 0 3 0,-1 2-3 0,0 2-7 15,-4 1 4-15,0 2-37 0,-5 0-3 0,-4-1-2 16,-3 3 0-16,-2 0-47 0,-4 3-18 16,-1 0 15-16,-1 2 25 0,-7 0 5 15,-3 2 7-15,-2 0 15 16,1-1 0-16,-5 2 0 0,1-2-37 0,-4 0-49 15,2-3-30-15,-1-3-11 0,-1-4-34 16,0-2-81-16,3-5-192 0,-1-3-288 16,3-3-534-16,5-2-150 0,2-6 1262 0</inkml:trace>
  <inkml:trace contextRef="#ctx0" brushRef="#br1" timeOffset="-125810.83">15823 15883 307 0,'0'0'1319'15,"0"0"-166"-15,0 0-771 0,0 0-114 16,0 0 55-16,0 0-53 0,0 0-47 15,0 0-37-15,0 0-44 0,0 0-40 16,0 0-4-16,36 1 28 0,-11-1 30 16,2 0-43-16,3 0-22 0,-1 0-27 15,3 0-33-15,-3 0-9 0,-2 0-22 16,2-3-18-16,-4-1 15 0,-1-1-61 16,-2-3-76-16,-5 0-62 0,-1 0 3 0,-5 0-32 15,-2-1-120-15,-6 3-279 0,0 2-530 16,-3-2-403-16</inkml:trace>
  <inkml:trace contextRef="#ctx0" brushRef="#br1" timeOffset="-125559.296">15941 15879 630 0,'0'0'111'0,"0"0"1603"15,0 0-1243-15,-17 94-122 0,17-59-44 16,0 5 4-16,6 4-1 0,0 1-94 15,2 4-90-15,0 1-28 0,-4 0-44 16,0 0-41-16,-1 1-11 0,-1-1-3 16,-2 0-21-16,0-4 5 0,0-3-15 15,0-10-46-15,0-6 3 0,0-9-13 16,0-5-59-16,1-7-49 0,3-4-69 16,-1-2-72-16,3-7-170 0,-2-6-256 0,2-6-583 15,-3 2 996-15,0-12-68 0</inkml:trace>
  <inkml:trace contextRef="#ctx0" brushRef="#br1" timeOffset="-125364.41">15917 16281 1106 0,'0'0'420'0,"0"0"333"0,0 0-400 0,0 0-64 16,0 0 80-16,0 0-11 0,0 0-99 15,88-7-73-15,-55 0-65 0,2-4-52 16,-1 0-41-16,1-3-19 0,-2 0-9 15,-3-1-84-15,-1-1-101 0,-1-1-79 0,-4 3-62 16,-4 1-165-16,-4 4-482 0,-1-1-406 0</inkml:trace>
  <inkml:trace contextRef="#ctx0" brushRef="#br1" timeOffset="-125073.386">16515 15674 2917 0,'0'0'569'0,"0"0"-303"16,0 0-78-16,0 0 17 0,0 0 31 15,0 0-28-15,79 55-67 0,-51-30-76 16,0 2-22-16,1 4-25 0,-2 0 46 16,-2 0-38-16,-2-3-26 0,-3-6-12 15,-5-3-13-15,-1-4-67 0,-4-4-37 16,1-3 3-16,-2-4-57 0,0-2-84 16,-1-2-136-16,0-4-240 0,-1-7-620 15,-1 2-314-15,-2-10 1351 0</inkml:trace>
  <inkml:trace contextRef="#ctx0" brushRef="#br1" timeOffset="-124899.03">16862 15677 1854 0,'0'0'1198'0,"0"0"-882"0,0 0-198 0,-60 66 2 16,38-41 167-16,1 3 8 0,-2 0-151 15,-1 0-144-15,0-1 0 0,0 2-47 16,-4-1-59-16,-2 3-39 0,1 1-59 15,-5 3-51-15,-4 4-159 0,2 3-594 16,6-9-644-16,-18 19 1518 0</inkml:trace>
  <inkml:trace contextRef="#ctx0" brushRef="#br1" timeOffset="-109815.237">18193 15999 640 0,'0'0'0'0,"0"0"0"16,0 0 1360-16,0 0-978 0,0 0-69 15,0 0-46-15,7-69 18 0,-7 62 33 16,0 3-15-16,0 2-17 0,-2 0-22 16,-1 2-35-16,-1 0-23 0,-4 0-25 0,-1 0-26 15,-3 0-30-15,-3 6-43 0,-1 3-55 16,-2 4-23-16,-1 2-4 0,-2 4 1 15,-2 3 0-15,2 2 1 0,2 0-2 16,0-1-2-16,4-1-17 16,1-4 4-16,7-3 13 0,2-3-10 0,5-1 0 15,0-1 9-15,3 1-9 0,9 1 10 16,4 0 1-16,3 0-2 0,4-2 1 16,1 1-1-16,-1-4-9 0,4 2-3 15,-5-3 3-15,1 1 11 0,-1 0-11 16,-6 0 12-16,-3 0-3 0,-3 1 2 15,-4 0 1-15,-3 2 18 0,-1 3 0 0,-2 1 4 16,0 1-12-16,-5 3-10 0,-3-1-19 16,-3-2 1-16,-2-3-6 0,0 0-16 15,-1-1-15-15,3-7-21 0,0 0-25 16,2-4 13-16,1 0-23 0,0-1-55 16,2-6-78-16,3-5-137 0,3-6-266 0,0-2-490 15,3 4-373-15,11-8 1226 0</inkml:trace>
  <inkml:trace contextRef="#ctx0" brushRef="#br1" timeOffset="-109502.948">18431 16212 909 0,'0'0'1972'0,"0"0"-1559"0,0 0-159 16,0 0-23-16,26 68 137 0,-24-52-20 16,4-4-89-16,-3-2-124 0,1-5-120 0,3-1-15 15,2-4 0-15,2 0-12 0,1-4-6 16,5-4-32-16,-1-7-5 0,4-4-9 15,-4 0-13-15,2-1 9 0,-4-1 24 16,0 2 17-16,-5 1-7 0,-4 5 31 16,-4 1 3-16,-1 1 27 0,-1 4 20 15,-10-3 5-15,0 4 11 0,-4-1-61 0,-1 4-1 16,-2 1 42-16,-1 2 0 16,3 0-24-16,-1 5-17 0,2 6-2 0,0-3 0 15,-1 7-43-15,-1-3-13 0,2 3-36 16,-1-1-35-16,3 2-44 0,0 1-89 15,0 0-210-15,2 2-528 0,1-5-776 0,-3 8 1529 0</inkml:trace>
  <inkml:trace contextRef="#ctx0" brushRef="#br1" timeOffset="-108782.914">20447 15661 1000 0,'0'0'1666'16,"0"0"-1146"-16,0 0-74 0,0 0-113 16,0 0 21-16,0 0 11 0,0 0-77 15,0 0-86-15,0 0-89 0,0 0-71 16,0 0-5-16,-38 66-1 0,19-38 1 15,-1 4 8-15,-2 5-8 0,-3 0-13 16,-3 4 0-16,2 0 0 0,1 1-2 16,3 0-7-16,0-1-13 0,7 0-2 15,3-2-1-15,4-6-17 0,3-5-1 16,5-6 4-16,0-5-6 0,1-6-12 0,9-4 14 16,6-6-8-16,7-1-28 15,3-8 25-15,2-6-12 0,2-7 14 0,-3-1-11 16,-2-1-10-16,-3 2 12 15,-5 3 13-15,-6 3 12 0,-2 7 12 0,-6 2 0 16,-2 4 0-16,-1-1 12 0,0 3 6 16,-1 0 1-16,-5 0-19 0,-1 0 0 15,-3 0-1-15,-2 0-1 0,-2 0-32 16,1 4-6-16,-2-2-8 0,2 3-7 0,-1-2-13 16,2 4-36-16,2-1-37 0,0 2-59 15,2 3-98-15,0-1-177 0,5 4-285 16,0-2-801-16,3-4 136 0</inkml:trace>
  <inkml:trace contextRef="#ctx0" brushRef="#br1" timeOffset="-108631.819">20540 16111 1626 0,'0'0'1550'0,"0"0"-1096"0,0 0-277 0,0 0-82 15,0 0 134-15,0 0 135 0,20 75-99 16,-18-59-133-16,-2-3-95 0,1-1-37 15,1-3-34-15,-1-2-61 0,1-1-65 16,-1-1-16-16,1-1-29 0,-2-1-86 0,2-2-326 16,-2-1-922-16,3-1-162 0</inkml:trace>
  <inkml:trace contextRef="#ctx0" brushRef="#br1" timeOffset="-108451.743">20813 16087 772 0,'0'0'1868'0,"0"0"-849"16,0 0-801-16,0 0-93 0,0 0 76 0,0 0-49 16,0 0-77-16,0 0-75 0,0 0-112 15,87-26-153-15,-65 14-139 0,3 0-236 16,-1 2-551-16,-8 3-510 0,7-1 1584 16</inkml:trace>
  <inkml:trace contextRef="#ctx0" brushRef="#br1" timeOffset="-108307.306">21190 16018 355 0,'0'0'1714'0,"0"0"-333"16,0 0-1121-16,0 0-65 0,0 0 228 16,0 0-19-16,0 0-109 0,94 48-149 0,-70-46-76 15,2 0-55-15,5-2-15 0,-1 0-97 16,1-7-190-16,4-2-80 0,-2-2-110 16,3-2-758-16,-10 3-1230 0,6-4 2253 0</inkml:trace>
  <inkml:trace contextRef="#ctx0" brushRef="#br1" timeOffset="-108208.239">21953 15777 849 0,'0'0'0'0,"0"0"-101"16,0 0-7-16,0 0-270 0,0 0 267 0,0 0 3 16</inkml:trace>
  <inkml:trace contextRef="#ctx0" brushRef="#br1" timeOffset="-107851.456">22229 15631 264 0,'0'0'382'0,"0"0"175"0,0 0 693 16,0 0-747-16,0 0-11 0,0 0 38 16,0 0-31-16,0 0-98 0,0 0-114 15,0 0-107-15,0 0-65 0,-21 55-45 0,-4-28 2 16,-2 6 7-16,1 1-9 0,-2 7-34 16,2 0-15-16,-2 3 3 0,3 4-21 15,-1-3 0-15,7 0-3 0,5-3-24 16,3-6 0-16,6-4 6 0,4-7 6 15,1-4 9-15,4-4 2 0,8-5-29 16,3-4-31-16,4-2-9 0,4-4 13 16,0-2-16-16,-1-3 3 0,1-9-27 15,-1-4-10-15,-2-2 4 0,-4 1 2 0,-5-3 18 16,-1 2 10-16,-5 1 8 16,-4 2 44-16,-1 2 21 0,-3 1 43 0,-10 2 24 15,-4 1-15-15,-5 0 3 0,0 7 10 16,-3 2 5-16,0 1-61 0,-1 9-9 15,-1 5-24-15,1 3 5 0,4 1 4 16,4-2-34-16,5-2-52 0,3 0-99 0,5-3-211 16,4-1-274-16,1-2-418 0,0-1-356 15,3-4 817-15</inkml:trace>
  <inkml:trace contextRef="#ctx0" brushRef="#br1" timeOffset="-107610.86">22147 16154 1357 0,'0'0'1166'0,"0"0"197"0,0 0-863 15,0 0-126-15,62 77-147 0,-53-54 90 16,-2-6-68-16,-3-1-116 0,1-3-105 16,-1-4-28-16,0-2-33 0,2-3-55 0,1-1-6 15,0-3-18-15,4 0 3 0,1-5 5 16,3-4-3-16,2-3 3 0,1-4 9 16,-1 2 28-16,-3 1 27 0,2 2 37 15,-4 5 3-15,-2 4 14 0,-2 2 35 0,-2 0 49 16,1 8-15-16,-1 3 42 15,0 4-39-15,-2 4-19 0,-3 2 3 0,-1 0-70 16,0 0-31-16,-2-1-45 16,-5-2-64-16,-1-1-40 0,-2 0-69 0,-3-3-287 15,5-3-611-15,-11 6-687 0</inkml:trace>
  <inkml:trace contextRef="#ctx0" brushRef="#br1" timeOffset="-106899.446">19357 15829 800 0,'0'0'55'0,"0"0"333"0,0 0 643 16,0 0-579-16,0 0-114 0,0 0-44 16,0 0-9-16,0 0 11 0,0 0-26 15,0 0-34-15,0 0-56 0,40-6-57 16,-47 28-37-16,-3 7-37 0,-1 8-47 16,-4 2 1-16,-1 1-3 0,-1-1-1 0,4-3-18 15,1-3-30-15,3-9-40 0,3-5 9 16,4-6 19-16,2-5 11 0,0-2-12 15,9-2-12-15,5 0 43 0,5 3 28 16,6 5 3-16,3 5 11 0,6 9 116 16,-3 7-43-16,1 5 8 0,-5 7 9 15,-1 2-5-15,-6 3-5 0,-7 0 7 0,-1 0 85 16,-2-2-76-16,-4-3-56 0,-2-2-39 16,-1-5-12-16,0-2-15 0,-2-4-27 15,2-2-92-15,4-4-46 0,-2-3-50 16,3-2-44-16,4-5-240 0,2-2-548 15,-1-6-791-15,7 1 1283 0</inkml:trace>
  <inkml:trace contextRef="#ctx0" brushRef="#br1" timeOffset="-100698.072">20826 16540 2103 0,'0'0'243'16,"0"0"402"-16,0 0-277 0,0 0-95 0,0 0-59 15,0 0-6-15,0 0-45 0,0 0-58 16,0 0-55-16,0 0-22 0,-31 29-13 16,27-22-2-16,-2 2-2 0,2-1-11 15,-2 3-15-15,-1 0-10 0,1 0-15 16,0-1-38-16,1 2-106 0,-1 1-81 16,-3-1-89-16,1 0-214 0,2-1-617 15,-7-1-442-15</inkml:trace>
  <inkml:trace contextRef="#ctx0" brushRef="#br1" timeOffset="-100295.819">21927 16418 2199 0,'0'0'562'0,"0"0"-222"0,0 0-78 0,0 0 1 16,0 0-1-16,0 0-130 0,0 0-117 0,0 0-15 15,0 0 0-15,14 70 0 0,-14-58 1 16,0 0 19-16,0 6-1 0,-6 2-17 16,-5 4-2-16,-5 1-70 0,-3-3-80 15,-1-1 5-15,-3-7-23 0,3-2-93 16,-2-3-223-16,8-2-275 0,-6-4-810 0</inkml:trace>
  <inkml:trace contextRef="#ctx0" brushRef="#br1" timeOffset="-99416.231">23050 15516 447 0,'0'0'1746'0,"0"0"-1329"0,0 0-182 15,0 0 9-15,0 0 104 0,0 0-34 16,0 0-79-16,0 0-90 0,0 0-8 0,0 0-19 15,0 0-28-15,50 8-9 0,-27-16-7 16,4-4-28-16,3-5 3 0,4-2-28 16,-6 0-21-16,0 3-21 0,-8 1 21 15,-4 6 0-15,-7 4-1 0,-4 5-17 16,-2 0-11-16,-3 11 29 0,0 6 58 0,-3 6-42 16,-4 5-14-16,-3 7 1 0,-4 2 12 15,-1 3-15-15,-1 3-21 0,0 4-4 16,-2 2-21-16,2 4-9 0,-4 3 24 15,-2 3 31-15,3-6 0 0,1-7 18 16,4-10 28-16,3-10-15 0,5-8-31 16,5-5-37-16,1-5-3 0,0-4-3 15,3 0 0-15,4-4-6 0,4 0 48 0,3-4 1 16,-3-4 0-16,5 2 3 0,-3 1-3 16,1 4 1-16,-1 1-1 0,-1 7 4 15,-2 10 36-15,-1 7 3 0,0 10-1 16,-3 7-41-16,0 11 10 0,1 4 20 15,-1 3 6-15,0-1-24 0,-1-4 14 16,0-2 8-16,1-5-35 0,0 0 0 16,-3-4 11-16,-1-2 11 0,-2-3-4 15,0-3-6-15,-2-4 16 0,-6-5-26 16,2-4 0-16,-1-2 1 0,-3-5-3 0,0-2-1 16,1-5-88-16,-2-4-40 0,2-4-41 15,0 0-38-15,-2-7-83 0,0-4-252 0,2 3-268 16,-10-15-678-16</inkml:trace>
  <inkml:trace contextRef="#ctx0" brushRef="#br1" timeOffset="-88131.958">24230 16004 463 0,'0'0'3'16,"0"0"1487"-16,0 0-1211 0,0 0-30 15,0 0-3-15,0 0 46 0,0 0-7 0,0 0-50 16,0 0-58-16,-5-7-45 0,8 7-22 15,-1 0 10-15,2 2 11 0,0 3-15 16,2 0-5-16,1 4-3 0,0 4-6 0,-1 2-13 16,-1 2-9-16,-1 4-34 15,-3 1-33-15,-1 1 2 0,0-3-15 0,0 2-1 16,0-3-2-16,0-3-16 0,0 0 7 16,0-2-22-16,0-2-12 15,0-4-6-15,0 0-16 0,-1-3-6 0,-1-1-15 16,2-4-7-16,0 0-22 0,0 0-32 15,0 0-57-15,0-2-64 0,0-2-104 16,0-4-203-16,0-1-247 0,0 1-676 16,-5-7 1357-16</inkml:trace>
  <inkml:trace contextRef="#ctx0" brushRef="#br1" timeOffset="-87297.051">24274 16035 264 0,'0'0'176'0,"0"0"-133"0,0 0 517 16,0 0 241-16,0 0-380 0,0 0-155 0,0 0-63 15,0 0 22-15,0 0 2 0,0 0-54 16,0 0-53-16,-10-29-37 0,9 27-4 16,1-4 3-16,-2 1 3 0,2 1-6 15,-1-2-22-15,-1 0-7 0,1-2-6 16,-1 1-12-16,-2 1-4 0,2 2 6 15,-1-1 7-15,0 1-10 0,0 1 0 16,-2 0 7-16,2 1-7 0,-2 0 21 0,-1 0-17 16,3 2 8-16,-3-1-31 0,2 1 4 15,0 0-4-15,-1 0-9 0,1 0 10 16,-1 0-10-16,-1 0 9 0,1 1-12 16,-2 5-2-16,0 2-10 0,-5 5 9 15,4 2 3-15,-1 4 18 0,1 2 19 16,-1 3-3-16,3 1 0 0,2 0-12 0,-1 5-1 15,5-2 7-15,0 0-17 0,0 1-10 16,5-1 1-16,2-4-2 0,2-5 0 16,3-2-1-16,-1-5-42 0,3-5 28 15,0-4 15-15,3-3 31 0,0 0-31 16,3-7-3-16,0-5-34 0,1-5-19 0,0-1 7 16,-5-3-19-16,-1-1-25 0,-2 2 18 15,-1 1 16-15,-4-1 15 0,0 1 4 16,-2 4 15-16,-3-1 0 0,-1 1 0 15,-2 1 25-15,0 3 3 0,0 1 28 16,0 3 0-16,-2 4 16 0,0 1 9 16,1 2 25-16,1 0-22 0,-2 5-28 15,2 4-3-15,0 4 6 0,0 3-3 16,0 3 9-16,0 2-21 0,0-3-19 0,0-2-22 16,2 0-9-16,-1-3-86 15,1-1-79-15,-1-2-34 0,0-4-56 0,-1-2-172 16,3-3-526-16,-3-1-496 0</inkml:trace>
  <inkml:trace contextRef="#ctx0" brushRef="#br1" timeOffset="-86999.033">24483 15947 825 0,'0'0'606'0,"0"0"609"0,0 0-894 0,0 0-80 16,0 0 52-16,0 0-34 0,75 57-67 15,-57-38-88-15,-5-2-13 0,2 4-41 16,-2-1-3-16,-1 1-29 0,-4 2 1 16,-2 1-7-16,-6 4-12 0,0-3 0 15,0 3-37-15,-3-4 12 0,-2-5 13 0,0-4 11 16,2-4 1-16,3-6 2 0,0-4 0 16,0-1 32-16,0-1-34 0,2-6-25 15,4-5-31-15,2-6 54 0,7-4-15 0,-1-5 15 16,2-3 2-16,1 0-104 15,0-1-68-15,0 0-65 0,0-2-116 0,-1 4-314 16,-4 7-670-16,3-4 271 0</inkml:trace>
  <inkml:trace contextRef="#ctx0" brushRef="#br1" timeOffset="-86710.208">24929 16068 1463 0,'0'0'734'15,"0"0"-117"-15,0 0-334 0,0 0-88 0,26 66 97 16,-17-58 5-16,0-4-131 0,4-4-96 15,3 0-27-15,6-6 10 0,-1-7-18 16,7-4-4-16,-1-4-31 0,0 0-11 0,-4-3-23 16,-7 5 19-16,-3 2 15 0,-6 2-16 15,-7 7 16-15,0 0 56 0,-14 4-6 16,-5 0-38-16,-7 4 4 0,-4 0 2 16,0 10 10-16,0 4 28 0,1 8 18 15,3 2-21-15,2 5-7 0,3 1-24 0,3 2-19 16,3 0 0-16,2 2-3 0,7-4-3 15,3-2-31-15,3-5-56 0,9-4-99 16,5-6-32-16,8-2-87 0,7-5-145 16,8-5-347-16,8-1-613 0,-9 0 725 15,23-7 604-15</inkml:trace>
  <inkml:trace contextRef="#ctx0" brushRef="#br1" timeOffset="-86308.591">25764 16020 1911 0,'0'0'1566'0,"0"0"-1224"15,0 0-245-15,-79-23 80 0,59 19 221 16,3 4-59-16,0 0-144 0,3 11-94 16,0 5-49-16,3 6-15 0,-1 6-1 15,-1 6 4-15,7-1-13 0,0 2-12 0,6-5-15 16,2-2-24-16,7-8-22 0,6-6 22 15,0-5 9-15,3-9 3 0,1 0-31 16,4-11 0-16,0-8-27 0,0-3 6 16,1-7 0-16,0-3-13 0,1-1-30 15,-3-3-4-15,2-1 3 0,-3-2 21 16,-1-3 28-16,-4-1 6 0,-1-6-12 16,-7-1 9-16,-2-2 19 0,-6 0-7 15,0 2-3-15,-6 7 47 0,-1 8 72 0,1 10 34 16,-1 11 68-16,4 8 8 0,1 6-31 15,0 0-22-15,-1 8-28 0,0 6 3 16,-1 8-19-16,-1 7-15 0,-1 6 15 16,0 7 46-16,1 1-16 0,1 3-30 15,-2 1-47-15,0-3-38 0,-1 1-24 0,3-5 9 16,0 0-67-16,1-3-48 0,1-4-1 16,2-6-73-16,0-4-90 0,5-9-199 15,6-5-293-15,-2-7-620 0,5-2-337 0</inkml:trace>
  <inkml:trace contextRef="#ctx0" brushRef="#br1" timeOffset="-86135.818">26080 16009 848 0,'0'0'1476'0,"0"0"-330"0,0 0-909 16,0 0-126-16,0 0 131 0,0 0 135 0,46 68-75 16,-40-47-72-16,-3-1-95 0,0-1-59 15,-2 2-42-15,1-5-34 0,-2-2-6 16,0 0-43-16,0-7-79 0,0-1-44 15,0 0-24-15,0-5-30 0,-5-1-72 16,-2-1-251-16,4-5-999 0,-4-7-491 0</inkml:trace>
  <inkml:trace contextRef="#ctx0" brushRef="#br1" timeOffset="-85986.638">26084 15852 1049 0,'0'0'2003'16,"0"0"-1313"-16,0 0-451 0,0 0-109 0,0 0 137 15,0 0 24-15,0 0-138 0,0 0-61 0,0 0-58 16,0 0-22-16,91-7-12 0,-69 2-98 16,-2-2-95-16,5 1-116 0,-4-3-151 15,-5 5-512-15,0-4-1315 0</inkml:trace>
  <inkml:trace contextRef="#ctx0" brushRef="#br1" timeOffset="-85782.376">26355 16049 3029 0,'0'0'1259'16,"0"0"-1082"-16,0 0-78 0,0 0 129 15,0 0 63-15,0 0-136 0,0 0-79 0,83-9-76 16,-53-11-12-16,0-7-92 0,2-1-63 16,-2-6-66-16,0 2-29 0,-5 1-167 15,-4 0-262-15,-8 4-672 0,-3 6-286 16,-10-5 1245-16</inkml:trace>
  <inkml:trace contextRef="#ctx0" brushRef="#br1" timeOffset="-85582.222">26548 15627 362 0,'0'0'287'15,"0"0"1341"-15,0 0-1246 0,0 0-192 0,0 0-1 16,-41 81 115-16,31-49 26 0,4 8-53 16,-1 7-26-16,-1 5-40 0,-3 4-19 0,-2 5 20 15,-4-1-46-15,-2 4-59 0,-3 0-31 16,2 1-15-16,1-3-9 0,1-3-10 15,2-5-8-15,0-10-34 0,4-6-38 16,2-8-59-16,5-7-44 0,3-8-42 16,2-3 23-16,0-6-21 0,5-6-55 15,3 0-171-15,1-13-140 0,2-8-129 0,1-7-406 16,-4 4-382-16,3-22 1396 16</inkml:trace>
  <inkml:trace contextRef="#ctx0" brushRef="#br1" timeOffset="-85412.08">26541 16113 150 0,'0'0'3199'0,"0"0"-2803"0,0 0-279 16,0 0 52-16,0 0 144 0,104-47-115 16,-69 25-147-16,5-5-51 0,0-3-19 0,4-1-92 15,-3-2 9-15,-2 1-116 0,-9-1-128 16,-1 2-114-16,-10 2-168 0,-5 6-761 15,-8-4 72-15</inkml:trace>
  <inkml:trace contextRef="#ctx0" brushRef="#br1" timeOffset="-85151.593">26771 15654 756 0,'0'0'1473'0,"0"0"-905"16,0 0-308-16,0 0-4 0,-8 73 150 15,8-49-28-15,0 4-113 0,5 4-98 16,0 5-62-16,-2 6 18 0,1 4 18 16,-4 7-31-16,0 2-61 0,-7 2 0 0,-3 7-49 15,-4-3-1-15,-4 2-27 16,-2-3-2-16,1-2-37 0,1-8-16 0,0-5 9 16,4-9-2-16,2-4-14 0,4-8 10 15,2-4-50-15,3-7-34 0,3-4-45 16,-1-5-75-16,1-3-137 0,0-2-255 0,0-6-531 15,0 0 26-15,1-10 1054 0</inkml:trace>
  <inkml:trace contextRef="#ctx0" brushRef="#br1" timeOffset="-84228.78">27105 16040 886 0,'0'0'98'0,"0"0"1828"0,0 0-1507 15,0 0-127-15,0 0-52 0,0 0 37 16,0 0-38-16,0 0-84 0,0 0-41 16,0 0-37-16,65 19-6 0,-39-38-4 15,2-5-43-15,3-6-24 0,-3-1-77 0,-3 0 3 16,-5 3 13-16,-4 3-13 0,-6 2-6 15,-4 0 27-15,-5 4-9 0,-1 0 28 16,-7 3 25-16,-5 3 5 0,-6 3 4 16,-3 3-21-16,-2 6 21 0,1 1 3 15,-1 9 28-15,4 7-19 0,-1 6 69 16,2 9-7-16,4 9-34 0,2 4 22 16,-1 3-19-16,3 2 0 0,3-1 9 15,-1-5-36-15,3-3-16 0,4-10-1 16,1-8-55-16,0-5-11 0,6-9-29 15,5-5 3-15,2-3-52 0,3-4-42 16,0-8-80-16,4-5-230 0,0-5-496 0,-3-3-262 16,0-2 299-16</inkml:trace>
  <inkml:trace contextRef="#ctx0" brushRef="#br1" timeOffset="-83959.143">27303 15945 215 0,'0'0'264'0,"0"0"-130"16,0 0 1135-16,0 0-492 0,0 0-283 15,0 0-178-15,0 0 41 0,0 0-27 16,0 0-103-16,0 0-81 0,70-26-41 15,-62 40-19-15,-2 1-40 0,3-1-45 0,-2 1-1 16,0-5-12-16,-1 1-16 0,0-4-55 16,1 0-25-16,-1-4-16 0,1-3 6 15,0 0 16-15,5-10 36 0,1-3 16 16,2-5 8-16,1-2 27 0,4-3-48 16,-3 1 47-16,0 0-2 0,-1 3 15 15,-1 3-7-15,-1 2 10 0,-5 5 13 16,0 5 43-16,-3 2 42 0,-2 2 2 0,1 0 6 15,-2 4-4-15,1 2-9 0,-4 3-28 16,2 1-22-16,-2 2-9 0,0-2 3 16,0 0-21-16,0-1-16 0,2 0-53 15,-1-2-82-15,2-1-45 0,0 0-67 16,0-1-80-16,3-1-226 0,2-3-629 0,-2 3-408 16,7-4 1512-16</inkml:trace>
  <inkml:trace contextRef="#ctx0" brushRef="#br1" timeOffset="-83526.224">27903 15793 443 0,'0'0'20'0,"0"0"32"16,0 0 395-16,0 0 832 0,0 0-898 16,0 0-191-16,0 0 35 0,0 0 88 15,0 0-24-15,0 0-97 0,0 0-78 16,2 3-27-16,-2-1 8 0,0 2 11 0,0 0 3 15,0 6-16-15,0 3-31 0,0-1-31 16,0 2-10-16,-2 0-2 0,1-2 3 0,-1 0-10 16,2 0 3-16,0-3-15 0,0-2-3 15,0-2-12-15,0-2-1 0,0-3-18 16,5 0 0-16,0 0-6 0,5-2-43 16,0-6-4-16,4-2 3 0,1-3-10 15,3-2-10-15,0-2-18 0,2-1 18 16,-1 1 12-16,-1 0 54 0,-1 3 37 15,-1 3 2-15,-5 4 21 0,-2 6 25 16,-3 1 50-16,-4 0 32 0,1 2-21 16,0 8-14-16,-3 1 12 0,2 3-20 15,-2 0-11-15,0 1-16 0,1-2 6 0,1-3-31 16,1-2-34-16,4-5-28 16,-2-1-6-16,3-2 18 0,3 0-15 0,4-7-86 15,1-6-23-15,7-5-42 0,2-4-66 16,3-5-177-16,1-2-196 0,-1-2-419 15,0-1 236-15,-5 0-76 0,-6 8 880 16,1-16 0-16</inkml:trace>
  <inkml:trace contextRef="#ctx0" brushRef="#br1" timeOffset="-83189.933">28442 15421 385 0,'0'0'293'0,"0"0"-205"15,-14-67 1585-15,8 49-1196 0,0 1-160 16,2 6-78-16,1 5 14 0,2 4 30 16,1 2-82-16,0 2-64 0,0 8-62 15,0 5 11-15,4 7 32 0,0 6 17 16,-1 4 6-16,0 3-37 0,0 4-34 15,-2 1-36-15,1 2 3 0,-2 1-26 16,0 1-11-16,-2-2-12 0,-4 1 11 16,-5-1-60-16,1-3-10 0,-2-1 1 15,0-3 9-15,3-7-10 0,1-4-3 0,3-8 13 16,3-4-7-16,1-9 9 0,-2-3 13 16,3 0-13-16,-3-5-34 0,0-6-22 15,-1-4-31-15,-3-4-28 0,-1-1-40 16,-6-3 31-16,0-2 49 0,-4 0 29 15,-1 0-4-15,-1 0 33 0,3 2 76 16,4 5 60-16,4 5 84 0,5 6-17 0,4 3 23 16,0 3-87-16,10-1-16 0,8 1 51 15,6 0 34-15,9-2-31 0,4 1-41 16,5-2-7-16,3-1 13 0,1-3-54 16,1 0-12-16,-3-2-106 0,-3-2-108 15,-2 0-162-15,-11 1-611 0,8-6-1278 0</inkml:trace>
  <inkml:trace contextRef="#ctx0" brushRef="#br1" timeOffset="-82640.242">29819 15529 463 0,'0'0'1766'0,"0"0"-1417"0,0 0-98 15,0 0 45-15,0 0 35 16,0 0 36-16,-54-71-77 0,44 68-51 0,-2 3-31 16,0 0-36-16,-1 10-40 0,-5 7-9 15,4 9 2-15,-3 7-9 0,-1 7-46 16,3 3-21-16,1 3-48 0,0-3 54 16,5-2-55-16,7-8-12 0,2-5-27 15,2-5 11-15,14-6-5 0,6-4-10 16,8-8 10-16,10-5-71 0,7-8-82 15,7-14-45-15,2-6 15 0,3-8-286 16,-15 6-607-16,11-13-909 0</inkml:trace>
  <inkml:trace contextRef="#ctx0" brushRef="#br1" timeOffset="-82293.893">30190 14964 1121 0,'0'0'1583'15,"0"0"-1131"-15,0 0-212 0,0 0 1 16,5 75 105-16,-4-35 64 0,-1 8-141 16,0 9-76-16,0 4-46 0,0 3 3 15,-6 4 35-15,-1-4-93 0,-3 0-86 16,-1-7-6-16,0-3-46 0,4-8-60 16,1-7-34-16,2-9-16 0,4-6 43 15,0-11 39-15,7-2 3 0,3-10-24 16,2-1-53-16,4-9 52 0,1-6 15 15,2-4 47-15,1-2 34 0,-1-1 1 16,-1 2 24-16,-2 7-22 0,-3 6 31 16,-3 5 56-16,-4 2 30 0,-2 11 1 0,1 7-4 15,-5 5-22-15,0 4-13 0,0 3-21 16,0 0-2-16,0-5-20 0,0-4-39 16,0-4-12-16,5-7-64 0,7-5-105 15,5-3-62-15,2-2-60 0,7-12-281 0,-6 1-738 16,15-16-815-16</inkml:trace>
  <inkml:trace contextRef="#ctx0" brushRef="#br1" timeOffset="-81947.202">30745 15509 3508 0,'0'0'746'0,"0"0"-578"0,0 0-69 15,-70 89 291-15,42-57 65 0,2-1-182 16,4-5-146-16,5-4-61 0,4-6-35 0,5-6-31 15,3-5-61-15,5-2-33 0,0-2-15 16,0-1 25-16,3 0-4 0,2 0-7 16,4 0 10-16,0-1 3 0,2-2 3 15,1 0 11-15,1 1 10 0,-1 2 22 16,-1 0 11-16,0 0 22 0,-2 5-18 0,-3 1 21 16,2-1 17-16,-3 0 23 0,1 1 21 15,1 0 21-15,-1-1-8 0,0 1-4 16,0-1-25-16,-1 2 7 0,4-2 3 15,-2 0-28-15,0 0-27 0,1-1-11 16,-1-3-56-16,0-1-49 0,-1 0-33 16,1 0-4-16,0-5-3 0,2-2-72 15,-1-5-95-15,3 0-105 0,1-3-76 16,-1-4-125-16,-1 1-354 0,0-3-111 16,-4-2 625-16,-2 3 430 0,0-12 39 0</inkml:trace>
  <inkml:trace contextRef="#ctx0" brushRef="#br1" timeOffset="-81679.89">30897 15494 729 0,'0'0'79'15,"0"0"377"-15,0 0 1144 0,0 0-1123 16,0 0-198-16,0 0 20 0,0 0 49 16,0 0-10-16,51 70-129 0,-45-52-80 15,0-1-28-15,0 0-34 0,-1-2-58 16,0 0-9-16,-2-2-15 0,-1 1 12 0,-2 0 1 16,0 1-1-16,-5 1-22 0,-7 1 23 15,1 0 2-15,-3 1 0 0,-3-1 0 16,1-3-2-16,-1-3 2 0,6-5 9 15,2-1 28-15,6-5 12 0,3-5-31 16,0-7-18-16,13-7-43 0,5-6 13 16,4-4-13-16,4 0-21 0,0-1-25 0,2 8 7 15,-4 1 29-15,-1 6 4 0,-3 5-15 16,-1 2-44-16,-2 3-66 16,3-1-22-16,-3 2-2 0,3 2-66 0,-4 0-786 15,2-1-644-15,-5 3 787 0</inkml:trace>
  <inkml:trace contextRef="#ctx0" brushRef="#br1" timeOffset="-81369.988">31395 15472 2103 0,'0'0'1771'0,"0"0"-1407"0,0 0-221 0,0 0 77 0,0 0 109 16,0 0-94-16,0 0-138 0,0 0-72 15,0 0 26-15,0 0-5 0,-73 80-16 16,65-61-30-16,5-3 0 0,3-1-3 16,2-1-12-16,7 0-12 0,6-3-19 15,4 2-9-15,7-1-18 0,1-1-3 16,2-1-49-16,1 1 36 0,-4 0 37 16,-1 3 0-16,0 0 21 0,-4 5 31 15,-2-2 86-15,-5-3-15 0,-6 0-68 16,-5-3 46-16,-3 1 18 0,-6-2-67 15,-7 4-12-15,-6-2-7 0,-5 2-20 16,-4-1-38-16,0-1 0 0,-3-3-15 0,-1-5-90 16,5-1-140-16,-1-3-241 0,7-1-639 15,-12-9-900-15</inkml:trace>
  <inkml:trace contextRef="#ctx0" brushRef="#br1" timeOffset="-80052.761">18004 17509 806 0,'0'0'121'16,"0"0"1182"-16,0 0-786 0,0 0-135 15,0 0-76-15,0 0 14 0,0 0 54 16,0 0-66-16,0 0-82 0,0 0-60 16,0 0-78-16,-25 45-29 0,5-20-23 0,-4 2 1 15,0 4 15-15,0-5-22 0,1 0-11 16,3-2-19-16,7-3-1 0,3-1-2 15,4-4 0-15,6 1-40 0,0 0 15 16,13-1 13-16,5 0-35 0,7-2 50 16,7-2 15-16,5-4-2 0,2-1 8 15,0-4-9-15,-1-3 22 0,0 0-32 16,-4 0 16-16,-6 0 25 0,-3 0 18 16,-5 0-15-16,-7 1-7 0,-3 4-2 0,-7 1-7 15,-1 4-6-15,-2 1 19 0,-2 5 2 16,-7 0-24-16,-5 2-20 0,1-1-2 15,-4-3-16-15,-1-2 5 0,1-1-6 16,-1-5-12-16,0 0-10 0,0-5-8 16,2-1 5-16,-3 0-18 0,3-5-36 0,-1-3-7 15,4-3-3-15,1-1 3 0,7-2-65 16,5-3-116-16,0-4-168 0,8-5-276 16,8-3-525-16,-3 6-247 0,17-10 1348 0</inkml:trace>
  <inkml:trace contextRef="#ctx0" brushRef="#br1" timeOffset="-79782.297">18412 17698 293 0,'0'0'258'0,"0"0"1132"16,0 0-410-16,36 67-554 0,-30-41-68 15,-1-3-18-15,2-1 0 0,-2-6-61 0,1-4-123 16,-1-7-97-16,6-4-41 16,1-1-15-16,4-9 12 0,4-7 37 0,5-6-52 15,1-5-27-15,2-2-10 0,3-2 36 16,-2 1 0-16,-5 4-1 0,-6 4-44 15,-7 7 0-15,-8 3 3 0,-3 6 18 0,-3 2-21 16,-10 1-12-16,-7 2 39 0,-3 0 19 16,-3 1-31-16,-3 0-15 0,-1 7 12 15,2 3-43-15,1 2 24 0,4 4 13 16,4 2-13-16,3 2-65 0,6 1-112 16,6 1-199-16,1 0-548 0,3-5-725 15,7 2 1252-15</inkml:trace>
  <inkml:trace contextRef="#ctx0" brushRef="#br1" timeOffset="-73493.928">19606 17736 1709 0,'0'0'1671'0,"0"0"-1316"0,0 0-201 16,0 0-16-16,0 0 107 0,0 0 9 15,92 0-82-15,-44 1-6 0,8 1-40 16,2-2-22-16,0 0-62 0,-2-2-5 0,-3-4-37 15,2-1-21-15,-3-4-1 0,-4-1-75 16,-3-2-99-16,-8-2-78 0,-6 1-130 16,-8 1-293-16,-7 3-691 0,-4-4-633 0</inkml:trace>
  <inkml:trace contextRef="#ctx0" brushRef="#br1" timeOffset="-73259.242">19994 17418 2073 0,'0'0'673'16,"0"0"-291"-16,0 0-111 0,-29 81 36 0,29-38-20 0,0 5-49 15,3 9-55-15,6 2-25 0,1 2-35 16,0 1-40-16,1-3-71 0,1-3-12 16,1-8-16-16,3-11-39 0,1-17-37 15,1-11 11-15,4-9 17 0,4-16-2 16,2-9 20-16,-1-9-29 0,-1-9-18 15,0-5-61-15,0-7-47 0,-2-3-105 16,2-3-137-16,-10 16-304 0,10-29-600 0</inkml:trace>
  <inkml:trace contextRef="#ctx0" brushRef="#br1" timeOffset="-72826.449">20428 16927 1216 0,'0'0'793'15,"0"0"-200"-15,0 0-133 0,0 0-65 16,0 0-44-16,0 0-92 0,-3 81-85 16,3-47-24-16,0 8 7 0,2 7 22 15,3 8-38-15,1 8 28 0,-2 7-32 16,-2 6-67-16,-1 3-36 0,1-1-34 15,-2-3 0-15,1-8-25 0,2-12-14 16,1-14 20-16,5-16-17 0,2-11-1 0,1-10-57 16,2-6-10-16,2-10-1 0,4-8 22 15,-4-6-12-15,2-6-4 0,-2-3-12 16,-1-1 15-16,-5 1 31 0,2 1 5 16,-3 2 20-16,-4 2 9 0,-2 1 12 15,-1 8 19-15,-1 6 15 0,1 6 23 16,-1 6 27-16,3 2 50 0,0 9 19 0,2 8 17 15,-1 5-50-15,2 7-15 0,1 1-12 16,-2 2-13-16,1 0-6 16,1-3 25-16,-1-2-56 0,3-6-24 0,-1-3-52 15,1-9-27-15,1-2-56 0,1-8 15 16,-2 0 6-16,3-4-62 0,-2-9-47 16,2-4-69-16,-3 3-427 0,2-13-747 0</inkml:trace>
  <inkml:trace contextRef="#ctx0" brushRef="#br1" timeOffset="-72510.739">20925 17683 2357 0,'0'0'564'15,"0"0"-371"-15,0 0-17 0,0 0 287 0,0 0-30 16,40 68-224-16,-27-68-163 0,3-3-2 0,3-8 11 16,4-8 25-16,1-5-30 0,-1-4-50 15,-1-4-1-15,1-1-64 0,-6-1 6 16,-3 4-12-16,-3 5 12 0,-5 4 25 15,-5 4 6-15,-1 4-6 0,-3 3 34 16,-10 4 2-16,-7 3 23 0,0 3 28 16,-4 0 9-16,-1 8 6 0,2 9 28 15,4 4 5-15,2 8-27 0,3 5-28 16,2 7 3-16,3 2 21 0,2 1 28 16,4 0 6-16,0-3-83 0,3-5-21 15,0-7-45-15,6-8-81 0,4-9-27 16,2-7 21-16,4-5 18 0,5-9-12 0,4-11-63 15,-1-6-93-15,5-5-86 0,-1-5-167 16,0-4-435-16,-2-1 170 0,-6 12-173 0</inkml:trace>
  <inkml:trace contextRef="#ctx0" brushRef="#br1" timeOffset="-72158.506">21298 17486 307 0,'0'0'1144'16,"0"0"-61"-16,0 0-415 0,0 0-96 0,0 0-133 16,0 72-165-16,0-40-74 0,0 4 49 15,0 0-14-15,0-4-46 0,0-3-34 16,2-7-131-16,6-7-24 0,4-6-67 15,4-5 9-15,1-4 13 0,3-9-10 16,5-7 0-16,-1-8 10 0,1-2-4 16,-1-2-30-16,-1 1-4 0,-3 1 28 15,-4 6 9-15,3 3 0 0,-3 6-12 16,0 8 30-16,-2 3 28 0,3 8 16 16,-3 10 36-16,1 4-15 0,1 7 2 15,0 3-14-15,1 3-13 0,-1 1 19 0,0-1 11 16,-2 4-14-16,-3 0 21 0,-4 1 18 15,-6 0 12-15,-1-2-21 0,-5-1 0 16,-9-2-10-16,-3-3-11 0,-6-1-17 0,1-6-20 16,-3-4-18-16,-3-6-10 0,2-7 28 15,-1-8 10-15,0 0 5 0,3-8 3 16,-3-7-15-16,1-5-3 0,0-6-27 16,0-5-55-16,4-2-49 0,1-3-52 15,4 1-25-15,5 0 14 0,6 2-66 16,6 4-115-16,2-1-247 0,6 10-458 15,15-9-297-15</inkml:trace>
  <inkml:trace contextRef="#ctx0" brushRef="#br1" timeOffset="-71675.719">22620 17633 821 0,'0'0'1120'0,"0"0"-854"0,0 0-98 16,0 0 68-16,-43-75 57 0,35 50-71 16,3 0-66-16,-5-2 13 0,2 4 18 15,-3 1 15-15,-1 4 2 0,-1 5-3 0,-2 4-6 16,-1 5-16-16,-1 3-16 0,-1 1-21 15,-1 11-17-15,-2 10-21 0,0 7-1 16,1 12-14-16,1 6 5 0,2 7-21 16,0-1 2-16,6-3-17 0,3-9-16 15,7-7-42-15,1-10-27 0,4-9-21 16,8-7-34-16,3-7 27 0,4-4 28 16,6-12 6-16,1-5-28 0,0-7-21 15,2-2-3-15,-2-4 18 0,-2 2 0 16,0 1 19-16,-2 3 5 0,-1 3-2 15,-2 4 32-15,0 5-10 0,-3 6-28 0,2 6 39 16,-2 4 16-16,1 4 51 0,1 7 12 16,-1 4-15-16,-1 5-18 0,-3 1 0 15,-3-1-13-15,-2 4-21 0,-2-3 19 0,-3 2 8 16,-3-1-21-16,0-1-18 0,0-1-26 16,-1-2-92-16,-2-6-65 0,-2-3-37 15,3-4-63-15,-2-3-124 0,2-2-197 16,1 0-559-16,-1-12-217 0</inkml:trace>
  <inkml:trace contextRef="#ctx0" brushRef="#br1" timeOffset="-71193.317">22918 17483 2478 0,'0'0'550'0,"0"0"-335"0,0 0 100 0,0 0 157 16,95 16-178-16,-77-3-142 0,-5 4-50 15,-4 2-22-15,-3 1-3 0,-1 2-34 16,-4 0-9-16,-1-1-31 0,0-5 0 15,0-1-1-15,-1-2 0 0,-1-3 11 16,1-4 2-16,1-6 13 0,0 0-28 0,1-6-54 16,4-8-4-16,3-7 24 0,5-4-9 15,0-3-37-15,4-3-34 0,-1-1-13 16,2 1-4-16,2 0 32 0,2 5-37 16,-1 0-18-16,-1 5-38 0,-2 6 24 15,-3 5 50-15,-5 9 83 0,-2 1 35 16,-4 12 210-16,1 6 27 0,-3 4-55 15,2 2-24-15,-1 2-5 0,0-1 17 0,5-3-49 16,0-4-50-16,4-5-31 16,4-6-15-16,4-3-7 0,3-4-16 15,1-7-2-15,2-5-28 0,2-6-33 0,-4-2-29 16,-2-1 19-16,-6 1 22 0,-4 0 14 16,-4 5 35-16,-5 0 4 0,-3 6 11 0,-3 2 10 15,-10 3 15-15,-5 2 7 0,-5 2 11 16,-2 0-30-16,-3 8 18 0,-1 3 22 15,1 5 6-15,4 7-31 0,1 4 27 16,6 6-6-16,3 3 31 0,6 1 24 16,1-1-30-16,6-3-32 0,1-5-57 15,8-6-88-15,8-4-40 0,7-5-55 16,5-7-103-16,6-1-88 0,5-4-293 16,10-1-647-16,12 0 256 0,-14-1 941 15,33-13-206-15</inkml:trace>
  <inkml:trace contextRef="#ctx0" brushRef="#br1" timeOffset="-70900.056">24145 17375 3082 0,'0'0'566'0,"0"0"-241"0,23 71-140 16,-21-40 5-16,0 4 107 0,-2 0-60 15,-3-3-133-15,-3-7-83 0,-1-4-21 16,4-9-85-16,0-5-100 0,3-6-46 0,0-1-76 15,0-6-146-15,0-2-279 16,0-15-846-16</inkml:trace>
  <inkml:trace contextRef="#ctx0" brushRef="#br1" timeOffset="-70731.313">24193 17105 3325 0,'0'0'557'16,"0"0"-318"-16,0 0-93 0,0 0 90 15,83 37-2-15,-62-27-135 0,-2-2-99 16,0 0-145-16,-1-3-170 0,-1 1-63 16,0-4-140-16,-6 1-496 0,4 5-791 0</inkml:trace>
  <inkml:trace contextRef="#ctx0" brushRef="#br1" timeOffset="-70504.018">24457 17461 2689 0,'0'0'568'0,"0"0"-355"15,0 0-58-15,0 0 179 0,0 0-39 16,0 0-149-16,0 0-81 0,0 0 0 16,0 0-25-16,0 0-40 0,90-51-34 15,-72 33-34-15,-2 1 9 0,1 3 25 0,-2 4 6 16,-1 3 0-16,-4 6 14 0,-1 1 14 16,0 5 43-16,-4 5 13 0,1 5-3 15,-3 1-4-15,-1 4 22 0,1 0 0 16,0 1-9-16,-1-1-32 0,5-2 16 15,1-1-46-15,2-5-77 0,3-5-84 16,1-2-12-16,5-4-76 0,1-1-110 0,-3-4-250 16,14-11-775-16</inkml:trace>
  <inkml:trace contextRef="#ctx0" brushRef="#br1" timeOffset="-70141.062">25029 17140 3387 0,'0'0'613'0,"0"0"-393"15,0 0-3-15,0 0 95 0,0 0-58 16,-90 94-59-16,73-52-21 0,3 2-7 16,2-2-1-16,4-5-63 0,7-6-85 0,1-7-18 15,6-10-66-15,6-8-19 0,7-6 31 16,1-4-16-16,6-10 18 0,2-6 25 16,2-7-46-16,0-3-21 0,0-7 15 15,-1-1 27-15,1 0-6 0,-3-4-12 16,-1 1-16-16,-2-4-6 0,-2-1 10 0,-6-3 8 15,-4-2 21-15,-1-1 53 0,-7 2 34 16,-1 5-9-16,-2 9 76 0,-1 11 43 16,0 13 6-16,0 8-4 0,0 7-24 15,0 12-37-15,0 9 18 0,-3 11-21 16,-2 6-28-16,-1 7 7 0,0 3-1 16,-1 0 19-16,1-4 5 0,3-1-59 15,0-7-25-15,3-3-61 0,0-3-42 16,0-3-23-16,0-2 10 0,3-3-75 15,-1-3-37-15,1-4-59 0,0-3-178 16,-2-6-670-16,4-6-954 0</inkml:trace>
  <inkml:trace contextRef="#ctx0" brushRef="#br1" timeOffset="-69797.675">25491 17362 3691 0,'0'0'465'0,"0"0"-390"0,0 0 65 0,0 0 107 15,0 0 5-15,33 68-132 0,-19-67-90 16,5-1-2-16,2-6 9 0,3-7 2 16,2-3-39-16,0-6-88 0,-2-1 39 15,0-2-6-15,-5 1 53 0,0 1-14 16,-4 2-20-16,-1 0 8 0,-4 3-9 16,-4 0 16-16,-3 1 3 0,-3 1 17 15,0-1 1-15,-6 2 0 0,-4-1 1 16,-5 5 42-16,2 0 16 0,-2 6 17 0,0 5-9 15,-2 1-12-15,-1 13-33 0,1 5 8 16,-2 6-5-16,-1 7 2 16,-3 7 10-16,1 3-4 0,-4 2-12 0,1 3-17 0,-1 2 14 15,1-3-4-15,6-4-14 0,7-4-15 16,6-7-10-16,6-4-57 0,3-10-58 16,8-7-25-16,7-10-1 0,0-5-50 15,3-16-45-15,3-7-59 0,2-3-246 16,-6 4-628-16,12-13-397 0</inkml:trace>
  <inkml:trace contextRef="#ctx0" brushRef="#br1" timeOffset="-69588.583">25888 17058 2801 0,'0'0'688'0,"0"0"-347"16,0 0 105-16,0 82-32 0,-7-42-132 15,2 6-129-15,0 7-46 0,1 5-10 16,-1 6 37-16,2 7 24 0,1 6-19 15,-4 4 96-15,2 2-165 0,-1 3-13 0,0-4-57 16,-1-1-24-16,1-6 12 16,1-7-85-16,4-12-114 0,0-13 14 0,9-17 109 15,-1-14-82-15,3-12-177 0,4-11-223 16,-2-16-166-16,2 3-316 0,2-29-300 0</inkml:trace>
  <inkml:trace contextRef="#ctx0" brushRef="#br1" timeOffset="-69354.315">25920 17227 2035 0,'0'0'1334'0,"0"0"-966"0,0 0-173 0,0 0 75 15,0 0-25-15,0 0-90 0,0 0-53 16,85-15-26-16,-59 23 4 0,2 3 0 16,0 3-19-16,-3 3-18 0,-2 2-41 0,-6 2-2 15,-3 1-26-15,-8-1-1 16,-4 4-19-16,-2 3 15 0,-11-1 4 0,-6 6-19 15,-6 0 0-15,-5 0 13 0,-4-1 32 16,-3-3 0-16,-1-3-17 16,0-6-19-16,1-3-56 0,4-7-64 0,3-5-42 15,3-5-184-15,7 0-330 0,-1-7-860 0</inkml:trace>
  <inkml:trace contextRef="#ctx0" brushRef="#br1" timeOffset="-68567.735">27067 17446 1608 0,'0'0'811'0,"0"0"-238"0,0 0-75 16,0 0-18-16,0 0-77 0,0 0-91 15,0 0-85-15,0 0-65 0,0 0-55 0,0 0-34 16,0 0-27-16,28 8 3 0,-8-8 23 16,10-2 71-16,7-2-37 0,5-2-36 15,3-3-16-15,6-1-12 0,2-2-20 16,1-1 5-16,3 1-27 0,2-3-12 0,3 0-9 15,7-1-7-15,2-1 26 16,-1-2-58-16,-5-1-28 0,-7 2-66 0,-12 4 14 16,-9 0 15-16,-9 3 6 0,-8 3-70 15,-6 1-164-15,-9 1-198 0,-5 5-256 16,-5 0-616-16,-21 1-348 0</inkml:trace>
  <inkml:trace contextRef="#ctx0" brushRef="#br1" timeOffset="-68379.645">27289 17536 1375 0,'0'0'1441'16,"0"0"-1014"-16,0 0-223 0,0 0 65 0,0 0 71 16,0 0 9-16,85 22-167 0,-43-22-67 15,5-8-42-15,4-6-11 0,2-4-48 0,-1-2-14 16,-1-5-25-16,-2 0-51 0,0-1-100 15,-8-2-65-15,0 1-34 0,-5-5-81 16,-10 10-251-16,3-11-717 0</inkml:trace>
  <inkml:trace contextRef="#ctx0" brushRef="#br1" timeOffset="-68159.481">27789 17049 2285 0,'0'0'413'0,"0"0"-326"0,0 0 7 15,0 0 268-15,0 0-6 0,0 0-110 0,100 42-155 16,-61-27-34-16,5 3 25 0,2 3 71 16,-1 3 8-16,1 0-61 0,-5 3-73 15,-7 2 14-15,-3-2-39 0,-9 1-2 0,-4 1-22 16,-7-2-65-16,-8 2-18 0,-3 0 2 16,-7 3-6-16,-12-1-20 0,-5 3 7 15,-8 0-36-15,-2 1 0 16,-7-1-55-16,-3 0-100 0,-6-2-79 0,13-10-249 15,-28 6-403-15</inkml:trace>
  <inkml:trace contextRef="#ctx0" brushRef="#br1" timeOffset="-66025.776">29065 17187 1535 0,'0'0'474'0,"0"0"9"16,0 0 272-16,0 0-187 0,84 8-207 16,-44-8-115-16,2 0-46 0,3-3-30 15,2-8-94-15,-1-2-52 0,-4-3-24 16,-3-3-89-16,-3-3-43 0,-5-2-91 0,-5-2-94 15,-4-2-196-15,-8 7-298 0,-5-8-991 16</inkml:trace>
  <inkml:trace contextRef="#ctx0" brushRef="#br1" timeOffset="-65792.282">29301 16711 378 0,'0'0'2223'16,"0"0"-1620"-16,0 0-287 0,-11 69 44 15,11-30-6-15,2 9-31 0,7 3-59 16,1 4-22-16,0 1-68 0,-1-1-58 16,-1-1-13-16,0 0-33 0,-2-4-70 0,-1-5 0 15,1-5-22-15,0-9-17 0,-1-8-86 16,3-6-18-16,2-9-27 0,3-5-51 16,1-3-69-16,3-11-148 0,-2 0-263 15,8-18-739-15</inkml:trace>
  <inkml:trace contextRef="#ctx0" brushRef="#br1" timeOffset="-65564.468">29625 17049 2039 0,'0'0'679'0,"0"0"-230"15,0 0 9-15,0 0-71 0,0 0-101 16,51 69-113-16,-41-47-31 0,-1 3 18 16,-4 2-55-16,2 0-41 0,-2 1-18 15,-2-2-46-15,-3-4 3 0,0-4-15 16,0-4 9-16,0-2-25 0,0-6 28 15,0-3 21-15,0-3 22 0,0 0-9 0,0-5-10 16,0-5-24-16,0-5-20 0,4-5-8 16,3-5 1-16,6-6 24 0,0-3-19 15,6 0 1-15,1 0-13 0,5 0-27 16,2 2-10-16,2 1-85 0,0 4-86 16,1 4-139-16,-1 3-212 0,-10 8-438 0,9-1-574 0</inkml:trace>
  <inkml:trace contextRef="#ctx0" brushRef="#br1" timeOffset="-64779.341">30339 17075 2111 0,'0'0'814'16,"0"0"-354"-16,0 0-178 0,0 0 21 15,0 0-24-15,0 0-87 0,0 0 28 16,88-3-36-16,-49-1-34 0,1 1-25 16,2-2-39-16,-2-1-23 0,-1-3-35 15,-2 1-28-15,-1-3-52 0,-2 0-15 0,-6 0-82 16,-5-1-14-16,-4 1-80 0,-5 3-131 15,-5 2-271-15,-6 4-498 0,-3 2-583 0</inkml:trace>
  <inkml:trace contextRef="#ctx0" brushRef="#br1" timeOffset="-64604.191">30500 17196 68 0,'0'0'2343'0,"0"0"-1744"16,0 0-196-16,0 0-52 0,0 0-23 0,81 21-82 15,-48-21-110-15,2 0-92 0,1-8-29 16,1-2-15-16,-3-5-44 0,-3 0-24 16,-4-2-69-16,-4-1-84 0,-2-2-164 0,-10 4-338 15,2-10-1024-15</inkml:trace>
  <inkml:trace contextRef="#ctx0" brushRef="#br1" timeOffset="-64362.48">30613 16673 2496 0,'0'0'666'0,"0"0"-303"16,0 0 22-16,0 68-34 0,5-30-72 0,1 6-85 16,3 7-62-16,-4 6-37 0,1 2-15 15,-1 3-10-15,-1 0-15 0,0 1-43 16,3-2-12-16,-4 0-2 0,2-4-44 15,-2-7-51-15,2-5-4 0,1-7-40 0,3-7 21 16,-1-8-10-16,3-4-9 16,-2-7-41-16,4-6-53 0,-1-6-170 0,5-3-235 15,-6-6-562-15,13-17-457 0</inkml:trace>
  <inkml:trace contextRef="#ctx0" brushRef="#br1" timeOffset="-64006.187">31325 16954 2906 0,'0'0'499'0,"0"0"-280"0,0 0 5 16,0 0 193-16,20 72-30 0,-19-38-116 0,-1 2-73 16,0-1-36-16,1-1-41 0,2-4-66 15,3-8-31-15,4-5-24 0,5-8 0 16,1-5-24-16,7-4 6 0,4-11-37 15,3-7 6-15,6-8-21 0,0-6-21 0,2-5-19 16,-2-3-6-16,-2 0 12 0,-3 1 24 16,-6 3 40-16,-3 5 40 0,-5 3 6 15,-6 5 7-15,-8 2 30 0,-3 6 33 16,-8 3 13-16,-9 5-37 0,-8 0-27 16,-2 4-25-16,-5 1-10 0,1 2-14 15,-1 7 24-15,-1 7-21 0,0 7-4 16,2 1-27-16,0 3-49 0,3 2-56 15,2-3-140-15,9-4-457 0,-8 9-1450 0</inkml:trace>
  <inkml:trace contextRef="#ctx0" brushRef="#br1" timeOffset="-63863.198">31803 17284 3882 0,'0'0'684'0,"0"0"-684"0,0 0-655 16,0 0-68-16,0 0 23 0,0 0-1060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2:12:48.11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6825 4624 882 0,'0'0'463'0,"0"0"543"15,0 0-551-15,0 0-147 0,0 0-31 0,0 0-1 16,0 0-20-16,0 0-49 0,0 0-35 16,0 0-33-16,0 0-9 0,4 4-13 15,9-4 34-15,4 0 17 0,2 0-52 16,1 0-27-16,-1 0-28 0,3-2-4 15,-1 2 4-15,2 0-15 0,-1-2 11 0,3 1-14 16,0-1-1-16,4-2-2 0,0-2-22 16,3 0 3-16,-2-1-2 0,0 0-19 15,-1 0-3-15,-2-1-30 0,-1-1 9 16,-2 3-7-16,-3 2-54 0,-2-2-30 16,-5 3-22-16,-2 0-3 0,-5 1-34 0,0 1-56 15,-2 1-95-15,-4 0-191 16,1 0-498-16,-2 3-586 0</inkml:trace>
  <inkml:trace contextRef="#ctx0" brushRef="#br0" timeOffset="9866.421">13259 4595 507 0,'0'0'0'0,"0"0"0"0,0 0 68 0,0 0 467 16,0 0-255-16,0 0-85 0,0 0-52 0,0 0 29 15,0 0 23-15,0 0-14 0,-28-17 10 16,26 15-4-16,2 2 0 0,0-2-14 15,-1 1-3-15,1 0-4 0,0-1-16 16,-3 1-21-16,3-1-15 0,0 2-4 16,-1 0 3-16,1 0-11 0,0 0-12 15,0 0-12-15,0 0-15 0,0 0-14 16,0 0-15-16,0 0-6 0,0 0-3 16,0 0 6-16,0 0 9 0,0 0 0 15,0 0 0-15,0 0-3 0,0 0 4 16,0-1-1-16,4-1-7 0,0-1 4 15,3-1 0-15,-2 2 0 0,1-2-6 0,-2 1-16 16,3 3-12-16,-1-2 15 0,1-1-2 16,5 3-13-16,0-2 16 0,3-1-19 15,2 1-10-15,-1 2 10 0,4-2 1 16,2 2 1-16,0-2 10 0,-1 1-11 16,2 1-2-16,-1 0-9 0,-5-2 7 15,0 2 1-15,-2 0-1 0,-2 0-12 0,-5 0-4 16,1 0 4-16,0 0 0 0,-2 0 14 15,-3 0-33-15,0 0-9 0,1 0-22 16,-2 2 7-16,-2-2-13 0,1 1-9 16,-1 1-16-16,1-2-10 0,-1 0 13 15,-1 0-1-15,2 2 0 0,-2-2-29 16,0 0-53-16,0 3-52 0,0 0-61 16,0 0-86-16,-5 2-109 0,-1 0-119 15,-1 1-602-15,0 0 954 0,-7-3-46 0,50-39 287 16</inkml:trace>
  <inkml:trace contextRef="#ctx0" brushRef="#br0" timeOffset="19890.454">25786 5616 440 0,'0'0'173'0,"0"0"-173"0,0 0 0 16,0 0 0-16,0 0 1018 0,0 0-673 15,0 0-83-15,0 0-38 0,0 0 18 0,0 0 44 16,0 0-21-16,0 0 0 0,0 0 0 15,0 0-26-15,0 0-23 0,-6-7-8 16,6 7 9-16,0 0-33 0,-1 1-28 16,-1-1-28-16,1 1-3 0,0 1-15 15,1-2-37-15,0 1-25 0,0-1-2 16,0 3-7-16,0 2-9 0,2 4-2 0,4 4 20 16,2 2-15-16,3 2-17 15,-2 1-13-15,1-1 12 0,1 2 12 0,-1-1-24 16,5 0 9-16,-4 0 0 0,1 1-10 15,1-3-2-15,-3 1-3 0,-1 0 1 16,2-3-1-16,-4 1-12 0,1-2 3 16,-3-2-12-16,1-1-37 0,-2-2-12 15,1 0-2-15,-1-2-13 0,0-3-12 16,-1 1-10-16,0-2 3 0,-1 1-9 16,2-1-31-16,-3-1-58 0,0-1-92 0,-1 0-97 15,0 0-76-15,0 0-112 16,0-3-154-16,0-5-452 0,0 0 214 0</inkml:trace>
  <inkml:trace contextRef="#ctx0" brushRef="#br0" timeOffset="20190.932">26092 5639 280 0,'0'0'105'15,"0"0"719"-15,0 0 152 0,0 0-595 16,0 0-43-16,0 0-14 0,0 0-15 15,0 0-35-15,0 0-54 0,0 0-38 16,0 0-4-16,-25 20-42 0,17-12-37 16,-3 3-16-16,-3 0-13 0,0 4-17 15,-7 1-7-15,-3 2-19 0,-1 3-25 16,-4-1-1-16,-1 2-1 0,0 1-12 16,0 1 11-16,-1 0-2 0,1-4 1 0,1 2-10 15,3-2-4-15,1-1-2 0,3-2-22 16,5-1 3-16,-1-3 9 0,8-1 10 15,4-6-28-15,3-1-16 0,3-4-40 16,0-1-6-16,0 0-16 0,0 0-26 16,0 0-79-16,5 0-141 0,1-3-172 15,2 0-265-15,-1-3-624 0,5-1 1020 0</inkml:trace>
  <inkml:trace contextRef="#ctx0" brushRef="#br0" timeOffset="45631.2">1988 15873 3079 0,'0'0'550'16,"0"0"-489"-16,0 0-14 0,0 0 88 0,0 0 179 15,95 3 15-15,-59-3-73 16,5 1-136-16,2-1 11 0,0 0-30 16,-1-1 0-16,0-3-1 0,-6 0-27 0,-3 0-24 15,-7 2-37-15,-7 1-1 0,-5 1-11 16,-8 0-15-16,-5 6 15 0,-1 1 27 15,-1 6 43-15,-9 6 6 0,-6 6-13 16,-3 5-20-16,-5 2-1 0,-2 0 6 16,-3-2-2-16,3-4-19 0,0-5-25 15,6-3 1-15,1-4 12 0,6-3-3 16,3-4 3-16,6-4-15 0,4 0-15 16,0-1-18-16,9 3-22 0,6 4 13 15,8 5 42-15,5 3 21 0,2 4-20 16,0-2 17-16,-5 0-18 0,-1-2 3 0,-4 2 19 15,-2-2-1-15,-5 0 12 0,-3 1 9 16,-6 0-9-16,-2 1 28 0,-2 0 59 16,-3 2-65-16,-8-2-19 0,1 0-15 15,-5-5-21-15,0 1-14 0,-1-3-49 16,2-3-10-16,-3-2 1 0,-2 0-25 0,3-4-36 16,-1-1-42-16,1-1-13 0,2-1-140 15,2 0-379-15,3-3-909 0,6 0-858 16,3-2 2252-16</inkml:trace>
  <inkml:trace contextRef="#ctx0" brushRef="#br0" timeOffset="45791.892">2869 16465 2684 0,'0'0'1315'16,"0"0"-1064"-16,0 0-65 0,0 0 119 15,0 0-50-15,17 73-121 0,-14-57-88 0,-3-3-46 16,3-3-34-16,0-1-119 0,-2 0-19 15,2-3-18-15,0 1-98 0,0-3-235 16,-2 0-650-16,1-3-704 0,-2-1 1225 0</inkml:trace>
  <inkml:trace contextRef="#ctx0" brushRef="#br0" timeOffset="46590.602">3796 15569 2017 0,'0'0'1237'0,"0"0"-858"0,0 0-105 16,0 0-94-16,0 0 75 0,0 0-1 0,0 0-131 15,0 0-9-15,24 77-22 0,-2-36-1 16,-2 13-26-16,3 9 11 0,0 2-24 16,-3-1-19-16,-4-4 13 0,1-4-7 15,-4-7 7-15,-3-11-45 0,0-7-1 0,-2-11 0 16,-4-5-2-16,3-9-16 0,-2-5-4 16,2-1-2-16,1-5 12 0,3-7-3 15,1-6 12-15,3-4-16 0,-1-7 18 16,-1-3 1-16,-1-3-27 0,1-1-4 15,-5 1 7-15,0 4-16 16,-1 6 4-16,-3 7 21 0,-1 7-10 0,1 7-18 16,-1 4 1-16,3 2 42 0,5 8 0 15,1 5 2-15,7 7 59 0,-2 6-3 16,3 0 76-16,-1-2-64 0,0 1-15 16,-2-7 5-16,-3-2 1 0,2-5 30 0,-3-7-6 15,0-4-37-15,3-2-11 16,-3-2-1-16,3-10 24 0,-2-3 19 0,2-6-10 15,0-3-14-15,-2-7-30 0,-2 0-25 0,1-6-45 16,-5 2-10-16,3 2-41 16,-2 2-16-16,2 2-24 0,-1 4-13 15,6 3-52-15,-2 3-104 0,3 4-230 0,1 4-660 16,-1 4-592-16</inkml:trace>
  <inkml:trace contextRef="#ctx0" brushRef="#br0" timeOffset="46908.104">4875 16075 615 0,'0'0'2609'0,"0"0"-1844"0,0 0-573 15,0 0-167-15,0 0 90 0,0 0 68 0,0 0-13 16,0 0-4-16,0 0-99 16,101-45-67-16,-78 8-33 0,0 0-63 0,-3 2-17 15,-5 1 42-15,-4 6 43 0,-4 5 12 16,-4 5 7-16,-3 6 9 0,-3 4 1 0,-8 6 30 15,-4 2 6-15,-5 0 0 0,-2 5-9 16,1 5-16-16,-2 8 34 0,4 3 59 16,-1 6 11-16,4 7 40 0,2 3-68 15,2 2-2-15,2 4 20 0,4 1 46 16,-1 0-86-16,4-1-48 0,2-4-18 16,1-6-12-16,0-4-10 0,4-10-20 15,5-3-16-15,1-7-27 0,7-2 0 16,5-3-24-16,0-3 2 0,5-1-37 15,3-2-67-15,3-9-150 0,6-1-219 16,3-7-61-16,1-1 111 0,-8 4-1167 0,17-12 876 16</inkml:trace>
  <inkml:trace contextRef="#ctx0" brushRef="#br0" timeOffset="47446.477">5976 15791 1418 0,'0'0'604'16,"0"0"492"-16,0 0-850 0,0 0-97 15,0 0 76-15,0 0 103 0,0 0-45 16,0 0-72-16,0 0-79 0,-89 32-33 16,71-17-20-16,0 2 35 0,2 2 38 0,1 0-85 15,4 0-33-15,1-1-13 0,4-3-2 16,6-1-19-16,0 0-14 0,4-1-1 15,11 0 13-15,4 0 1 0,4 0-23 16,2-1 9-16,4-1 11 0,-1-1 4 16,0 2-1-16,0-2 1 0,-5 2 2 15,0 0 1-15,-4-3 0 0,-5 3 12 16,-5-1 27-16,-1-1 13 0,-5 0 3 16,-1 2 30-16,-2-1-9 0,-3 1-34 15,-7 1-8-15,0-2-13 0,-3 1-3 0,-5-3-9 16,4-2-12-16,-3 0-12 0,-2-2-67 15,3-2-5-15,-1-3-23 0,-1 0-27 16,3-2-9-16,2-4-31 0,2-4-99 16,6-3-238-16,5-2-512 0,0 2-705 15</inkml:trace>
  <inkml:trace contextRef="#ctx0" brushRef="#br0" timeOffset="47793.507">6602 15899 1907 0,'0'0'2099'0,"0"0"-1687"0,0 0-180 16,0 0 124-16,-84 82-24 0,64-58-83 15,0 1-103-15,5-1-68 0,5-4-39 16,0-1-37-16,7-2-2 0,2-4-4 16,1-3 3-16,0-2 1 0,1-4-24 15,5-3-27-15,2-1-28 0,1 0 4 16,4-4 17-16,4-5 0 0,-2-4 16 15,2-3-22-15,1-2-12 0,-1-2-3 16,0 2 12-16,-4 3 34 0,2 0 11 16,-3 5 4-16,-3 3 16 0,1 2 2 15,0 2 16-15,-3 3 57 0,2 0 3 0,-2 5-3 16,2 1 9-16,-2 3-3 0,-1 1-6 16,2 0-24-16,0 0-7 0,-3 1-24 0,3-4-16 15,-2 0-2-15,2-2-24 0,-2-3-61 16,1-2-30-16,3 0-31 0,2-4-12 15,-1-4-10-15,2-3-108 0,-1-4-254 16,-1 1-249-16,-2-4-679 0,-2 6-276 16,-4-12 1561-16</inkml:trace>
  <inkml:trace contextRef="#ctx0" brushRef="#br0" timeOffset="48238.238">6864 15811 408 0,'0'0'2892'16,"0"0"-2416"-16,0 0-310 0,3 93 92 15,-3-59 219-15,0 1-85 0,0-4-130 0,1-5-98 16,1-5-109-16,0-9-55 0,4-2 0 16,1-4-3-16,0-5-43 0,5-1 1 15,2-3-13-15,4-8-21 0,3-6-33 16,2-5-35-16,-1-1 3 0,1-2-27 16,-1 1-27-16,-2 5 6 0,0 6 49 0,-1 2 59 15,-3 4 19-15,-2 7 10 0,-1 0 55 16,1 9 78-16,-3 8 40 0,2 7 34 15,1 6-37-15,1 3 21 0,0 5 12 16,-2 0 42-16,0 5-107 0,-3 1-19 16,-5 4 24-16,-2 2 46 0,-3 4-12 15,0 2-53-15,-3 3-32 0,-5 5-4 16,-2-3-21-16,-4-1-9 0,1-8 40 16,-6-4-25-16,-1-9 0 0,0-9-6 15,-3-6 6-15,-3-7 7 0,-1-10 5 16,-7-6-15-16,0-2-15 0,-7-15-52 0,-2-8-35 15,1-7 5-15,0-11 6 0,7 1-27 16,7-3 2-16,8 4-14 0,10 8 54 16,6 4-22-16,4 5-24 0,10-2-62 15,6 0-31-15,7-2-132 0,4-2-105 16,6-1-74-16,2-2-144 0,4 2-408 0,2-1-197 16,-11 8 1260-16,18-12 0 0</inkml:trace>
  <inkml:trace contextRef="#ctx0" brushRef="#br0" timeOffset="48562.089">7991 15784 3439 0,'0'0'701'0,"0"0"-400"0,86 40-168 0,-46-31 33 16,4-2 64-16,-1-7-104 0,-1 0-71 15,-2-13-31-15,-1-5 10 0,3-8-34 16,-3-3-57-16,-2-7-41 0,-2-2-107 16,-3-2-87-16,-5 0-229 0,-7 2-882 15,-7 10-938-15,-8-4 2227 0</inkml:trace>
  <inkml:trace contextRef="#ctx0" brushRef="#br0" timeOffset="48727.476">8250 15452 3146 0,'0'0'717'0,"-3"106"-465"16,3-48-121-16,0 6 179 0,2 7 0 16,1-8-117-16,2-9-129 0,4-10-64 0,1-11-36 15,2-10-71-15,-1-8 9 0,5-12-28 16,3-3 0-16,1-15-16 0,3-11-119 16,0-10-280-16,1-8-623 0,-9 8-648 15,9-32 1169-15</inkml:trace>
  <inkml:trace contextRef="#ctx0" brushRef="#br0" timeOffset="49449.756">8618 15034 2202 0,'0'0'1522'0,"0"0"-1188"15,8 96-231-15,-6-36 47 0,-2 12 286 16,0 9-23-16,-5 3-85 0,1-3-88 16,0-3-92-16,2-5-82 0,1-5-54 15,1-4-12-15,0-7-42 0,6-10-43 0,4-9-11 16,4-9 2-16,1-11-21 0,3-9-10 15,1-6 19-15,4-3-19 16,-1-8-34-16,-2-3-74 0,2 0-35 0,-2 3-14 16,-4 1 65-16,-2 3 133 0,-4 4 84 15,0 0 28-15,0 6 89 0,-4 0 45 16,0 4 6-16,-2-2 8 0,2 0-22 0,1-2-28 16,-1 0-52-16,0-6-7 15,2 0 0-15,2 0 25 0,0-3-19 0,2-6-58 16,4-5-15-16,0-5-46 0,-1-2-30 15,0 0-43-15,2 2-13 0,-2 5 28 16,-3 3 46-16,0 9 13 0,-3 2 45 16,1 1 46-16,-4 9 6 0,-2 0 3 15,2 4 28-15,-3-1 3 0,-2-3-13 16,2-4-6-16,0-3-39 0,1-3-26 16,3-3-2-16,2-7-43 0,8-5-15 15,2-10-52-15,4-7-53 0,0-8-43 0,0-6-51 16,-1-4-37-16,-5-2-17 0,-2-4-16 15,-3-4-47-15,-4 1 40 0,-4 1 263 16,-1 10 71-16,-3 12 213 0,0 15 88 16,1 14 18-16,2 7-40 0,0 17-2 0,0 11 39 15,1 7-62-15,-1 10-94 0,3 8-37 16,3 10 30-16,2 3 64 0,4 1 65 16,0-2 48-16,1-2-203 0,-2-6-103 15,0-7-13-15,-2-7-11 0,-1-6-42 16,-3-8-3-16,0-2 15 0,-3-8 12 15,-5-5-49-15,0-2-51 0,-4-2 39 16,-9-6-2-16,-6 0-35 0,-4-4 13 16,-9 0 11-16,-5-11 28 0,-2-1 34 15,-3-5 9-15,-1-4-16 0,1-2-3 16,0-4 40-16,5 1 6 0,4 2 22 16,13 5-10-16,5 8-6 0,8 3 37 0,7 4 40 15,3 1-16-15,14-2-37 0,8-2-18 16,11-4 22-16,6-3 21 0,6-5-28 15,5-3-31-15,3-2-2 0,1-2-15 16,5-1-31-16,0 4-24 0,0-2-60 0,0 3-160 16,0 2-414-16,0 2-520 0,-16 5-521 15,23-6 988-15</inkml:trace>
  <inkml:trace contextRef="#ctx0" brushRef="#br0" timeOffset="50210.13">11638 15205 2369 0,'0'0'619'0,"0"0"-137"16,0 0-153-16,0 0 23 0,0 0 2 15,0 0-70-15,0 0-76 0,0 0-86 0,0 0-116 16,0 0-6-16,0 0-15 15,-52 68 14-15,31-29 1 0,-5 11 12 0,-2 8 5 16,1 4-17-16,1 2-12 0,0-1 0 16,3-4-3-16,1-7-19 0,5-9-21 15,4-8 34-15,3-12 21 0,3-8 0 16,6-6-2-16,1-6-29 0,0-3-51 0,8 0-14 16,8 0 50-16,5 0 46 0,4 0 19 15,3 4-19-15,-4 5-13 0,-4 6-7 16,-4 5 20-16,-5 7 34 0,-2 2 15 15,-4 2 12-15,-2 1 7 0,-2-1-19 16,-1-4-13-16,0-2-36 0,0-5-18 16,0-1 0-16,0-4-44 0,3-5-63 15,-2 0-51-15,2-3-18 0,3-5-158 16,0-2-286-16,1 0-559 0,-1 0-404 0,2-12 1457 0</inkml:trace>
  <inkml:trace contextRef="#ctx0" brushRef="#br0" timeOffset="50628.628">12248 15393 1159 0,'0'0'1632'0,"0"0"-818"0,0 0-353 16,0 0-193-16,0 0 50 0,0 0 20 15,0 0-61-15,-42 75-131 0,25-52-76 16,-3 0-36-16,-3 4-21 0,-1 5-13 15,-4 4-15-15,-1 4-4 0,-3 7 17 0,0 1-16 16,2 4 16-16,1 0-10 0,6-1-3 16,2-3 15-16,6-9 0 0,5-7 1 15,5-8-1-15,3-10 1 0,2-4 0 16,3-8-2-16,10-2-10 0,4 0-5 16,8-12 13-16,2-5 0 0,3-5-30 15,1-6-10-15,-1-2-2 0,-6 1-1 16,-3 1 22-16,-4 5-16 0,-7 4 25 15,-3 4 15-15,-7 3 24 0,0 3 4 0,-8 1-28 16,-6 2 33-16,-3 1 13 0,-2 1-43 16,-4 1-3-16,-1 3-37 0,1 0-5 15,3 0-4-15,-1 4-12 0,7 4 0 0,0 0-12 16,2 3-7-16,5 0-45 16,-2 1-51-16,5 1-117 0,1 3-190 0,3-2-224 15,0 0-573-15,0-5-357 0,9-4 1520 16</inkml:trace>
  <inkml:trace contextRef="#ctx0" brushRef="#br0" timeOffset="50795.297">12359 15904 3144 0,'0'0'547'16,"0"0"-296"-16,0 0 51 0,0 92 57 15,-4-63-70-15,-1 0-102 0,1-6-102 0,2-2-85 16,2-6-30-16,0-3-92 0,0-6-104 15,3-1-18-15,5-4 21 0,0-1-109 16,4-4-176-16,-2-7-494 16,-1 1-628-16,3-13 1183 0</inkml:trace>
  <inkml:trace contextRef="#ctx0" brushRef="#br0" timeOffset="50962.45">12699 15831 658 0,'0'0'1492'15,"0"0"-180"-15,0 0-920 0,0 0-87 16,0 0 71-16,0 0-151 0,0 0-111 16,0 0-47-16,0 0-55 0,0 0-12 15,0 0-138-15,99-10-62 0,-67 1-53 16,4 1-34-16,2 0-167 0,-1-1-958 0,-8 2-722 16,9 0 2082-16</inkml:trace>
  <inkml:trace contextRef="#ctx0" brushRef="#br0" timeOffset="51095.91">13313 15775 2168 0,'0'0'1707'16,"0"0"-1477"-16,0 0-102 0,0 0 170 16,0 0 40-16,0 0-53 0,0 0-160 0,0 0-125 15,0 0-46-15,0 0-100 0,89-7-62 16,-73-5-17-16,2-1-103 0,3-3-334 16,-5 4-869-16</inkml:trace>
  <inkml:trace contextRef="#ctx0" brushRef="#br0" timeOffset="51507.176">14296 15273 2686 0,'0'0'669'0,"0"0"-257"0,0 0-44 15,0 0 58-15,0 0-18 0,-71 82-87 0,45-50-130 16,-3 5-85-16,-1 4-39 0,-3 5-37 16,-2 5 7-16,1 8-10 0,1 3-6 15,2 1-5-15,5 0-16 0,8-5-12 16,8-8-3-16,7-9 3 0,3-7-31 16,7-10 4-16,13-3-25 0,6-7-17 15,6-4 31-15,5-9 48 0,4-1-35 16,-2-13-73-16,-1-7 7 0,-2-5-31 15,-5-2 11-15,-5 2-5 0,-9 2 17 16,-4 0 31-16,-7 3 49 0,-6 3 31 0,-5 0 43 16,-7 3 56-16,-6 1 24 15,-5 0-35-15,-1 3 7 0,-2 1-16 0,-3 3-27 16,0 6-49-16,3 0-3 0,-1 11-12 16,2 1 0-16,4 3-12 0,5 3-4 15,1-1-79-15,5 0-98 0,4-1-44 0,3-1-341 16,3-2-522-16,0-3-435 15,0-4 798-15,3-6 192 0</inkml:trace>
  <inkml:trace contextRef="#ctx0" brushRef="#br0" timeOffset="51802.27">14443 15876 1861 0,'0'0'1947'0,"0"0"-1442"16,0 0-189-16,0 0 49 0,-9 74-5 15,5-58-75-15,-2-5-137 0,6-3-142 0,0-6-6 16,0-2-66-16,9 0 32 0,2-3 33 16,6-4 0-16,2-8-56 0,4 1-25 15,0-5-33-15,1-2-28 0,-1 3 30 0,-2 4 46 16,-1 3 18-16,-2 5 16 16,-3 6 33-16,-2 0 52 0,-2 9 9 0,-2 4 27 15,-3 2-3-15,-1 3-27 0,-2-1-6 16,0 2-34-16,-1-2-3 0,1-3-15 15,0-2-14-15,1-1-65 0,-1-4-76 16,-1-2-31-16,-2-1 2 0,0-1-81 16,0-1-200-16,-5 2-488 0,-2-2-661 15,-6 1 73-15</inkml:trace>
  <inkml:trace contextRef="#ctx0" brushRef="#br0" timeOffset="52290.62">14865 15293 3179 0,'0'0'1420'15,"0"0"-1177"-15,0 0-243 0,0 0-108 0,0 0 108 16,91-56 68-16,-63 43 30 0,3 1-64 15,2 5-22-15,-1 4 6 0,-4 3 1 0,-6 0-4 16,-2 12 0-16,-9 5 37 0,-6 7 9 16,-5 7-15-16,0 6-12 0,-13 3 11 15,-5 5-17-15,-3-1 2 0,-3 2-18 16,-1-3 3-16,1-2-15 0,5-4 1 16,3-6-2-16,5-4-10 0,3-8-4 15,7-6 13-15,1-1-13 0,4-4-19 16,5 0-5-16,4-2-37 0,4 0-1 15,0 1 13-15,0 2 21 0,0 3 13 16,-1 2 17-16,-1 5 13 0,-3 2 0 16,-2 4 3-16,0 2 25 0,-3 1-28 15,-1-3 0-15,0 1-12 0,1-3-49 0,-3-2 24 16,-1 0-49-16,2 0 24 0,-4-1-21 16,1 1 9-16,-2 0-6 0,0-2 11 15,-2-5-24-15,-5 1-53 0,-4-4-62 0,-3-1 29 16,-4-1 103-16,-1-1 29 15,-3-2-64-15,-1-4-319 0,0-2-545 0,4 0-624 16,-11-16 1168-16</inkml:trace>
  <inkml:trace contextRef="#ctx0" brushRef="#br0" timeOffset="52995.57">16476 15565 1687 0,'0'0'1551'0,"0"0"-1182"16,0 0-116-16,0 0 8 0,26 84 53 15,-20-53-92-15,-3 1-89 0,-2-1-84 16,1-4-46-16,-1-6-3 0,-1-6-16 16,0-3-82-16,0-6-59 0,0-3 6 15,0-3-36-15,-4 0-133 0,-2-4-335 16,0-3-904-16,-8-10-103 0</inkml:trace>
  <inkml:trace contextRef="#ctx0" brushRef="#br0" timeOffset="53154.066">16248 15329 741 0,'0'0'2357'0,"0"0"-1857"15,0 0-282-15,0 0-71 0,0 0-52 0,96 25-95 16,-63-25-85-16,4-3-243 0,4-7-280 15,-7 2-1122-15,15-10 915 0</inkml:trace>
  <inkml:trace contextRef="#ctx0" brushRef="#br0" timeOffset="53405.041">16900 15408 615 0,'0'0'2613'0,"0"0"-2203"0,0 0-180 15,-59 86 41-15,39-58 111 0,4-4-16 16,0-1-164-16,7-4-140 0,3-3-62 0,6-4-22 15,0 1 22-15,3-2 28 0,8-1-18 16,6 2-10-16,0-1-24 0,5-1-7 16,-1-2-12-16,1 0-3 0,0-1 22 15,-1 0 22-15,-3 0-1 0,-3 0-12 16,-6 0-7-16,1 2-21 0,-6 0-3 16,-4 1-12-16,0 2 12 0,-4 1-25 15,-6 1-18-15,-2 1-19 0,-5-2-59 0,1-2-98 16,-4-3-224-16,2-4-497 0,4-2-731 15,-7-2 1394-15</inkml:trace>
  <inkml:trace contextRef="#ctx0" brushRef="#br0" timeOffset="54048.126">18015 15380 440 0,'0'0'2496'0,"0"0"-1918"0,0 0-299 16,0 0-69-16,25 88 106 0,-19-51-71 15,-2-1-20-15,0 2-42 0,1-6-115 16,0-5-46-16,0-3-22 0,-1-6-24 15,0-4-4-15,1-4-79 0,-2-5-52 16,0-1-20-16,-2-4-13 0,-1 0-136 16,0-4-287-16,0-6-703 0,-4 2-699 0,-8-12 1922 15</inkml:trace>
  <inkml:trace contextRef="#ctx0" brushRef="#br0" timeOffset="54209.049">17938 15209 1319 0,'0'0'1505'0,"0"0"-1044"0,0 0-92 16,0 0-48-16,86-34-17 0,-63 30-124 16,-1-1-168-16,-3 4-12 0,1-1-180 15,-2 2-139-15,-2 0-180 0,1 0-614 16,-6 3-609-16,0 3 1324 0</inkml:trace>
  <inkml:trace contextRef="#ctx0" brushRef="#br0" timeOffset="54489.883">18220 15352 323 0,'0'0'2838'16,"0"0"-2383"-16,0 0-193 0,10 81 36 0,-7-54 124 16,-2-3-17-16,2 1-127 0,-1-5-105 0,-1-3-76 15,2-5-52-15,0-2-43 0,1-5-2 16,-1-1-12-16,4-1-36 0,1-3-10 16,3 0 0-16,2-4-14 0,3-7 2 15,3-2 6-15,1-3-6 0,-3 1 42 0,-1 0 13 16,-4 5 14-16,0 5-17 0,-4 1-10 15,-1 4 28-15,0 3 64 0,0 5-24 16,0 2-10-16,1 4 19 0,-1 2 18 16,-1 4-18-16,-1-2-16 0,0-1-11 15,1-4-22-15,-1-1-33 0,4-1-46 16,2-3-95-16,3 1-27 0,1-1 1 16,1-3 6-16,4 1-201 0,0-5-404 15,4-1-312-15,0 0-239 0,-4-3 877 0,13-6 209 0</inkml:trace>
  <inkml:trace contextRef="#ctx0" brushRef="#br0" timeOffset="54876.652">18927 15487 16 0,'0'0'2828'15,"0"0"-2309"-15,0 0-265 0,0 0-24 16,0 0 159-16,0 0 48 0,-86-13-164 0,62 35-99 16,-4 9-49-16,1 7-12 15,0 6 14-15,5 1 70 0,2-3-52 0,8-8-69 16,4-8-57-16,6-9-19 0,2-10-63 15,5-4-46-15,7-3 18 0,6-10 42 16,6-8 19-16,4-10-9 0,0-3-37 0,3-10 0 16,-3 0 18-16,-2-2-6 15,-4-2 22-15,-2-2 2 0,-3-5 7 0,-3-2-1 16,0-7-5-16,-6-1 12 0,-2-1 27 16,-3 3 15-16,-1 10 13 0,-2 8 21 15,0 12 30-15,0 12-9 0,0 11 30 16,0 6-18-16,-2 1-37 0,2 6-45 15,-1 9 0-15,-1 9 33 0,-1 11-6 16,-2 10 3-16,-4 9 22 0,0 4 12 16,-2 6-19-16,0-1-15 0,-1-2-30 0,-1-2-3 15,1-4-24-15,1-5-6 0,3-7-107 16,2-7-54-16,3-6-31 0,3-10-31 16,3-8-147-16,9-8-354 0,1-4-636 15,0-5-613-15,6-18 1856 0</inkml:trace>
  <inkml:trace contextRef="#ctx0" brushRef="#br0" timeOffset="55138.554">19062 15641 1949 0,'0'0'1816'16,"0"0"-1354"-16,0 0-322 0,18 72-56 15,-8-58 153-15,2-4 143 0,5-6-112 16,6-4-101-16,7-6-115 0,2-11-52 16,4-7-24-16,0-4-34 0,-2-3-21 15,-3-2 3-15,-5 4-6 0,-3 1 3 16,-7 5 6-16,-6 3 11 0,-3 1 26 0,-7 2 36 15,-3 2 0-15,-11 0 27 0,-2 3 25 16,-4 3-9-16,-1 6 21 0,0 3-12 16,1 15 3-16,0 7-10 0,3 11-8 15,-1 4-10-15,2 4-3 0,1 1-21 16,3-1-3-16,2-4-11 0,7-5-10 0,3-7-12 16,2-7-110-16,10-8-7 15,5-7 3-15,4-3 3 0,3-14-28 0,4-7-141 16,-6 1-404-16,13-19-1113 0</inkml:trace>
  <inkml:trace contextRef="#ctx0" brushRef="#br0" timeOffset="55586.322">19713 15411 2289 0,'0'0'1865'0,"0"0"-1437"16,-1 75-307-16,-4-38-11 0,-1 8 227 15,1 8 12-15,-2 3-127 0,2 6-120 16,2 1-44-16,0 0-13 0,-1 1-12 0,3-4-30 15,-2-3 0-15,0-7-3 0,-3-5-111 16,2-5-13-16,-2-7-4 0,2-4 25 16,-1-5 0-16,0-4-12 0,2-3-10 15,-3-9-13-15,3-3-15 0,2-5-56 16,-1-5-84-16,2-10-221 0,0-9-21 0,0-6 0 16,0-5-17-16,0-11 19 15,3-5 42-15,-3-6-99 0,2-10 515 0,-2-5-26 16,0-2-49-16,1-2 150 0,-1 2 117 15,2 9 92-15,2 8-95 0,-1 11 1174 16,1 10-599-16,0 11-122 0,2 6-166 16,1 6-96-16,2 6-1 0,2 0-35 15,0 3-81-15,4 1-59 0,3 2-21 0,0-1-17 16,4 2-14-16,-2 0-20 16,3 0-2-16,0 5-18 0,-4-1-22 15,-2 2-15-15,-2 0-36 0,-4 4-4 16,-3-1-3-16,-5 3-24 0,-3 4 15 0,-2 1 16 15,-8 4 22-15,-7 1 14 0,-2 1 3 16,-3 0-2-16,-1-4-1 0,3-2-1 16,0-6-41-16,1-3-75 0,3-5-42 0,2-3-45 15,2 0-100-15,2-2-304 0,2-5-724 16,3 1-431-16,5-3 1349 0</inkml:trace>
  <inkml:trace contextRef="#ctx0" brushRef="#br0" timeOffset="55765.613">20447 15696 1971 0,'0'0'2249'0,"0"0"-1594"16,0 0-423-16,0 0-214 0,0 0-18 0,0 0-61 15,0 0-31-15,0 0-85 0,0 0-94 16,0 0-241-16,0 0-731 0,-25-53-1116 0,25 41 2189 15</inkml:trace>
  <inkml:trace contextRef="#ctx0" brushRef="#br0" timeOffset="56180.038">21708 15321 98 0,'0'0'2954'16,"0"0"-2419"-16,0 0-257 0,21 77-109 0,-19-41 57 15,-2 3 65-15,0-2-53 0,-2-2-88 16,-2-7-89-16,4-6-61 0,0-6-19 15,0-6-73-15,0-5-71 0,6-4-22 16,-4-1-22-16,3-3-61 0,-1-9-291 16,-1-4-644-16,0 1-978 0,-1-16 2148 0</inkml:trace>
  <inkml:trace contextRef="#ctx0" brushRef="#br0" timeOffset="56329.338">21695 15091 1876 0,'0'0'1623'0,"0"0"-1213"0,0 0-168 0,0 0-27 16,0 0 82-16,86 2-85 0,-57 2-102 16,1-2-110-16,-1 1 0 0,1-1-129 15,1-1-86-15,-3 2-132 0,1-2-350 0,-7 3-885 16</inkml:trace>
  <inkml:trace contextRef="#ctx0" brushRef="#br0" timeOffset="56490.184">22072 15519 1881 0,'0'0'2090'16,"0"0"-1796"-16,0 0-157 0,0 0 126 0,83 27 68 16,-48-33-47-16,7-12-117 0,6-8-119 0,4-8-48 15,1-5-97-15,-1-4-94 0,-5 0-51 16,-1 1-40-16,-8 1-204 0,-11 10-633 16,-5-12-641-16</inkml:trace>
  <inkml:trace contextRef="#ctx0" brushRef="#br0" timeOffset="56676.202">22389 14902 2812 0,'0'0'484'16,"0"0"-239"-16,-39 64-59 0,24-25 94 15,0 10-7-15,2 6-10 0,3 8-29 0,1 6-41 16,2 6-73-16,0 5-47 0,0 7-21 16,-1 6-25-16,-1 4-27 0,1 1-11 15,0-1-1-15,-1-4-25 0,-1-8-42 16,1-7-13-16,3-7 7 0,1-5 29 15,3-7-26-15,2-5-38 0,0-6 6 16,0-6-26-16,0-8-155 0,0-5-247 16,-5-8-270-16,-3-8-637 0,0-6 686 15,-18-4 424-15</inkml:trace>
  <inkml:trace contextRef="#ctx0" brushRef="#br0" timeOffset="57626.1">23838 14866 183 0,'0'0'182'0,"0"0"841"0,0 0 57 16,0 0-661-16,0 0-19 0,0 0-44 0,0 0 19 15,0 0-47-15,0 0-49 0,0 0-64 16,0 0-1-16,67 38-61 0,-46 3-44 15,-4 11-24-15,0 9-24 0,-4 5-31 16,-1 5-21-16,-4-2-9 0,0 0-3 0,-2-4-24 16,0-5 6-16,0-4 9 0,2-8-4 15,-3-8 1-15,4-7-6 16,-1-10 19-16,1-8 0 0,-1-4-16 0,-2-8 15 16,3-3-28-16,1 0 13 0,3-8 17 15,2-9 1-15,3-7 15 0,1-6-12 16,1-6-1-16,0-6 1 0,-1-4-1 15,3-4-2-15,-1-7-35 0,0-4-2 0,-3-1-2 16,1-1-37-16,-4 1 6 0,-4 5-7 16,0 7 22-16,-2 7 18 0,0 7-3 15,-1 6-55-15,-5 8-18 0,-1 8-5 16,-2 8-33-16,-5 3-221 0,-6 3-202 16,-4 9-513-16,1 0-457 0,-16 12 742 0</inkml:trace>
  <inkml:trace contextRef="#ctx0" brushRef="#br0" timeOffset="57809.448">23790 15358 1327 0,'0'0'1819'0,"0"0"-1427"0,0 0-177 16,0 0-30-16,0 0 85 0,0 0-46 16,0 0-29-16,0 0-32 0,111 17-35 15,-64-19-57-15,3-5-50 0,0 0-21 0,-4 2-85 16,-1-1-69-16,-2 4-55 0,0-1-36 15,1 3-77-15,-2 0-97 0,-2 3-866 16,-10-1-747-16,10 1 1773 0</inkml:trace>
  <inkml:trace contextRef="#ctx0" brushRef="#br0" timeOffset="58336.138">25360 15261 939 0,'0'0'257'0,"0"0"1352"0,0 0-1157 0,0 0-112 15,0 0-63-15,0 0-16 0,0 0-74 0,0 0-63 16,-77-18-19-16,65 30-9 16,-2 5-4-16,1 9 16 0,-3 9 17 15,0 7-30-15,-2 7-25 0,-1 4-3 16,5-1 7-16,0-2-44 0,5-10-18 0,3-5-12 15,4-12-1-15,2-7 1 0,0-7 2 16,9-7 8-16,5-2-10 0,8-5-42 16,3-9-10-16,6-6-6 0,0-5-27 15,0-3-10-15,-3-2 19 0,-2 2 30 0,-4 3 30 16,-2 2 15-16,-6 4 1 0,-3 4 0 16,-3 3 0-16,-3 4 31 0,-3 5 9 15,-2 3 33-15,0 0 19 0,0 3-25 16,0 5-18-16,1 4-48 0,0 3 38 15,2 6-17-15,-1 4-22 0,-1 1 0 16,-1-1-1-16,0 0-18 0,0-4-84 16,0-3-81-16,0-3-39 0,3-4-27 15,-1 0-58-15,1-3-195 0,1-3-239 16,3-4-466-16,-3-1-392 0,7-3 1577 0</inkml:trace>
  <inkml:trace contextRef="#ctx0" brushRef="#br0" timeOffset="58496.01">25656 15562 1479 0,'0'0'1026'0,"0"0"-64"0,0 0-690 16,0 0-99-16,0 0 100 16,0 0 44-16,0 0-58 0,11 76-106 0,-11-62-95 15,0-1-54-15,0-4-4 0,0 1-65 16,1-4-100-16,2-2-48 0,-3-2-1 16,0-1-67-16,0-1-236 0,0-1-515 15,0-8-507-15,0 2 1141 0,-4-10-154 0</inkml:trace>
  <inkml:trace contextRef="#ctx0" brushRef="#br0" timeOffset="58631.738">25662 15291 676 0,'0'0'2106'0,"0"0"-1734"16,0 0-250-16,0 0-46 0,0 0 67 16,0 0-6-16,0 0-137 0,85 8-16 0,-66-7-261 15,-2 1-126-15,3-2-196 16,-1 2-429-16,-3-2-21 0,3 0 1029 0</inkml:trace>
  <inkml:trace contextRef="#ctx0" brushRef="#br0" timeOffset="60548.526">27159 15208 673 0,'0'0'2136'0,"0"0"-1710"0,0 0-295 15,0 0-80-15,0 0 89 0,-79 79 59 16,55-54-45-16,-1 4-44 0,1 0-59 16,4-2-1-16,2-1-13 0,5-3-18 15,3-4-19-15,6-2 2 0,2-3 32 16,2-1-9-16,6-1-22 0,7 0 19 0,3-2 19 15,2 2-1-15,2-2 0 0,-2-1 1 16,0 0-13-16,0-1-7 0,-3 1-18 16,-2-1-2-16,-2 0-1 0,-3-1-1 15,-3 4 1-15,-4-2 16 0,-1 4 123 16,0 4-59-16,-1-3-34 0,-7 3 3 16,-3-3-31-16,0 2-5 0,-3-2-13 15,-1-1-44-15,-1-3-39 0,2-2-16 0,1-3-37 16,3-2-25-16,2-3-35 0,5-1-81 15,0-8-182-15,3-3-111 0,3-2-50 16,5-3-192-16,2-1-222 0,0 6 959 16,10-7-4-16</inkml:trace>
  <inkml:trace contextRef="#ctx0" brushRef="#br0" timeOffset="60681.967">27194 15623 333 0,'0'0'290'0,"0"0"956"0,0 0-223 16,0 0-544-16,0 0-171 0,0 0-43 15,33 76-11-15,-31-63-77 0,-1-2-75 16,2-7-102-16,2-1-12 0,4-3-93 15,3-3-48-15,7-9-60 0,1-7-159 16,6-9-362-16,-5 6-929 0,17-22 681 0</inkml:trace>
  <inkml:trace contextRef="#ctx0" brushRef="#br0" timeOffset="61038.592">27869 15024 3056 0,'0'0'618'0,"0"0"-404"0,0 0-19 15,-37 103 114-15,20-58-53 0,-2 9-78 0,1 3-24 16,1 1 1-16,3 0 28 16,1 1-67-16,4-6-50 0,1-2-39 0,5-5-27 15,3-7-12-15,0-9-10 16,6-3-41-16,4-7-1 0,5-5-43 0,-2-5-60 16,5-3-8-16,-3-5 4 0,1-2-8 15,-8 0-143-15,0-4-301 0,-7-6-517 16,-1 0-49-16,-9-1 255 0,-10-1 875 15,-7-2-36-15,-4-2-9 0,-4-2 104 16,-6-5 56-16,0-5 151 0,-4-1-206 16,-1 0 979-16,0-2-242 0,1 1-515 15,5 5-106-15,6 5 54 0,8 5 199 0,11 7 68 16,7 6-14-16,7 2-109 0,1 1-128 16,13 7-45-16,9 1 0 0,11 5-40 15,5-4-10-15,11-1 12 16,6-4 3-16,9-5-39 0,3 0-29 0,2-5-39 15,-2-3-50-15,-3 2-139 0,-1-2-103 0,-8-1-68 16,-5 2-240-16,-13 0-517 16,4-2-932-16</inkml:trace>
  <inkml:trace contextRef="#ctx0" brushRef="#br0" timeOffset="62145.496">11141 17297 1125 0,'0'0'303'0,"0"0"982"0,0 0-800 16,0 0-78-16,0 0 12 0,95 0-66 15,-50 1-115-15,10-1-93 0,5 0-59 16,2-4-28-16,3-6-18 0,0-1-40 16,-3-4-2-16,-3 0-56 0,-3 2-4 15,-6-1-27-15,-5-1-117 0,-7 2-95 16,-11 2-214-16,-10 2-691 0,-9 3-1067 15</inkml:trace>
  <inkml:trace contextRef="#ctx0" brushRef="#br0" timeOffset="62476.344">11405 17306 2461 0,'0'0'457'0,"0"0"-130"0,0 0-60 16,0 0-1-16,101 41 7 15,-71-33-100-15,0-2-86 0,-2 0-87 0,-4 0 0 16,-4 1-37-16,-7 4-29 0,-4 4-24 16,-8 6-11-16,-1 4-25 0,-11 7 3 15,-5 6-25-15,-7 1-23 0,-3-1 72 16,-1 0 77-16,1-4 22 0,0-3 79 16,1-3 26-16,4-3 12 0,5-4 7 15,4-6 8-15,5-4-38 0,7-4-38 0,0-4-33 16,12 2 43-16,9-2 31 15,9 3-4-15,9 1 16 0,7 2 8 0,2-1 77 16,4 1-31-16,-2-1-68 16,-2-1-13-16,2 0-33 0,-3-2-49 0,1 1-30 15,-3-5-47-15,1 1-70 0,2-2-61 16,2 0-65-16,-1 0-76 0,0-3-413 0,-13-1-1040 16,19 0 327-16</inkml:trace>
  <inkml:trace contextRef="#ctx0" brushRef="#br0" timeOffset="63051.984">12713 17586 722 0,'0'0'1714'0,"0"0"-1375"0,-30-74-204 15,17 46-20-15,-1-2 122 0,-2 3 27 16,0 4 27-16,0 5-36 0,2 5-49 16,-3 5-36-16,2 1-3 0,-2 5-41 0,2 2 59 15,-2 4-2-15,3 7-89 0,-4 9-33 16,5 6-30-16,-1 9 11 0,5 6 7 16,2 4 21-16,4 3 51 0,2-3-45 15,1-3-40-15,0-9-36 0,4-5-12 16,3-8 9-16,1-9-48 0,4-7 2 15,3-4-8-15,5-4-22 0,3-9-9 16,3-5-37-16,-1-5-31 0,-1-2 37 16,-2-3 12-16,-6 4 45 0,-2 1 32 15,-4 4 27-15,-4 7 3 0,0 3 15 16,-2 4 6-16,-3 3 19 0,1 2 62 16,-1 3 11-16,2 3-34 0,0 6-12 0,3 4 12 15,0 1-24-15,1 2-31 0,1 0-20 16,-2 0-4-16,0-3-1 0,0-2-30 15,1-2-115-15,-1-4-80 0,-1-2-44 16,3-3-148-16,-1-3-87 0,4 0-67 16,-2-5-123-16,5-7-296 0,1-3-93 0,0-1 898 15,3-2 169-15,-1 4 17 0,-1 2 43 16,3 3 201-16,-5 5-48 0,2 4 849 16,-1 1-244-16,-1 8-235 0,-2 3-139 15,2 3-83-15,-3 3-39 0,-3 3-100 16,-2 1-56-16,0-1-10 0,-3 1-7 15,-3-3-34-15,2-2-55 0,-2-5-43 16,0-1-120-16,0-7-110 0,0-3-68 0,-5-1-178 16,-1-4-595-16,1-3-880 0,-1-11 1703 0</inkml:trace>
  <inkml:trace contextRef="#ctx0" brushRef="#br0" timeOffset="63187.04">12924 17433 1520 0,'0'0'1176'0,"0"0"-723"15,0 0-223-15,0 0 17 0,0 0 137 0,0 0-99 16,0 0-111-16,82-13-78 0,-62 11-96 16,3 2-3-16,0-1-183 0,3 1-148 15,-6 0-361-15,3 0-1110 0</inkml:trace>
  <inkml:trace contextRef="#ctx0" brushRef="#br0" timeOffset="63633.71">13633 17323 447 0,'0'0'1625'16,"0"0"-203"-16,0 0-1021 0,0 0-168 15,0 0-27-15,0 0-5 0,0 0-71 16,-87 78-57-16,72-42-20 0,0 6-4 0,1 3 6 16,2 4-21-16,6-2 30 0,2-3 6 15,4-4-27-15,0-10-41 0,7-6 14 16,6-9-16-16,6-7-33 0,4-5-1 16,0-3 7-16,5-5-25 0,2-7-13 15,-1-4 13-15,-2-2-9 0,-1-2-4 16,-5 5 4-16,-6-2 8 0,-4 6 13 15,-5 3 40-15,-4 4 0 0,-2 2 50 16,-2 2 11-16,-6 0-18 0,-4 0 10 16,-4 2 23-16,-3 2-42 0,-1 2-6 15,0 3-25-15,-3 1 0 0,3 5 15 0,1 1-18 16,3 0-34-16,2 1-67 0,2-3-68 16,5 0-47-16,3-2-114 0,1-2-304 15,1-2-691-15,2-2-498 0,3-3 1820 0</inkml:trace>
  <inkml:trace contextRef="#ctx0" brushRef="#br0" timeOffset="63772.263">13889 17774 1117 0,'0'0'1707'0,"0"0"-896"0,0 0-490 16,0 0-138-16,0 0 124 0,0 0 14 16,0 0-15-16,0 0-153 0,0 0-153 15,0 0-25-15,0 0-124 0,55 49-41 16,-55-48-31-16,0-1-64 0,-1 0-234 15,-4 0-253-15,1 0-608 0,-2-4-42 0,1-7 1370 16</inkml:trace>
  <inkml:trace contextRef="#ctx0" brushRef="#br0" timeOffset="63919.619">13951 17566 752 0,'0'0'2625'0,"0"0"-2072"15,0 0-361-15,0 0-52 0,0 0 43 16,0 0 58-16,0 0-164 0,82 29-77 15,-70-29-191-15,1 0-91 0,1-5-138 0,-2-1-306 16,-2 2-870-16,-3-3 220 0</inkml:trace>
  <inkml:trace contextRef="#ctx0" brushRef="#br0" timeOffset="64290.659">14508 17286 1125 0,'0'0'88'0,"0"0"1272"15,0 0-974-15,0 0-159 0,0 0 41 16,-84 62 124-16,65-30-46 0,2 5-82 16,1 7-64-16,3 6-6 0,5 1-4 15,2 1-38-15,1 1-39 0,5-3-46 16,0-7-22-16,0-3-43 0,9-9-2 16,1-3-82-16,3-8 16 0,3-6 5 0,3-3-37 15,1-6-9-15,3-1-43 16,4 0-22-16,2-3-19 0,0 1-176 15,1-2-299-15,-4 0-571 0,-7-2-544 0,7 0 1758 16</inkml:trace>
  <inkml:trace contextRef="#ctx0" brushRef="#br0" timeOffset="64731.302">14683 17564 1532 0,'0'0'373'16,"0"0"728"-16,0 0-778 0,0 0-202 0,0 0 2 15,0 0 51-15,0 0 50 0,0 0-114 16,0 0-88-16,0 0-21 0,95-80 0 16,-66 64-1-16,-3 4-28 0,-1 7 9 15,2 5 3-15,-2 10 16 0,-4 12 91 16,-3 7-16-16,-6 9-16 0,-3 4-12 15,-3 0 9-15,-4 0 18 0,-2-1-30 16,0-2-20-16,0-3-8 0,-2-2-13 0,1-9-3 16,1-7-80-16,0-7-104 0,3-10-107 15,6-2-230-15,5-12-573 0,-4-2-700 16,10-15 1641-16</inkml:trace>
  <inkml:trace contextRef="#ctx0" brushRef="#br0" timeOffset="64867.97">15094 17492 450 0,'0'0'2825'0,"0"0"-2346"0,0 0-325 16,-72 66-69-16,45-37 38 15,-2 7 92-15,-1 0-54 0,-1 3-90 0,3 0-37 16,0 0-34-16,2-5 0 0,7-5-145 16,-1-6-73-16,6-4-95 0,1-7-193 15,4-6-563-15,6-6-516 0,0-2 1298 16,3-19-166-16</inkml:trace>
  <inkml:trace contextRef="#ctx0" brushRef="#br0" timeOffset="65081.085">15166 17455 7 0,'0'0'3072'0,"0"0"-2693"0,0 0-284 15,0 0 42-15,62 76 64 0,-46-48 45 0,-1-1-112 16,0 1-91-16,-3 2-41 0,2-1-2 15,-4 0-10-15,-2 0 8 0,-5 4-48 16,-3 1-31-16,-2 1-25 0,-11 5-61 16,-6 1-38-16,-1 1-14 0,-6-1-20 15,0-2-39-15,-1-3-108 0,-2-7-282 0,0-4-532 16,9-10 1129-16,-9-7-484 0</inkml:trace>
  <inkml:trace contextRef="#ctx0" brushRef="#br0" timeOffset="65416.926">15702 17551 2217 0,'0'0'1650'15,"0"0"-1199"-15,0 0-299 0,95 11-75 16,-61-11-3-16,-1 0-9 0,-4-6-65 15,-1-1-52-15,-3-3-72 0,-2 1-31 16,-6-3-125-16,0 2-256 0,-9 1-987 16</inkml:trace>
  <inkml:trace contextRef="#ctx0" brushRef="#br0" timeOffset="65572.205">15776 17743 1448 0,'0'0'2317'0,"0"0"-1818"0,0 0-325 15,0 0-13-15,0 0 33 0,0 0-32 16,0 0-162-16,0 0 0 0,97 34-147 16,-67-53-50-16,3-8-131 0,6 0-373 15,-11 2-987-15,17-12 162 0</inkml:trace>
  <inkml:trace contextRef="#ctx0" brushRef="#br0" timeOffset="65826.091">16282 17651 2451 0,'0'0'1655'0,"0"0"-1406"0,-2 90-171 16,2-64 52-16,0-2 159 0,3-7-35 16,7-7-141-16,7-10-113 0,4-4-52 0,6-12-64 15,6-8 3-15,0-7-16 0,2-3-3 16,-1-2-22-16,-6 0-7 0,-3 4 43 16,-7 7 105-16,-8 4 13 0,-5 4 90 0,-5 4 3 15,-3 2-24-15,-10 2 11 16,-4 4 0-16,-5 2-18 0,-4 3-41 0,-2 3 4 15,-2 5-4-15,1 3-5 16,-1 3 8-16,1 3-24 0,-1 2-19 0,0 0-77 16,0 0-61-16,-1-1-94 0,0 0-298 15,2-1-814-15,6-4-742 0,-6 5 1833 16</inkml:trace>
  <inkml:trace contextRef="#ctx0" brushRef="#br0" timeOffset="66333.808">17233 17126 1413 0,'0'0'1542'0,"0"0"-1171"16,0 0-35-16,0 0-87 0,0 0 3 15,0 0 58-15,105 91-48 0,-70-47-53 16,-1 7-105-16,-3 8-52 0,-6 6-25 16,-3 3 7-16,-6 1-4 0,-3-2-5 0,-5-2-25 15,1-9 0-15,-3-7-2 16,2-10-17-16,0-11-17 0,1-10 18 0,2-8 14 16,-1-6-17-16,0-4 19 0,3-4-35 15,-1-9 10-15,3-6 9 0,0-6 2 16,1-6 13-16,0-5-12 0,-1-6 3 15,1-4 2-15,0-4 8 0,-3-6 0 0,0-5-22 16,-1-6-19-16,-4-3-21 0,-2 2-53 16,-1 3-15-16,-2 9-4 0,0 8-50 15,0 13-27-15,2 10-133 0,-4 9-140 16,1 8-334-16,-2 8-705 0</inkml:trace>
  <inkml:trace contextRef="#ctx0" brushRef="#br0" timeOffset="66565.492">17443 17592 46 0,'0'0'2771'0,"0"0"-2150"0,0 0-229 16,0 0-149-16,0 0 9 0,0 0 36 15,0 0 1-15,0 0-81 0,0 0-89 0,0 0-55 16,0 0-37-16,82-8-9 0,-50-5-2 15,1-2 8-15,2-2-24 0,0 1-31 16,2-1-55-16,-1 0-36 0,-2 2-33 16,1 0 2-16,-2 2-94 0,-1 1-134 15,-9 5-401-15,4-3-925 0</inkml:trace>
  <inkml:trace contextRef="#ctx0" brushRef="#br0" timeOffset="67110.241">18395 17597 91 0,'0'0'1001'15,"0"0"383"-15,0 0-872 0,0 0-129 16,0 0-34-16,0 0 10 0,0 0-54 16,0 0-88-16,0 0-94 0,0 0-87 15,48-47-35-15,-20 20 1 0,3-4 10 16,3 0-11-16,-1 4-1 0,-2 5-18 0,-2 8 6 16,-3 3 12-16,0 11 23 0,-4 0 11 15,-1 17 12-15,-3 4 70 0,-4 12-45 16,-4 4-7-16,-1 5-21 15,-6 4-16-15,0-3 6 0,-3-2-29 0,0-3-4 16,0-6-10-16,0-2-60 0,2-8-15 16,1-2 33-16,5-7-25 0,-1-6-70 15,4-6-72-15,1-1-72 0,4-12-259 16,0-7-583-16,-2 1-433 0</inkml:trace>
  <inkml:trace contextRef="#ctx0" brushRef="#br0" timeOffset="67254.924">18887 17386 927 0,'0'0'2102'0,"0"0"-1645"16,0 0-236-16,0 0-126 0,-92 66 25 0,65-31 81 15,-3 7 1-15,-1 2-96 0,1 3-50 16,4-4-10-16,1 0-12 0,2-7-34 16,7-2-22-16,-1-6-114 0,6-1-78 15,-1-4-63-15,4-3-142 0,2 1-353 16,1-7-1111-16,-2 7 1652 0</inkml:trace>
  <inkml:trace contextRef="#ctx0" brushRef="#br0" timeOffset="67607.845">19603 17487 2181 0,'0'0'379'0,"0"0"-189"16,0 0 38-16,0 0 153 0,0 0-4 16,0 0-104-16,0 0-56 0,0 0-31 15,-77 58-28-15,62-26-16 0,-1 7 14 16,3 4-6-16,1 4-21 0,1-1-41 15,4 0-21-15,2-8-46 0,5-5-21 0,0-7-1 16,4-8-11-16,7-7-15 0,2-4-28 16,7-5-27-16,2-2-19 0,1-7-15 15,0-7-59-15,0-5-10 0,-3-1-150 16,-4-2-291-16,-4 2-487 0,-4 3-555 16,-8-2 1199-16</inkml:trace>
  <inkml:trace contextRef="#ctx0" brushRef="#br0" timeOffset="67743.622">19498 17706 1247 0,'0'0'1818'0,"0"0"-1289"0,0 0-230 16,0 0-110-16,0 0-54 0,0 0 39 15,0 0 30-15,93 58-96 0,-68-52-108 0,1-2-13 16,2-2-58-16,2-2-27 0,0 0-63 16,2-9-79-16,0-3-144 0,-9 2-278 15,13-10-790-15</inkml:trace>
  <inkml:trace contextRef="#ctx0" brushRef="#br0" timeOffset="68141.551">20359 17146 2549 0,'0'0'515'0,"0"0"-288"0,0 0-160 15,0 0 69-15,-87 38 165 0,59-6-18 16,0 8-68-16,2 10-44 0,1 7-14 15,7 4 0-15,3 3 21 0,6 2-7 16,4-2-18-16,2-1-65 0,3-2-43 0,0-5-17 16,0-6-25-16,5-8 18 15,4-9 8-15,2-9-29 0,5-8-27 16,2-4-43-16,2-1 12 0,-1-5 34 0,1-3 9 16,-3-1-67-16,0-2-68 0,-6-7-39 15,3-4-57-15,-5-5-232 0,-2-2-630 16,-1 4-554-16,-6-9 277 0</inkml:trace>
  <inkml:trace contextRef="#ctx0" brushRef="#br0" timeOffset="68406.268">20171 17742 1193 0,'0'0'2072'0,"0"0"-1479"16,0 0-232-16,0 0-116 0,0 0-35 16,0 0 72-16,0 0-53 0,93 51-109 15,-68-51-120-15,1 0-104 0,2-7-57 16,-5-3-14-16,1-1 13 0,-1 1-8 15,-4 1-38-15,-3 0-67 0,-4 2-27 16,-4 2 11-16,-4 3 46 0,-4 2 101 16,0 0 144-16,-2 6 10 0,-7 2 124 0,-1 6 86 15,-2 4 14-15,0 5-26 0,1 4-9 16,3 4-2-16,-2 4-24 0,2 4-27 16,3 4-32-16,0 1-28 0,2 4 3 15,2-5-25-15,1 1-12 0,0-5-52 16,6-6-49-16,2-4-95 0,7-9-109 0,1-4-69 15,5-5-181-15,4-4-567 0,-8-4-517 16,12-5 808-16</inkml:trace>
  <inkml:trace contextRef="#ctx0" brushRef="#br0" timeOffset="68799.705">21542 17586 851 0,'0'0'2395'16,"0"0"-1878"-16,0 0-253 0,0 0-91 16,0 0-2-16,81 43 95 0,-28-30-94 15,10-3-62-15,9-1-67 0,2-6-43 16,-1-3-14-16,-2 0 2 0,-4-3-31 0,-3-6-25 15,-7-1-51-15,-4-2-51 0,-4-1-31 16,-8 1-39-16,-6 2 107 0,-10 1-296 16,-11 3-251-16,-7 0-829 0</inkml:trace>
  <inkml:trace contextRef="#ctx0" brushRef="#br0" timeOffset="68995.964">21804 17743 378 0,'0'0'2673'0,"0"0"-2125"16,0 0-283-16,0 0-93 0,0 0 39 0,0 0 40 15,82 63-23-15,-40-52-87 0,5-6-64 0,4-4-75 16,1-1-2-16,0-9-22 0,-2-5-70 16,2-7-56-16,-4-2-65 0,-4-3-70 15,-2-3-119-15,-6-2-274 0,-13 6-708 16</inkml:trace>
  <inkml:trace contextRef="#ctx0" brushRef="#br0" timeOffset="69260.439">22134 17200 931 0,'0'0'1815'15,"0"0"-1373"-15,0 0-117 0,0 0 23 0,101 47-40 16,-71-29-47-16,4 0-63 0,-1 1-94 15,-2 2-58-15,1 0-36 0,-2 2-9 16,1 4-1-16,-3 4 21 0,1 3-9 16,-6 3-12-16,-5 0-46 0,-6 3-15 15,-9-1 12-15,-3 3 2 0,-5-1-30 16,-13 3-12-16,-5 3-20 0,-5 0 19 16,-3 0-22-16,-3-4-11 0,-4 0-37 15,-2-3-83-15,8-13-289 0,-21 4-985 0</inkml:trace>
  <inkml:trace contextRef="#ctx0" brushRef="#br0" timeOffset="70373.181">24855 17406 783 0,'0'0'19'15,"0"0"991"-15,0 0-656 0,0 0-92 16,0 0-87-16,12-71 44 0,-17 63 76 16,0 4-14-16,-4 1-27 0,-2 0-2 15,0 2-19-15,-2 1-78 0,-2 0-62 16,1 0-27-16,-3 4 2 0,0 6-13 16,-2 7-2-16,-2 6-10 0,2 11 12 15,-3 8 7-15,2 10 14 0,3 6-2 16,-2 6-1-16,3-1-30 0,0-4-43 15,6-6 0-15,4-11 0 0,3-10-2 16,3-13-10-16,0-7 11 0,14-8-1 0,3-4-30 16,9-12-11-16,7-10 31 0,7-5 10 15,4-8-65-15,3-6-47 0,-2-2 19 16,-2 0 27-16,-6 4 43 0,-3 1 4 16,-6 2 18-16,-3 4-28 0,-8 2-3 15,-3 5 34-15,-6 5 9 0,-5 7 68 0,-2 7 50 16,-1 5 32-16,0 1-12 0,0 5-49 15,0 5-22-15,0 7-33 0,0 8-22 16,0 6 13-16,0 4-16 0,0 5 6 16,0-4 4-16,0-2-28 0,0-7 0 15,2-5-31-15,1-4-54 0,-1-4-55 16,1-4-16-16,0-3-10 0,1-3-19 16,-2-3-43-16,-1-1-210 0,1 0-744 15,-2-10-1431-15</inkml:trace>
  <inkml:trace contextRef="#ctx0" brushRef="#br0" timeOffset="70534.419">25243 17637 2055 0,'0'0'1266'0,"0"0"-822"16,0 0-243-16,0 0-24 0,0 0 127 16,0 80-60-16,0-66-142 0,0-2-102 0,0-1-10 15,3-1-63-15,-1 0-88 0,0-1-80 16,-1 0 20-16,-1-2-19 0,0-5-168 15,0-2-335-15,0 0-881 0,-8-5 552 0</inkml:trace>
  <inkml:trace contextRef="#ctx0" brushRef="#br0" timeOffset="70678.309">25166 17412 706 0,'0'0'1556'0,"0"0"-508"0,0 0-705 16,0 0-126-16,0 0 32 0,0 0-22 15,0 0-94-15,0 0-108 0,0 0-25 16,0 0-90-16,85-10-155 0,-70 10-110 16,-4 0-207-16,8 0-796 0</inkml:trace>
  <inkml:trace contextRef="#ctx0" brushRef="#br0" timeOffset="71058.328">25888 17580 833 0,'0'0'1173'0,"0"0"68"16,0 0-879-16,0 0-97 0,0 0-35 15,101 18-9-15,-70-18-69 0,2 0-81 0,1 0-27 16,0-6-44-16,-3-2-13 0,-1-2-2 15,-1 3-69-15,-4-1-74 0,-4 0-104 16,-5 4-122-16,-6-1-202 0,-1 2-536 16,-9 3-618-16</inkml:trace>
  <inkml:trace contextRef="#ctx0" brushRef="#br0" timeOffset="71226.495">25837 17774 186 0,'0'0'2447'0,"0"0"-1984"0,0 0-262 16,0 0-80-16,0 0 76 0,0 0 46 16,87 44-105-16,-53-42-88 0,0 0-47 15,4-2-3-15,-1-2-36 0,0-3-54 0,0-2-55 16,-3-1-86-16,-1-3-125 0,-10 3-452 16,8-6-1352-16</inkml:trace>
  <inkml:trace contextRef="#ctx0" brushRef="#br0" timeOffset="72208.583">25829 17394 355 0,'0'0'203'0,"0"0"994"16,0 0-736-16,0 0-157 0,0 0-46 15,0 0 21-15,0 0-29 0,0 0-15 0,80 44-61 16,-56-37-80-16,3-4-27 0,4-1-8 16,0-2-21-16,6 0-38 0,-4 0 0 15,1-2-60-15,3-3-56 0,-2 2-86 0,0-3-129 16,-1 1-266-16,-9 1-807 16</inkml:trace>
  <inkml:trace contextRef="#ctx0" brushRef="#br0" timeOffset="72995.949">26845 17392 1038 0,'0'0'199'0,"0"0"-92"15,0 0 686-15,0 0-231 0,0 0-150 16,0 0-119-16,0 0-83 0,0 0-56 15,0 0 7-15,-70 84-10 0,55-48-13 0,4 8-30 16,-1 2-27-16,6 0-34 0,2-1 42 16,4-2-18-16,0-7 0 0,7-6-22 15,5-6-12-15,7-8-17 0,4-9-20 16,4-5-25-16,5-2-15 0,2-6 7 16,7-8 32-16,-1-5-35 0,5-6 33 15,-5-3-55-15,0-2-1 0,-4-6 31 16,-2 1-5-16,-7 0 32 0,-5 2-1 0,-4-1-1 15,-6 4 3-15,-7 0-2 0,-5 4 2 16,0 4-3-16,-12 1-19 0,-4 0 22 16,-6 7 53-16,-2 1-16 0,-4 2-3 15,0 5-3-15,-3 5-19 0,0 1-12 16,-3 7-6-16,-2 9-65 0,-3 6-47 16,-1 6-52-16,-2 6-85 0,-1 4-129 15,10-8-276-15,-15 20-795 0</inkml:trace>
  <inkml:trace contextRef="#ctx0" brushRef="#br0" timeOffset="80864.593">28792 17037 2319 0,'0'0'1173'0,"0"0"-1024"16,0 0 50-16,0 0 15 0,0 0 85 16,0 0-67-16,0 0-78 0,0 0-55 15,0 0-26-15,-6 65-21 0,18-33 19 16,2 6-10-16,2 4-12 0,1 5 2 15,0 0-2-15,-2 3-18 0,-3-2-30 0,-3 2 1 16,-2-1-2-16,-5-4 0 16,-2 2-31-16,0-4-8 0,-1-2-10 15,-4-4 3-15,2-3 3 0,1-7 10 0,2-6 14 16,0-7-23-16,5-8-23 0,4-6-2 16,2 0 36-16,4-10 19 0,1-5 12 15,4-7 24-15,1-5-8 0,0-6 8 16,4-1-11-16,1-6 5 0,1-4-18 15,-1-3-1-15,5-5-11 0,-3-3-4 0,3-3-42 16,-4-1 3-16,0 2 3 0,-4 2-1 16,-1 7 29-16,-5 7-4 0,-3 5 27 15,-2 9-33-15,-3 7 32 0,-2 6-1 16,-4 6-16-16,-2 3-49 0,-1 4-47 16,-1 1-84-16,-8 0-169 0,-2 6-222 15,2 1-478-15,-10 5-207 0</inkml:trace>
  <inkml:trace contextRef="#ctx0" brushRef="#br0" timeOffset="81071.89">28921 17436 2681 0,'0'0'453'15,"0"0"-217"-15,0 0 5 0,0 0 128 16,0 0-87-16,0 0-111 0,0 0-50 0,0 0-32 15,0 0 3-15,0 0-15 0,96-69-19 16,-73 60-58-16,2 2-24 0,-3 1-10 16,0 0-37-16,1 1-64 0,3-2-69 15,0 0-70-15,2-2-141 0,-7 2-347 16,13-5-540-16</inkml:trace>
  <inkml:trace contextRef="#ctx0" brushRef="#br0" timeOffset="81501.491">29816 17367 623 0,'0'0'2399'0,"0"0"-2038"0,0 0-301 0,0 0-2 15,0 0 170-15,0 0-11 0,0 0-47 16,0 0-67-16,93-16-45 0,-70 10-57 15,2 5 0-15,-5 1 18 0,2 7 8 16,-4 5 26-16,-2 8 65 0,-4 2-63 0,-4 3-30 16,-5 4 9-16,0-1 6 0,-3 0-22 15,0-1-17-15,0-5 0 0,0-2-1 16,0-6-16-16,0-6-18 0,0-2-61 16,2-6-54-16,1 0-28 0,1-7-12 15,3-6-24-15,0-6-100 0,0-5-198 16,-1 4-514-16,4-20-647 0</inkml:trace>
  <inkml:trace contextRef="#ctx0" brushRef="#br0" timeOffset="81644.238">30120 17004 3194 0,'0'0'372'0,"0"0"-141"16,0 0-134-16,0 0 51 0,0 0-13 15,0 0-48-15,0 0-28 0,0 0-59 16,86 27-1-16,-59-22-89 0,1-4-180 0,-1-1-111 15,-4 0-241-15,6 0-1292 0</inkml:trace>
  <inkml:trace contextRef="#ctx0" brushRef="#br0" timeOffset="81774.205">30734 17143 3576 0,'0'0'0'0,"0"0"-363"0,0 0-1383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2:16:31.09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3540 7365 2232 0,'0'0'784'0,"0"0"-490"16,0 0-180-16,0 0 247 0,0 0 88 15,90 10-111-15,-48-7-21 0,6-3-112 16,3 0-77-16,1 0-43 0,1-6-33 16,-5-1-19-16,-2-1-9 0,-3-2-11 15,-4-2-13-15,-3 1-4 0,-6-2-90 0,-5 2-79 16,-6 3-66-16,-4-2-49 0,-6 6-212 16,-3 0-557-16,-6-1-596 0</inkml:trace>
  <inkml:trace contextRef="#ctx0" brushRef="#br0" timeOffset="217.209">3823 7422 1083 0,'0'0'1715'0,"0"0"-1391"0,0 0-100 16,-18 75 14-16,18-39 74 0,9 7 24 16,3 6-32-16,1 6-2 0,0 1-143 15,-2 1-61-15,1 3-31 0,-5-6-40 16,-3 0-21-16,1-2-6 0,-4-9 0 15,1-6-21-15,-1-6-52 0,2-8-83 16,-3-1-53-16,0-5-9 0,0-2-37 16,0-3-102-16,-7-1-261 0,-2-5-538 15,-1-4-378-15,0-1 1081 0</inkml:trace>
  <inkml:trace contextRef="#ctx0" brushRef="#br0" timeOffset="402.472">3601 8172 238 0,'0'0'2221'0,"0"0"-1825"0,0 0-142 0,-78-13 71 0,70 13 39 15,5 0-28-15,3 0-105 0,0 0-73 16,10 0-81-16,4 2-37 0,9 8 52 16,7-2 135-16,3 4-43 0,4-2-87 15,0-2-42-15,-1-1-31 0,-1-5 10 16,3-2-19-16,0-2-15 0,-2-7-15 16,0-1-104-16,-1-4-64 0,-2-1-68 15,-1-4-85-15,-2-1-283 0,2-3-489 16,-9 6-676-16</inkml:trace>
  <inkml:trace contextRef="#ctx0" brushRef="#br0" timeOffset="579.161">4430 7850 1907 0,'0'0'1662'0,"0"0"-1374"0,0 0-175 15,83 28 131-15,-54-25 39 0,4-2-64 16,-1-1-96-16,1-6-50 0,2-10-30 0,2-3-28 15,-1-5-15-15,0-5-119 0,-1-2-127 16,-5-1-98-16,-2-4-180 0,-7 1-572 16,-5 10-787-16,-5-12 1125 0</inkml:trace>
  <inkml:trace contextRef="#ctx0" brushRef="#br0" timeOffset="874.891">4688 7319 173 0,'0'0'2518'0,"0"0"-2078"0,0 0-204 0,0 0 24 15,0 0 15-15,-48 86-18 0,48-52 1 16,0 6-75-16,7 5-57 0,2 3-21 16,2 4-41-16,1 2-9 0,-2 2-12 15,0 3-19-15,0 1-8 0,-4 0-15 0,0-1-1 16,-2 1 0-16,0 1-1 16,-2-5 0-16,-2 2 1 0,0-3 0 0,0-4-3 15,0-1-10-15,-3-8 11 0,-4-7-10 16,4-7 0-16,-1-6 10 0,-2-8 2 15,0-4 0-15,-1-3 0 0,0-6 0 16,-5-1-19-16,-1 0-14 0,-4-3-13 16,-5-9-15-16,-5-4-19 0,-2-7-43 15,0-8-85-15,1-7-99 0,3-10-172 16,3-2-319-16,9 11-810 0,5-23 382 0</inkml:trace>
  <inkml:trace contextRef="#ctx0" brushRef="#br0" timeOffset="1469.142">5899 7466 258 0,'0'0'2995'0,"0"0"-2699"16,0 0-112-16,0 0 140 0,77 47 56 0,-54-18-71 16,-4 9-43-16,1 4-70 0,-4 8-72 15,-5 0-42-15,-3 3-27 0,-3 1-22 16,1-1-14-16,-2-3-17 0,-4-3-2 16,2-8-10-16,-2-11-3 0,1-7 1 15,1-10-6-15,-1-7-49 0,1 0 0 16,-1-4-18-16,2-4 3 0,0-4 15 0,3-9 64 15,1-4 1-15,-2-7-23 0,3-6-5 16,-4-5 2-16,1-6 10 0,-1-2-10 16,0-2 16-16,-1 5-12 0,3 2-1 15,1 8 25-15,2 9 40 0,0 5 6 16,2 7 12-16,-3 4 9 0,4 8-15 16,-2 1 0-16,3 1 24 0,1 11-15 15,-2 5-10-15,4 4-8 0,-6 4 8 16,3 6-17-16,-6-1-7 0,0 1-24 15,-1 2-3-15,-2 1-2 0,3 0-22 0,-5-3-46 16,1-3-67-16,-3-5-57 0,0-2-23 16,0-7-11-16,0-3-143 0,0-3-265 15,0-3-511-15,0-2-627 0,0-4 1439 16</inkml:trace>
  <inkml:trace contextRef="#ctx0" brushRef="#br0" timeOffset="1653.007">6672 7706 127 0,'0'0'3385'0,"0"0"-2855"0,0 0-376 0,85-2 54 16,-56 2 178-16,-3 0-105 0,1-1-116 15,-1-5-74-15,1 0-63 0,4-3-28 16,-1-1-24-16,-1-2-119 0,-2-1-70 16,-3 2-30-16,-4 5-93 0,-6 5-379 0,-4 1-778 15,-6 2-555-15,-11 16 1980 0</inkml:trace>
  <inkml:trace contextRef="#ctx0" brushRef="#br0" timeOffset="1800.803">6711 7890 473 0,'0'0'2961'15,"0"0"-2484"-15,0 0-285 0,0 0 57 0,0 0 73 16,0 0-12-16,92 46-60 0,-56-46-74 16,3 0-54-16,6-6-31 0,1-6-37 15,3 0-38-15,-1-6-14 0,-2-2-4 16,-6-1-56-16,-4-4-170 0,-4 0-21 15,0 2-66-15,-5-5-281 0,-4 9-575 16,0-9-881-16</inkml:trace>
  <inkml:trace contextRef="#ctx0" brushRef="#br0" timeOffset="2001.55">7322 7113 2669 0,'0'0'1191'0,"0"0"-996"15,0 0-64-15,27 73 106 0,-18-37 90 0,1 5-45 16,0 6-81-16,2 0-70 16,-2 4-43-16,3 7-18 0,-6 4-43 15,3 5-3-15,-4 6-6 0,-1 2-18 0,-3-7-18 16,-2-1-21-16,0-3-131 0,0-7-86 16,0-3-78-16,0-14-335 15,0 10-1118-15</inkml:trace>
  <inkml:trace contextRef="#ctx0" brushRef="#br0" timeOffset="2163.563">8093 8214 2259 0,'0'0'1975'15,"0"0"-1872"-15,0 0-103 0,0 0-93 0,0 0-95 16,-91 35-102-16,65-28-515 0,6-1-1854 15,-13 0 2640-15</inkml:trace>
  <inkml:trace contextRef="#ctx0" brushRef="#br0" timeOffset="5300.228">9984 7701 851 0,'0'0'1785'0,"0"0"-1293"0,0 0-196 15,0 0-64-15,0 0 117 0,0 0-33 16,0 0 3-16,0 0-40 0,86 33-71 16,-34-23-46-16,9-1-83 0,-2-6-28 15,-1-3-20-15,-4-6-13 0,0-8-18 16,-7-2-2-16,-4-5-80 0,-2-3-67 0,-5-2-46 16,-3-5-59-16,-3-4-172 0,-7 9-514 15,-3-22-734-15</inkml:trace>
  <inkml:trace contextRef="#ctx0" brushRef="#br0" timeOffset="5479.415">10400 7144 1441 0,'0'0'387'0,"-26"73"778"0,20-27-759 16,2 15 9-16,2 15 71 0,2 7-103 15,4 8-107-15,0 1-111 0,2 0-67 16,-2-3-62-16,2-11-36 0,1-12 0 15,3-14-24-15,3-17-7 0,0-13-57 16,6-13-4-16,1-9-5 0,7-10 8 16,4-15-31-16,2-17-81 0,0-6-149 15,5-12-357-15,-13 11-590 0,13-33-260 0</inkml:trace>
  <inkml:trace contextRef="#ctx0" brushRef="#br0" timeOffset="5830.801">10857 6692 160 0,'0'0'2800'0,"0"0"-2273"16,-7 67-110-16,6-20-13 16,-1 18-51-16,1 13 11 0,-1 14-92 0,-1 8-96 15,-4 6-76-15,0 4-42 0,-3-1-25 16,-2-6-33-16,2-4-39 0,0-14 27 16,6-16-19-16,2-16-32 0,2-21 41 15,3-9-5-15,6-15 9 0,7-8-31 16,4-3 1-16,3-14-4 0,4-10-3 15,4-7-24-15,-1-10-6 0,-1-6 17 16,0-2 19-16,-5 1 0 0,0 2 25 16,-2 9 6-16,-2 10 18 0,-5 11 15 15,1 8 71-15,-5 10 39 0,2 1-37 0,-1 12 28 16,0 4 9-16,-1 7-13 0,-3 6-18 16,1 5-22-16,-2-2 1 0,-1 0 0 15,-2-4-4-15,-1-3-69 0,2-6-12 0,-1-5-30 16,4-2-73-16,3-7-76 15,0-5-21-15,8-3 5 0,2-10-87 0,1-6-318 16,-3 2-696-16,8-15-663 0</inkml:trace>
  <inkml:trace contextRef="#ctx0" brushRef="#br0" timeOffset="5971.229">11624 7550 1994 0,'0'0'1921'0,"0"0"-1529"0,0 0-209 15,43 84 17-15,-36-52 141 0,-5 1 9 16,-2 0-32-16,0-2-40 0,-3 0-121 15,-3-4-100-15,2-5-57 0,-1-4-10 16,-3-1-44-16,1-2-88 0,-2-5-69 0,-4-2-65 0,0-6-79 16,-3-2-272-1,2-6-579-15,1-6-599 0,-9-8 417 0</inkml:trace>
  <inkml:trace contextRef="#ctx0" brushRef="#br0" timeOffset="6088.166">11347 7532 1406 0,'0'0'1511'0,"0"0"-853"16,0 0-327-16,0 0-86 0,0 0 143 15,0 0-65-15,0 0-90 0,91-71-111 16,-58 63-64-16,7-3-58 0,4-2-22 16,2-1-200-16,0 0-122 0,1 1-208 15,-11 3-602-15,19-5-728 0</inkml:trace>
  <inkml:trace contextRef="#ctx0" brushRef="#br0" timeOffset="6359.587">12187 7379 1246 0,'0'0'2249'0,"0"0"-1706"0,0 0-327 0,0 0-14 15,-40 77 214-15,20-48-23 0,-2-3-74 0,1 3-116 16,3-3-97-16,4-4-70 16,4 1-33-16,1-4-3 0,6 0-18 0,3-3 0 15,0-1-3-15,7-1 0 0,8-1-4 16,4-1 4-16,2 0-27 0,1-4 9 16,1 3 11-16,1-4-8 0,-2 4 9 15,-5-4-4-15,0 4 7 0,-3 0-3 16,-2 3 12-16,-4 3 15 0,-2 2 33 15,-6 1 52-15,0-2-52 0,-12 3-33 16,-7-3-18-16,-2 0-67 0,-3 0 3 16,-4-4 13-16,-4 0-7 0,-4-1-49 15,0-6-34-15,-1 1-89 0,-2-4-242 16,10-2-503-16,-16-2-728 0</inkml:trace>
  <inkml:trace contextRef="#ctx0" brushRef="#br0" timeOffset="6701.638">13100 7547 3201 0,'0'0'452'16,"0"0"-150"-16,0 0-110 0,85 100 134 15,-64-58-27-15,-8 1 26 0,-4-1-75 16,-8 0-96-16,-1-5-72 0,0-7-48 0,-1-2-34 15,-5-8-1-15,3-2-87 0,-3-7-73 16,4-5-71-16,-1-6-15 0,-2 0-122 16,4-6-429-16,-6-16-1592 0</inkml:trace>
  <inkml:trace contextRef="#ctx0" brushRef="#br0" timeOffset="6849.327">13076 7339 3369 0,'0'0'585'0,"0"0"-353"0,0 0-30 16,0 0 86-16,86 8-110 0,-57-6-117 16,2-2-61-16,6 0-24 0,5 0-179 15,5-3-140-15,-9-1-325 0,26-3-1185 0</inkml:trace>
  <inkml:trace contextRef="#ctx0" brushRef="#br0" timeOffset="7127.865">14019 7425 2504 0,'0'0'1624'0,"0"0"-1344"16,0 0-119-16,-75 80 134 0,46-52 29 16,0 0-35-16,5-1-128 0,6-8-101 15,7 0-60-15,5-2-14 0,6 0-4 0,0 0 0 16,9 0 15-16,8 2-12 0,2-4 3 16,4 1 12-16,2 0-16 0,0-2 4 15,1 0 2-15,-4 1 9 0,0-2 1 16,-4-1-1-16,-2 1-2 0,-3 0 3 15,-4 0 2-15,-5 2 0 0,-4-2-1 16,-3 3-1-16,-12-1-6 0,-3 2-48 16,-5-3 5-16,-1 1 13 0,-2-7-19 15,4-2-6-15,-1-1-33 0,0-5-46 16,1 0-44-16,-1 0-120 0,-1-5-313 0,-2-2-785 16,7-2-974-16,-15-12 2187 0</inkml:trace>
  <inkml:trace contextRef="#ctx0" brushRef="#br0" timeOffset="8026.61">16396 6638 248 0,'0'0'270'16,"0"0"-162"-16,0 0-95 0,0 0 368 16,0 0 10-16,0 0-222 0,0 0-71 15,0 0-98-15,0 0-32 0,0 0-118 16,0 0-98-16,-47-56-48 0,42 62-82 16,-2 0 52-16,2 0 313 0,-1 0-65 0,-1 1-4 0</inkml:trace>
  <inkml:trace contextRef="#ctx0" brushRef="#br0" timeOffset="12026.808">16532 7504 1228 0,'0'0'1641'0,"0"0"-1228"16,0 0-41-16,-28-68-23 0,20 56 26 16,-3 4-47-16,-1 5-28 0,1 3-105 15,-5 2-79-15,1 8-46 0,-2 8 3 16,0 6 21-16,3 13 6 0,2 6-49 0,1 9-26 15,5 5-4-15,1 5 6 16,5 1-15-16,0 1-10 0,0-2 0 0,3-8-2 16,5-5-24-16,6-12 6 0,3-10-28 0,6-16 1 15,8-10-43-15,6-6-61 16,6-18-24-16,3-7-37 0,5-12-198 0,-1-6-262 16,-12 10-627-16,15-27-780 0</inkml:trace>
  <inkml:trace contextRef="#ctx0" brushRef="#br0" timeOffset="12235.487">17083 6813 1699 0,'0'0'823'16,"0"0"-139"-16,0 0-226 0,0 0-48 16,0 0-52-16,0 0-99 0,-25 84-28 15,21-45-39-15,3 9-9 0,1 9-43 16,-2 8-25-16,-1 8 64 0,-2 9-31 0,-4 4-82 15,2 3-27-15,-4-3-39 0,-1-1 0 16,2-3-15-16,2-8-12 0,1-9-109 16,7-11-12-16,0-7-25 0,7-11-24 0,6-10-47 15,7-13-173-15,5-10-278 0,-3-3-509 16,22-27-545-16</inkml:trace>
  <inkml:trace contextRef="#ctx0" brushRef="#br0" timeOffset="12570.366">17469 7642 2050 0,'0'0'1810'0,"0"0"-1549"16,-24 82-93-16,17-51 240 0,-1 0-3 15,5-8-40-15,3-8-123 0,2-7-136 16,12-7-60-16,6-1-4 0,9-9-6 0,4-9-9 16,6-7-15-16,6-7-12 0,0-6-51 15,1-1-9-15,-4 2-22 0,-8 2 25 16,-3 7-1-16,-9 3 10 0,-8 6 29 15,-8 4 4-15,-6 4 15 0,-3 0 12 0,-12 3-11 16,-7 3 20-16,-5 1-3 0,-2 4-15 16,2 1 21-16,-4 12 9 0,5 8 22 15,-1 8-22-15,1 7-3 0,3 6 19 16,1 5 14-16,-1 3 7 0,3 0 5 16,6-4-27-16,1-6-48 0,9-7-16 15,4-4-14-15,0-8-42 0,12-3-95 16,7-3-2-16,10-8-1 0,7-7-6 15,12-2-43-15,6-14-152 0,8-7-255 16,5-8 46-16,-15 7-1125 0,30-17 265 0</inkml:trace>
  <inkml:trace contextRef="#ctx0" brushRef="#br0" timeOffset="12904.004">18266 7649 385 0,'0'0'274'16,"0"0"938"-16,0 0-194 0,0 0-53 16,0 0-386-16,0 0-120 0,0 0-184 0,0 0-59 15,0 0 2-15,-95 50-12 0,66-11 30 16,5 2-58-16,3-2-37 0,6-3-23 0,4-7-58 15,7-5-45-15,1-6-15 16,3-7-21-16,0-3-15 0,6-3-1 0,4-5-2 16,4 0 15-16,3-2-6 0,3-11-3 15,1-5-18-15,5-4-24 0,-3-6 5 16,2 0 7-16,-5-1 15 0,-1 1 14 16,-2-2 7-16,-5 1-6 0,-4 3 15 15,-3 0 18-15,-1 5 16 0,-3 6 8 16,1 6 6-16,-2 8 1 0,2 1-1 15,0 2-30-15,-1 8 1 0,2 3 26 0,0 6 54 16,0 1 10-16,0 2-10 0,-3 0-12 16,2-1-12-16,-2-5-38 0,0-3-19 15,1-1-15-15,-1-2-3 0,1-4-66 16,1-3-33-16,-1-2-31 0,-1-1-21 16,3 0-43-16,0-1-127 0,0-3-214 15,1-2-232-15,3-4-558 0,-4 3-358 16,6-12 738-16</inkml:trace>
  <inkml:trace contextRef="#ctx0" brushRef="#br0" timeOffset="13136.805">18629 7497 460 0,'0'0'590'0,"0"0"985"15,0 0-1153-15,0 0 34 0,81 48 39 16,-67-22-70-16,-2 7-34 0,2 1-6 0,-2 0-38 16,-2 1-96-16,-4-4-127 0,-5-1-61 15,-1 1-20-15,0-2-4 0,-10 2-37 16,-4-2-2-16,-2 1-2 0,1-5-10 15,2-7 10-15,3-5 2 0,6-7 13 16,4-5 35-16,0-1 3 0,3-9-21 16,10-7 58-16,3-9-22 0,4-6-39 15,4-9-26-15,1-1-1 0,2 0-18 16,2-1-9-16,1 5 6 0,4 3-18 0,0 3-61 16,2 4-56-16,2 6-32 0,-1 6-151 15,-7 5-617-15,15 6-514 0</inkml:trace>
  <inkml:trace contextRef="#ctx0" brushRef="#br0" timeOffset="13312.28">19748 7913 4106 0,'0'0'1165'0,"0"0"-880"16,0 0 105-16,0 0-58 0,0 0-31 15,0 0-145-15,0 0-156 0,0 0-18 16,0 0-123-16,0 0-16 0,7 5 7 15,-7-5-28-15,-6 0-175 0,0 0-786 16,-22 1-1500-16</inkml:trace>
  <inkml:trace contextRef="#ctx0" brushRef="#br0" timeOffset="15440.729">11631 9446 2138 0,'0'0'1164'0,"0"0"-909"15,0 0 19-15,0 0-139 0,0 0 60 16,0 0 129-16,0 0-44 0,0 0-38 16,107-10-56-16,-64 15-49 0,2-1-61 15,3-2-18-15,0-2-22 0,3 0-35 16,-1-2-1-16,2-8-14 0,3-1-56 0,-2-7-85 15,-4 3-31-15,-3-2 0 16,-8 0-119-16,-10 4-305 0,-10 3-728 16,-13 4-617-16</inkml:trace>
  <inkml:trace contextRef="#ctx0" brushRef="#br0" timeOffset="15632.015">12087 9406 1737 0,'0'0'967'0,"0"0"-617"0,0 0-168 16,-33 70 29-16,28-33 203 0,5 6-25 15,0 7-70-15,2 6-18 0,3 4-59 16,4 0-99-16,-3 0-58 0,-2-3-62 16,3-7-23-16,-2-9-31 0,0-6-5 15,1-6-52-15,-2-9-34 0,1-6-86 16,-4-1-75-16,1-4-167 0,-2 0-263 16,-5-2-522-16,-1 0-557 0,-11-2 1401 0</inkml:trace>
  <inkml:trace contextRef="#ctx0" brushRef="#br0" timeOffset="15780.174">11911 10133 473 0,'0'0'2078'16,"0"0"-1672"-16,0 0-141 0,0 0 70 16,0 0 62-16,0 0-62 0,0 0-105 15,0 0-79-15,0 0-68 0,0 0 86 0,0 0 63 16,73-9-74-16,-34 11-73 0,4-2-59 16,1 0-26-16,0-9-36 0,1-4-122 15,1-3-68-15,-1-3-62 0,1-1-173 16,-13 2-323-16,10-9-972 0</inkml:trace>
  <inkml:trace contextRef="#ctx0" brushRef="#br0" timeOffset="16216.326">12568 9812 2345 0,'0'0'1269'0,"0"0"-982"0,0 0-48 0,-15 67 118 15,11-43-31-15,0-3-14 0,1-2-101 16,2-4-99-16,1-4-106 0,0-5-6 15,0-3-33-15,0 0 2 0,5-3 4 16,2 0-4-16,2 0-42 0,4-7 0 16,3-2 3-16,-2-5-9 0,4 1 9 0,-4-1 8 15,2 2 26-15,-3 3 2 0,0 2 0 16,0 4-3-16,0 3 37 0,0 0 9 16,-2 7 62-16,2 4 15 0,-4 2 15 15,-3-2-68-15,0 1-14 0,-3-1-1 16,2-1 43-16,-4-4-60 0,2-1-1 0,-1-2-3 15,-1-3-18-15,2 0 5 0,0 0-2 16,3 0-3-16,4-4 2 0,1-3-23 16,4-2-20-16,5-2-8 0,3-1-4 15,1 1 25-15,1 1 28 0,1 3-16 16,-3 2 6-16,-1 3 31 0,-3 2 46 16,-2 2 37-16,-3 7-6 0,-1 1 9 15,2 3 24-15,-3 0-1 0,0 4-32 16,-2-3-56-16,0 0-21 0,2-3 0 15,-2 1-15-15,3-3-25 0,1-3-103 16,2 0-80-16,3-3-11 0,2-3-119 0,5 0-357 16,2-7-567-16,-8 0-773 0,11-10 1969 0</inkml:trace>
  <inkml:trace contextRef="#ctx0" brushRef="#br0" timeOffset="16580.2">14153 9463 2357 0,'0'0'1504'0,"0"0"-1162"0,0 0-124 0,0 0 75 16,0 0 62-16,0 0 32 0,0 0-166 15,0 0-109-15,0 0-61 0,0 0-32 16,-52 48 8-16,28-21 15 0,-2 14 0 16,-3 5 1-16,-3 8-13 0,2 3-9 15,0 3-6-15,3-2-15 0,5-6-12 0,6-7 9 16,7-9-12-16,9-10-3 0,0-5 6 15,10-6-6-15,5-8-16 0,5-3-11 16,7-4-3-16,7-5-16 0,3-7-17 16,2-7-4-16,0-4 6 0,-2-2-9 15,-5 0 0-15,-5 2 27 0,-7 3 35 0,-6 4 26 16,-9 2 39-16,-5 0 40 16,-5 3-15-16,-9-2-43 0,-7-1 25 0,-5 3-4 15,0 3-23-15,-2-3-16 0,1 5-3 16,3 1-12-16,1 2-18 0,4 0-6 15,3 3-86-15,4 0-27 0,3 0-21 16,3 0-53-16,1 0-175 0,4 6-299 16,-1-1-568-16,1 0-749 0,-1 1 1685 0</inkml:trace>
  <inkml:trace contextRef="#ctx0" brushRef="#br0" timeOffset="16912.211">14469 9850 919 0,'0'0'430'16,"0"0"1494"-16,0 0-1521 0,0 0-170 16,0 0-10-16,0 0 73 0,0 0-37 0,-2 72-78 15,-2-44-58-15,-2 1-25 16,2 2-22-16,0-3-9 0,1 1-34 0,1-6-33 16,2-4-9-16,0-2-9 15,0-5-98-15,2 0-89 0,2-3-40 0,3 0-30 16,0-5-178-16,-1-1-515 0,0-3-676 15,-2 0 312-15</inkml:trace>
  <inkml:trace contextRef="#ctx0" brushRef="#br0" timeOffset="17837.088">13584 9385 163 0,'0'0'117'0,"0"0"50"0,0 0 970 0,0 0-381 16,0 0-221-16,0 0-150 0,0 0-36 0,0 0-46 16,0 0-8-16,0 0-90 0,-68 91-56 15,55-49-47-15,3 3 2 0,3 7-9 16,1 7 28-16,2 4-22 0,1 9-22 16,3 6-24-16,0 3-25 0,0 0-27 15,8-4-3-15,0-2-3 0,2-8-27 16,4-11-31-16,4-12-43 0,6-11 12 15,6-12-6-15,5-11-15 0,9-9-23 16,3-3-58-16,7-14-99 0,5-8-230 0,3-10-836 16,-14 6-798-16,20-27 2069 0</inkml:trace>
  <inkml:trace contextRef="#ctx0" brushRef="#br0" timeOffset="18049.77">14919 9445 1914 0,'0'0'574'16,"0"0"-136"-16,0 0-140 0,0 0 23 0,90 68 149 16,-64-38-151-16,2 2-50 0,-3 3-69 15,1 1-77-15,-7 3-53 0,0 0-21 16,-7 1-12-16,-7 3-16 0,-5 1-9 16,-7 4-11-16,-8-3-1 0,-6 0-18 15,-3 0-43-15,-4-5-52 0,3-2-10 16,2-6-37-16,3-8-47 0,6-8-79 15,6-8-164-15,8-8-523 0,0 0-898 16,12-23 1441-16</inkml:trace>
  <inkml:trace contextRef="#ctx0" brushRef="#br0" timeOffset="18630.412">16506 9531 2194 0,'0'0'1415'0,"0"0"-1087"0,0 0-70 16,81 31-28-16,-43-25 57 0,4-6-72 15,1 0-53-15,-3 0-40 0,2-10-61 0,-1-1-61 16,-3-5-16-16,0-1-118 0,-4-1-92 16,-6 0-81-16,-5-1-140 0,-9 6-577 15,-6-7-815-15</inkml:trace>
  <inkml:trace contextRef="#ctx0" brushRef="#br0" timeOffset="18834.437">16685 9504 3076 0,'0'0'589'0,"0"0"-409"0,-27 77-70 0,18-33 179 16,1 6 73-16,2 6-3 0,1 3-108 16,1 1-87-16,0 3-70 0,1-2-36 15,-3-2-10-15,-1-1-18 0,1-5-18 16,3-5-12-16,0-8-16 0,3-6 4 15,0-6-9-15,0-7-15 0,0-4-55 16,5-6-40-16,1-3-39 0,1-5-53 0,3-3-66 16,1-7-362-16,4-9-743 15,-7 2-1023-15,4-19 2316 0</inkml:trace>
  <inkml:trace contextRef="#ctx0" brushRef="#br0" timeOffset="19002.31">16665 9815 1003 0,'0'0'2795'0,"0"0"-2362"15,0 0-212-15,0 0-15 0,0 0 3 16,0 0-53-16,0 0-67 0,0 0-40 16,92-55-49-16,-46 38-33 0,5 0-6 15,1 1-44-15,1-1-21 0,-2-1-9 16,0 0-23-16,-2 0-49 0,-4-2-101 16,-2-3-176-16,-14 6-578 0,8-13-786 0</inkml:trace>
  <inkml:trace contextRef="#ctx0" brushRef="#br0" timeOffset="19194.765">17545 9153 2576 0,'0'0'1520'0,"0"0"-1209"0,0 0-85 0,29 72 127 16,-19-37-33-16,2-1-35 0,2 1-61 15,4-1-91-15,2-4-66 0,1-2-43 16,4-6-24-16,0-2-18 0,2-7-3 15,3-1-79-15,2-7-69 0,3-5-56 16,2 0-30-16,0-10-176 0,-11 3-589 16,7-12-837-16</inkml:trace>
  <inkml:trace contextRef="#ctx0" brushRef="#br0" timeOffset="19340.599">17926 9078 2035 0,'0'0'1051'0,"0"0"-760"15,-85 40-101-15,43-8-3 0,-10 11 134 16,-8 7-31-16,-6 4-117 0,-4 6-86 0,-6 4-87 16,-3 0-160-16,-5 1-166 0,19-14-362 15,-34 22-1441-15</inkml:trace>
  <inkml:trace contextRef="#ctx0" brushRef="#br0" timeOffset="25814.65">16050 9604 2676 0,'0'0'411'0,"0"0"1"16,0 0 11-16,0 0-23 0,0 0-81 15,0 0 0-15,0 0-35 0,0 0-20 16,0 0-33-16,0 0-50 0,43-12-21 0,-43 10-18 16,0-1-28-16,-3 3 6 15,-3-2-8-15,-5-1-88 0,-8 1-24 0,-1 0-36 16,-8 0-12-16,-2 2 9 0,-2 4 14 15,-4 6 1-15,-1 6-9 0,0 4-12 16,-2 5 9-16,-1 6 12 0,3 0 12 16,6 3 0-16,7-3-6 0,7-5 3 15,8-4-9-15,9-6-10 0,0-4 4 16,11-3 12-16,7-3 18 0,8 0-1 0,6-3 1 16,5-3-24-16,5-2-30 0,1-5-25 15,-1 0-11-15,-3-1-31 0,-6 3-37 16,-5 0-51-16,-8 1-31 0,-7 4-119 15,-7 0-188-15,-5 0-559 0,-7 9-653 0</inkml:trace>
  <inkml:trace contextRef="#ctx0" brushRef="#br0" timeOffset="25982.754">15619 10169 3412 0,'0'0'615'0,"0"0"-327"0,0 0-22 15,0 0 30-15,102-12-18 0,-57 4-62 16,4-4-83-16,1-3-78 0,2 2-55 16,0 0-52-16,-6 1-48 0,-4 0-49 0,-2 0-70 15,-7 3-63-15,-2 1-110 0,-7 3-324 16,-8 4-551-16,4 2-623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2:17:05.005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520 951 277 0,'0'0'232'0,"0"0"1541"15,0 0-1408-15,0 0-72 0,0 0-31 0,0 0 41 16,0 0-19-16,0 0-29 0,0 0-58 16,-6 0-38-16,6 0 2 0,4 0-4 15,4-3-7-15,2 3 55 0,5 0-16 16,3 0-52-16,5 0-43 0,3-2 46 15,3-2-25-15,1-5-55 0,3-1-18 0,3-3-20 16,-3-3-7-16,-1 1-15 0,-3-1-15 16,0 2-19-16,-5-2-56 0,-2 4-19 15,-5-1-28-15,0 3-36 0,-5 4-58 16,-5-1-121-16,0 5-112 0,-4-1-205 16,-3 3-332-16,0 0-179 0,-3 0-36 15,-11 3 1040-15</inkml:trace>
  <inkml:trace contextRef="#ctx0" brushRef="#br0" timeOffset="361.972">776 882 284 0,'0'0'270'0,"0"0"1291"0,0 0-1334 0,0 0-39 15,0 0 79-15,0 0 73 16,0 0-43-16,-19 69-63 0,28-44-48 0,3 4-22 16,2 4-23-16,-1 3 34 0,0 4-8 15,0 2-99-15,-1 1-43 0,-1 2-25 16,-1-2-13-16,-2-3-8 0,0-1-29 0,-1-5-33 15,-2-6-26-15,-1-2-46 0,-1-4-91 16,-2-2-126-16,1-3-196 0,-2-1-158 16,0-4-82-16,-6-4-276 15,-1-2 1005-15,-6-3-74 0,3-3 26 0,-3 0 127 16,-3 0 323-16,3-3-105 0,-4-1 248 16,-1-1 997-16,1 1-1118 0,1-4-37 15,-1 1 18-15,5 1-7 0,2-1-32 16,4 3-56-16,4 0-35 0,2 0 47 0,0 1-31 15,0 0-65-15,4 1-62 16,5 2-48-16,6-5-7 0,7 3 43 0,7-3-9 16,2-2-3-16,3 1-37 0,0-5-21 15,-1 1-3-15,2-3 0 0,-2-2-30 16,-1-3-71-16,0-2-36 0,-2 0-52 16,0-3-71-16,-3 0-123 0,1-2-301 0,-11 5-662 15,2-9-985-15</inkml:trace>
  <inkml:trace contextRef="#ctx0" brushRef="#br0" timeOffset="614.229">1122 677 2123 0,'0'0'1258'0,"0"0"-1055"15,0 0-162-15,0 0 76 0,0 0 153 16,0 0 37-16,0 0-81 0,0 0-50 15,65 69-29-15,-43-39-15 0,-2 5-13 0,-4 5-3 16,1 3-43-16,-4 5-12 0,-3 2-61 16,-3 3-26-16,-2-2 11 0,-2-3-61 15,-2-9-79-15,2-6 42 0,-2-8-19 16,1-8-15-16,2-5-48 0,-3-5-93 0,1-1-190 16,1-5-196-16,0-1-373 0,-2-2-137 15,0-10 366-15,1 2 797 0,-2-11 21 0</inkml:trace>
  <inkml:trace contextRef="#ctx0" brushRef="#br0" timeOffset="749.211">1318 1116 684 0,'0'0'45'16,"0"0"1925"-16,0 0-1530 0,0 0-156 16,0 0 36-16,0 0 86 0,0 0-67 15,0 0-96-15,0 0-37 0,0 0-29 16,91-35-61-16,-75 32-52 0,4 1-46 16,1-5-18-16,0 0-2 0,0-5-77 15,2-3-92-15,2-6-92 0,-3-5-95 16,1-1-236-16,-6 5-649 0,-1-11-710 0</inkml:trace>
  <inkml:trace contextRef="#ctx0" brushRef="#br0" timeOffset="954.874">1569 608 1489 0,'0'0'1477'0,"0"0"-1058"0,0 0-228 0,0 0-52 16,0 0 87-16,0 0 135 0,0 0-77 15,16 93-50-15,-6-56 5 0,0 1-1 16,0 3-68-16,0 3-70 0,-1-2-54 15,-2 3-32-15,-1 2-14 0,1-1-25 16,-3-1-8-16,-1-1-49 0,0-4-45 16,0-3-44-16,0-3-49 0,0-5-34 15,1-3-95-15,0-3-294 0,1-11-615 0,-4-5-837 16,2-7 2042-16</inkml:trace>
  <inkml:trace contextRef="#ctx0" brushRef="#br0" timeOffset="1140.15">1910 840 2779 0,'0'0'694'16,"0"0"-460"-16,0 0-1 0,0 0 125 0,0 0-74 15,0 0-179-15,0 0-105 0,0 0-24 16,0 0-131-16,0 0-143 0,0 0-233 15,61 29-645-15,-61-18-850 0</inkml:trace>
  <inkml:trace contextRef="#ctx0" brushRef="#br0" timeOffset="1267.571">1886 1058 988 0,'0'0'2225'16,"0"0"-1923"-16,0 0-105 0,0 0 218 15,0 0-64-15,0 0-184 0,0 0-167 16,0 0-45-16,0 0-82 0,79 44-71 0,-73-37-91 15,0 0-165-15,-3 3-323 0,-3-3-816 16</inkml:trace>
  <inkml:trace contextRef="#ctx0" brushRef="#br0" timeOffset="1763.086">641 2107 1577 0,'0'0'1841'15,"0"0"-1610"-15,0 0-98 0,0 0 185 16,0 0 46-16,0 0-139 0,0 0-90 16,0 0 16-16,0 0 32 0,0 0-98 0,0 0-39 15,16-5 12-15,-9 5 14 0,0-1-17 16,0 1-15-16,1-2-4 0,-4 1-12 15,3-1-9-15,-1 2 0 0,-2-1-2 16,-1 0-10-16,-2 1 9 16,1 0-9-16,-2 0 12 0,0 0-3 0,0 0 0 15,0 0 0-15,0 0-10 0,0 0 10 16,0 0-10-16,0-2 10 0,0 2 1 0,0-1 2 16,0 1 0-16,0 0-3 0,0-1-12 15,0 0 0-15,0 0-2 0,3-2-25 16,3 0-10-16,4-5 35 0,3 0 2 15,5-4 0-15,5-2 0 0,5-5 0 16,11-3 1-16,4-6 18 0,7 1-19 16,8-7 0-16,5-3-28 0,8-3 1 15,4-2 26-15,3-1-60 0,-3-1-36 16,-3 4-12-16,-9 3 3 0,-7 8-1 16,-9 4-18-16,-10 4 0 0,-5 5-41 0,-8 3-71 15,-2 3-114-15,-6 2-95 16,-3 2-120-16,-3 2-170 0,-3 1-416 0,-3 0-34 0,2 2 1091 15</inkml:trace>
  <inkml:trace contextRef="#ctx0" brushRef="#br0" timeOffset="13467.257">1578 2944 176 0,'0'0'241'0,"0"0"-179"0,0 0 30 16,0 0-47-16,0 0 412 0,0 0-151 15,0 0-10-15,0 0-20 0,0 0-10 0,14-41-14 16,-14 41-42-16,0 0-23 0,0 0-11 15,0 0-25-15,0 0-11 0,0 0-25 16,0 0-23-16,0 0-23 0,0 0-5 16,0 0 11-16,0 1 14 0,0-1 8 0,0 3-3 15,0-3-15-15,0 0-13 16,0 0-1-16,1 1-2 0,1 1-4 0,-2 0-13 16,1-1-3-16,1-1-5 0,-1 1-7 15,-1 0 2-15,2 3-2 0,-1-4-6 16,1 1-3-16,-2 0-7 0,1 1 0 15,-1-1 7-15,3-1-7 0,-3 0 7 16,0 0-10-16,3 0-11 0,-3 0 1 16,0 0 1-16,1 0 0 0,1 0 10 15,-1 0-11-15,-1 0 0 0,0 2 0 16,3-2 1-16,-3 1 9 0,0-1 4 0,0 0 2 16,0 2 13-16,0 0-7 0,0-2-5 15,0 0-4-15,0 0 3 0,0 0-5 16,0 1 5-16,0-1-3 0,0 1-13 15,1 4-2-15,2 1 1 0,3 2 24 0,0 7-10 16,3 1 28-16,-1 3 30 16,2 3-55-16,-3 5-6 0,2-1-11 15,1 6 37-15,-3 5-37 0,1 5 14 0,0 4-11 16,-2 6-1-16,-2 0-3 16,-1-1 0-16,-1-1-22 0,-1 0 21 15,-1-4 0-15,1 0-11 0,1-3 12 0,-2-3-14 16,0-3 14-16,0-8 0 0,0-5 1 15,0-5 1-15,1-7 1 0,1-5 0 16,-2-1 15-16,0-3-15 0,0-1 16 16,0-2 2-16,0 0 0 0,0 0 1 15,0 0-7-15,0 0 0 0,0 0-12 16,0 0-3-16,1 0 0 0,1 0-18 16,-1-2 5-16,1 0 11 0,3 2 1 0,0 0-34 15,2 0 35-15,3 0 46 0,4 0 8 16,1 0-11-16,3 0-13 0,0-3-8 15,2 1 2-15,-1-1-21 0,0-1 9 0,-1-1-12 16,0 0-1-16,0-1-1 0,-1-2 1 16,-2 1-20-16,2-3-89 0,-2 1-24 15,-1-2-27-15,-2-1-20 0,1 0-37 16,-2 1-63-16,2-2-145 0,-2 1-255 16,-3 3-476-16,-4-3-305 0</inkml:trace>
  <inkml:trace contextRef="#ctx0" brushRef="#br0" timeOffset="13932.541">2121 3550 365 0,'0'0'2445'16,"0"0"-2006"-16,0 0-305 0,0 0-61 0,0 0 86 15,0 0 93-15,0 0-16 0,0 0-77 16,0 0-44-16,92 60-31 0,-70-49-44 16,-2-3-9-16,0-2 31 0,2-6-16 15,-2 0-46-15,1-4-21 0,2-6-13 0,-1-4 0 16,0-2-15-16,-1-6-13 0,-3-1-6 16,-1-2-47-16,-1 0 25 0,-3 0 2 15,-4 3-35-15,-4 3 48 0,-2 5 75 16,-3 2 41-16,0 3 43 0,-8 2-23 15,-4 1-14-15,-5 0-16 0,-2 1 19 16,-1 1-10-16,0 3 1 0,1 1 24 16,2 0-15-16,2 10-23 0,-1 4-23 15,3 9 36-15,-2 8 3 0,3 9 10 16,1 3 2-16,3 4 7 0,4 2-34 16,2-1 2-16,2-3 19 0,0-5 28 15,8-8 73-15,0-7-52 0,1-9-22 0,1-6-21 16,4-4-29-16,1-3-26 0,8-3-24 15,1-2-40-15,5-10-43 0,1-6-58 16,2-7-37-16,0-5-86 0,1-6-174 16,0-5-260-16,-7 9-633 0</inkml:trace>
  <inkml:trace contextRef="#ctx0" brushRef="#br0" timeOffset="14147.104">2821 3066 1679 0,'0'0'1589'15,"0"0"-1302"-15,0 0-186 0,0 0 9 16,0 82 107-16,0-45 177 0,0 4-113 16,0 2-112-16,0 4-49 0,3-1-47 0,0 3-18 15,-3 3-24-15,1 0-31 0,-1 2-2 16,0-3-19-16,0-4-7 0,0-7-55 16,0-8-11-16,0-10 17 0,2-8 6 15,-1-5-49-15,1-5-13 0,-2-1-9 16,0-3-36-16,0 0-127 0,0-6-233 0,0-3-239 15,-9-6-583-15,2 3 247 16,-9-12 1077-16</inkml:trace>
  <inkml:trace contextRef="#ctx0" brushRef="#br0" timeOffset="14314.998">2617 3435 1706 0,'0'0'1574'0,"0"0"-1259"0,0 0-183 15,0 0 23-15,0 0 75 0,0 0 28 16,0 0-69-16,0 0-66 0,96 2-49 15,-67-7-22-15,0-2-18 0,4-4-18 16,0-1-16-16,3-2-83 0,3-3-120 16,-3 0-41-16,2-1-79 0,-4-1-280 0,1 0-745 15,-11 5-538-15,8-6 1718 0</inkml:trace>
  <inkml:trace contextRef="#ctx0" brushRef="#br0" timeOffset="15126.844">4384 3184 202 0,'0'0'2420'0,"0"0"-2015"16,0 0-130-16,0 0-93 0,0 0 159 16,100 0 11-16,-49 3-103 0,5 2-70 0,5 1-56 15,1-1-12-15,-3-1-13 0,0-1-19 16,-6 0-51-16,-4-3-10 0,-3 0-18 16,-5 0-37-16,-5-6-18 0,-6 1-73 15,-1-1-78-15,-5-1-69 0,-4 2-132 16,-7 0-289-16,-8 3-780 0</inkml:trace>
  <inkml:trace contextRef="#ctx0" brushRef="#br0" timeOffset="15509.249">4620 3314 1717 0,'0'0'633'0,"0"0"117"0,0 0-307 16,0 0-134-16,0 0 9 0,0 0-39 15,0 0-65-15,0 0-61 0,80 30-55 0,-62-20-30 16,0 3-38-16,-3 2-30 0,-1 1-2 16,-3 3-1-16,-4 4-18 0,-3 3-43 15,-1 1 21-15,-3 3-10 0,0-2 4 16,-9 2 16-16,1-1-14 0,-4 1 26 16,-2 1-13-16,-2 0 19 0,-3-1-1 0,-1 1 2 15,1-2 13-15,-1-4 2 0,7-3 19 16,-1-7-1-16,5-3 9 0,5-5-7 15,2-3-18-15,2-2 0 0,0 0 28 16,9 1 0-16,4 1 70 0,10-1-18 16,6 2-16-16,7 2-6 0,10-3-18 15,3 2 6-15,7 0 51 0,0-1 92 16,-1 0-122-16,0-2-64 0,-6 0-6 16,1-3-1-16,-2 0-30 0,1 0-45 15,-3 0-63-15,0-4-41 0,-4 2-31 0,-2-1-47 16,-1 1-173-16,-9 1-358 15,5-2-759-15</inkml:trace>
  <inkml:trace contextRef="#ctx0" brushRef="#br0" timeOffset="16280.049">6310 3479 825 0,'0'0'46'15,"0"0"998"-15,0 0-441 0,0 0-252 0,0 0 14 16,-46-70-24-16,35 56-32 0,-1 1-26 16,-4-3-28-16,2 2-36 0,-2 4-31 15,0 3-38-15,0 0 18 0,2 3-4 16,0 3-33-16,0 1 17 0,0 0-33 15,1 4-51-15,-3 7-10 0,3 5-40 0,-1 9-13 16,4 9-1-16,1 9 3 16,5 5 25-16,2 5-4 0,2 2-21 15,0-7 0-15,8-6-3 0,3-10-12 0,2-10-18 16,2-8 14-16,3-5-17 0,1-8 9 16,6-1-3-16,-1-4-19 0,2-6-17 15,1-7-4-15,-2-2-9 0,-2-2 7 16,-2-3 29-16,0 1 16 0,-5-1 6 15,-1 3-1-15,-3-1 16 0,-3 4 0 16,-1 3 3-16,-4 3 14 0,-1 1 29 16,0 6-19-16,-3 3-12 0,2 2-12 15,-1 0 0-15,1 2 27 0,1 6 6 0,-2 3 16 16,5 3 14-16,-1 7 10 0,1-2-22 16,0 1-40-16,0-1-11 0,0-1-25 15,1-4-59-15,-3-1-74 0,3-2-18 16,2-4 17-16,-2-3-79 0,3-3-153 15,-1-1-278-15,-2 0-484 0,3-5-594 0</inkml:trace>
  <inkml:trace contextRef="#ctx0" brushRef="#br0" timeOffset="16442.608">6685 3612 1486 0,'0'0'1215'0,"0"0"-603"0,0 0-393 15,0 0-32-15,0 0 232 0,32 77 18 16,-32-59-96-16,0 0-118 0,0-1-113 0,0-3-55 15,0-3-52-15,0 1-3 0,0-3-30 16,0 1-59-16,0 1-94 0,0-3-65 16,0 2-73-16,-2-7-207 0,-2 1-448 15,2-4-421-15</inkml:trace>
  <inkml:trace contextRef="#ctx0" brushRef="#br0" timeOffset="16596.128">6676 3370 1634 0,'0'0'2130'0,"0"0"-1777"16,0 0-272-16,0 0 71 0,0 0 80 0,0 0 11 0,0 0-92 15,0 0-106-15,0 0-45 0,0 0-39 16,90-18-96-16,-71 14-90 0,4 4-75 0,-6 0-311 16,2 0-885-16</inkml:trace>
  <inkml:trace contextRef="#ctx0" brushRef="#br0" timeOffset="18901.678">7857 3156 714 0,'0'0'65'16,"0"0"1127"-16,0 0-638 0,0 0-106 0,0 0-65 15,0 0-15-15,0 0 4 16,0 0-52-16,24-67-42 0,-24 66-60 0,0 1-49 16,-1 0-26-16,-4 0-15 0,-4 0-52 15,-2 2-76-15,-5 3-10 0,-5 2-26 16,-4 4 6-16,-5 5 2 0,-2 3 16 0,-1 4 12 15,-3 2 1-15,0 6 1 16,-4 4-2-16,4 3-18 0,-3 4 3 16,3 6 14-16,1 5-18 0,3 0 1 0,3 1 15 15,8-4 3-15,4-5 31 0,10-8-10 16,4-6-9-16,3-9 21 0,7-6-5 16,6-4 5-16,1-5 16 0,5-4-22 15,3-1-11-15,1-2-16 0,3-4-12 16,1-6 12-16,0-5-24 0,-2-1-22 15,-2-1-5-15,-4-2-13 0,-2 2 0 16,-7 2 12-16,-1 1 12 0,-3 2-2 16,-3 3 20-16,-3 1 8 0,0 2 14 0,-2 2 0 15,-5-1-33-15,-2-1 30 16,-1 3-27-16,-4 0 28 0,2-1 1 0,-2 4-2 16,1 0-52-16,-2 0 15 0,4 3-15 15,-1 4-10-15,2-1-2 0,3 2-20 16,1 0-126-16,3 1-171 0,2 2-292 15,1-3-578-15,0 1-575 0,1-6 1663 0</inkml:trace>
  <inkml:trace contextRef="#ctx0" brushRef="#br0" timeOffset="19071.032">7996 3648 1922 0,'0'0'1082'15,"0"0"-810"-15,0 0-104 0,0 0 143 16,0 0 144-16,0 0-9 0,13 66-169 15,-20-48-118-15,0-4-74 0,-3 1-45 16,3-1-40-16,-1-2-28 0,3-1-11 0,-4 0-53 16,2-5-104-16,3 0-34 0,1-4-36 15,-2-2-122-15,2 0-388 0,-5-5-1072 0</inkml:trace>
  <inkml:trace contextRef="#ctx0" brushRef="#br0" timeOffset="19239.338">7929 3416 2474 0,'0'0'1187'0,"0"0"-954"0,0 0-85 15,0 0 90-15,0 0-6 0,0 0-105 16,0 0-127-16,0 0-9 0,0 0-56 16,79-53-18-16,-59 49-110 0,2 2-83 15,1-1-136-15,-6 3-387 0,5-2-1223 0</inkml:trace>
  <inkml:trace contextRef="#ctx0" brushRef="#br0" timeOffset="21010.84">4812 4460 238 0,'0'0'346'15,"0"0"1388"-15,0 0-1211 0,0 0-161 16,0 0-69-16,0 0-27 0,0 0-5 15,0 0-66-15,0 0-68 0,0 0-25 16,0 0 13-16,27 1 70 0,-18 11-47 16,1 4-46-16,-2 2-19 0,-2 6 12 15,-3-1 1-15,0 2-47 0,-3-1-37 16,0-1-2-16,0-4-17 0,0-3-47 16,-1-2 18-16,-2-1 1 0,0-6-29 0,0 2-27 15,-2-2-21-15,1-2-38 16,0-3-128-16,-5-2-185 0,2 0-240 0,1-5-636 15,-4-16-291-15</inkml:trace>
  <inkml:trace contextRef="#ctx0" brushRef="#br0" timeOffset="21174.136">4751 4314 447 0,'0'0'1084'16,"0"0"414"-16,0 0-1051 0,0 0-115 15,0 0 95-15,0 0-80 0,0 0-88 16,0 0-118-16,79-19-83 0,-61 16-58 15,2 1-12-15,-2 1-37 0,1-2-71 16,4 3-89-16,-3 0-94 0,-2 0-280 16,-4 5-692-16,-2 7-1017 0</inkml:trace>
  <inkml:trace contextRef="#ctx0" brushRef="#br0" timeOffset="21329.423">5149 4459 209 0,'0'0'2472'0,"0"0"-2028"0,0 0-78 16,0 0 79-16,0 0-153 0,76-17-180 0,-60 11-99 16,0 0-13-16,-2-1-152 0,2 1-140 15,-4 3-141-15,-2 3-222 0,-3 0-490 16,-4 4-433-16</inkml:trace>
  <inkml:trace contextRef="#ctx0" brushRef="#br0" timeOffset="21490.575">5232 4609 706 0,'0'0'23'15,"0"0"1556"-15,0 0-1047 0,0 0-77 16,0 0 39-16,0 0-60 0,0 0-127 16,0 0-79-16,0 0-62 0,0 0-87 0,90 20-79 15,-71-28-3-15,2-6-55 0,2-3-80 16,0-3-96-16,-1 0-107 0,2-1-304 16,-1-1-594-16,-7 6-590 0</inkml:trace>
  <inkml:trace contextRef="#ctx0" brushRef="#br0" timeOffset="21637.472">5610 4282 2460 0,'0'0'560'15,"0"0"-145"-15,0 0 84 0,0 0-73 0,0 0-120 16,-1 74-52-16,5-48-33 0,3 6-45 16,-1 3-63-16,-2 4-68 0,2 0-45 15,0 3-17-15,0 0-47 0,2 1-131 16,-1-2-73-16,2-4-117 0,-2-9-554 15,0 3-718-15</inkml:trace>
  <inkml:trace contextRef="#ctx0" brushRef="#br0" timeOffset="22975.171">4653 2620 49 0,'0'0'258'0,"0"0"-30"0,0 0-209 15,0 0 69-15,0 0 408 0,0 0 197 16,0 0-249-16,0 0-146 0,0 0-21 0,0 0 43 15,0 0-46-15,17-41-64 0,-15 39-56 16,-1 1-22-16,1-2-12 0,-2 3-20 16,1-2-9-16,-1 2-20 0,0-1-6 15,3 1-3-15,-3 0-9 0,3-1-7 16,-2 1 4-16,2-3-1 0,0 2-3 16,2-1 4-16,-4-1-4 0,3 0 0 15,-1 2-9-15,1-2 2 0,-2 2-2 16,-1 0-6-16,1 1-7 0,-2-2-3 0,0 2-2 15,1 0 5-15,1 0-24 16,-1 2-9-16,2 3 6 0,3 2 3 0,1 1 28 16,0 5-25-16,2 3 9 0,0 3 12 15,-1-2-22-15,-2 2 10 0,0 0-10 0,-5 2-2 16,2 0-1 0,-3 1-23-16,0-2-25 0,0 4 28 0,-4-2 6 0,-2 1-1 15,1-2-11-15,-3-3-4 0,1-1 13 16,2-5-7-16,2-4 13 0,2-3 10 15,1-3 0-15,0-2-23 0,0 0-27 16,0-7-21-16,4-1 20 0,4-10 16 16,4-2 16-16,0-8-22 0,5-6 9 15,-2 2 3-15,2-3-16 0,-4 7 44 16,1 4-9-16,-4 5 9 0,1 3 2 16,0 4 1-16,-4 3 49 0,-1 3 10 15,0 4 0-15,1-3-1 0,-1 5-18 16,-1 0-12-16,3 0-4 0,-1 5 7 15,1 2 15-15,1 1-3 0,0 3-18 0,1 3-7 16,1 3-6-16,0 3-12 0,-4 1-10 16,3 5-94-16,-1 1-44 0,-2 4-12 15,1-1-153-15,-1-1-317 0,1-3-676 16,-4-9-670-16,2 6 1836 0</inkml:trace>
  <inkml:trace contextRef="#ctx0" brushRef="#br0" timeOffset="27831.257">8590 3371 166 0,'0'0'1831'0,"0"0"-1112"0,0 0-213 16,0 0-76-16,0 0-27 0,0 0-70 0,0 0-57 16,0 0-80-16,0 0-43 0,-26-64-9 15,20 64 11-15,2 0-24 0,-2 0-34 16,-2 5 6-16,1 4-21 0,-1 4-10 16,0 5-21-16,-2 6-8 0,4 6-1 15,0 3 6-15,2 1 1 0,2 3-13 16,2-2-21-16,0-3-15 0,2 1-1 15,4-3-14-15,-1-6-3 0,4-2-24 16,1-6-7-16,2-5-41 0,-1-3-31 16,2-3-12-16,0-1-46 0,3-4-132 15,-3 0-321-15,1-5-747 0,-5 0-989 0,-2-8 1680 16</inkml:trace>
  <inkml:trace contextRef="#ctx0" brushRef="#br0" timeOffset="28073.796">8743 3463 1854 0,'0'0'1533'0,"0"0"-1203"0,0 0-82 16,0 0 159-16,0 0-107 0,0 0-116 15,77-79-74-15,-50 58-52 0,3-2-35 16,5 2-23-16,3 0-18 0,-3 11-13 16,0 4 3-16,-1 6 4 0,-5 12 24 15,-2 10 0-15,-2 8 28 0,-9 8-16 16,0 4 52-16,-8 5-18 0,-2 3 12 15,-3-2-25-15,-1-2-11 0,-1-4-7 16,0-11-3-16,1-7-12 0,3-6-18 0,-2-11-31 16,0-4-82-16,2-3-71 0,-1-4-100 15,3-8-190-15,-2 0-803 0,3-16-1143 0</inkml:trace>
  <inkml:trace contextRef="#ctx0" brushRef="#br0" timeOffset="28261.421">9187 3245 1850 0,'0'0'810'0,"0"0"-511"0,-42 76-161 0,22-38 197 15,-3 9 186-15,-3 0-161 0,-2 1-103 16,4-4-103-16,1-3-89 0,4-6-63 16,1-4-2-16,4-4-37 0,0-4-92 15,8-4-85-15,0-6-119 0,5-7-267 0,1-4-523 16,0-2-577-16</inkml:trace>
  <inkml:trace contextRef="#ctx0" brushRef="#br0" timeOffset="28499.104">9367 3203 916 0,'0'0'1845'0,"0"0"-1400"0,0 0 7 16,84-8 2-16,-60 8-97 0,1 8-122 0,-1 5-48 15,1 5-16-15,-1 1-31 0,3 5-51 16,-5 3-56-16,-2 3 4 0,-8 2-16 16,-1 6-9-16,-9 6-10 0,-2 4 16 0,-13 7-18 15,-6 1-21-15,-7 1-52 0,0-3-18 16,-1-6-7-16,1-8-9 0,6-9-9 16,1-9-16-16,7-8-62 0,1-6-118 15,5-7-188-15,3-1-471 0,3-9-526 16,0-1 195-16</inkml:trace>
  <inkml:trace contextRef="#ctx0" brushRef="#br0" timeOffset="28678.698">9899 3509 1304 0,'0'0'2191'0,"0"0"-1840"0,0 0-58 0,0 0 181 0,0 0-26 16,94 11-119-16,-70-10-77 0,6-1-89 0,2 0-101 15,4-6-62-15,3-2-40 0,-3-3-65 16,-3 4-56-16,-1-2-54 0,-6 2-63 16,-3 1-216-16,-10 5-562 0,-9 1-616 0</inkml:trace>
  <inkml:trace contextRef="#ctx0" brushRef="#br0" timeOffset="28846.024">9991 3720 108 0,'0'0'2108'0,"0"0"-1453"15,0 0-188-15,0 0 37 0,0 0-99 16,0 0-77-16,0 0-33 0,0 0-22 16,0 0-63-16,82 41-74 0,-56-39-54 15,0-2-46-15,4 0-33 0,-1-3-3 0,3-6-29 16,2-2-162-16,1-2-62 16,4 0-55-16,-7 3-109 0,18 0-1110 0</inkml:trace>
  <inkml:trace contextRef="#ctx0" brushRef="#br0" timeOffset="35518.856">11088 3534 2199 0,'0'0'684'16,"0"0"-303"-16,0 0-126 0,0 0-75 0,0 0 413 15,0 0-271-15,0 0-122 0,0 0-59 16,0 0-22-16,0 0 9 0,-71 12 25 15,61-1-35-15,-1-1-24 0,0 7-24 16,-3 0-22-16,2 5-15 0,2 3-2 16,-1 9-7-16,1 0-24 0,2 6 0 15,2 2-2-15,1 1-16 0,4-2 3 16,1-6-10-16,3-9-14 0,8-7-6 16,2-10-16-16,9-9 19 0,-2 0 17 15,9-12-2-15,1-9 0 0,2-4-16 0,1-7-5 16,1-3 8-16,-2-2-12 15,-3-2-24-15,-3 1 24 0,1 0 16 0,-4 3 15 16,-3 4 8-16,-4 3 2 0,-7 5 10 16,-3 3 1-16,-6 4 0 0,0 2 31 15,-10-2 17-15,-3 1-5 0,-3 3-43 16,-2-4-1-16,1 4-36 0,0 1 34 16,1 3 3-16,3 3-11 0,2 5 10 0,2 0-16 15,2 0-26-15,-1 11-21 0,0 2-16 16,4 4-39-16,-1 3-94 0,4 3-102 15,1 2-216-15,0-7-456 0,3 7-470 16</inkml:trace>
  <inkml:trace contextRef="#ctx0" brushRef="#br0" timeOffset="35695.046">11837 4032 4099 0,'0'0'509'16,"0"0"-377"-16,0 0-112 0,0 0-20 16,0 0-62-16,0 0-82 0,0 0-104 0,0 0-263 15,0 0-809-15,0 0-1155 0</inkml:trace>
  <inkml:trace contextRef="#ctx0" brushRef="#br0" timeOffset="36939.25">11820 4123 208 0,'0'0'541'0,"0"0"1101"0,0 0-1178 16,0 0-118-16,0 0 42 0,0 0-28 16,0 0-13-16,-10-79-96 0,9 64-14 15,1 0-37-15,0 2-32 0,0 0-40 0,0 3-40 16,5-1-24-16,-2 6-46 16,0 2-17-16,1-1-1 0,-1 3-15 0,0 0-7 0,-2 1-14 15,1 0 6-15,-2 0 5 0,0 0 24 16,0 0 0-16,0 0 0 0,0 1 2 15,0-1 0-15,0 1-1 0,0 1-19 16,0 0-30-16,0-2-24 0,0 0-40 16,0 0-52-16,0 1-68 0,0 2-138 15,0 0-324-15,7-2-766 0,-14-15-682 0</inkml:trace>
  <inkml:trace contextRef="#ctx0" brushRef="#br0" timeOffset="37761.43">13534 3250 1482 0,'0'0'510'0,"0"0"679"16,0 0-810-16,0 0-54 0,0 0 51 15,0 0-26-15,0 0-76 0,93 85 25 16,-68-44-98-16,-2 3-58 0,-2 4-34 15,-3 5-3-15,-1 2-10 0,-3 3-17 16,-4 2-40-16,-4 5-36 0,-2 3-3 16,-1 0 0-16,0-1-21 0,-1-4-27 15,2-9-16-15,3-10-14 0,2-14 11 16,0-10 7-16,-1-11 17 0,5-9 19 16,2-4-21-16,2-13-1 0,3-9-3 15,-1-10 49-15,1-7-15 0,0-10-3 16,-3-7 15-16,3-2 0 0,-5-6-27 0,-1-1 14 15,-4 1-20-15,-1 2-46 0,-4 2 5 16,1 7 29-16,-3 10 20 0,0 7 10 0,2 13 18 16,0 11 3-16,3 9 52 15,2 7-12-15,1 3 5 0,6 13 13 16,-1 8 6-16,6 8 0 0,-3 7 15 0,2 9-24 16,1 2 26-16,-3 5-20 0,-2 2-31 15,3-1-5-15,-4-4-28 0,3-7 24 16,-2-7-22-16,0-9 22 0,-1-6 3 15,0-7-6-15,-1-8 7 0,-3-3-7 16,0-3 6-16,2-2 3 0,-1-4 43 16,3-7 11-16,2-7-27 0,3-6-21 0,2-5-8 15,-1-6-28-15,2-2-3 0,-1-4-58 16,-1-1-14-16,-3 0-28 0,-1 1-17 16,-3 1-29-16,1-1-35 0,-5 0-84 15,0 5-282-15,-2 10-714 0,-3-7-1062 0</inkml:trace>
  <inkml:trace contextRef="#ctx0" brushRef="#br0" timeOffset="38139.898">14993 3235 1831 0,'0'0'1412'0,"0"0"-968"15,0 0-142-15,0 0-57 0,0 0 84 16,0 0-37-16,0 0-56 0,0 0-75 16,0 0-15-16,0 0-6 0,44 69 20 15,-35-28 25-15,-1 4-55 0,-2 3-43 16,-1 1-27-16,-2 2-14 0,0-1-10 16,-3 3-33-16,0 1 9 0,-6 2-11 15,1-1-1-15,0 0-2 0,4-3-49 16,1-6-70-16,0-10 82 0,1-10 37 15,4-7 2-15,-1-10-3 0,0-6-15 0,-1-2 3 16,4-1-2-16,3 0 17 16,4 0 19-16,4 0-7 0,5 0-10 0,4 1-2 15,0 1-3-15,3-2 1 0,-1 1 1 16,0-1 1-16,-1 0 0 0,1-3-2 0,1-5-32 16,-1-1-44-16,1-5-22 0,-1 0-39 15,0-5-49-15,1 0-55 0,-2 1-102 16,0 1-189-16,-2 4-213 0,-10 3-491 15,3-5-1113-15</inkml:trace>
  <inkml:trace contextRef="#ctx0" brushRef="#br0" timeOffset="38544.872">15786 3567 901 0,'0'0'2386'0,"0"0"-2049"0,0 0-160 0,0 0 81 16,0 0 91-16,0 0-46 16,0 0-43-16,-37 74-37 0,34-38-37 15,1 8 8-15,2 8 18 0,0 3-46 0,0 3-36 16,0-3-34-16,5-4-53 0,7-5-25 16,4-8-18-16,4-8-31 0,3-8-2 15,3-12 32-15,2-9-37 0,4-5-34 16,5-14-4-16,3-11 4 0,2-10-16 15,3-7-17-15,-2-6-8 0,-1-1-8 16,-5 0 42-16,-4 0 22 0,-7 3 20 16,-7 4-18-16,-10 4 25 0,-9 2 18 15,-6 3 12-15,-10 5 76 0,-10 0-28 16,-4 3-11-16,-2 6-16 0,-4 6 19 0,3 8-22 16,1 9 12-16,-1 5 19 0,1 12-13 15,2 5-36-15,1 3 1 0,2 5-2 16,4-2-1-16,3-2-34 0,7 3-34 0,3-4-137 15,3 4-80-15,4-4-273 16,1-3-709-16,2 2-1019 0</inkml:trace>
  <inkml:trace contextRef="#ctx0" brushRef="#br0" timeOffset="38824.387">17151 3201 3127 0,'0'0'1033'0,"0"0"-675"0,0 0-115 0,-116 56 42 16,69-19-66-16,-1 9 28 0,3 8-11 15,4 6-58-15,6 7-48 0,9 5 8 16,7 6 19-16,8-1-46 0,8-2-32 16,5-5-31-16,16-6-15 0,13-12 3 15,9-10-3-15,10-8-18 0,2-9-15 0,6-7-42 16,0-7-3-16,-4-8 15 15,0-3-15-15,-8-7-61 0,-5-7-20 0,-6-3-4 16,-8 0-20-16,-8-4-1 0,-7-1-22 16,-8 1-57-16,-4 0-120 0,-11-3-248 15,-10 1-493-15,1 6-166 0,-20-14 1 0</inkml:trace>
  <inkml:trace contextRef="#ctx0" brushRef="#br0" timeOffset="38980.049">16926 3742 1975 0,'0'0'2072'0,"0"0"-1620"15,0 0-107-15,0 0-39 0,0 0-33 0,84 31 61 16,-47-29-32-16,5-2-100 0,3-5-82 16,5-8-69-16,-1-5-48 0,-2-1-3 15,1-3-87-15,-8 0-79 0,-1-2-63 16,-4 1 0-16,-5 3-53 0,-4 0-157 0,-6 5-282 16,-7 5-496-16,-7 3-285 15,-6 7-61-15</inkml:trace>
  <inkml:trace contextRef="#ctx0" brushRef="#br0" timeOffset="39093.952">17466 3659 1896 0,'0'0'1085'0,"0"0"-450"0,-33 73-109 0,27-42-110 16,-1 5-115-16,2 4-126 0,3 2-72 16,2 0-39-16,0 1-15 0,0 0-49 15,0-3-6-15,0 0-107 0,0-4-91 16,0-2-85-16,0-4-148 0,-1-8-712 16,-1 3-1094-16</inkml:trace>
  <inkml:trace contextRef="#ctx0" brushRef="#br0" timeOffset="64347.325">19083 3229 1623 0,'0'0'1508'0,"0"0"-1297"16,0 0-75-16,0 0 54 0,0 0 50 0,0 0-26 15,0 0-33-15,-80 99-32 0,58-56-38 16,2 7 0-16,-3 6 12 0,-2 6 18 15,1 3-68-15,-3 2-39 0,0 2-19 16,1-3-15-16,3-3-1 0,2-8-1 16,5-8-19-16,2-9-1 0,6-12-27 15,3-9-6-15,3-6-64 0,2-11-10 0,0 0-7 16,4-10-7-16,5-6-53 0,5-11-92 16,2-5-53-16,4-10 32 0,-2-6 27 15,4-6-62-15,-2-5-60 0,-3-2-8 16,2-1 123-16,-2-1 123 0,-1 1 61 15,-1 3 105-15,-4 4 137 0,-1 8 166 16,-3 8 86-16,2 10 13 0,-4 7 1 16,-2 9-54-16,2 5-53 0,-1 6-59 0,0 2 21 15,3 2-7-15,1 8-56 0,0 6-50 16,5 7-6-16,0 7 2 0,0 7-37 16,2 6 0-16,-1 9-19 0,2 2-12 15,-4 3-42-15,0 2-13 0,-1-1-16 16,-3-4-2-16,1-6-2 0,-2-3-1 15,-3-7-12-15,2-5 13 0,-3-9-20 16,0-3-11-16,-3-7-31 0,1-4-24 0,-1-2-10 16,0-7-25-16,0-1-9 0,-4 0 31 15,-5-6-26-15,-1-5-25 0,-6-2-13 16,0-4 50-16,-5-2-43 0,-1-4 38 16,-2-2 85-16,-2-1 35 0,-2-1 63 15,0 0 41-15,-1 2-67 0,4 3 51 0,5 7 50 16,7 2-4-16,4 8-25 0,6 2 2 15,3 3-18-15,0 0-4 0,3 0-12 16,8 0-28-16,7 0-15 0,6 0-4 16,4 1-28-16,6-1-2 0,3 0-36 15,0 0 2-15,1-4-95 0,1-2-69 16,-1-2-71-16,1 1-237 0,-4 0-748 16,-8 1-753-16,4 0 1864 0</inkml:trace>
  <inkml:trace contextRef="#ctx0" brushRef="#br0" timeOffset="64698.09">19612 3564 313 0,'0'0'2531'15,"0"0"-1777"-15,0 0-445 0,0 0-117 0,0 0 70 16,0 0-37-16,0 0-64 16,0 0-60-16,0 0-55 0,0 0-22 0,-88 76-22 15,71-61 0-15,3 1-2 0,2-2 0 16,2-4-3-16,4-3-12 0,5-2-3 15,1-3-13-15,1 2-21 0,9-1 33 16,3 2 17-16,5 2-10 0,2 2-6 16,3-4-4-16,1 4 1 0,-1-1 20 15,0 0 1-15,-3 2 0 0,-6 1 15 16,-6 0 22-16,-1 3 46 0,-7-2 36 0,0 2-48 16,-7 4 2-16,-4 1-15 0,-5 1-25 15,-6 1-11-15,-1-2-10 16,-3-2-12-16,3-3-27 0,1-2-33 0,2-2-20 15,4-8-5-15,4-2-50 0,1 0-37 16,4-6-32-16,2-8-66 0,5-3-142 16,0-6-271-16,4-7-898 0,1 7 126 0,12-18 1420 15</inkml:trace>
  <inkml:trace contextRef="#ctx0" brushRef="#br0" timeOffset="65016.61">20056 3503 1178 0,'0'0'1300'15,"0"0"-293"-15,0 0-694 0,0 0 2 16,0 0 20-16,0 0-54 0,-85 76-35 16,57-51-75-16,0 0-68 0,3 0-54 0,2-2-36 15,7-2-13-15,4-5-27 0,4 0-1 16,5-6-14-16,3-1-38 16,0-2-54-16,8 0 42 0,3-2 37 0,6 0 31 15,0 2 24-15,3-2 3 0,-2 1 9 16,1-1-9-16,1 2 9 0,-1 1 1 15,-5 2 23-15,0-1 44 0,-3 2-10 16,-3 1-6-16,1 4 25 0,-2-1-25 0,-3 1 6 16,-2-2-40-16,-2 1-28 0,0 1 19 15,-7 1-6-15,-2-1-15 0,-1 1-12 16,1-3 10-16,0-6-156 0,3-4 48 16,1-4-24-16,2-1-28 0,3-10-57 15,0-6-72-15,3-6-37 0,8-8-451 16,4-4-489-16,-2 5-233 0,12-16 1322 0</inkml:trace>
  <inkml:trace contextRef="#ctx0" brushRef="#br0" timeOffset="65415.664">20291 3652 124 0,'0'0'2774'0,"0"0"-2148"0,0 0-216 0,0 0-37 16,9 80-11-16,-11-56-3 0,-4-1-73 16,3-1-79-16,-1-3-80 0,4-5-70 15,0-2-29-15,0-5-26 0,7-1-2 0,2-2-31 16,7-3-8-16,1-1-34 0,3 0 4 15,2 0 14-15,-2 0-12 0,2 0-24 16,-2 0 6-16,0 0 27 0,0 2-15 16,0 3 51-16,-1 0 4 0,1-4-19 15,-2 0-57-15,3-1 51 0,2 0 43 16,3-7-2-16,0-1-12 0,-3-5-115 16,2-3-15-16,-2-2 79 0,-2 0 65 15,-2-3-25-15,-5 1 22 0,-5 0-40 16,-9 1 43-16,0 5 65 0,-3 4 30 15,-5 4 4-15,-5 3 11 0,0 3-39 16,-1 0-7-16,-1 6-3 0,-1 5-15 0,0 5 9 16,-1 4 9-16,4 3 15 0,-3 3 4 15,5 0 20-15,-1-1-18 0,2 0-10 16,4-6-26-16,3-1-30 0,3-4-19 16,0-2 0-16,5-3 9 0,3-3-9 15,4 1-45-15,-1-5-31 0,8 1 9 0,4-1-2 16,6-2-32-16,8 0 19 0,5-1 12 15,5-5-159-15,1-4-158 0,4-4-325 16,0 0-694-16,-12 2-871 0,19-10 2179 16</inkml:trace>
  <inkml:trace contextRef="#ctx0" brushRef="#br0" timeOffset="65960.45">22108 3515 215 0,'0'0'3042'0,"0"0"-2620"16,0 0-239-16,0 0 22 0,8-77 81 0,-13 66-26 15,-2 4-11-15,-4 4-41 0,-3 3-58 16,0 0-59-16,-2 3-12 0,-5 9-24 0,-4 7-13 16,-3 10 1-16,-2 11 20 0,-1 10 7 15,-4 7 24-15,5 4-1 0,2-1-44 16,5-5-10-16,6-5-12 0,11-10 13 16,6-10-40-16,0-10-3 0,12-4-31 15,5-11 1-15,5-5-12 0,5-4 5 16,3-13-14-16,6-7-3 0,0-7-55 15,1-3-7-15,-1 0 4 0,-5-1 33 16,0 2 30-16,-3 1 10 0,-5 2-1 16,-4 2 6-16,-6 1 10 0,-3 5-2 15,0 4 29-15,-5 5 24 0,-3 7 9 0,1 4 31 16,-3 2 16-16,3 5 14 0,0 5-24 16,2 6 3-16,0 5-16 0,4 5-20 15,-5 0-19-15,3 5 3 0,-2-3 12 0,1-4-12 16,3 0-20-16,0 0-1 0,4-5 0 15,-1-1 0-15,1-1-12 0,0-2-60 16,-2-2-44-16,-1-3-26 0,5 1-13 16,-1-4-50-16,0 0-102 0,3-2-135 15,-2-1-222-15,1-4-112 0,-5 0-460 16,4 0-233-16</inkml:trace>
  <inkml:trace contextRef="#ctx0" brushRef="#br0" timeOffset="66869.072">22656 3177 78 0,'0'0'2399'16,"0"0"-1945"-16,0 0-79 0,0 0-36 0,0 0 48 16,0 0 4-16,0 0-89 0,0 0-109 15,-26 67-58-15,15-23-37 0,-3 13-7 16,-3 15 85-16,-2 7-6 0,-4 6-55 0,-2 1-39 15,0-4-40-15,5-6-36 16,6-12-1-16,6-13-2 0,8-13 0 0,5-15-30 16,9-8-28-16,5-10-45 0,5-3-24 15,8-4 9-15,3-15-89 0,2-11-72 16,3-12-239-16,-1-7-564 0,-1-3-368 16,-12 9-277-16,8-19 1654 0</inkml:trace>
  <inkml:trace contextRef="#ctx0" brushRef="#br0" timeOffset="67050.11">22954 3059 199 0,'0'0'2735'0,"0"0"-2262"0,0 0-190 0,0 0 15 15,0 0 28-15,0 0-50 0,0 0 10 16,-22 94-63-16,21-46-34 0,0 6-7 16,-2 7-33-16,-1 5-46 0,-1 0-49 15,-4 0-18-15,-1-1-35 0,-2-3-1 0,1-5-33 16,0-6-61-16,4-6-30 0,5-7-31 15,2-7-21-15,0-6-38 0,6-8-68 16,7-5-169-16,-1-6-535 0,2-3-504 16,-4-3-126-16,11-3 1613 0</inkml:trace>
  <inkml:trace contextRef="#ctx0" brushRef="#br0" timeOffset="72928.065">24867 3698 646 0,'0'0'2271'0,"0"0"-1896"0,0 0-178 0,-61-82 226 16,48 54-128-16,1 0-133 0,3 0-7 15,1-2 73-15,3 1-90 0,2-1-22 16,0 4 110-16,1 4-44 0,-1 5-63 16,-1 5-22-16,0 5-19 0,-2 0-23 15,0 3-40-15,-3 4 6 0,-5 4-7 16,1 10-14-16,-5 11-21 0,-4 10 0 15,-1 12 21-15,-2 10 12 0,-1 8 3 0,-1 7-15 16,1 5-10-16,4 4-2 0,2-1 0 16,7-7 9-16,6-12-21 0,7-15-1 15,3-15-8-15,11-13 0 0,4-10-19 16,5-8 28-16,3-1 12 0,5-15-3 0,1-7-12 16,4-8-10-16,3-6-18 0,-2-3 10 15,0-3 8-15,-3 1-8 0,-1 2 2 16,-5 1 25-16,-2 5 18 0,-7 1 1 15,-5 4 14-15,-3 4 7 0,-4 2-10 16,-2 8 30-16,-2 4 1 0,-3 6-4 16,1 4-24-16,1 1-15 0,-2 6-19 15,2 7 19-15,1 8 0 0,-1 6 43 16,-1 8-16-16,2 3 13 0,-1 3 2 16,1 0 9-16,3-3-31 0,0-4-20 15,0-4-28-15,4-4 4 0,-1-4-21 16,-1-6-46-16,3-2-49 0,1-3-70 0,0-3-60 15,1-1-137-15,1-4-238 16,-3 0-427-16,4-3-416 0</inkml:trace>
  <inkml:trace contextRef="#ctx0" brushRef="#br0" timeOffset="73078.637">25198 4082 287 0,'0'0'2148'0,"0"0"-1745"0,0 0-150 15,0 0 70-15,0 0-63 0,0 0-15 16,30 79-27-16,-25-59-84 0,-4 2-57 15,1 1-64-15,-2-1 145 0,0 1-84 16,0-8-74-16,0 1-28 0,-5-5-3 16,2-3-80-16,1 3-35 0,-4-5-7 15,3-4-58-15,1-2-66 0,1-5-153 0,-1-2-531 16,2-12-295-16</inkml:trace>
  <inkml:trace contextRef="#ctx0" brushRef="#br0" timeOffset="73242.106">25296 3777 1721 0,'0'0'1764'0,"0"0"-1385"16,0 0-168-16,0 0-42 0,0 0 82 15,0 0-57-15,0 0-62 0,0 0 6 16,0 0-116-16,99-33-22 0,-75 29-89 16,3 2-77-16,0-1-93 0,-1 0-117 15,-3 3-278-15,-7-2-565 0,7 0-565 0</inkml:trace>
  <inkml:trace contextRef="#ctx0" brushRef="#br0" timeOffset="73901.201">26396 3804 1429 0,'0'0'292'0,"0"0"509"16,0 0-386-16,0 0-11 0,0 0 17 0,3-67-37 15,-3 56-83-15,-2 3-51 16,-4 3-41-16,-2 5-31 0,-5 0 17 0,-5 10-68 16,-2 9-48-16,-3 12-15 0,-3 6-19 15,3 6-5-15,-1 2-13 0,2-1-12 16,8-7 6-16,2-7-19 0,9-11-2 16,3-7-33-16,9-6 12 0,5-6 3 15,6 0 4-15,2-7 13 0,4-7-11 0,4-7-72 16,-2-1-23-16,-2-1 19 0,-2-2 18 15,-3 0 21-15,-4 2 19 0,-1 0-7 16,-2 2 13-16,-4 2 12 0,-3 6 12 16,-3 4 21-16,-1 4 7 0,-3 5 2 15,0 0 37-15,2 10-49 0,2 5 25 0,1 3 12 16,-1 6-19-16,0 1-15 0,3 0 1 16,-1-2 5-16,1-2-12 0,1-5-15 15,0-4-54-15,1-5 2 0,-1-3 9 16,3-2-33-16,-1-2-46 0,0 0-73 15,0-7-88-15,1-2-194 0,-3 0-482 16,0-7-449-16</inkml:trace>
  <inkml:trace contextRef="#ctx0" brushRef="#br0" timeOffset="74183.055">26667 3707 1571 0,'0'0'1393'16,"0"0"-1149"-16,0 0 17 0,0 0 153 15,16 80-22-15,-8-58-110 0,2-2-91 0,-1 2-96 16,2-3-28-16,-1 2-41 0,-2-2-24 16,-2 0-4-16,-1 2-14 0,-3-2 13 15,-2 2-61-15,0-1-34 0,-7-1 6 16,2 0 14-16,-1-4 38 0,3-8 40 16,3-4 1-16,0-3 24 0,0 0-13 15,9-7 59-15,4-5-18 0,5-4 5 16,2-4-12-16,4-3-13 0,2-5-33 15,0 2-12-15,3-1-16 0,0-1-83 16,1 1-95-16,0 2-52 0,-1 0-131 0,-7 8-306 16,6-2-745-16</inkml:trace>
  <inkml:trace contextRef="#ctx0" brushRef="#br0" timeOffset="74478.806">27157 3811 339 0,'0'0'2636'0,"0"0"-2246"0,0 0-215 16,-20 65 87-16,20-50 131 0,0-5-98 0,4-4-178 15,12-1-95-15,3-5-4 0,5-5 87 16,6-7-69-16,3-6-36 0,4-5-102 16,-3-1 25-16,0-3 25 0,-5 0 21 15,-5 2-22-15,-4 1 19 0,-7 4 33 16,-6 2 1-16,-6 3 68 0,-1 4 16 16,-10 2-54-16,-4 3 7 0,-5 6 53 15,-3 0-41-15,-4 7-34 0,-1 9 10 16,-3 11 24-16,1 5 15 0,2 4-12 15,-1 2 3-15,5 3 12 0,3-2 70 0,3-4-48 16,6-3-24-16,9-5-65 0,2-3 0 16,5-6-1-16,14-6 1 0,4 0-15 15,9-7-122-15,7-3 40 0,3-2-62 16,2-2-74-16,5-7-109 0,2-3-284 16,-15 4-483-16,18-9-941 0</inkml:trace>
  <inkml:trace contextRef="#ctx0" brushRef="#br0" timeOffset="75067.311">28198 3791 1186 0,'0'0'1709'0,"0"0"-1303"0,0 0-129 15,0 0-59-15,0 0 131 0,0 0-79 0,0 0-66 16,0 0-34-16,0 0-11 0,0 0 21 16,71 12 33-16,-55 19-103 0,-3 8-68 0,-4 1-11 15,-2 2-29-15,-2-2 15 0,1-3-17 16,-1-6-21-16,1-9-22 0,-1-8-45 16,1-4 9-16,3-8 0 0,-1-2-9 15,4-1 14-15,4-11 4 0,0-6-25 16,4-5 3-16,-2-2 0 0,1-5 37 15,1-1 36-15,-4 0 19 0,4-2 15 16,-2 0 0-16,-5 0 13 0,1 2 5 16,-2 3 14-16,-4 6 17 0,-2 6 3 15,0 6 13-15,-3 8-1 0,-3 2-11 16,0 0-14-16,0 10-17 0,1 9 24 16,-1 5 24-16,0 7-15 0,-1 6-6 15,-6 2 8-15,-1-2-29 0,3 0-30 0,-1-11-13 16,4-2-34-16,2-8-2 0,0-4 3 15,0-3-37-15,2-3-24 0,4-2-16 16,-2-3-11-16,2-1-5 0,1 0-33 16,1 0-44-16,0 0-165 0,2-1-257 0,-2 1-359 15,5-7-231-15</inkml:trace>
  <inkml:trace contextRef="#ctx0" brushRef="#br0" timeOffset="75380.039">28887 3751 2684 0,'0'0'581'0,"0"0"-317"0,-11 72-55 16,2-32 181-16,-2 0 26 0,3-1-90 0,3-3-66 15,1-10-126-15,4-5-85 0,6-7-48 16,3-5-1-16,4-5-24 0,7-4 18 16,0 0-6-16,5-12 12 0,3-2-64 0,-1-8-58 15,0-1 15-15,-2-3 6 0,-2 0 42 16,-4 0 26-16,-1-1 5 0,-5 1 13 15,-3-1 15-15,-5 2 39 0,-5 2 11 16,0 4-10-16,-5 3 15 0,-3 6 24 16,-2 6 22-16,-1 4-22 0,-1 4-54 15,-1 8-25-15,-5 9 2 0,1 1 11 16,-2 2 17-16,5 1-2 0,1-2-28 16,3-3-9-16,4-4-92 0,2-2-79 15,4-7-71-15,0-4-92 0,5-3-123 16,9-4-195-16,-3-2-413 0,11-17-708 0</inkml:trace>
  <inkml:trace contextRef="#ctx0" brushRef="#br0" timeOffset="75678.067">29287 3659 3022 0,'0'0'545'0,"0"0"-305"0,0 0 38 16,3 81 76-16,-11-45-55 0,-2 3-26 15,2-1-68-15,2-3-117 0,1-3-88 0,3-4-16 16,2-9-33-16,0-2-55 0,5-6 1 15,6-4 17-15,1-7-9 0,1 0-77 16,5-6 24-16,1-6 21 0,2-6-22 16,1-2 6-16,-2-2 35 0,2-1 74 15,-2-1 30-15,0 0 4 0,0 1 13 0,-1 4 6 16,-5 4 9-16,-1 4 83 16,-6 5 32-16,-2 6-10 0,-4 0 10 0,-1 10-5 15,0 5-21-15,0 4-10 0,0 3-27 16,0 0-4-16,-1 2-24 0,-2-1-50 15,3 1-2-15,0 1-39 0,3-2-16 16,2 0-166-16,6-3-68 0,4-1 75 16,1-3-285-16,0-1 139 0,11-2-1157 0</inkml:trace>
  <inkml:trace contextRef="#ctx0" brushRef="#br0" timeOffset="76105.374">29853 3759 3034 0,'0'0'797'16,"0"0"-410"-16,0 0-232 0,0 0 65 15,0 0 29-15,84-29-47 0,-53 22-62 16,7 0-88-16,3 0 6 0,1 0-34 15,2 3 10-15,0 0-19 0,-5 1-15 0,-3 1-2 16,-2 1-16-16,-9-1 16 0,-5 2-2 16,-6 0-26-16,-6 4 0 0,-4 2-4 15,-4 2-2-15,0 4 17 0,-4 2-8 16,-7 1 27-16,-2 3 11 0,-3 3-11 16,-2-1-3-16,-2 5-18 0,-3 0 18 15,3 3 1-15,-5 2-20 0,3 0 20 0,-1-1-1 16,4 2 1-16,3-7 2 0,6-4 18 15,8-3 1-15,2-5 11 0,6-5 4 16,10-1-1-16,3-2 25 0,5-4-9 16,5 0-7-16,3-10-2 0,1-4-28 15,2 0-12-15,-4-2 0 0,2-2-49 16,-4 1-42-16,1-1-46 0,-1 0-64 16,2-1-85-16,-3 0-147 0,-3 7-516 15,9-12-675-15</inkml:trace>
  <inkml:trace contextRef="#ctx0" brushRef="#br0" timeOffset="76483.116">30683 3810 3665 0,'0'0'541'0,"0"0"-451"0,0 0 10 0,0 0 147 15,0 0-47-15,0 0-32 0,0 0-52 16,105-19-91-16,-72 4-25 0,1-2-73 15,-1-4-38-15,-2-1-5 0,-2-3-16 16,-4 1-25-16,-6 3-44 0,-4-2 5 16,-9 4 76-16,-4-1 60 0,-2 0 60 15,-9 2 25-15,-5 1 10 0,-2 4 19 16,-3 6 12-16,-1 2-20 0,-2 5 23 16,-2 9-57-16,-1 7 57 0,1 7 70 15,-2 7 25-15,-2 5-8 0,2 7-42 16,-1 1-4-16,3 4 3 0,1-2-16 0,7-4 10 15,5-5 2-15,4-6-3 0,7-7-100 16,0-4-6-16,10-3-39 0,3-4-4 16,5-4-2-16,1-2-107 0,2-5-9 15,5-1 5-15,1-5-37 0,5-5-100 16,0-6-149-16,-1 2-9 0,1-4 204 0,-3-4-755 16,-3 2-162-16,-4-4 506 0,-2-3 214 15</inkml:trace>
  <inkml:trace contextRef="#ctx0" brushRef="#br0" timeOffset="76721.084">31051 3752 175 0,'0'0'649'0,"0"0"-141"0,26-74 29 15,-19 56-90-15,1 6-30 0,0 4-131 16,-1 6 11-16,-3 2 17 0,2 3-20 16,-1 8 19-16,-2 4-18 0,-1 7-46 15,-2 2-40-15,0 0-11 0,-8 2 70 16,0 0-68-16,-3 0-37 0,2 1-33 16,0 0-60-16,2 0-40 0,1-3-9 0,0-1-21 15,4-2-3-15,-5-1-39 0,2-6-7 16,4 1-29-16,1-2-16 0,0-5-6 15,1-3 37-15,4-4 8 0,6-1 1 16,4 0 54-16,3-8 18 0,6-10-16 16,1-4-2-16,6-6-1 0,0-7-20 15,1-5-22-15,1-3-48 0,0 0-82 0,-3 0-111 16,-1 3-144-16,-1 5-227 0,-8 10-558 16,7-6-751-16</inkml:trace>
  <inkml:trace contextRef="#ctx0" brushRef="#br0" timeOffset="77025.347">31584 3670 1668 0,'0'0'1898'0,"0"0"-1595"0,-48 72 2 15,30-41 70-15,0 0 40 0,5-5-119 0,5-3-135 16,6-7-137-16,2-4-24 0,5-5-22 16,7 0 7-16,6-4-3 0,6-3-1 15,4 0 17-15,6-10 2 0,2-8-94 16,3 1-31-16,1-4 30 0,-3-1 37 15,-6 1-25-15,0-1-45 0,-9 3 78 16,-5-2 47-16,-5 3 3 0,-7-1 25 0,-5 2 15 16,0 3-9-16,-12 1 12 15,-1 5 24-15,-5 6-15 0,-4 2 18 0,-3 12-42 16,-3 7 20-16,-3 8 47 0,0 4 33 16,2 0 2-16,1-2-24 0,6 1-42 15,0-3-64-15,4 0-3 0,7-3-109 16,4 0-128-16,7-3-41 0,8 0-99 0,5-7-147 15,25-1-1635-15</inkml:trace>
  <inkml:trace contextRef="#ctx0" brushRef="#br0" timeOffset="77199.817">32604 3986 4255 0,'0'0'783'0,"0"0"-406"15,0 0 111-15,0 0-105 0,0 0-248 16,0 0-135-16,0 0-47 0,-98-48-55 0,74 38-76 15,-10 2-94-15,9 2-243 0,-27-1-1012 0</inkml:trace>
  <inkml:trace contextRef="#ctx0" brushRef="#br0" timeOffset="79651.715">1596 6325 1674 0,'0'0'1544'0,"0"0"-1330"16,0 0-125-16,0 0 148 0,0 0 125 15,0 0-2-15,0 0-113 0,0 0-118 16,0 0-65-16,0 0 74 0,88-9 91 0,-46 9-71 16,8 1-85-16,4-1-10 0,4 0-29 15,-1 0-7-15,2-4-6 0,0-2-19 16,2-4-2-16,1-5-12 0,0-1 9 16,-3-3-109-16,-6-2-46 0,-5 0 0 15,-7 2-28-15,-6 0-56 0,-8 2-150 16,-9 1-288-16,-8 4-627 0,-10 0-579 0</inkml:trace>
  <inkml:trace contextRef="#ctx0" brushRef="#br0" timeOffset="79862.675">2189 6197 973 0,'0'0'391'16,"0"0"249"-16,0 0-77 0,0 0-218 15,-35 83-35-15,34-57 25 0,1 0 6 16,0 7-53-16,7 3-45 0,7 6-52 0,-1 6-34 15,3 3-43-15,-3 6-35 0,2 1-42 16,0 0-37-16,-3-1-1 0,2-5-26 16,-1-4-16-16,3-6-83 0,0-6-52 15,4-6-5-15,4-7-62 0,5-6-97 16,-8-8-279-16,17-4-958 0</inkml:trace>
  <inkml:trace contextRef="#ctx0" brushRef="#br0" timeOffset="80221.363">2977 6618 2775 0,'0'0'1295'16,"0"0"-1052"-16,0 0-128 0,0 0 92 16,0 0 103-16,-81 76-26 0,63-45-77 0,5 1-80 15,1 0-30-15,4-4-30 16,3-4-37-16,5-6-27 0,0-5 9 0,0-3-12 15,2-4-31-15,6 0 0 0,1-5-20 16,2-1-22-16,5-1-21 0,3-9-12 16,4-7 15-16,1-2-22 0,2-5-12 0,-4-2-13 15,1 0 7-15,-3 0 23 0,-4 2 19 16,-3 5 8-16,-4 4 13 16,-3 5 68-16,-2 4 13 0,-4 3 36 0,1 3 72 15,-1 3 23-15,2 3-27 0,0 4-56 16,3 5 19-16,-1 2 17 0,2 2-8 15,1 2-13-15,2 1 27 0,-4-4-36 16,3-5-67-16,-1-3-43 0,2-4-14 16,1 0 2-16,0-5-15 0,4-1-52 15,2-4-58-15,3-5-78 0,-3-4-172 16,-4 1-577-16,3-5-878 0</inkml:trace>
  <inkml:trace contextRef="#ctx0" brushRef="#br0" timeOffset="80685.712">3435 5957 2880 0,'0'0'384'0,"0"0"-276"0,0 0 140 15,0 0 167-15,0 0 16 0,13 69-98 16,-4-25-64-16,2 8-64 0,1 8-2 16,-3 5 18-16,-1 6-63 0,-4 7-83 0,-2 1-54 15,-2 1-21-15,0-1-12 16,0-6 0-16,-2-8-18 0,2-14-6 0,0-10-31 16,2-14-12-16,7-9-27 0,-2-8 0 15,6-7-42-15,0-3 20 0,1-3-9 16,1-12 5-16,2-5 25 0,-4-5-13 0,1-10 16 15,1-1 11-15,-4-2 13 16,1-1 5-16,-5 6 13 0,0 3 44 0,-1 7 18 16,-3 9 96-16,1 6 52 0,-4 7-3 15,0 1-3-15,0 0-14 0,0 5-24 16,0 1-52-16,0 2-3 0,0 3 27 16,0 5 0-16,0-1 9 0,0 2-27 15,0 1-26-15,0 1-32 0,0-1-1 16,0 0-26-16,0-2-19 0,0-3-23 15,7-1-62-15,1 0 0 0,2-1-10 0,2-3-22 16,3-1-49-16,2-3-163 16,5-4-185-16,0 0-193 0,-4-5-285 0,11-13 250 15</inkml:trace>
  <inkml:trace contextRef="#ctx0" brushRef="#br0" timeOffset="81029.951">4064 6617 2914 0,'0'0'714'16,"0"0"-446"-16,0 0-100 0,1 80 56 15,-5-50 175-15,-1-6-92 0,1-6-100 16,4-6-130-16,0-7-77 0,1-5 0 16,8 0 0-16,4-4 3 0,9-11 15 15,2-5-18-15,5-5-76 0,0-8-49 16,0 0-16-16,-6 2-15 0,-3 1 33 16,-3 6 40-16,-5 1-10 0,-9 7 9 15,-3 5 10-15,-11 3 74 0,-7 6 6 16,-8 2 140-16,0 6-75 0,-4 12 12 0,2 6-6 15,-1 5 12-15,2 6-6 16,1 3 21-16,5 4 24 0,5-4-15 0,4-2-31 16,5-7-60-16,7-4-22 0,0-6-16 0,10-3-35 15,9-6-19-15,5-4 33 16,8-4 22-16,4-2 3 0,3-5-52 16,3-2-1-16,-2-2-29 0,0 1-23 15,1 3 16-15,-5 2 82 0,-6-2-228 0,-3 4-221 16,-3 0 42-16,-3 1-168 0,-8 0-575 15,-3 4 52-15</inkml:trace>
  <inkml:trace contextRef="#ctx0" brushRef="#br0" timeOffset="81451.211">1566 7660 4157 0,'0'0'524'16,"0"0"-502"-16,0 0 11 0,0 0-8 0,0 0 138 16,0 0-26-16,0 0-61 0,0 0-21 15,0 0 28-15,100-21-23 0,-43 8-8 16,14-2 3-16,15 3-25 0,8-5-6 15,8 4-2-15,8 1-19 0,3 2-1 16,2-1-2-16,4 3-1 0,4-1-27 16,5 0 27-16,9-1 1 0,4-4 24 0,8 0-23 15,0-4 1-15,1-4 0 0,-1-2 9 16,-8 1-11-16,-1-2-3 0,-5-1 0 16,-2 0-22-16,-5 1 23 0,-3 3-10 15,-4 2 11-15,-8 5 1 0,-5 3-1 16,-13 3-1-16,-10 6-28 0,-10 0-16 15,-11 3 7-15,-10 0 2 0,-8 3-11 16,-10-1-16-16,-7 1-28 0,-13-1-18 16,-9-2-107-16,-7 0-85 0,-1 0-228 0,-21 0-941 15</inkml:trace>
  <inkml:trace contextRef="#ctx0" brushRef="#br0" timeOffset="82614.939">6238 6571 919 0,'0'0'128'16,"0"0"181"-16,0 0 471 0,0 0-431 16,-60-79-52-16,40 60-11 0,-2 2 1 15,0 0-45-15,1 2-40 0,-1 2-14 0,2 3-2 16,4 1 16-16,0 6-1 0,5 3-28 15,-1 2-41-15,2 10-44 0,-1 10-42 16,2 10-3-16,3 9 12 0,1 4 24 16,3 3 22-16,2-1-16 0,0-6-55 15,3-9-30-15,5-8-23 0,1-6-4 16,1-8-22-16,2-3-18 0,1-5 31 16,5-2-16-16,3-7-34 0,2-7-30 15,1-9-34-15,-1-4-22 0,-4-2 2 16,0-3 36-16,-5 1 35 0,-1 4 21 0,-3 4-6 15,-1 0 14-15,-1 10 38 0,0 4 32 16,-4 5 39-16,0 4 81 0,1 7 64 16,2 4-7-16,-3 3-69 0,2 4-4 15,-3 3 10-15,0-2-22 0,0 2 6 16,-2-4-83-16,1-1-15 0,-1-4-33 0,-1-6-47 16,3 0-98-16,-2-5-87 15,1-1-121-15,3 0-617 0,-2-3-780 0</inkml:trace>
  <inkml:trace contextRef="#ctx0" brushRef="#br0" timeOffset="83192.909">6457 6438 2820 0,'0'0'515'0,"0"0"-289"16,9 69 171-16,-6-42 202 0,-3-1-47 15,1-1-193-15,1-3-159 0,-1-4-127 16,-1-3-73-16,3-5-14 0,0 0-20 15,4-9-57-15,3-1-63 0,3 0 11 16,6-11-15-16,1-1 2 0,2-8 0 16,-1-1-53-16,1 0-39 0,-5-2 18 15,2 5 47-15,-6 0-2 0,-2 6 37 0,-2 3 119 16,-3 4 29-16,-3 3 108 0,0 2 46 16,-2 0 3-16,-1 4 9 0,0 4 6 15,0 2-36-15,0 2-19 0,0 1-6 16,0-1 3-16,0-1-7 0,-3-6-28 0,3 0-79 15,0-3-41-15,0-2-14 0,3 0-22 16,3-5-6-16,4-2 49 0,3-5-15 16,4 0-28-16,1-2-6 0,3-1 12 15,2 3 37-15,0 4-7 0,1 3 7 16,0 3 34-16,2 2 12 0,1 5 109 16,2 4-3-16,1 8-20 0,2 2 7 15,0 6-35-15,-1 3-27 0,-2 3-12 16,0 3 9-16,-5 4-7 0,-3 0-8 15,-4 4-7-15,-7 2 10 0,-4 0-1 16,-6 0 13-16,0-1-4 0,-12 2 13 0,-8-2 12 16,-2-2 106-16,-8-3-79 15,-2-3-58-15,-2-5-27 0,1-9 0 16,1-5-3-16,2-8 0 0,4-6 0 0,3-2 17 16,1-10-13-16,1-11-3 0,3-6-1 0,1-5-13 15,2-4-29-15,6-4-19 16,7-2-2-16,2 5-4 0,7-3-24 15,9 3 21-15,7 1-1 0,6 3 20 0,4-2-11 16,6 5-81-16,7-4-97 0,2 2-259 16,-12 7-757-16,24-9-1100 0</inkml:trace>
  <inkml:trace contextRef="#ctx0" brushRef="#br0" timeOffset="83699.208">8521 6235 3399 0,'0'0'454'0,"0"0"-453"16,0 0 39-16,0 0 114 0,0 0 87 0,0 0 56 16,-92-50-106-16,70 50-120 0,-2 12-25 15,-2 8 27-15,-1 10 44 0,0 1 68 16,1 4-39-16,5 0-67 0,6-5-12 15,3-5-15-15,6-6-52 0,4-3-7 16,2-7-135-16,9-3-7 0,7-6 73 16,6 0 24-16,5-14-94 0,5-5 33 15,-1-4 18-15,1-2-16 0,-3 2-28 16,-3 4 3-16,-5 3 37 0,-5 8 62 16,-1 4 37-16,-2 4 22 0,2 4 111 15,-3 8 31-15,5 6-26 0,1 6-55 16,0 2-52-16,4 5 18 0,-3 3 0 15,2 1-13-15,-1 3 16 0,-1 2 22 0,-2 3 14 16,-6-1-39-16,-6 1-10 0,-5-1 25 16,0 1-12-16,-4-1-7 0,-6-2-24 15,-3-2 19-15,-3-3-7 0,0-3 7 0,-3-4-7 16,-4-4 3-16,2-6 7 0,2-3 5 16,0-5-18-16,3-6-9 0,-4-4 13 15,0 0-2-15,-2-9-32 0,-5-6-15 16,0-7-25-16,-1-4 7 0,4-6-27 15,1-5-19-15,8-1-27 0,1-4-46 16,5 0-18-16,6 1-44 0,3 2-52 16,6 3-46-16,8 4-125 0,4 5-175 15,-1 9-438-15,12-7-372 0</inkml:trace>
  <inkml:trace contextRef="#ctx0" brushRef="#br0" timeOffset="83961.992">9485 5959 3996 0,'0'0'561'0,"0"0"-420"0,0 0 62 16,0 0-35-16,-99 69-64 0,74-31-3 16,-1 9-10-16,9 1 15 0,3 5 15 15,6 0-6-15,8-1-18 0,0 1-36 16,9-8-28-16,7-2-15 0,3-6-15 15,4-5 9-15,4-6 36 0,3-3-47 16,5-7-1-16,1-4-57 0,3-7 0 16,0-5-28-16,-3 0-94 0,-5-7-12 15,-2-6-49-15,-7 0-87 0,-9-6-204 0,-7 1-261 16,-5 5-686-16,-7-5-170 0</inkml:trace>
  <inkml:trace contextRef="#ctx0" brushRef="#br0" timeOffset="84119.115">9344 6338 2996 0,'0'0'584'0,"0"0"-275"16,0 0 114-16,0 0-40 0,0 0-39 16,0 0-103-16,0 0-41 0,0 0 30 0,88 15-12 15,-42-14-82-15,3-1-70 0,4-4-33 16,1-7-33-16,0-5-15 0,-6-1-69 16,1-5-55-16,-6 1-51 0,-4-1-34 15,-2 2-84-15,1-3-264 0,-11 9-698 16,15-13-781-16</inkml:trace>
  <inkml:trace contextRef="#ctx0" brushRef="#br0" timeOffset="84431.145">10583 5639 3904 0,'0'0'488'0,"0"0"-402"15,-47 67 44-15,20-27 30 0,-7 9 156 0,3 4-9 16,-1 4-61-16,3 5-107 15,3 1-42-15,6 3-10 0,3-1-11 0,5-3 5 16,5-3-9-16,7-5-38 16,4-6-31-16,9-7 0 0,7-6 9 0,2-6 21 15,4-4-16-15,4-5-17 16,2-7-36-16,1-6-37 0,4-2-11 0,-5-5-3 16,-2 0-58-16,-6-6 6 0,-3-5 36 15,-4 0 21-15,-8-3-6 0,-2 1 0 0,-7-5 0 16,0-1 18-16,-7-2-4 0,-9-3-51 15,-1-4-52-15,-9-5-153 0,-1 1-288 16,4 3-644-16,-12-14-504 0</inkml:trace>
  <inkml:trace contextRef="#ctx0" brushRef="#br0" timeOffset="84562.442">10405 6223 2146 0,'0'0'1490'0,"0"0"-915"16,0 0-159-16,0 0 16 0,0 0-42 0,83 49-15 15,-50-49-76-15,3-6-100 16,5-8-85-16,3-6-50 0,-2-3-52 0,2-7-12 15,-1 1-36-15,-4-2-76 0,-3 0-26 16,-5 2-22-16,-3 1-24 0,-8 6-52 0,-10 5-204 16,-10 6-515-16,0 5-402 0,-15 6-463 0</inkml:trace>
  <inkml:trace contextRef="#ctx0" brushRef="#br0" timeOffset="84700.771">10762 6211 3069 0,'0'0'583'0,"0"0"-312"16,0 71 24-16,7-35 12 0,-1 5-39 15,6 1-2-15,2 3 2 0,-1 0-4 16,1-2-187-16,-5-2-77 0,1-2-97 0,-4 1-76 16,-2-2-73-16,-4 2-75 15,0-13-876-15,-11 10-1622 0</inkml:trace>
  <inkml:trace contextRef="#ctx0" brushRef="#br0" timeOffset="84839.093">11465 7094 4628 0,'0'0'123'15,"0"0"-123"-15,0 0-399 0,0 0-696 16,0 0-1719-16</inkml:trace>
  <inkml:trace contextRef="#ctx0" brushRef="#br0" timeOffset="87849.704">6035 8846 267 0,'0'0'2739'16,"0"0"-2260"-16,0 0-245 0,0 0 30 16,0 0 81-16,0 0-27 0,0 0-84 15,0 0-63-15,0 0 24 0,92-3-3 16,-45 5-65-16,7 2-48 0,4-3-37 15,5-1-27-15,-1 0 7 0,2-4-19 0,-1-4-3 16,2-5 0-16,-3-5-25 16,-1-1-32-16,-2-2-52 0,-5-3-31 0,-5 0-30 15,-7 4-38-15,-9 2-80 0,-10 3-219 16,-8 7-537-16,-15 1-825 0</inkml:trace>
  <inkml:trace contextRef="#ctx0" brushRef="#br0" timeOffset="88213.393">6188 8904 147 0,'0'0'2262'0,"0"0"-1676"0,0 0-275 16,0 0-45-16,0 0 25 0,16 75 39 16,2-60-14-16,7-2-88 0,2 0-74 15,5-1-47-15,1-5-21 0,2 4-13 0,1-5-40 16,-3 4-14-16,-3-2-19 0,-7 4-19 15,-3 3 4-15,-8 5-12 0,-3 3-7 16,-8 4-45-16,-1 6 27 0,-10 3 50 16,-6 3-11-16,-3 1 13 0,-5 1 11 0,-2-2-8 15,-1-3 21-15,2 0 7 16,-3-4-1-16,3-2-2 0,2-1-10 16,0-4 6-16,5-4-5 0,4-4-1 15,5-4 9-15,6-7-5 0,3-1-11 0,0-3-11 16,13 2 0-16,9-1 38 0,10 2 28 15,8 2-2-15,6-3 100 0,7-4-73 16,1 0-52-16,2-4-36 0,3-4-3 16,2-3-24-16,-2-2-121 0,0-1-44 15,-2-2-51-15,-5 1-118 0,-11 4-410 16,8-3-1204-16</inkml:trace>
  <inkml:trace contextRef="#ctx0" brushRef="#br0" timeOffset="88796.27">7629 8985 2474 0,'0'0'390'0,"0"0"-243"0,0 0 243 15,-32-67 40-15,25 56-96 0,3 4-30 16,-2 6-39-16,2 1-71 0,-2 0-20 0,-4 0-7 15,3 2-48-15,-5 10-46 0,-1 6-18 16,0 12-10-16,0 10 16 0,3 8 14 16,0 8 19-16,4 5-24 0,0 1-16 15,2-3-24-15,4-7-15 0,0-9-15 16,3-12-3-16,4-11-30 0,3-9-12 16,6-8-10-16,3-3-14 0,4-6 14 0,6-11 4 15,1-7-22-15,0-6-39 16,-1-3 6-16,0-3 27 0,-6 0 24 0,-1 1 12 15,-4 4 16-15,-5 1 8 0,0 6 17 16,-4 3 2-16,-5 7 13 0,1 5 26 16,-4 5 7-16,-1 4 3 0,0 0 42 15,0 0-3-15,2 7-24 0,-1 3-28 16,2 5 22-16,4 7 17 0,-3 3 7 16,1 6-19-16,-2-3-5 0,-1-1-22 15,3-4-35-15,-1-1-1 0,2-8-36 0,-2-3-28 16,3 0-51-16,2-8-66 0,4-3-41 15,-1 0-34-15,3-3-133 0,-3-4-658 16,2-9-890-16</inkml:trace>
  <inkml:trace contextRef="#ctx0" brushRef="#br0" timeOffset="88926.708">8132 9261 3011 0,'0'0'549'0,"0"0"-391"0,0 0 147 0,0 0 215 16,3 78-34-16,-7-59-157 0,-1-3-147 15,2-3-131-15,0-4-51 0,0-1-44 16,-1-3-144-16,1-2-86 0,1-2-73 16,-1 0-445-16,-2-1-1538 0</inkml:trace>
  <inkml:trace contextRef="#ctx0" brushRef="#br0" timeOffset="89089.662">8018 8992 3209 0,'0'0'593'0,"0"0"-300"16,0 0 49-16,0 0 31 0,0 0-128 0,0 0-135 16,0 0-110-16,81-54-18 0,-60 47-43 15,4 4-49-15,1-1-133 0,4-1-78 16,-1 4-176-16,-6-1-572 16,10 2-990-16</inkml:trace>
  <inkml:trace contextRef="#ctx0" brushRef="#br0" timeOffset="89747.363">9089 8741 3052 0,'0'0'557'0,"0"0"-276"0,0 0-92 15,0 0 138-15,0 0 71 0,0 0-46 16,0 0-130-16,0 0-155 0,0 0-28 16,0 0 16-16,-88 52 2 0,68-16 10 0,-2 11 0 15,-1 5-10-15,0 2-9 0,3 2 1 16,-2 2-10-16,2-4-3 0,1-3-18 15,2-3 0-15,4-9-14 0,6-7 23 16,0-6-9-16,4-7-6 0,3-3-12 16,0-6-30-16,4-2-1 0,6-2-17 15,0-2 0-15,6-4-13 0,3 0 4 16,1-9 21-16,0-3-22 0,2-2-5 16,-2-4 8-16,-1 0 25 0,-3-1 12 15,-5 1-1-15,-2 6 7 0,-5 2 9 16,-3 3 3-16,-1 5 18 0,0-2 14 15,-5 3-32-15,-8-3 0 0,1 1 1 0,-3 1 1 16,-2 0-2-16,-1 1-24 0,2 1 2 16,-1 0 19-16,2 0 2 0,1 4-20 15,4 0-25-15,1 1-8 0,2 0-34 16,1-2-31-16,3 2-46 0,0 0-123 0,3 1-223 16,0 0-268-16,3-2-656 0,6-4-549 15</inkml:trace>
  <inkml:trace contextRef="#ctx0" brushRef="#br0" timeOffset="89893.614">9239 9194 2500 0,'0'0'740'0,"0"0"-502"15,0 0-3-15,0 0 149 0,0 0-5 16,79 48-15-16,-73-36-110 0,-2 2-93 0,-1 0-69 16,-2-2-41-16,1-3-45 0,-2-1-6 15,0-3-27-15,0-2-83 0,0-1-85 16,0-2-59-16,0 0-54 0,-4 0-117 15,-1-2-357-15,-5-7-909 0</inkml:trace>
  <inkml:trace contextRef="#ctx0" brushRef="#br0" timeOffset="90051.107">9252 9006 2448 0,'0'0'1052'0,"0"0"-853"0,0 0-16 0,0 0 224 16,0 0-60-16,0 0-138 0,0 0-120 15,0 0-89-15,79-40 0 0,-60 34-95 0,-2 0-161 16,0 3-159-16,-4 1-317 0,4 0-1142 16</inkml:trace>
  <inkml:trace contextRef="#ctx0" brushRef="#br0" timeOffset="91072.109">9942 8701 1997 0,'0'0'541'16,"0"0"-309"-16,0 0-32 0,0 0 288 16,0 0-174-16,0 0-157 0,-79 9-35 0,66 2 20 15,-1 5 22-15,5 6 13 0,0 4-32 16,8 5-37-16,1 4-4 0,0 6 12 16,4 2 12-16,6 1-33 0,1 2-22 15,1-2-46-15,1-1-27 0,0-4-24 16,0-3-16-16,1-7-33 0,1-5-55 15,3-6-52-15,3-5-23 0,3-5-44 16,5-7-105-16,-7-1-311 0,14-9-859 0</inkml:trace>
  <inkml:trace contextRef="#ctx0" brushRef="#br0" timeOffset="91610.033">10402 8846 2187 0,'0'0'700'0,"0"0"-306"0,0 0-51 16,0 0 164-16,-90 61-47 0,73-27-153 16,3 3-93-16,5-2-65 0,2 1-67 15,6-7-47-15,1-4-35 0,0-6-27 16,4-6-19-16,6-4-45 0,0-6 8 16,3-3-27-16,4 0-9 0,3-11-16 15,-1-4-50-15,3-7-47 0,-4-3-11 16,0 0 48-16,-4-3 57 0,-1 1 53 15,-1 1 21-15,-2 1 10 0,-3 0 54 0,-3 6 27 16,-1 0 52-16,-1 2 82 0,-2 4-7 16,0 3-19-16,0 5-19 0,0 5-2 15,0 0-2-15,0 5 2 0,0 6-12 16,0 7 15-16,0 7-4 0,3 6-9 16,2 5 22-16,4 4 11 0,-2 2-40 15,-1 5-30-15,4 4-19 0,-3 7-20 0,2 1-7 16,-3 4 42-16,1-2-47 0,-3 0-13 15,-1-3 12-15,-2 1-15 16,-1-3 0-16,0-2-3 0,0 0-8 0,-6-7 11 16,-2-5 12-16,1-5 9 15,-2-7 18-15,0-6-2 0,-2-6-1 0,2-5 52 16,0-2 41-16,0-6-62 0,-3-5-25 0,2 0-39 16,-4 0-3-16,2 0-17 0,-4-8-25 15,2-3-7-15,-5-5-14 0,-2-4 24 16,-1-7-10-16,-1 0 10 0,3-6 3 15,2 2-6-15,4 2-10 0,4 1 1 16,4 0-1-16,3 0-39 0,3 2 27 16,1-1-60-16,10-1-38 0,3-3-73 15,2-1-94-15,4-1-131 0,3-5-250 16,-7 10-650-16,13-19-638 0</inkml:trace>
  <inkml:trace contextRef="#ctx0" brushRef="#br0" timeOffset="91935.065">10798 8872 3049 0,'0'0'564'0,"0"0"-416"15,0 0-19-15,0 0 129 0,0 0 71 16,0 0-82-16,0 0-96 0,0 0-75 15,85-6-76-15,-60-4 0 0,-1-2-27 16,-1-1 2-16,-1 3 1 0,1 1 2 0,0 4-6 16,-2 5-8-16,-3 2 36 15,-1 11 52-15,-1 3 34 0,1 5 5 0,-2 3 19 16,-1 3 6-16,-1-2 0 0,0 1-34 16,-3 0-6-16,0-1-22 15,-4-3-8-15,1 0 5 0,-1-3-15 0,-2-1-5 16,-2-5-28-16,1-2-3 0,-2-6-18 15,2-3-22-15,0-2-81 0,2-3-110 16,3-8-28-16,0-2-13 0,4-6-176 0,-1 3-312 16,3-15-1015-16</inkml:trace>
  <inkml:trace contextRef="#ctx0" brushRef="#br0" timeOffset="92112.184">11281 8644 365 0,'0'0'2748'0,"0"0"-2324"0,0 0-191 15,0 0 76-15,0 0 46 0,-75 87-43 0,53-51-64 16,3 1-38-16,-2 3-18 16,-2 1-43-16,1-1-28 0,1 0-33 15,-1-2-56-15,-1-2-32 0,4-1-39 0,2-5-101 16,5-6-54-16,1-6-49 0,5-7-57 16,5-5-149-16,1-6-206 0,1-4-454 15,8-12-535-15</inkml:trace>
  <inkml:trace contextRef="#ctx0" brushRef="#br0" timeOffset="92343.682">11496 8543 2786 0,'0'0'539'0,"0"0"-181"16,0 0 33-16,0 0-49 0,82 20-61 15,-68-3 11-15,2 3-66 0,0 5-83 16,-2 1-52-16,1 2-18 0,-2 0-25 15,-2 2-27-15,-3 1-19 0,0 2-2 0,-5-1-18 16,-3 3-88-16,0 0-15 0,-7 1-19 16,-8 1-7-16,-3 0-24 0,-3 1-29 15,-6-3-106-15,1-2-109 0,-3-3-36 16,1-4-50-16,7-7-196 0,-9 0-622 0</inkml:trace>
  <inkml:trace contextRef="#ctx0" brushRef="#br0" timeOffset="94264.723">6290 10326 1532 0,'0'0'1003'0,"0"0"-645"15,0 0-108-15,0 0 56 0,0 0-21 16,0 0-84-16,0 0-49 0,0 0-56 16,0 0-8-16,0-70 2 0,5 58-7 15,2 3-15-15,-2 2-15 0,1 0-4 0,-1 4-12 16,-1 3-34-16,4 0-1 0,-2 0 0 15,1 3 48-15,2 6 11 0,2 5 28 16,0 1-21-16,-1 8-29 0,0 0-11 16,-3 1-7-16,-1 1-8 0,-2 0-13 15,1 0 1-15,-1-3-1 0,-1-3-23 16,-2-2-29-16,2-4 15 0,-2-3-5 16,1-3-26-16,-1-5-49 0,-1 1-25 0,0-1-22 15,0-2-72-15,0 0-132 0,0 0-312 16,-4-6-723-16</inkml:trace>
  <inkml:trace contextRef="#ctx0" brushRef="#br0" timeOffset="94444.126">6293 10096 2312 0,'0'0'664'15,"0"0"-280"-15,0 0-67 0,0 0 77 16,0 0-58-16,0 0-123 0,0 0-83 15,85-42-77-15,-63 37-53 0,2 2-15 16,-1-2-22-16,3 1-93 0,0-2-105 16,0 0-115-16,-6 5-319 0,2-4-1055 0</inkml:trace>
  <inkml:trace contextRef="#ctx0" brushRef="#br0" timeOffset="94603.415">6819 10131 1987 0,'0'0'750'0,"0"0"-317"16,0 0-111-16,0 0-6 0,0 0-124 0,82-24-119 15,-70 17-73-15,4 0-113 0,-3 1-120 16,-2 2-93-16,-2 0-125 0,-3 4-210 16,-3 0-370-16</inkml:trace>
  <inkml:trace contextRef="#ctx0" brushRef="#br0" timeOffset="94759.329">6802 10351 851 0,'0'0'1438'0,"0"0"-986"16,0 0-121-16,0 0 74 0,0 0 9 15,0 0-62-15,0 0-89 0,0 0-47 16,0 0-32-16,0 0-25 0,0 0-34 0,92 36-116 16,-65-47-9-16,1-3-112 0,-2-5-78 15,7-5-68-15,-3-2-188 0,-8 4-681 16,7-12-1188-16</inkml:trace>
  <inkml:trace contextRef="#ctx0" brushRef="#br0" timeOffset="94925.712">7201 9947 2161 0,'0'0'710'0,"0"0"-223"0,0 0-16 15,0 0-19-15,6 86-56 0,1-59-117 16,-1 3-74-16,5-1-59 0,-2 1-87 15,-2-3-59-15,3-2-88 0,0-1-147 16,0-3-59-16,3-6-123 0,-4-5-290 16,4 0-783-16</inkml:trace>
  <inkml:trace contextRef="#ctx0" brushRef="#br0" timeOffset="96209.176">12358 9107 3235 0,'0'0'559'0,"0"0"-232"0,0 0-146 15,0 0 57-15,0 0-13 0,0 0 5 16,95-10 63-16,-48 4-123 0,2-4-97 15,2-3-48-15,-1 0-25 0,-4-1-12 0,-3-1-3 16,-2 2-13-16,-7 0-26 16,-3 0-98-16,-4 2-58 0,-6 1-63 0,-6 4-128 15,-5 3-215-15,-6 3-566 0,-5 1-804 16</inkml:trace>
  <inkml:trace contextRef="#ctx0" brushRef="#br0" timeOffset="96366.226">12574 9230 851 0,'0'0'1544'16,"0"0"-1044"-16,0 0-52 0,0 0 30 16,-11 66-79-16,25-55-132 0,6-3-91 15,6-4-53-15,7-4-28 0,4-8-95 0,6-9-46 16,1-6-86-16,1-5-63 0,3-5-75 16,-14 6-182-16,17-16-732 0</inkml:trace>
  <inkml:trace contextRef="#ctx0" brushRef="#br0" timeOffset="96671.011">13419 8881 3328 0,'0'0'598'16,"0"0"-316"-16,-14 68 130 0,11-38 18 0,2 4 2 16,1-3-117-16,1-3-146 0,8-7-102 15,5 0-31-15,2-7-15 0,4-4-3 16,3-2 15-16,3-7-31 0,3-1-2 15,3-3-12-15,2-13-36 0,4-2 9 0,-2-6-6 16,-1-5-16-16,-1-2 10 0,-3 1-10 16,-3-3 10-16,-2 0 9 0,-6 3 14 15,-7 2 28-15,-4 2 22 16,-9 2-20-16,0 2 22 0,-10 1-3 0,-6 1 33 16,-6-1-34-16,-6 3-19 0,-6 3-2 15,-2 3-31-15,-5 6 5 0,-3 6-36 16,-6 2 8-16,-1 15 1 0,-3 8-19 15,-4 7-30-15,-1 6-71 0,0 6-70 0,-1 4-179 16,-1 1-275-16,18-9-511 0,-21 22-788 0</inkml:trace>
  <inkml:trace contextRef="#ctx0" brushRef="#br0" timeOffset="106005.428">16119 6084 1334 0,'0'0'439'0,"0"0"-108"16,0 0-88-16,0 0-78 0,0 0 616 16,0 0-369-16,0 0-85 0,0 0-70 15,0 0-34-15,0 0-13 0,24-59-23 0,-24 57-34 16,0 2-34-16,0-1-27 0,0 1-32 15,0-2-29-15,0 2 5 0,-1 0-2 16,-2 0-1-16,2 0-21 0,-5 0-10 16,-2 0-2-16,-4 3-15 0,-4 3-64 15,-7 6 18-15,-5 1 25 0,-6 10 21 16,-4 3 12-16,-3 5 0 0,-3 4 2 16,2 2-1-16,-4 2-1 0,4-2-9 0,-1 2 11 15,6 0-11-15,4-2 11 0,5 0 1 16,5-1 2-16,7-1 10 0,2-4-12 15,7-3-9-15,4-3 9 0,3-5 21 16,1-1-21-16,10-5-1 0,4 1 1 16,0-4 13-16,3-1 5 0,4-7 3 15,0 0 0-15,2-3 4 0,4-5 2 16,-1-6-26-16,-1 0 17 0,-3-4-16 0,-3 3-1 16,-1-4-1-16,-3 2-33 15,-3 2-25-15,-2-3 28 0,-3 3 28 0,-2 3-15 16,-1-1 17-16,-4 3 22 0,-1 1-20 15,0 1 9-15,-3-2-11 0,-5 1-15 16,-1 0 0-16,-1-1 13 0,-3 1-26 16,-1 2-5-16,1 2-1 0,-3 1 19 0,0 1-25 15,2 1-18-15,-1 5 9 16,2 3-3-16,0 3-6 0,2-1 3 0,2 1-37 16,3 0-53-16,0 0-56 15,5 1-122-15,1-1-131 0,0-2-168 0,4-3-369 16,10 0-277-16</inkml:trace>
  <inkml:trace contextRef="#ctx0" brushRef="#br0" timeOffset="106320.526">16169 6634 2043 0,'0'0'427'0,"0"0"-162"0,0 0-43 16,0 0 95-16,0 0-6 0,0 0-30 0,0 0-14 15,0 0-43-15,0 0-56 0,0 0-26 16,0 0-19-16,52 51 5 0,-48-33 1 16,-4-1-31-16,0 2-37 0,0-1-28 15,0 2 4-15,0-4 2 0,0-2-24 16,-1-2-14-16,-1-2-1 0,1-4-1 15,1-5-14-15,0 3-3 0,0-3-3 16,0-1 2-16,0 0-103 0,0 0-30 0,0-5-20 16,3-6-28-16,1-1-106 15,1 0-294-15,1-14-775 0</inkml:trace>
  <inkml:trace contextRef="#ctx0" brushRef="#br0" timeOffset="106482.491">16250 6384 1190 0,'0'0'2045'0,"0"0"-1502"0,0 0-247 0,0 0 46 16,0 0-73-16,0 0-109 0,0 0-77 15,0 0-62-15,0 0-21 0,0 0-26 16,0 0-94-16,85-24-111 0,-62 18-107 16,3 1-171-16,-6 3-601 0,15-6-1090 0</inkml:trace>
  <inkml:trace contextRef="#ctx0" brushRef="#br0" timeOffset="106716.685">16867 6167 2861 0,'0'0'497'0,"0"0"-183"16,0 0 13-16,0 0 39 0,-78 46-60 15,60-24-61-15,1 3-55 0,3 5-38 0,0 3-15 16,3 3-15-16,0 1-25 0,2 1-37 15,2 2-42-15,0-1-2 0,1 0-16 16,3-6-15-16,2-5-54 0,1-5-7 16,0-6-21-16,8-4-28 0,2-6-24 15,5-2 12-15,7-5-19 0,5-2-65 16,6-9-163-16,6-6-210 0,-6 0-605 16,23-11-579-16</inkml:trace>
  <inkml:trace contextRef="#ctx0" brushRef="#br0" timeOffset="107198.127">17388 6290 790 0,'0'0'2202'0,"0"0"-1612"16,0 0-196-16,0 0 130 0,-108 42-29 15,69-8-84-15,-4 4-120 0,3 8-55 16,2-2-25-16,5 1-72 0,7-6-49 0,6-6-45 16,9-6-45-16,6-9-26 0,5-7-28 15,0-3-30-15,9-5-13 0,5-3 10 16,4-3 2-16,3-6-20 0,2-7 2 15,1-2 6-15,-2-3-6 0,1-1-12 16,-1-1 30-16,-3-2 12 0,-2 1 6 16,1-1 6-16,-4 2 18 0,-1 0 40 15,-4 1 3-15,0 4 25 0,-3 4 11 16,-1 6 4-16,-2 2 24 0,0 3-12 0,-2 3-16 16,3 4-9-16,0 6 10 0,4 5 75 15,0 9-6-15,3 4-6 0,0 4-9 16,-2 4-7-16,-1 3-30 0,2-2-14 15,-2 5-22-15,-1-3-16 0,-1 3-2 16,-1 2 2-16,-3-1 1 0,-2 0 0 16,0-1 0-16,-9 1-1 0,0 4-2 0,-1-2-2 15,0 0-10-15,-1-5 10 0,-1-6-1 16,-1-9 0-16,3-6 3 0,0-3 2 16,-3-9 16-16,1-2 0 0,-2-4 0 15,1-1-18-15,-5-5-10 0,-1-5-26 16,-3-9-40-16,1-2-14 0,-1-8-1 15,0 0-24-15,2-1 0 0,4 1 18 0,3 1-52 16,6 0 27-16,4 2-79 0,3 3-177 16,2 0-155-16,6 1-255 0,1 6-406 15,7-8-454-15</inkml:trace>
  <inkml:trace contextRef="#ctx0" brushRef="#br0" timeOffset="107618.159">17866 6288 2741 0,'0'0'778'0,"0"0"-299"0,0 0-144 15,0 0-131-15,0 0-105 0,0 0-25 16,0 0-28-16,0 0 0 0,87-34-46 16,-61 32 0-16,0 2 0 0,0 0 24 15,0 11 32-15,2 6 23 0,-4 3 41 0,-2 5-38 16,-5 3-9-16,-3-1 0 0,-2 4-6 15,-3 1 3-15,-2-1-16 0,-4 0-14 16,-1-1-13-16,1-6-27 0,-3-5 0 16,2-6-15-16,-1-2-31 0,2-6-63 15,2-3-46-15,0-2-40 0,2 0-26 16,2-7-99-16,1-5-185 0,0 3-573 16,2-12-563-16</inkml:trace>
  <inkml:trace contextRef="#ctx0" brushRef="#br0" timeOffset="107768.14">18334 6236 2752 0,'0'0'612'0,"0"0"-289"0,0 0 53 0,0 0 6 15,-84 82-64-15,54-47-58 0,-3 1-61 16,-3 3-35-16,4 0-18 0,-1-1-31 16,1-2-27-16,4-5-52 0,2-3-36 0,4-3-47 15,2-6-96-15,4-2-60 0,4-6-62 16,7-5-105-16,5-6-253 0,0 0-461 15,8-15-631-15</inkml:trace>
  <inkml:trace contextRef="#ctx0" brushRef="#br0" timeOffset="108014.723">18547 6092 2421 0,'0'0'515'0,"0"0"-83"16,0 0 71-16,82 42-76 0,-54-19-75 15,-3 4-85-15,0 0-89 0,-2 4-78 16,-3-1-30-16,-1 1-21 0,-5-2-12 16,-3 0-34-16,-5 2-2 0,-6 1-1 0,0 0-43 15,-12 3 0-15,-10 2-5 0,-2-1-16 16,-8 0-12-16,-5 2-1 0,-2-7-15 16,0 3-18-16,-4-9-19 0,4-3-44 15,0-7-7-15,1-5-35 0,8-3-153 16,7-5-255-16,-2-4-632 0</inkml:trace>
  <inkml:trace contextRef="#ctx0" brushRef="#br0" timeOffset="108422.035">19385 6500 3380 0,'0'0'437'16,"0"0"-113"-16,0 0-91 0,0 0 107 16,0 0-70-16,0 0-5 0,0 0-55 15,108 34-83-15,-68-33-33 0,4-1-33 16,1 0-31-16,1-4-30 0,-2-4-10 0,-1-2-69 15,-3 0-78-15,-4-1-59 0,-6 1-40 16,-7 2-96-16,-6 4-317 0,-12 3-701 16,-5 1-795-16</inkml:trace>
  <inkml:trace contextRef="#ctx0" brushRef="#br0" timeOffset="108585.841">19526 6645 2312 0,'0'0'664'0,"0"0"-137"0,0 0-57 0,0 0-51 15,0 0-67-15,0 0-92 0,0 0-71 16,54 71-33-16,-22-64-20 0,7-1-42 16,6-5-33-16,2-1-61 0,1 0-37 15,0-8-53-15,0 1-90 0,2-5-91 0,3 1-198 16,-14 3-691-16,18-8-2045 0</inkml:trace>
  <inkml:trace contextRef="#ctx0" brushRef="#br0" timeOffset="109197.164">20939 5971 2103 0,'0'0'776'0,"0"0"-303"0,0 0-77 15,0 0 26-15,0 0-10 0,0 0-64 16,0 0-95-16,0 0-116 0,0 0-46 15,-76 67-30-15,51-44 6 0,-3 4 6 16,-4 0-10-16,-3 4-27 0,-2 5-20 0,-2 5-14 16,-1 5 19-16,-3 6-3 0,-1 5-1 15,1 1-17-15,-2 3 0 0,6 1 38 16,2-3 14-16,5-2 59 16,5 2 7-16,5-7-55 0,8-2-23 0,5-4-38 15,6-9 25-15,3-9 9 0,5-8-36 16,8-8-1-16,6-6-29 0,8-6-16 15,6 0 1-15,6-10 24 0,1-6-24 0,2-7-18 16,0-2-10-16,-5 0 16 0,-2 0-13 16,-5 4 16-16,-6-2 9 0,-5 3 11 15,-3 0 10-15,-6 0 6 0,-5 2 18 16,-4 1 9-16,-1-2 9 0,-1 1-16 16,-7 1 31-16,1 2-8 0,1 4-13 15,-4 0 15-15,3 3-24 0,1 4-3 16,-4 3-3-16,-3 1-33 0,-1 0-25 15,-3 8 13-15,-1 5 17 0,-2 2-5 16,2 3 9-16,-2 2-16 0,3-1-54 16,1 0-67-16,1 1-117 0,4-4-174 15,3-1-302-15,5-7-501 0,3-3-562 0</inkml:trace>
  <inkml:trace contextRef="#ctx0" brushRef="#br0" timeOffset="109392.558">20929 6831 173 0,'0'0'2465'0,"0"0"-1935"0,0 0 1 16,0 0 62-16,0 0-151 0,0 0-83 15,0 0-131-15,75 66-79 0,-66-50-37 16,1-1-42-16,-4-1-22 0,-2 1-33 16,-1 0-15-16,-1-2-1 0,-1-1-29 15,0-3-73-15,-1-2-36 0,0-3-22 16,0 1-37-16,-4-5-53 0,0-2-169 0,-1-3-611 15,-4-10-1343-15</inkml:trace>
  <inkml:trace contextRef="#ctx0" brushRef="#br0" timeOffset="109545.144">20942 6595 2765 0,'0'0'612'0,"0"0"-235"0,0 0 28 0,0 0-134 15,87-26-144-15,-58 17-127 0,2 2-112 16,0-1-167-16,-7-1-241 0,9 1-929 16</inkml:trace>
  <inkml:trace contextRef="#ctx0" brushRef="#br0" timeOffset="109998.786">21873 6420 2214 0,'0'0'571'15,"0"0"-147"-15,0 0 2 0,0 0-7 16,0 0-79-16,-78 54-78 0,63-34-62 0,0 5-28 15,2 3-20-15,0 3-27 16,3 2-19-16,0 3-9 0,4-2-6 0,1 2-6 16,0-2-30-16,5-3-34 0,0-3-21 15,0-6-10-15,7-6-42 0,5-4-8 16,5-5-10-16,5-7-9 0,4 0-39 16,6-8-37-16,5-9-108 0,-8 3-266 15,11-13-886-15</inkml:trace>
  <inkml:trace contextRef="#ctx0" brushRef="#br0" timeOffset="110443.999">22136 6563 3079 0,'0'0'671'0,"0"0"-219"0,0 0 93 16,-81 90-77-16,55-54-89 0,6-2-91 15,1-2-68-15,9-8-102 0,3-6-97 0,6-6-21 16,1-4-85-16,6-6-20 0,3-2 35 15,4 0 13-15,4-6-6 0,3-6-22 16,2-3-9-16,0-4-18 0,-1 0-18 16,-2 0-16-16,-2 1 21 0,-2 3 6 15,-1-2 18-15,-1 1 28 0,-3 2-4 0,-1 3 9 16,-3 3 68-16,-3 3 13 0,-2 5 66 16,1 0 13-16,-1 1-24 0,1 8-35 15,1 5 56-15,-1 5 39 0,4 10-34 16,0 2 0-16,0 6 40 0,2 3-1 15,-1 2-48-15,0 1-34 0,-1 1-27 16,2 1-12-16,-2-2-11 0,-4-2-2 16,2 1 1-16,-4-4-1 0,0 0 0 15,-5-2 1-15,-5-3-13 0,-3 0-11 16,-5-3 6-16,2-1 6 0,-4-1 9 16,-3-5-12-16,4-3 12 0,-4-1-10 15,1-2 13-15,-3-5 17 0,-1-1-17 0,1-4-1 16,0-3 1-16,0-1 0 0,1-3 0 15,2 0-1-15,0-11-35 0,4-4-1 16,3-7-26-16,2-9-55 0,5-7-49 0,6-9-56 16,2-8-193-16,0 10-593 0,13-26-827 0</inkml:trace>
  <inkml:trace contextRef="#ctx0" brushRef="#br0" timeOffset="110667.435">22516 6353 3224 0,'0'0'514'16,"0"0"-193"-16,0 0 41 0,0 0-38 15,87 69 3-15,-65-41-77 0,3 0-119 16,-2 3-73-16,-3 0-38 0,-4 0-20 0,-4 0 0 16,-7-1-31-16,-5 4-2 0,-5-1-49 15,-12 2-34-15,-8 1 10 0,-4-1 20 16,-2-2 34-16,-3-4 10 0,3-4-7 0,3-6-89 15,6-4-87-15,2-7-156 0,4-6-306 16,5-2-622-16,4-8-776 0</inkml:trace>
  <inkml:trace contextRef="#ctx0" brushRef="#br0" timeOffset="111317.36">24084 6193 2470 0,'0'0'589'0,"0"0"-174"15,0 0-89-15,0 0 29 0,0 0 55 16,0 0-124-16,0 0-124 0,0 0-52 16,-109 54-31-16,68-25 7 0,-7 11 20 15,-2 7 16-15,-2 9-32 0,-4 6-11 16,-2 4-24-16,-4 5-4 0,0 2-15 0,3-5-8 16,3-4-7-16,10-8 18 15,10-10 12-15,13-12 79 0,9-13-21 0,8-9-76 16,6-5-33-16,1-3-18 0,12-3-40 15,7-1-2-15,6-4 15 0,7-8 21 16,5-5-25-16,3-6-50 0,1-4-10 16,-2 1 6-16,-4-2 39 0,-5 5 13 15,-8 2 9-15,-3 3 8 0,-7-1 16 16,-7 5 18-16,-3 1 10 0,-3 0 14 16,0 2 34-16,-4 1-10 0,-5 1-26 15,-1 2-10-15,-4 1-12 0,0 2-12 0,-3 4 9 16,1 0-16-16,-2 11 19 0,-2 2-1 15,2 6 1-15,3 0 0 0,3 2-2 16,2-2-64-16,1 2-56 0,3-3-48 16,4 1-169-16,-1-5-175 0,3-3-459 15,1 2-477-15</inkml:trace>
  <inkml:trace contextRef="#ctx0" brushRef="#br0" timeOffset="111516.07">23977 6847 2546 0,'0'0'473'0,"0"0"-122"16,0 0 118-16,0 0 1 0,0 0-59 16,0 0-74-16,38 71-127 0,-37-49-52 0,-1 1-33 15,0 2-49-15,0-2-34 0,0 0-41 16,0-6-1-16,0-3-33 0,0-2-76 16,0-5-49-16,0-3-25 0,0-4-31 15,0 0-74-15,0 0-355 0,0-10-999 0</inkml:trace>
  <inkml:trace contextRef="#ctx0" brushRef="#br0" timeOffset="111661.053">24018 6636 2621 0,'0'0'639'15,"0"0"-286"-15,0 0-19 0,0 0-71 16,83-18-159-16,-59 16-104 0,1 2-62 0,1 0-107 15,-1 0-111-15,-8 0-256 0,9 2-871 0</inkml:trace>
  <inkml:trace contextRef="#ctx0" brushRef="#br0" timeOffset="112085.515">24740 6410 653 0,'0'0'1765'0,"0"0"-1240"16,0 0-224-16,0 0 30 0,0 0 34 16,0 0-60-16,-62 81-60 0,44-40-45 0,-2 6-6 15,4 4-5-15,-1-1 0 0,0 2-12 16,7-6-53-16,0 0-42 0,5-4-40 15,2-5-27-15,3-4-3 0,0-8-9 16,8-5-3-16,3-4-20 0,6-9-19 16,2-2-49-16,3-5-36 0,2-5-46 0,5-7-59 15,-2-4-139-15,-5 1-582 16,4-8-853-16</inkml:trace>
  <inkml:trace contextRef="#ctx0" brushRef="#br0" timeOffset="112365.557">24849 6645 42 0,'0'0'2970'16,"0"0"-2213"-16,0 0-404 0,0 0-110 15,0 0-54-15,0 0-72 0,85-56-53 16,-55 39-64-16,2 2-24 0,1 0 8 16,1 2-2-16,-6 6-22 0,-2 2 15 0,-5 5 23 15,-3 0-19-15,-5 12 21 0,-3 4 49 16,-3 3 40-16,-1 7 74 0,0 2-16 15,-1 3-25-15,-1 4-19 0,1 0-8 16,0-1 14-16,-1-1 6 0,1-6-39 16,0 0-46-16,1-7-30 0,3-2 0 15,-4-5-30-15,4-2-70 0,1-4-76 0,-1-7-28 16,2 0-28-16,2-2-118 0,-3-3-405 16,9-13-885-16</inkml:trace>
  <inkml:trace contextRef="#ctx0" brushRef="#br0" timeOffset="112534.209">25422 6492 1914 0,'0'0'1041'0,"0"0"-756"0,0 0-15 0,-74 75 147 16,45-40 18-16,-1 3-16 16,-2 2-57-16,2 2-113 0,0-5-85 0,1-2-94 15,2-4-70-15,2-2-11 0,2-5-111 16,4-7-66-16,5-3-50 0,2-7-47 15,9-5-153-15,2-1-312 0,1-4-799 0</inkml:trace>
  <inkml:trace contextRef="#ctx0" brushRef="#br0" timeOffset="112783.356">25953 6350 2829 0,'0'0'544'0,"0"0"-223"0,0 0-51 0,78 61-19 15,-59-38-45-15,-6 0-46 0,-2 6-55 16,-4 1-28-16,-4 1-22 0,-3 0-9 16,0 4 3-16,-3-1-12 0,-5 0-23 0,-5 1-14 15,-3 2-49-15,-6-4-12 0,-2 1 0 16,-5-1-38-16,-5-2-27 0,-5 1-38 15,-10 1-113-15,-3-1-259 0,7-4-657 16,-26 9-845-16</inkml:trace>
  <inkml:trace contextRef="#ctx0" brushRef="#br0" timeOffset="124967.034">6097 7895 954 0,'0'0'1192'0,"0"0"154"0,0 0-1042 15,0 0-116-15,0 0 94 0,0 0 53 16,0 0-101-16,0 0-75 0,0 0-55 16,0 0-31-16,0 0 3 0,39 12 58 15,-25 6-43-15,-1 4-42 0,0 3-28 16,-4 2 0-16,-3 0-6 0,-2 4-13 16,-1-2 1-16,-3 1-2 0,0-5-1 15,0-5 0-15,0-5-3 0,0-3-27 0,0-6-40 16,0-5-15-16,0-1 6 15,0 0 9-15,0-4 3 0,0-5-15 0,3-4-37 16,1-3 48-16,2-6 1 0,0-4 18 16,-2-3 30-16,0 0-9 0,1-2 16 0,2 1 3 15,-3 4 12-15,3 1 2 16,2 3 0-16,0 4 25 0,4 5 29 0,-2 3 11 16,1 4-5-16,-2 3-14 0,1 1-11 15,4 2-19-15,-1 5 13 0,0 7 36 16,1 0-27-16,-1 5-10 0,-2 1-2 15,-2 2 5-15,-2 3-18 0,-2 3-2 16,-3 2-13-16,-1-1-27 0,-2-1-82 16,0 2-14-16,0-3-57 0,0 0-48 15,0-2-137-15,0-5-277 0,1 7-830 0</inkml:trace>
  <inkml:trace contextRef="#ctx0" brushRef="#br0" timeOffset="130451.091">15457 8308 1482 0,'0'0'279'0,"0"0"-145"0,0 0-40 16,0 0 39-16,0 0 939 0,0 0-728 16,0 0-183-16,0 0-85 0,0 0 2 15,0 0 35-15,-40 20 29 0,29-10-23 16,0 1-41-16,-3 3-16 0,0-1-6 16,-4 7-7-16,-1 2 4 0,-2 3 21 0,-3 4 3 15,0 2-16-15,-2 1-58 0,-1 2 18 16,-3 5-21-16,-2 4-17 15,-4 5 17-15,-6 2 0 0,-4 5-1 0,-3 4-1 16,-4 2 1-16,1 0 1 0,-4 3 0 16,0-3 3-16,-1 4-2 0,1-3 10 0,1-2-9 15,1-1-1-15,0-2-1 16,1-5 0-16,5 1 19 0,2-10-17 0,9-3-4 16,5-6-7-16,8-6-9 0,6-3 2 15,4-6-11-15,5-2-1 0,3-8-6 16,3-4-3-16,2-2-34 0,1-1-9 15,0-2 5-15,0 0-2 0,0 0 2 16,1-3-22-16,5-2-29 0,2-4-2 16,3-2-33-16,2-7-89 0,4-4-175 15,-4 5-277-15,7-12-493 0</inkml:trace>
  <inkml:trace contextRef="#ctx0" brushRef="#br0" timeOffset="131213.291">15663 9157 1706 0,'0'0'811'0,"0"0"-312"0,0 0-180 16,0 0-20-16,0 0 72 0,0 0-52 16,0 0-46-16,0 0-76 0,0 0-65 15,0 0-35-15,0 0-29 0,-62-25-38 16,35 40-2-16,-3 6-7 0,-5 5 16 0,-1 8-19 16,0 4 0-16,-3 6-3 0,2 6-12 15,-1 4-3-15,1 3-5 0,4 1 3 16,3-5 2-16,6-3-3 0,6-8-9 15,10-11 9-15,5-8-18 0,3-8-4 16,6-4 7-16,7-5-3 0,6-4 20 16,5-2-1-16,3-8-11 0,4-6 11 15,5-8-37-15,-1-2 36 0,-1-1-28 0,-5-1-6 16,-3 2 16-16,-4 4 0 0,-6 1-4 16,-5 7-5-16,-8 0 2 0,-3 3 16 15,0-1 12-15,-9 3 27 0,-7-2-2 16,-4 1-24-16,0 2-1 0,-2 0-2 15,2 4 2-15,0 2 12 0,4 0-9 16,4 1-3-16,1 6-15 0,1 4-22 16,5-3-37-16,0 4 1 0,4 3-29 15,1 0-52-15,0-3-76 0,1 1-162 16,4-5-356-16,7 4-1011 0</inkml:trace>
  <inkml:trace contextRef="#ctx0" brushRef="#br0" timeOffset="131563.231">15758 9530 1752 0,'0'0'823'15,"0"0"-261"-15,0 0-100 16,0 0 2-16,0 0-63 0,0 80-96 0,-1-61-99 16,-2-1-84-16,1-2-67 0,2 0-25 15,0-4-30-15,0-3-14 0,0-3-26 16,6-2-21-16,2-2 0 0,2-2 9 15,1 0 15-15,2-7 4 0,2-4-22 16,-1-1-25-16,1 0 21 0,-1-1 7 0,-1 0 12 16,0 1 6-16,-3 1 31 0,0 1-13 15,-1 2 4-15,-5 4 12 0,0 1 2 16,-1 3 10-16,-1 0 25 0,1 0 4 16,1 5 29-16,4 5 4 0,-2 3-31 0,0 2-3 15,1 3 37-15,-1-1-22 0,1 2-37 16,0-5-18-16,-1 1-6 0,2-4-43 15,1-1-40-15,0-3-104 0,1-3-30 16,0-3-60-16,3-1-125 0,-1-2-145 16,-1-5-254-16,5-8-745 0</inkml:trace>
  <inkml:trace contextRef="#ctx0" brushRef="#br0" timeOffset="131813.549">16383 9308 764 0,'0'0'2128'16,"0"0"-1783"-16,0 0-138 0,0 0 192 0,0 0 37 15,0 0-56-15,0 0-128 0,0 0-90 16,-81-2-37-16,65 28-18 0,-4 5 24 0,1 6-19 16,0 3-27-16,2-4-7 0,4 2-26 15,1-3-52-15,4-2-13 0,2-4-24 16,5-3-53-16,1-7-74 0,6-6-31 15,11-7 25-15,7-6-54 0,6-1-157 16,5-11-209-16,4-7-367 0,-9 4-304 16,15-12-175-16</inkml:trace>
  <inkml:trace contextRef="#ctx0" brushRef="#br0" timeOffset="132222.302">16653 9381 2267 0,'0'0'731'0,"0"0"-277"16,0 0-68-16,0 0 43 0,-60 97-11 15,37-61-81-15,1 0-65 0,5-2-56 0,3-8-107 16,6-8-109-16,4-6-43 0,4-2-54 16,0-9-15-16,7 3 14 0,6-4 16 15,3-4-12-15,3-5-4 0,1-5-28 16,3-3-18-16,0-2 5 0,-1-1 35 16,-3 1 4-16,-2 1 35 0,-4 2 43 0,-2 4 22 15,-4 1 22-15,-2 5 6 0,-1 3 12 16,-1 1 63-16,1 2-29 0,2 3 25 15,3 4 2-15,-1 5-6 0,0 2-3 16,1 5 12-16,0 3-46 0,-1 3-3 16,0 3-6-16,-1 1-16 0,-2 2 7 15,-1 1-13-15,-3 4-6 0,-1 4-20 16,0 3 2-16,-4-1 19 0,-3-2 8 16,-3-1-15-16,-2-5-13 0,-3-3 20 0,0-2-21 15,-2-3 17-15,-1-6 0 0,1-3 0 16,1-3 0-16,1-6 1 0,0-3-18 15,-1-4-1-15,0-1-46 0,-1-1 13 16,0-6 2-16,-2-5-11 0,0-4-16 16,3-4 12-16,-1-5-2 0,3-6-10 15,2-1-12-15,7-5-37 0,3 1-19 0,2-4-67 16,7 2-104-16,6-4-257 0,-3 10-559 16,13-19-786-16</inkml:trace>
  <inkml:trace contextRef="#ctx0" brushRef="#br0" timeOffset="132431.995">17087 9187 2247 0,'0'0'533'0,"0"0"-33"0,81 1-46 0,-47 7-45 0,1 3-101 16,-2 0-95-16,-1 5-72 0,-3 0-43 15,-3 4-24-15,-6-1-4 0,-4 0 9 16,-5 4-39-16,-9-3-13 0,-2 7-27 0,-13 0-48 15,-10 4-53-15,-9 4-52 16,-6 0-59-16,-7 2-125 0,-3 0-57 0,9-10-252 16,-23 13-821-16</inkml:trace>
  <inkml:trace contextRef="#ctx0" brushRef="#br0" timeOffset="134181.117">4375 12490 205 0,'0'0'1805'0,"0"0"-1329"15,0 0-192-15,0 0-4 0,0 0 49 16,0 0 10-16,0 0-34 0,0 0-51 16,0 0-37-16,91-1-38 0,-68 3-62 15,1 1-22-15,1 0-13 0,4-3-30 0,-2 0-18 16,3 0-23-16,-1-6-11 0,1 1-18 15,1-3-31-15,-1-2-31 0,-3 1-131 16,-1-1-104-16,-2 0-104 0,-3 2-204 16,-7 2-583-16,-7 4-540 0</inkml:trace>
  <inkml:trace contextRef="#ctx0" brushRef="#br0" timeOffset="134365.726">4528 12731 1717 0,'0'0'1065'0,"0"0"-715"0,0 0-130 16,0 0 60-16,0 0-6 0,0 0-51 0,0 0 39 15,0 0-105-15,104-8-58 0,-66 0-43 16,3 1-35-16,1-5-21 0,-1 0-46 0,0 0-84 16,-1 0-62-16,2 0-120 15,-12 4-300-15,9-5-1012 0</inkml:trace>
  <inkml:trace contextRef="#ctx0" brushRef="#br0" timeOffset="135970.842">6439 12209 1269 0,'0'0'1760'0,"0"0"-1392"16,0 0-213-16,0 0 45 0,0 0 124 16,0 0-53-16,0 0-110 0,0 0-34 15,0 0 39-15,92-25 42 0,-50 19-58 16,5-2-37-16,5 2-22 0,2 0-12 15,3-3-25-15,2 0-11 0,2-1-10 0,1-4-30 16,1 1-3-16,1-3-2 0,-4-3-13 16,-1 1-15-16,-4 1-67 0,-9 0-37 15,-4 6 0-15,-11 1-19 0,-8 2-77 16,-8 4-177-16,-6 4-135 0,-5 0-201 16,-4 0-675-16</inkml:trace>
  <inkml:trace contextRef="#ctx0" brushRef="#br0" timeOffset="136392.819">6611 12268 2428 0,'0'0'622'16,"0"0"-335"-16,0 0-99 0,0 0 109 15,0 0 86-15,0 0-48 0,0 0-85 16,80 46-54-16,-53-41-68 0,-1-2-24 15,0 4-22-15,1-3-43 0,-5 2-39 0,-2-1-21 16,-4 1-3-16,-1 2-1 0,-4 2 1 16,-2 3-25-16,-7 5-12 0,-2 2-24 0,-1 8-10 15,-10 3-6-15,-2 0 12 0,-6 1 25 16,0 2 27-16,-2-3 24 0,-1-1 13 16,0-1 3-16,-2 0 22 0,-1-2 0 15,-2-1 5-15,3-1-5 0,2 0-22 16,0-6 28-16,7-1 27 0,4-5-24 15,4-4-31-15,7-6-3 0,0 2-25 16,1-1 25-16,10-1 38 0,6 4 32 16,3-2 7-16,8 1 14 0,3-6-27 15,2 0-18-15,6 0 9 0,2 0-22 16,1-6-8-16,2 0-25 0,4-1-1 0,-1-1 0 16,-2-1-17-16,2 2-12 15,-5-4-49-15,-2 4-83 0,-4-1-18 0,-2-1-44 16,-4 2-120-16,-6 2-305 0,-8 2-701 15,-1 0-571-15</inkml:trace>
  <inkml:trace contextRef="#ctx0" brushRef="#br0" timeOffset="136873.997">6630 13508 2289 0,'0'0'639'16,"0"0"-376"-16,0 0-152 0,0 0 156 16,0 0 80-16,0 0-83 0,0 0-77 15,0 0-57-15,0 0-16 0,0 0-9 16,88-50 5-16,-75 51-21 0,-3 6-12 0,2 2-1 15,-1 5-12-15,-2 0-18 0,0 3-9 16,-3 2-4-16,-1 0 1 0,-1-2-13 16,-2 3-6-16,-1-4-12 0,-1 0-2 15,0-2-1-15,0-5-51 0,0-1-1 16,-1-4-15-16,-1-2-25 0,1-2-18 16,-2 0-16-16,-1-3-77 0,1-8-128 15,-1-3-171-15,-1 0-559 0,-3-12-703 0</inkml:trace>
  <inkml:trace contextRef="#ctx0" brushRef="#br0" timeOffset="137039.092">6709 13241 1311 0,'0'0'1850'0,"0"0"-1490"0,0 0-183 16,0 0 267-16,0 0 12 0,0 0-137 0,0 0-141 15,0 0-99-15,0 0-42 0,91-1-37 16,-72 1-14-16,0 0-80 0,2-3-90 15,-2 0-101-15,4-1-140 0,-7 2-347 16,1 2-1167-16</inkml:trace>
  <inkml:trace contextRef="#ctx0" brushRef="#br0" timeOffset="137206.279">7041 13404 3306 0,'0'0'547'15,"0"0"-335"-15,0 0 111 0,0 0-47 16,0 0-86-16,0 0-83 0,0 0-49 16,91-15-58-16,-77 9-73 0,2 0-93 0,-3 1-105 15,-3 2-136-15,0 2-205 0,-6 1-856 16</inkml:trace>
  <inkml:trace contextRef="#ctx0" brushRef="#br0" timeOffset="137374.123">7048 13608 2636 0,'0'0'635'0,"0"0"-238"0,0 0 69 0,0 0-77 15,0 0-88-15,94-18-126 0,-67 6-86 16,2-4-80-16,3-2-9 0,-2 1-92 16,3-5-92-16,0-1-108 0,-2-1-204 0,-10 5-652 15,9-6-1208-15</inkml:trace>
  <inkml:trace contextRef="#ctx0" brushRef="#br0" timeOffset="137582.09">7548 13166 2448 0,'0'0'1775'16,"0"0"-1480"-16,0 0-154 0,0 0 114 15,0 0 45-15,0 0-57 0,0 0-98 16,0 0-75-16,11 85-15 0,-6-57-13 15,1 3 0-15,-3 4-40 0,-2 1-2 16,-1 1-12-16,0 3-42 0,-1-1-70 16,-5-3-40-16,-1-1-40 0,3-5-43 15,1-1-53-15,1-4-183 0,2-4-235 0,0-5-636 16,-1-1-704-16</inkml:trace>
  <inkml:trace contextRef="#ctx0" brushRef="#br0" timeOffset="138446.299">6290 11359 2636 0,'0'0'453'16,"0"0"-219"-16,0 0-47 0,0 0 173 15,45-66 29-15,-34 59-94 0,5 3-77 0,-1 3-52 16,3 1-10-16,1 6 14 0,1 7-33 15,0 5-49-15,-5 4-9 0,-2 5-24 16,-2 1-10-16,-3 3-21 0,-4 0-12 0,-1-1-9 16,-3 1-3-16,0-5-17 0,0-4-43 15,0-5 8-15,0-6-2 0,0-4-7 16,0-5-6-16,0 0-21 0,0-2-3 16,0 0-13-16,3 0-12 0,1-5-25 15,0-2 0-15,3-4 48 0,2-5 38 16,2-3 6-16,1-5-13 0,-2 0 9 15,2 0 26-15,-2-1 27 0,-3 8 0 16,1 2 1-16,-3 5 15 0,1 5 36 16,-2 5 23-16,1 0 5 0,-1 0-6 15,0 9 36-15,3 4-11 0,-2 2 8 16,-3 4-6-16,1 3-10 0,-1 1 13 0,-2-1-22 16,0-1-28-16,0 1-29 0,0-4-25 15,0-5-12-15,0-3-13 0,0-3-14 16,0-5-34-16,0-1-37 0,0-1-18 15,0 0-22-15,0 0-12 0,0 0-54 16,6 0-72-16,-2 0-199 0,3 0-222 0,0-1-623 16,1-4-360-16</inkml:trace>
  <inkml:trace contextRef="#ctx0" brushRef="#br0" timeOffset="138585.884">6851 11459 2199 0,'0'0'623'0,"0"0"-331"15,0 0 5-15,0 0 177 0,0 0-36 0,79 5-113 16,-60-1-107-16,1-3-129 0,2-1-69 16,2 0-20-16,0 0-22 0,1-5-88 15,3-6-71-15,-3-3-197 0,-3 1-317 16,2-4-1187-16</inkml:trace>
  <inkml:trace contextRef="#ctx0" brushRef="#br0" timeOffset="138781.044">7237 11222 2383 0,'0'0'683'15,"0"0"-367"-15,0 0-21 0,0 0 127 16,0 0-6-16,0 0-148 0,7 74-129 16,-2-51-75-16,2 1-28 0,0 4-36 15,0 2 0-15,0 4-12 0,3 3-9 16,-4 0-37-16,0 1-142 0,1-1-46 0,3-2-121 15,0-1-223-15,-4-11-608 0,6 4-597 0</inkml:trace>
  <inkml:trace contextRef="#ctx0" brushRef="#br0" timeOffset="139888.66">8534 11939 1585 0,'0'0'707'16,"0"0"-509"-16,0 0 108 16,0 0 108-16,-46-80-33 0,32 65-78 0,-1 2-48 15,1 4-3-15,-1 3-23 0,2 2-69 16,3 3-25-16,0 1-31 0,0 1 9 16,0 9-43-16,3 7-37 0,-3 9 1 0,1 7 8 15,2 10 7-15,1 3 15 0,0 6 24 16,-1 2 15-16,3 2-37 0,-2 0-32 15,3-3-32-15,2-8 8 0,1-7-10 16,0-11-12-16,4-8-16 0,3-7-17 16,5-5 2-16,1-4 4 0,2-3-3 15,4 0-25-15,4-10-30 0,0-6-7 16,1-7 4-16,0-4-1 0,-1-3-3 16,0-3 3-16,-4 2 3 0,-2-3 3 0,-4 1 20 15,0 4 35-15,-6 2 19 0,-1 6 21 16,-2 4 12-16,-1 5 34 15,0 5 32-15,0 6-17 0,1 1-9 0,1 1-30 16,3 9 97-16,1 4-9 0,2 6-18 16,0 2-10-16,-3 5-8 0,1 4 11 15,-5 1-19-15,0 0-8 0,2 2-49 16,-4-3-9-16,2-3-24 0,1-4 0 0,0-7-43 16,-1-4-12-16,1-4-25 15,2-4-64-15,0-2-55 0,2-3-97 0,2 0-315 16,-3-4-628-16,6-10-746 0</inkml:trace>
  <inkml:trace contextRef="#ctx0" brushRef="#br0" timeOffset="140096.784">8943 12251 1273 0,'0'0'1031'0,"0"0"-624"0,0 0-28 0,0 0-47 15,22 76 23-15,-13-53-46 0,-1-1 2 16,-2 1-147-16,1-2-81 0,-4-1-40 0,0-3-25 16,0-2-18-16,-3 0-22 0,0-4-43 15,0-2-98-15,0-3-92 0,0 1-75 16,-4-4-138-16,-1-2-608 0,-1-1-879 0</inkml:trace>
  <inkml:trace contextRef="#ctx0" brushRef="#br0" timeOffset="140268.967">8966 12028 2985 0,'0'0'577'16,"0"0"-318"-16,0 0 18 0,0 0 186 0,0 0-97 16,0 0-174-16,0 0-113 0,0 0-79 15,78-42-21-15,-59 37-58 0,1 2-31 16,3 0-129-16,-1 3-119 0,-5 0-294 0,10 1-1143 15</inkml:trace>
  <inkml:trace contextRef="#ctx0" brushRef="#br0" timeOffset="141132.041">10222 11530 1380 0,'0'0'705'0,"0"0"-216"0,0 0-16 16,0 0-11-16,0 0-96 0,0 0-45 15,0 0 5-15,0 0-55 0,0 0-78 16,0 0-37-16,-23-2-41 0,8 8-94 0,-5 2-20 16,-4 6 10-16,-5 5 13 0,-3 7 13 15,-1 5-1-15,-2 5 10 0,4 5 5 16,2 4 1-16,1 4 14 0,5 4-8 15,6 3-37-15,4 0-21 0,6-3-3 16,4-6 3-16,3-4 0 0,6-7-1 16,5-10-17-16,1-2 17 0,5-7 1 0,-1-6 18 15,2-3-3-15,2-2-15 0,1-6-3 16,2 0-12-16,-3-3 14 0,3-6-1 16,0-4-28-16,0-1-19 0,-1-4-20 15,0-3-16-15,-1 0 0 0,-2-1 9 16,-2-1 9-16,0 1 6 0,-5 2 9 15,-5 3 24-15,-4 3 28 0,-3 2 13 0,0 0 20 16,-3 4 25-16,-5-1-15 0,0 2-16 16,0 5-3-16,1-1 10 0,1 2-7 15,0 1-27-15,0 0-51 0,1 0-13 16,0 1-13-16,1 2-23 0,2-1-47 16,1 3-84-16,1 2-162 0,0-2-242 15,0 2-625-15,4 0-649 0</inkml:trace>
  <inkml:trace contextRef="#ctx0" brushRef="#br0" timeOffset="141312.368">10429 11939 55 0,'0'0'1870'15,"0"0"-1420"-15,0 0-91 0,0 0 49 0,0 0-4 16,0 0-94-16,0 0-31 0,0 0-20 16,69 77-55-16,-69-59-44 0,0 1-10 0,0-1-61 15,0-2-58-15,-7 0-31 0,0-3-31 16,1-1-104-16,-1-3-49 0,0-3-48 15,1-2-69-15,-4-2-171 0,6-2-712 16,-7 0-1295-16</inkml:trace>
  <inkml:trace contextRef="#ctx0" brushRef="#br0" timeOffset="141449.948">10444 11754 2100 0,'0'0'1266'0,"0"0"-864"0,0 0-74 16,0 0 48-16,0 0-154 0,0 0-200 0,0 0-22 16,0 0-111-16,89-26-155 0,-65 24-113 15,-9 2-253-15,17 0-1100 0</inkml:trace>
  <inkml:trace contextRef="#ctx0" brushRef="#br0" timeOffset="141835.25">10958 11683 1971 0,'0'0'1205'16,"0"0"-871"-16,0 0-131 0,0 0 70 0,0 0 56 16,0 0-63-16,-65 71-72 0,55-38-50 15,2 6-18-15,0 5-13 0,2 4-10 16,-2-1-51-16,5-2-34 0,2-2-18 15,1-7-27-15,1-9-40 0,13-8-70 16,2-8-40-16,10-10 5 0,6-2-96 16,6-15-207-16,-7 2-761 0,18-21-1239 0</inkml:trace>
  <inkml:trace contextRef="#ctx0" brushRef="#br0" timeOffset="142296.783">11328 11733 1102 0,'0'0'2002'16,"0"0"-1423"-16,0 0-132 0,-63 66 6 0,44-35-81 16,3-2-67-16,1 2-107 0,3-2-104 0,6-7-94 15,1-1-24-15,3-7-22 16,2-4-69-16,2-5-37 0,6-1 48 0,2-4-12 16,0 0 12-16,5-4 3 0,-1-4-4 15,3-6-27-15,-2 0-1 0,1-2 36 16,-2-3 41-16,-1 0 19 0,-1 3 37 15,-2 1 28-15,-2 1 9 0,-2 1 32 16,-2 4 42-16,-2 1 0 0,2 4 4 16,-4 3-14-16,0 1-40 0,2 0-2 0,-1 5-26 15,4 4-5-15,0 3 73 0,4 7 21 16,1 5-19-16,1 1-27 0,1 4 15 16,0-1-27-16,0 3-34 0,-3 0-12 15,-3 1-17-15,-2 2 2 0,-1 0-3 16,-3-2 0-16,0-1-1 0,0-3-29 15,0-2 12-15,-4-2 16 0,1-2 2 16,0-4 2-16,-1-4 22 0,-1-2-9 0,-2-6-15 16,0 0-1-16,-2-1-26 0,-1-4-6 15,-4 0-7-15,1-1 4 0,-4-1 18 16,-1-5-28-16,-2-7-57 0,0-3 20 16,1-3 4-16,1-3-13 0,0-3-12 15,4-5-37-15,2-4-90 0,3-2-147 16,4 0-284-16,2 9-412 0,3-11-835 15</inkml:trace>
  <inkml:trace contextRef="#ctx0" brushRef="#br0" timeOffset="142488.09">11810 11528 3064 0,'0'0'541'0,"0"0"-166"0,0 0-21 15,0 0 41-15,55 73-119 0,-40-54-126 16,-3 1-118-16,2 0-32 0,-1-1 0 16,-4 5 1-16,-5-1-1 0,-4 4-72 15,-2 3-35-15,-15 3-6 0,-7 4-4 0,-5 3-21 16,-7 1-13-16,-3 1-17 0,-4 0-107 16,-2-1-280-16,9-11-696 0,-23 12-911 15</inkml:trace>
  <inkml:trace contextRef="#ctx0" brushRef="#br0" timeOffset="142986.239">9611 12855 1479 0,'0'0'1439'16,"0"0"-1051"-16,0 0-77 0,0 0 111 15,0 0-100-15,0 0-106 0,0 0-68 16,0 0 21-16,0 0 33 0,105 3-44 16,-68-8-60-16,7-1-22 0,4-1-19 0,5 0-14 15,6-4-1-15,11 1 4 0,6-1-5 16,12-4-41-16,6 0-2 0,7 0-13 16,8-4 3-16,8 1-3 0,7-2 11 15,10-2 2-15,9-2 2 0,0 2 0 16,-2-1 0-16,-7 1-27 0,-12 0-42 15,-11 4 11-15,-13 3 18 0,-11 2 16 0,-14 3 3 16,-11 3 3-16,-12 3 17 0,-10 0 1 16,-12 2 0-16,-5 1-12 0,-11 1-15 15,-3 0-19-15,-4 0-21 0,-5 0 6 16,0 0-33-16,-10 0-32 0,-4 0-73 16,-8 1-166-16,-4 2-309 0,7 0-533 15,-18 1-689-15</inkml:trace>
  <inkml:trace contextRef="#ctx0" brushRef="#br0" timeOffset="143723.467">10530 12979 2323 0,'0'0'516'0,"0"0"-202"0,0 0 62 16,0 0 91-16,0 0-46 0,0 0-143 16,0 0-87-16,0 0-41 0,0 0-80 15,0 0-30-15,-53 48-10 0,35-26-9 16,-2 4 7-16,0 4-1 0,1 5 16 16,-1 3 12-16,2 4 30 0,0 2 12 0,1 2-31 15,2 2-23-15,1 1-19 0,4 0 0 16,3-4-23-16,2-7-1 0,4-6-3 15,1-8 2-15,1-5 1 0,7-8-2 16,3-3-4-16,6-7-9 0,-1-1 3 16,6-1 12-16,2-11 2 0,-1-6 1 15,-1-3 0-15,1-3-3 0,-1-5-24 16,-5 2 6-16,0 2-4 0,-5 2-2 0,-4 4-21 16,-2 5 2-16,-4 2 43 0,-2 3 1 15,0 3 2-15,-8-1-3 0,-3 1-14 16,-1 1 13-16,-2 0-1 0,0 2-16 15,-2 1-19-15,3 2-2 0,-1 0 18 16,0 7-22-16,4 1-9 0,-1 0-9 16,4 3 7-16,2 0-20 0,2 0-42 15,0 0-43-15,3-1-91 0,0 1-150 0,5 0-221 16,-1-5-461-16,6 0-449 0</inkml:trace>
  <inkml:trace contextRef="#ctx0" brushRef="#br0" timeOffset="144081.009">10678 13443 293 0,'0'0'2749'0,"0"0"-2169"0,0 0-299 16,0 0 17-16,0 0 28 0,0 0 19 0,0 0-122 15,31 65-74-15,-26-40-61 0,3 1 16 0,-2-3-32 16,-2-2-35-16,3-3-28 0,-3-6-9 15,-1-2-27-15,2-6-4 0,-3-2-11 16,4-2-55-16,3 0-10 0,-2-9 22 16,5-3 0-16,-1-2 20 0,-1-4 44 15,0 0-7-15,2 1 10 0,-4 0 6 16,1 2 12-16,-2 2 12 0,0 3-9 16,-1 4 28-16,-3 3 18 0,-1 2-13 15,-2 1 7-15,1 0 6 0,1 2-4 16,0 5 1-16,3 2-6 0,-1-1-10 0,3 2-5 15,-4-1-25-15,3 0 0 16,-2 0-43-16,1-3-91 0,-1 1-46 0,0-1-16 16,3-4-57-16,-2 2-179 0,-1-2-339 15,6-2-748-15</inkml:trace>
  <inkml:trace contextRef="#ctx0" brushRef="#br0" timeOffset="144330.387">11438 13202 2621 0,'0'0'798'15,"0"0"-428"-15,0 0-24 0,0 0 126 16,-79 0-146-16,60 12-109 0,3 4-59 16,0 7-18-16,2 4-22 0,1 9-15 15,4 5-6-15,3 2 21 0,-1 4 45 0,3-1-58 16,3-5-59-16,1-3-46 0,7-5-11 15,6-7-22-15,5-5-78 0,3-9-13 16,3-11-15-16,2-1-12 0,4-13-25 16,-1-6-46-16,1-5-135 0,-1-2-298 15,-8 4-594-15,7-6-608 0</inkml:trace>
  <inkml:trace contextRef="#ctx0" brushRef="#br0" timeOffset="144738.249">11660 13318 222 0,'0'0'2612'0,"0"0"-2231"15,0 0-91-15,0 0 227 0,0 0 19 16,0 0-103-16,0 0-128 0,-36 81-62 16,20-44-10-16,0 2-34 0,2-2-21 15,1-5-84-15,4-8-58 0,3-9-36 0,5-7-18 16,1-6-18-16,0-2-76 16,4-3-18-16,8-8-12 0,1-3 61 0,3-4 20 15,2-4-14-15,-1-2-10 0,0 0-6 16,-3 3 27-16,-3 1 31 15,0 4 8-15,-3 3 7 0,-1 5 6 0,-4 4 2 16,0 4 10-16,-1 0 67 0,-2 2 5 0,3 3 14 16,-2 4 1-16,3 2-2 15,2 6-30-15,-2 2-13 0,-1 1 0 0,1 7-18 16,1 0-11-16,-1 1-11 0,2 2-2 16,-3 2-2-16,4-1 2 0,-4 2 2 15,-2-1 13-15,-1 1-12 0,0 1 9 16,0 1-9-16,0 1 15 0,0-1 60 15,-1-2-78-15,-9 0-6 0,0-4-21 16,-3-1-3-16,-3-6 6 0,3-4-31 16,-3-6 7-16,2-4 21 0,-2-5 9 0,1-3-37 15,-2-9-23-15,0-7 2 16,0-8-6-16,-1-7-82 0,1-7-104 0,0-9-236 16,1-4-293-16,4 10-548 0,1-21-689 0</inkml:trace>
  <inkml:trace contextRef="#ctx0" brushRef="#br0" timeOffset="144953.223">11954 13253 463 0,'0'0'2271'0,"0"0"-1934"0,0 0-78 16,0 0 137-16,79 50-24 0,-64-34-92 15,0 1-128-15,-4 1-100 0,-3 0-50 16,-3 3 17-16,-5 1-9 0,0 2-10 15,-9 3-3-15,-6 3-9 0,-5 1-7 16,-3 0-55-16,0 0-44 0,-4-2 1 16,-1-1-55-16,-2-2-42 0,1-3-80 0,6-7-206 15,-10-1-725-15</inkml:trace>
  <inkml:trace contextRef="#ctx0" brushRef="#br0" timeOffset="146118.324">13492 11906 2168 0,'0'0'727'0,"0"0"-235"0,0 0-137 15,0 0 45-15,0 0-83 0,0 0-49 16,-85 14-84-16,56 3-86 0,-3 5-24 16,-1 6-16-16,-2 4-1 0,-1 7-2 15,0 2-6-15,2 7-3 0,0 2-1 16,3 8 4-16,0 2-7 0,4 5 4 0,3-1-19 15,2-4-6-15,6-6 16 0,6-9-1 16,7-15 15-16,3-10 4 16,0-8 23-16,9-5-59 0,2-4 5 0,9-3-24 15,2 0-1-15,6-11-33 0,-1-6-11 16,3-5-24-16,-1 0 5 0,-3-4 3 16,-6 2 4-16,0 4 5 0,-7 2-5 15,-3 5 11-15,-4 2-3 0,-1 4 7 0,-5 1 5 16,0-1 34-16,-2 2 3 0,-4-2 3 15,-1 1-3-15,-3 0 0 0,-2 0 0 16,2 2-57-16,-2 3 11 0,1 1-12 16,1 0 21-16,0 1-33 0,2 5-10 15,2-2-18-15,0 5-108 0,0-1-116 16,3 0-180-16,2 0-277 0,1 3-807 0</inkml:trace>
  <inkml:trace contextRef="#ctx0" brushRef="#br0" timeOffset="146953.485">13558 12612 1163 0,'0'0'1277'16,"0"0"-890"-16,0 0-108 0,0 0 31 16,0 0 32-16,0 0-78 0,0 0-63 15,0 0-49-15,0 0-34 0,0 0-13 16,0 0 3-16,59 54 5 0,-59-37-30 0,0 2-37 15,0-2-15-15,-4-1-7 0,-1-4-24 16,1-1-38-16,-2-3-8 0,2-6-30 16,1 2-26-16,-1-4-21 0,-1 0-99 15,-2-4-156-15,1 0-356 0,-2-11-809 0</inkml:trace>
  <inkml:trace contextRef="#ctx0" brushRef="#br0" timeOffset="147130.44">13536 12428 2644 0,'0'0'536'0,"0"0"-243"0,0 0 39 0,0 0 83 15,0 0-71-15,0 0-153 0,0 0-102 0,0 0-46 16,77-31-43-16,-60 29-28 0,0-2-24 0,0 2-92 16,2-3-70-16,0 4-59 15,4-1-177-15,-8-1-336 0,6 2-900 0</inkml:trace>
  <inkml:trace contextRef="#ctx0" brushRef="#br0" timeOffset="147587.161">14193 12161 1246 0,'0'0'781'16,"0"0"-325"-16,0 0-149 0,0 0 74 15,0 0 11-15,0 0-73 0,0 0-86 16,0 0-74-16,0 0-17 0,0 0 13 16,0 0 2-16,-47-7-77 0,38 31 0 15,-1 10-1-15,2 5 28 0,3 3 28 16,2 5-11-16,0 0-42 0,2-3-21 15,1-2-21-15,0 0-20 0,0-7-20 0,7-8-15 16,-1-4-4-16,5-8-20 16,0-5-46-16,4-4-25 0,1-6-24 15,4 0-28-15,-1-9-67 0,4-8-120 0,-6 3-328 16,5-15-1076-16</inkml:trace>
  <inkml:trace contextRef="#ctx0" brushRef="#br0" timeOffset="147838.349">14369 12246 2587 0,'0'0'635'0,"0"0"-348"15,0 0-110-15,0 0 25 0,0 0-35 16,0 0-73-16,92-57-94 0,-61 46-12 16,0-1-32-16,1 7 22 0,3 5 16 15,-4 0 6-15,1 5 37 0,-2 7-2 16,-5 6 2-16,-3 4 56 0,-4 1-3 15,-3 5 19-15,-4 0 5 0,-4 1-33 0,-1-2-32 16,-4-3-34-16,-2-4-13 0,0-1-2 16,0-9-61-16,0-2-26 0,0-6-64 15,0-2-113-15,3-3-208 0,0-4-625 16,6-13-1084-16</inkml:trace>
  <inkml:trace contextRef="#ctx0" brushRef="#br0" timeOffset="148022.943">14790 12093 2707 0,'0'0'558'0,"0"0"-319"16,0 0 1-16,0 0 135 0,-88 84-33 15,66-53-74-15,-2 2-65 0,1 1-35 16,2 0-28-16,2-3-70 0,0-5-54 16,6-1-16-16,-1-4-61 0,6-5-149 0,1-4-75 15,4-6-88-15,3-5-285 0,0-1-633 16,6-11-1135-16</inkml:trace>
  <inkml:trace contextRef="#ctx0" brushRef="#br0" timeOffset="148214.35">15070 11962 2553 0,'0'0'492'0,"0"0"-118"15,0 0 47-15,0 0-76 0,0 0-105 16,88 54-67-16,-73-36-56 0,0 1-50 15,-2 1-24-15,-3 2-39 0,-4-1-4 0,-3 4-23 16,-3 0-45-16,-5 6-21 0,-8 0-25 16,-5 3-16-16,-7 2 9 0,-1 0-32 15,-4 1-54-15,0-2-150 0,-2-4-243 16,10-6-702-16,-15 9-363 0</inkml:trace>
  <inkml:trace contextRef="#ctx0" brushRef="#br0" timeOffset="152859.109">16381 12172 2391 0,'0'0'290'0,"0"0"320"15,0 0-346-15,0 0 20 0,0 0-1 16,0 0 6-16,0 0-45 0,0 0-90 0,0 0 57 15,75-14-52-15,-35 10 30 16,1 1-68-16,-1-1-54 0,0 1-37 0,-4 0-30 16,-4-1 1-16,0-2-2 0,-2 0 0 15,0-4-29-15,-1-2-40 0,-2-4-57 16,-2 0-35-16,-3-2-33 0,-4-2-90 16,-6 1-220-16,-2 2-468 0,-4-6-605 0</inkml:trace>
  <inkml:trace contextRef="#ctx0" brushRef="#br0" timeOffset="153113.936">16730 11764 2338 0,'0'0'555'0,"0"0"-200"16,0 0-50-16,0 0 52 0,0 0-28 15,0 0-71-15,-13 64-54 0,13-38-48 16,0 3-43-16,3 2-6 0,1 3 0 0,-1 5-18 15,0 0-16-15,-2 4-40 0,-1 3-3 16,0 0-27-16,-2 1-3 0,-4 1-1 16,1 1-17-16,-1-2-6 0,0-3-10 15,1-4-60-15,2-8-34 0,3-4 0 16,0-8-16-16,0-5-41 0,6-6-87 16,5-3-162-16,1-1-218 0,1-3-452 15,7-2-498-15</inkml:trace>
  <inkml:trace contextRef="#ctx0" brushRef="#br0" timeOffset="154388.405">18333 11929 355 0,'0'0'493'16,"0"0"-132"-16,0 0-42 0,0 0 13 16,0 0-40-16,0 0-75 0,0 0 3 0,0 0-46 15,0 0-58-15,0 0 2 0,0 0-15 16,1-64-10-16,-1 57-4 0,-1 0 10 16,-1 3 12-16,2-2-13 0,-1 4 10 15,-1-2 5-15,1 0 20 0,1 1 9 16,-2 3 7-16,2-3-40 0,0 1 18 0,-3 1-13 15,3-1 0-15,-3 0-18 0,0 0-1 16,2-2-13-16,-2 1-17 0,-1 0-19 16,1 1-13-16,2-2-5 0,-1 1 2 15,-1 1-9-15,0 0 1 0,3 1-19 16,-2 1 9-16,2 0-10 0,-2 0 1 16,1 0 0-16,-2 0-3 0,1 0-2 15,1-2-19-15,1 2 19 0,-2 0 1 16,2 0 1-16,0 0 1 0,0 0 0 0,0 0-1 15,0 0 1-15,0 0 2 0,0 0 0 16,0 0 9-16,0 0-10 0,0 0 1 16,0 0 9-16,0 0 0 0,0 0-10 15,-1 0 20-15,1 0-4 0,0 0-17 16,-2 0 14-16,2 0-3 0,0 0-10 16,0 0 0-16,0 0 11 0,0 0-12 0,0 0-1 15,0 0 0-15,0 0 0 0,0 0-1 16,0 0 1-16,0 0 1 0,0 0 1 15,-4 0 0-15,3 0 16 0,-3 0-18 16,-4 0-52-16,1 2 31 0,-4 0 21 16,-1 3-2-16,0 2-10 0,0 2-3 15,-2 4-7-15,-3 5 4 0,1 2 6 16,-1 10-4-16,1 0-2 0,0 6 0 0,3 3 16 16,1 0 0-16,4 1-16 0,2-4 18 15,5-3 10-15,1-4 8 0,0-4-16 16,7-7 22-16,2-3-8 0,2-5-15 15,1-5 11-15,1 0-10 0,1-3-2 16,3-2-15-16,2-3-4 0,1-8 16 16,5-2-39-16,-2-6-22 0,0-3-10 15,-1-2 10-15,-3 4 0 0,1-4-1 16,-5 2 13-16,0 2 0 0,-3-1-7 0,-3 3 13 16,-1-1 3-16,-4 2 18 15,-1 2 25-15,-1 1 14 0,-1 3 13 0,-1 2 17 16,0 4 8-16,0 4 10 0,0 1-10 15,0 0-6-15,0 1 0 0,0 8-34 16,0 3-9-16,0 6 37 0,0 6 18 16,0 1-9-16,0 1 9 0,0 2-6 0,0-5-19 15,1 1-33-15,5-6-12 16,0-1-18-16,2-3 2 0,3-2-5 0,1-4-16 16,5 2-77-16,1-4-39 0,6-2-17 15,1 0-47-15,1-3 17 0,4-1-314 16,-10 0-557-16,9 0-646 0</inkml:trace>
  <inkml:trace contextRef="#ctx0" brushRef="#br0" timeOffset="155216.114">18817 12161 1228 0,'0'0'1242'0,"0"0"-810"0,0 0-99 15,0 0 27-15,0 0 49 0,0 0-40 16,0 0-85-16,0 0-56 0,0 0-72 16,0 0 12-16,0 0-50 0,8 60-36 15,-8-37-33-15,0 1-16 0,-1-1-18 0,-5 1-15 16,0-3-1-16,0 0-14 0,1-6-24 15,1-3-49-15,1-2 9 0,3-7 21 16,0-1-12-16,0-2-34 0,1-4-15 16,7-4 18-16,3-4 48 0,0-4 4 15,4-3 12-15,-1 0-3 0,-3-2 16 16,0 3 11-16,-1 2 13 0,-3 5 0 16,2 2 0-16,-2 4 15 0,0 3 16 0,1 2-4 15,1 0 7-15,0 2 9 0,1 5-6 16,0 4-13-16,0 2-20 0,-1 2 11 15,2 1-2-15,-5 2-13 0,2-3-2 16,-3 2-13-16,0-1-53 0,0-2-45 16,0-1-39-16,-3-1-133 0,4-4-205 0,-3-1-274 15,5 1-800-15</inkml:trace>
  <inkml:trace contextRef="#ctx0" brushRef="#br0" timeOffset="157499.143">20635 11887 1747 0,'0'0'545'0,"0"0"-192"0,0 0-61 15,0 0 45-15,0 0 12 0,0 0-122 16,0 0-79-16,0 0-28 0,0 0 8 15,-67 88 21-15,52-48 21 0,4 4 18 16,0 3-72-16,0 0-33 0,4 2-10 0,1 0-30 16,3-4-24-16,3-4-19 0,0-6 0 15,2-5-15-15,6-10-6 0,3-6-25 16,3-4-9-16,3-6-3 0,3-4-77 16,5-1-41-16,1-9-99 0,0-6-224 15,-7 2-519-15,3-8-621 0</inkml:trace>
  <inkml:trace contextRef="#ctx0" brushRef="#br0" timeOffset="157744.57">20782 12087 1486 0,'0'0'1207'0,"0"0"-770"0,0 0-207 16,0 0 20-16,0 0 12 0,0 0-66 15,0 0-74-15,0 0-1 0,0 0-50 16,78-2-24-16,-56 8 6 0,1 2-4 0,0 0 3 15,-3 1-12-15,2 3-2 0,-2 0-2 16,-3 0-8-16,-3 2 9 0,-3 2 6 16,-3-1 3-16,-2 4-6 0,-3 1-25 15,-3 0-15-15,0-2-61 0,0-1 9 16,0-3-53-16,-3-3-37 0,3-5-12 16,0-6-17-16,0 0-96 0,7 0-207 15,-2-4-197-15,5-11-743 0</inkml:trace>
  <inkml:trace contextRef="#ctx0" brushRef="#br0" timeOffset="157929.97">21157 12033 2123 0,'0'0'462'0,"0"0"-127"0,0 0-18 16,0 0 68-16,0 0-42 0,0 0-98 16,-78 67-55-16,59-37-14 0,-2 1-13 15,-2 1-21-15,3-1-32 0,-3-4-46 16,3-1-55-16,2-5-9 0,2-1-36 15,2-5-68-15,3-4-68 0,3-5-32 16,5-3-31-16,3-3-100 0,0 0-390 16,0-16-922-16</inkml:trace>
  <inkml:trace contextRef="#ctx0" brushRef="#br0" timeOffset="158188.113">21243 11933 2172 0,'0'0'355'0,"0"0"-116"16,0 0 191-16,0 0 63 0,0 0-112 16,91-4-113-16,-69 14-88 0,6-1-51 0,-3 5 3 15,3 3-58-15,-2 2-34 0,-5 2-25 16,-2 4 10-16,-2 2-7 0,-4 1-3 16,-5 3-13-16,-4 0 0 0,-4-1-2 15,-4 6-27-15,-7-3 2 0,-2 1-14 16,-5 1-1-16,-2-2 6 0,2-2-9 0,1-6-6 15,2-2-44-15,1-3-42 0,3-6-42 16,3-4-60-16,2-4-116 0,4-3-261 16,0-1-618-16,2-2-635 0</inkml:trace>
  <inkml:trace contextRef="#ctx0" brushRef="#br0" timeOffset="163567.95">19872 11690 2462 0,'0'0'547'0,"0"0"-106"0,0 0-137 16,0 0 48-16,0 0-75 0,0 0-39 15,0 0-53-15,0 0-35 0,0 0 18 16,0 0 15-16,12 20-31 0,-12-2-28 15,-9 1-12-15,-2 3-3 0,-6 1-36 16,-2 0-25-16,-4-1-9 0,-3 0-21 0,-2 3-15 16,-4 3-3-16,-3 3-33 0,1 1-21 15,0 3 2-15,1 5 10 16,5-1 21-16,0 3 19 0,5-1 1 0,3-4-2 16,4-3 1-16,6-8 2 0,4-8-2 15,6-7-22-15,4-6 6 0,10-5 2 16,7-5 2-16,6-7 13 0,2-9-10 0,4-3 10 15,-1-2-14-15,1 0-12 0,-1-2-10 16,-2 4 16-16,-5 2 0 0,-5 2-6 16,-3 2-3-16,-7 5 16 0,-5 2 14 15,-4 3 28-15,-1 0-10 0,-8 2 9 16,-6 0-27-16,-3 0-16 0,-2 3-17 16,-2 2 14-16,-1 1 19 0,-1 3-24 15,4 7-21-15,-1 2 14 0,3 4 4 16,0-1-7-16,2 3 1 0,4-1-13 15,1-4-51-15,4 2-44 0,3-3-82 0,0-4-141 16,3 2-148-16,0-4-227 0,9-1-533 16,-1-2-240-16,1-3 1111 0</inkml:trace>
  <inkml:trace contextRef="#ctx0" brushRef="#br0" timeOffset="163880.235">19916 12121 440 0,'0'0'567'0,"0"0"982"0,0 0-1124 0,0 0 51 16,0 0 14-16,5 70-43 0,-5-47-55 16,0-1-150-16,2-3-90 0,-2-2-70 15,3-2-51-15,0 0-30 0,0-5 1 16,0 0-2-16,-1-4-21 0,3-3-28 16,-1-3-49-16,2 0-30 0,4-4-10 0,3-7 15 15,3-2 31-15,1-4 24 0,2-1 16 16,0 1 18-16,-2 2 6 0,-1 0 28 15,-3 3 3-15,-3 6 0 0,-3 0 37 16,-1 5 16-16,0 1 3 0,-2 0 30 16,5 0 3-16,-2 1-9 0,0 5-25 15,1 5-3-15,1 3-12 0,-3 1-13 16,-1 4-5-16,-1-2-7 0,1 1-18 0,-3 0-3 16,2 0-46-16,-4-4-85 0,2 1-50 15,-2-2-63-15,0-4-101 0,0 1-409 16,0-2-1153-16</inkml:trace>
  <inkml:trace contextRef="#ctx0" brushRef="#br0" timeOffset="165542.765">22402 12062 752 0,'0'0'183'0,"0"0"22"0,0 0 1159 15,0 0-891-15,0 0-127 0,0 0-58 16,0 0 6-16,0 0-46 0,0 0-64 15,0 0-14-15,0 0-31 0,26-9-16 0,-7 2 46 16,5 2 14-16,5-2-55 0,1-1-21 16,1 3-22-16,-1-2 0 0,-1 1-4 15,0 1-26-15,-2-1-13 0,-1 0-20 16,-2 2-22-16,1-2-28 0,-3 0 4 16,-1 0-30-16,2 1-49 0,-3 0-71 15,-2-1-48-15,-3 4-29 0,-4 1-41 16,-5 1-176-16,-4 0-189 0,-2 1-595 0,-5 8-347 15</inkml:trace>
  <inkml:trace contextRef="#ctx0" brushRef="#br0" timeOffset="165725.515">22538 12258 1709 0,'0'0'1272'15,"0"0"-793"-15,0 0-109 0,0 0-43 0,0 0 24 16,0 0-89-16,0 0-11 0,0 0-58 15,86 14-69-15,-48-14-60 0,6-8-24 16,5-4-40-16,7-1-22 0,1-5-23 16,1 2-101-16,1-2-111 0,0 0-96 15,0 0-196-15,-16 4-690 0,15-7-1330 0</inkml:trace>
  <inkml:trace contextRef="#ctx0" brushRef="#br0" timeOffset="166047.4">23774 12007 1441 0,'0'0'2537'0,"0"0"-2183"16,0 0-227-16,-52 78 64 0,39-49 220 15,1 0-49-15,7-1-131 0,4-3-119 16,1-3-67-16,10-4-24 0,4-4 7 16,6-2-7-16,2-5 9 0,5-2-6 15,4-5-24-15,3 0-12 0,2-8-18 16,0-3 3-16,2-3-4 0,-1-2-14 15,-1-1-6-15,-2-2 11 0,0-4-2 16,-6 4 3-16,-3 0 23 0,-6-2 13 16,-6 3 2-16,-5 0 1 0,-6 0 31 0,-2-2 8 15,-11 2-15-15,-5-1 0 0,-7 1-24 16,-3 2-13-16,-5 1 10 0,-2 4-21 16,-6 4 6-16,-4 7-18 0,-4 0-16 15,-7 10-5-15,-3 6-56 0,-1 4-33 0,3 5-6 16,0 1-25-16,1 4-131 15,3-1-191-15,5 2-145 0,11-7-318 0,-10 14-360 0</inkml:trace>
  <inkml:trace contextRef="#ctx0" brushRef="#br0" timeOffset="169769.113">4688 12135 2493 0,'0'0'784'0,"0"0"-590"0,0 0-112 0,0 0-2 15,0 0 90-15,-87-12 229 0,73 12-27 16,-2 2-80-16,3 3-90 0,1 0-74 15,4 1-24-15,2-1 5 0,5-2-8 0,1 0-44 16,0 1-27-16,7 5-11 0,8 1 14 16,6 4 9-16,3 3 22 0,7-1 2 15,2 1-20-15,0 0-22 0,1-1-9 16,-1-1-12-16,1 1-1 0,-1-1 7 16,0 3-9-16,-1-1-15 0,-2 2-9 15,0-2-31-15,-3 1 16 0,-1-2-9 16,-4 1 5-16,0 1 4 0,-5 2 6 15,-4-1 21-15,-1 4-7 0,-5 3 16 16,-5 0-12-16,-2 5-6 0,0 2-18 16,-8 2-7-16,-5 3 16 0,-4 3 5 0,-5 5 1 15,-2 1-3-15,-4 4-10 0,-2 2-5 16,0 2-34-16,-2-3-19 0,5-1-15 16,-2-3 3-16,4-4-25 0,5-2-102 15,0-4-132-15,0-1-122 0,5-5-178 0,5-7-343 16,-7 7-206-16</inkml:trace>
  <inkml:trace contextRef="#ctx0" brushRef="#br1" timeOffset="174165.542">6847 14666 1952 0,'0'0'68'0,"0"0"737"0,0 0-580 15,0 0-11-15,0 0 34 0,-81 31 87 0,76-29-33 16,1-1-47-16,4-1-60 0,0 0-78 16,6 0-46-16,5 0-16 0,11 0 21 15,8 0 38-15,11 0 41 0,9 0-33 16,2 0-55-16,6 0-25 0,1-1-20 16,0-1-19-16,3-2 9 0,1 0-12 15,1-2 0-15,-2-3-24 0,-5-1-4 16,-1 0-87-16,-8-1-53 0,-6 1-40 15,-8 3-19-15,-8 2-85 0,-10 2-264 0,-8 1-729 16,-8 4-999-16</inkml:trace>
  <inkml:trace contextRef="#ctx0" brushRef="#br1" timeOffset="174546.044">7061 14871 2711 0,'0'0'379'0,"0"0"-276"15,0 0-39-15,0 0 136 0,0 0 180 16,0 0-75-16,102 25-128 0,-71-23-96 16,2 0-53-16,-2 0 23 0,1-2-51 15,-2 3-2-15,-4 2-1 0,-4 1-18 16,-8 5-51-16,-5 3 29 0,-4 6 15 16,-5 3 16-16,-3 5-10 0,-9 7-31 0,-8 2-10 15,-3 1-11-15,-4 2 58 0,-1 2 16 16,1-3 28-16,1 1-26 0,1-4-2 15,2-1 19-15,4-3-18 0,4-5 33 16,3-3 13-16,8-6 6 0,1-5 3 16,3-2-16-16,7-3 1 0,8-1-1 15,5-2 22-15,4 1 15 0,9-3-3 16,3-1 21-16,2-2-24 0,1 0-37 16,1-1-34-16,-1-4-12 0,-3-1 9 0,0-1-74 15,-3-1-12-15,-1 0-47 0,-3 1-56 16,-3 1-51-16,-5 2-126 0,-8 1-353 15,0 3-983-15</inkml:trace>
  <inkml:trace contextRef="#ctx0" brushRef="#br1" timeOffset="175105.253">7058 16158 1348 0,'0'0'313'0,"0"0"-57"0,0 0 72 16,0 0 31-16,0 0-79 16,0 0-62-16,0 0-74 0,0 0-45 0,0 0-48 15,0 0-16-15,0 0 6 0,65 42 0 16,-62-28-15-16,-1 2-7 0,-1-1-7 15,-1 2 26-15,0 0 13 0,0-3-4 16,0 2 1-16,-3-2 5 0,0-3-2 16,-4 1-20-16,3-4-9 0,-1-3-7 15,1-2-15-15,-3-2-60 0,4-1-63 16,0-5-70-16,0-5-80 0,0-4-102 16,2-4-231-16,-1 4-501 0</inkml:trace>
  <inkml:trace contextRef="#ctx0" brushRef="#br1" timeOffset="178271.933">7439 16080 2443 0,'0'0'538'16,"0"0"84"-16,0 0-392 0,0 0-101 15,0 0 13-15,0 0 24 0,0 0 1 16,0 0-22-16,0 0-37 0,0 0-25 16,0 0-24-16,-31 24-29 0,40-24 16 0,3 1 22 15,5 0-35-15,0-1-33 16,3 0-11-16,-1 0-26 0,0 0-82 0,0 0-50 16,-3-1 5-16,-1-3-12 0,-3 1-67 15,-1-2-113-15,-3 3-175 0,-4 0-69 0,-1 0-207 16,-2 2-23-16,-1 0 18 0</inkml:trace>
  <inkml:trace contextRef="#ctx0" brushRef="#br1" timeOffset="178438.679">7470 16171 1673 0,'0'0'412'0,"0"0"-243"0,0 0-69 0,0 0 45 0,0 0 194 16,-43 74-22-16,43-64-116 0,9-1-57 16,5 0 4-16,2-1 32 0,7-4-20 15,2-3-77-15,2-1-49 0,3-2-34 16,-1-9-37-16,1-7-96 0,1-2-78 15,-3-5-102-15,-6 5-180 0,1-10-730 0</inkml:trace>
  <inkml:trace contextRef="#ctx0" brushRef="#br1" timeOffset="178588.014">7825 15973 3265 0,'0'0'451'0,"0"0"-303"0,0 0-95 0,0 0 48 15,0 75 47-15,1-55-8 0,1 1-44 16,-1 0-65-16,2-2-31 0,-3 0-28 16,0-2-74-16,0-1-51 0,0-1-58 15,0-2-82-15,0-4-264 0,-6 0-857 0</inkml:trace>
  <inkml:trace contextRef="#ctx0" brushRef="#br1" timeOffset="179401.149">6704 13987 1929 0,'0'0'767'0,"0"0"-400"0,0 0-217 15,0 0 48-15,0 0 125 0,0 0-22 16,0 0-47-16,0 0-96 0,0 0-46 15,22 85-20-15,-20-60-12 0,1 2-28 16,0 2-12-16,-3-2 3 0,0-1-30 0,0-5-13 16,0-5-1-16,0-4-42 0,0-6-16 15,0-3 7-15,0-3-16 0,3 0-21 16,0 0-4-16,3-7 31 0,1-4 16 16,4-2 21-16,2-2 6 0,-1-1-21 0,2 0-16 15,-1 1 28-15,0 2 6 0,-1 3 10 16,-3 2 9-16,0 5 3 0,-4 1 30 15,-1 2 4-15,-1 0-15 0,-2 0-4 16,1 0 1-16,-2 0-14 0,1 4 10 16,2 0-9-16,0 4 62 0,3 2 1 15,-3 3-14-15,-1 0 1 0,1 1-35 16,0-1-16-16,0 1-2 0,0-2-15 16,-1 0-16-16,1-3-62 0,1-4-53 15,0 0-50-15,2-4-53 0,0-1-86 16,2 0-144-16,1-6-243 0,4-2-861 0</inkml:trace>
  <inkml:trace contextRef="#ctx0" brushRef="#br1" timeOffset="179583.192">7240 14149 3231 0,'0'0'536'0,"0"0"-350"15,0 0-101-15,0 0 41 0,0 0 11 16,0 0-32-16,0 0-105 0,79 15 0 16,-57-28-180-16,2-5-43 0,2-4-47 15,-1-3-213-15,-6 5-697 0,2-6-708 0</inkml:trace>
  <inkml:trace contextRef="#ctx0" brushRef="#br1" timeOffset="179739.298">7618 13995 2977 0,'0'0'377'0,"0"0"-316"0,0 0-29 0,0 0 136 16,12 71 100-16,-7-48-1 0,-2-1-114 15,1 1-110-15,3 1-43 0,-1 0-55 16,-2-1-51-16,-1 1-35 0,0 0-47 16,-2 1-103-16,1-7-222 0,-2 7-731 15</inkml:trace>
  <inkml:trace contextRef="#ctx0" brushRef="#br1" timeOffset="180501.918">9136 14905 1030 0,'0'0'554'0,"0"0"-44"0,0 0-112 16,0 0-63-16,0 0-62 0,0 0-40 0,0 0-29 16,0 0 1-16,35-68-10 15,-32 60-21-15,-2-5-40 0,-1-1-47 0,0 1-25 16,0-4-16-16,0 3-2 0,0 3-1 16,-3 0 12-16,0 5 16 0,-1 3 46 0,-3 3 6 15,0 2-40-15,-3 8-47 0,-3 3-11 16,1 6 8-16,-1 7-20 0,-1 4-13 15,4 4-1-15,0 1 1 0,1 2 24 16,3-4-9-16,-1-2-12 0,3-5-3 16,2-2-26-16,2-6 1 0,0-3-11 15,2-5-7-15,3-3-15 0,3-3 18 16,2-4 9-16,4-2-21 0,2-7-18 16,4-4-23-16,3-6 28 0,2-4-24 15,-2 0-4-15,0 4 15 0,-3 0 16 0,-2 7 31 16,-3 2 31-16,-2 8 25 15,0 2 62-15,2 2 18 0,0 8 1 0,0 5 8 16,1 1-28-16,-3 3-37 0,0 2-24 16,-2 0-4-16,-1 0-20 0,1 0 17 15,0 1-18-15,-1-3 16 0,1 0-16 0,0-3-9 16,-1-2-84-16,0-5-70 0,-2-5-72 16,3-4-82-16,-3 0-217 0,1-1-554 15,-1-13-768-15</inkml:trace>
  <inkml:trace contextRef="#ctx0" brushRef="#br1" timeOffset="180650.592">9700 15033 398 0,'0'0'2960'0,"0"0"-2593"0,0 0-319 16,0 0 15-16,0 0 100 0,4 72 91 0,-4-57-80 16,0-1-103-16,0-2-71 0,0-3-58 15,0-3-47-15,3-2-51 0,-1-3 8 16,-2-1-68-16,0 0-129 0,0-4-414 0,-3-6-1127 15</inkml:trace>
  <inkml:trace contextRef="#ctx0" brushRef="#br1" timeOffset="180810.407">9720 14791 3528 0,'0'0'473'0,"0"0"-473"16,0 0 3-16,0 0 41 0,0 0 122 0,0 0-74 15,0 0-92-15,0 0-184 0,0 0-118 16,92-11-106-16,-74 3-368 0,8-2-826 0</inkml:trace>
  <inkml:trace contextRef="#ctx0" brushRef="#br1" timeOffset="181879.927">13643 14452 271 0,'0'0'1319'15,"0"0"-987"-15,0 0-24 16,0 0-11-16,0 0 90 0,0 0-6 0,0 0-114 16,0 0-125-16,-85-9-47 0,67 18-38 15,-3 7-26-15,-2 5 35 0,-3 8 0 16,1 6 19-16,-2 8 34 0,0 6-1 15,1 6 3-15,0 4-13 0,1 4-9 16,5-2-25-16,0-3-16 0,5-6 9 0,4-10-33 16,5-9-6-16,6-10-12 15,0-6-16-15,8-9-18 0,9-6-4 0,6-2-24 16,6-3-24-16,7-8 14 0,1-6-11 16,2-4-20-16,0-2 7 0,0-2-10 15,-6 2 47-15,-6 2-10 0,-6 4-12 16,-4 3-19-16,-8 4 12 0,-5 4 72 15,-4 1 37-15,0 5 26 0,-10 0-29 16,-4 0-3-16,-5 4 10 0,-3 3-10 16,-2 1 12-16,0 3-3 0,1 3 22 0,-1 5-37 15,0 1 15-15,3 4 0 0,0 1-34 16,2-2-6-16,4 1-40 0,3-5-65 16,4-5-62-16,4-5-52 0,4-4-71 15,1-2-243-15,7-3-496 0,10 0-448 0</inkml:trace>
  <inkml:trace contextRef="#ctx0" brushRef="#br1" timeOffset="182052.932">13773 15018 2070 0,'0'0'1329'0,"0"0"-1158"0,0 0-117 16,0 0 44-16,0 0 85 0,15 80 62 15,-12-65-117-15,0-1-128 0,2-4-13 16,-1 0-37-16,0-5 1 0,1 1-68 15,0-5-21-15,-2 0-35 0,-1-1-45 0,-1 0-94 16,-1 0-189-16,0-2-466 0,0-5-276 0</inkml:trace>
  <inkml:trace contextRef="#ctx0" brushRef="#br1" timeOffset="182208.028">13765 14855 2999 0,'0'0'448'0,"0"0"-356"15,0 0-80-15,0 0 58 0,0 0 91 16,0 0-19-16,0 0-120 0,0 0-22 16,82-31-95-16,-63 25-94 0,0-2-119 15,-4 3-204-15,2-4-757 0</inkml:trace>
  <inkml:trace contextRef="#ctx0" brushRef="#br1" timeOffset="182766.725">14333 14740 1334 0,'0'0'433'0,"0"0"15"0,0 0-115 16,0 0 12-16,0 0-16 15,0 0-29-15,0 0-22 0,0 0-16 0,0 0-53 16,0 0-54-16,0 0-19 0,-23-24-28 15,15 51-16-15,0 10-18 0,4 8-25 16,1 7 6-16,2 0 0 0,1-2-9 16,0-7-26-16,4-4-20 0,6-7-33 15,-1-7 11-15,2-9-70 0,2-4-9 16,2-6 9-16,2-6-25 0,3 0-56 0,2-13-94 16,2-5-92-16,-8 3-298 0,9-16-825 15</inkml:trace>
  <inkml:trace contextRef="#ctx0" brushRef="#br1" timeOffset="182939.211">14545 14814 2985 0,'0'0'488'0,"0"0"-257"15,0 0-152-15,0 0 103 0,0 0 129 0,0 0-69 16,0 0-104-16,0 0-76 0,81 34-59 16,-57-26-3-16,0-2-1 0,1 0-30 15,1-2-30-15,-1-2 2 0,-2 1-40 16,-3-1-40-16,-1 2-29 0,-5-1-9 15,0 1 8-15,-2 2-14 0,-1 2-43 0,-5 2-83 16,-1 2-106-16,-4 0-69 0,1-3-94 16,-2 6-188-16</inkml:trace>
  <inkml:trace contextRef="#ctx0" brushRef="#br1" timeOffset="183163.565">14925 14725 1076 0,'0'0'1039'0,"0"0"-825"0,0 0-94 15,0 0 38-15,-70 73 129 0,48-46 78 16,-4 6-123-16,-1 0-106 0,-3 3-70 0,-1-1-25 16,1 0-3-16,3-5-38 0,1-3 0 15,7-6-38-15,6-9-85 0,6-8-77 16,4-4-90-16,3-11-173 0,6-3-592 15,11-16-455-15</inkml:trace>
  <inkml:trace contextRef="#ctx0" brushRef="#br1" timeOffset="183371.342">15173 14610 2951 0,'0'0'384'15,"0"0"-286"-15,0 0-97 16,0 0 20-16,0 0 115 0,0 0 7 0,81 59-36 15,-64-41-63-15,-2 4-44 0,1 3-29 0,-5 0-41 16,1 5-18-16,-7 1-20 16,-3 4-47-16,-2-2-49 0,-3 1-17 0,-8-1-4 15,-1-2-36-15,-4-1-108 0,0-3-79 16,-4 0-43-16,6-10-24 0,-11 7-186 16</inkml:trace>
  <inkml:trace contextRef="#ctx0" brushRef="#br1" timeOffset="184055.241">17229 14739 3134 0,'0'0'433'0,"0"0"-139"0,0 0-197 16,0 0 30-16,0 0 81 16,0 0 53-16,0 0-46 0,0 0 0 0,106 2-75 15,-65-2-82-15,2-7-58 0,-3-4-16 16,1-4-51-16,-5 0-7 0,1-4 16 15,-7 2-67-15,-4 0-84 0,-4-1-79 16,-8 4-125-16,-8 1-172 0,-5 4-188 16,-8 2-633-16</inkml:trace>
  <inkml:trace contextRef="#ctx0" brushRef="#br1" timeOffset="184241.667">17345 14422 59 0,'0'0'2474'0,"0"0"-2030"15,0 0-226-15,0 0-43 0,0 0 101 0,0 0 49 16,-13 92-68-16,13-54-61 0,0 5-51 16,5 3-31-16,0 3-31 0,1 0-18 0,-3 1-47 15,3-5-15-15,-2 0-3 0,0-8-26 16,2-1-50-16,4-7-88 0,2-3-49 16,1-3-70-16,5-4-73 0,-6-5-261 15,13 2-709-15</inkml:trace>
  <inkml:trace contextRef="#ctx0" brushRef="#br1" timeOffset="184794.573">18654 14631 859 0,'0'0'1290'15,"0"0"-996"-15,0 0-90 0,0 0 76 16,8-79 91-16,-15 67-31 0,-3 2-75 0,0 5-17 15,0 4-43-15,-4 1-56 0,-1 6 36 16,-3 10-25-16,-3 9-31 0,0 11-22 16,-2 11-40-16,-2 8-6 0,3 6 3 15,2 3-4-15,0 0 4 0,7-3-64 16,4-8-3-16,8-10-67 0,1-13-3 16,6-13 25-16,8-11-7 0,9-6-18 0,5-14 8 15,5-5 16-15,1-5 7 16,0-4-23-16,-3-2-5 0,-2 1 36 15,-2 1 9-15,-4 1 23 0,-5 1 2 16,-2-1-2-16,-5 0-19 0,-5 2 6 0,0 0 15 16,-6 4 25-16,0 4 21 0,0 8 15 15,0 6 22-15,0 3 15 0,-3 1-25 0,3 9-45 16,0 6-16-16,0 7 6 16,0 6 22-16,0 6 3 0,0 1 2 15,0-3-20-15,0-4-25 0,5-4-52 0,0-7-94 16,1-5-29-16,1-3 4 0,0-2 4 15,3-7-15-15,0-1-139 0,-2 0-247 16,0-1-597-16,2-10-668 0</inkml:trace>
  <inkml:trace contextRef="#ctx0" brushRef="#br1" timeOffset="185067.598">18933 14927 3198 0,'0'0'540'0,"0"0"-354"0,0 0-44 16,0 0 73-16,16 84 91 0,-13-64-127 0,3-4-176 15,-2-4-3-15,0-3-74 0,4-4-43 16,-1-1 0-16,4-2 30 0,0-2 19 16,2-2-7-16,2-9 0 0,1-1 29 0,2-5 17 15,0 0 29-15,-2-1 4 16,-2 1 17-16,0 3 11 0,-3 4-4 0,-1 1 31 16,-4 7 37-16,-2 2 13 0,-1 0-1 15,0 2-55-15,0 8-4 0,2 1 6 16,-2 3-55-16,0 3-29 0,0 0 26 15,0 2-34-15,2 0-7 0,-1 1-70 16,0-2-50-16,2-3-86 0,0 0-106 16,-4-3-277-16,1-4-585 0</inkml:trace>
  <inkml:trace contextRef="#ctx0" brushRef="#br1" timeOffset="185603.253">19827 14446 779 0,'0'0'788'0,"0"0"-252"16,0 0-150-16,0 0-86 0,0 0-21 16,0 0 15-16,0 0-24 0,0 0-40 15,0 0-35-15,0 0-51 0,0 0-57 16,-33 36-34-16,28-3-3 0,-2 12 8 15,2 9 4-15,0 4-18 0,-1 4 5 16,-2-2-24-16,-1-2 2 0,3-5-2 16,1-9-13-16,5-8-12 0,0-10-49 15,10-10-68-15,8-4-1 0,7-7-81 0,6-5-42 16,4-1-30-16,4-9-119 0,-9-2-590 16,19-10-907-16</inkml:trace>
  <inkml:trace contextRef="#ctx0" brushRef="#br1" timeOffset="186881.625">20278 14199 1896 0,'0'0'450'15,"0"0"-149"-15,0 0-153 0,0 0 45 0,0 0 66 16,0 0-46-16,0 0-92 0,0 0-23 16,0 0-32-16,0 0-9 0,-75 26-3 15,68-23-51-15,-4-1 16 0,2 4-19 16,-2-1-15-16,0 2 15 0,-2 3 1 16,0 1 18-16,-4 3 15 0,-3 3-30 15,-2 2 14-15,-3 5 7 0,-2 1-23 16,-2 4 30-16,1 1-19 0,-1 4-13 15,1 3 0-15,3 4 11 0,1 1-11 0,3 1-12 16,1 1 11-16,4-3-1 16,1-3 0-16,2-2-29 0,4-4 30 0,0-3 2 15,1 1 0-15,3-2 0 0,-1-4 17 16,1-3-15-16,1-2 9 0,4-2-10 0,0-1-2 16,0 0-1-16,4-2 1 0,1-2-3 15,1-1 3-15,1-2-22 0,0-2 19 16,4 0-15-16,-2-2 18 0,1 0 19 15,0-1 31-15,0 0 42 0,1-1-5 16,1-2 4-16,0 1-8 0,4-2 1 16,-2 0 71-16,6 0-57 0,-1-1-46 15,6-7-52-15,1 0-15 0,1-6 13 16,2 1 2-16,0-2-12 0,-1-1-25 16,-2 1-6-16,-5-1 15 0,-3 0-15 15,-5 0 24-15,-7 1 19 0,0 0 27 16,-6 0-2-16,0 3 15 0,-6-2-10 15,-4 0 4-15,-3-2-18 0,-3 0 5 0,0 1-21 16,-2-2 0-16,0 1-18 0,2 0-47 16,-1 0 4-16,1-1 5 0,-1 5-3 0,2 0-15 15,-3 5 3-15,2 0-66 16,-3 6 9-16,2 1-23 0,-2 0 50 0,-1 4-123 16,1 4-173-16,-1 2-146 0,6-1-266 15,-8 6-345-15</inkml:trace>
  <inkml:trace contextRef="#ctx0" brushRef="#br1" timeOffset="187361.449">20520 14849 3033 0,'0'0'640'0,"0"0"-357"0,0 0-160 16,0 0 52-16,0 0 79 0,2 84-35 15,-4-55-68-15,-1 0-57 0,-3 1-45 16,1-2-21-16,0 0-10 0,2-4-18 16,-2-3-9-16,2-2-21 0,0-4-29 0,2-3-23 15,-1-5 11-15,2-3 37 0,0-3 1 16,0-1-29-16,0 0-36 0,0-6 5 16,0-2-9-16,2-2 64 0,3-5-2 15,2 1 18-15,2-5 7 0,1 0 2 0,3 1 13 16,-3 2 24-16,-1 5 23 15,-2 4 40-15,0 5 5 0,-1 2-14 16,0 0 5-16,0 6-6 0,0 4-43 16,0 0-22-16,2 4-9 0,-2 0-3 0,-1 3-6 15,-2-2-46-15,4 0-13 0,-4-2-43 16,0-1-65-16,2-1-63 0,-3-3-107 16,1-1-279-16,0 1-813 0</inkml:trace>
  <inkml:trace contextRef="#ctx0" brushRef="#br1" timeOffset="187747.86">20965 14599 787 0,'0'0'1386'16,"0"0"-901"-16,0 0-109 0,0 0-66 0,0 0 20 15,0 0-50-15,0 0-60 0,0 0-49 16,0 0-25-16,0 0-41 0,0 0 30 15,6 55 10-15,-6-12-14 0,-1 7-45 16,-1 7-4-16,-1-2-18 0,3-6-15 16,0-5-49-16,0-5 0 0,3-7-61 15,6-6-58-15,1-7-40 0,4-7-16 16,1-5 6-16,4-7-44 0,1 0-55 0,-1-8-37 16,-1-6-228-16,-2-4-244 0,-6 5-442 15,2-10 13-15</inkml:trace>
  <inkml:trace contextRef="#ctx0" brushRef="#br1" timeOffset="187910.975">21159 14802 935 0,'0'0'726'16,"0"0"-249"-16,0 0-124 0,0 0-37 16,-11-66-40-16,11 64-49 0,5 2-43 0,6 6 51 15,7 10 108-15,3 3-109 0,7 4-92 16,3 3 4-16,1 1-26 0,2-2-7 16,0-3-45-16,-3-4-50 0,-2-1-18 15,-3-7-91-15,0-3-87 0,-3-5-91 16,-1-2-65-16,-2 0-129 0,-6-3-573 15,2-10-1031-15</inkml:trace>
  <inkml:trace contextRef="#ctx0" brushRef="#br1" timeOffset="188075.37">21474 14723 1505 0,'0'0'2082'0,"0"0"-1757"0,0 0-275 15,-78 68-31-15,52-39 142 0,0 6 125 16,1 1-15-16,-3 4-108 0,5-2-77 15,1-2-80-15,2-6-6 0,6-6-64 0,3-6-83 16,3-5-60-16,2-7-63 0,5-4-59 16,1-2-199-16,0-2-536 0,3-14-635 0</inkml:trace>
  <inkml:trace contextRef="#ctx0" brushRef="#br1" timeOffset="188269.455">21688 14673 3291 0,'0'0'384'0,"0"0"-324"0,0 0-41 16,64 67 12-16,-44-45 105 0,-5 0-49 15,-1 2-36-15,-1-3-51 0,-1 2-12 16,-4 1-13-16,-5-2-22 0,-3 6-60 16,-5 3-82-16,-14 0-77 0,-7 5-166 15,4-8-623-15,-27 16-297 0</inkml:trace>
  <inkml:trace contextRef="#ctx0" brushRef="#br1" timeOffset="190888.84">4908 14971 104 0,'0'0'2436'16,"0"0"-2020"-16,0 0-93 0,0 0 17 15,0 0 47-15,0 0-24 0,0 0-57 16,0 0-39-16,0 0-38 0,0 0-65 15,0 0-30-15,20 6 5 0,-8-6-8 16,7-1-47-16,5-4-2 0,5 0 27 0,4 1-19 16,6 0-30-16,0 1-23 15,1 0-19-15,1 1-18 0,-1-1-13 0,0 1 13 16,-1-2-3-16,-1-3-25 16,1 2-8-16,1-3-51 0,-3-3-64 0,2 1-43 15,-1-2-6-15,0 3-40 0,-3-2-56 0,-9 5-403 16,-6 4-1150-16</inkml:trace>
  <inkml:trace contextRef="#ctx0" brushRef="#br1" timeOffset="194662.138">5589 12003 2244 0,'0'0'175'0,"0"0"603"0,0 0-314 15,0 0-77-15,0 0-9 0,0 0-137 0,0 0-91 16,0 0-18-16,0 0 6 16,15 72 38-16,-5-31-15 0,5 8-6 0,-2 4-52 15,1-1-60-15,1 0-40 0,0 1-3 16,0-9-22-16,-1-6-32 0,-2-10-43 16,-2-10-55-16,3-9-39 0,-6-6-29 15,3-3-87-15,0-11-195 0,-4 1-449 0,1-19-878 16</inkml:trace>
  <inkml:trace contextRef="#ctx0" brushRef="#br1" timeOffset="194993.383">5437 11978 1418 0,'0'0'487'16,"0"0"-220"-16,-96 25 378 0,69-2-53 15,0 4-218-15,4 9-84 0,6 5-47 0,7 6-32 16,8 4-63-16,2 4-44 0,9 6-24 15,8 3-58-15,5 0-22 0,1-2 0 16,4-7-2-16,1-11-26 0,2-13 27 16,2-12 0-16,-1-12 2 0,4-7 17 15,3-9 56-15,3-12-13 0,1-6-4 16,-2-10-57-16,2-6-2 0,-3-2-50 16,-3-7-3-16,-1-1 3 0,-4-3-12 15,0-2 30-15,-5-3-21 0,-5-2 2 0,-6-2 19 16,-5-2-33-16,-9-1 8 0,-1-1 19 15,-11 3-28-15,-8 5 18 0,-6 10 50 16,-3 9 6-16,-3 13 7 0,1 11 67 0,0 11-3 16,1 7-18-16,0 19-28 0,-1 11-16 15,-2 9-15-15,0 15-9 0,1 5-34 16,-1 8 24-16,0 5-15 0,2 5-80 16,1 2-82-16,-1 6-161 0,10-20-322 15,-15 42-801-15</inkml:trace>
  <inkml:trace contextRef="#ctx0" brushRef="#br1" timeOffset="195761.044">5263 14446 1110 0,'0'0'436'0,"0"0"-215"0,0 0-59 16,0 0 980-16,0 0-762 0,0 0-57 16,0 0 23-16,0 0-44 0,0 0-34 15,0 0-80-15,0 0-78 0,54-65 0 16,-29 58-19-16,5 1-8 0,2 2-1 15,1-1-25-15,-4 3-17 0,0 2-31 0,-5 0-9 16,-1 0-12-16,-7 7 10 16,-2 1-29-16,-5 5-60 0,-4 5 21 0,-5 7-24 15,-2 6-28-15,-11 7-10 16,-4 6 13-16,-7 2 20 0,-3 2 31 0,-3 0 42 16,-2-4 26-16,-1-1 24 0,1-5 20 0,1-6 2 15,3-8 6-15,5-4 31 0,5-6-7 16,7-5 13-16,6-6-3 0,3-1-25 15,2-2-45-15,5 0-16 0,9-3 0 16,8-2 24-16,5-4 49 0,8-2-15 16,-1-1-24-16,4-2-1 0,-3-3-33 15,-1 3 0-15,-4-2-15 0,-1-2-12 16,-4 0-19-16,-2-1-79 0,-3-2-40 16,-4-2-28-16,-4 0-139 0,-3 3-384 15,-7-10-1134-15</inkml:trace>
  <inkml:trace contextRef="#ctx0" brushRef="#br1" timeOffset="196168.335">5034 14321 2274 0,'0'0'600'0,"0"0"-183"0,0 0-21 16,0 0 42-16,0 0-118 0,-77 87-107 15,77-56-47-15,3 7-31 0,13 7 12 16,3 7-10-16,7 7-40 0,2 8-30 15,4 3-42-15,3 1 2 0,1-5-15 16,0-11 5-16,1-10-17 0,1-13-29 16,1-13 28-16,0-11 2 0,2-8 1 15,3-7 31-15,0-12-14 0,-1-10 26 16,2-11 28-16,0-9-33 0,-2-5-40 16,-1-6-24-16,-5-7-40 0,-2 0 1 0,-6-2-7 15,-6 0 21-15,-10-1 1 0,-6 1-4 16,-7-1-30-16,-9 3 33 0,-14 5 0 15,-7 7 49-15,-9 8 15 0,-3 10-12 16,-2 13 16-16,-1 11 33 0,0 10-4 0,2 7-32 16,-3 13-1-16,1 9 12 0,-4 7-3 15,2 8-21-15,-2 8 0 0,-1 2-6 16,3 4-16-16,2 3 4 0,4 0-6 16,3 2-13-16,4 3-45 0,5 2-113 15,3 0-63-15,4 1-143 0,8-3-236 16,5-16-459-16,2 11-498 0</inkml:trace>
  <inkml:trace contextRef="#ctx0" brushRef="#br1" timeOffset="197151.233">26357 10639 1858 0,'0'0'221'0,"0"0"780"0,0 0-701 16,0 0 49-16,0 0 19 0,-23 68-10 0,23-39-62 16,0 6-60-16,0 1-44 0,0 6-43 15,0-2-42-15,0-5-44 0,0-2-17 16,0-3-28-16,1-7-18 0,1-4-13 16,4-5-8-16,0-6-34 0,2-4-79 15,3-4-18-15,7-2-13 0,2-11-3 16,4-6-100-16,2-9-270 0,-6 4-632 15,6-23-532-15</inkml:trace>
  <inkml:trace contextRef="#ctx0" brushRef="#br1" timeOffset="197482.778">26376 10338 1380 0,'0'0'182'0,"0"0"1005"16,0 0-866-16,0 0 5 0,-89 36 44 15,66-3-26-15,-4 11-55 0,-2 12-60 16,-2 9-57-16,0 9 30 0,3 6 3 15,-1 1-29-15,4 1-61 0,6-4-33 0,5-9-48 16,8-8-31-16,6-11-3 0,8-12-28 16,13-12 7-16,12-9 6 0,9-11 15 15,11-6 3-15,9-6 0 0,2-13-3 16,2-8-24-16,3-8-25 0,-1-9-18 16,-2-6-18-16,-2-4-21 0,-4-6 21 15,-8-1-16-15,-9-1-6 0,-11-1-25 16,-10 3 18-16,-14 4 12 0,-8 3 41 15,-5 4 61-15,-18 7 43 0,-6 6-12 16,-7 10 12-16,-2 9 6 0,-1 7 34 0,-2 10-34 16,2 3 7-16,0 14-1 0,-4 5-34 15,4 7-20-15,2 3-1 0,6 0-38 16,6 1-20-16,5-2-52 0,7 2-171 16,4-2-259-16,6-8-570 0,3 13-704 0</inkml:trace>
  <inkml:trace contextRef="#ctx0" brushRef="#br1" timeOffset="197730.998">26985 10849 271 0,'0'0'2355'0,"0"0"-1671"0,0 0-506 15,0 0-17-15,0 0 275 0,0 0-51 16,0 0-138-16,0 0-81 0,97-12-53 16,-53 3-34-16,3-1-37 0,3-1-42 0,-1 3-21 15,1-2-16-15,-1-1-21 0,-4 1-64 16,-3 1-130-16,-5-3-126 0,-9 5-333 16,0-9-1138-16</inkml:trace>
  <inkml:trace contextRef="#ctx0" brushRef="#br1" timeOffset="198041.518">27939 10395 836 0,'0'0'2320'0,"0"0"-2004"0,0 0-135 0,98-12 118 15,-61 12 11-15,1 0-65 0,-2 3-54 16,-3 6-68-16,-5 1-95 0,-5 6-28 15,-9 0 0-15,-3 3 3 0,-8 1 31 16,-3 10-33-16,-14 3 45 0,-7 4-10 16,-10 5-8-16,-5 2 24 0,-3 4-34 0,-3-1 22 15,5-1-10-15,8-6 7 0,8-8 3 16,9-7-18-16,12-7-22 0,4-5-17 16,12-5 17-16,12-3 58 0,8-5 21 0,10-1 6 15,4-14-85-15,5-6-22 0,0-8-87 16,1-5-37-16,-4-3-50 0,-2-2-101 15,-6-3-252-15,-13 12-775 0,1-22-1208 16</inkml:trace>
  <inkml:trace contextRef="#ctx0" brushRef="#br1" timeOffset="198419.032">27961 10043 1653 0,'0'0'260'16,"-91"33"38"-16,59-9 457 0,1 7-285 15,-3 7-62-15,10 9-22 0,5 3-85 0,9 9-70 16,6 6-50-16,4 2-25 0,3 4-37 16,8-2-22-16,4 2-18 0,2-5-33 15,2 0-34-15,1-5 3 0,2-1-12 16,4-6-3-16,2-3 1 0,5-5 0 16,8-11 32-16,-1-7-33 0,5-13-45 0,4-9 2 15,5-8 7-15,5-15-4 16,3-6-42-16,5-10-33 0,1-5 2 0,-1-5 27 15,1-6 34-15,0-1 3 0,-5-7 6 16,-1-4 3-16,-4-4-25 0,-5-4-5 16,-2-8 14-16,-8-1-6 0,-8-2 0 15,-12 3-21-15,-9 6 83 0,-14 11 0 16,-6 11 130-16,-16 13 52 0,-9 11-47 16,-14 8-9-16,-8 9-47 0,-13 5-30 15,-8 3-46-15,-11 13-3 0,-7 6-24 0,-5 7-7 16,-2 9-36-16,1 4-53 0,2 10-86 15,3 2-53-15,3 4-145 0,26-13-551 16,-33 23-902-16</inkml:trace>
  <inkml:trace contextRef="#ctx0" brushRef="#br1" timeOffset="199283.074">25972 9963 1208 0,'0'0'170'0,"-76"-1"457"15,37 5-251-15,-7 8-95 0,-8 7 40 16,2 8-39-16,1 4 8 0,2 11-41 0,5 7-42 15,7 13-27-15,1 8 6 16,1 14-25-16,4 10-31 0,4 9-29 0,1 10 19 16,6 2-22-16,10-1-40 15,10 0-9-15,8-3 0 0,19-5-13 0,13-5-35 16,15-4-1-16,11-5 0 0,9-8-15 16,6-7-6-16,7-9 18 0,6-7-28 15,5-8-15-15,10-10-12 0,7-8 9 16,11-6 0-16,5-10-6 0,11-7 55 15,7-8-71-15,10-6-24 0,11-13 92 0,15-13 3 16,14-9 86-16,14-10-3 0,6-6-46 16,2-6-37-16,0-4-1 0,-6-4-18 15,-8-3-2-15,-9-2-7 0,-15-4-12 16,-14-6 4-16,-13-4-41 0,-13-7 46 16,-15-4 31-16,-13-5-40 0,-15 0-13 15,-14-5 4-15,-14-4 46 0,-16-2 3 16,-14-5 0-16,-16 0 3 0,-17 3 3 15,-11 3 16-15,-22 6-22 0,-15 9-13 0,-15 10 13 16,-13 12 2-16,-16 10 29 0,-15 11-31 16,-14 8 0-16,-13 10 13 0,-11 9-12 15,-14 8 10-15,-8 9 11 0,-10 8-10 16,-10 4-11-16,-5 12 27 0,-5 8-27 0,-4 11 0 16,0 7-1-16,-4 10-22 0,1 6-12 15,-1 8-6-15,-1 10-133 0,6 8-17 16,4 8-102-16,9 7-192 0,12 5-99 15,46-22-170-15,-38 43-504 0</inkml:trace>
  <inkml:trace contextRef="#ctx0" brushRef="#br1" timeOffset="200797.682">26760 12383 600 0,'0'0'108'0,"0"0"455"0,0 0 127 16,0 0-195-16,0 0-156 0,0 0-66 16,0 0 37-16,0 0-41 0,0 0-54 15,0 0-83-15,0 0-62 0,12-6-27 16,-12 16 14-16,0 3 42 0,0 6 29 16,-1 8-35-16,-5 4-38 0,-5 4-15 0,-1 5-9 15,-1 1-9-15,-3 2 5 16,0 2-25-16,-3 0 1 0,0 1-1 15,-1 1-2-15,-3 0 0 0,4 2-44 0,-2 0 43 16,-1 1-13-16,2 0 14 0,-5 2-2 16,3 3-10-16,-6-1 0 0,-1 1 11 15,-1-1-19-15,-2 2-1 0,-1 1 21 16,-1 2 10-16,-3 0-10 0,1-2-39 0,-1 4 39 16,0-3 1-16,1-2 0 0,-3 3 15 15,0-3-14-15,0 3-2 0,1-2 2 16,-1 0-2-16,2-1 12 0,-2 1-12 15,5-2 12-15,-3 1-12 0,4 1 0 16,-3 0 0-16,2 0 15 0,-4 0 0 16,4-1 1-16,-2 0-4 0,1-1-9 15,-1-1 0-15,-2 0-3 0,0-1 13 0,-1-3-12 16,-2 1 0-16,-2-2 17 0,1-1-18 16,0 1-20-16,-4 0 19 0,0 1-1 15,0-2 0-15,-2 0-20 0,-3-1 21 16,0-3 1-16,2-1 0 0,0 0-1 15,-2-1-10-15,3-3 11 0,-1 0 3 16,0 0 9-16,0-3 6 0,0 1-18 0,-2-1-13 16,-2 1 13-16,0 1 0 0,1-3-2 15,-1 1-1-15,1-3-19 0,1 3 20 16,-1-1 0-16,1-2-11 0,1 0 13 16,-1-3 9-16,0 1-8 0,4-4-1 15,-4 0 0-15,3-1-15 0,-2 1 12 16,1-2-19-16,0 0 7 0,0 0-3 15,3 0 17-15,-1 1 1 0,2-1-13 0,0 0 11 16,3 0 3-16,5 0-1 0,-1-1 12 16,5-2-10-16,3-1 1 0,5-4-3 15,2-1 0-15,6-5 0 0,4-3 3 16,6-1-2-16,2-3 12 0,5-3 2 16,0-1-15-16,0 0-12 0,0 0-34 15,5-1-29-15,4-4 10 0,4-1 22 16,4-2-38-16,4-7-19 0,1-3-45 15,7-7-82-15,4-6-131 0,4-5-247 0,5-7-570 16,-8 9-433-16</inkml:trace>
  <inkml:trace contextRef="#ctx0" brushRef="#br1" timeOffset="201986.178">27109 12572 691 0,'0'0'65'0,"0"0"102"0,0 0 843 0,0 0-553 16,-17 67-99-16,8-45-111 0,1 4 19 0,-3 2 4 16,-1 4-23-16,-3 2-33 0,-4 6-23 15,-3 3-48-15,-5 4-71 0,-2 6 24 16,-5 5-31-16,-3 3-10 0,-2 3-8 16,0 1-23-16,-6 3-21 0,0 1-3 15,0 2-12-15,-1-1 10 0,2 2-23 16,-1 0-18-16,5-2 28 0,1-2 13 15,2-4-26-15,-1-4 9 0,0-3 4 16,-1-1 13-16,-4 0 2 0,1-1 10 16,-6 2-9-16,-2 2 14 0,-1 1-2 15,-3 1-11-15,1-2 1 0,0 7 22 16,2-5-25-16,1 4 0 0,-1-2-2 0,2 0 1 16,2-3-21-16,1 0 19 0,2-5-9 15,2-2 12-15,2-3-3 0,4-4 1 16,2-3-19-16,0-3-4 0,4 1 0 15,-2-4 22-15,4 1-49 0,-3-4 21 0,3-2 3 16,-1-1 28-16,-1-1-13 0,1-3-5 16,1-1-29-16,1-3-3 0,2-3 19 15,2-1 16-15,3-3-23 0,3-2-24 16,0-2 7-16,2-1 21 0,-1-1-7 16,2 1-15-16,-3-1-1 0,-3 2 10 15,-2 1 3-15,-4 2 6 0,-4 3-13 16,-2 3-2-16,-4 1-14 0,-1 3 7 15,-1 3 44-15,0-2 16 0,-1 2 3 16,-1 3 16-16,1-3 26 0,2 1-44 0,2-4 2 16,6-2 101-16,4-3 29 0,3-5-61 15,4 0-49-15,-2-5-23 0,4 1-2 16,-1 0-13-16,3 0-14 0,-3 0-9 16,3 2-9-16,-3 1 47 0,3 1 0 15,0-1 38-15,0 4-7 0,-1-3 4 0,3-1 6 16,-1 0 0-16,5-2-4 0,-1 0-18 15,4-5 9-15,-1 0-9 0,3-5 11 16,1 0-5-16,1-2-5 0,-1 1-20 16,-1-1-18-16,-3 1-52 0,2 2 7 15,-2-2 0-15,-1 2 29 0,1-2 21 16,1 1 12-16,-1-2-12 0,0 3 11 16,-2 0 2-16,0-1 0 0,2 0 2 15,-1-2 11-15,0 0-11 0,3 0-2 0,0 0-1 16,-1-2-27-16,1 0 3 0,-1-2-10 15,1 0-38-15,-3-1 20 0,1 1-93 16,0 0-64-16,-2 0-104 0,-2 0-92 16,1 1-40-16,0 0-22 0,1 2 39 15,-1-2-31-15,2-1 7 0,0-1 153 16</inkml:trace>
  <inkml:trace contextRef="#ctx0" brushRef="#br1" timeOffset="202334.294">23931 15505 218 0,'0'0'2810'16,"0"0"-2369"-16,0 0-235 0,0 0-58 15,0 0 31-15,0 0-43 0,0 0-43 16,0 0 41-16,0 0 14 0,0 0-9 15,0 0-77-15,-43 90-47 0,8-42-3 16,-3 5-12-16,-3 3-2 0,-1 3-10 16,-4 3 11-16,-1 1-11 0,-2 3-4 0,0 0 13 15,3 0-9-15,1 0-6 16,6-4 17-16,7-3-12 0,9-7 13 0,7-10 0 16,8-8 28-16,8-6 3 15,3-4 15-15,13-2-22 0,10-2 13 0,7-1 0 16,7-2 15-16,10-6 19 0,5-2-13 15,6-4-46-15,1-1 12 0,3-4-8 16,-1 0-16-16,1 0-3 0,-3-2-40 0,-3 0-92 16,-5-4-70-16,-4 1-64 0,-4 0-89 15,-7 3-194-15,-11 0-510 0,0-1-698 16</inkml:trace>
  <inkml:trace contextRef="#ctx0" brushRef="#br1" timeOffset="203213.795">7396 16890 46 0,'0'0'1312'0,"0"0"789"0,0 0-1809 16,0 0-154-16,0 0 76 0,80 36-21 0,-39-26 37 15,9-3-79-15,9-1-59 0,3-6-21 16,0 0-31-16,4-7-40 0,-5-5 12 15,-2-4-24-15,-6-1 12 0,-1-3-37 0,-6-2-80 16,-5 1-52-16,-7 2-54 16,-8 2-75-16,-6 5-215 0,-11 5-735 0,-9 3-924 15</inkml:trace>
  <inkml:trace contextRef="#ctx0" brushRef="#br1" timeOffset="203540.943">7528 17140 1539 0,'0'0'484'16,"0"0"518"-16,0 0-794 0,0 0 60 0,0 0 4 15,0 0-5-15,93 22-39 0,-69-19-48 16,2-1-62-16,-2-1-38 0,-1-1-46 16,-2 4-3-16,-3 0-19 0,-2 4-12 15,-4 6-31-15,-4 5 10 0,-6 7-32 16,-2 8-27-16,-2 5-13 0,-6 3 16 0,-5 2 21 15,0 0 31-15,-3-3 25 0,4-2 3 16,-2-6 31-16,1-5 4 0,1-4-10 16,1-6 21-16,4-4-34 0,1-3-15 15,3-6-10-15,3-1 10 0,0-1 15 16,4-2-14-16,10 0 29 0,6 1 28 16,5-2 4-16,7 0-13 0,4 0-15 0,3 0-18 15,1-3-16-15,-1-1-3 0,-1 0-102 16,-2 1-115-16,4-2-26 0,-1 1-65 15,0-1-158-15,0 0-333 0,-10 1-797 16</inkml:trace>
  <inkml:trace contextRef="#ctx0" brushRef="#br1" timeOffset="204344.365">7616 18206 173 0,'0'0'385'0,"0"0"1327"0,0 0-1228 16,0 0-156-16,0 0-50 0,10-69-9 15,-3 52-79-15,2 3-58 0,-2 4-41 16,2 2-28-16,-2 3-63 0,0 3-14 16,2 2 14-16,1 0 37 0,-1 7 47 15,1 3-3-15,0 4-40 0,-3 1 8 16,0 0 4-16,-2 4 18 0,-1-1-18 15,0 0-19-15,-3-1-13 0,1 2-19 0,-2-4-1 16,0-1-1-16,0-3-58 16,0-3-75-16,-6-2-60 0,4-4-80 0,-4-1-108 15,0-1-119-15,-3-3-509 0,1-3-365 16,-5-11 677-16</inkml:trace>
  <inkml:trace contextRef="#ctx0" brushRef="#br1" timeOffset="204503.555">7577 17984 245 0,'0'0'1269'0,"0"0"-224"0,0 0-691 16,0 0 14-16,0 0 0 0,0 0-68 0,0 0-90 15,0 0-82-15,91-3-78 0,-74 3-50 16,1 0 0-16,0-2-78 0,1-1-141 16,1 0-130-16,-1-3-233 0,-5 1-825 15</inkml:trace>
  <inkml:trace contextRef="#ctx0" brushRef="#br1" timeOffset="204682.563">8015 18031 1550 0,'0'0'973'16,"0"0"-593"-16,0 0-158 0,0 0 58 0,0 0 40 16,0 0-162-16,0 0-111 0,0 0-47 15,0 0-27-15,0 0-128 0,82-13-107 16,-73 8-124-16,1 0-212 0,-4 3-177 15,-2 1-624-15,-4 2 1164 0</inkml:trace>
  <inkml:trace contextRef="#ctx0" brushRef="#br1" timeOffset="204794.561">8071 18193 453 0,'0'0'320'0,"0"0"-203"16,0 0 958-16,0 0-466 0,0 0-236 16,0 0-82-16,0 0 43 0,0 0-40 0,0 0-89 15,0 0-86-15,0 0-29 0,87 59-22 16,-70-64-50-16,2-5-18 0,2 0 0 15,0-5-96-15,0-4-114 0,2-1-95 16,-5 1-273-16,2-12-1086 0</inkml:trace>
  <inkml:trace contextRef="#ctx0" brushRef="#br1" timeOffset="204990.305">8386 17956 1076 0,'0'0'1913'0,"0"0"-1523"0,0 0-241 15,0 0 38-15,0 0 127 0,14 75-110 16,-5-55-131-16,-1 2-71 0,4 0-2 0,-2-2 9 16,2 2-9-16,-3-1-96 0,0-2-63 15,0 1-53-15,-1-3-135 0,-3-1-263 16,-2-6-800-16</inkml:trace>
  <inkml:trace contextRef="#ctx0" brushRef="#br1" timeOffset="206106.392">7557 16705 615 0,'0'0'59'15,"0"0"-59"-15,0 0 655 0,0 0-138 16,0 0-193-16,0 0-100 0,0 0 79 0,0 0 16 16,0 0-64-16,0 0-79 0,0 0-31 15,52-16-8-15,-45 24-5 0,0 0 0 16,-3 2-15-16,2 0-49 0,-3 2-6 16,-1 0-9-16,-1 2-34 0,1 0 3 15,-2-1-10-15,0-1-10 0,0 0-2 16,-2 0-14-16,-2-2-45 0,2-1-4 15,-2-4 35-15,1-1 27 0,3-4-24 16,0 0-21-16,0-2-43 0,0-7-11 16,0-5 37-16,4-5-35 0,1-7 29 15,2-2 5-15,3 2 17 0,3 2 18 0,-1 2-5 16,2 4 34-16,-1 4 12 0,0 4 58 16,-3 3 19-16,-1 3-1 0,-2 3 6 15,0 1-28-15,-1 0-6 0,0 0 7 16,-2 3-8-16,3 0-15 0,-1 3 6 0,0 0-1 15,-2 1-17-15,3 1 5 16,-2 0 0-16,-2 1-18 0,-1 0-7 0,1 0-12 16,-2-1-112-16,-1 1-103 0,0-3-27 15,0 0-33-15,0-3-98 0,-1-3-205 16,1 0-576-16,-5-6-301 0</inkml:trace>
  <inkml:trace contextRef="#ctx0" brushRef="#br1" timeOffset="206290.727">7917 16559 108 0,'0'0'2643'15,"0"0"-2277"-15,0 0-206 0,0 0 53 16,0 0 125-16,0 0-131 0,0 0-134 16,0 0-73-16,0 0-18 0,82 0-90 0,-64-13-87 15,0-2-204-15,1-2-419 16,-6 3-1142-16,2-6 1666 0</inkml:trace>
  <inkml:trace contextRef="#ctx0" brushRef="#br1" timeOffset="206449.341">8217 16351 1676 0,'0'0'1760'0,"0"0"-1563"0,0 0-159 0,0 0 154 0,-6 69 147 0,7-49-87 16,5 0-147-16,2-1-102 0,2 2-3 15,1-2-3-15,1 2-31 0,-1 1-81 16,-1 0-87-16,1 0-68 0,-4 2-200 16,0 0-661-16,-4-7-721 0,-2 6 1575 0</inkml:trace>
  <inkml:trace contextRef="#ctx0" brushRef="#br1" timeOffset="207235.435">9334 17229 784 0,'0'0'189'0,"0"0"617"0,0 0-245 16,0 0-151-16,0-83-95 0,0 64-12 15,-3 1-43-15,0 1-20 0,0 4 6 0,-1 1-62 16,1 3-51-16,-3 5-28 16,2 1 83-16,1 1 2 0,-1 2-80 0,-2 0-54 15,-1 5-38-15,-2 4-18 0,2 7-1 16,0 3-27-16,-1 9 13 0,0 5 15 16,5 4 10-16,0 4-8 15,2 3 14-15,1 0-16 0,0-2-15 0,0-7-6 16,4-7-4-16,0-7-5 0,3-8-16 0,1-4 0 15,-1-5 43-15,5-2 3 0,2-2 15 16,-1-6 8-16,6-8-23 16,1-7-43-16,-3-5-25 0,3-3 7 0,-1-2 9 15,-2 0 18-15,0 2 15 0,-4 3 19 16,-1 2 0-16,-2 6 2 0,-3 6 11 16,-2 6-10-16,-2 4 31 0,-2 2 43 15,2 0-7-15,-2 7-30 0,2 1-28 16,3 7 74-16,-2 3-19 0,1 1-12 15,-1 2-21-15,0 2-7 0,1-1-6 16,-1-3-21-16,0 4-12 0,-1-6-15 16,1-1-10-16,-2 1-70 0,-1-3-58 0,1 2-63 15,-1-3-44-15,-1-4-188 0,2-1-629 16,-2-2-986-16</inkml:trace>
  <inkml:trace contextRef="#ctx0" brushRef="#br1" timeOffset="207381.511">9766 17320 355 0,'0'0'1122'0,"0"0"371"0,0 0-1183 16,0 0-87-16,0 0 140 0,0 0 45 15,0 0-108-15,39 72-112 0,-33-53-87 16,-2-1-57-16,0-1-44 0,2-3-30 16,0-2-32-16,-1-5-70 0,0 0-90 15,-1-5-67-15,-4-2-224 0,0 0-619 0,0-5-585 0</inkml:trace>
  <inkml:trace contextRef="#ctx0" brushRef="#br1" timeOffset="207544.385">9801 17123 1808 0,'0'0'1263'0,"0"0"-718"0,0 0-431 16,0 0-33-16,0 0 99 0,0 0 58 15,0 0-58-15,0 0-78 0,0 0-65 16,0 0-37-16,86-8-86 0,-66 3-75 15,-1 0-121-15,1-2-175 0,0 2-609 16,-8-1-982-16,1 5 1891 0</inkml:trace>
  <inkml:trace contextRef="#ctx0" brushRef="#br1" timeOffset="208917.43">11004 16573 137 0,'0'0'245'0,"0"0"-17"0,0 0 1416 15,0 0-1063-15,0 0-168 0,0 0-123 0,0 0 41 16,0 0-10-16,0 0-60 16,0 0-79-16,0 0-84 0,-40-12-21 0,31 12-19 15,-1 0-9-15,-3 3-18 0,-4 6-31 0,2 2-2 16,-5 5-1-16,1 5 3 15,-1 6 1-15,0 5 26 0,1 6 10 0,2 3-6 16,1 5-1-16,0 4 10 16,5 1-10-16,0-1-8 0,2-2-20 0,4-7-1 15,1-7 11-15,4-11-12 0,0-7 21 16,0-5-21-16,7-6-3 0,4-2-21 16,3-3 24-16,2 0 2 0,2-3-2 15,2-5-12-15,-2-6-31 0,-1 0-18 16,1-4-3-16,-1-1 6 0,-3 1 18 15,-1 0 6-15,-4 2 16 0,0 4 18 16,-4 0-3-16,1 4 0 0,-3 2 0 16,-2 3 3-16,-1 2-1 0,0 1 1 0,0 0 2 15,0 0 1-15,0 0-1 0,-3 1-2 16,-1 4-1-16,-4-1-55 0,-1 4 29 16,0 1 14-16,-1 1 1 0,0 2-12 15,3-1 5-15,1-1-18 0,-3 1-52 16,5-3-54-16,0-1-59 0,1-2-74 0,1 0-178 15,2-4-266-15,0-1-448 0,8-6-201 16</inkml:trace>
  <inkml:trace contextRef="#ctx0" brushRef="#br1" timeOffset="209085.917">11105 16955 104 0,'0'0'545'15,"0"0"856"-15,0 0-996 0,0 0-11 16,0 0 19-16,23 81-32 0,-20-63-75 0,-3 0-86 15,3 0-77-15,0-3-65 0,-2-1-78 16,2-3 0-16,-2-1-50 0,1-4-68 16,-1-2-187-16,-1-4-140 0,0 0-368 15,0-12-1101-15</inkml:trace>
  <inkml:trace contextRef="#ctx0" brushRef="#br1" timeOffset="209239.742">11044 16784 78 0,'0'0'2097'0,"0"0"-1615"16,0 0-212-16,0 0-8 0,0 0 25 0,0 0-100 15,0 0-104-15,0 0-83 0,0 0-53 16,84-4-153-16,-64 4-138 0,0 0-203 16,-1 0-569-16,-5 0-313 0,7 1 1378 0</inkml:trace>
  <inkml:trace contextRef="#ctx0" brushRef="#br1" timeOffset="209935.503">11579 16612 843 0,'0'0'202'16,"0"0"849"-16,0 0-569 0,0 0-70 15,0 0-38-15,0 0 28 0,0 0-30 16,0 0-111-16,0 0-94 0,0 0-47 16,0 0-15-16,-79 58-16 0,67-35-25 15,4 4-18-15,-1 4 0 0,5 1 9 16,1 6 3-16,3-1-16 0,0-2-26 16,0 1-16-16,1-9-3 0,4-3-24 15,0-6 6-15,1-5 18 0,-2-4-13 16,2-3-5-16,0-2-3 0,3-1 8 0,-4-2 14 15,4 1 2-15,-2-2 0 0,3 0 0 16,-2 0-12-16,0 0-18 0,0-2 17 16,0-2 13-16,-1 1 1 0,1 1 1 15,-4 1-1-15,0 0-1 16,-2-1 0-16,0 1 1 0,0 1 0 0,-1-2 2 16,-1 2 9-16,0 0 0 0,0 0 3 0,0 0-15 15,0 0-42-15,0 0-68 0,0 0-37 16,0-2-35-16,0-1-40 0,0 1-119 15,0-3-176-15,-1 1-261 0,-1 0-735 16,5 24 298-16</inkml:trace>
  <inkml:trace contextRef="#ctx0" brushRef="#br1" timeOffset="210471.658">11857 16706 1577 0,'0'0'1881'0,"0"0"-1511"16,0 0-200-16,0 0 53 0,0 0 183 15,0 0-81-15,0 0-154 0,0 0-95 16,0 0-30-16,0 0-12 0,-82 46 8 15,69-21-8-15,-1 4-1 0,4 2-9 16,-2 1-5-16,2-2-19 0,2-5 0 16,2-6-22-16,1-7-5 0,5-5-16 15,0-4-11-15,0-3-50 0,2 0 0 16,5-6 4-16,6-6 72 0,1-6 1 0,1-5-29 16,2-2-17-16,-1 2 20 15,-2-1 29-15,-2 4 9 0,-1 4 12 16,0 4 3-16,-3 1 1 0,2 7 12 0,-1 1 24 15,-2 3-7-15,3 0 7 0,0 5 3 16,3 5 3-16,0 5-9 0,0 4-22 16,0 2 9-16,0 3 4 0,0 2-10 0,-3 2 3 15,-3-1-17-15,-1 3 2 0,-3 1 0 16,-3-2 15-16,0 0-17 0,0 1 14 16,-1-2 7-16,-4 0-1 0,-1-2 19 15,1-2 14-15,-4-3-23 0,0 0-7 16,1-3-12-16,-6-3 1 0,0-1 5 15,-1-2-6-15,-1-3-12 0,-1-1-27 16,2-6 11-16,-2 0-20 0,-1-2-40 16,-2-5-43-16,0-6-34 0,1-8-4 0,-1-5-49 15,1-7-189-15,2-7-391 0,4-6-802 16</inkml:trace>
  <inkml:trace contextRef="#ctx0" brushRef="#br1" timeOffset="210681.338">12246 16567 734 0,'0'0'2082'15,"0"0"-1710"-15,0 0-148 0,0 0 4 16,94 14 40-16,-78-3-45 0,-2 2-51 16,-1 3-54-16,-5 0-47 0,-1 3-56 15,-6 2-13-15,-1 3-2 0,-4 2-39 0,-8 3-79 16,-4 3-47-16,-4 3-23 0,-4 3 9 15,-5 2-71-15,-3 2-160 0,-5 1-324 16,-7 1-619-16,10-11 291 0,-22 14 1051 0</inkml:trace>
  <inkml:trace contextRef="#ctx0" brushRef="#br1" timeOffset="211170.022">10592 17769 235 0,'0'0'2555'0,"0"0"-1979"0,0 0-259 0,0 0 20 16,105-30 47-16,-66 20-115 0,7-4-152 15,3 1-50-15,5-2-12 0,6 2 10 16,4-2-7-16,6 1-28 0,-1 0 19 15,2 1-25-15,2 3 7 0,-5 1-7 16,0 2-22-16,-5 5 14 0,-1 1-16 16,-3 1-16-16,-4 0 4 0,-3 1 12 15,-6 1 6-15,-5 1 16 0,-4-1-22 16,-4-2-7-16,-4 0-11 0,-3 0 16 0,1-2-37 16,-4-1 5-16,-3 3 31 0,-5-3-58 15,-4 1-43-15,-4 1 21 0,-1 1-21 16,-4 0-35-16,-2 0-37 0,0 0-72 15,-2 0-158-15,-6 4-274 0,1 1-741 16</inkml:trace>
  <inkml:trace contextRef="#ctx0" brushRef="#br1" timeOffset="211707.593">11259 17897 2355 0,'0'0'734'0,"0"0"-246"0,0 0-94 16,0 0-41-16,0 0-133 0,0 0-90 0,0 0-66 15,0 0-51-15,0 0-13 0,0 0-34 16,-69 61 34-16,52-32 12 0,-2 1 19 0,3 5 12 16,-1 2 0-16,2 3-3 0,3-1 6 15,3-2 15-15,2 0-15 0,4-6-22 16,1 0-24-16,2-9-1 0,2-3-17 15,3-6-13-15,6-2-15 0,3-6 7 16,0-2 17-16,7-3 10 0,-1-3-15 16,0-9 27-16,0-2 3 0,-4-4-3 15,-2-1-9-15,-2 1-6 0,-3 1 14 16,-2 2 1-16,-3 2-19 0,-1 2 1 16,-3 3 4-16,0 2 13 0,0 0 0 15,-6 1 0-15,-4 4-42 0,0-1-3 16,-6 1 12-16,0 1-3 0,-4 0-16 0,-2 0-9 15,-1 4-37-15,2 2-3 16,1 3-16-16,5 1-49 0,2 1-90 0,3-1-235 16,5 0-476-16,3-3-489 0,2-1 701 15,0 0 656-15</inkml:trace>
  <inkml:trace contextRef="#ctx0" brushRef="#br1" timeOffset="212010.198">11366 18181 1072 0,'0'0'1980'16,"0"0"-1651"-16,0 0-151 0,0 0 100 16,0 0 73-16,0 0-68 0,0 0-85 15,0 0-109-15,74 68-31 0,-66-51-24 16,-4-2-10-16,2-1-24 0,-3-3-37 16,0-5-31-16,0-1-30 0,1-4-23 0,2-1 1 15,-2 0 11-15,0-4 25 0,4-5 16 16,-1-3 43-16,1-4 25 0,0 2 25 15,1-2-3-15,-1 2 43 0,2 2 0 16,-3 2 16-16,1 3-4 0,0 3 7 16,-4 2-22-16,2 2-13 0,-1 0-18 15,0 6 30-15,3 1 0 0,-1 3-14 0,-1 2-47 16,-1 0-11-16,1 1-47 0,0 0-37 16,1-3-59-16,-1 1-45 0,0-2-56 15,-2-2-135-15,3 2-346 0,-3-5-794 16,2-1 84-16</inkml:trace>
  <inkml:trace contextRef="#ctx0" brushRef="#br1" timeOffset="212499.704">12228 18100 440 0,'0'0'2019'16,"0"0"-1299"-16,0 0-329 0,-82-2-141 16,58 13 15-16,-3 6-57 0,3 5-105 0,-1 4-51 15,2 5-33-15,3-1 24 0,4-2 16 16,4-8-7-16,7-4-52 0,2-9-25 15,3-2-22-15,0-5-11 0,7 0-10 16,5-7 68-16,3-4 3 0,1-3-3 16,3-3-28-16,-1-3 15 0,0 2 11 15,1 3-16-15,-3 4-7 0,4 3 25 16,-1 5 6-16,1 3 59 0,1 5 10 16,-2 7-20-16,-2 5-15 0,-1 2 7 15,2 4-10-15,-4 4-37 0,3 1 15 16,-1 3-13-16,-3 3 29 0,2 0-28 15,-4 1 0-15,-5 1 31 0,-2 0-7 16,-4 1-2-16,0-1-13 0,0-3 22 0,-6-1 9 16,-4-3 3-16,-3-6 52 0,-1-4-25 15,-2-6-18-15,-3-4-55 0,-2-6-6 0,-5-3-113 16,-6 0-22-16,0-3-15 0,-7-4-26 16,-2-4-50-16,-3-2-147 0,8 1-340 15,-21-9-901-15</inkml:trace>
  <inkml:trace contextRef="#ctx0" brushRef="#br1" timeOffset="213054.264">10229 17039 183 0,'0'0'342'0,"0"0"1494"0,0 0-1246 16,0 0-257-16,0 0-78 0,0 0-12 0,0 0-64 15,0 0-59-15,0 0-29 16,0 0-4-16,-52 75 0 0,51-41 15 16,1 8 0-16,0 3-18 0,0 5-4 0,0 4-10 15,4 3 1-15,-1 1-46 0,-2 0-7 16,0 1-18-16,1-3 0 0,1 0-15 16,1-2 14-16,1 1-39 15,2 1 15-15,6 1-9 0,1 1-33 0,6 1-44 16,0-4-28-16,4-3-35 0,3-7-50 15,3-3-79-15,1-7-182 0,3-6-202 16,5-7-323-16,3-7-112 0</inkml:trace>
  <inkml:trace contextRef="#ctx0" brushRef="#br1" timeOffset="213568.168">12729 17609 1193 0,'0'0'23'0,"0"0"1633"0,0 0-1189 16,0 0-114-16,0 0-17 0,0 0-23 16,0 0-65-16,0 0-24 0,0 0-55 0,101 12-26 15,-66-12-33-15,-1 0-22 0,4-3-24 16,-1-3-31-16,-2-2-14 0,2-3-19 15,-4 2-37-15,0-4-75 0,1-2-44 16,-3-3 13-16,1-1-16 0,-2-2-100 16,-2-1-232-16,-9 6-747 0,1-7-1088 0</inkml:trace>
  <inkml:trace contextRef="#ctx0" brushRef="#br1" timeOffset="213816.768">13495 17112 3045 0,'0'0'514'16,"0"0"-296"-16,0 0-1 0,0 0 121 0,0 0-29 16,31 86-106-16,-23-61-108 0,1 2-55 15,-3 3-16-15,2-1-24 0,-3 1 0 16,2-1-1-16,-4-1-14 0,0-1-10 15,0-2-97-15,1-4-26 0,-1-1-24 16,3-4-2-16,1-6-59 0,0-8-189 16,4-2-630-16,-4-8-957 0,6-14 1742 0</inkml:trace>
  <inkml:trace contextRef="#ctx0" brushRef="#br1" timeOffset="214205.919">13986 16918 1934 0,'0'0'1743'0,"0"0"-1315"0,0 0-262 15,0 0-30-15,0 0 37 0,0 0 77 16,0 0-30-16,0 0-86 0,0 0-58 15,0 0-21-15,75 88-6 0,-64-63-13 0,0 2-2 16,1 1-13-16,-4 0-5 0,0 0-16 16,-2 0-9-16,1 2 9 0,-4-1 2 15,1 1-2-15,-4 3 0 0,0 0 0 16,0 2-3-16,0-1-40 0,0 2-42 16,-5 1-12-16,-2 0-25 0,-1-3-22 15,0 1-6-15,-3-2 15 0,0-2 18 16,-2-2 12-16,0-2 18 0,-3-3 31 0,-2-4 3 15,0-1-56-15,-5-2-161 0,-1-4-230 16,-4-1-221-16,-5-4-524 0,7-2 19 16,-16 2 1098-16</inkml:trace>
  <inkml:trace contextRef="#ctx0" brushRef="#br1" timeOffset="-214085.184">15267 16822 458 0,'0'0'443'0,"0"0"1290"16,0 0-1120-16,0 0-187 0,0 0-87 0,0 0-1 16,0 0-35-16,0 0-91 0,0 0-65 15,0 0-104-15,0 0-43 0,-27 27-18 16,11-2-4-16,1 7 19 0,0 9 3 15,2 5 0-15,-2 4 22 0,2 3 14 16,-1 2-36-16,-2-1 1 0,3 2-1 16,-3-5 0-16,5-2-1 0,-1-8 1 15,5-6 1-15,0-7 18 0,2-9-19 16,4-5 0-16,1-7-40 0,0-4-21 16,0-3-22-16,6 0-12 0,5-7 67 15,5-5-2-15,0-4 2 0,1-5-9 16,-1-1-6-16,-2-2 26 0,-5 5 17 0,-1 2 1 15,-6 3 2-15,1 3 12 16,-3 3 4-16,-3 1-1 0,-4 1-12 0,-2-1-6 16,-5 2-43-16,1-1-19 15,0 2 44-15,-1 0-7 0,-1 3 13 0,1-1-22 16,-1 2 9-16,1 2-24 0,2 5-10 0,2 5-3 16,2 2-16-16,2 3 6 0,6 1-63 15,0 0-192-15,0 0-291 0,0-2-550 16,6-6-465-16,4 0 1613 0</inkml:trace>
  <inkml:trace contextRef="#ctx0" brushRef="#br1" timeOffset="-213915.174">15434 17344 1641 0,'0'0'503'0,"0"0"231"15,0 0-270-15,0 0-30 0,0 0-32 16,0 0-97-16,0 0-114 0,0 0-108 15,26 71-56-15,-26-59-27 0,0-1-21 0,0-1-16 16,0 0-31-16,0-3-36 0,0 0-42 16,-3-2-31-16,0-3-115 0,-4-2-312 15,2 0-968-15,-3-11-191 0</inkml:trace>
  <inkml:trace contextRef="#ctx0" brushRef="#br1" timeOffset="-213758.062">15378 17129 2695 0,'0'0'641'0,"0"0"-270"16,0 0-50-16,0 0-20 0,0 0-125 0,0 0-89 15,0 0-87-15,91-38-28 0,-67 27-214 16,2 3-115-16,3-3-189 0,1 2-609 16,-8 1-689-16,12 1 1491 0</inkml:trace>
  <inkml:trace contextRef="#ctx0" brushRef="#br1" timeOffset="-213484.028">15924 17043 33 0,'0'0'3060'0,"0"0"-2462"15,0 0-281-15,0 0-13 0,0 0 2 16,0 0-54-16,0 0-108 0,0 0-89 15,0 0-54-15,0 0 21 0,-49 76 5 16,48-44 25-16,0 3 3 0,1 2-16 16,-2 1-17-16,1-1-19 0,-2 2-3 0,1-2-2 15,2-2-23-15,0-7 10 0,0-7-70 16,0-9-34-16,8-6-65 0,4-6-15 16,4-9-18-16,6-10-66 0,-1-6-252 15,-3 4-563-15,3-16-721 0</inkml:trace>
  <inkml:trace contextRef="#ctx0" brushRef="#br1" timeOffset="-213327.644">16115 17048 2662 0,'0'0'466'0,"0"0"-205"0,0 0 104 16,0 0 9-16,80 48-41 0,-55-29-114 16,-4 3-72-16,5 0-48 0,-3-2-44 15,-1-4-39-15,-2-2-16 0,-1-5-49 16,-5-3-160-16,1-4-37 0,-4-2-49 15,1-2-155-15,-4-4-544 0,0-11-618 0</inkml:trace>
  <inkml:trace contextRef="#ctx0" brushRef="#br1" timeOffset="-213144.233">16364 16997 267 0,'0'0'2318'0,"0"0"-964"0,0 0-997 0,0 0-143 15,-94 96 27-15,68-59-11 0,3 3-56 16,-4 2-55-16,2 0-43 0,-1-2-25 15,2-4-39-15,4-4-12 0,0-5-45 16,5-6-83-16,1-6-61 0,5-6-59 16,2-5-119-16,4-4-312 0,3-4-745 15,0-3-633-15,1-19 2056 0</inkml:trace>
  <inkml:trace contextRef="#ctx0" brushRef="#br1" timeOffset="-212938.362">16479 16793 10 0,'0'0'583'0,"0"0"1607"0,0 0-1690 16,81 3-125-16,-58 10 69 0,0 4-55 16,1 5-87-16,-2 4-118 0,-2 4-93 0,-3 3-48 15,0 3-16-15,-5-1-14 0,-4 5-11 16,-3-1 13-16,-2 3-14 0,-3 2 9 16,0 1-8-16,-5-2 11 0,-6-2-13 15,-4-4-73-15,-1-3-34 0,-3-3-9 0,1-5-10 16,-3-2 0-16,-1-8-65 0,2-3-117 15,-1-5-209-15,-1-6-633 0,6-2-625 16,-8-4 1521-16</inkml:trace>
  <inkml:trace contextRef="#ctx0" brushRef="#br1" timeOffset="-212596.163">17417 17105 2916 0,'0'0'629'0,"0"0"-279"15,0 0-36-15,0 0 18 0,92 9-52 16,-48-8-44-16,5-1-77 0,1 0-68 16,1-6-70-16,-4-4-21 0,-1 1-17 15,-8-2-38-15,-5-1-103 0,-3 0-50 16,-5 2-53-16,-7 2-80 0,-8 4-627 15,-10 4-814-15</inkml:trace>
  <inkml:trace contextRef="#ctx0" brushRef="#br1" timeOffset="-212430.793">17554 17339 401 0,'0'0'2335'0,"0"0"-1918"0,0 0-235 15,0 0 148-15,0 0 48 0,0 0-44 16,84 54-120-16,-56-49-88 0,3-4-34 15,3-1-89-15,2-3-3 0,2-9-83 16,1-5-46-16,4-6-75 0,0-5-133 16,-9 4-339-16,17-19-1424 0</inkml:trace>
  <inkml:trace contextRef="#ctx0" brushRef="#br1" timeOffset="-212143.106">18404 16977 2485 0,'0'0'1818'0,"0"0"-1543"15,0 0-188-15,-14 81 118 0,14-48 132 16,0 0-91-16,2-1-128 0,6-2-85 16,7-4-33-16,3-7-2 0,3-2-1 0,4-7-9 15,1-6-6-15,2-4 3 0,0-4-9 16,3-11-34-16,-4-5-36 0,1-7 9 16,-2-4 9-16,-2 0 12 0,-2-1 24 15,-5 2 40-15,-3 0 6 0,-6 1 25 16,-5 2 2-16,-3 3-8 0,-2-1 8 15,-10 2 4-15,-6 2 23 0,-5 4-17 16,-6 3-4-16,-6 6-26 0,-4 8-13 16,-11 5-43-16,-6 16-36 0,-8 8-28 15,-6 10-24-15,-4 6-37 0,-1 6-74 16,0 7-214-16,0 2-655 0,19-11-1097 16,-24 27 1660-16</inkml:trace>
  <inkml:trace contextRef="#ctx0" brushRef="#br1" timeOffset="-207237.273">11759 18041 52 0,'0'0'307'16,"0"0"-307"-16,0 0 1205 0,0 0-834 16,0 0-170-16,0 0-91 0,0 0 7 15,0 0 128-15,0 0 39 0,0 0-31 16,-3 40-59-16,3-16 7 0,0 4 80 15,0 3 21-15,2-2-162 0,-1 1-43 0,-1-2-39 16,0-3-23-16,0 1 11 0,0-1-26 16,0-1-20-16,2-2-1 0,4-1-18 15,2-3-15-15,2 1-13 0,5-1-2 16,6-2-38-16,4 2-113 0,6-2 43 16,1-1 25-16,4-3-156 0,0-3-281 0,-4-7-509 15,-5-2-317-15,8-10 1124 0</inkml:trace>
  <inkml:trace contextRef="#ctx0" brushRef="#br1" timeOffset="-206982.488">12473 17912 417 0,'0'0'2155'0,"0"0"-1456"16,0 0-289-16,0 0-80 0,0 0-48 0,92 80-102 15,-68-59-84-15,2 2-10 0,-2 1-30 16,-1 2-19-16,-3 0-35 0,-6 3-2 0,-3 3 0 16,-5 0-22-16,-3 2-79 0,-3 2-35 15,-3 1-10-15,-5 2-22 0,-4-1-61 16,-2 2-45-16,-3-4-79 0,-1 3-66 16,-1-4-142-16,-1-1-439 0,7-8-341 15,-11 12 1341-15</inkml:trace>
  <inkml:trace contextRef="#ctx0" brushRef="#br0" timeOffset="-194109.638">19488 17060 1258 0,'0'0'1292'0,"0"0"-739"0,0 0-135 16,0 0-181-16,0 0-11 0,0 0 31 15,0 0-45-15,0 0-52 0,0 0-52 16,0 0-13-16,0 0-49 0,3 3-9 15,10-3 12-15,4 0 15 0,8 0-18 16,2-1-18-16,3-5-28 0,1-1 0 16,0 1-3-16,2 0-22 0,1 3 1 15,0-1 2-15,-1 3 7 0,1-1-34 16,-3 1-113-16,-5 0 5 0,-7 1-16 16,0 0-48-16,-4 0-152 0,-6-1-232 15,-3 0-414-15,-6-2-483 0</inkml:trace>
  <inkml:trace contextRef="#ctx0" brushRef="#br0" timeOffset="-193904.366">19352 17212 1243 0,'0'0'423'0,"0"0"301"0,0 0-463 15,0 0-68-15,0 0 61 0,0 0 97 16,0 0-95-16,0 0-86 0,80 47-47 15,-45-44-28-15,4-3-30 0,2 0-5 16,0 0-14-16,1-7-31 0,-1-1-15 0,1-8-81 16,-1 1-123-16,-1-8-64 15,-4-1-93-15,-9 5-386 0,0-14-1282 0</inkml:trace>
  <inkml:trace contextRef="#ctx0" brushRef="#br0" timeOffset="-193594.533">19718 16658 1668 0,'0'0'1118'0,"0"0"-967"0,0 0-77 0,0 0 90 16,84 41 157-16,-56-28 21 0,2 1-87 16,2 2-93-16,2-2-53 0,2 2-26 15,2-1-33-15,-1 0-31 0,-2 1-19 16,-3-1-2-16,-4 2-16 0,-4 0 17 15,-3 2-21-15,-4 3 10 0,-6 4-7 0,-6 1 19 16,-5 4 0-16,-5 2-1 0,-9 2-45 16,-9 3-13-16,-2 0-10 0,-7 2 4 15,-3 0 15-15,-2 0 19 0,0 1 18 16,0-3 13-16,4-2 0 0,2-1-2 16,2-3-13-16,3-2-7 0,2-3-67 15,4-5-49-15,6-6-36 0,1-6-130 0,7-4-237 16,0-7-622-16</inkml:trace>
  <inkml:trace contextRef="#ctx0" brushRef="#br0" timeOffset="-192388.334">21264 17104 1049 0,'0'0'1801'0,"0"0"-1442"15,0 0-235-15,0 0-95 0,-10-70 66 0,4 56 73 16,0 0 15-16,0 6-60 0,-1 2-29 16,1 1 20-16,-1 4 48 0,-2 1-63 15,-3 0-40-15,-1 3-19 0,-2 6 0 0,1 6-3 16,-3 8 0-16,-1 4 0 0,1 8 0 16,-1 5-6-16,1 3-16 0,0 2-2 15,1 0-12-15,3-3-1 16,2-3-2-16,3-7-14 0,6-5 4 15,2-5-13-15,0-7-21 0,5-5 18 0,9-6 1 16,3-4 27-16,4-2 9 0,2-10-9 16,5-6-31-16,-2-3-22 0,0-7 7 15,-2 2 15-15,-4-2-25 0,-4 3 13 16,-3 0-1-16,-2 3 20 0,-5 3-4 16,-1 1 3-16,-1 2 4 0,-2 4 21 15,-1 3 34-15,0 5 7 0,-1 3 11 0,2 1 20 16,0 0-7-16,-2 5-34 15,3 7-31-15,2 6 40 0,-2 5-9 0,3 5 21 16,-4 4-15-16,3 3-9 0,-1-1 0 16,3 1-27-16,0-4-1 0,2-4-30 15,2-4-10-15,1-2-65 0,1-6-81 16,1-3-41-16,4-4-75 0,-1-6-167 0,-2-2-317 16,3-4-744-16</inkml:trace>
  <inkml:trace contextRef="#ctx0" brushRef="#br0" timeOffset="-192219.979">21594 17410 1899 0,'0'0'457'0,"0"0"281"0,0 0-419 15,0 0-110-15,0 0 103 0,0 0-36 0,-7 71-99 16,4-54-93-16,1-1-50 0,2-1-34 16,0-2-12-16,0-4-35 0,0-2-92 15,5-3-95-15,-1 0-43 0,0-4-151 16,-4 0-622-16,0-7-829 0</inkml:trace>
  <inkml:trace contextRef="#ctx0" brushRef="#br0" timeOffset="-192072.219">21597 17219 2413 0,'0'0'490'0,"0"0"-4"0,0 0-257 15,0 0-24-15,0 0 128 0,0 0-115 16,0 0-137-16,0 0-81 0,91-10-39 0,-70 5-153 15,2-1-94-15,0 0-175 0,-6 0-278 16,6-3-668-16</inkml:trace>
  <inkml:trace contextRef="#ctx0" brushRef="#br0" timeOffset="-190705.357">22304 16943 1767 0,'0'0'1237'0,"0"0"-959"0,0 0-157 16,0 0 0-16,0 0 62 0,0 0 41 16,0 0-91-16,0 0-65 0,0 0-52 15,0 0 9-15,0 0 28 0,-62 94 25 16,51-59-7-16,-1 1-9 0,2 2-9 0,-1 3-7 15,-2 2 3-15,0 1 13 0,-2 5 0 16,4 2-16-16,-1 4-15 0,2 3-1 16,3 3-11-16,3-3-18 0,2 2 20 15,2-4-21-15,0-4-3 0,6-3-9 16,1-4-16-16,3-4-9 0,3-5-18 0,1-4 15 16,2-3 6-16,5-6-12 0,0-4-16 15,2-3-18-15,5-3-23 0,1-6-30 16,4-3-84-16,1-3-85 0,2-1-145 15,-10-1-295-15,10-8-501 0</inkml:trace>
  <inkml:trace contextRef="#ctx0" brushRef="#br0" timeOffset="-189703.657">23065 17055 1861 0,'0'0'609'0,"0"0"-167"0,0 0-125 0,0 0 11 15,0 0-3-15,0 0-89 0,0 0-105 16,0 0-88-16,0 0-43 0,-83-10 2 16,67 20-2-16,-1 3 2 0,0 2-2 15,0 3-1-15,1 3 0 0,1 0-14 16,3 5 2-16,-1 1 10 0,4 3 3 16,2 2 1-16,1 0-1 0,-1-1 0 15,2-3 1-15,2-3-1 0,1-5-3 0,2-3-19 16,0-6-3-16,2-4-9 0,5-6 31 15,4-1 3-15,5-1 19 16,4-10-1-16,-1-2-18 0,4-5 0 0,-3 1 11 16,-4-1-11-16,-1 3-22 0,-5 1-18 15,-4 3 11-15,0 3 14 0,-6 3 1 0,0 3 14 16,0-1 0-16,-8 1-25 0,-4 0-7 16,-5 1-15-16,0 1 0 0,-2 0 16 15,0 0 30-15,1 8-34 0,1 1-15 16,2 2-26-16,3-1-50 0,3 0-39 15,1 0-71-15,7-1-184 0,1-4-313 16,0 1-687-16</inkml:trace>
  <inkml:trace contextRef="#ctx0" brushRef="#br0" timeOffset="-189524.849">23134 17348 2308 0,'0'0'464'0,"0"0"-284"0,0 0-128 15,0 0 95-15,0 0 124 0,0 0-49 16,0 0-105-16,-7 66-73 0,6-57-20 16,-1-2-24-16,1 0-28 0,1-2-26 0,-2-1-129 15,-1-2-68-15,0 0-95 0,-2-2-366 16,-5 0-1126-16</inkml:trace>
  <inkml:trace contextRef="#ctx0" brushRef="#br0" timeOffset="-189351.939">23183 17181 1896 0,'0'0'799'0,"0"0"-513"16,0 0-193-16,0 0 67 0,0 0 50 16,0 0-109-16,0 0-101 0,0 0-121 15,87 45-86-15,-68-45-36 0,4 0 147 0,-5 0-356 16,6 0-673-16</inkml:trace>
  <inkml:trace contextRef="#ctx0" brushRef="#br0" timeOffset="-188797.43">23824 17060 1982 0,'0'0'625'0,"0"0"-226"0,0 0-79 16,0 0 0-16,0 0-33 0,0 0-70 15,0 0-64-15,0 0-48 0,0 0-27 16,0 0-35-16,0 0-22 0,-44 31-8 0,32-8 2 16,-3 5 7-16,5 2 9 0,-1-1-4 15,1-1-20-15,3-3-7 0,4-5-19 16,0 0-21-16,2-5-12 0,1-1-91 15,0-4 0-15,4-3-25 0,6-2-11 16,6-1-26-16,3-2-90 0,4-2-133 0,-4 0-249 16,12-11-540-16</inkml:trace>
  <inkml:trace contextRef="#ctx0" brushRef="#br0" timeOffset="-188426.333">24215 17048 2639 0,'0'0'556'0,"0"0"-333"0,0 0-52 16,0 0 110-16,0 0 33 0,-87 81-105 16,70-52-95-16,0-1-18 0,4-2-25 15,4-1-43-15,3-7-28 0,6-5-62 0,0-4-49 16,0-5-25-16,3-2 18 0,6-2 37 16,4-3 43-16,3-7 20 0,2-5-7 15,2-4-16-15,1 0-32 0,-3-2 20 16,0 1 15-16,-2 3 35 0,-2 1 3 0,-5 3 0 15,-1 5 3-15,-2 3 28 0,-4 2-9 16,-2 3 0-16,0 0 58 0,0 8-27 16,-2 3-10-16,-2 7-15 0,-1 5 10 15,-1 5-10-15,0 4 3 0,2 1 13 16,1 1 39-16,0-2-27 0,0 0-34 16,3-4-12-16,-1-3-10 0,1-1 0 15,0-5 0-15,0-3 1 0,0-2 11 16,-5-4 7-16,0 1-4 0,-3-4-15 15,-4 0-37-15,-2-2-71 0,-3-1-69 16,-3-3-46-16,-2-1-44 0,2 0-117 16,0-7-218-16,4 0-204 0,-3-10-531 0</inkml:trace>
  <inkml:trace contextRef="#ctx0" brushRef="#br0" timeOffset="-188220.255">24550 17031 1600 0,'0'0'542'0,"0"0"-318"0,0 0-66 15,0 0 110-15,0 0 123 0,0 0-247 16,54 84-87-16,-54-62-44 0,0 1 15 16,-1 3 11-16,-8 0-11 0,-4 4-17 0,-3-1-11 15,-4 1-16-15,-3-1-86 16,1-1-121-16,-2 0-143 0,5-8-238 15,-14 5-523-15</inkml:trace>
  <inkml:trace contextRef="#ctx0" brushRef="#br0" timeOffset="-187222.889">23137 17843 2695 0,'0'0'466'15,"0"0"-313"-15,0 0-19 0,0 0 119 16,0 0-14-16,0 0-100 0,0 0-61 16,0 0 38-16,0 0 51 0,0 0-18 15,102-13-42-15,-73 9-30 0,4 0-15 16,2 1-7-16,0 2-18 0,2-2-10 0,2 3-5 16,3 0 11-16,0 0-18 0,5 0-2 15,1 0-1-15,4 0-12 0,2 0 12 16,1-3-9-16,4-1 9 15,-2-3-8-15,0-1-4 0,-1 2 0 0,-3 0-4 16,-2-1-8-16,-3 3-6 0,-6 1 0 16,-6 0-13-16,-5 0-30 0,-5 2 0 15,-4 1 5-15,-8 0-17 0,-2 0 2 16,-4 0 6-16,-3 0 19 0,-2 0-13 16,-2 0-15-16,-1 0-10 0,0 0-3 15,0 0-6-15,0 0-43 0,0 0-80 16,-1 0-151-16,-4-2-212 0,2 0-550 0,-5-5-597 15</inkml:trace>
  <inkml:trace contextRef="#ctx0" brushRef="#br0" timeOffset="-186467.799">23549 17993 104 0,'0'0'1631'0,"0"0"-1040"0,0 0-142 15,0 0-90-15,0 0-104 0,0 0-26 16,0 0-84-16,0 0-85 0,0 0-60 15,0 0-2-15,0 0 2 0,-80 29 3 0,60-7 29 16,1 7-10-16,-1 2 12 0,-2 3 4 16,0 1 12-16,-1-2-25 0,0 1-3 15,-2-1-19-15,3 0 11 0,0-2 1 16,5-3-2-16,5-4-13 0,6-3-3 16,6-5-16-16,0-4-7 0,9-2 10 15,8-3 15-15,2 0-15 0,6-5 13 16,4-2-19-16,-2 0-9 0,-1-4 6 15,-2-5 22-15,-3 0-10 0,-3-2-2 16,-3 0 15-16,-3-1 31 0,-3 2-19 0,-3-1-12 16,-1 1 2-16,-5 0 0 0,0 1-2 15,0 2-24-15,-3 1-24 0,-5 2-2 16,-2 0-7-16,-3 3-3 0,-1 1 10 16,-3 0-29-16,-1 0-23 0,-2 1-31 0,-1 7-5 15,2 1-9-15,-3 0-55 16,4 1-62-16,0 0-156 0,5-2-116 0,0 0-642 15</inkml:trace>
  <inkml:trace contextRef="#ctx0" brushRef="#br0" timeOffset="-185818.57">23604 18380 2410 0,'0'0'448'0,"0"0"-201"0,0 0-215 0,0 0 42 15,0 0 44-15,0 0 6 0,0 0-51 16,28 72-73-16,-27-51-3 0,-1 0-10 16,0-3-22-16,0-3-19 0,0-2-9 15,0-5-24-15,0-2-18 0,2-5-13 16,4-1-17-16,2-1 61 0,4-9 72 0,0-4-18 15,3-2 1-15,0-3 19 0,-1 1 68 16,-3-1 6-16,1 6 15 0,-4 1-44 16,-2 5 19-16,1 3 19 0,-4 4-22 15,-2 0-19-15,2 4 75 0,-3 3-47 16,2 5 41-16,-2 3-41 0,0 1-26 16,0 0-25-16,0 1-19 0,0-3-13 15,0-4-28-15,0-1-76 0,3-3-42 16,1-2-35-16,1-2-27 0,2-2-75 15,1-2-162-15,-1-3-247 0,4-9-805 0</inkml:trace>
  <inkml:trace contextRef="#ctx0" brushRef="#br0" timeOffset="-185607.509">24103 18188 2179 0,'0'0'540'0,"0"0"-277"0,0 0-109 15,0 0 114-15,0 0 55 0,0 0-99 16,0 0-95-16,0 0-44 0,0 0-11 16,0 0-27-16,-61 79-25 0,54-54-11 15,-1 3-11-15,-1 3-2 0,0-1-10 16,-1 0-13-16,4-3-44 0,0-3-71 16,5-5-68-16,1-1-51 0,1-6-78 15,8-6-140-15,2-4-215 0,10-12-134 0</inkml:trace>
  <inkml:trace contextRef="#ctx0" brushRef="#br0" timeOffset="-185242.048">24393 18285 916 0,'0'0'1569'0,"0"0"-1172"16,0 0-217-16,0 0 15 0,-67 89 110 0,44-62-27 16,2-2-96-16,3-3-93 0,4-5-58 15,4-3-31-15,4-7-15 0,4-5-13 16,2-2-45-16,0 0-62 0,2-2-16 15,7-7 37-15,3-4 76 0,2-1-6 16,0-5-4-16,3 2-15 0,-1-1 15 16,-1 2 48-16,-4 3 1 0,0 2 2 15,-2 7 16-15,-4 1 0 0,1 3 48 16,-5 2 22-16,0 7-13 0,3 3 31 16,-1 4-53-16,-1 4-23 0,-2 3-29 15,1 2 1-15,1 2-3 0,-2 2-3 16,1 1 1-16,1-1-1 0,-1 2 3 0,1 0 0 15,-2-1 1-15,0 1 31 0,-2-3 2 16,-4 0 7-16,-1-2 0 0,-3-2-16 16,-2-1-22-16,0-4-3 0,-1-2-96 15,-5-3-30-15,-1-2 6 0,-1-2-3 0,0-3 15 16,-2-3-26-16,2-4 13 0,1 0-4 16,-1-7-67-16,3-7-118 0,1-5-156 15,4 2-222-15,-3-18-636 0</inkml:trace>
  <inkml:trace contextRef="#ctx0" brushRef="#br0" timeOffset="-185017.807">24597 18242 2526 0,'0'0'368'0,"0"0"-285"0,0 0-70 16,0 0 54-16,0 0 116 0,0 0-43 15,0 0-73-15,82 66-66 0,-72-57-1 16,0 1-23-16,-4 0-8 0,-6 5-24 0,0 0-47 16,-8 5-51-16,-10 1-72 0,-1 4-78 15,-6 0-46-15,-3 3 60 0,1 0-9 16,5-6-93-16,-11 8-241 0</inkml:trace>
  <inkml:trace contextRef="#ctx0" brushRef="#br0" timeOffset="-184391.991">25017 17822 2108 0,'0'0'575'15,"0"0"-147"-15,0 0-151 0,0 0 28 16,0 0 34-16,0 0-57 0,0 0-71 0,0 0-54 15,0 0-59-15,0 0-30 0,46 14-16 16,-21-11-38-16,6 0-14 0,3-3-2 16,-1 0-16-16,-1-3-77 0,0-5-56 15,0-1-46-15,-2-5-55 0,0-2-56 0,-3-2-103 16,-7 4-192-16,0-10-701 0</inkml:trace>
  <inkml:trace contextRef="#ctx0" brushRef="#br0" timeOffset="-184187.015">25448 17487 2936 0,'0'0'429'16,"0"0"-362"-16,0 0-48 0,-14 74 117 0,13-46 76 16,1 3-33-16,0 0-68 0,1 1-43 15,2 2-24-15,3-3-32 0,1 2-12 16,0-4-49-16,-1-2-140 0,2-2-41 15,-3-6-121-15,5-1-177 0,-3-8-499 16,7-6-444-16</inkml:trace>
  <inkml:trace contextRef="#ctx0" brushRef="#br0" timeOffset="-183920.043">26139 17220 3469 0,'0'0'433'0,"0"0"-393"0,0 0-27 0,0 0-13 16,19 65 214-16,-6-38-3 0,1 4-56 15,4 2-56-15,-2 3-4 0,4 2 16 16,-3 1-13-16,-3 3-52 0,-3 1-26 16,-2 1-20-16,-6 1-2 0,-1 2-10 15,-2-1-10-15,-8 2-42 0,-6-1-31 16,-3 1-12-16,-8-2-17 0,-1-1-24 15,-5-1-32-15,-2-1-11 0,-4-8-26 16,-3 1-29-16,4-7-40 0,-3-6-89 16,3-7-150-16,7-6-280 0,-7-10-758 0</inkml:trace>
  <inkml:trace contextRef="#ctx0" brushRef="#br0" timeOffset="-183538.605">26695 17654 2704 0,'0'0'347'0,"0"0"-107"15,0 0-97-15,0 0 47 0,0 0 31 16,0 0 28-16,0 0-15 0,103 2-101 15,-64-2-62-15,2 0-71 0,-2-2-12 16,-1-5-1-16,-3-1-58 0,-4 0-53 16,-2 0-78-16,-4-2-110 0,-5 1-113 15,-9 3-177-15,-3 1-432 0,-8 4-479 0</inkml:trace>
  <inkml:trace contextRef="#ctx0" brushRef="#br0" timeOffset="-183378.734">26760 17799 2760 0,'0'0'522'0,"0"0"-305"0,0 0-167 16,0 0 36-16,0 68 31 0,13-59-45 0,9-5-72 15,4-4-60-15,4-3-82 16,3-12-96-16,6-4-152 0,-11 3-381 0,17-18-1363 0</inkml:trace>
  <inkml:trace contextRef="#ctx0" brushRef="#br0" timeOffset="-183101.714">27547 17661 3011 0,'0'0'584'0,"0"0"-417"0,-16 68-135 0,3-42 37 15,-2 6 148-15,0-4 51 0,1-5-125 16,6-5-75-16,5-5-68 0,3-6-28 16,9-4-18-16,8-3 2 0,2-3 44 15,9-9 22-15,3-4-7 0,6-8-15 16,-1-2-42-16,2-5 14 0,-2 1 16 15,-3 2 11-15,-4 0-1 0,-3 2-1 16,-1 1-25-16,-9 0-13 0,-5 4-8 0,-5-1 17 16,-6 5 1-16,-2 2 28 0,-15 2 2 15,-6 5 1-15,-6 4 49 0,-7 4 19 16,-4 1 1-16,-7 10-38 0,-6 3-31 16,-3 5-44-16,-1 4-5 0,-8 2-60 15,-2 3-57-15,-3 2-67 0,-2 3-115 16,16-7-282-16,-27 14-677 0</inkml:trace>
  <inkml:trace contextRef="#ctx0" brushRef="#br0" timeOffset="-180682.941">25786 16118 1580 0,'0'0'228'15,"0"0"12"-15,0 0 404 0,0 0-236 16,0 0-95-16,0 0-69 0,0 0-49 15,0 0-13-15,0 0 16 0,0 0-2 16,14-19-11-16,5 7-12 0,7-4 4 16,5 0-45-16,0-2-50 0,5-1-39 0,3-1-13 15,1-1-8-15,2-1-22 16,1-2-15-16,-1 2 14 0,-3-1 1 0,1 1-12 16,-4 0-43-16,-4 2-51 15,1 0-20-15,-5 2-21 0,-2 2-31 0,-7 3-42 16,-2 4-78-16,-6 2-191 0,-5 3-209 15,-6 4-628-15</inkml:trace>
  <inkml:trace contextRef="#ctx0" brushRef="#br0" timeOffset="-180473.149">25898 16383 2481 0,'0'0'316'16,"0"0"-178"-16,0 0 3 0,82-54 99 16,-42 25-33-16,4-3-112 0,5-5-32 0,1 1 19 15,-3-3-28-15,-4 1-54 0,0 1-3 16,-7 3-35-16,-1 0-54 0,-5 2-95 16,-2 0-99-16,-6 1-83 0,-5 6-154 0,-2-8-872 15</inkml:trace>
  <inkml:trace contextRef="#ctx0" brushRef="#br0" timeOffset="-180210.334">26180 15533 3037 0,'0'0'288'0,"0"0"-167"0,0 0-99 15,0 0 139-15,0 0 51 0,0 0-27 16,110-49-46-16,-66 35-61 0,2-1-4 15,-1 1-24-15,-6 6 3 0,-5 2-10 0,-4 4 6 16,-2 2-29-16,-5 8-18 0,-2 5 24 16,-5 4-23-16,0 7 9 0,-6 7-10 15,0 5 32-15,-4 5-22 0,-3 4-12 16,-2 2-3-16,-1 5 2 0,0 0-39 16,-3 3-37-16,-4-5-19 0,0-1-3 15,-2-4-7-15,3-4-13 0,-2-6-13 0,2-3-29 16,2-7-15-16,1-6-78 15,2-5-178-15,1-5-356 0,0-7-788 0</inkml:trace>
  <inkml:trace contextRef="#ctx0" brushRef="#br0" timeOffset="-177888.298">27824 13858 2013 0,'0'0'521'0,"0"0"-13"16,0 0-268-16,0 0-4 0,0 0 136 16,0 0-95-16,0 0-122 0,0 0-46 0,0 0 2 15,0 0 71-15,-79-21-53 0,53 36-31 16,-2 5-34-16,-2 7 7 0,-3 7-16 15,-2 5-1-15,-2 5-38 0,-1 6-4 16,3 4-11-16,0 3 11 0,5 0-12 16,2 0 0-16,6-3 1 0,8-6 0 15,8-9 1-15,6-12 25 0,5-6-27 16,10-10-48-16,6-4 23 0,6-7 15 0,5 0 10 16,3-12 0-16,3-6 2 0,0-4-2 15,-2-4-11-15,-2-3 10 0,-3 3-14 16,-5 1-3-16,-5 3-19 0,-6 4 0 15,-7 2 16-15,-2 4 6 0,-5 0 12 16,-1 4 3-16,-3 3 23 0,-5 3 5 16,-1 2-11-16,-2 0-17 0,-1 5-43 0,1 5-6 15,0 1-27-15,2-1-41 0,1-1-71 16,5-3-71-16,3 0-167 0,0-4-347 16,0 1-848-16</inkml:trace>
  <inkml:trace contextRef="#ctx0" brushRef="#br0" timeOffset="-177717.045">27913 14321 2251 0,'0'0'601'0,"0"0"-233"16,0 0 30-16,0 0 62 0,0 0-155 15,0 0-104-15,69 73-90 0,-66-56-40 16,-1 0-28-16,-2 2-9 0,0-1-34 16,-2-1-16-16,-1-3-97 0,-4-4-57 15,2-2-43-15,0-6-65 0,-1-2-119 16,0-2-263-16,1-4-513 0,-1-13-149 0</inkml:trace>
  <inkml:trace contextRef="#ctx0" brushRef="#br0" timeOffset="-177581.94">27923 14177 2576 0,'0'0'585'0,"0"0"-330"16,0 0-43-16,0 0 97 0,0 0-58 0,0 0-95 15,0 0-100-15,88-8-56 0,-66 8-16 16,-1 0-164-16,2 0-115 0,-1 0-115 15,-5 0-236-15,6-3-790 0</inkml:trace>
  <inkml:trace contextRef="#ctx0" brushRef="#br0" timeOffset="-177186.59">28539 14086 391 0,'0'0'1467'15,"0"0"-1152"-15,0 0-79 0,0 0 167 16,0 0 87-16,0 0-242 0,0 0-61 16,0 0 108-16,0 0-35 0,0 0-92 15,0 0 39-15,-45-2 26 0,36 20-138 0,-2 7-31 16,-4 6 43-16,5 8 60 16,-2 4-21-16,0 0-103 0,3 0-28 0,1-3-15 15,3-3-20-15,5-3-29 0,0-5-36 16,3-6-6-16,10-6-28 0,3-9-55 15,8-8-16-15,7-8-44 0,8-12-144 16,5-8-293-16,-9 5-489 0,18-16-757 16</inkml:trace>
  <inkml:trace contextRef="#ctx0" brushRef="#br0" timeOffset="-176771.234">28945 14058 1873 0,'0'0'1910'0,"0"0"-1604"16,-68 64-175-16,38-28 222 0,-5 7 19 15,-2 3-131-15,5 0-73 0,8-6-59 16,5-7-67-16,10-9-42 0,8-9-94 16,1-5-24-16,6-5-7 0,5-3 46 0,4-2 8 15,-1 0-39-15,3-8 0 0,-2-4 36 16,1-4 43-16,0-2-15 0,-1 0 18 16,0 1 7-16,0-2 18 0,-1 2-34 15,-3 1 18-15,2 1-6 0,-3 6 7 16,-2 0-7-16,-2 8 25 0,-1 1 6 0,-1 5 72 15,2 7 5-15,-2 2-22 0,5 4-17 16,0 7-14-16,-1 1 7 16,3 5 40-16,0 3-25 0,-2 0-15 0,-4 0-4 15,1 1-11-15,-6-2 5 0,0 2-9 16,0-2-18-16,-6 1 43 0,-4 0-6 16,-4-2-10-16,-1-1-12 0,-2-4-15 15,3-5 2-15,-3-4-3 0,1-5 1 16,-2-4-27-16,1-4 6 0,-2 1-56 15,0-4 19-15,-2-2-27 0,-1-5-50 16,1-7-25-16,0-9-75 0,0-7-137 16,1-6-253-16,5 7-519 0,4-29-370 0</inkml:trace>
  <inkml:trace contextRef="#ctx0" brushRef="#br0" timeOffset="-176605.168">29239 14044 2662 0,'0'0'466'0,"0"0"-182"16,0 0 149-16,0 0-34 0,74 86-117 15,-61-58-113-15,-1 0-95 0,-1-2-65 16,-6 3-9-16,-2 1-49 0,-3-4-77 16,0 3-29-16,-13-1-21 0,-7 2-69 15,-6 0-136-15,-5 0-266 0,5-8-594 16,-22 11 208-16</inkml:trace>
  <inkml:trace contextRef="#ctx0" brushRef="#br0" timeOffset="-176258.465">27272 15066 13 0,'0'0'2539'15,"0"0"-2034"-15,0 0-128 0,114-3 122 0,-62 1-120 16,10-1-134-16,2-1-82 0,9-3-31 16,4 3-25-16,3-2-21 0,5 2-13 15,6 0-52-15,4-2 56 0,5 3 66 16,1-1-61-16,-3-1-58 0,0 1-24 15,-7 1-32-15,-6-1 30 0,-8 3-35 16,-8-1-11-16,-10 2-13 0,-12 0 6 16,-9 0-55-16,-12 0-36 0,-11 0 11 15,-7 0 24-15,-5 0 3 0,-3 0-3 16,-5 0-78-16,-6 0-174 0,-4 0-257 0,2 0-449 16,-10 0-84-16</inkml:trace>
  <inkml:trace contextRef="#ctx0" brushRef="#br0" timeOffset="-175463.741">28018 15341 2564 0,'0'0'386'16,"0"0"-222"-16,0 0-36 0,0 0 120 0,0 0 37 15,0 0-115-15,0 0-67 0,0 0-33 16,-88-7-20-16,66 19 3 0,-7 5 25 16,0 6 5-16,-1 6-11 0,-1 4 11 15,1 6-6-15,3 3-9 0,3 3-43 16,2 2 8-16,4-2-11 0,7-5-22 16,3-2-23-16,7-8-4 0,1-6-16 15,6-8 12-15,8-7-12 0,6-7-19 0,3-2 60 16,5-3-10-16,-1-9-1 0,-1-4 13 15,2 1-24-15,-5-4 24 0,-2 0-3 16,-6 3 3-16,-3 2-3 0,-3 1 3 16,-4 4 10-16,-2 1 20 0,-3 1 1 0,0 3-18 15,-8-1-1-15,-3 1-12 0,-5-1 0 16,0 4-18-16,-3 1-20 0,1 0-39 16,2 0 15-16,1 7-9 0,1 1-13 15,0 2-47-15,3 1-36 0,4 2-60 16,1-1-163-16,3-3-349 0,-1 3-826 0</inkml:trace>
  <inkml:trace contextRef="#ctx0" brushRef="#br0" timeOffset="-175153.394">28080 15687 3276 0,'0'0'435'0,"0"0"-353"0,0 0 65 16,0 0 83-16,3 74-31 0,-3-56-112 15,0-3-56-15,2-3-31 0,1-2-28 16,2-3-34-16,1-5-16 0,1-2-6 16,0 0-22-16,4-7 34 0,1-7 21 0,2-3-5 15,1-2 9-15,-3-1 22 0,0 2 4 16,0 3 21-16,-3 2 3 0,-2 4 19 16,1 3 28-16,-3 5 38 0,-3 1 7 15,1 0 23-15,-2 5 34 0,0 3-28 16,1 2-31-16,-1 2-25 0,2 0-28 15,-3 1-19-15,3-3-21 0,0 2-21 16,2-1-35-16,1-3-86 0,2-4-62 16,3-4-75-16,4 0-67 0,4-8-76 15,-5-1-353-15,10-11-824 0</inkml:trace>
  <inkml:trace contextRef="#ctx0" brushRef="#br0" timeOffset="-174965.33">28622 15373 2737 0,'0'0'500'0,"0"0"-235"0,0 0 92 0,0 0-24 16,0 0-119-16,-55 67-93 0,46-37-26 15,0 4-14-15,1-2-26 0,0 1-9 16,2 0-21-16,0-4-25 0,4-4-37 16,-1-2 6-16,3-8-98 0,0-3-72 15,5-2-35-15,7 1-44 0,5-1-114 16,-4 0-658-16,9-1-491 0</inkml:trace>
  <inkml:trace contextRef="#ctx0" brushRef="#br0" timeOffset="-174533.91">28907 15568 3112 0,'0'0'433'0,"0"0"-249"0,0 0 181 15,0 0 11-15,0 0-163 0,0 0-69 0,-84 84-33 16,76-59 2-16,3-6-113 0,5-3-12 15,0-4-74-15,2-6-30 0,6-2-16 16,0-4 58-16,7-3 24 0,-1-5 26 16,5-7 8-16,1-3-12 0,0-1-12 15,2-2-28-15,-5 1 0 0,0 1 9 0,-2 1 31 16,-2 6 27-16,-5 3-15 0,-2 2 4 16,-1 6 12-16,-2 1 55 0,-2 7 118 15,1 5-6-15,-2 7-65 0,0 2-47 16,0 4 16-16,0 4-16 0,0 0-15 15,0 5-10-15,-3 1-29 0,1 2 3 16,-1 1-4-16,0-2-15 0,0-3-21 16,0 2-23-16,-2-5 35 0,0 2 2 15,-2-2 4-15,-1-1 18 0,-4 1 2 16,-2-2 10-16,-1-1-12 0,-2-3 46 16,-1 0-6-16,0-5-6 0,-1-6-14 0,3-4-20 15,-2-8-40-15,2-1-6 0,-1-4-30 16,0-9-26-16,0-3 4 0,1-6-26 15,1-6-34-15,1-8-51 0,3-3-131 16,2-5-136-16,7 11-256 0,2-21-430 0</inkml:trace>
  <inkml:trace contextRef="#ctx0" brushRef="#br0" timeOffset="-174342.545">29256 15479 1425 0,'0'0'1751'0,"0"0"-1290"0,0 0-115 0,23 66-20 16,-12-45-106-16,0 1-118 0,2 2-75 15,0 1-27-15,1 1-24 0,-1 1 24 0,-1-1 0 16,-8-1 0-16,-4 0-136 0,-10 0-28 16,-7-1 14-16,-8 3-32 0,-3 0-41 15,-7 2 43-15,-1-4 50 16,-2-1-13-16,1-9-36 0,2-4-181 0,10-5-651 15</inkml:trace>
  <inkml:trace contextRef="#ctx0" brushRef="#br0" timeOffset="-173922.584">29921 14893 2360 0,'0'0'491'0,"0"0"-167"0,0 0 61 15,85-2 12-15,-38 2-93 0,6 0-114 0,1-1-70 16,-1-2-46-16,-4 0-28 0,-5-2-46 15,-8 0-14-15,-5-1-91 0,-6 2-65 16,-7-1-60-16,-10 2-119 0,-5 3-260 16,-3 0-640-16,-9 0-506 0</inkml:trace>
  <inkml:trace contextRef="#ctx0" brushRef="#br0" timeOffset="-173713.854">30088 15124 65 0,'0'0'2539'0,"0"0"-1961"0,0 0-266 15,0 0-33-15,0 0-31 0,0 0-88 16,0 0-51-16,95 55-6 0,-60-55-60 16,2-8-43-16,3-3-96 0,-1-2-78 15,-1-2-87-15,0-2-140 0,-13 4-354 16,11-7-999-16</inkml:trace>
  <inkml:trace contextRef="#ctx0" brushRef="#br0" timeOffset="-169577.988">30939 15411 1656 0,'0'0'1055'0,"0"0"-647"16,0 0-124-16,0 0 36 0,0 0-2 0,0 0-105 15,94 13-86-15,-64-12-34 0,4-1-31 16,-1 0-28-16,1-1-34 0,-2-2-16 16,-2 0-28-16,-1-2-27 0,-1 3-31 0,-7-3-35 15,1 1-70-15,-3 1-54 16,-6 1-129-16,-5-1-319 0,-1 3-775 0</inkml:trace>
  <inkml:trace contextRef="#ctx0" brushRef="#br0" timeOffset="-167943.904">31013 14825 1891 0,'0'0'480'0,"0"0"-189"16,0 0-37-16,0 0 130 0,0 0-19 15,0 0-131-15,0 0-103 0,0 0-80 16,0 0 9-16,0 0 55 0,0 0 12 16,5-45 0-16,12 26-16 0,-1 1-34 0,-1 0-34 15,-1 1-9-15,-3-4-32 0,0 2 17 16,0-3-19-16,1-2-40 0,-1-1 6 15,0-3-43-15,2-2 0 0,-1-1-9 16,3 0 2-16,-3 1 16 0,0 8-1 16,-1 5 47-16,-4 2 7 0,-2 7 15 0,-2 4 1 15,-2 3 33-15,-1 1 19 0,0 0 6 16,0 0-6-16,0 3-10 0,0 4-27 16,2 4 17-16,-2 4-14 0,0 3 3 15,0 4-22-15,0 2 9 0,0 4-9 16,0 0 0-16,0 5 1 0,-2 2 21 15,-1 7-19-15,0 5 21 0,-3 3-21 16,2 5 25-16,-3 2-6 0,-2 0-22 16,1 0-3-16,-3 1 1 0,-1-1-23 15,-1-4 22-15,1-2-37 0,1-5 9 0,0-7 19 16,5-7-1-16,0-4-2 0,3-7-7 16,1-4 10-16,2-4-38 0,0-6-18 15,0-2-25-15,5-4-19 0,-1-1-39 16,4-4-13-16,3-5-18 0,-3-5-24 15,4-2-88-15,-1-4-219 0,-5 2-573 16,2-5-473-16</inkml:trace>
  <inkml:trace contextRef="#ctx0" brushRef="#br0" timeOffset="-167193.578">29408 13395 2470 0,'0'0'432'15,"0"0"-300"-15,0 0 21 0,0 0 302 16,0 0-84-16,26-74-173 0,-12 53-52 16,5 1 40-16,4-1 24 0,2-1-57 15,2-3-30-15,2-1-26 0,2-4-2 0,5-4-28 16,-2-1-55-16,3-2-12 0,-3 1-70 16,0-2-40-16,-3 2-12 0,-3 1-19 15,-2 7-28-15,-7 3-4 0,-5 7-47 16,-6 6-90-16,-2 6-106 0,-6 6-132 0,0 0-469 15,0 4 3-15</inkml:trace>
  <inkml:trace contextRef="#ctx0" brushRef="#br0" timeOffset="-166998.183">29462 13452 2267 0,'0'0'497'0,"0"0"-86"15,0 0-102-15,0 0 4 0,0 0-42 16,0 0-96-16,78-55-23 0,-39 24-35 16,4-8-24-16,4-2-62 0,-1-4-31 0,-1 1-24 15,-3 1-62-15,-3 1-41 0,-2-1-69 16,-3 4-71-16,-3-1-102 0,-10 10-199 16,2-12-771-16</inkml:trace>
  <inkml:trace contextRef="#ctx0" brushRef="#br0" timeOffset="-166376.34">29944 11511 1831 0,'0'0'803'0,"0"0"-411"0,0 0-216 15,0 0-42-15,0 0 48 0,0 0-11 16,0 0-36-16,0 0-59 0,0 0-20 0,0 0-18 16,-85 17 9-16,57 1-9 0,-5 7 9 15,-3 5 19-15,0 9 52 0,0 4 18 16,4 2-27-16,-1 3-35 0,3 4-40 15,1 3-33-15,6-2 0 0,6-6 32 16,6-8 1-16,11-4-31 0,0-11 22 16,9-8-25-16,4-2-19 0,2-7 1 15,-1 0-10-15,5-4 10 0,-2-3-31 0,5 0 8 16,-1-5 1-16,1-3 6 0,0-4 4 16,1-2-23-16,-3-2-18 0,2-4 8 15,1 1 1-15,-3-1-6 0,-1-3-10 16,-7 6 46-16,-1 2 30 0,-7 3-8 15,-3 2 10-15,-1 4 35 0,-3 0 9 16,-7 3-28-16,-2 1-4 0,-2 2-9 16,-3 0-6-16,0 5-22 0,0 3-3 15,1 3-32-15,0 1 31 0,1 1-33 0,3-1-55 16,4-2-91-16,1 0-154 0,4-3-184 16,2-1-233-16,1-5-509 0</inkml:trace>
  <inkml:trace contextRef="#ctx0" brushRef="#br0" timeOffset="-166194.126">29960 12095 2261 0,'0'0'555'0,"0"0"-170"0,0 0-31 0,0 0-45 15,0 75-124-15,-5-56-134 0,4-5-51 16,-2 1-37-16,0-5-181 0,2-2-44 0,-1-5-85 15,2-3-137-15,0 2-195 0,-2-2-475 0</inkml:trace>
  <inkml:trace contextRef="#ctx0" brushRef="#br0" timeOffset="-166016.543">30000 11870 2183 0,'0'0'723'0,"0"0"-374"0,0 0-53 16,0 0-11-16,0 0-122 0,0 0-116 0,0 0-47 16,81 0-166-16,-62 0-103 0,1 0-87 15,-6-1-295-15,9-2-902 0</inkml:trace>
  <inkml:trace contextRef="#ctx0" brushRef="#br0" timeOffset="-165816.362">30483 11718 1922 0,'0'0'1085'0,"0"0"-609"0,0 0-88 15,0 0-24-15,0 0-57 0,0 0-82 16,0 0-44-16,-88 67-16 0,78-40-40 16,-2 2-34-16,5 5-24 0,1-1-41 15,0 0-26-15,2-2-51 0,2-2-46 16,2-8 17-16,0-3-11 0,6-6-47 0,5-7-9 15,3-5-84-15,6 0-100 0,2-4-96 16,4-5-204-16,-7-1-456 0,12-2-284 0</inkml:trace>
  <inkml:trace contextRef="#ctx0" brushRef="#br0" timeOffset="-165403.734">30726 11896 1132 0,'0'0'1545'15,"0"0"-945"-15,0 0-134 0,0 0 12 16,0 0-76-16,0 0-107 0,0 0-56 15,-83 45-78-15,64-21-45 0,5 1-7 16,-1-1-39-16,7-7-61 0,3-4-9 16,5-7-76-16,0-3-6 0,0-3-6 15,3 0-40-15,7 0 9 0,5-8 0 0,1-3 18 16,4-4-28-16,3-3-12 0,0-4 2 16,-1 1-13-16,-2 2 40 0,-4 4 37 15,-1 3 32-15,-2 8 8 0,-1 2 35 16,-4 2 60-16,1 6 83 0,2 7 15 15,-2 3-25-15,-1 5-43 0,-1 4-1 0,1 4-37 16,0 1 0-16,0 5 43 0,1 0 9 16,-5 3 3-16,-3 2-13 0,-1 3-15 15,0 1-9-15,-11 2-24 0,-3 0-16 16,-4 0-2-16,-2 0-10 0,-1-3 3 16,-2-7-9-16,4-3 0 0,-1-7 0 15,2-5 10-15,2-4-22 0,1-3-18 16,0-5-6-16,-1-4-24 0,0-3 5 15,1-2-15-15,-1 0-2 0,2-7-13 16,-1-4-19-16,1-1-14 0,3-7-14 0,3-3-2 16,3-8-29-16,2-6-43 15,3-5-154-15,0-5-276 0,0 7-378 0,14-21-236 16</inkml:trace>
  <inkml:trace contextRef="#ctx0" brushRef="#br0" timeOffset="-165168.088">30984 11823 2559 0,'0'0'681'0,"0"0"-92"15,0 0-94-15,0 0-133 0,82 30-153 16,-56-17-84-16,2 4-73 0,-1-2-49 16,-2 2-3-16,-2 1-36 0,-3 2 17 15,-6-1-39-15,-5 4-18 0,-7-2-44 16,-2 7 40-16,-14-1-3 0,-9 2-19 15,-4 1-34-15,-3-1-32 0,-2-3-21 16,3-2-2-16,5-5-94 0,5-8-164 0,7-4-182 16,4-3-92-16,4-4-288 0</inkml:trace>
  <inkml:trace contextRef="#ctx0" brushRef="#br0" timeOffset="-164998.377">31332 11975 39 0,'0'0'2730'16,"0"0"-2029"-16,0 0-275 0,0 0 19 16,0 0-74-16,0 0-80 0,85-6-150 15,-56 5-123-15,-1-5-18 0,4 2-25 16,-3-3-60-16,-3 0-123 0,-6 2-94 16,-6-1-158-16,-5 4-283 0,-7 2-678 0</inkml:trace>
  <inkml:trace contextRef="#ctx0" brushRef="#br0" timeOffset="-164836.219">31337 12190 886 0,'0'0'1875'0,"0"0"-1369"0,0 0-166 0,0 0 23 16,0 0-38-16,0 0-86 0,0 0-51 16,0 0-99-16,91 42-89 0,-68-50-83 15,0-2-105-15,-1-4-88 0,-2-3-166 16,-6 4-531-16,5-8-696 0</inkml:trace>
  <inkml:trace contextRef="#ctx0" brushRef="#br0" timeOffset="-164418.623">32175 11619 3029 0,'0'0'808'0,"0"0"-397"16,0 0-123-16,0 0-26 0,0 0-2 0,0 0-107 15,0 0-80-15,-77 84-25 0,52-56 4 16,-2 5-22-16,-3 9-14 0,-2 5 17 16,-3 8-6-16,-1 3 16 0,-1 4 5 0,4 1-5 15,4-5-16-15,9-7 0 16,7-10-25-16,10-8 28 0,3-10-30 0,8-5-15 15,7-6-45-15,4-6 32 16,9-3-2-16,0-3-12 0,6-7-13 0,-1-4-21 16,1-5-18-16,0-4-22 0,-1 0-21 15,-3-3-7-15,-3-1 22 0,-7 5 5 16,-2 1 21-16,-11 5 41 0,-6 1 55 16,-1 2 3-16,-6-2 62 0,-8 3 2 15,-3 1 23-15,-3-2-14 0,-2 5-2 16,3 3 3-16,-2 2-19 0,4 0-34 15,1 2-23-15,1 5-1 0,2-2-14 16,4 0-26-16,0-2-98 0,3 3-71 0,0-3-50 16,2 3-273-16,1-3-550 0,3 0-864 15</inkml:trace>
  <inkml:trace contextRef="#ctx0" brushRef="#br0" timeOffset="-164074.981">32222 12107 714 0,'0'0'1933'0,"0"0"-1365"0,0 0-79 0,0 0-1 16,20 65-61-16,-17-46-98 0,-3-1-109 15,0 1-74-15,0-3-70 0,-3-2-52 16,1-4-24-16,-1-3-29 0,3-1-26 16,0-5-33-16,0 0-31 0,0-1-21 15,0 0-17-15,5-1 1 0,3-6 42 0,3 1 9 16,1-3 8-16,2-1 29 0,0-1 25 15,0-1 43-15,-2 0 19 0,-1 3 43 16,-3 0 31-16,1 3 16 0,-2 4-4 16,-3-2-4-16,-1 4-15 0,-1 0-34 15,-1 0-12-15,-1 6 28 0,0 3 8 0,0 3 9 16,0 1 1-16,0 1-13 0,0 2-18 16,-3-3-55-16,0-3-28 0,2-2-81 15,-1-3-59-15,2-2-19 0,0 0-49 16,0-2-93-16,0-1-330 0,0 0-771 0</inkml:trace>
  <inkml:trace contextRef="#ctx0" brushRef="#br0" timeOffset="-163814.438">32875 11889 2387 0,'0'0'629'0,"0"0"-390"0,0 0 42 0,0 0 97 16,0 0-61-16,0 0-93 15,0 0-54-15,-86-6-47 0,65 24-1 0,0 12 44 16,-2 4 14-16,0 6-34 0,0 1 24 16,0 2-4-16,-1-1-66 0,1-1-42 15,0-4-43-15,2-3-15 0,6-7-67 16,7-7-27-16,8-7-18 0,1-8-57 15,14-4-14-15,8-1-49 0,8-11-105 16,-6 2-357-16,21-16-930 0</inkml:trace>
  <inkml:trace contextRef="#ctx0" brushRef="#br0" timeOffset="-163378.768">33058 12050 1964 0,'0'0'1353'0,"0"0"-748"16,0 0-102-16,-65 75-8 0,40-39-40 15,0-1-100-15,0 0-117 0,5-8-129 16,9-6-79-16,3-7-30 0,4-7-69 16,4-4-43-16,3-1-15 0,7-2 6 0,5 0 3 15,5-7-34-15,3-4-24 0,3-2-19 16,-2-1-44-16,-1-2-66 0,0 0-40 16,-3 3 68-16,-1-1 104 0,-3 2 91 15,-4 1 75-15,-2 3 7 0,-3 3 92 16,-1 2 66-16,-5 3 8 0,0 0 1 15,-1 4-3-15,3 7-21 0,-3 2 21 16,3 5 17-16,-3 6 6 0,3 2-1 0,-1 3-4 16,1 3-48-16,0 2-37 0,1 4-13 15,-4 1 25-15,0-1-21 0,0 2-31 16,0-4-26-16,0-1-4 0,-7-4 0 16,1-1-15-16,-2-4-12 0,1 1-11 15,-3-6-10-15,-1 0-9 0,0-2-4 16,-3-1-2-16,3-4 9 0,-5-1 0 15,1-1 3-15,-2-4-4 0,3-2 7 0,-6-3 0 16,0-3-12-16,2 0 3 0,-2-1 8 16,2-10-2-16,-2 1-21 0,2-5-46 15,2-4-34-15,-1-4-51 0,5-5-1 16,3-6-71-16,2-5-128 0,7-1-290 16,0 7-441-16,9-20-316 0</inkml:trace>
  <inkml:trace contextRef="#ctx0" brushRef="#br0" timeOffset="-163141.258">33489 11878 1542 0,'0'0'1544'0,"0"0"-1079"0,0 0-149 15,0 0-39-15,82 81-13 16,-63-59-57-16,-5 2-81 0,2 2-95 0,-4 0-29 15,-3 0-1-15,-3-2-1 0,-3-1-24 16,-3 1-22-16,-3 0-1 0,-9-1-36 16,-4 0-6-16,-7 1-35 0,-9 0-38 0,-6 4-55 15,-6 0-50-15,-5 2-126 0,-5-1-123 16,12-5-192-16,-28 8-450 0</inkml:trace>
  <inkml:trace contextRef="#ctx0" brushRef="#br0" timeOffset="-156682.865">30827 10734 1289 0,'0'0'75'0,"0"0"169"16,0 0 829-16,0 0-703 0,0 0 29 0,0 0-54 15,0 0-2-15,0 0-54 0,0 0-42 16,0 0-35-16,-53 4-29 0,53-5-6 16,0-2 9-16,2 1-23 0,3-4-14 0,4-2-28 15,2-7-19-15,8-9-44 16,5-11-58-16,7-10-21 0,6-11-22 0,1-7 4 15,1-4-3-15,-2-3-16 16,0 3-5-16,-3 2 36 0,0 3-13 0,-2 4 22 16,0 3-9-16,-1 3 6 0,1 2 19 15,-2 3-29-15,-4 4 10 0,-1 6 6 16,-6 4-18-16,-1 5-43 0,-2 4-18 16,-4 5-28-16,-1 3-64 0,-5 5-16 15,-1 5-44-15,-5 6-33 0,0 0-156 16,-2 6-145-16,-4 4-187 0,-8 13-646 0</inkml:trace>
  <inkml:trace contextRef="#ctx0" brushRef="#br0" timeOffset="-156380.997">30995 10717 85 0,'0'0'2666'0,"0"0"-2364"0,0 0-180 16,0 0-46-16,0 0 144 0,0 0 197 16,0 0-97-16,0 0-112 0,0 0-59 15,0 0-44-15,-44 36-28 0,57-48-19 16,6-8 28-16,5-8-22 0,4-6 6 16,6-7-18-16,2-9-39 0,1-6-13 15,2-3-13-15,1-4 1 0,-6-3-5 0,2-4 16 16,-2 3-23-16,-3-2 21 0,-1 0-15 15,-1 1 17-15,0 0-1 0,-2 0-50 16,2 5 3-16,-1 0 9 0,-3 7-24 16,0 4 8-16,1 7-27 0,-3 8-25 15,-1 4 53-15,-9 12-20 0,-2 5-33 16,-4 6-57-16,-4 6-115 0,-3 4-204 0,0 0-286 16,-10 0-767-16</inkml:trace>
  <inkml:trace contextRef="#ctx0" brushRef="#br0" timeOffset="-155962.849">30981 9622 2236 0,'0'0'330'0,"0"0"-201"0,0 0 22 15,90-30 180-15,-50 16 51 0,8-2-136 16,-1 3-104-16,5 1-48 0,0 1 0 16,0-1 9-16,1 4-9 0,2-3-48 15,-2-1-12-15,-2 4-19 0,-4-3-15 16,-5 4 0-16,-4-1 21 0,-4 2 29 15,-1 3-7-15,-7 3-18 0,-3 0-23 16,0 1 20-16,-4 9 15 0,-2 4 0 0,3 6-16 16,-3 6 13-16,-2 5-18 0,-2 2-14 15,0 5 10-15,-3 4-10 0,1-3-2 16,-4 4 0-16,1-1-22 0,-2 1-27 16,0-3-74-16,0-3-63 0,3-4-97 15,0-6-70-15,3 0-130 0,-2-12-197 16,3 2-722-16</inkml:trace>
  <inkml:trace contextRef="#ctx0" brushRef="#br0" timeOffset="-155247.564">31274 7500 2764 0,'0'0'302'0,"0"0"-123"0,0 0-23 16,0 0 170-16,0 0 155 0,0 0-127 15,0 0-136-15,0 0-116 0,0 0-56 0,-96 31-7 16,60 7 13-16,-1 9-3 0,-2 7 9 15,-4 4-42-15,4 2 29 0,0 1-45 0,2-3 0 16,4 0-2-16,2-7 2 0,8-4 12 16,6-10 31-16,9-8-19 0,5-8-11 15,3-7-10-15,0-4 39 0,10-3-17 16,3-3-7-16,6-1 9 0,4-3-18 16,4-6-9-16,5-8-70 0,4-5 19 15,0-2-13-15,-2-2-13 16,0-1 7-16,-7 0 31 0,-4 1 2 0,-8 4 12 15,-4 0 25-15,-8 2 25 0,-3 4 27 16,-2 1-37-16,-7 7 10 0,-3-1 23 16,-1 6-8-16,-3 0-40 0,-2 4-3 15,1 3-28-15,1 5 28 0,2 0-24 0,5-1-22 16,3 1-36-16,6-3-29 0,0 1-101 16,0-2-131-16,5-2-276 0,6-1-761 0</inkml:trace>
  <inkml:trace contextRef="#ctx0" brushRef="#br0" timeOffset="-155080.282">31384 8032 1805 0,'0'0'1203'0,"0"0"-915"0,0 0-37 15,0 0 200-15,0 0-29 0,39 73-135 16,-36-57-60-16,-3-1-47 0,0 3-46 16,0-3-49-16,0-1-63 0,0-2-22 15,0-4-55-15,0-4-70 0,0-4-86 16,-3 0-71-16,3-1-126 0,-3-4-366 15,-2-10-1293-15</inkml:trace>
  <inkml:trace contextRef="#ctx0" brushRef="#br0" timeOffset="-154921.054">31443 7732 3104 0,'0'0'481'15,"0"0"-427"-15,0 0 53 0,0 0 215 16,0 0 8-16,82-4-228 15,-60 4-102-15,0 0-34 0,3 0-68 0,-1 0-132 16,1-1-181-16,-6 1-625 0,7-3-1293 0</inkml:trace>
  <inkml:trace contextRef="#ctx0" brushRef="#br0" timeOffset="-154748.48">31770 7840 179 0,'0'0'3551'16,"0"0"-3136"-16,0 0-353 0,0 0 162 16,0 0 94-16,83 3-134 0,-54-3-136 15,-1 0-48-15,-1 0-34 0,-1-2-70 0,-5 1-50 16,-6 1-62-16,-6 0-101 0,-6 0-313 16,-6 3-814-16</inkml:trace>
  <inkml:trace contextRef="#ctx0" brushRef="#br0" timeOffset="-154603.187">31673 8039 2884 0,'0'0'521'0,"0"0"-371"0,0 0 231 15,0 0 60-15,0 0-89 0,79 0-152 16,-50-7-81-16,4 1-61 0,1-2-58 16,2-3-36-16,4-2-83 0,-3-1-99 15,2 0-155-15,-10 2-371 0,9-6-1171 0</inkml:trace>
  <inkml:trace contextRef="#ctx0" brushRef="#br0" timeOffset="-154224.221">32513 7463 2285 0,'0'0'1158'0,"0"0"-895"0,0 0-89 16,0 0 155-16,0 0 22 0,0 0-105 0,-30 77-81 15,14-49-36-15,-3 3-44 0,-6 5-6 16,-4 6-24-16,-4 1-15 0,-1 2-37 16,0 0 15-16,2-1-18 0,5-1-15 15,2-4 15-15,8-3 12 0,8-4-10 16,5-4 10-16,4-5-12 0,7-4-9 16,9-7 9-16,7-1 15 0,5-4 12 15,5-7-27-15,5 0-21 0,0-10-33 16,0-2 23-16,-1-3-18 0,-4-1-5 0,-5-3 14 15,-7 5 10-15,-8-3 29 16,-6 5 1-16,-7-2 27 0,-4 0 6 0,-7 3-2 16,-7-1 12-16,2 4-1 0,-1-1-5 15,0 6-36-15,-3 1-1 0,2 2 1 16,-2 2-1-16,2 5-34 0,-1-1-8 0,3 1-25 16,1 4-52-16,3-4-40 15,1 2-68-15,3 0-132 0,-1-2-359 16,-2 5-773-16</inkml:trace>
  <inkml:trace contextRef="#ctx0" brushRef="#br0" timeOffset="-153860.92">32665 7997 3201 0,'0'0'704'0,"0"0"-465"15,0 0-90-15,0 0 213 0,0 0 46 0,0 0-112 16,0 0-99-16,1 66-94 0,-1-43-6 15,0-2 0-15,-1 0 20 0,-2-2-53 16,-3-5-64-16,3 1 0 0,0-1-2 16,2-3-10-16,-1-3-6 0,2-1-22 15,0-4-38-15,0-1-25 0,0-1-6 16,9-1-12-16,2 0-16 0,4-6 46 0,4-4 27 16,4-5 25-16,0-2-10 0,1-3 49 15,-1-1 18-15,0-2 25 0,-4-1 15 16,-2 3-28-16,-2 2 37 0,-4 5 6 15,0 4 3-15,-6 7-4 0,-2 3-23 16,3 0-7-16,0 3 22 0,1 7-4 16,-1 2-11-16,1 7-7 0,-1 0 0 15,-1 2-3-15,0 0-39 0,-2 2-9 16,-1 1-39-16,-2 0-94 0,0 0-58 16,0 2 12-16,0-2-12 0,-5 3-232 0,-4-10-999 15,-8 8-1685-15</inkml:trace>
  <inkml:trace contextRef="#ctx0" brushRef="#br0" timeOffset="-144270.164">31342 7077 1315 0,'0'0'1931'15,"0"0"-1632"-15,0 0-166 16,0 0 94-16,0 0 230 0,0 0-96 0,0 0-131 15,0 0-65-15,0 0-31 0,42-78-21 16,-19 53-10-16,-2-7-27 0,2-1-31 0,2-9-29 16,-2-1-16-16,0-4-1 0,-6-3-38 15,0-2 6-15,-4 2-89 0,-1 6 100 16,-1 4 20-16,-3 8-14 0,-2 4-8 16,-1 6-43-16,-1 2 33 0,-2 6 13 15,1 4-40-15,0-1-37 0,0 4-39 16,1 2-11-16,0-1-52 0,2 4-131 15,0 2-216-15,-1 0-240 0,1 0-459 16,-3 0-365-16,0 7 1562 0</inkml:trace>
  <inkml:trace contextRef="#ctx0" brushRef="#br0" timeOffset="-144010.673">31547 7013 938 0,'0'0'290'0,"0"0"596"0,0 0-701 0,0 0 15 0,0 0 152 16,0 0 87-16,0 0 2 0,0 0-92 15,0 0-103-15,0 0-78 0,0 0 51 16,-28 46-41-16,37-59-92 0,2-6-38 16,5-8 1-16,1-5-6 0,6-4-12 15,0-6-7-15,-1-5-23 0,3-2 8 16,-1-3-9-16,0-2-24 0,-2 0 2 15,-2 2-29-15,-2 4 8 0,-5 3-15 16,1 7 0-16,-4 3-28 0,0 5-71 0,-2 4-19 16,-2 2-47-16,-1 4-28 0,-1 1-158 15,-2 0-228-15,1 4-388 0,-2 4-350 16,1-2 892-16</inkml:trace>
  <inkml:trace contextRef="#ctx0" brushRef="#br0" timeOffset="-143763.083">31856 6186 1239 0,'0'0'1813'16,"0"0"-1557"-16,0 0-81 0,-81 27 106 15,44-12 87-15,-8-2-85 0,-2 5-131 16,-8-1-84-16,-1 2-34 0,-2 0-16 15,4-1-18-15,4 3-24 0,10-7-20 16,9-1-27-16,13-5-18 0,8-5-41 0,10-3-26 16,0 0-70-16,17-5-55 0,8-4-151 15,8-7-217-15,7-3-131 0,8 0-352 0,0-2 858 16,-3 1-62-16</inkml:trace>
  <inkml:trace contextRef="#ctx0" brushRef="#br0" timeOffset="-143640.746">31662 6247 304 0,'0'0'424'0,"0"0"29"15,109-6 741-15,-79 9-752 0,-1 6-86 16,-1 2-11-16,1 6-33 0,-2 2-75 15,-1 0-59-15,-2 4-54 0,-2-4-78 16,-3 4-21-16,1-4-25 0,-1-2-40 16,1-1-131-16,0 1-118 0,-1-3-130 15,-4-6-288-15,2 2-916 0</inkml:trace>
  <inkml:trace contextRef="#ctx0" brushRef="#br0" timeOffset="-143171.362">30661 5475 218 0,'0'0'36'0,"0"0"2232"0,0 0-1785 16,0 0-167-16,0 0 59 0,0 0 6 15,0 0-54-15,0 0-111 0,0 0-92 16,0 0-20-16,-57 38-6 0,37-3-3 16,0 2 9-16,2 4 20 0,0-4-47 0,2-1-53 15,1-1-24-15,5-8-15 16,3-3-16-16,2-6 1 0,5-2-43 0,0-8-37 15,0-1-24-15,6-5-32 0,5-2-74 16,3 0-132-16,3-5-210 0,3-9-385 16,1-3-357-16,-6 1 8 0</inkml:trace>
  <inkml:trace contextRef="#ctx0" brushRef="#br0" timeOffset="-142882.336">30654 5617 541 0,'0'0'160'0,"0"0"1108"0,0 0-517 15,0 0-289-15,0 0-131 0,0 0-27 16,0 0 1-16,0 0-44 0,0 0-41 15,-8 87-35-15,8-64-35 0,0-4-46 0,1-5-61 16,6-2-22-16,3-3 9 0,3-4 4 16,5-2-7-16,1-3 1 0,3 0-28 15,6-8-34-15,1-6-63 0,-2 0-19 0,0-5 12 16,-5-2-4-16,0 0 16 0,-4 2 27 16,-3-2 22-16,-5 1 43 15,-3 1 18-15,-6 1 13 0,-1 1 22 0,0-2 14 16,-5 3-21-16,-4 4-6 0,0 4 22 15,2 2 11-15,-3 6-2 0,5 0-68 16,-6 0-3-16,4 2-49 16,-3 4-16-16,1 3-24 0,2-1 3 0,-2 3-114 15,2-1-73-15,2-1-166 0,0 0-259 16,4-1-436-16,-1-6-225 0</inkml:trace>
  <inkml:trace contextRef="#ctx0" brushRef="#br0" timeOffset="-142580.833">31023 5493 336 0,'0'0'642'0,"0"0"773"16,0 0-973-16,0 0-48 0,0 0 25 16,0 0-5-16,0 0-47 0,0 0-56 15,28 85-84-15,-28-68-68 0,-2-2-86 0,1-2-70 16,1-2-3-16,0-3-27 0,0-2-10 16,3-4-17-16,4 1-78 0,3-3-24 15,2 0-20-15,3-5 7 0,1-5-5 16,4-3-4-16,-4-3 8 0,0 0 38 15,-4 1 55-15,0 0 77 0,-4 0 41 16,-2 3 28-16,-1 4 70 0,-2 3 12 16,-3 2 5-16,0 3-32 0,0 0-19 15,0 5-62-15,0 5-42 0,2 0 73 16,-1 5 56-16,2 3 26 0,0 1-3 16,0-2-92-16,2 0-61 0,1-3-12 0,2-3-58 15,1-4-25-15,2-2-15 0,3-3-35 16,3-2-31-16,3-6-96 0,1-6-288 15,-4 0-790-15,7-12-704 0</inkml:trace>
  <inkml:trace contextRef="#ctx0" brushRef="#br0" timeOffset="-142350.584">31580 5014 323 0,'0'0'2528'15,"0"0"-2173"-15,0 0-115 0,0 0 152 16,0 0 16-16,0 0-49 0,-8 67-79 15,5-31-39-15,3 4-58 0,0 6-40 16,-2-1-46-16,-4 8-49 0,-2-2-39 16,2 1-9-16,-2-2-18 0,5-4-27 0,3-8-10 15,0-7-9-15,8-5-42 0,-3-7-31 16,4-5-9-16,-3-3-29 0,-3-3-74 16,-1-3-172-16,-2-4-228 0,0-1-417 15,0 0-379-15,-5-5 415 0</inkml:trace>
  <inkml:trace contextRef="#ctx0" brushRef="#br0" timeOffset="-142171.3">31408 5473 1474 0,'0'0'225'0,"0"0"997"0,0 0-876 0,0 0 26 15,0 0 119-15,0 0-106 0,0 0-110 16,-33-67-88-16,37 64-47 0,8-3-55 16,6-3-39-16,5 1-30 0,2-1-16 15,5-1-24-15,-1 5 3 0,2-4-19 16,0 1 13-16,-2 0-16 0,-2 0-85 15,-1 1-93-15,-1-2-69 0,-5 0-150 0,-4 3-521 16,-2-2-837-16</inkml:trace>
  <inkml:trace contextRef="#ctx0" brushRef="#br0" timeOffset="-141872.006">31761 5373 1850 0,'0'0'1042'0,"0"0"-767"0,0 0-71 0,0 0 173 0,0 0 79 16,0 73-99-16,2-62-172 15,-1 2-112-15,1-2-42 0,-2-3-30 0,0 4 2 16,0-2 7-16,0-1-10 0,0 0-18 16,0-2-44-16,0 0-48 0,0-2-4 15,0-5 18-15,0 2 15 0,4-2 4 16,0 0 11-16,3-3 38 0,4-8 26 0,3-2-16 16,3-5-23-16,2-3-53 0,2-6-16 15,-2 2-29-15,1-1-34 0,-4 1-21 16,-1 5-109-16,-5 7-24 0,-4 3 105 15,-2 3 153-15,-1 6 67 0,-3 1-9 16,0 0-6-16,0 6 17 0,0 5 213 16,-3 3-7-16,-1 4-104 0,-1 0-9 15,1 0-45-15,1 1-48 0,-1 0-48 16,1-2-360-16,0-3-749 0</inkml:trace>
  <inkml:trace contextRef="#ctx0" brushRef="#br0" timeOffset="-141278.727">32248 5517 101 0,'0'0'241'0,"0"0"1984"15,0 0-1810-15,0 0-171 0,0 0 121 16,0 0-5-16,0 0-40 0,0 0-76 16,-54-66-95-16,38 66-51 0,-4 3-12 15,-3 9 6-15,1 8 3 0,-3 3 5 16,2 4-2-16,0 4-22 0,4 0-30 15,4-1-44-15,4-6-1 0,6-5-1 0,3-5-1 16,2-5-15-16,2 0-8 0,6-5-18 16,3 0 11-16,6-4-18 0,6 0-27 15,3-7-46-15,1-5-7 0,4-5 7 16,-3-1-2-16,1-1-8 0,-4 1 29 16,-7 1 35-16,-5 3 15 0,-2-1 53 0,-3 7 4 15,-4 2 67-15,-4 2 22 0,0 3 28 16,0 1 2-16,0 0-37 0,0 0-49 15,0 1-34-15,-1 3 15 0,-1 2 7 16,-1 1-25-16,2-1-36 0,1 0-35 16,0-1-36-16,4-2-44 0,4 1 8 15,5-4-35-15,5 0-208 0,5-4-336 16,-5 0-772-16,-95-30-65 0</inkml:trace>
  <inkml:trace contextRef="#ctx0" brushRef="#br0" timeOffset="-140894.218">32505 5481 821 0,'0'0'2343'0,"0"0"-2012"16,0 0-147-16,0 0 201 0,0 0 44 16,-82 67-57-16,67-54-145 0,7-1-121 15,2-1-71-15,3-4-35 0,1-1-37 0,2-1 4 16,0-4 5-16,2 1-17 16,4 0-1-16,1-2 9 0,4 0-15 0,2-5-15 15,3-7-16-15,2 0 0 0,3-7-25 16,0-4 0-16,3-2 0 0,2-5 40 15,3-9-13-15,-1-5-41 0,3-5-10 16,-3-5-22-16,0-5 31 0,-2-1 44 16,-4 0 60-16,-5 4-10 0,-3 5 29 15,-4 12 54-15,-4 9 136 0,-2 9 1 16,-2 8 16-16,-1 8-20 0,-1 4-30 16,0 1-46-16,0 3-80 0,-3 7-29 15,-1 6 41-15,-2 8 25 0,-2 7 8 16,0 6-12-16,0 5 4 0,-5 6-35 0,0 4-14 15,-6 2-19-15,0 0-12 16,-4-2-25-16,3-2-76 0,1-6-28 0,4-7-16 16,7-7 24-16,5-8-3 0,3-6-67 15,5-7-231-15,12-4-298 0,3-5-517 0,8-1-324 16,-5-7 1553-16</inkml:trace>
  <inkml:trace contextRef="#ctx0" brushRef="#br0" timeOffset="-140741.219">32887 5478 385 0,'0'0'2826'0,"0"0"-2407"15,0 0-254-15,-26 76 51 0,15-51 159 16,-3 0-13-16,4-3-154 0,1-4-110 16,0-3-92-16,3-4-6 0,1-2-33 15,2-6-62-15,0 0-111 0,1-3-96 16,-4 0-233-16,0-10-855 0</inkml:trace>
  <inkml:trace contextRef="#ctx0" brushRef="#br0" timeOffset="-140533.658">32808 5325 1717 0,'0'0'1915'16,"0"0"-1657"-16,0 0-50 0,0 0 224 0,0 0-186 0,0 0-181 15,87 5-65-15,-67 1-52 0,-1 0-102 16,4 3-118-16,-1-1-182 0,-6-3-687 16,5 4-1030-16</inkml:trace>
  <inkml:trace contextRef="#ctx0" brushRef="#br0" timeOffset="-140425.811">33073 5428 1190 0,'0'0'1982'0,"0"0"-1596"0,0 0-171 16,0 0 196-16,-82 70 110 0,63-48-47 15,1 1-161-15,1 0-95 0,6-5-75 16,3-4-98-16,5-1-45 0,3-3-24 16,0-5-7-16,0 0-29 0,3-4-13 15,3-1-33-15,4 0 16 0,5-1-8 16,4-9-54-16,5-6-95 0,3-4-136 15,2-5-249-15,1-3-143 0,-4 6-380 0,9-22-246 16</inkml:trace>
  <inkml:trace contextRef="#ctx0" brushRef="#br0" timeOffset="-139955.248">33331 4945 1649 0,'0'0'97'16,"0"0"1190"-16,0 0-1070 0,0 0 95 0,-16 68 170 15,6-30-36-15,0 3-52 0,-1 8-61 16,-1 2-108-16,-2 0-80 0,0 1-72 15,0-2-73-15,0-3-14 0,0-3-26 16,4-5-38-16,0-8 8 0,4-5-21 16,4-4-37-16,-4-7-6 0,1-3 3 15,1-3-41-15,-3-4-59 0,0-3-129 16,-2-2-127-16,-3 0-139 0,0-4-57 16,-5-3 204-16,0-1 297 0,1-4 182 15,-2-3 88-15,5 0 187 0,-2-2 107 16,7-1 31-16,3 1 31 0,5 2-117 0,0 0-47 15,6 2-94-15,4 1-55 0,6 1-19 16,2 2 8-16,4-1-5 0,3 3-48 16,1 0-54-16,3 1-13 0,1 0-31 15,-2 3-34-15,0 0-68 0,-2 2-115 0,-1 1-53 16,-2 0-75-16,-7 0-137 16,-1 4-176-16,-4 4-48 0,-3 2 164 0,-2 0 573 15,-3 2 143-15,-2-2 446 0,1 0-28 16,-1-1-109-16,0 0-73 0,-1 0-16 15,0-2-75-15,3 1-69 0,-3-2-93 16,0 2-66-16,2-2-59 0,-2 2-1 16,0-1-22-16,0 3 9 0,0 0 2 15,0 1 10-15,-2 4 0 0,-3-2 1 16,0 0 3-16,-2 0 22 0,1 0-3 16,2-2-3-16,0-2-19 0,2-2-19 15,1-1-12-15,-1-3-29 0,-1 1-125 0,0 0-130 16,-6-3-268-16,4 2-1025 0,-12-3 166 15</inkml:trace>
  <inkml:trace contextRef="#ctx0" brushRef="#br0" timeOffset="-139601.322">31020 5978 307 0,'0'0'2008'0,"0"0"-1675"0,0 0-182 16,0 0 103-16,0 0 69 0,0 0-19 0,0 0-43 15,0 0-31-15,0 0-106 0,0 0 4 16,0 0 60-16,80 14 27 0,-33-14-80 16,9 0-34-16,6-4-3 0,10-3 2 15,8 1-39-15,13-1-15 0,12-2-13 0,12 0-33 16,10-2-18-16,11 0 0 15,9-6-25-15,5 3 7 0,0-4-7 0,0 0-64 16,-4 2-48-16,2 2 8 0,-4 0 48 16,-4 2 62-16,-9 2 22 0,-13-1-19 15,-17 2-49-15,-21 1 37 0,-20 5-19 16,-18 0 18-16,-17 2-12 0,-11 1-3 16,-10 0-10-16,-6 0 4 0,-6 0-149 15,-10 1-200-15,-5 2-283 0,5-2-797 16,-18 3 182-16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6-15T02:22:41.8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2503 1152 1391 0,'0'0'377'16,"0"0"64"-16,0 0 163 0,0 0-165 0,0 0-57 15,0 0-111-15,0 0-51 0,0 0-33 16,0 0 14-16,8 38-25 0,-8-18-16 16,2 3-41-16,-2 5-27 0,0 6-6 15,0 3-7-15,-7 5 9 0,1 5-42 16,-3 6-7-16,-1 2-18 0,-3 4-5 16,3 2-1-16,-1 2-13 0,1 0-2 15,2 0 0-15,1-2 0 0,2 2 2 16,2-4 25-16,0-4-27 0,1-7-27 15,2-9 9-15,0-8 17 0,0-9 1 0,3-8 3 16,0-6 0-16,4-1 9 0,0-6 3 16,1 3 24-16,4-3 31 0,0 1-12 15,8 2-7-15,-1-4-8 0,7 1 2 16,1 1 0-16,1-1-8 0,0 1-34 0,3-2 9 16,-1 0-1-16,2 0-11 0,-1 0-12 15,-2 0 9-15,0 0-19 0,-3-5-14 16,-1 1-55-16,-5 0-30 0,-3-1-27 15,-4-1-4-15,-1 0-28 0,-1 0-68 16,-4-1-170-16,-1 0-334 0,-2 0-537 16,-1-5-654-16</inkml:trace>
  <inkml:trace contextRef="#ctx0" brushRef="#br0" timeOffset="238.401">3065 1969 2138 0,'0'0'1280'0,"0"0"-1030"0,0 0-161 0,0 0 153 0,0 0 145 16,0 0-81-16,0 0-115 0,43 69-69 16,-34-45 9-16,1 2-45 0,-3-5-56 15,-3-3-30-15,1-1-9 0,-2-4-43 16,-2-1-64-16,-1-4-33 0,0 0-51 15,-1-2-47-15,-5-5-147 0,0 1-365 16,-5-2-655-16</inkml:trace>
  <inkml:trace contextRef="#ctx0" brushRef="#br0" timeOffset="400.669">2967 1691 3086 0,'0'0'567'0,"0"0"-337"16,0 0 199-16,0 0 7 0,0 0-118 15,0 0-110-15,0 0-105 0,91-47-48 0,-73 41-55 16,2 1-49-16,2 3-85 0,3-3-46 16,1 2-65-16,1 3-72 0,0 0-263 15,-8 1-571-15,1 13-724 0</inkml:trace>
  <inkml:trace contextRef="#ctx0" brushRef="#br0" timeOffset="716.263">3294 1899 3521 0,'0'0'404'0,"0"0"-342"0,7 90 11 15,-4-55 202-15,0 7 126 0,0-4-161 16,1-2-121-16,-1-3-49 0,0-7-6 16,3-5-9-16,-2-8-35 0,0-7-20 0,2-3-18 15,3-3-28-15,1-3 19 0,2-7-37 16,5-6-40-16,0-8 9 0,-1-4 28 16,1-3-1-16,-4-3-15 0,-1 2 0 15,-2 0 0-15,-3 5 9 0,0 4 21 16,-1 5 40-16,-2 4 13 0,-1 6 43 15,-3 4 53-15,1 4 21 0,-1 0 9 0,2 0-22 16,-2 6-24-16,3 1-22 16,0 4 46-16,0 0 2 0,0 4-2 0,1 1-16 15,-1 1-27-15,0 0-31 0,1 0-30 16,-1-1-23-16,1 1-32 0,2-4-15 16,-2-1-12-16,2-6-104 0,2-1-28 15,3-2-115-15,2-2-319 0,0-1-567 16,11 0 66-16</inkml:trace>
  <inkml:trace contextRef="#ctx0" brushRef="#br0" timeOffset="1285.856">3852 2013 2662 0,'0'0'705'0,"0"0"-321"0,0 0 56 16,0 0 92-16,0 0-58 0,0 0-170 16,0 0-164-16,0 0-71 0,0 0-11 15,0 0 36-15,0 0-40 0,73 33-36 0,-54-44-18 16,-2-5-43-16,-1-3-30 0,-2 0-8 15,-3 1 11-15,-6 1 16 0,-3 9 5 16,-2-1 28-16,-2 6 21 0,-8-2 0 16,-4 3 18-16,-2 2 0 0,-3 0 3 15,2 7 7-15,-2 6-13 0,-1 6-13 16,3 6 28-16,0 5 28 0,2 1-10 16,2 1 18-16,2-2-5 0,3-6-25 0,2-3-36 15,2-9-10-15,4-4-17 0,0-5-15 16,3-3-31-16,6 0-15 0,1-5-15 15,9-6-12-15,0-5 3 0,5-5-28 16,3-5-15-16,2-3-63 0,3-1-136 16,-1 1-37-16,3 4 224 0,-4 3-9 15,0 6-189-15,-4 4 365 0,-3 6 48 0,-5 4 174 16,-6 2 124-16,-4 2-173 16,-6 6 26-16,0 4 30 0,-2 5 41 0,0 2-59 15,0 3 5-15,0 1 30 0,-3-2-67 16,0-5-119-16,0-3-60 0,3-4-17 15,0-4-10-15,0-5-28 0,0 0-14 0,2 0-37 16,2-5-34-16,2 1 61 0,3-2 21 16,2 0 10-16,2-2 2 0,1 3-3 15,1 0-6-15,-1 3 3 0,1 2 52 16,0 2 50-16,-3 6 2 0,3 3 36 16,0 4 28-16,-3 0 27 0,2-2-95 15,-1 1-5-15,0-2-10 0,-1-3-6 16,-4-1-27-16,2-2-2 0,-2-3-10 15,-4-3-12-15,0 0-27 0,1 0-13 16,1-2-24-16,2-4 3 0,5-4 8 16,3-6 29-16,1-7-56 0,6-6-28 0,0-10-6 15,3-7-210-15,-1-11-268 0,-5 8-493 16,6-39-295-16</inkml:trace>
  <inkml:trace contextRef="#ctx0" brushRef="#br0" timeOffset="1672.774">4849 1400 2005 0,'0'0'705'0,"0"0"-406"0,0 0 8 15,0 0 131-15,-10 67-26 0,0-36-120 16,-3 5-82-16,4 1-26 0,-2 2 15 16,1 0-65-16,1 0-76 0,3 0-35 15,2-3-23-15,2 0-2 0,2-2-13 16,0-4 12-16,8-4 0 0,0-4-18 16,4 0 2-16,1-2-23 0,0 1 17 15,1 3 1-15,2-1-22 0,3 5 22 16,2 3 24-16,0 2 18 0,3 2 19 15,2 1-34-15,4 0 21 0,1-3 34 16,0 2-3-16,4-4-18 0,-2 0-36 0,0-3-1 16,-4 1 1-16,-3-1-1 15,-8 3 0-15,-4 2-22 0,-10 5 1 0,-4 2 20 16,-7 2 1-16,-13 1 12 0,-7-3-12 0,-5-1 0 16,-3-4 9-16,-3-4 34 0,2-8 18 15,2-5-1-15,2-8 7 0,2-5-3 16,5-5-19-16,1-10-2 0,3-9-43 15,4-5-40-15,6-10-38 0,4-4-50 16,7-6 13-16,7-2 38 0,9-3 29 16,8-2 2-16,5 1-3 0,4 1 12 15,3 1 7-15,2 1-16 0,0 0-37 16,4 1-89-16,-1 1-146 0,2 2-281 16,-10 10-766-16,16-12-803 0</inkml:trace>
  <inkml:trace contextRef="#ctx0" brushRef="#br0" timeOffset="1989.139">6365 2005 3365 0,'0'0'651'16,"0"0"-382"-16,0 0-30 0,0 0 81 16,-11 91 16-16,3-60-50 0,1 2-110 15,-2-2-104-15,1-2-54 0,-1-4-18 0,2-7-16 16,3-4-56-16,-2-5-37 0,3-4-64 15,-1-5-83-15,-2 0-133 0,2-8-184 16,-1-1-829-16,-3-17-195 0</inkml:trace>
  <inkml:trace contextRef="#ctx0" brushRef="#br0" timeOffset="2133.842">6198 1663 3414 0,'0'0'590'0,"0"0"-370"0,0 0 179 16,0 0-21-16,0 0-70 0,81 0-135 15,-60 4-64-15,0-1-69 0,3 3-40 16,3-1-43-16,2 2-66 0,1 1-110 16,3 3-64-16,2 3-200 0,-10-4-840 15,6 10-1316-15</inkml:trace>
  <inkml:trace contextRef="#ctx0" brushRef="#br0" timeOffset="2419.403">6718 2060 3874 0,'0'0'603'16,"0"0"-454"-16,-17 78-54 0,7-53 138 15,3 0 188-15,1-5-142 0,4-4-152 0,2-7-109 16,0-5-18-16,0-3-15 0,8-1-39 16,3-3-28-16,5-5-3 0,4-6-18 15,2-7-19-15,5-5-12 0,1-2-21 16,-3-1-26-16,1 2-21 0,-5 3-18 16,0 6 72-16,-4 4-2 0,-2 7-98 15,-2 2 74-15,-6 5 174 0,0 2 89 16,-2 5 61-16,-1 6 49 0,-1 3-19 0,4 5-37 15,-3 4 14-15,2 2-6 0,1-3 45 16,2 0-95-16,1-5-101 16,2-4-64-16,3-2-56 0,3-6 19 0,3-2-164 15,2-5-4-15,6-2-79 0,-8-5-811 16,17-10-191-16</inkml:trace>
  <inkml:trace contextRef="#ctx0" brushRef="#br0" timeOffset="2843.276">7427 2019 2925 0,'0'0'1414'0,"0"0"-1130"0,-62 71-111 16,35-40 215-16,-2 8 68 0,7-5-121 15,2-8-187-15,9-5-94 0,5-9-51 0,5-4-3 16,1-5-10-16,1-2-35 0,6-1-9 16,3-1-6-16,2-6 2 0,2 0 4 15,4-5 5-15,0-1-5 0,2-2-6 16,1-1 11-16,0-5-14 0,1-1-13 15,0-5-27-15,2-5 12 0,2-5-13 16,1-5 10-16,2-7-25 0,-3-8-16 16,0-6-43-16,-3-6 12 0,-1-7-26 15,-4-4-48-15,-5-3-21 0,-1-1-33 16,-4 3 34-16,-2 6-99 0,-1 17 186 16,-2 15 173-16,-2 19 231 0,-1 14 83 0,0 8 19 15,0 2-15-15,0 8-14 0,-4 5-124 16,-1 6-17-16,-1 11 31 0,2 8-1 15,-4 10 9-15,3 8 26 0,-4 9-19 16,1 5 9-16,-2 3-43 0,-2 5-82 16,-3 0-51-16,0 0-40 0,-2-6-2 15,4-5 0-15,0-9-36 0,4-11-42 0,3-12-19 16,5-7-5-16,1-9-19 0,0-6-31 16,0-4-24-16,7-4-49 15,2-4-120-15,2-1-242 0,2-4-526 0,0-3-104 16,3-12-462-16</inkml:trace>
  <inkml:trace contextRef="#ctx0" brushRef="#br0" timeOffset="3153.61">7864 2107 3510 0,'0'0'765'16,"0"0"-508"-16,0 0-155 0,0 0 39 15,0 72 199-15,0-67-96 0,3-5-111 16,5 0-96-16,3-2-22 0,4-10 15 15,6-3 16-15,3-8-46 0,6-3-60 0,-1-6-58 16,0-2-10-16,-2-1 0 0,-6-1-3 16,-3-1-25-16,-10-1-68 0,-7-5-2 15,-2 0 75-15,-14 2 57 0,-8 7 94 16,-1 5 37-16,-2 11 175 0,2 12 22 16,0 6-86-16,1 12 23 0,-1 12-18 15,0 9-68-15,0 9 0 0,2 6-6 16,-1 5 15-16,7 0 19 0,1 0 2 15,3-6-64-15,3-3-51 0,2-7 0 16,6-6-42-16,1-6-16 0,1-6-21 0,11-5-45 16,4-4-58-16,7-3-44 0,7-7 46 15,-6 0-261-15,15-17-1006 0</inkml:trace>
  <inkml:trace contextRef="#ctx0" brushRef="#br0" timeOffset="3382.276">8448 1829 4080 0,'0'0'639'16,"-32"73"-522"-16,16-29 33 0,-6 10 176 0,-2 13 59 15,4 4-85-15,-2 2-80 0,3 4-118 16,6 4-36-16,1 1-24 0,4 2-15 16,7 0 37-16,1-1-64 0,0-8-12 15,6-6-79-15,2-3-11 0,2-9-19 16,2-5-5-16,1-6 11 0,-3-7 22 15,0-10-22-15,-2-11-9 0,-2-13-67 16,-3-9-117-16,-1-18-96 0,1-14-73 0,-3-12-171 16,0-15-54-16,0 10-498 0</inkml:trace>
  <inkml:trace contextRef="#ctx0" brushRef="#br0" timeOffset="3591.632">8336 1819 2504 0,'0'0'790'0,"0"0"-536"15,0 0-124-15,0 0 119 0,99-14 83 0,-74 14-127 16,4 0-78-16,-1 4-29 0,-1 6 7 16,-2 1-13-16,-2 4-13 0,-3 3 1 15,-7 4-13-15,-6 4-6 0,-5 4-52 16,-2 5-9-16,-12 3-61 0,-8 5-46 16,-7 2-15-16,-4-2 2 0,-2 0 0 15,0-4-19-15,3-9-9 0,1-4-14 16,5-8-64-16,4-6-250 0,7-6-564 0,2-6-1100 15</inkml:trace>
  <inkml:trace contextRef="#ctx0" brushRef="#br0" timeOffset="3728.965">9047 2117 3569 0,'0'0'714'0,"0"0"-482"0,0 0 119 15,0 0 110-15,0 0-91 0,0 0-104 16,0 0-193-16,0 0-73 0,0 0-136 15,0 0-61-15,0 0-106 0,-13-21-277 16,2 10-909-16</inkml:trace>
  <inkml:trace contextRef="#ctx0" brushRef="#br0" timeOffset="4326.726">9995 1981 924 0,'0'0'2219'0,"0"0"-1752"0,0 0-217 16,0 0 2-16,0 0 43 15,0 0 23-15,0 0-82 0,-91 90-59 0,77-42-46 16,4 2-21-16,3 1-10 0,1-5-3 0,5-7-15 16,1-13-56-16,1-9-26 15,9-10-24-15,3-7-55 0,7-3-18 0,5-14 6 16,6-8 21-16,4-8-3 0,1-9-27 15,-3-2-26-15,-1-3 1 16,-6 4 27-16,-5 2 15 0,-7 7-16 0,-6 4 16 16,-6 3 34-16,-2 4 48 0,-8 9-1 15,-5 2 2-15,-7 7 24 0,0 5 90 16,1 5-64-16,-2 10 8 0,1 7 4 16,2 3 11-16,3 3-27 0,4 2-37 15,3-3-9-15,1-3-128 0,4-1-116 16,3-5-326-16,0 2-1024 0</inkml:trace>
  <inkml:trace contextRef="#ctx0" brushRef="#br0" timeOffset="4459.981">10354 2174 1269 0,'0'0'2547'0,"91"0"-1971"15,-49 0-271-15,2-7 23 0,8-4-77 0,-7-5-103 16,-3-5-69-16,0-7-79 0,-3-4-18 16,0-6-149-16,-2-2-61 0,-3-3-82 15,-2 1-196-15,-11 9-659 0,0-14-705 0</inkml:trace>
  <inkml:trace contextRef="#ctx0" brushRef="#br0" timeOffset="4727.811">10630 1583 2179 0,'0'0'771'16,"0"0"-209"-16,-25 88-48 0,21-42-86 16,1 12-65-16,1 5-17 0,2 6-81 15,0 7-80-15,0 5-49 0,0 3-49 0,2 6-20 16,-1 0-25-16,-1 3-15 0,3-1 13 15,2-2 14-15,0-3 27 0,-1-3-81 16,1-12-72-16,1-4-82 0,-1-13 21 16,4-8 51-16,-3-11 16 0,1-6-19 0,-3-10 6 15,-1-5 49-15,-3-9-28 0,0-6-18 16,-10 0 9-16,-10-14-18 0,-4-1-4 16,-10-8-12-16,-5-6-43 0,-7-5-129 15,-4-5-75-15,-5-9-221 0,13 12-178 16,-20-24-764-16</inkml:trace>
  <inkml:trace contextRef="#ctx0" brushRef="#br0" timeOffset="5181.502">12081 1955 440 0,'0'0'2244'0,"0"0"-1711"16,0 0-227-16,0 0 25 0,0 0-19 0,100-17-17 15,-59 29-54-15,2 3-42 0,-3 8-21 16,-5 3-50-16,-5 8-74 0,-8 1-2 16,-3 7-9-16,-9-1 14 0,-6 1-23 15,-4-4-16-15,0-7-6 0,-5-3-11 16,-3-7-1-16,2-9-27 0,2-4 18 0,4-5 9 15,0-3 33-15,0-7-33 0,0-6-11 16,4-8-59-16,5-5 9 0,4-8 4 16,1-4-1-16,5-5-31 0,-1 0-27 15,-1-3-31-15,-3 1-52 0,-1 0-123 16,-3 2-220-16,-1 3-224 0,1 10-501 16,-1 0-151-16</inkml:trace>
  <inkml:trace contextRef="#ctx0" brushRef="#br0" timeOffset="5430.556">12614 1934 1129 0,'0'0'1251'0,"0"0"-546"0,17 90-116 15,-8-62-89-15,2 0-134 0,1-7-89 16,4-9-38-16,1-4-68 0,6-8-34 16,3 0-22-16,4-12-27 0,5-5-45 15,1-5-43-15,-1-4-63 0,-1-1-37 16,-3-1-25-16,-6 2 19 0,-3 1-1 16,-9 4-21-16,-5 3 8 0,-8 2 19 15,-5 2 24-15,-8 1 6 0,-9 3 68 0,-5 6 3 16,2 4 40-16,-4 2-6 0,1 14 3 15,-1 9 18-15,0 10 37 0,5 10 43 16,-2 7 6-16,3 7-13 0,2 2-7 0,1 0-18 16,4-2-45-16,5-11-46 15,8-9-12-15,3-12-36 0,7-7-37 0,6-10-18 16,9-10-22-16,5-3-54 0,5-14-75 16,7-7-199-16,-8 3-735 0,14-21-923 15</inkml:trace>
  <inkml:trace contextRef="#ctx0" brushRef="#br0" timeOffset="5673.785">13346 1853 3614 0,'0'0'635'15,"0"0"-480"-15,0 0-40 0,3 102 131 16,-3-52 79-16,0 9-15 0,0 4-13 0,0 8-103 16,4 5-82-16,-2 2-16 15,-2 7-24-15,0-1-32 0,0 2-28 0,0-3-12 16,-6-6-31-16,3-5-41 0,2-10 0 15,1-11 21-15,0-8-22 0,7-12 16 0,-3-12 20 16,2-10-14-16,-2-9-28 16,1-6-5-16,-1-11-7 0,6-10-16 0,-1-8-2 15,-1-14-37-15,4-8-126 0,-4-14-141 16,0-9-139-16,-5-9-164 0,-3-7-291 16,0 21-70-16</inkml:trace>
  <inkml:trace contextRef="#ctx0" brushRef="#br0" timeOffset="5899.524">13345 1816 1269 0,'0'0'1096'15,"0"0"-577"-15,0 0-80 0,0 0 17 0,41-68-54 16,-23 59-91-16,5-2-86 16,3 2-72-16,2-1-64 0,3 0-9 0,0 2-4 15,1 3-21-15,1 5-12 0,-2 0-19 16,-3 8 3-16,-5 7 1 0,-7 4 5 16,-4 5-18-16,-8 6-14 0,-4 1-1 15,-8 5 0-15,-10 7 1 0,-8 3-1 16,-5 4-1-16,-9 0-38 0,-1 1-7 0,-1-3 1 15,2-8 8-15,1-4 16 0,10-11-7 16,7-6-14-16,10-13-62 0,6-6-65 16,6-6-114-16,1-13-180 0,13-8-488 15,-3 3-315-15,20-23-479 0</inkml:trace>
  <inkml:trace contextRef="#ctx0" brushRef="#br0" timeOffset="6219.706">13835 1783 1030 0,'0'0'2410'16,"0"0"-1996"-16,0 0-253 0,0 0 58 0,6 86 134 16,-6-48 22-16,-2 6-54 0,-4 3-87 15,2-5-98-15,-2-4-66 0,2-3-28 16,-3-4-42-16,2-6-16 0,2-7-45 0,2-4-18 16,1-8-5-16,4-5-29 15,6-1 22-15,3-6 9 0,6-8 39 0,1-4 19 16,3-4-10-16,3-5-8 0,0 0 20 15,3-1 22-15,-2-2 1 0,-2 1 33 16,-1 5-34-16,-1 5 0 0,-8 6 0 16,-1 8 73-16,-4 5 12 0,-4 9 58 15,-3 10-24-15,0 7-19 0,-3 6-16 16,0 6-38-16,-6-1 5 0,3 0-5 16,0-5-10-16,0-6-36 0,3-5-46 15,3-6-105-15,12-7-37 0,4-4 6 16,9-4 15-16,7-8-81 0,8-9-204 0,-10 2-230 15,25-16-1074-15</inkml:trace>
  <inkml:trace contextRef="#ctx0" brushRef="#br0" timeOffset="6453.647">14792 1846 3700 0,'0'0'683'0,"0"0"-355"16,0 0-25-16,0 0 26 0,-80 70-28 0,44-38-86 15,-4 2-89-15,5 0-32 0,5-4-49 16,7-2-45-16,7-3 0 0,7-4-33 15,5-2-6-15,4-3-25 0,4-2 10 16,8-1 24-16,3 1 6 0,5-2-13 16,0 1 19-16,2 0 0 0,1 1 18 15,1 2 1-15,0 1 17 0,-2-3 37 16,-2 1-25-16,-6-2-30 0,-2 0-1 16,-6-1-26-16,-2-1-40 0,-4-1-42 15,-4-1-27-15,-8-1-46 0,-5 0-135 0,1-3-356 16,-13-2-1065-16</inkml:trace>
  <inkml:trace contextRef="#ctx0" brushRef="#br0" timeOffset="6585.831">14931 2390 3698 0,'0'0'603'0,"0"0"-331"16,0 0 23-16,0 0-83 0,0 0-212 15,0 0-37-15,-105 23-220 0,66-17-194 16,9 0-568-16,-16 1-895 0</inkml:trace>
  <inkml:trace contextRef="#ctx0" brushRef="#br0" timeOffset="9728.012">6650 4271 2057 0,'0'0'275'0,"0"0"338"16,0 0-153-16,0 0-86 0,0 0-65 15,0 0-7-15,31-71 19 0,-31 64-57 0,0 2-57 16,0 1-30-16,-3 1-16 0,-3-1-19 16,-2 0-36-16,0 1-37 0,-5 0-29 15,-4 3-22-15,-6 0-15 0,-3 3-3 16,-10 5-14-16,-1 3-7 0,-5 7-4 15,-4 1 1-15,1 5 21 0,-4 5-12 0,0 6 3 16,0 8 0-16,-1 4 9 0,3 9 1 16,4 6-1-16,0 4-18 0,8 5 19 15,5-1 0-15,9-7-16 0,10-8 17 16,10-11 1-16,2-13 1 0,15-11 29 16,6-3-12-16,5-12-6 0,8-5 0 15,1 0 0-15,4-9 0 0,-1-6-12 16,0-3-13-16,1-4-26 0,-5-1-6 15,-2-1-25-15,-4 2 6 0,-3-2 1 0,-7 6 17 16,-4 2-6-16,-6 4 22 0,-6 4 30 16,-3 0 14-16,0 4 14 0,-4-2-7 15,-5 0-5-15,-4 0-16 0,1-3 0 16,-3 4 0-16,-1 2-14 0,-1 0 2 0,0 3-16 16,3 0 10-16,1 3-15 0,0 2-19 15,5 7 0-15,0-1-12 0,0 3-9 16,2 1-43-16,3 0-98 0,2-1-141 15,1 0-258-15,0-5-683 0,14-4-962 0</inkml:trace>
  <inkml:trace contextRef="#ctx0" brushRef="#br0" timeOffset="9934.785">6800 4877 2437 0,'0'0'480'0,"0"0"-169"15,0 0 168-15,19 68-10 0,-19-46-44 16,0 2-99-16,0-2-61 0,-7 1-55 15,3-3-28-15,-4-3-33 0,4-4-77 0,-3-2-58 16,6-5-14-16,-2-3-21 0,1-2-33 16,-1-1-46-16,0 0-52 0,-1-1-48 15,0-6-99-15,-2-1-249 0,0-2-686 16,-1-10-850-16</inkml:trace>
  <inkml:trace contextRef="#ctx0" brushRef="#br0" timeOffset="10073.757">6839 4529 1975 0,'0'0'1345'0,"0"0"-973"0,0 0-95 15,0 0 145-15,0 0-58 0,0 0-159 0,0 0-122 16,0 0-83-16,0 0-41 16,78-9-26-16,-64 15-139 0,5 0-99 0,-1 1-186 15,-4 2-649-15,6 4-1001 0</inkml:trace>
  <inkml:trace contextRef="#ctx0" brushRef="#br0" timeOffset="10297.54">7358 4678 2872 0,'0'0'706'0,"0"0"-278"0,0 0-152 16,0 0 111-16,0 0-53 0,0 0-145 15,0 0-130-15,0 0-59 0,77 28-73 16,-73-28-141-16,-2 0-170 0,0 0-374 16,-2 3-1060-16</inkml:trace>
  <inkml:trace contextRef="#ctx0" brushRef="#br0" timeOffset="10455.869">7358 4910 2978 0,'0'0'492'0,"0"0"-157"0,0 0 151 0,0 0 18 15,0 0-82-15,0 0-112 0,0 0-126 16,75 49-99-16,-53-49-79 0,-1 0-6 16,1 0-85-16,1-4-87 0,-3 1-68 15,-1-2-166-15,-3 1-682 0,-2 0-1075 0</inkml:trace>
  <inkml:trace contextRef="#ctx0" brushRef="#br0" timeOffset="11074.19">8750 4253 2251 0,'0'0'694'0,"0"0"-342"0,0 0-53 15,0 0 44-15,-17-68-26 0,3 61-10 16,-4 2-86-16,-2 5-89 0,-6 0-31 16,-3 13-43-16,-4 8 16 0,-2 10 23 15,-1 9 7-15,0 6-38 0,1 8 1 0,0 7 9 16,3 4 12-16,1 5-6 0,3 1-22 16,5 2-12-16,4-2 4 0,9-5 11 15,10-8 145-15,0-7-78 0,16-12-61 16,6-10-33-16,3-7-21 0,6-8-15 15,2-3-1-15,4-6 0 0,4-4-2 16,3-1-9-16,1-1 10 0,0-4-31 0,-5-1-21 16,-4-4-21-16,-7 1-46 15,-7-1-27-15,-8 2 3 0,-4-2 6 0,-7-2-91 16,-3 1-233-16,-2 2-630 0,-15-9-463 0</inkml:trace>
  <inkml:trace contextRef="#ctx0" brushRef="#br0" timeOffset="11222.458">8525 4810 2902 0,'0'0'636'0,"0"0"-261"0,0 0 11 16,0 0 43-16,0 0-43 0,0 0-91 15,100 33-110-15,-74-33-73 0,1-2-54 16,-1-7-43-16,0-3-15 0,2-1-115 16,-1-3-46-16,0-2-73 0,-2 4-74 15,-1-3-246-15,-5 5-384 0,-5 3-284 16,-5-1-319-16</inkml:trace>
  <inkml:trace contextRef="#ctx0" brushRef="#br0" timeOffset="11339.767">8887 4773 1570 0,'0'0'1055'0,"0"0"-560"16,0 0-36-16,-7 92-15 0,7-59-66 15,0 3-69-15,2 2-45 0,3 1-36 16,2 6-24-16,-1-2 15 0,-3-1-77 16,0-4-104-16,1-6-38 0,-4-3-45 0,2-5-100 15,-1-4-43-15,3-3-1 0,-1-4-34 16,3 1-160-16,-2-6-576 0,1 0-823 15</inkml:trace>
  <inkml:trace contextRef="#ctx0" brushRef="#br0" timeOffset="11942.866">9988 4841 2425 0,'0'0'631'16,"0"0"-178"-16,0 0-109 0,0 0 27 0,0 0-21 0,0 0-51 16,0 0-64-16,0 0-77 0,0 0-39 15,0 0-13-15,25 4 34 0,-2-4-34 16,8 0-25-16,7 0-8 0,9 0-1 16,4 0 1-16,8-2 14 0,5 2-33 15,3-4-17-15,5 1-13 0,2-1-21 16,6-2 21-16,4-5-12 0,6 0 3 15,3-1-12-15,3-1-3 0,-2-3-2 16,-5 0 0-16,-8-2-22 0,-10 0-39 16,-9-1-73-16,-9 3-18 0,-8 0 9 15,-11 3 21-15,-9 0-34 0,-9 0-94 16,-10 1-204-16,-6 1-289 0,0-1-685 0,-13-1-949 16</inkml:trace>
  <inkml:trace contextRef="#ctx0" brushRef="#br0" timeOffset="12183.765">11262 4435 2032 0,'0'0'612'15,"0"0"-223"-15,0 0 35 0,0 0-22 16,81 31-110-16,-58-13-25 0,-3-2-63 16,2 3-56-16,-1-2-37 0,-1 4-26 15,-4-2-14-15,2-2-16 0,-5 1 9 16,-1 0-12-16,-3 1-22 0,-1-3-6 15,-7 2-5-15,-1 2-19 0,-1 1 0 16,-10 4 0-16,-9 5-37 0,-4-1-21 0,-4 3-3 16,-1 1-15-16,-2-2-7 15,0 0-18-15,3-6-46 0,3 1-60 0,4-4-134 16,6-8-308-16,2 1-935 0</inkml:trace>
  <inkml:trace contextRef="#ctx0" brushRef="#br0" timeOffset="19523.662">13076 4161 1672 0,'0'0'1589'0,"0"0"-1281"0,0 0-115 16,-4-74 93-16,2 51-4 0,-4 4-66 16,-2 2-61-16,0-1-23 0,-4 4-7 15,2 2 4-15,-2 1 5 0,-5 4-9 16,0 3-40-16,0 4-52 0,-6 0-3 0,-5 11-28 15,-3 12 10-15,-4 9-8 16,0 10-1-16,-4 9 39 0,-1 9-6 0,4 5 1 16,0 6-13-16,4 4 12 15,7 6 13-15,5 1-13 0,9-1-9 0,8 0-9 16,3-9 0-16,14-6 1 0,11-12-6 16,11-11-13-16,7-14-2 0,11-11-10 0,3-10 10 15,4-8 1-15,1-4-17 0,-4-10 3 16,-4-8-69-16,-8 2-25 0,-7-5-31 15,-7 1-54-15,-9-1-35 0,-5 2-71 16,-9 0-135-16,-9 0-199 0,-1 3-576 16,-10 4-386-16,-20-5 707 0</inkml:trace>
  <inkml:trace contextRef="#ctx0" brushRef="#br0" timeOffset="19820.931">12788 4639 825 0,'0'0'1691'0,"0"0"-1013"15,0 0-154-15,0 0-81 0,0 0-33 16,0 0-112-16,0 0-86 0,0 0 31 0,0 0-61 15,0 0-39-15,0 0-64 0,97 22-31 0,-61-22-48 16,1-2-12-16,-5-5-34 16,1-1-50-16,-4-1-38 0,-2 0-24 0,-8 0-49 15,-2 5-31-15,-5 0-61 0,-6 2-57 16,-2 0-8-16,-4 2 80 0,0 0 113 16,-10 0 43-16,1 2 87 0,-2 5 41 15,-1 1 156-15,1 5 31 0,2 5 56 16,1 4 25-16,2 5 6 0,1 5-11 15,4 2-63-15,1 5-26 0,0 1 3 16,0 4-37-16,0 0-40 0,0-1-42 16,0-3-46-16,0-7-12 0,1-9-79 0,7-7-45 15,-1-6 11-15,6-4 25 0,-3-6-16 16,3-1-34-16,1-5-40 0,3-9-79 16,-1-3-146-16,3-7-289 0,-3-6-590 15,-3 6-427-15,1-21 1579 0</inkml:trace>
  <inkml:trace contextRef="#ctx0" brushRef="#br0" timeOffset="20139.087">13424 3953 1019 0,'0'0'1889'0,"0"0"-1477"16,0 0-123-16,0 0 58 0,0 0 7 0,0 0 17 15,32 73-67-15,-24-32-54 0,4 8-1 16,-4 5-76-16,3 8-40 0,-3 4-39 15,-1 4-40-15,-2 4-21 0,-4 3-12 16,-1 2-21-16,-3-4 0 0,-7-1 0 16,2-7-3-16,-1-7-12 0,1-6-6 15,7-15 9-15,1-8 9 0,0-11-12 16,7-7-9-16,2-5 9 0,1-5 12 16,2-3 3-16,2 0 0 0,3 0 24 15,6 0 3-15,-1-3-12 0,6-1 9 16,0-2-21-16,0 0-3 0,0 0-3 0,1 0-33 15,-1-1-79-15,0 0-45 0,1-1-37 16,-2 0-95-16,1-1-146 0,1 0-213 16,-7 1-336-16,3-2-1335 0</inkml:trace>
  <inkml:trace contextRef="#ctx0" brushRef="#br0" timeOffset="20598.781">14310 4251 293 0,'0'0'2141'15,"0"0"-1738"-15,0 0-98 0,0 0 1 16,0 0 98-16,0 0-8 0,0 0-117 15,0 0-67-15,0 0-61 0,0 0-65 16,0 0 11-16,-88 35-14 0,73 13-19 16,1 7 21-16,-1 9 55 0,2-1-16 15,2 6-48-15,0-1-31 0,4 2-14 0,1-1 5 16,3-2-14-16,3-7-22 0,1-6-3 16,11-9-33-16,7-9-34 0,1-9-60 15,6-5-31-15,4-10 15 0,4-7-25 16,4-5-28-16,1-5-47 0,0-11-107 15,-1-4-218-15,-9 2-420 0,2-13-756 0</inkml:trace>
  <inkml:trace contextRef="#ctx0" brushRef="#br0" timeOffset="20937.058">14701 4165 2028 0,'0'0'1016'15,"0"0"-776"-15,0 0-36 0,0 0 153 16,10 69 122-16,-6-32-89 0,3 6-105 0,2 6-68 16,2 4-41-16,0 3-42 0,-3-1-37 15,2 3-28-15,-4-1-17 0,0 0-16 16,-2-5-35-16,-1-6-1 0,0-5-3 16,3-10 3-16,-2-7 0 0,0-7 0 15,-1-6 0-15,2-6 3 0,-2-3-1 16,1-2 1-16,2-11 15 0,5-6 34 0,7-10 2 15,5-12-25-15,4-9-29 0,2-4-12 16,-1-4 11-16,0-1-14 0,-2-3-33 16,-3 2-4-16,3-1 4 0,-2 3-25 15,2 0-39-15,0 3-12 0,-3 5-28 16,0 1-19-16,-1 5-73 0,-5 3-175 16,-4 6-329-16,-3 9-654 0,-7 3-693 0</inkml:trace>
  <inkml:trace contextRef="#ctx0" brushRef="#br0" timeOffset="21197.627">15513 3914 2500 0,'0'0'1040'0,"0"0"-765"15,0 0-20-15,90 57 38 0,-59-30-27 0,-2 1-11 16,0 5-47-16,0 0-47 0,-1 3-54 15,-1 0-31-15,-3 3-43 0,-4 4-33 16,-2 3-18-16,-5 6 18 0,-9 3 0 16,-4 3-41-16,-3 0-53 0,-13 1-46 15,-3 2 58-15,-8 1 11 0,-5 1-75 16,-8-3-11-16,-5 1 40 0,-5-6-103 16,-2-2-32-16,-6-6-144 0,-1-5-189 0,-1-6-216 15,-1-8-569-15,13-9 391 0</inkml:trace>
  <inkml:trace contextRef="#ctx0" brushRef="#br0" timeOffset="26990.161">3203 6441 1368 0,'0'0'2093'0,"0"0"-1852"16,0 0-108-16,0 0 52 0,0 0 140 0,106 44 9 16,-61-36-110-16,9-1-77 0,-2-4-83 15,4-3-15-15,-3-2 11 0,-1-7-60 16,-6-1-25-16,0-5-20 0,-5-1-145 15,-4-1-52-15,-5-1-33 0,-9 5-168 16,-8 2-538-16,-14 3-715 0</inkml:trace>
  <inkml:trace contextRef="#ctx0" brushRef="#br0" timeOffset="27329.976">3569 6443 2032 0,'0'0'625'16,"0"0"-288"-16,0 0-55 0,12 74 89 0,-1-39 55 15,-2 3-22-15,1 6-108 0,0 1-84 16,-3-1-50-16,-4 3-59 0,0-1-30 0,-3-3-42 16,0-5-31-16,0-4-25 0,-3-4-69 15,-4-5-40-15,0-1-19 0,-2-6-28 16,0-2-25-16,-3-1-48 0,-3-2-78 16,-3 3-110-16,-3-1-78 0,0-1-43 15,-2-2 70-15,2 0 312 0,1-3 181 16,2-2 159-16,0-1 197 0,1-2-13 15,2-4 30-15,3 0-31 0,1 0-25 16,7 0-27-16,1 0-33 0,3 0-58 16,0 0-63-16,6 0-37 0,9 0-31 15,5 0 55-15,5 4 54 0,7-1-3 0,0-3-79 16,1 0-47-16,0 0-22 0,-1 0-26 16,1-7-1-16,2-1-42 0,2-4-85 15,-1-4-165-15,0-6-123 0,-10 5-550 16,7-12-1164-16</inkml:trace>
  <inkml:trace contextRef="#ctx0" brushRef="#br0" timeOffset="27506.118">4066 6961 339 0,'0'0'3224'0,"0"0"-2874"16,0 0-212-16,0 0 206 0,93 66 11 15,-65-63-138-15,4-3-91 0,4-3-59 16,6-14-3-16,1-11-41 0,1-4-23 0,0-5-149 15,-3-4-108-15,-5-2-88 0,-9 3-236 16,-7 11-683-16,-4-9-958 0</inkml:trace>
  <inkml:trace contextRef="#ctx0" brushRef="#br0" timeOffset="27744.196">4271 6563 2914 0,'0'0'425'0,"0"0"-300"0,0 0 58 16,0 0 151-16,0 0-8 0,-17 97-82 0,27-60-77 15,3 8-20-15,0 2-9 0,1 4-37 16,-1 3-34-16,0 1-15 0,-3 5-19 16,-2 3-31-16,-3 1 7 0,-2-3-8 15,0-1-2-15,-3-6-13 0,0-8 14 16,0-7-21-16,0-8 21 0,-4-7-11 0,1-5 11 16,-1-6 0-16,-4-4-27 0,-1-4-31 15,0-5-6-15,-3 0 6 0,-4-2-52 16,0-7-16-16,-1-7-46 0,-2-4-35 15,-1-8-64-15,0-8-160 0,5 8-643 16,-6-27-1041-16</inkml:trace>
  <inkml:trace contextRef="#ctx0" brushRef="#br0" timeOffset="28174.473">5878 6494 3587 0,'0'0'552'0,"0"0"-440"0,0 0 117 15,0 0 153-15,-95 28-27 0,66-9-94 16,2 7-118-16,-1 4-47 0,4 7-17 16,5 4 12-16,-1 6-10 0,4 8-14 15,0 3-13-15,3 1-15 0,3-1-9 16,4-1-9-16,6-7-20 0,0-6-1 15,11-6-1-15,4-7-17 0,3-10-3 16,0-5 9-16,1-9-12 0,0-7-6 16,2 0 6-16,1-13 6 0,1-4-40 15,-1-2-2-15,-2-5-4 0,-4 0 10 16,-3 2 24-16,-8 2-3 0,-3 2-10 16,-2 0-5-16,-9 4 24 0,-8-2 22 0,-3 4 0 15,-5-2 2-15,-1 3 10 0,-1 4-7 16,0 1 21-16,2 6-6 0,2 0 5 0,4 7-23 15,1 3-3-15,5 0-21 0,1 1-18 16,5 0-10-16,4-3-45 16,3 1-73-16,0-2-80 0,3 0-136 0,10-2-229 15,1-4-154-15,6-1-274 0,-5 0 22 16,15-6 43-16</inkml:trace>
  <inkml:trace contextRef="#ctx0" brushRef="#br0" timeOffset="28321.277">5884 6976 1125 0,'0'0'742'0,"0"0"-36"16,86-5-128-16,-54 6-139 0,3 6-29 15,-4 2-38-15,-2 2-75 0,-6 1-73 16,-4 6-25-16,0 0 11 0,-5 2-49 16,-1 1-37-16,-3 0-12 0,-3-2-15 0,0-3-55 15,-4-1-42-15,-3-2-18 0,0-4-33 16,0 0-49-16,-4-2-42 0,-6-1-56 16,-2-5-70-16,0-1-100 0,0-2-214 0,2-5-443 15,-4-14-469-15</inkml:trace>
  <inkml:trace contextRef="#ctx0" brushRef="#br0" timeOffset="28465.617">6011 6709 3213 0,'0'0'562'0,"0"0"-414"16,0 0 12-16,0 0 192 0,0 0 15 16,0 0-85-16,92-5-93 0,-72 5-113 15,3 0-76-15,-3 0-10 0,2 0-111 16,-1 0-136-16,-3 0-74 0,-4 0-187 15,2 6-889-15</inkml:trace>
  <inkml:trace contextRef="#ctx0" brushRef="#br0" timeOffset="34545.296">15150 4926 1611 0,'0'0'1231'0,"0"0"-677"0,0 0-181 16,0 0-32-16,0 0-46 0,0 0-94 15,0 0-47-15,0 0-37 0,0 0-47 16,0 0-27-16,51-52-3 0,-43 47 9 0,-2 3 5 16,0 2 23-16,-2 0-29 0,-1 6-23 15,1 5 14-15,-1 3 4 0,-3 7 2 16,0 5-8-16,0 1-19 0,-3 3-3 15,-1-1-13-15,4 0 1 0,0-5 15 16,0-5-18-16,0-5-15 0,0-3-9 0,6-5-25 16,-2-6-5-16,2 0 14 0,3-7-5 15,1-9-44-15,-2-4-128 0,3-6-216 16,-3 3-739-16,1-13-1198 16</inkml:trace>
  <inkml:trace contextRef="#ctx0" brushRef="#br0" timeOffset="34708.174">15132 4628 1585 0,'0'0'1479'0,"0"0"-966"0,0 0-119 15,0 0-34-15,0 0-88 0,0 0-115 16,0 0-90-16,0 0-60 0,88-28-7 16,-55 19-105-16,0-3-114 0,4 3-85 15,-4 0-205-15,-1 3-670 0,-9 2-988 0,6 1 2046 16</inkml:trace>
  <inkml:trace contextRef="#ctx0" brushRef="#br0" timeOffset="35381.755">18972 3884 2883 0,'0'0'553'0,"0"0"-233"15,0 0-8-15,0 0 12 0,0 0-89 16,0 0-60-16,0 0-52 0,0 0 8 0,0 0 40 16,79 82-52-16,-58-34-50 15,-1 9-11-15,-3 6 3 0,1 6-31 0,-3 2-28 16,-2 1 10-16,-1 0-9 0,1-5 15 15,-2-6-16-15,1-10 20 0,-1-12-7 16,0-11 5-16,1-7-20 0,-1-9-2 16,0-5 0-16,2-5 2 0,0-2 3 15,1-7 27-15,2-6 4 0,4-6-4 16,-1-8-27-16,4-6-3 0,0-7-2 16,0-1 0-16,-2-7-41 0,-1-1 25 0,-2-2-6 15,-2-1-24-15,-1-1-13 0,-4 1-3 16,0 2-48-16,-2 4-4 0,-3 6-33 15,1 6-37-15,-1 9 23 0,2 8 9 16,-2 9-93-16,3 5-129 0,-3 3-240 16,-2 0-528-16,3 15-348 0</inkml:trace>
  <inkml:trace contextRef="#ctx0" brushRef="#br0" timeOffset="35599.986">19736 4531 1471 0,'0'0'1582'16,"0"0"-1164"-16,0 0-58 0,0 0 23 16,0 0-72-16,9 67-117 0,0-54-74 0,0 2-22 15,0-1-10-15,0 0-42 0,-1 2-19 16,-5-1-27-16,0-1 0 0,-1 0-25 16,-2 1 13-16,0-5-61 0,0-4-34 15,0-2-22-15,0-4-10 0,-2-4-28 16,1-6-103-16,1-6-249 0,0-4-620 15,0 4-986-15,-2-18 2106 0</inkml:trace>
  <inkml:trace contextRef="#ctx0" brushRef="#br0" timeOffset="35753.122">19802 4193 817 0,'0'0'2537'0,"0"0"-2081"15,0 0-119-15,0 0 63 0,0 0-135 16,0 0-136-16,0 0-56 0,79-28-60 0,-41 20-13 15,3 0-95-15,6 1-99 0,1 3-99 16,3 0-213-16,-1 4-637 0,-10 0-754 16,17 0 1316-16</inkml:trace>
  <inkml:trace contextRef="#ctx0" brushRef="#br0" timeOffset="36122.566">21343 4267 1048 0,'0'0'104'16,"0"0"1525"-16,0 0-1167 0,0 0-56 15,0 0 42-15,0 0-13 0,0 0-72 16,59 74-85-16,-49-40-44 0,-1 2-85 16,-4 0-64-16,-2-3-46 0,2-3-20 15,-2-6-19-15,0-4-30 0,0-7-27 0,-1-6-89 16,1-3-64-16,1-4 0 0,-1 0-112 15,-1-5-352-15,-2-13-895 0</inkml:trace>
  <inkml:trace contextRef="#ctx0" brushRef="#br0" timeOffset="36254.47">21322 4029 2093 0,'0'0'1209'0,"0"0"-863"16,0 0-112-16,0 0 83 0,0 0 3 15,0 0-157-15,104-15-163 0,-69 11 0 16,3-2-117-16,4 0-91 0,2-1-151 16,-11 4-442-16,16 0-1139 0</inkml:trace>
  <inkml:trace contextRef="#ctx0" brushRef="#br0" timeOffset="36509.002">21984 4125 2504 0,'0'0'1448'0,"0"0"-1222"16,0 0-18-16,0 0 169 0,0 0-65 0,0 0-25 15,-77 82-69-15,63-66-78 0,6 2-77 16,-1-2-50-16,4 3-13 0,3-3-18 16,2 1-15-16,2 0 5 0,9-2 4 15,3 1-3-15,4-2-3 0,3 1 27 16,1 0-11-16,-1-3 14 0,-2 3 2 16,0-5 0-16,-4 0-2 0,-3 1-16 15,-1-2 16-15,-3 1 0 0,-5-2-2 16,0 2 0-16,-3-2-10 0,-6 3-45 15,-4 0-49-15,-3-1-22 0,-3-1-18 16,0-1-59-16,-2-4-142 0,-2 0-298 16,-1-4-633-16,6 0-674 0,-14-1 1245 0</inkml:trace>
  <inkml:trace contextRef="#ctx0" brushRef="#br0" timeOffset="37244.938">23310 4257 13 0,'0'0'2116'0,"0"0"-1627"16,0 0-90-16,0 0 41 0,-1-76-13 15,-4 65-98-15,-3 4-15 0,-1 1-80 16,-3 6-50-16,-2 0-46 0,-3 7-35 0,-5 8-42 15,-4 13-3-15,1 7 9 0,0 12 0 16,3 5-4-16,2 5 7 0,6-2-3 16,2-7-1-16,6-8-29 0,5-8-37 0,1-7-22 15,7-10-12-15,9-6 10 0,5-8 12 16,6-1-9-16,4-13-31 0,4-6 1 16,-1-5-19-16,-1-4-9 0,-2 2 0 15,-4-3 33-15,-4 4 10 0,-2 0 5 16,-3 2 1-16,-3 1 8 0,-3 4 19 15,-3 3 0-15,-3 3 3 0,-2 3 61 16,-4 6 3-16,2 0-15 0,-2 3-13 16,0 0-2-16,1 3-34 0,1 7-24 0,-1 7 24 15,5 4 39-15,-3 5 13 0,1 3 2 16,0-3-11-16,2 2-16 0,2-3-27 16,1-3-27-16,2-3-7 0,0-4 4 15,2-1-49-15,-1-5-24 0,0-2-40 16,-1 0-19-16,0-4-53 0,2 1-146 15,-1-2-300-15,-1-1-785 0,-2-1-533 16,-3 0 1657-16</inkml:trace>
  <inkml:trace contextRef="#ctx0" brushRef="#br0" timeOffset="39086.53">24486 4266 2024 0,'0'0'1335'0,"0"0"-892"15,0 0-125-15,0 0-82 0,0 0 64 16,0 0-48-16,0 0-1 0,0 0-62 0,0 0-19 16,64 70 26-16,-17-67-41 0,5-3-71 15,4-7-51-15,0-5-17 0,1-5-16 16,-10-1-19-16,-1 0-50 0,-5-1-91 16,-7-2-28-16,-5 1-37 0,-4 1-85 15,-7 1-219-15,-6-1-455 0,-6 0-290 16,-5 4-556-16</inkml:trace>
  <inkml:trace contextRef="#ctx0" brushRef="#br0" timeOffset="39361.636">24956 3898 378 0,'0'0'215'0,"0"0"577"15,0 0 238-15,0 0-572 0,0 0-16 0,0 0-67 16,0 0-92-16,0 0-29 0,0 0-74 16,0 0-10-16,0 0 0 0,-76 59 20 15,61-11-13-15,5 4-6 0,0 2-10 0,-1 1-34 16,0 3-48-16,1 2-46 0,-1 0-12 15,-1 0-20-15,3 1 1 0,1-2-2 16,2-5-18-16,3-4 17 16,0-2-11-16,3-4 9 0,0-3-15 0,0-4 0 15,6-3 16-15,-3-5-26 0,0-4 10 16,1-5-6-16,-4-3-6 0,0-4 3 16,-2-4-1-16,-6-2-11 0,2-5 2 15,-4-1 19-15,0-1-6 0,-1 0-4 16,3-1-29-16,0-8-53 0,4-8-55 15,4-6-77-15,1-8-166 0,7 3-583 16,14-21-912-16</inkml:trace>
  <inkml:trace contextRef="#ctx0" brushRef="#br0" timeOffset="39509.742">25198 4573 1873 0,'0'0'1329'0,"0"0"-868"0,0 0-133 16,0 0 103-16,0 0-89 0,0 0-115 0,0 0-93 15,0 0-134-15,0 0-9 0,0 0-98 16,48-22-95-16,-32 13-103 0,4-1-175 16,0 0-576-16,-6 1-492 0</inkml:trace>
  <inkml:trace contextRef="#ctx0" brushRef="#br0" timeOffset="39980.998">25711 4375 3020 0,'0'0'672'16,"0"0"-194"-16,0 0-13 0,0 0-82 15,0 0-111-15,0 0-111 0,0 0-70 0,-80 11-31 16,66-2-23-16,-3 6-37 16,0 3 1-16,-2 7 23 0,-1 2 12 0,1 6 7 15,4-1 2-15,0 0 0 0,4-4 49 16,6-5-15-16,5-3-43 0,2-5-33 15,10-6 0-15,5-3-3 0,5-6-2 16,6-6-16-16,5-9-25 0,5-8-23 16,2-6-34-16,0-3-12 0,1-5 3 15,-2 4-6-15,1-2 12 0,-3 1 24 16,-2-2 3-16,-2-2 15 0,-3-1 27 0,-2-4 16 16,-2 0 0-16,-6-4 3 0,-3-3-28 15,-1-3 18-15,-5 0-42 0,-3-1 0 16,-1 0 17-16,-2 9 50 0,-5 11 2 15,2 10 37-15,-2 13 102 0,0 4-16 16,0 7-21-16,-2 0-55 0,-4 0-49 16,0 7-26-16,-2 6 20 0,-2 10 6 0,0 8 19 15,-1 9 38-15,0 5 19 16,0 7 18-16,0 5-3 0,0 1-33 0,-3-2 2 16,2-2-20-16,-2-2-39 0,4-4 0 15,1-5-1-15,2-7-15 0,3-1-25 16,3-9-102-16,1-2-55 0,5-8-16 15,8-4-41-15,5-7-289 0,-1-5-706 16,16-4-1062-16</inkml:trace>
  <inkml:trace contextRef="#ctx0" brushRef="#br0" timeOffset="40111.441">26308 4516 2070 0,'0'0'1977'0,"0"0"-1668"0,0 0-181 0,0 0 207 15,0 0-32-15,0 0-56 0,0 0-74 16,0 0-82-16,0 0-64 0,0 0-27 15,83 25-129-15,-67-25-81 0,2-5-98 16,-7 3-248-16,2-4-997 0</inkml:trace>
  <inkml:trace contextRef="#ctx0" brushRef="#br0" timeOffset="40627.721">27273 3998 2740 0,'0'0'606'0,"0"0"-204"15,0 0-119-15,0 0 21 0,0 0 11 16,0 0-75-16,78 87-63 0,-61-49-6 15,-4 5-7-15,-2 2-30 0,-3-2-19 16,-2-1-30-16,-2-2-28 0,-1-5-39 16,0-7-3-16,2-4-12 0,-3-8-2 15,5-6 1-15,1-3 16 0,0-3-2 16,1-4 2-16,5 0-3 0,1-3 6 16,4-7 6-16,1-5 0 0,1-6-11 0,2-1-16 15,0-4-27-15,0-3-9 16,1-5-12-16,-1-3-22 0,0-3-45 15,0-2-30-15,-4-1-19 0,-2 3-67 16,-3 3-75-16,0 4-284 0,0 7-501 0,-2 8-330 16,1 3-208-16</inkml:trace>
  <inkml:trace contextRef="#ctx0" brushRef="#br0" timeOffset="40995.715">27863 4184 1444 0,'0'0'549'0,"0"0"588"0,0 0-685 0,-9 66 28 0,9-50-36 15,0-8-133-15,6-3-103 0,3 0-73 16,2-4-35-16,8-1-11 0,2-6-10 16,6-4-17-16,4-5-62 0,3-4-57 15,-2-5-44-15,1 2-17 0,-8-1-16 16,-2 3 11-16,-6 2 1 0,-6-1 8 0,-6 1 25 16,-5 0-1-16,0 1 59 0,0-1 31 15,-8 1 37-15,-3 5 7 0,-1 1-23 16,-2 5 56-16,-1 5-49 0,-3 2-27 15,-2 14-1-15,-3 4 64 0,1 9 16 0,2 6 3 16,-1 1-4-16,3 3 10 0,0-1-4 16,2 0-24-16,3-3-3 0,3-3-28 15,5-5-30-15,2-3-16 0,3-4 15 16,3-5-11-16,8-2-21 0,4-4 18 16,3-3-86-16,6-2 25 0,6-3-62 15,2-6-43-15,3-3-71 0,-1-2-149 16,0 0-198-16,-1-2-365 0,-1 1-103 15,-4-1-314-15,-8 4 1352 0</inkml:trace>
  <inkml:trace contextRef="#ctx0" brushRef="#br0" timeOffset="41607.399">28547 4002 980 0,'0'0'209'16,"0"0"1739"-16,0 0-1372 0,0 0-226 15,0 0-61-15,0 0-29 0,0 0-45 16,0 0-71-16,-90 61-43 0,71-26 3 16,1 6-3-16,3 2 60 0,0-1 15 15,4 0-74-15,4-10-32 0,2-2-34 0,5-7 1 16,0-6-19-16,8-3-17 0,4-7-1 16,7-4-2-16,4-3-19 0,10-6-34 15,6-12-42-15,6-5-54 0,1-5-37 16,2-4-38-16,-2-2-76 0,-2 0-173 15,-5-1-209-15,-3-5-380 0,-8 11-177 0</inkml:trace>
  <inkml:trace contextRef="#ctx0" brushRef="#br0" timeOffset="41841.466">28975 3689 457 0,'0'0'361'0,"0"0"-250"0,0 0 1722 0,0 0-1272 0,0 0-231 16,0 0-66-16,0 0 13 0,0 0 12 15,0 0-15-15,-36 82 2 0,29-36-2 16,1 4-77-16,1 3-39 0,-3 5-34 15,2-4-42-15,-3-2-28 0,3-2-40 0,1-6-14 16,4-3-21-16,1-6-9 16,0-5 15-16,4-9-3 0,4-5-40 0,1-3-57 15,-1-6-27-15,-2-3-19 0,-2-1-9 16,-1-3-29-16,-2 0-61 0,-1-2-105 16,0-5-79-16,-3-4-163 0,-5-3-196 15,-5-2-412-15,-2 3 24 0</inkml:trace>
  <inkml:trace contextRef="#ctx0" brushRef="#br0" timeOffset="41981.646">28697 4142 532 0,'0'0'71'16,"0"0"350"-16,0 0 955 0,0 0-793 0,0 0 14 16,0 0-74-16,0 0-66 0,0 0-88 15,0 0-98-15,0 0-55 0,38-71-37 16,-1 63-64-16,8 1-36 0,1-4-19 16,3 0-26-16,-1-2-34 0,0 1-21 15,-1-3-55-15,-3 0-100 0,-5 3-66 16,-6 0-32-16,-4 3-168 0,-6 1-349 15,-8 5-683-15,-2 0-514 0</inkml:trace>
  <inkml:trace contextRef="#ctx0" brushRef="#br0" timeOffset="42256.164">29186 3989 1429 0,'0'0'977'0,"0"0"130"0,0 0-810 16,-46 67-4-16,36-41 142 0,-2 5 5 16,3-2-71-16,4 0-99 0,3-4-95 0,2-6-66 15,2-2-46-15,6-4-36 16,7-4-2-16,-1-2-10 0,9-2 2 0,3-5-17 15,4 0-79-15,1-11-32 0,2-2-10 16,-2-2-10-16,0-2 10 0,-5 0 9 16,-7 1 15-16,-4-1-1 0,-5 2 4 15,-5-2 23-15,-4 2 71 0,-1-3 16 16,-6 3 51-16,-5-2-18 0,-2 3 24 16,-2 4-12-16,-2 6-4 0,-3 4-38 15,-5 4-19-15,1 10 27 0,-2 4 28 16,0 3 14-16,4 0 31 0,2 0-33 15,2-6-67-15,3 1 0 0,3-2-33 0,1-4-119 16,5 1-51-16,3-8-23 0,3 1-31 16,3-4-212-16,11-6-669 0,-2 0-840 15</inkml:trace>
  <inkml:trace contextRef="#ctx0" brushRef="#br0" timeOffset="42500.774">29486 3932 1273 0,'0'0'410'16,"0"0"1020"-16,0 0-975 0,0 0-120 15,0 0 22-15,0 0-84 0,0 0-17 16,37 77-21-16,-37-48-6 0,0 0-43 16,0 2-41-16,0-4-48 0,0-1-42 15,0-1-46-15,0-5-9 0,1 3-18 16,2-6 18-16,5-3 0 0,-3-4-13 16,0-4 12-16,2-5 1 0,-2-1-1 15,1 0-18-15,2-1 19 0,4-8 28 0,2-6-25 16,3-3-3-16,2-6-70 0,6-6-60 15,1-6-25-15,5-3-34 0,-1-3-101 16,2-1-191-16,-4 2-319 0,0 4-702 0,-9 10-409 16,4-1 1793-16</inkml:trace>
  <inkml:trace contextRef="#ctx0" brushRef="#br0" timeOffset="42995.576">30506 3823 134 0,'0'0'2901'0,"0"0"-2217"0,0 0-272 15,0 0-64-15,0 0-12 0,0 0-106 16,0 0-111-16,0 0-46 0,-85-2-12 16,54 18-16-16,-2 4 4 0,0 5-9 15,4 0-7-15,6 0-13 0,5-2-20 16,6-2-3-16,5-3 0 0,2-2-21 15,5 0 3-15,0-3 18 0,0 0-13 0,9-1 13 16,1 3-15-16,5-2-21 0,-1 4 23 16,3-1 4-16,-1 1-3 0,2 2-12 15,-2 2 5-15,-4-2 19 0,-1 1-8 16,-6 1 11-16,-2-2 25 0,-3 2 32 16,0-1-2-16,-3-1-19 0,-2-1-14 15,-6 0-20-15,0-4 13 0,-1 0-15 16,-3-4-28-16,2-1-118 0,-2-2-80 15,2-7-43-15,4 0-70 0,2 0-265 16,4-10-880-16,1 1-632 0,4-15 1867 0</inkml:trace>
  <inkml:trace contextRef="#ctx0" brushRef="#br0" timeOffset="43244.102">30627 4087 85 0,'0'0'2093'16,"0"0"-1344"-16,3 78-177 0,-3-43-14 15,0 8-82-15,0 7-52 0,-9 8-152 16,1 2-59-16,-3 5-25 0,-4-2-88 16,-3 3-37-16,-3-1-2 0,-1-3-16 15,-2 4-45-15,0 0 0 0,4-1-2 16,9 0-31-16,5-5-19 0,6-8-32 16,11-10-53-16,3-11 59 0,6-12-32 15,0-7-97-15,2-11-52 0,1-1-184 0,1-13-298 16,-4-3-427-16,0-6-93 0,-2-4 110 15,-7 7 978-15</inkml:trace>
  <inkml:trace contextRef="#ctx0" brushRef="#br0" timeOffset="43513.066">30849 4110 1000 0,'0'0'2250'0,"0"0"-1910"0,0 0-254 15,0 0 21-15,0 0 38 0,0 0 56 16,0 0-73-16,81-54-81 0,-55 50-13 16,-1 4 9-16,1 0-9 0,-4 1-9 15,-5 9-3-15,-2-2-10 0,-7 3-12 0,0 3 3 16,-8 3 22-16,0 2 102 16,-8 2 14-16,-4 2-30 0,-7-3-65 0,-1 4-28 15,-3-1 0-15,-2 1-18 0,0-5-2 16,2 4-31-16,0-8-78 0,7 0-27 15,2-6-10-15,7-3-16 16,3-3-54-16,2-1-141 0,2-2-186 0,0 0-155 0,0 0-75 16,2-2-425-16,3-2 795 0,7-4 249 15</inkml:trace>
  <inkml:trace contextRef="#ctx0" brushRef="#br0" timeOffset="43907.688">31358 4111 962 0,'0'0'807'0,"0"0"-13"0,0 0-475 16,0 0-18-16,0 0 144 0,0 0-35 15,-65 89-113-15,43-58-62 0,5-2-38 0,3-3-62 16,0-2-58-16,6-5-28 0,2-3-28 16,6-2 16-16,0-5 5 0,0-2 1 15,6-2-19-15,4-3-24 0,2-2-16 0,5 0-17 16,0-4-25-16,5-6-25 15,4-1-15-15,-2-5-3 0,0 1 6 0,1-1-1 16,-3-1 25-16,-1 2 22 16,-2-2-1-16,-2 4 13 0,-6 1 37 0,-2 3 44 15,-6 6 11-15,-1 0 53 0,-2 3 0 16,0 3-22-16,-5 7-46 0,-4 4 34 16,-2 5 42-16,-3 4 9 0,0 3 88 15,2-3-4-15,2-3-72 0,4-1-50 16,3-5-35-16,3-2-13 0,0-5-25 0,3 0-14 15,5-2-18-15,1 0-40 16,3-5-26-16,4 0-25 0,-2-2-21 0,6-4-62 16,-4-1-76-16,4 0-168 15,-4-1-280-15,2 2-549 0,-7-1-428 16</inkml:trace>
  <inkml:trace contextRef="#ctx0" brushRef="#br0" timeOffset="44238.852">31755 4248 121 0,'0'0'1482'15,"0"0"-104"-15,0 0-870 0,0 0-53 16,-36 81-2-16,28-61-55 0,1-5-135 16,4-1-113-16,3-4-71 0,0-4-40 15,8-1-14-15,4-3-25 0,6-2-6 16,4 0-43-16,9-5-36 0,5-5-46 16,4-1 2-16,-3-3 37 0,-1 2-55 15,-7-1-7-15,-6 1 73 0,-8 2 29 16,-6-1 5-16,-6 1 47 0,-3 2 37 0,-5 1 103 15,-11 3-63-15,-6 3-28 0,-6 1-37 16,-3 8 34-16,-3 4 53 0,1 5-10 16,2 1 2-16,4 2 1 0,4-2-1 15,4 0-17-15,3-3-26 0,6-3-26 16,4 0-19-16,3-6-1 0,2-1-2 16,1-1-1-16,0-1-2 0,1-2-13 15,5-1-51-15,0 0-6 0,4 0-3 0,2 0-22 16,4 0-55-16,4-3-65 0,3-1-138 15,1 3-291-15,-5-1-357 0,11-5-287 16</inkml:trace>
  <inkml:trace contextRef="#ctx0" brushRef="#br0" timeOffset="49079.451">5284 6428 1205 0,'0'0'1126'0,"0"0"-433"0,0 0-389 16,0 0-94-16,0 0 61 0,0 0 38 15,0 0-20-15,0 0-82 0,0 0-108 16,-37-17-32-16,33 37 32 0,-2 6-32 16,-2 9-21-16,0 9 18 0,-5 4 6 15,1 4-12-15,-3 0-3 0,0 1-3 0,1-2-29 16,1-2-23-16,-3-2-21 0,6-4 0 16,1-6-19-16,1-6-55 0,3-6-30 15,5-8-12-15,0-5-23 0,0-2 12 16,9 2 6-16,4 2 21 0,5 6 24 0,4 6 97 15,4 5 13-15,0 3 33 0,1 4 10 16,-4 5-6-16,-2 0 40 0,-1-1-16 16,-6 0 37-16,1 1-31 0,-5-3-21 15,0 1-32-15,-3-4-17 0,0 0-10 16,-1-7-21-16,0-3-34 0,1-5-50 16,0-4-52-16,2-8-89 0,4-7-165 15,0-3-217-15,-2-5-444 0,15-21-758 0</inkml:trace>
  <inkml:trace contextRef="#ctx0" brushRef="#br0" timeOffset="49444.596">6687 6286 329 0,'0'0'2648'0,"0"0"-2007"15,0 0-320-15,0 0-85 0,0 0-46 16,0 0-23-16,0 0-31 0,0 0-47 16,0 0-40-16,0 0 6 0,83 86 3 15,-68-51-15-15,-4 5-18 0,-5 5-13 16,-3-1-12-16,0-1-20 0,-2-1 17 16,3-3 3-16,2-3-19 0,1-4 1 15,-3-3-53-15,2 0-11 0,0-2 57 0,2 3 13 16,1 5-19-16,2 1 31 15,0 6 22-15,2 2 83 0,-1 2-44 0,-3 1-58 16,0 1 46-16,-3-3 9 0,0 0 0 16,-3-2-33-16,-2-6-10 0,-1-1-15 15,0-5 3-15,0-3-3 0,-3-5 0 16,-1-5-82-16,-2-4-53 0,0-5-68 0,-2-4-62 16,1-2-116-16,2-3-352 0,-6-3-1110 15</inkml:trace>
  <inkml:trace contextRef="#ctx0" brushRef="#br0" timeOffset="50126.236">8077 7003 46 0,'0'0'169'0,"0"0"1376"16,0 0-896-16,0 0-246 0,0 0-47 16,0 0 17-16,0 0-73 0,0 0-115 15,0 0-62-15,0 0-20 0,0 0 12 16,43-72 27-16,-41 63-12 0,-2 1-1 15,0 1 0-15,-6 0-7 0,-5 2 7 0,-3 0-41 16,-1 5-33-16,-4 0-22 16,-4 4-15-16,0 9 7 0,0 8 11 0,1 8-11 15,1 8 8-15,3 5 6 16,5 6 22-16,5-1-19 0,2-4 4 0,3-3-28 16,3-7-18-16,3-6-9 0,4-9-9 15,5-8-9-15,5-5-7 0,-1-5-2 0,7-3-4 16,1-9-29-16,1-5-29 0,1-6-32 15,-2-3-8-15,1-5 10 0,-4 0 11 16,-5 2 19-16,0 0 9 0,-4 5 9 16,-4 3 49-16,-1 2 9 0,-2 5 22 15,-4 2 0-15,-1 6 46 0,0 2 16 16,0 4 28-16,0 4 8 0,2 6-46 16,1 6 34-16,2 7-40 0,3 4 21 15,-1 4 6-15,0 2-3 0,3 1 3 16,-1-4-15-16,5-3-58 0,-1-2 0 0,4-6-73 15,2-5-43-15,-2-7-30 0,3-5-72 16,1-2-50-16,-1-4-237 0,-7-5-592 16,7-11-1042-16</inkml:trace>
  <inkml:trace contextRef="#ctx0" brushRef="#br0" timeOffset="50374.796">8537 6930 1220 0,'0'0'800'0,"0"0"269"15,0 0-645-15,0 0-35 0,0 0 2 16,0 0-93-16,81 80-9 0,-70-54-23 16,-2 3-53-16,1 0-68 0,-7 1-72 15,-2-1-36-15,-1-3-37 0,0 0-19 16,0-3-14-16,-1-6-46 0,-1-4 0 16,2-4 40-16,0-7 17 0,0-2 10 0,0 0 11 15,2-1-20-15,5-6-19 0,6-4-11 16,0-6 26-16,5-2-51 0,1-4-71 15,3-2-89-15,2-5-134 16,-8 5-415-16,9-16-916 0</inkml:trace>
  <inkml:trace contextRef="#ctx0" brushRef="#br0" timeOffset="50671.805">8965 7105 1223 0,'0'0'1059'0,"0"0"-20"0,0 0-788 0,16 79-4 15,-9-64 120-15,3-5-78 0,6-5-100 16,3-5-79-16,5-1-39 0,5-12-16 15,4-6-55-15,-1-5-12 0,3-2-68 16,-4-5 3-16,0 1-6 0,-7 1-3 16,-7 4 27-16,-5 5 25 0,-8 4 34 15,-4 3 43-15,-4 3 16 0,-9 2 21 0,-6 3-24 16,-4 1-32-16,-1 4-24 0,-3 2-18 16,-1 12 12-16,-1 6 6 0,1 7 46 15,3 4 37-15,0 5 15 0,2 3 30 16,3 2-9-16,1 1-18 0,5-2-16 15,1-3-31-15,6-6-42 0,5-6-12 16,2-3-49-16,9-6-42 0,9-2-10 0,11-3-33 16,9 0 0-16,9-4 115 0,1-5 16 15,5-2-270-15,2 0-168 0,1-5-134 16,-13-1-415-16,24-7-844 0</inkml:trace>
  <inkml:trace contextRef="#ctx0" brushRef="#br0" timeOffset="51360.142">10360 7117 68 0,'0'0'69'15,"0"0"309"-15,0 0 1320 0,0 0-1210 16,0 0-154-16,0 0-43 0,0 0 36 16,0 0-38-16,0 0-50 0,0 0-15 15,0 0-60-15,-78-32-38 0,55 53-9 16,-1 5 0-16,-5 9-26 0,4 5 59 0,2 0 17 15,3-1-63-15,4-3-38 0,3-9-11 16,6-9-25-16,6-6-30 0,1-9 0 16,1-3-33-16,11-3 9 0,8-10 24 15,4-11 0-15,5-7-34 0,6-6-102 16,-2-9-10-16,0-1-28 0,0-2 15 16,0-1-13-16,-4-4-4 0,-3 0-72 15,-2-6-87-15,-5 1-81 0,-3-2 69 0,-6 1 68 16,-4 4 9-16,-3 3 157 0,-3 6 113 15,0 10 122-15,-3 9 104 0,0 9 40 16,0 9 46-16,0 5-46 0,0 5-77 16,-1 5 16-16,0 11 7 0,-2 8-61 15,-1 11-2-15,1 6-2 0,0 8 53 16,2 6-11-16,-2 4-22 0,1 1-48 0,0 2-31 16,-1 1-43-16,2-2-45 0,0-7 0 15,-1-4-39-15,4-9-37 0,1-10-27 16,0-7-22-16,6-11-33 0,5-4-41 15,2-8-66-15,2-1-215 0,-1-1-582 16,3-16-739-16</inkml:trace>
  <inkml:trace contextRef="#ctx0" brushRef="#br0" timeOffset="51507.418">10674 7025 635 0,'0'0'2261'0,"0"0"-1775"0,0 0-188 15,0 0 140-15,18 74-28 0,-18-53-47 16,0 2-88-16,0 0-68 0,0-4-64 15,0-5-74-15,0-3-69 0,0-2-3 16,0-4-73-16,0-3-72 0,0-2-84 0,0 0-95 16,0-2-295-16,0-9-835 0</inkml:trace>
  <inkml:trace contextRef="#ctx0" brushRef="#br0" timeOffset="51666.69">10678 6825 1838 0,'0'0'1019'0,"0"0"-443"0,0 0-159 16,0 0 59-16,0 0-105 0,0 0-168 16,97-14-126-16,-68 9-77 0,2-1-26 15,4-5-66-15,1 4-86 0,0-3-137 16,-1 1-208-16,-8 3-585 0,6 0-836 0</inkml:trace>
  <inkml:trace contextRef="#ctx0" brushRef="#br0" timeOffset="51897.118">11128 6836 2055 0,'0'0'1232'15,"0"0"-971"-15,0 0-40 0,-70 83 148 16,45-55 19-16,5-3-74 0,0 0-54 16,3-6-108-16,6-1-57 0,3-3-74 15,5-4-21-15,3 1-31 0,0-2-2 16,3-3 3-16,5 4-4 0,1-2 13 16,4 1 5-16,0 0-14 0,1 0 6 15,-1 1 24-15,-1 0 11 0,2 2-8 0,-4-2 15 16,-2 1-6-16,-3 0 1 0,-3-3 2 15,-2 1-3-15,0 0-9 0,-5 2-3 16,-5-4-22-16,0 1-67 0,0-4-79 16,-3-2-59-16,3-3-119 0,1 0-154 15,4 0-491-15,3-12-366 0</inkml:trace>
  <inkml:trace contextRef="#ctx0" brushRef="#br0" timeOffset="52140.56">11445 6507 1888 0,'0'0'1165'0,"0"0"-450"15,-14 104-203-15,7-55-70 16,-1 8-1-16,1 4-101 0,3 2-58 0,1 0-83 16,3 1-66-16,0-3-48 0,0-5-49 15,1-5-36-15,5-9-27 0,3-6-13 16,1-10-2-16,0-7-36 0,1-4-28 15,-3-7-33-15,-2-4-15 0,-5-4-10 16,0 0-61-16,-1-5-92 0,-1-7-191 16,-8 0-508-16,2 0-241 0,-12-5-403 0</inkml:trace>
  <inkml:trace contextRef="#ctx0" brushRef="#br0" timeOffset="52303.708">11230 7041 2020 0,'0'0'1099'16,"0"0"-716"-16,0 0-86 0,0 0 58 0,0 0-91 15,0 0 45-15,0 0-21 0,94-12-108 0,-55 5-70 16,1-6-64-16,6-4-43 0,-1-1-3 16,-2-6-92-16,-2 2-75 0,-4 0-155 15,-5 1-216-15,-9 5-580 0,4-1-607 0</inkml:trace>
  <inkml:trace contextRef="#ctx0" brushRef="#br0" timeOffset="52456.1">11722 6986 2704 0,'0'0'571'0,"0"0"-323"0,-6 68 171 16,6-38 81-16,-3-1-10 0,0 5-109 16,1-3-77-16,0-4-78 0,1-3-68 15,-1-3-74-15,2-3-84 0,0-4-9 16,0-2-66-16,5-2-7 0,0-4-93 16,-2-6-40-16,4 0-22 0,-1-7-142 15,0-1-400-15,-3-9-913 0</inkml:trace>
  <inkml:trace contextRef="#ctx0" brushRef="#br0" timeOffset="52860.407">11697 6854 673 0,'0'0'2263'0,"0"0"-1669"0,0 0-140 16,0 0-26-16,0 0-150 0,0 0-93 16,0 0-84-16,0 0-71 0,87 5-30 15,-73-3-20-15,3 3-54 0,-2 0-76 16,-1-2-66-16,-1 1-53 0,-2 3-85 15,-2 0-133-15,-1 3 49 0,-2 2 317 16,-2 5 121-16,-3 2 189 0,-1 5-26 0,-5 2 38 16,-6 3 65-16,0 1 26 0,2-3 15 15,-1 0-40-15,4-5-46 0,1-4-21 16,3-5-48-16,2-5-60 0,0-7-92 16,0-1-6-16,7 0-31 0,6-3 34 15,3-9-27-15,6-1-65 0,5-7-64 16,2-1-34-16,6-1-17 0,1 4 21 0,-2 5 127 15,-1 2-88-15,-8 7 17 0,-5 4 42 16,-8 0 91-16,-4 8 25 0,-6 3 116 16,-2 2 76-16,0 1-18 0,-6 2-33 15,0-1 0-15,0 1-61 0,3-4-7 16,2 0-13-16,0-4-27 0,1 0-21 16,0-5-37-16,0 1-44 0,2-4-63 15,4 0 12-15,4 0-27 0,0-4-78 0,5-4-73 16,4-3-156-16,1 0-527 0,-4 3-514 15,8-8 89-15</inkml:trace>
  <inkml:trace contextRef="#ctx0" brushRef="#br0" timeOffset="52993.884">12370 7053 2149 0,'0'0'768'0,"0"0"-323"0,-31 72 83 16,16-36 75-16,-1 6-50 0,2-4-124 15,5-3-180-15,3-4-135 0,5-7-111 0,1-2-3 16,9-10-24-16,4-5-63 0,8-7-59 15,8-11-24-15,4-11-55 0,8-11-178 16,3-6-531-16,-12 5-653 0,17-14-285 0</inkml:trace>
  <inkml:trace contextRef="#ctx0" brushRef="#br0" timeOffset="53360.883">12895 6392 2088 0,'0'0'1155'15,"0"0"-720"-15,-13 73 62 0,7-33 23 0,-3 10-30 16,2 6-74-16,-3 5-119 0,2 2-62 16,-3 3-75-16,-1 0-106 0,3 3-51 15,2-2-3-15,4-7-18 0,3-6-6 16,0-12-91-16,3-8 16 0,1-6 18 16,0-9-10-16,-4-2-6 0,0-7-27 0,0-6-15 15,-5-1-31-15,-8-3-25 0,-2-2-40 16,-5-6 42-16,-2 0 61 0,-1-6 11 15,-6 0 94-15,1-1 25 0,-4-1 2 0,2 0 46 16,2 1-28-16,7-2 47 16,3 0 31-16,6 2-7 0,4 1 12 0,7 4-9 15,1 2 15-15,4 1-49 0,13 1-22 16,9-3 59-16,6 0 29 0,10 1-26 16,5-4-29-16,1 0-23 0,2 0-43 15,0-2-3-15,1-2-61 0,-3-3-130 16,-2 2-104-16,1 1-184 0,-13 4-718 15,9-4-366-15</inkml:trace>
  <inkml:trace contextRef="#ctx0" brushRef="#br0" timeOffset="53945.912">14477 6888 2794 0,'0'0'586'0,"0"0"-197"0,0 0 20 0,0 0 34 15,0 0-114-15,0 0-66 0,71 93-44 16,-58-52-47-16,-6 0-23 0,-1 2-22 16,-3-5-28-16,-2-3-38 0,1-5-49 15,-1-11-12-15,3-7-39 0,-2-3-43 0,-1-8-75 16,1 1-61-16,-2-2-64 0,0-5-189 16,0-1-779-16,-9-11-1773 0</inkml:trace>
  <inkml:trace contextRef="#ctx0" brushRef="#br0" timeOffset="54110.467">14446 6661 2564 0,'0'0'1112'16,"0"0"-699"-16,0 0-46 0,0 0 49 0,0 0-99 16,0 0-155-16,85-16-108 0,-61 15-51 15,-1-1-3-15,3 2-35 0,0-2-111 16,-1 1-104-16,-3 1-144 0,-4 0-304 15,1 3-861-15</inkml:trace>
  <inkml:trace contextRef="#ctx0" brushRef="#br0" timeOffset="54324.261">14801 6778 2267 0,'0'0'503'0,"0"0"-172"16,0 0 99-16,31 64 62 0,-20-40-30 15,0-2-38-15,1 1-173 0,-1-2-59 16,-1 1-62-16,0-2-60 0,-2-2-16 15,0 0-26-15,-1 0-10 0,0-2-18 0,-3 3 0 16,1-4-18-16,-2 1-16 0,-2-3-50 16,2-3-4-16,-2-3 18 0,1-2 3 15,-1-3 0-15,-1-2-3 0,2 0 0 16,-1 0-28-16,-1-4-22 0,3-4-49 16,0-5-59-16,-2-4-148 0,1-3-300 15,-1 2-748-15,3-16-569 0</inkml:trace>
  <inkml:trace contextRef="#ctx0" brushRef="#br0" timeOffset="54627.236">15104 6781 1841 0,'0'0'590'0,"0"0"-85"0,0 0 26 0,0 0-89 16,0 0-78-16,0 0-55 0,61 66-62 0,-50-49-55 15,-2 0-76-15,-2-1-58 0,-2 0-45 16,0 1-10-16,-3 0 0 0,-1-1-1 15,-1 1-2-15,0-5-1 0,0 2-21 16,0-5 22-16,0-2 2 0,-1-5 11 16,1 1-13-16,0-2 0 0,0-1 3 15,0 0 15-15,0 0-6 0,0-1 9 16,1-4 4-16,6-6-25 0,1-1-22 16,6-7 19-16,3-1-27 0,6-5-10 15,3-1-39-15,4 2-19 0,4 0-12 0,0 4 46 16,-1 3 2-16,-1 4-8 0,0 5-20 15,-3 1-11-15,-3 3-17 0,-1 3-56 16,-6 1-152-16,1 0-298 0,-8 0-598 16,4 1-480-16</inkml:trace>
  <inkml:trace contextRef="#ctx0" brushRef="#br0" timeOffset="54889.611">15991 7150 4131 0,'0'0'601'0,"0"0"-380"0,0 0-44 16,0 0 33-16,0 0 57 0,0 0-70 0,0 0-112 15,0 0-85-15,0 0-46 0,0 0-2 16,24-1-64-16,-17 1-79 0,2 0-101 16,-2 0-246-16,-1 0-880 0,-5 0-1601 0</inkml:trace>
  <inkml:trace contextRef="#ctx0" brushRef="#br0" timeOffset="55865.687">15161 6757 901 0,'0'0'586'0,"0"0"-186"0,0 0-59 15,0 0-8-15,0 0-46 0,0 0-40 16,0 0-91-16,-11-65 42 0,5 58-2 0,2 3-51 16,-3 1-16-16,1-2-28 0,-2 1-22 15,0 2-23-15,0 1-12 0,-1 1-4 16,0 0 35-16,1 1-13 0,-1 5-18 15,-2 5-7-15,0 1 6 0,0 2 6 16,-1 3 16-16,1 2 3 0,0 1-6 16,-3 2-16-16,2 3-25 0,-3-2-18 15,1 1-3-15,-1 1-1 0,3-1-23 16,1-1-16-16,3 1 12 0,3-1-15 16,4 1-59-16,1-3-65 0,3 2-50 0,8-1-75 15,5-2-135-15,-3-3-261 0,14 1-677 16</inkml:trace>
  <inkml:trace contextRef="#ctx0" brushRef="#br0" timeOffset="57336.087">16551 6735 1383 0,'0'0'143'0,"0"0"891"0,0 0-542 15,0 0-173-15,0 0-71 0,0 0 26 0,0 0-35 16,0 0 4-16,0 0-70 0,0 0-49 16,0 0-38-16,52 51-37 0,-46-44-27 15,-2 3-21-15,0-2 1 0,1 0 10 16,-4 1 0-16,1-1-9 0,-1-1-1 15,1 0 1-15,-1-2 13 0,0-1-16 16,-1-2-1-16,0-2 1 0,0 0 1 16,0 0-1-16,2 0-2 0,-1 0-14 0,-1 0 4 15,0 0-3-15,0 0 12 0,2 0 0 16,-1 0-1-16,-1 0-14 0,0 0-3 16,0-1 2-16,0 0 19 0,0 1 0 15,2-4 0-15,-2 2 0 0,1-4 0 16,2-1-31-16,0-4-12 0,2-1-34 15,0-4-6-15,1 1-22 0,0 4 18 16,-1-1 34-16,2 2 25 0,-2 3 13 0,-4 0 15 16,1 3 15-16,-1 3 13 0,-1 1 9 15,0 0-6-15,0 0-31 0,-3 0 3 16,-1 0 28-16,2 0 0 0,-2 0-7 16,4 1-21-16,-1-1 19 0,1 0 6 15,0 0 9-15,0 0-6 0,0 0 9 0,1 0 22 16,3 0-25-16,-1 4-37 0,3 3 1 15,1 6 39-15,2 5 15 0,1 5-18 16,-3 1-3-16,-2 5-7 0,-1 0-6 16,-3 0 13-16,2 2-16 0,-3 1 22 15,0-2-40-15,0 0 0 0,0-1-1 16,0-6-1-16,0-2 2 0,0-3 0 16,-3-2-1-16,3-7-2 0,0-3-12 15,0-2 13-15,0-3 0 0,0-1 2 0,0 0 0 16,0 0 2-16,0 0-2 0,0-4-14 15,3-4-3-15,6-6 15 0,-1-8 2 16,6-5-15-16,3-6 14 0,4-3-1 16,1-2-17-16,3-3 4 0,0 5 12 15,1-2-40-15,0 5-9 0,0 2-59 16,3 3-37-16,-3 3 6 0,-1 6-4 0,-1 6-19 16,-3 1-40-16,-2 6-120 15,-3 3-272-15,-6 1-584 0,1 2-122 0</inkml:trace>
  <inkml:trace contextRef="#ctx0" brushRef="#br0" timeOffset="57684.047">17110 6966 2402 0,'0'0'397'0,"0"0"-92"0,0 0-2 0,0 0 93 16,0 0-47-16,0 0-60 0,0 0-57 15,0 0-91-15,83-34-61 0,-59 15-49 16,3 0-31-16,1-3-34 0,0 0-46 16,1 3-21-16,-3-1-23 0,-4 2-33 0,0 3 14 15,-8 0 22-15,0 3 33 0,-8 0 37 16,-3 3 1-16,-3 1 9 0,0 2 41 16,-6 1 38-16,-4 3 21 0,-3-1 24 15,-1 3-68-15,-3 0-2 0,-2 10 30 16,-3 8 45-16,1 4 23 0,-1 6 7 15,2 5 2-15,0 5 4 16,2 4-5-16,1-1-18 0,5-1-27 0,5-5-31 16,5-6-7-16,2-4 6 0,8-6-42 15,5-4-12-15,11-3-4 0,5-3-11 16,9-6-7-16,5-3-79 0,6-1-101 0,6-8-110 16,-1-3-123-16,-12 3-233 0,16-6-777 15</inkml:trace>
  <inkml:trace contextRef="#ctx0" brushRef="#br0" timeOffset="58296.348">17827 6805 1441 0,'0'0'1405'0,"0"0"-956"0,0 0-141 15,5 99 20-15,-2-51 85 0,0 7-14 16,-3 7-11-16,0 5-132 0,0 6-89 0,0-1-46 15,0 1-51-15,-1 2-52 16,-1-2-18-16,-1-11 0 0,3-4-3 0,-3-14 3 16,3-7 9-16,0-11-9 0,0-5-33 15,2-8-37-15,2-1-3 0,1-5-18 16,1-3-27-16,3-2-16 0,0-2 0 16,3-6-6-16,0-8-17 0,2-8-95 15,1-6-89-15,-4-6-7 0,-1-7-92 16,-3-3 64-16,-6-5 131 0,-1-4 181 0,0-5-45 15,-4-2-156-15,-5-4 38 0,1-2 227 16,0-2 94-16,-4 0 65 0,3 2-4 16,0 1 28-16,2 4-41 0,1 4 12 15,6 9-10-15,0 7 67 0,0 12 20 16,7 10 15-16,3 7-25 0,-1 6-19 0,5 6-12 16,2 0-2-16,4 6 8 15,-2 7-58-15,5 3-55 0,-2 3-25 0,-4 4-19 16,-3 0-5-16,-4 0-19 0,-4 4 3 15,-5-2-3-15,-1 4 1 0,-10 2-16 16,-5 1-22-16,-5 2-32 0,-3-3-53 16,-1-3-37-16,4-4-74 0,1-4-72 15,6-9-17-15,5-4-49 0,3-6-199 16,5-8-489-16</inkml:trace>
  <inkml:trace contextRef="#ctx0" brushRef="#br0" timeOffset="58571.913">18283 6784 2500 0,'0'0'522'0,"0"0"-120"0,0 0 32 16,0 0-24-16,0 0-97 0,0 0-91 15,39 64-41-15,-39-45-35 0,0 2-45 0,0-2-43 16,-3-4-58-16,2-3-14 0,-1-4-17 16,2-5-33-16,0 0-12 0,6-3-7 15,3 0 4-15,8-6-1 0,4-4-43 16,5-3-37-16,2 0 15 0,4-3 9 15,0 4 39-15,-2 0 35 0,0 5 49 16,-2 1 13-16,-5 3 53 0,-6 3 59 16,-3 0 43-16,-5 6 0 0,-2 4-32 0,-3 0-6 15,-2 2-22-15,-2 2-37 0,0 0-24 16,0-2-34-16,-2 2-10 0,-2-2-66 16,0 1-102-16,-2 0-155 0,2-5-397 15,-4 7-1787-15</inkml:trace>
  <inkml:trace contextRef="#ctx0" brushRef="#br0" timeOffset="58724.504">19090 7079 703 0,'0'0'2815'0,"0"0"-2188"16,0 0 17-16,0 0-110 0,0 0-212 16,0 0-159-16,0 0-163 0,0 0-57 15,0 0-101-15,0 0-57 0,0 0-56 0,0-33-189 16,0 28-609-16,-8-2-1121 0</inkml:trace>
  <inkml:trace contextRef="#ctx0" brushRef="#br0" timeOffset="72318.602">19157 6564 1243 0,'0'0'1179'16,"0"0"-1005"-16,0 0-38 0,0 0 428 0,0 0-250 15,0 0-5-15,0 0-29 16,0 0-7-16,0 0-14 0,-13-59-56 0,4 59-17 16,1 0-49-16,-6 0-64 0,-3 8-33 15,-6 7-10-15,-3 2 1 0,-3 5-4 16,-1 3-12-16,1 2-15 0,3 2 0 16,6-4-1-16,9-2-1 0,5-3-22 15,3-1 6-15,3 1-13 0,12 0 19 16,2 2 0-16,6 1 0 0,5 4-7 15,2-2-11-15,-2 1 6 0,-1 4-1 16,-1-2 7-16,-3-2 16 0,-4 1-13 16,-2-2-13-16,-5-3 28 0,-4 0 0 15,-3 0-3-15,-2-2-27 0,-7 2-37 0,-7-3-16 16,-4 4 1-16,-6-4-29 0,-6 0-45 16,-6 0-113-16,-6 1-169 0,-6 0-210 15,-8-1-403-15,13-3-25 0</inkml:trace>
  <inkml:trace contextRef="#ctx0" brushRef="#br0" timeOffset="74578.584">4463 8566 1683 0,'0'0'397'0,"0"0"-158"0,0 0 10 16,0 0 391-16,0 0-259 0,0 0-144 0,0 0-39 15,0 0-10-15,24 69 2 0,-5-32-11 16,6 11-9-16,2 7-11 0,2 8-58 16,-2 3-46-16,-1 4-12 0,-4 3-43 15,-2 1 21-15,-3-2-20 0,-1-3 2 16,-2-6 19-16,-2-9-12 0,1-9-8 16,0-12-4-16,0-8-14 0,0-11 14 15,-3-3-35-15,2-7 22 0,2-4 15 0,-1-4 49 16,5-10 57-16,1-7 7 0,3-6-46 15,1-8-16-15,1-7-23 0,-3-5-7 16,0-6-9-16,-1-3-12 0,-5-5 0 16,1-2-19-16,-5-1-51 0,-3 0-49 0,-4 3 4 15,0 0-44-15,-3 6 9 0,-1 9-65 16,0 9-81-16,-1 8-85 0,-7 14-51 16,-1 10-93-16,0 5-268 0,-14 9-497 0</inkml:trace>
  <inkml:trace contextRef="#ctx0" brushRef="#br0" timeOffset="74764.632">4598 9135 1497 0,'0'0'1101'16,"0"0"-807"-16,0 0-128 0,0 0 87 16,0 0 112-16,0 0-57 0,0 0-66 0,0 0-65 15,0 0 21-15,81-13-32 0,-51 4-40 16,3-1-64-16,3 0-61 0,5-2-2 0,2-1-16 15,0 2-14-15,5 4-39 0,-2 0-69 16,4 0-111-16,-1 3-113 0,-4 1-266 16,-9 0-699-16,11 2-670 0</inkml:trace>
  <inkml:trace contextRef="#ctx0" brushRef="#br0" timeOffset="93234.237">7629 8934 1649 0,'0'0'454'0,"0"0"-279"0,0 0 512 15,0 0-147-15,0 0-167 0,56-66-47 0,-53 55-19 16,1 0-32-16,-4 3-33 0,0-2-53 16,0 3-31-16,0-2-37 15,0 1-15-15,-3 1-3 0,0 1-15 0,0 0-24 16,0 3-13-16,0 2-15 0,-2-1-9 16,-2 2 58-16,0 0-47 0,-6 0-38 15,-2 2-27-15,-5 3-12 0,-3 5-7 16,0 4 10-16,-3 5 3 0,-1 5 3 15,-4 4 0-15,3 2 27 0,-4 5-24 16,2 1 9-16,-1 3-6 0,3 7 9 16,2 1 3-16,0 7 10 0,3 3 0 15,0 6 0-15,3 0 0 0,2 1 2 16,8-7-1-16,3-5 1 0,7-14 0 0,0-8 14 16,7-11 10-16,7-5-9 0,3-7 3 15,1-2 6-15,5-5-5 0,0 0-4 16,5-9 12-16,1-3 12 0,-1-3-38 15,-3-4-1-15,-2-1-12 0,-3 0-15 16,-3-3-6-16,-1 3-16 0,-4-3 7 16,-4 6 15-16,-2 1-7 0,-3 1-2 0,-3 2-3 15,0 1 15-15,-1 0 2 0,-4 2 10 16,-4 1-12-16,1 0-9 0,-2 3 5 16,1 3 4-16,-1 0-3 0,0 3-7 15,0 0-11-15,1 5-4 0,-2 2-24 16,2 4-12-16,3 1-98 0,-1 3-137 15,4 2-154-15,2 0-187 0,1-5-522 16,0 5-616-16</inkml:trace>
  <inkml:trace contextRef="#ctx0" brushRef="#br0" timeOffset="93425.502">7824 9507 1501 0,'0'0'734'0,"0"0"-407"16,0 0-28-16,0 0 210 0,39 69-135 0,-38-49-62 15,-1-1-65-15,0 3-55 0,-1 3-47 16,-5-1-59-16,-2-1-28 0,3-3-30 16,-2-3-28-16,2-6-16 0,2-6-27 15,2-2-74-15,-2-3-96 0,3 0-89 16,-3-2-104-16,0-4-330 0,0-8-964 0</inkml:trace>
  <inkml:trace contextRef="#ctx0" brushRef="#br0" timeOffset="93598.673">7757 9214 2297 0,'0'0'722'0,"0"0"-253"16,0 0-80-16,0 0 24 0,0 0-128 16,0 0-177-16,0 0-86 0,0 0-22 15,0 0-40-15,0 0-47 0,0 0-167 0,78-2-131 16,-65 2-235-16,5 4-722 0</inkml:trace>
  <inkml:trace contextRef="#ctx0" brushRef="#br0" timeOffset="93931.635">8449 9074 316 0,'0'0'1805'0,"0"0"-1185"16,0 0-164-16,0 0-39 0,0 0 14 0,0 0-78 16,-87 5-78-16,67 9-54 0,3 5-62 15,3 5-40-15,1 6 15 0,3 4 0 16,2 9-1-16,2 3-18 0,4 5-30 0,-2 2-25 15,4-1-40-15,0-3-20 0,0-6 0 16,4-8-16-16,4-6-20 0,1-10-88 16,7-7-12-16,1-6-1 0,9-6-24 15,3 0-10-15,6-10-80 0,2-5-122 16,3-2-164-16,-11 1-619 0,16-10-593 0</inkml:trace>
  <inkml:trace contextRef="#ctx0" brushRef="#br0" timeOffset="94391.939">8799 9279 2221 0,'0'0'1104'0,"0"0"-869"16,0 0-27-16,0 0 245 0,-88 90 5 0,64-50-99 15,-2 0-58-15,7-1-79 16,3-8-55-16,5-6-74 0,6-8-93 0,5-7-12 16,0-6-60-16,2-1-1 0,5-3 9 15,6 0-8-15,4-7 23 0,2-7-48 16,3-6-25-16,1-1-9 0,0-4-18 0,-4 1-11 15,1 0 44-15,-4 2 42 0,-2 1 37 16,-4 3 9-16,-3 5 28 16,0 4 25-16,-4 4 55 0,0 1 40 0,-3 4-25 15,3 0-28-15,0 6-15 0,3 4 18 16,2 4 68-16,2 2-14 0,2 6-17 16,-1 4-4-16,1 1 9 0,-2 4 0 15,0 1-21-15,0 1-34 0,-4 2-30 16,3 2-27-16,-1 5-2 0,0 8-10 0,-1 1 12 15,0-2-2-15,-1-1-1 16,-5-4-15-16,1-2 16 0,-1-2-10 0,-1-3 9 16,0-1-7-16,0-6 10 0,0-2 12 15,0-4-10-15,-6-4 0 0,-1-2-2 16,-1-2 0-16,-3-5-3 0,-1-2 3 0,1-2 2 16,-2-5-1-16,-2 0-1 15,0-2-18-15,-1 0-13 0,-4-7-26 16,1-3-9-16,-2-8-19 0,-5-1-15 0,0-5-28 15,1-1 19-15,-2-1-4 0,-2 0-52 16,2-1-92-16,2 0-110 0,1-4-190 16,9 7-250-16,0-16-798 0</inkml:trace>
  <inkml:trace contextRef="#ctx0" brushRef="#br0" timeOffset="94664.446">9074 9126 359 0,'0'0'2313'0,"0"0"-1688"0,77 21-30 16,-41-9-200-16,4 0-150 0,1 2-91 0,-2 0-49 16,-5 1-35-16,-2 2-30 0,-5 1-22 15,-7 3-18-15,-8 1-14 0,-9 2 1 16,-3 4 13-16,-9 4 0 0,-11 4-17 15,-5 1-14-15,-5 2 29 0,-3-2 2 16,-4-1-12-16,-1-3-16 0,2-2-34 16,0-5-51-16,6-3-73 0,2-9-97 15,4-2-88-15,9-6-299 0,0-6-979 16</inkml:trace>
  <inkml:trace contextRef="#ctx0" brushRef="#br0" timeOffset="95582.226">6704 8639 2368 0,'0'0'612'16,"0"0"-327"-16,0 0 8 0,0 0 0 15,-65 80-25-15,48-49-35 0,2 6-38 16,-1 7-16-16,3 4 18 0,-1 7-17 0,1 5-37 16,-3 8-21-16,0 3-22 0,1 8 9 15,1 3-18-15,2 3-24 16,4 1-19-16,4-1-18 0,4 0-13 0,1-1-17 15,10 3-27-15,4-4 0 0,0 0 6 16,9 0-12-16,2-4-55 0,4-2-18 16,5-7-13-16,4-10 4 0,6-10-7 15,-1-9 6-15,8-9 3 0,6-9-28 0,2-11-90 16,8-8-172-16,4-4-208 0,-17-4-531 16,36-19-728-16</inkml:trace>
  <inkml:trace contextRef="#ctx0" brushRef="#br0" timeOffset="96104.311">9805 8658 1687 0,'0'0'619'0,"0"0"-341"16,0 0-104-16,0 0 578 0,0 0-276 0,0 0-128 15,0 0-67-15,0 0-1 0,91 23-63 16,-72-4-34-16,1 5 33 0,0 6-35 16,0 6-66-16,0 3-30 0,-1 7-19 15,0 3-5-15,-2 2-25 0,0 3-20 0,-3 2-16 16,0 3-15-16,-6 3 12 0,0 2-15 15,-4 0 16-15,-1 1-22 16,-3-5-28-16,0-1 1 0,-9-6-13 0,-1-3-2 16,-4-1-31-16,1-2 0 0,-3-7 21 15,-3-1 25-15,1-3-1 0,-1 0 1 16,-3-5-22-16,2 0-10 0,0-4-17 16,-3-3 2-16,3-5-24 0,-1-4-75 15,0-4-103-15,-1-1-113 0,-1-3-130 16,1-7-65-16,5 0-456 0,-9-3-347 0</inkml:trace>
  <inkml:trace contextRef="#ctx0" brushRef="#br0" timeOffset="102903.767">10389 9581 2578 0,'0'0'630'0,"0"0"-125"15,0 0-84-15,0 0-39 0,0 0-61 16,0 0-89-16,0 0-24 0,0 0-23 0,0 0-30 15,78 101-31-15,-64-54-12 16,0 6-19-16,-5 8-17 0,-3 3-49 0,-2 1 0 16,-4 0-26-16,0-1 8 0,-3-6-9 15,-1-6-1-15,0-10-1 0,1-7 0 16,0-11-13-16,1-7 0 0,-1-8-33 16,2-4-16-16,1-5-5 0,0 0 11 15,0 0 7-15,0-11 18 0,0-3-10 16,6-8 19-16,0-8-12 0,1-6-28 15,3-4 6-15,-1-1 1 0,-1-1-1 16,1 2 22-16,-1 4 14 0,1 5 7 16,1 6 14-16,3 6 1 0,0 6 18 15,-1 5 43-15,-2 5-3 0,-1 3-10 16,-5 2-2-16,3 7-1 0,-6 4-11 0,-1 1 2 16,-1 4-36-16,-9 2-9 0,-5 1-9 15,-2 1-28-15,-2 1-26 0,-2-4-10 16,-1-2 9-16,1-1 21 0,2-2 12 0,2-4 7 15,2-3 2-15,4-3 4 16,2-3 24-16,5 0 1 0,2 0-13 0,2 3-1 16,2 3 16-16,8 2 57 0,4 6 10 15,2 1 16-15,4 3-4 0,-1 0 9 16,-2 0-28-16,2-1 7 0,-5 0-7 16,4-1 7-16,-5-1-22 0,-2-3-23 15,1-2-22-15,-2-2-24 0,0 0-15 16,0-1-25-16,-1-2-8 0,-2 1-65 15,4-2-11-15,-2 0 2 0,1-2-111 16,2 2-78-16,-2-2-221 0,0-2-507 16,1 1-234-16,-6-2-293 0,3 0 1482 0</inkml:trace>
  <inkml:trace contextRef="#ctx0" brushRef="#br0" timeOffset="103321.957">10938 10232 1516 0,'0'0'1555'15,"0"0"-1127"-15,0 0-153 0,0 0-55 16,0 0 121-16,0 0-57 0,0 0-102 16,0 0-53-16,92 10-35 0,-62-30-45 15,5-3-15-15,1-8-34 0,3-4-10 16,-6 2-30-16,0-3-49 0,-3 0-12 0,-2 1 6 15,-6 0-19-15,-2 3 16 0,-3 2-66 16,-7 2 55-16,-3-2 53 0,-4 6 31 16,-3 1 25-16,-7 4 3 0,-3 0 28 15,-6 2 35-15,0 5-32 0,-4 0 22 0,4 5 12 16,-3 2 3-16,2 5-12 16,3 4 2-16,-5 9-24 0,4 6 12 0,-2 7 7 15,1 6 5-15,-1 5-3 0,3 4 1 16,-2 7-11-16,3 2-5 0,-1 4-3 15,3 0-3-15,1 1-13 0,2 2 28 16,3-4-10-16,1-3 13 0,4-5 3 16,0-5-13-16,1-8-35 0,10-5-10 15,1-7-16-15,3-6-23 0,4-5-52 0,2-6 5 16,1-3-69-16,5-2-47 0,-1-10-75 16,2-4-173-16,0-4-552 0,-8 4-628 15</inkml:trace>
  <inkml:trace contextRef="#ctx0" brushRef="#br0" timeOffset="103711.716">11421 10171 199 0,'0'0'1737'16,"0"0"-938"-16,0 0-420 0,0 0-146 0,0 0 72 15,0 0 9-15,0 0-56 0,92-3-56 16,-62-2-51-16,3-1-37 0,-1-1-55 0,-2 1-59 16,-1 0 0-16,-2 0-71 0,-2 0-117 15,-5 1-76-15,0-1-103 0,-8 1-338 16,4 1-1012-16</inkml:trace>
  <inkml:trace contextRef="#ctx0" brushRef="#br0" timeOffset="103954.117">12104 10074 1565 0,'0'0'2690'0,"0"0"-2306"0,0 0-310 0,0 0 43 16,0 0 158-16,0 0 2 0,0 0-119 0,0 0-76 15,108 44-43-15,-69-55-36 16,1-6-3-16,2-1-118 0,0-4-79 0,-2 0-20 16,-4-2-49-16,-4-1-221 0,-5 0-605 15,-7 8-683-15,-7-11 530 0</inkml:trace>
  <inkml:trace contextRef="#ctx0" brushRef="#br0" timeOffset="104158.777">12333 9603 997 0,'0'0'325'0,"0"0"1208"16,-23 83-1075-16,18-40-27 0,-2 13 47 15,5 8-17-15,0 5-26 0,1 6-112 0,1 0-75 16,0 2-88-16,0-4-69 0,0-7-56 15,4-7-35-15,7-9-27 0,-1-11-3 16,8-9-15-16,-1-12-40 0,8-10-39 16,2-8 6-16,2-7-43 0,2-15-61 0,0-9-87 15,-4-7-259-15,-7 4-593 0,9-23-819 16</inkml:trace>
  <inkml:trace contextRef="#ctx0" brushRef="#br0" timeOffset="104534.233">12745 9406 1535 0,'0'0'1919'16,"0"0"-1637"-16,-3 75-90 0,-1-32 187 15,-2 11 63-15,-1 6-17 0,3 6-121 0,-1 2-92 16,2-2-115-16,-4 3-49 16,-1-5-36-16,-3-3-12 0,1-5-45 15,-1-7-40-15,5-11-27 0,3-9 15 0,3-11 28 16,0-10 5-16,6-6 3 0,5-2-3 15,4-11-12-15,2-10-9 0,2-5-1 16,2-8-36-16,1-3-23 0,-3-1 4 0,0 4 60 16,-5 3 44-16,0 7 37 0,-5 11 54 15,1 8 54-15,-3 5 24 0,-1 10 34 16,1 8 14-16,-4 3-43 0,0 9-49 16,-3 0-27-16,2 3 6 0,-2-1 12 15,1-1-9-15,4-2-4 0,1-6-11 16,0-3-23-16,2-6-32 0,0-5-1 15,2-5-1-15,0-3-19 0,2-1-16 16,1-1-8-16,1-7-19 0,1 3-26 16,-4-1-23-16,3 2-60 0,-5 0-38 0,-2 4-89 15,-1 0-248-15,-1 0-613 0,-1 0-825 0</inkml:trace>
  <inkml:trace contextRef="#ctx0" brushRef="#br0" timeOffset="105558.636">13408 10134 1803 0,'0'0'793'0,"0"0"-346"0,0 0-197 15,0 0-40-15,0 0 65 0,0 0-49 16,0 0-56-16,0 0-33 0,0 0 24 16,0 0-19-16,62 42-22 0,-43-36-18 15,-5-1-23-15,-1 0-17 0,-3-3-1 16,-2 1-12-16,-2-1-1 0,0-2-8 16,-3 1-22-16,2 0-17 0,-2-1-1 15,-2 0-1-15,5 0-11 0,-1 0 12 16,3-2-2-16,0-4-16 0,1-2-7 15,1 2-2-15,-3-2 9 0,-1 1-1 0,-3 4 16 16,1-1-18-16,-2 4 18 0,-2 0-25 16,0 0-30-16,0 0-80 0,0 0-96 15,-2 0-106-15,-2 0-223 0,3 0-624 16,-5 0-922-16</inkml:trace>
  <inkml:trace contextRef="#ctx0" brushRef="#br0" timeOffset="106424.147">13578 10131 202 0,'0'0'343'0,"0"0"-197"0,0 0-38 15,0 0 917-15,0 0-467 0,0 0-164 16,0 0-96-16,0 0 9 0,0 0-34 16,0 0-40-16,7 43-31 0,-2-42-37 0,3 0-13 15,2-1-10-15,1 0-24 0,4-7-26 16,3-5-28-16,0 0-24 0,0-5-6 16,-1-2-28-16,-4 1-6 0,0-1-34 15,-6 0-30-15,0 0-1 0,-4 2 13 16,-3-1-19-16,0 1 10 0,0 0 8 15,-4 2 53-15,-5-1 29 0,0 4-29 0,-5 2 3 16,1 2 28-16,-1 3 3 0,-1 3 12 16,0 2-43-16,-1 0 0 0,-2 4 28 15,2 10-30-15,-2 3 27 0,-1 4-1 16,-1 8 1-16,1 1 15 0,2 4 0 16,0 2-3-16,3 1-3 0,3 1 21 15,5 2 15-15,6-5 43 0,0-1-21 0,5-4-35 16,7-6-48-16,3-1 3 15,2-7-15-15,-1-3-37 0,4-6 25 0,0-2 9 16,2-5-64-16,1 0-27 0,2-6-32 16,-1-5-42-16,-2-6-47 0,-1-1-101 15,-1-2-160-15,-6 4-267 0,1-9-652 0</inkml:trace>
  <inkml:trace contextRef="#ctx0" brushRef="#br0" timeOffset="106743.421">13856 10012 699 0,'0'0'671'0,"0"0"758"0,0 0-964 15,2 70-43-15,-2-43-12 0,0-2-31 0,0 2-67 16,0-3-83-16,0-3-94 0,0-3-59 16,0-7-51-16,0-2-25 0,1-4-52 15,2-5-30-15,4 0-28 0,3-2-21 16,3-8-5-16,-1-3-18 0,4-5-12 15,-2 0-5-15,-3 2 15 0,0 1 58 16,-4 2 57-16,1 2 22 0,-3 4 19 16,-4 0 38-16,1 6 63 0,-2 1 15 15,0 0 24-15,0 4-16 0,0 7 24 16,0 2-31-16,0 5-3 0,0 2-13 0,0 0 36 16,0-2-42-16,0-2-1 0,0-3-39 15,3-5-55-15,0-4-15 0,2-2-61 16,5-2-13-16,0-8-8 0,5-7-99 15,4-6-69-15,1-6-126 0,-4 5-400 16,8-17-963-16</inkml:trace>
  <inkml:trace contextRef="#ctx0" brushRef="#br0" timeOffset="106951.203">14269 9544 1850 0,'0'0'130'0,"0"0"501"16,0 0-40-16,-19 102-117 0,14-55-39 15,1 3 27-15,3 7-38 0,1 0-95 16,0 4-107-16,1-3-68 0,6-2-51 16,-1-4-58-16,0-4-45 0,1-5-27 15,0-9-51-15,3-6 20 0,0-7 16 16,-1-8-31-16,1-2-48 0,-3-6-31 0,-2-4-19 16,-2-1-40-16,-3 0-130 0,-3-9-188 15,-3 1-477-15,-13-10-326 0</inkml:trace>
  <inkml:trace contextRef="#ctx0" brushRef="#br0" timeOffset="107118.117">14057 10017 954 0,'0'0'554'0,"0"0"1113"0,0 0-1285 0,0 0-57 15,0 0 29-15,0 0-10 0,0 0-18 16,0 0-11-16,0 0-87 0,89-24-71 16,-52 13-72-16,4-1-42 0,-2-1-43 15,0-4-24-15,1 1-63 0,-3 0-77 16,-4 0-76-16,1-1-90 0,-7 1-303 15,-6 6-750-15,1-2-1015 0</inkml:trace>
  <inkml:trace contextRef="#ctx0" brushRef="#br0" timeOffset="107580.326">14600 9981 3400 0,'0'0'437'16,"0"0"-327"-16,0 0 100 0,0 0 191 0,0 0-14 15,20 69-140-15,-14-57-128 0,0 0-85 0,-2-2-33 16,3 1-1-16,2-2-3 0,-4 1 3 15,3 1-1-15,-2-3-44 0,-1 2-43 16,2-2 17-16,-2 0 29 0,-2 2 41 16,1 0 1-16,-2-2 0 0,-2 0-16 15,0 1-21-15,0-2 0 0,0 0 13 16,0-1-1-16,1-1-12 0,2-2-8 16,1 0-17-16,3 1 1 0,3-1 12 15,2-1 49-15,2 0 0 0,1-1 0 16,2-1-62-16,-1 0 16 0,1 2-13 15,-2 2-3-15,0 1 36 0,-1 3 26 16,0 4 10-16,-3 3-7 0,2 0 34 16,-3 6 22-16,-2 4 30 0,-2 0 13 0,-1 3-4 15,-4 2 9-15,-1 4-34 0,0 2-5 16,0 6 81-16,0 2-12 0,-6 1-88 16,-5-1-28-16,-3-2-15 0,-3-2 24 15,-3-9-9-15,-1-2 10 0,3-9 2 0,0-3-15 16,5-7 3-16,2-5 7 15,3-5-26-15,4-4-2 0,3-10-37 0,1-7 4 16,1-4 9-16,9-6 3 0,3-6-4 16,4-7-8-16,-2-3 6 0,6-5-19 15,2 0-18-15,-1 2-61 0,3 0 1 16,1 4 1-16,-2 3-12 0,3 2-52 16,-5 4-147-16,-5 9-367 0,9-4-908 0</inkml:trace>
  <inkml:trace contextRef="#ctx0" brushRef="#br0" timeOffset="107721.974">15563 10151 3966 0,'0'0'534'15,"0"0"-364"-15,0 0 115 0,0 0 127 16,0 0 12-16,0 0-74 0,0 0-142 16,0 0-208-16,0 0-60 0,0 0-82 0,0 0-42 15,-38-11-94-15,22 9-308 0,-11 2-1075 0</inkml:trace>
  <inkml:trace contextRef="#ctx0" brushRef="#br0" timeOffset="110589.272">6015 8514 977 0,'0'0'593'15,"0"0"-246"-15,0 0-142 0,0 0 267 16,0 0 78-16,0 0-222 0,0 0-157 0,0 0-38 15,0 0 15-15,0 0 22 0,-1-32-49 16,-4 32-52-16,-2 8-32 0,1 6-3 16,-4 10 4-16,0 12 5 0,3 13 25 15,-2 14 34-15,1 10 37 0,-4 10 8 0,-1 6-61 16,-3 5-47-16,-5 5-36 16,-4 1 0-16,-1-1-3 0,0-3 0 0,-1-6 15 15,2-9-3-15,1-10 7 0,5-7-19 16,2-12-1-16,5-12 0 0,4-9-10 15,3-10-20-15,4-11-30 0,1-7-58 16,6-3-53-16,5-10 8 0,7-8 56 16,3-4 15-16,1-4 18 0,0 1 13 15,-1 1 3-15,-1 5 21 0,-4 6 15 16,4 5-1-16,-3 8 24 0,-1 3 58 0,0 12 32 16,0 11 31-16,1 8-3 0,-2 10-31 15,0 7-1-15,0 7-18 0,2 5 49 16,-1 3-25-16,1 4 0 0,-1 2 0 15,-2 4-40-15,-2 4-9 0,-5 1 2 0,-1 1-14 16,-6-1-15-16,0 1-16 16,-4-5-18-16,-2-3-25 0,-1-5-12 0,1-4-30 15,2-1 2-15,1-5-24 0,3-4-56 16,0-5-56-16,0-7-64 0,4-11-72 16,3-13-305-16,2-11-844 0</inkml:trace>
  <inkml:trace contextRef="#ctx0" brushRef="#br0" timeOffset="111541.365">16360 8666 355 0,'0'0'1179'16,"0"0"-33"-16,0 0-754 0,24-67 10 0,-17 48-133 15,3 1-93-15,3-1-50 0,0-2-19 16,2 2 2-16,1-1 6 0,1 3-16 0,-1 4-18 15,2 3-7-15,0 10 9 16,-1 6-9-16,3 16 30 0,-1 11 67 0,-2 14-12 16,-7 12-77-16,-3 3-49 15,-7 7 7-15,0-1 2 0,-4-1-2 16,-6-1 8-16,0-1-32 0,-3-2-13 0,0-1 0 16,1-4-3-16,-2-4-2 0,5-5-12 15,-3-6 13-15,4-5-2 0,1-8 1 16,4-5-13-16,2-1-24 0,1-5-16 15,0 0 16-15,8 1 11 0,3 0-5 16,4 3-7-16,5 4 10 0,-1 5 13 16,1 5 17-16,3 4 2 0,-1 4 16 0,1 5 3 15,-1 1-20-15,-3 1 1 16,-4-1-2-16,-2-2-1 0,-3-1-26 0,-4-2-4 16,0-3 4-16,-2-1-4 15,-4-1 13-15,2-1-9 0,-2 0 11 0,0 0 15 16,0 3 1-16,-5 0 2 0,1 4-2 0,0 2-20 15,-5-3-35-15,3-2 20 0,-4-8 33 16,1-6 1-16,-2-6-51 0,2-6-24 16,2-3-16-16,1-7-38 0,-1-3-12 15,3-5-25-15,3 0-87 0,-1-11-231 16,1 2-324-16,-1-18-749 0</inkml:trace>
  <inkml:trace contextRef="#ctx0" brushRef="#br0" timeOffset="112296.151">18887 9493 1296 0,'0'0'618'0,"0"0"-132"0,0 0-118 15,0 0-15-15,0 0 20 0,0 0-22 16,0 0-12-16,0 0-40 0,0 0-71 16,0 0-56-16,0 0-38 0,-95-12-2 15,71 38-7-15,-1 10-4 0,-1 10-33 0,5 12-12 16,2 7-6-16,4 5-16 0,4-1 1 16,4-5-13-16,4-14-3 0,3-10-15 15,4-14-24-15,9-14-15 0,9-8-24 16,2-4-6-16,8-11 11 0,5-12-20 15,2-3 2-15,0-8-29 0,-3-4-17 16,-1-2-20-16,-2 0-4 0,-4 1-6 16,-5 3 24-16,-2 1 3 0,-5 3 24 15,-4 2 25-15,-4 2 15 0,-5 3 24 16,-1 4 13-16,-3 4 55 0,0 6 31 16,0 4 40-16,0 7-37 0,0 0-59 0,0 11-5 15,0 6 14-15,6 8-8 0,0 6 11 16,1 6 7-16,-1 3 24 0,1 0 0 15,-2-1-24-15,1-7-49 0,-1-7 0 0,0-8-52 16,4-6-85-16,0-6-46 0,1-5-34 16,0-2-69-16,1-2-322 0,2-15-855 0</inkml:trace>
  <inkml:trace contextRef="#ctx0" brushRef="#br0" timeOffset="112533.64">19349 9531 2100 0,'0'0'537'16,"0"0"-29"-16,0 0-97 0,0 0-2 16,0 0-33-16,74 81-79 0,-61-56-73 0,2 1-65 15,-4 0-52-15,0 2-73 16,-2-2-18-16,-3-4-15 0,-3 1-1 0,-1 1 2 16,-2-4-2-16,0 2-2 0,-3-2 0 15,-2-7-1-15,2-1 2 0,3-7 0 0,0-3-17 16,0-2 17-16,0-2-21 0,8-6-4 15,5-8 26-15,4-3 18 0,3-9-18 16,3-1-11-16,3-4-53 0,1-3-43 16,-2 0-25-16,-1-1-52 0,-2 3-95 15,0-1-194-15,-6 10-481 0,5-11-630 16</inkml:trace>
  <inkml:trace contextRef="#ctx0" brushRef="#br0" timeOffset="112848.295">19884 9651 3816 0,'0'0'585'0,"0"0"-347"0,0 0-137 16,0 0 22-16,0 0 122 0,19 68-62 16,-7-68-53-16,2 0-51 0,5-10-45 0,1-6-34 15,3-3 0-15,0-4-73 0,-4 0-21 16,-2 2-4-16,-4 1 28 0,-3 4 19 16,-7 1 23-16,-3 4 26 0,0 3 1 0,-7 2-10 15,-7 1-1-15,-2 5 9 0,-6 0-13 16,-1 14 15-16,-1 6 1 0,-1 5 49 15,-1 6-9-15,3 4 15 0,3 2 15 16,3 3-22-16,2-1-9 0,4 1-39 16,3-3 0-16,4-3 1 0,4-8 32 15,6-2 0-15,11-10-33 0,11-5-46 16,6-2 10-16,12-7 36 0,2 0-3 16,4-7 0-16,0-6-165 0,-2-4-12 15,3-3 9-15,1-1-26 0,0-2-97 16,-1-1-179-16,-2 0-324 0,-12 6-625 0,9-8-197 15</inkml:trace>
  <inkml:trace contextRef="#ctx0" brushRef="#br0" timeOffset="113494.791">21365 8771 1653 0,'0'0'804'0,"0"0"-218"16,0 0-212-16,0 0-117 0,0 0-5 15,0 0-29-15,0 0-24 0,0 0-50 0,0 0 15 16,25 93 78-16,-11-36-58 0,-3 11-32 16,-2 10-12-16,-4 6 9 0,-3 5 5 15,-2 2-21-15,0-4-45 0,-5-4-25 16,1-9-39-16,0-10-24 0,4-10-22 16,0-11-14-16,0-10-27 0,7-11-1 15,3-6-45-15,3-9-33 0,5-7-46 0,4 0-71 16,3-13-90-16,0-5-302 0,-4 2-361 15,5-14-577-15</inkml:trace>
  <inkml:trace contextRef="#ctx0" brushRef="#br0" timeOffset="113659.86">21745 9491 2756 0,'0'0'577'0,"0"0"-165"16,0 0-103-16,16 70 93 0,-13-41-14 15,-3 3-85-15,0 2-105 0,0-2-74 16,0-2-54-16,-2-5-43 0,2-8-27 0,0-3-39 15,0-9-107-15,2-1-43 16,-1-4-21-16,4-1-63 0,-3-9-148 0,3-5-229 16,-1 1-527-16,-2-11-466 0</inkml:trace>
  <inkml:trace contextRef="#ctx0" brushRef="#br0" timeOffset="113813.135">21752 9257 1539 0,'0'0'1345'0,"0"0"-859"0,0 0-153 15,0 0 7-15,0 0 62 0,0 0-93 16,0 0-98-16,93-15-61 0,-67 15-55 16,-2 0-89-16,-1 0-6 0,-3 0-174 15,-3 0-102-15,1 0-69 0,-2 1-171 16,-6-1-580-16,-2 4-695 0</inkml:trace>
  <inkml:trace contextRef="#ctx0" brushRef="#br0" timeOffset="114412.455">21992 9457 2511 0,'0'0'1103'0,"0"0"-810"0,-8 81-126 16,8-51 104-16,0 1 152 0,-1 1-59 16,1-5-50-16,0-3-126 0,0-2-76 0,1-8-55 15,2-7-27-15,4-1-30 16,2-6-29-16,3 0-7 0,4-7-19 0,5-10-23 16,3-3-1-16,2-5-15 0,2 0-15 15,-2-1-4-15,-2 2 22 0,2 2 42 16,-3 0 3-16,-4 4-18 0,1 0 15 15,-3 6 27-15,-3 5 22 0,-3 2 83 16,0 5 18-16,0 0 12 0,-3 7-7 16,2 4 10-16,-4 2-13 0,1 3-12 15,-1-2-10-15,0 0-20 0,0-3-58 16,2-1-3-16,0-2-30 0,3-3-88 0,-1-4-40 16,5 0-12-16,2-1-10 0,1-2 0 15,3-6-44-15,0-2-169 0,1-2-127 16,-2 1 7-16,0 0 26 0,0 0-95 15,-2 0 89-15,0-1 421 0,-3 0 72 16,-1 1 127-16,-4 2 259 0,-1-1 157 0,0 3-36 16,-7-1-144-16,1 5-44 0,-3 2 7 15,0 1-34-15,0 0-52 0,-4 0-53 16,-3 2-43-16,0 2-41 0,-2-1-39 16,0 0-44-16,-2 0-20 0,2 1-2 15,0-3 1-15,1 1-1 0,-1-2-11 16,1 0 11-16,-4 0-1 0,2 2 3 15,0 0 2-15,-1 3 35 0,0 1-1 16,1 5-2-16,0 2 5 0,0 2 16 16,3 6 18-16,0-2 24 0,1 0-40 0,3-3-30 15,3-4-27-15,0-4-23 0,0-2-22 16,7-2-19-16,0-2 25 0,4-2 5 16,4 0 1-16,1-3-12 0,3-6-25 15,1-3 6-15,6 1 15 0,-1 0-3 16,3 0 1-16,-2 1 20 0,-3-2 29 15,-2 1-157-15,-3 3-102 0,-5-3-7 16,0 5 19-16,-4 0-40 0,-3 2-109 0,-3 1-55 16,-2 2 93-16,-1-3 69 0,0 3 12 15,-3-3-91-15,-3 2-115 0,3-1-114 16</inkml:trace>
  <inkml:trace contextRef="#ctx0" brushRef="#br0" timeOffset="116369.171">22611 9554 293 0,'0'0'1555'0,"0"0"-955"0,0 0-133 16,0 0-89-16,0 0-7 0,12 74-34 16,-4-60-55-16,0-5-50 0,0 2-50 15,2-4-56-15,0-2-18 0,-1-5-4 16,2 0 21-16,3 0-9 0,1-11-40 15,1-1-40-15,4-4-36 0,-1-3-40 16,1-4-40-16,0-2-26 0,-1 0-28 0,1 0-13 16,-2-3 15-16,-7 3 21 0,-1 1 3 15,-4 1 49-15,-4 2 10 0,-2 0 15 16,0 5 34-16,-6 0 16 0,-4 4 27 16,-1 1 16-16,-3 3 21 0,3 2-43 15,-4 2 1-15,2 4 8 0,-4 0-19 16,3 4-11-16,-1 9 11 0,-1 4 26 15,-2 4 2-15,2 8 18 0,-1 2 7 0,0 6-7 16,3 4-3-16,-2 3-3 0,1 1-21 16,1 2-22-16,2 0 0 0,1-2 1 15,6-5-1-15,0-3 9 0,5-6 7 16,0-2-7-16,5-8-33 0,6-4 0 16,6-3 0-16,5-6-11 0,6-7-7 15,6-1-31-15,6-13-30 0,2-6-36 0,6-5-35 16,-1-5-21-16,2-5-41 0,-4 0-53 15,0 0-113-15,-6-1-145 0,-3 2-174 16,-10 6-420-16,5-10-241 0</inkml:trace>
  <inkml:trace contextRef="#ctx0" brushRef="#br0" timeOffset="116752.735">23271 9360 2418 0,'0'0'615'0,"0"0"-274"15,0 0-42-15,0 0 151 0,-44 76-59 16,22-36-61-16,0 6-70 0,-2 0-56 0,-1 2-28 15,3-2-21-15,4-8-61 0,2-3-40 0,6-10-54 16,6-7 0-16,4-8-30 0,0-5-67 16,10-5-12-16,6-3-22 0,3-11-2 15,5-5-32-15,3-3-37 0,-2-7-86 16,-1 2-31-16,0-1 60 0,-4-1 48 16,0 3 0-16,-4-2 1 0,-1 2 96 15,-3-3 114-15,-3 4 31 0,-2 5 116 16,-4 5 27-16,-1 3 22 0,0 7-21 15,-1 5-8-15,-1 1-2 0,2 11 11 16,-1 6 46-16,2 6-26 0,-3 6-34 16,0 3 9-16,0 0 17 0,0 0-70 15,0-6-71-15,-3-4-47 0,0-2-15 16,2-6-37-16,1-4-36 0,0-4-3 16,0-3-18-16,0-3-37 0,3-1-47 0,3-5-34 15,2-6-72-15,5-2-120 16,0-5-82-16,4-2-154 0,0-2-166 0,0 1 11 15,-3-4 34-15</inkml:trace>
  <inkml:trace contextRef="#ctx0" brushRef="#br0" timeOffset="117231.7">23500 9495 512 0,'0'0'694'0,"0"0"-63"16,0 0-41-16,0 0-36 0,0 0-81 15,0 0-68-15,0 0-94 0,0 0-63 16,0 0-31-16,65 70-2 0,-65-43-1 16,-5 0-37-16,0-2-43 0,2-1-46 15,3-5-24-15,0-6 2 0,2-4-41 16,6-6-25-16,1-3-31 0,7-2-32 15,1-9-38-15,6-6-5 0,6 0-34 16,1-4-3-16,4-1 17 0,-1 3 56 16,-4-2-87-16,-5 4-93 0,-6 2 45 0,-3 7 108 15,-1 3 78-15,-5 5 19 0,-2 0 118 16,-2 12 152-16,-4 1-14 0,-1 4-103 16,0 3-46-16,0-3-15 0,-3 1 2 15,0-5-8-15,3-2-44 0,0-1-32 0,0-4-10 16,3-5-18-16,2 2-3 15,2-3-10-15,1 0-8 0,3 0-10 0,4 1-21 16,3 6 12-16,3 1 58 0,2 10 76 16,1 6-76-16,-1 5-67 0,-1 9 67 15,0 3 78-15,-2 5-4 0,-2 2-41 16,-5-2-8-16,-2-1-13 0,-5 0 9 16,-2-5 15-16,-4 0 7 0,0-4 9 15,-12-4 8-15,-5-1 7 0,-9-5 15 16,-2-4-28-16,-4 1-26 0,-3-6-7 15,-1-4-8-15,0-5-13 0,3-3-12 0,1-5-34 16,6 0-2-16,5-11 15 0,6-2 10 16,8-10 23-16,7-8 0 0,0-7-49 15,15-10-3-15,7-9 25 0,5-6-28 16,8-5-21-16,2 0-48 0,5 1-41 16,3 6-12-16,3 7 11 0,5 7-1 0,2 4 37 15,0 8-6-15,1 5-58 16,-1 2-26-16,-3 3-58 0,-15 5-383 0,11-3-915 15</inkml:trace>
  <inkml:trace contextRef="#ctx0" brushRef="#br0" timeOffset="118533.474">25234 9086 170 0,'0'0'2705'0,"0"0"-2164"0,0 0-174 16,20 71-27-16,-14-28 119 0,-1 11-53 0,-5 5-80 16,0 2-113-16,-8-4-77 0,-2-5-54 15,0-6-46-15,4-13-36 0,3-10-9 16,2-9-15-16,1-9-64 0,0-3-57 15,3-2-35-15,4-10-45 0,4-8-53 16,3-10-225-16,-5 4-501 0,5-20-759 0</inkml:trace>
  <inkml:trace contextRef="#ctx0" brushRef="#br0" timeOffset="118648.942">25349 8893 2172 0,'0'0'662'0,"0"0"-112"0,0 0-94 15,0 0-42-15,0 0-86 0,0 0-137 0,0 0-128 16,80 10-63-16,-61-7-92 16,-1-3-167-16,2 0-77 0,-1 0-142 0,-3 0-631 15,1 1-806-15</inkml:trace>
  <inkml:trace contextRef="#ctx0" brushRef="#br0" timeOffset="118945.565">25572 9150 2756 0,'0'0'481'0,"-18"75"-96"15,8-38-76-15,1 5 154 0,-4 5 11 16,2 1-89-16,2-9-99 0,3-6-111 16,3-9-81-16,3-10-48 0,0-5-43 0,9-6-3 15,1-3-40-15,8 0-5 0,2-8-43 16,4-6-48-16,7-4-46 16,0-6-13-16,5 0 21 0,-3 0 12 0,-1 1-44 15,-5 4-23-15,-3 3 33 0,-3 4 74 16,-4 7 122-16,-4 3 78 0,-4 2 75 15,0 7 33-15,-5 3-1 0,0 3-10 0,-2 1-10 16,-1 3-58-16,1 3-3 0,-2 0-4 16,1 0-12-16,1-4-30 0,1-2-58 15,-1-2-21-15,1-3-61 0,4 0-101 16,-1-3-76-16,3 0-70 0,-3-2-218 16,11-4-921-16</inkml:trace>
  <inkml:trace contextRef="#ctx0" brushRef="#br0" timeOffset="119352.924">26326 9243 3134 0,'0'0'509'0,"0"0"-169"16,0 0 29-16,-110 60 57 0,68-20-13 16,-3 4-69-16,6 4-90 0,5-2-49 15,6-6-63-15,12-7-72 0,6-9-58 0,10-10-12 16,2-7-21-16,14-5-13 0,8-2-5 15,6-4-6-15,6-9-3 0,5-6-25 16,2-6-23-16,-3-3-7 0,1-3-6 16,-2-1 18-16,1-2-3 0,-3 0 15 15,-1-4 3-15,1-4 15 0,-4-5-58 0,1-3-101 16,-1-5-47-16,-3-7-80 0,-3-4 22 16,-4-1-110-16,-3 1-111 0,-4 4 124 15,-4 8 422-15,-6 11 36 0,-1 14 247 16,-2 10 22-16,-2 8 26 0,-1 7 7 15,0 4-102-15,-1 5-24 0,-4 6 2 16,-4 8-60-16,-3 5-10 0,0 7-3 16,-2 9 21-16,-1 7 6 0,1 5 20 15,-3 7 3-15,-3 5-34 0,1-1-30 0,-4 0-30 16,0-7-55-16,4-3-42 0,3-10-10 16,6-8-47-16,8-9-19 0,2-8-27 15,11-5-36-15,6-8-12 0,5-5-61 16,6 0-121-16,3-11-254 0,3-2-410 15,-8 4-291-15,16 0-230 0</inkml:trace>
  <inkml:trace contextRef="#ctx0" brushRef="#br0" timeOffset="119620.199">26807 9412 2242 0,'0'0'1170'0,"0"0"-519"0,0 0 49 0,0 0-278 16,0 0-115-16,0 0-67 0,0 0-32 0,93 52-93 16,-65-69-61-16,3-2-54 0,3-6-48 15,-3-3-40-15,1-1-66 0,-5 1-3 16,-5 0 33-16,-4 0 27 0,-7 3 3 15,-7-2-1-15,-4 0 4 0,0 6 18 16,-10 3 73-16,-4 5 30 0,-5 8 10 0,-1 5 42 16,-6 9-24-16,0 9 0 0,-1 9 24 15,0 6 36-15,1 5 27 16,0 3-9-16,3 1-30 0,-1-1-18 0,4-4-22 16,2-8-33-16,10-6-33 0,3-9 0 0,5-7-39 15,3-4-30-15,7-3-40 0,6-7-21 16,5-6-67-16,7-4-106 0,6-5-291 15,-9 5-793-15,24-13-821 0</inkml:trace>
  <inkml:trace contextRef="#ctx0" brushRef="#br0" timeOffset="119801.022">27483 9310 3981 0,'0'0'678'0,"0"0"-484"0,-15 99-38 15,2-53 243-15,-1 12 37 0,-6 4-73 16,3 2-147-16,-3 3-113 0,4-1-25 15,1-1-9-15,2-3-36 0,1-8-33 16,6-3-15-16,4-9-42 0,2-6-9 0,0-8-12 16,4-5 20-16,2-6 13 0,-1-6-96 15,0-9-40-15,-5-2-15 0,0-6-95 16,-6-7-171-16,-4-6-282 0,3 1-575 0,-10-24-293 16</inkml:trace>
  <inkml:trace contextRef="#ctx0" brushRef="#br0" timeOffset="120014.294">27297 9207 1527 0,'0'0'640'0,"31"-67"-416"0,-9 49-98 16,4 2 183-16,5 3 181 0,3 2-103 15,-1 7-107-15,1 2-100 0,1 2-34 16,-3 2-7-16,-3 6-21 0,-7 2-19 16,-6 3-19-16,-9 2-16 0,-7 4 13 15,-5 1 2-15,-13 4 4 0,-7 2-16 16,-6 4-18-16,-5 5 12 0,-7 0 0 15,-6 3-22-15,-4-1-2 0,-1 1-37 16,-1-4-19-16,4-1-60 0,4-7-82 0,7-3-53 16,4-5-109-16,13-7-279 0,-2-2-969 15</inkml:trace>
  <inkml:trace contextRef="#ctx0" brushRef="#br0" timeOffset="120179.117">27613 9593 3864 0,'0'0'544'0,"0"0"-374"0,0 0-136 16,0 0 19-16,0 0-7 0,0 0-46 16,0 0-142-16,0 0-93 0,0 0-210 15,0 0-629-15,-88-79-1503 0</inkml:trace>
  <inkml:trace contextRef="#ctx0" brushRef="#br0" timeOffset="149108.952">681 11676 1896 0,'0'0'1821'0,"0"0"-1547"16,0 0-234-16,0 0-24 0,0 0 110 0,0 0 95 16,78 33-8-16,-49-27-62 15,2 1-37-15,7-3 35 0,4 3 22 16,4-3-25-16,0-1-36 0,0 1 8 16,2-1-24-16,2 1-40 0,-2 1-8 0,4-3-13 15,-2 2-9-15,2-2-22 0,3 1 0 16,1-3-1-16,3 0-2 0,3 0 1 15,0-3 0-15,6-3-12 0,1-3-3 0,7-3-6 16,2 0 2-16,6-3 18 0,2 0 1 16,5-1-40-16,0 4 16 0,1 0 24 15,3 0-3-15,0 5-24 0,2-1 6 16,1 0 6-16,1 5-4 0,2-2 1 16,1 1-15-16,6-3 12 0,1 4 6 15,4-2-7-15,4-1 20 0,0 0-1 16,4 0-33-16,0 0-16 0,3-1 13 15,-2 1 2-15,4 1 16 0,-1 1 6 16,5 1-3-16,-2 3 2 0,3 0-1 16,1 0 17-16,1 0 12 0,0 3-12 0,4 1-3 15,3-4-21-15,2 0 21 0,4 0 3 16,4 0 17-16,6-7-15 0,2-2 1 16,3 0 6-16,1-1-9 0,-1-2-2 15,2 0-16-15,0-2 18 0,0 4 0 0,1-1 18 16,0 3 7-16,-2 2-25 15,-2 0-13-15,-2 2 13 0,1 4 1 0,2-3-1 16,-1-1 1-16,0 3-3 0,2-2 4 16,0 0-1-16,0-1-1 0,-1 1-6 15,1-2 6-15,0-1 1 0,1 1 1 16,0 0 32-16,0 0-32 0,3 2-2 16,-3-1-16-16,0 3 13 0,-1-1 2 15,3-2 1-15,-1 4 0 0,7 0 2 16,-3-1 22-16,3 1-24 0,3 0-30 15,1-2 30-15,4 0 6 0,2-3 6 16,2-2-12-16,3 0 18 0,0 0-18 0,-2-1-9 16,2-1 9-16,-1-1 10 0,1 1-10 15,1 1 30-15,-1 0 7 0,1 1-37 16,-2 1-12-16,-1 0 12 0,4 1 24 16,-1-2-9-16,3 0 3 0,0 3-18 0,-1-3-12 15,3 1 12-15,1-2 2 0,6-2 20 16,3 1-7-16,2-2 36 15,4 0-23-15,0-2-26 0,0-1-2 0,6 0 33 16,0-2 6-16,4 2 1 0,1-1-34 16,0-1-5-16,3 0-1 0,-2 0 0 15,5-2 2-15,0 3 28 0,4-2-30 16,1 2-36-16,1-2 35 0,2 3 1 0,1-2 3 16,1 2-3-16,-1-2-5 0,-2 3 5 15,0-1 1-15,0 0 20 0,-1-1-20 16,-3 2-1-16,0-1-36 0,-3 2 36 15,3-2 2-15,-2 3 25 0,2-2-27 16,-4 2-20-16,-1 3 8 0,-1-2 12 16,-2 3 1-16,2 0 14 0,-3 2-15 15,-4 1-21-15,-2 4 19 0,-2-3 2 0,-1 3 14 16,-3 0 1-16,2 0-15 0,-1 0-46 16,-3 0 28-16,2 0 17 0,0-3 0 15,1 0 1-15,1-2-2 0,-2 2-40 16,-1-1 24-16,-4 0 15 0,0 1 3 15,-4 0 0-15,-4 1 0 0,-5 1-6 0,-9-1-7 16,-3 1 12-16,-2 0 1 0,-8 1 0 16,1-2 19-16,-5 2-19 0,0 0-28 15,-2 0 10-15,-1 0 0 0,-2 0 15 16,-3 0 0-16,-6 0 0 0,-9 0-22 16,-7-1-20-16,-10-1-37 0,-10 0 24 15,-11-2-18-15,-12 1-34 0,-12-1-52 16,-11-2-115-16,-10 3-148 0,-11-1-242 15,-18 0-532-15,-6-4-748 0</inkml:trace>
  <inkml:trace contextRef="#ctx0" brushRef="#br0" timeOffset="159991.898">3252 12689 889 0,'0'0'2185'0,"0"0"-1821"0,0 0-35 15,0 0 64-15,-13-77-2 0,13 70-37 16,0 5-76-16,0 0-89 0,0 2-68 0,0 4-69 15,2 7-49-15,2 12 12 0,3 10 37 16,-3 14-4-16,1 15 6 0,-5 16-50 16,0 11-4-16,-6 8-14 0,-5 1 14 15,-1-2 1-15,3-10-1 0,1-12 0 16,5-12-1-16,2-15-20 0,1-14-51 16,0-9-59-16,0-10-33 0,1-6-28 15,6-8-86-15,0 0-144 0,2-15-245 16,3-10-71-16,-4 2-779 0,-1-31 110 0</inkml:trace>
  <inkml:trace contextRef="#ctx0" brushRef="#br0" timeOffset="160242.378">3053 12657 1456 0,'0'0'1275'0,"0"0"-743"16,0 0-211-16,32-66 42 0,-10 49-3 15,2 3-103-15,6 5-88 0,2 4-37 16,3 5-12-16,1 0-29 0,0 10-23 15,0 6-50-15,-3 8 6 0,-1 7 1 0,-6 7-24 16,-3 9 14-16,-3 5-12 0,-6 4-3 0,-1 2 0 16,-6 1-2-16,-4 1-1 0,-3 1 3 15,-7 1 15-15,-6-3-12 0,-4 1 9 16,-5-3 0-16,-1-1-12 0,-1-5-16 16,2-7-20-16,-1-4-16 0,0-9-15 15,5-10-13-15,0-8 4 0,3-5-28 16,-3-7-19-16,-1-1-50 0,0-5-53 15,2-7-81-15,4-2-245 0,3 2-249 16,10-16-941-16</inkml:trace>
  <inkml:trace contextRef="#ctx0" brushRef="#br0" timeOffset="160435.3">3826 13159 2292 0,'0'0'1285'0,"0"0"-1045"16,0 0-30-16,0 0 190 0,0 0-70 0,24 73-42 15,-24-44-108-15,-7 5-71 16,0 2-54-16,-3-1-28 0,3-1-25 16,1-1-2-16,0-5-20 0,0 0-7 0,4-9-89 15,-1 0 7-15,0-7-7 0,-2-7-28 16,1-3-44-16,-3-2-136 0,-5-7-356 16,4-3-844-16</inkml:trace>
  <inkml:trace contextRef="#ctx0" brushRef="#br0" timeOffset="160595.865">3617 12972 2232 0,'0'0'1271'0,"0"0"-1024"15,0 0-84-15,0 0 257 0,0 0-13 16,0 0-149-16,82-19-142 0,-66 18-98 16,0-1-18-16,2 2-23 0,0 0-72 15,2 3-156-15,0 8-116 0,-7-3-310 0,0 17-1171 16</inkml:trace>
  <inkml:trace contextRef="#ctx0" brushRef="#br0" timeOffset="160844.274">4065 13222 2667 0,'0'0'450'16,"0"0"-29"-16,0 0 73 0,0 0-106 0,0 0-64 15,0 0-156-15,71 83-88 0,-63-57-10 0,-5 2-9 16,0 3-24-16,-3 0-19 0,0 0-18 15,0-5 0-15,0 2-3 0,0-7-12 16,0-7-3-16,0-4 15 0,0-5 3 16,0-5 12-16,0 0 3 0,0-6 25 15,0-7 5-15,0-5-23 0,0-7-5 16,0-5-17-16,0-7-18 0,0-1-7 16,4-1-39-16,2 3-95 0,1-1-24 15,3 3-54-15,-1 5-166 0,1 6-627 16,3-3-993-16</inkml:trace>
  <inkml:trace contextRef="#ctx0" brushRef="#br0" timeOffset="161277.047">4553 13193 948 0,'0'0'0'0,"0"0"-85"15,0 0 30-15,0 0-11 0,0 0 14 0,0 0-59 16,0 0-19-16,0 0-23 0,0 0-33 15,0 0 127-15,0 0 59 0,6 34 196 16,-6-34-4-16,0 0-55 0,-3-2-16 16,-1-1-46-16,1 1 283 0,-1-2-211 15,-3 0-102-15,4 2 27 0,-1-2 48 16,1 1 30-16,0 2 12 0,1 0 36 16,1 1 39-16,-1 0 32 0,1-1 8 0,1-1-17 15,0 1 2-15,0 0-2 0,-2-1-23 16,1 1-14-16,1-1-22 0,0 0-34 15,-3 2-46-15,3-2-50 0,0 2-25 0,0-1-12 16,0 1-15-16,0 0-16 16,0 0-2-16,0 0-1 0,0 0-1 0,0 0 1 15,0 0 1-15,0 0 17 0,0 0 1 16,0 0 2-16,0 0-2 0,0 0 14 16,0 0 1-16,0 0-9 0,0 0-22 15,0 0 15-15,0 0-3 0,0 0 1 16,0 0-16-16,-2 0 0 0,0 0-22 15,2 0-8-15,-1 0-13 0,1 1-25 16,-2-1-15-16,2 2-6 0,0-2-10 16,0 0-31-16,0 0-66 0,0 0-112 15,0 0-281-15,0 0-785 0,7-3-528 0</inkml:trace>
  <inkml:trace contextRef="#ctx0" brushRef="#br0" timeOffset="161625.332">4654 13236 749 0,'0'0'1962'0,"0"0"-1631"0,0 0-155 15,0 0 120-15,0 0 80 0,-76-26-106 16,60 32-80-16,3 7-22 0,-1 6-11 0,4 7-34 16,1 5-28-16,1 8-6 15,2 2 18-15,3 2 39 0,0 1-9 0,3-4-46 16,0-8-46-16,0-5-27 0,0-11-18 16,6-8-15-16,3-7-10 0,3-1-5 15,4-12 18-15,9-7 0 0,4-13-28 0,2-8-66 16,-1-12-95-16,2-5-50 15,-2-5-97-15,-1 0-239 0,-7 14-400 16,5-25-445-16</inkml:trace>
  <inkml:trace contextRef="#ctx0" brushRef="#br0" timeOffset="161967.418">4901 12650 2077 0,'0'0'1492'16,"0"0"-1233"-16,0 0-133 0,0 0 138 15,0 0 123-15,7 104-55 0,-5-55-100 16,-2 6-68-16,1 6-27 0,-1 4 6 15,3 5-31-15,-3 1-46 0,0 1-42 0,0-3-15 16,-4-2-9-16,1-7-21 0,0-10-33 16,0-10-10-16,3-12-12 0,0-10-17 15,0-8-5-15,0-10 1 0,3 0-15 16,4-10-4-16,3-8 48 0,2-6-5 16,3-9-10-16,-2-3-6 0,2 2 6 15,-1 2-34-15,-2 8 56 0,1 11 61 16,-3 8 24-16,-1 5 81 0,-1 5 30 0,1 8 22 15,0 5-44-15,-1 7-15 0,2 3-13 16,-1 3 0-16,0 0 43 0,0-2 14 16,0 1-96-16,-3-4-34 0,0-4-12 15,1-6-12-15,-3-4-25 0,1-5-20 16,-3-2-37-16,0-4-25 0,1-1-21 16,-2 0-21-16,4 0-51 0,2-1-158 0,0-5-151 15,6 0 41-15,1-4-660 0,-4 2-914 16,8-10 1956-16</inkml:trace>
  <inkml:trace contextRef="#ctx0" brushRef="#br0" timeOffset="162381.368">5349 13477 2062 0,'0'0'1304'0,"0"0"-974"0,0 0-198 0,0 0 88 15,0 0 220-15,0 0-52 0,74 69-153 16,-53-64-131-16,0-5-43 0,3-3-10 0,3-11-17 16,1-6-11-16,0-9-23 0,0-4-27 15,-2-3-65-15,-3-2-45 0,-4 5-25 16,-4 2 6-16,-5 1 24 0,-2 6-22 16,-4 1 24-16,-4 4 15 0,0 2 34 15,-1 3 81-15,-8 2 6 0,0 6 63 16,-2 3 30-16,2 3-12 0,-3 2-44 15,0 8-18-15,-3 5 21 0,-2 4 16 16,1 8 12-16,-1 2-13 0,-2 5-9 16,3 3-9-16,1 0-6 0,0 1-35 15,2-5 20-15,3-2-4 0,3-6 28 0,2-7 12 16,2-2-34-16,3-5-17 0,0-1-7 16,0-3-34-16,3 0-12 0,3-2-6 15,0 0-15-15,4-1-47 0,-3 0-21 16,0-3-7-16,1-1-32 0,0 0-3 0,1 0-91 15,-2 0-133-15,2-1-165 0,1-6-147 16,-3-1-407-16,-1 1 108 0,4-8 954 0</inkml:trace>
  <inkml:trace contextRef="#ctx0" brushRef="#br0" timeOffset="162973.363">5178 12603 1702 0,'0'0'590'16,"0"0"-160"-16,0 0-333 0,0 0-81 15,0 0 70-15,0 0 91 0,0 0 8 16,0 0-67-16,0 0 50 0,0 0 22 15,39 78-48-15,-22-26-14 0,-1 8-24 16,4 9 37-16,0 9 14 0,-1 4-19 16,-2 5-53-16,-2 5-40 0,-3-2-27 15,-1 2-13-15,-4-6 9 0,1-7-9 16,-2-9-3-16,-3-11-15 0,4-13-16 16,-2-10-40-16,3-11-12 0,4-10-81 0,1-6-51 15,4-8-40-15,4-1-54 0,3-13-76 16,-6-1-322-16,13-25-680 0</inkml:trace>
  <inkml:trace contextRef="#ctx0" brushRef="#br0" timeOffset="163508.525">6062 12658 3339 0,'0'0'586'0,"0"0"-464"0,15 73-119 16,-7-29 51-16,-2 14 143 0,-1 7 137 16,-1 8-61-16,3 2-77 0,0 6-47 15,0-2-27-15,1 4-19 16,-2-6-36-16,-3 0-52 0,-1-6-12 0,0-13-3 16,3-8-2-16,-2-15 0 0,2-14-25 15,-2-6-19-15,1-9 1 0,0-3 2 16,-1-3 1-16,0-2-19 0,1-8 0 15,-2-6 6-15,-2-6-6 0,0-3 22 16,-9-5-35-16,-4-2 16 0,-10 0 34 0,-6 0 11 16,-4 1-27-16,-4 2-12 0,0 3 13 15,7 5 39-15,9 5 43 0,8 9 28 16,10 2 15-16,3 5-47 0,10 0-39 16,11 0 43-16,11 0 15 0,9 0-12 15,5-2-13-15,9-5-32 0,-1-5 1 16,1-3-2-16,-3-1-43 0,-5-1-64 0,-3 3-61 15,-7 3-35-15,-5 3-81 0,-7 5-201 16,-7 3 21-16,-9 0-1304 0,-9 7 263 16</inkml:trace>
  <inkml:trace contextRef="#ctx0" brushRef="#br0" timeOffset="163912.005">2284 14394 1406 0,'0'0'185'0,"0"0"1047"0,0 0-867 0,76-39 8 15,-21 27-10-15,14 0-53 0,12 2-68 16,10 1-47-16,8 5-51 0,9 1-27 0,9 3-29 16,8 0-11-16,9 4-1 15,10-1 25-15,9-3 75 0,6 0-70 0,7-3-71 16,5-4-34-16,6-4-2 0,5 1-13 16,3-3-1-16,4 0-9 0,-1-1-28 15,-4 2 1-15,-2 1-31 0,-5 1 27 16,2 0 37-16,-2 3 2 0,-3 0-54 15,-5 0 22-15,-7 0 8 0,-7-2-30 16,-11-1 27-16,-12-1-18 0,-11-1-22 16,-12 2-34-16,-13-4-99 0,-12 3-311 15,-28 2-739-15,-2-9-1282 0</inkml:trace>
  <inkml:trace contextRef="#ctx0" brushRef="#br0" timeOffset="164059.311">7713 13910 3469 0,'0'0'1936'15,"0"0"-1845"-15,0 0-91 0,0 0-298 0,0 0-81 16,0 0-130-16,-27-66-476 0,6 61-388 16,-31 5-504-16</inkml:trace>
  <inkml:trace contextRef="#ctx0" brushRef="#br0" timeOffset="174754.863">8439 12430 2066 0,'0'0'798'0,"0"0"-567"0,0 0-40 16,0 0 16-16,0 0 157 15,0 0-10-15,0 0-53 0,0 0-76 0,0 0-44 16,0 0-43-16,-15 3-40 0,24-2-37 16,6 1-13-16,12 3 56 0,8 1 93 15,9 0-73-15,5-1-63 0,6-1-25 16,3-4 0-16,1 0-24 0,1 0-12 16,-1-8-16-16,0-2-5 0,-5-3-15 15,1-2-28-15,-4 1-51 0,-4 1-15 16,-6 0-28-16,-9 2-46 0,-6 5-133 0,-13 0-276 15,-6 5-579-15,-7-1-695 0</inkml:trace>
  <inkml:trace contextRef="#ctx0" brushRef="#br0" timeOffset="174952.795">8802 12527 1003 0,'0'0'2094'0,"0"0"-1906"0,-13 76-124 16,13-38 105-16,0 10 203 0,0 2-5 15,0 0-94-15,0 1-91 0,7 2-53 16,-2 0-56-16,-1 1-30 0,3-2-24 16,-2-1 2-16,3-7-21 0,-1-2-6 15,2-9-58-15,5-5-77 0,2-6-50 16,4-3-35-16,2-7-26 0,6-1-221 0,-1-9-564 16,-6-2-501-16,13-8 469 0</inkml:trace>
  <inkml:trace contextRef="#ctx0" brushRef="#br0" timeOffset="175285.527">9445 12974 3094 0,'0'0'547'0,"0"0"-383"0,0 0-73 0,-76 20 139 16,48-2 115-16,-2 5-104 0,5 6-85 16,1 0-52-16,5 0-30 0,7-4-22 15,7-1-52-15,5-6-12 0,0-5-4 16,3-1-20-16,5-6-13 0,7-4 36 15,2-2 10-15,6-3-18 0,3-10-13 16,0-4 13-16,3-3-34 0,-2-3-22 0,-1 0-31 16,-3 3 37-16,-4 2 13 0,-2 5 14 15,-4 5 1-15,-1 2 18 0,-5 6 25 16,-1 0 3-16,-2 8 90 0,-1 6 31 16,0 5-10-16,-3 3-19 0,0 3-3 15,0-1 3-15,-3-1-13 0,2-2-18 16,-1-6-40-16,2-5-24 0,0-8-57 15,0 0-4-15,7-2 18 0,3-3 0 0,-1-7-52 16,7-5-34-16,0-6-65 0,2-4-75 16,1-5-170-16,0-4-224 0,-2-2-507 15,-2 10-516-15,3-26 1373 0</inkml:trace>
  <inkml:trace contextRef="#ctx0" brushRef="#br0" timeOffset="175510.432">9876 12337 1812 0,'0'0'1408'0,"0"0"-1242"16,0 0-137-16,0 0 73 0,0 0 188 0,0 0 84 16,34 71-66-16,-31-30-59 0,-1 7-58 15,-2 10-48-15,0 5-30 0,0 3-37 16,-3 6-30-16,-2 0-13 0,-3 3-20 0,2-2-13 16,-3-5-55-16,2-8-43 15,3-6 10-15,1-10-56 0,3-6-9 16,3-10 12-16,7-9-72 0,3-9-29 15,9-9-173-15,2-3-236 0,11-16 24 0,2-9 249 16,6-8-776-16,-10 6 473 0,18-23 459 16</inkml:trace>
  <inkml:trace contextRef="#ctx0" brushRef="#br0" timeOffset="175716.611">10343 12943 280 0,'0'0'538'0,"0"0"-375"16,0 0 1418-16,0 0-1246 0,0 0-56 16,0 0 11-16,0 0-50 0,0 0-35 15,0 0-114-15,-93-6 17 0,49 35 10 0,2 5 37 16,-3 2 9-16,2 1-49 0,7-2-26 15,6-7-31-15,8-5-27 0,9-4-4 16,7-8-27-16,6 0-30 0,0 0 8 16,11 0 22-16,6 3 29 0,5-3-29 15,6 1 1-15,7-3-1 0,5-5 1 16,3 1 1-16,6-4-2 0,2-1-34 16,1 0-83-16,1 0-3 0,-4-1-131 0,-3-4-134 15,-4 1-15-15,-4 1-165 0,-11 0-480 16,3 1-664-16</inkml:trace>
  <inkml:trace contextRef="#ctx0" brushRef="#br0" timeOffset="177155.598">10506 13054 157 0,'0'0'2130'0,"0"0"-1736"16,0 0-117-16,0 0-85 0,0 0 92 16,0 0 7-16,0 0-42 0,51 71-104 15,-25-66-49-15,3-3-43 0,1-2 10 16,2-4-11-16,0-8 23 0,2-4-20 16,-2-4-11-16,0-3-10 0,-3-3-33 15,-5-2-1-15,-5 3-59 0,0 0 37 16,-8 4-9-16,-2 1-6 0,-5 2 35 15,-3 3-43-15,-1 1 45 0,-5 1 37 16,-5 1-9-16,-3 4-25 0,-6 1-3 0,0 2 0 16,2 4 0-16,0 1 13 0,1 9 18 15,-3 7-12-15,3 9 12 0,-4 6 9 16,2 6-3-16,0 5 3 0,2 5-16 16,2 0-5-16,1 1-4 0,7-3 1 15,3-1-13-15,3-7 52 0,2-5-40 16,9-8-14-16,4-2-1 0,6-7-2 15,1-1 0-15,8-2-16 0,-1-2-19 0,4-3-108 16,0-3-3-16,2-4-47 0,4 0-84 16,3-4-86-16,8-8-286 0,5-4-593 15,-15 1-411-15</inkml:trace>
  <inkml:trace contextRef="#ctx0" brushRef="#br0" timeOffset="191903.769">12043 12631 1391 0,'0'0'101'15,"0"0"920"-15,0 0-711 0,0 0 11 16,0 0 52-16,0 0 31 0,29-69-35 16,-9 62-75-16,2 3-4 0,2 1-52 15,2 3-31-15,-1 0-43 0,-5 8-43 16,0 2-30-16,-3 5-36 0,-4 2-1 15,-1 6 37-15,-2 3-28 0,-6 4-30 16,-1 5-14-16,-3 0-16 0,-3 3-2 0,-4-1-1 16,-3-1-19-16,0-1-11 15,1-3 3-15,1-2-18 0,2-7-13 0,2-7-2 16,4-7-1-16,0-9-8 0,0 0 20 16,6-12 19-16,5-5-12 0,3-5 8 15,2-8 4-15,0-3 0 0,3-1-7 16,-3-5 4-16,2 4 5 0,2-1 27 0,1 3-2 15,0 4 3-15,-1 5 12 0,-2 5 13 16,-4 3 2-16,-1 7 0 0,-1 3 7 16,-2 2 17-16,0 2-8 0,-1 2-16 15,0 0-6-15,0 7-18 0,0 5 9 16,-2 5-8-16,0 3 23 0,-4 5-3 16,-1 3 3-16,-2 3 4 0,-2-1-18 15,-4 5-13-15,-5-4-3 0,4 1-43 16,-2-2-63-16,1-2-15 0,3-2-10 15,4-4-30-15,1-2-35 0,0-3-62 0,4-4-190 16,6-4-223-16,2-5-76 0,5-3-494 16,-6-1-24-16,12-1 981 0</inkml:trace>
  <inkml:trace contextRef="#ctx0" brushRef="#br0" timeOffset="192366.442">12918 12657 635 0,'0'0'1374'15,"0"0"-585"-15,0 0-311 0,0 0-103 16,0 0-20-16,0 0-36 0,0 0-40 16,0 0-61-16,51 70-25 0,-29-56-34 0,7-1-34 15,7-2-10-15,3-3-21 0,9-1-39 16,1-2-25-16,3-1-21 0,2-3-9 16,-3 2-1-16,-1-2 0 0,-2 1 0 15,-8-1-16-15,-4-1 17 0,-10 2 0 16,-4 0-2-16,-11 0-1 0,-5-1-9 15,-6 3 9-15,0-1 3 0,-7 2 52 16,-10 7-14-16,-5 0-38 0,-7 1-24 0,-3 4 9 16,-1-1 15-16,-4-1 1 0,0 2 1 15,-5-1-1-15,0 2-2 0,-3-4 1 16,2 3-16-16,0-3-47 0,5-1-19 16,4-1-27-16,6-4 5 0,8-3 16 15,7-1-50-15,7-3-67 0,3-1-152 16,3 0-199-16,3 0-225 0,6-3-421 15,1 2-279-15</inkml:trace>
  <inkml:trace contextRef="#ctx0" brushRef="#br0" timeOffset="192682.202">13672 13052 1542 0,'0'0'981'16,"0"0"-392"-16,0 0-280 0,0 0-87 16,0 0 65-16,0 0-11 0,0 0-24 15,0 0-70-15,0 0-62 0,0 0-25 16,-84 59-3-16,55-38-40 0,-4 5-37 15,-6 0-15-15,-4 4 3 0,-6 0 8 0,-1 3-11 16,0-1 0-16,2-1 0 0,6-5 0 16,4-3-25-16,11-5-33 0,5-9-71 15,11-3 9-15,2-5-25 0,6-1-50 16,3-5-183-16,3-6-222 0,7-7-593 0,0 4-250 16</inkml:trace>
  <inkml:trace contextRef="#ctx0" brushRef="#br0" timeOffset="193120.646">14120 12711 463 0,'0'0'2327'0,"0"0"-1911"0,0 0-91 0,0 0 45 16,95 14-22-16,-69-6-63 16,3-1-115-16,-2 3-54 0,-2 1-36 0,-4 1-52 15,-5 1-27-15,-3 4 0 0,-3 2 1 16,-10 5 19-16,0 1 31 0,-6 5-27 15,-9 1-7-15,-3 1-3 0,-5 1-14 16,0 3 1-16,-4-3 0 0,2 0 11 16,-1-2-10-16,6-3 15 0,2-3 6 15,6-6 22-15,6-2-6 0,6-4-1 16,0-4 13-16,13-3-16 0,4 0-15 0,9-3-20 16,5-1 0-16,3-2 20 15,5 0-21-15,6-8-17 0,1-2-1 0,3-3-52 16,0-4-67-16,1-4-65 0,-3 1-71 15,-1-2-170-15,-13 3-616 0,7-4-703 0</inkml:trace>
  <inkml:trace contextRef="#ctx0" brushRef="#br0" timeOffset="193609.998">15960 12757 837 0,'0'0'2078'0,"0"0"-1611"0,0 0-122 15,0 0-1-15,0 0-17 0,0 0-40 0,20 76-69 16,-14-35-74-16,2 10-59 0,-2 14-33 15,-3 9 6-15,-3 6 18 0,0 6 24 16,-3 3-42-16,-3-1-49 0,0-6-9 16,1-6-36-16,0-10-13 0,3-14 16 15,2-9-1-15,0-14 1 0,0-7-16 16,2-9-27-16,0-6-28 0,3-7-12 16,-1 0-34-16,2-10-59 0,2-11-79 15,0-5-182-15,-1-9-174 0,0-4-416 16,-4 9-478-16</inkml:trace>
  <inkml:trace contextRef="#ctx0" brushRef="#br0" timeOffset="193862.143">15955 12771 16 0,'0'0'2313'0,"0"0"-1970"0,0 0 1 0,0 0-66 15,0 0 93-15,0 0-56 0,87-24-64 16,-59 20-74-16,1 0-38 0,2 4-18 15,0 0 17-15,-3 4-15 0,-4 3-53 16,-3 5-30-16,-4 1 9 0,-8 1-31 16,-5 1 3-16,-4 3 37 0,-4 3-18 15,-8 0-28-15,-6 1-12 0,-5 2-17 16,-4 2-41-16,-4-1-21 0,1 3-38 16,1-3 13-16,4-6-9 0,5-3-32 15,7-4-65-15,5-9-111 0,6-3-133 0,2-2-136 16,6-13-229-16,8-5-676 0,0 2 1208 15,16-15-6-15</inkml:trace>
  <inkml:trace contextRef="#ctx0" brushRef="#br0" timeOffset="194125.982">16403 12868 130 0,'0'0'1627'0,"0"0"-457"16,0 0-719-16,16 75-40 0,-16-47-12 0,0-2-91 16,0-4-43-16,0-6-29 0,0-7-47 15,1-6-55-15,10-3-76 0,4-4-31 16,6-12-27-16,8-5-15 0,4-7-40 15,5-4-21-15,0-2-52 0,-1 3 9 16,-1 0 12-16,-8 3 6 0,-7 5 0 16,-8 5-1-16,-9 2 31 0,-4 1 52 15,-13 4 19-15,-6 3 59 0,-5 2 15 0,-2 4 49 16,2 2-40-16,-1 2-13 16,3 6-21-16,1 4-47 0,2 2-2 15,5 0-2-15,4-1-16 0,3-2-16 0,2 0-64 16,5-3-126-16,0-2-92 0,0 3-316 15,6-1-533-15,0-4-591 0,-1 3 1290 0</inkml:trace>
  <inkml:trace contextRef="#ctx0" brushRef="#br0" timeOffset="195062.933">16865 12689 284 0,'0'0'36'0,"0"0"6"16,0 0 36-16,0 0-52 0,0 0 13 15,0 0 662-15,0 0 54 0,0 0-457 16,81-21-10-16,-76 21-24 0,1 1 57 15,-3 1-9-15,-1-1-77 0,-1-1-24 0,-1 3-9 16,0-2-3-16,0 0-3 0,0 0-45 16,0-1-59-16,0 0-36 0,0 1-23 15,0 1-14-15,0-2-18 0,0 0-1 0,0 0-2 16,0 0-9-16,0 0 11 16,2 0 25-16,-1 0-7 0,-1 0-15 0,0 0 15 15,0 0-3-15,0 0 7 16,0 0-7-16,0 0 6 0,0 0-5 0,0 0 2 15,0 0-15-15,0 0 9 0,0 0-11 16,0 0 2-16,0 0-1 0,0 0-2 16,0 0 0-16,0 0-2 0,0 0-1 15,0 0 0-15,0 0-9 0,0 0 0 16,0 0 9-16,0 0 0 0,0 0-13 16,0 0 13-16,0 0 2 0,0 0 0 15,0 0 0-15,0 0 1 0,0 0 0 0,0 0 0 16,0 0 0-16,0 0-2 0,0 0-10 15,0 0 0-15,0 0-4 0,0 0 1 16,0 0 13-16,0 0-1 0,0 0-9 16,0 0 11-16,0 0 0 0,0 0 1 15,0 0 0-15,0 0 0 0,0 0 2 0,0 0 1 16,0 0 9-16,0 0-9 0,0 0-1 16,0 0-1-16,0 2-1 0,0-2-2 15,-1 0-16-15,1 0 15 0,-2 1-13 16,2 4 16-16,0-1 7 0,-1-1 11 15,1 3-17-15,0-5-1 0,0 0 2 16,0 1 0-16,0-2 1 0,-2 0-1 0,2 0-1 16,0 0 2-16,0 0 19 0,0 0-21 15,0 0 0-15,0 0 0 0,0 0-1 16,0 1-1-16,0 1-12 0,0 3 13 16,0 2 32-16,0 5-14 0,-1 2-5 15,-1 4 5-15,2 3-6 0,0 2 0 16,0 2-11-16,0 2 0 15,0 1-1-15,0-1-1 0,0 0 1 0,0-1-3 16,0-4 1-16,0-4-16 0,0-4 3 16,0-6-25-16,0-6-52 0,2-2-71 15,-1 0-19-15,2 0 3 0,2-8-21 0,-1-2-111 16,0-3-219-16,-1-3-442 0,-1-2-370 16</inkml:trace>
  <inkml:trace contextRef="#ctx0" brushRef="#br0" timeOffset="195233.573">16868 12552 417 0,'0'0'2121'0,"0"0"-1545"0,0 0-194 15,0 0-138-15,0 0 23 0,0 0-22 16,0 0-43-16,0 0-70 0,0 0-39 16,0 0-32-16,0 0-47 0,72-32-14 15,-47 26-74-15,1 0-80 0,1-5-63 16,3 3-131-16,-8 1-405 0,11-4-1263 0</inkml:trace>
  <inkml:trace contextRef="#ctx0" brushRef="#br0" timeOffset="195517.293">17387 12516 209 0,'0'0'2780'0,"0"0"-2444"0,0 0-130 15,0 0 53-15,-65 73 134 0,45-51-70 0,1 1-116 16,2 0-97-16,3-4-45 0,3-2-22 0,3-2-28 15,2-2-15-15,6 1-15 0,0 0-4 16,2-2 1-16,7-1-13 0,5 1-21 16,3-3 12-16,0 2 6 0,2-1-15 15,-3-2 28-15,-2 1 5 0,-2-1 16 16,-4 0 0-16,-2 3 16 0,-5-3 27 16,-1 3 21-16,-4 1-5 0,-7 0-16 15,-2 3-28-15,-2-2-3 0,2-1 74 16,-1-5-86-16,2-3-52 0,2-4-102 15,3-6-55-15,2-7-26 0,5-6-39 0,2-6-171 16,13-6-350-16,6-7-714 0,-2 8 193 16</inkml:trace>
  <inkml:trace contextRef="#ctx0" brushRef="#br0" timeOffset="195873.3">17742 12152 2562 0,'0'0'479'16,"0"0"-77"-16,0 0 19 0,5 91 24 15,-7-43-102-15,-9 7-51 0,-4 6-14 16,-1 3-56-16,-2 4-59 0,5-1-47 16,-2-1-50-16,4-5-41 0,4-5-25 15,4-6-39-15,3-10-94 0,0-7 12 16,5-5-10-16,2-8 22 0,-3-8 5 16,1-1-9-16,-4-8 0 0,-1-3-56 15,0 0-58-15,-7-7-96 0,-6-3-195 0,-4-6-205 16,-5 0-54-16,0-5-282 0,-2-2 394 15,-1-2 571-15,2-3 22 0,-1-1 10 0,1-1 62 16,1 3 258-16,5 4-154 16,2 6 1116-16,5 6-508 0,7 4-178 0,3 5-154 15,0 1-73-15,8-2-81 0,6 0-6 16,9-3-49-16,7-3-72 0,5-2-56 16,5-2-43-16,1-2-6 0,1 0-96 15,0 0-94-15,-5 3-45 0,-3 0-49 16,-4 3-123-16,-4 1-264 0,-7 4-496 15,-2 2 2-15,-3 2 1122 0,-5 0 49 16</inkml:trace>
  <inkml:trace contextRef="#ctx0" brushRef="#br0" timeOffset="196002.78">17864 12577 36 0,'0'0'267'0,"0"0"-12"0,0 0 1871 15,0 0-1631-15,20 87-154 0,-13-67-126 0,2 4 11 16,4-1 13-16,-1 3 6 0,-1-2 85 16,1-1-130-16,-4 0-127 0,-2-6-42 15,0 0-31-15,-1-4-2 0,-2-4-22 16,0-3-147-16,-3-4-63 0,0-2-57 15,0-2-131-15,-3-4-691 0,0-2-1023 0,-6-9 1823 0</inkml:trace>
  <inkml:trace contextRef="#ctx0" brushRef="#br0" timeOffset="196181.835">17952 12454 1785 0,'0'0'1669'0,"0"0"-1308"0,0 0-192 16,0 0 23-16,0 0 63 0,0 0-60 15,0 0-57-15,0 0-108 0,78 43-30 16,-64-38-86-16,2-3-35 0,1 2-27 16,0-1-66-16,-3 0-65 0,-3 2-94 0,1 0-271 15,-4 4-602-15,-3 2-82 0,-2 0 1185 16,-3 8 55-16</inkml:trace>
  <inkml:trace contextRef="#ctx0" brushRef="#br0" timeOffset="196581.22">18145 12714 985 0,'0'0'202'0,"0"0"1346"0,0 0-1227 16,11 85 14-16,0-59 14 0,2 0 16 15,4-6 27-15,0-2-59 0,-1-4-235 0,3-5-68 16,-3-5-5-16,2-2-25 0,1-2-6 16,4-6-53-16,-1-6-26 0,-2-5-44 15,2-1-60-15,-1-1-46 0,-2 0-47 16,-2 0-80-16,-1-2-36 0,1 5-92 16,-3-2-63-16,1 4 5 0,-2 2 434 0,0 3 114 15,-6 6 32-15,-1 3 111 0,-3 1 257 16,0 8 101-16,1-3-131 0,3 0-174 15,2 0-110-15,7-4 114 0,1-2 70 16,6 0-157-16,-1-8-113 0,1-2-72 16,3-3 5-16,0-1-34 0,-2-2 0 15,-5 0 78-15,-5 1-116 0,-8 1 132 16,-6-1 7-16,0 3 162 0,-14 3-51 0,-5 0 16 16,-5 6 46-16,-4 3 22 15,-3 6 20-15,0 9-60 0,-2 10-41 0,2 4 13 16,2 7 39-16,1-1-23 15,6 1-30-15,5-1-24 0,4-4-34 0,3-5-31 16,8-2-24-16,2-2 0 0,11-2 0 0,9-4 49 16,13-3-10-16,10-4-36 0,7-6-3 15,6-3-170-15,1-3 2 16,2-7-43-16,2-6-60 0,-2 2-305 0,-3-3-633 16,-14 5-1164-16,16-10 2275 0</inkml:trace>
  <inkml:trace contextRef="#ctx0" brushRef="#br0" timeOffset="196850.74">19358 12558 1823 0,'0'0'2187'16,"-11"73"-1939"-16,5-39-201 0,0 4-29 16,-1 3 106-16,2-7 80 0,3-6 42 15,2-7-118-15,0-8-128 0,9-2-91 16,1-4-10-16,0-7-4 0,4 0-15 16,1 0-56-16,0-11-148 0,-3 1-399 15,4-16-1088-15</inkml:trace>
  <inkml:trace contextRef="#ctx0" brushRef="#br0" timeOffset="197004.538">19416 12229 1520 0,'0'0'1663'0,"0"0"-1246"0,0 0-212 16,0 0 50-16,0 0 51 0,77 10-87 0,-59-8-101 0,1 3-95 15,3-3-23-15,1 0-145 0,-2-1-87 16,4 0-206-16,-4 2-578 0,-6-2-1086 15,-2 3 1891-15</inkml:trace>
  <inkml:trace contextRef="#ctx0" brushRef="#br0" timeOffset="197295.163">19595 12594 1683 0,'0'0'2207'16,"0"0"-1962"-16,-9 77-167 0,9-52 127 15,0 6 233-15,0-5-19 0,0-4-155 16,8-6-158-16,3-4-106 0,2-4-30 0,6-3-22 15,1-5-9-15,4 0-8 0,2-2-23 16,2-8-11-16,-3-1-10 0,-1-2-3 16,-3-1 12-16,-6 5 21 0,-5 2 22 15,-4 4 41-15,-3 1 20 0,-3 2 40 16,0 2 37-16,0 5 0 0,-2 3 11 0,-2 1-17 16,1 0-35-16,0 0 4 0,1-2 3 15,2-4-19-15,0-1-24 0,3-4-37 16,5 0-20-16,6-1 8 0,2-10-15 15,5-5-43-15,1-3-75 0,3-5-225 16,-1-4-325-16,0-4-374 16,2-4-235-16,-10 7 209 0</inkml:trace>
  <inkml:trace contextRef="#ctx0" brushRef="#br0" timeOffset="197613.638">20190 12000 1052 0,'0'0'42'0,"0"0"971"0,0 0-286 16,0 0-155-16,16 76-167 0,-15-34-68 0,-1 6 14 15,0 6-15-15,0 1-67 0,0 3-19 16,-2-1-92-16,-1-3-65 0,3-1-47 16,0-4-25-16,3-1-21 0,11-2 36 15,0-7-23-15,5-4-13 0,-3-8-76 16,1-4-30-16,-1-6-28 0,-2-1 4 16,-3-7-62-16,-6-4-50 0,-5-5-106 0,-4 0-69 15,-13-8-69-15,-8-4 57 0,-7-1 124 16,-5-4 180-16,-2-1 125 0,0-4 122 15,3 0 67-15,4-2 3 0,2-1 3 16,6 3 8-16,7 4 11 0,8 5 16 16,6 6 1-16,3 3-64 0,7 1-86 15,12 2-44-15,8-2 34 0,8 1 24 16,5-1 25-16,6-2-35 0,3-2-36 0,3-2-33 16,1-3-16-16,0-2-1 0,0-4-76 15,-2-1-107-15,-1-1-99 0,-4 0-125 16,-7 3-157-16,-5 0-789 0,-11 7-611 15,-3 0 1774-15</inkml:trace>
  <inkml:trace contextRef="#ctx0" brushRef="#br0" timeOffset="197899.46">20573 12628 55 0,'0'0'3535'0,"0"0"-3116"16,0 0-274-16,0 0 14 0,0 0 113 16,0 0-1-16,0 0-99 0,0 0-84 15,0 0-40-15,0 0-48 0,0 0-58 16,103-10-58-16,-70-10-34 0,-1-1-1 15,-5 0-25-15,-4 2-37 0,-4 2-51 0,-11 0 101 16,-2 3 148-16,-6 0 15 0,0 5 59 16,-8 2 48-16,-7 6 28 0,-1 1 15 15,-4 10 5-15,0 8-4 0,-3 4-31 16,1 3-31-16,-1 0-3 0,6 4-21 16,-2-4 8-16,5 0 0 0,2-3-24 15,5-4-43-15,4-4-6 0,3-3-43 16,6-4 4-16,11 0-53 0,8 0-21 0,6-2 24 15,8-2 30-15,5-3-181 0,2-1-265 16,0-6-156-16,1-2-128 0,-2 2-666 16,-9 0 696-16</inkml:trace>
  <inkml:trace contextRef="#ctx0" brushRef="#br0" timeOffset="198354.65">21257 12425 1926 0,'0'0'2019'15,"0"0"-1703"-15,0 0-223 0,0 0-18 16,0 0 73-16,-94 31 98 0,62-1-77 16,-2 6-68-16,0 8 8 0,3-2 10 0,9-3 21 15,11-3-67-15,5-5-4 0,6-6-69 16,3-6-15-16,8-2-15 0,8-6 0 15,3-1-31-15,7-7-42 0,4-3-19 16,5-2 0-16,4-5-6 0,0-3 12 16,1-2 23-16,-2 5 50 0,-5 0-61 15,-4 3-85-15,-5 4 59 0,-4 3 49 0,-5 8 48 16,-4 3 33-16,-6 7 19 0,-2 2 24 16,-3 7-15-16,-3 1-16 0,-3 5-11 15,-3 0 16-15,-2 4-16 0,-3-2 0 16,-3 4 20-16,-3-2 23 0,-3 1 36 15,-5-1 0-15,-4 1-2 0,1-2 17 16,-3-1 9-16,0-6 16 0,-1 0-10 16,0-5-67-16,5-5 6 0,3-3-28 15,4-7-21-15,9-5-41 0,2-7-14 16,6-3 16-16,3-12-32 0,3-7-5 16,9-9-16-16,5-8 27 0,8-9 16 0,5-11-84 15,4-7-46-15,5-11-146 0,6-2-300 16,0-6-666-16,-11 21-439 0,15-28 1331 15</inkml:trace>
  <inkml:trace contextRef="#ctx0" brushRef="#br0" timeOffset="198688.08">21744 12747 1413 0,'0'0'2476'16,"0"0"-2156"-16,0 0-155 0,-31 69 21 0,31-57 109 15,0-5-87-15,8-5-113 0,10-2-95 16,7-5-46-16,9-11-15 0,2-3-58 15,6-6-99-15,-2-2-97 0,-5-3-104 16,-5 2 28-16,-8 0 99 0,-5 0 129 16,-8 0 163-16,-7-3 64 0,-2-1 48 0,-9 1 126 15,-4 5 31-15,-3 2 2 0,1 9-25 16,1 8 1-16,0 7-68 0,-1 13-102 16,-2 10-16-16,-3 8 16 0,-2 11 36 15,3 2 85-15,1 0-65 0,3 0-54 16,2-7-45-16,6-5-34 0,6-4-15 15,1-6-70-15,11-4 15 0,9-5 31 0,0-2 38 16,2-6-46-16,0-5-106 16,-1-1 34-16,5-9-31 0,1-4-127 0,4-4-290 15,3-3-459-15,0-3 210 0,2-2-588 16,-2-1 912-16</inkml:trace>
  <inkml:trace contextRef="#ctx0" brushRef="#br0" timeOffset="198851.291">22352 12565 866 0,'0'0'144'0,"0"0"1544"16,0 0-1133-16,0 0-354 0,0 0-134 15,0 0-1-15,11 80 39 0,-14-61 43 0,-4 0-4 16,1-2-36-16,-2 1-15 16,2-3 1-16,2-1 5 0,2-5 105 0,2-4-74 15,5-4-53-15,10-1-13 0,9 0 3 16,7-8-30-16,9-3-18 0,0-5-19 0,0-2-80 16,2-1-6-16,-5 1-46 15,1 1-97-15,-5 3-56 0,-4 6-333 16,-8 3-678-16,-9 2-880 0</inkml:trace>
  <inkml:trace contextRef="#ctx0" brushRef="#br0" timeOffset="199004.238">22956 12840 2402 0,'0'0'2158'0,"0"0"-2029"16,0 0-129-16,0 0-77 0,0 0-12 15,-81 4-1-15,59-8-65 0,2-1-130 0,-2 2-491 16,5-1-1361-16,-16-2 1622 0</inkml:trace>
  <inkml:trace contextRef="#ctx0" brushRef="#br0" timeOffset="204140.365">24578 11797 627 0,'0'0'1511'0,"0"0"-224"0,0 0-894 0,0 0-157 15,0 0-73-15,0 0 63 0,0 0 15 0,20 81-72 16,-14-35-31-16,-1 8-19 0,1 5-43 16,-2 4-3-16,0 6-9 0,-3 1-12 15,-1 0-19-15,0-1-30 0,0 0 13 16,0-4-14-16,0-5 0 0,0-5-1 16,0-7-1-16,2-9 15 0,5-4 6 15,3-6-6-15,2-8-15 0,-1-4 2 16,2-5 0-16,5-3 0 0,-5-7 13 15,5-2-15-15,-2 0-12 0,3-11 0 16,-1-1 9-16,1-3 1 0,1-6 2 16,1-3 15-16,-2-7 0 0,2-7-14 0,0-8 0 15,4-9-1-15,1-11-3 0,3-7-15 16,1-5-24-16,3 0-52 0,1 2-1 16,0 8 16-16,0 10 27 0,-6 10 31 0,-2 14-13 15,-6 10 7-15,-4 9 2 0,-5 6-2 16,-5 3 12-16,-6 4-28 0,0 2-62 15,0 0-70-15,-3 0-97 0,-7 4-150 16,2 0-332-16,-16 9-840 0</inkml:trace>
  <inkml:trace contextRef="#ctx0" brushRef="#br0" timeOffset="204360.034">24415 12456 2323 0,'0'0'1213'0,"0"0"-1002"0,0 0-135 0,0 0 78 16,0 0 203-16,0 0-97 0,0 0-97 0,0 0-59 15,0 0-30-15,0 0 2 0,113-2 7 16,-65-5-22-16,3-3-25 0,1 1-27 16,5-3-9-16,-1 0-24 0,1-1-98 15,-1 2-34-15,-2 0-34 0,-4 2-26 16,-2 2-85-16,-6 6-177 0,-3-3-543 15,-11 3-615-15,7 1 988 0</inkml:trace>
  <inkml:trace contextRef="#ctx0" brushRef="#br0" timeOffset="205519.472">25850 12598 680 0,'0'0'82'0,"0"0"-59"0,0 0 1328 15,0 0-856-15,0 0-113 0,0 0-59 16,0 0-12-16,0 0-14 0,0 0-74 16,0 0-55-16,0 0-60 0,12 0-24 15,-4-7-26-15,0-2-8 0,4-3-16 16,-1-2-16-16,3-2-6 0,0 3-10 16,0-2 0-16,1 0 19 0,-4 2-6 15,3 0-14-15,-2 3-1 0,-2-1-2 0,-1 5 0 16,-3-1-1-16,-1 4 0 0,0-1-9 15,-2 0 10-15,0 3-13 0,1-1-10 16,-3 2-9-16,0 0-6 0,-1 0 6 16,0 0-3-16,0 0 9 0,0 0 7 0,0 2 21 15,0 3 0-15,0 2 21 0,0 6 41 16,0 3-10-16,0 4-33 0,0 6-7 16,0 2 10-16,0 6 9 0,-2 1 5 15,-4 3-14-15,3 4-10 0,-1 0 16 16,-2 2-10-16,-1 1-16 0,-3-1 0 15,0 0-2-15,-1 0 0 0,-1-5 0 16,0 3 6-16,-1-6-6 0,2 0 28 16,0-5-9-16,-1-1 8 0,4-6 4 15,0-3-10-15,0-5 4 0,1-4-4 16,4-4-6-16,1-4-12 0,2-2 13 16,0 0-1-16,0-2 3 0,-2 0-2 0,1 0-3 15,-2-2-13-15,-2-5-37 16,-1-3-70-16,-2-4 34 0,-1-5-16 0,-1-4-16 15,0-5-40-15,4-8-72 0,-1-4-74 16,4-6-178-16,0-8-582 0,2 11-461 16,-2-26 710-16</inkml:trace>
  <inkml:trace contextRef="#ctx0" brushRef="#br0" timeOffset="205695.395">25873 12275 1630 0,'0'0'536'0,"0"0"78"0,0 0-245 16,0 0-6-16,0 0 70 0,77-48-101 16,-56 40-137-16,3-2-90 0,1 4-55 0,0 0-29 15,1 0-21-15,-2 4-27 0,2-4-96 16,-4 1-116-16,1 5-65 0,-1-1-103 16,0 1-325-16,-7 0-959 0,6 0 566 0</inkml:trace>
  <inkml:trace contextRef="#ctx0" brushRef="#br0" timeOffset="207973.769">27779 12380 689 0,'0'0'192'0,"0"0"661"0,0 0-33 15,0 0-295-15,0 0-155 0,0 0 0 16,0 0 1-16,0 0-58 0,0 0-51 15,0 0-63-15,0 0-49 0,-56-33-25 0,47 34-37 16,-5 9-27-16,0 4 15 0,-4 9 15 16,1 4-9-16,-2 7-10 0,3 0-2 15,1 3-1-15,1-4-11 0,0-2-22 0,5-7-24 16,2-5-12-16,4-6-33 0,3-3-36 16,0-7-71-16,8-3-41 0,10 0-20 15,6-5-30-15,7-9-235 0,4-5-834 16,-8 2-1052-16,10-16 1371 0</inkml:trace>
  <inkml:trace contextRef="#ctx0" brushRef="#br0" timeOffset="208293.51">28032 12447 2100 0,'0'0'1447'16,"0"0"-1204"-16,-48 85-16 0,28-49 309 15,1 2-48-15,4-3-120 0,5-7-183 0,5-7-112 16,5-4-55-16,1-6-15 0,11-2 0 15,4-3 9-15,4 0-9 0,6-5-3 0,2-1-12 16,6-3-54-16,-1-7-22 0,1-3 3 16,-3-1 12-16,-3-2 0 0,-3 0-9 15,-6 0 15-15,-4-3 15 0,-4-2 25 16,-5 0 5-16,-3 0 22 0,-3-3-18 16,-3 0 5-16,-3 3 13 0,-3 0 30 15,-1 3 19-15,1 5-31 0,1 5 7 16,-1 4-25-16,-2 4-2 0,0 0-20 15,-3 9 4-15,-3 3-6 0,2 5-4 16,-1 1-3-16,3 3-20 0,3-2-54 16,0 1-94-16,1 1-179 0,3-1-288 0,3 1-549 15,-2-5-629-15,5 1 1786 0</inkml:trace>
  <inkml:trace contextRef="#ctx0" brushRef="#br0" timeOffset="209753.938">28598 12375 378 0,'0'0'652'16,"0"0"775"-16,0 0-975 0,0 0-27 15,3 87-54-15,-1-41-28 0,3 10-18 0,-2 11-75 16,-2 5-120-16,-1 6-14 0,0 3 4 15,-3 3-22-15,-5-3-37 16,-5 1-19-16,0-4-39 0,-3-5 0 16,3-6-2-16,-1-7-1 0,5-8-15 0,2-13-21 15,4-5 2-15,0-10-9 0,3-9-51 16,0-4-23-16,0-4-6 0,0-2-15 16,0-5-32-16,0 0-66 0,4-5-154 15,2-8-197-15,1-6-185 0,-1-7-452 0,2-5 267 16,-3 5 804-16,-4-19 45 0</inkml:trace>
  <inkml:trace contextRef="#ctx0" brushRef="#br0" timeOffset="209998.082">28572 12568 280 0,'0'0'1801'0,"0"0"-1403"0,0 0-95 0,0 0-4 15,0 0 68-15,65-77 34 16,-48 64-136-16,2 1-63 0,1 2-62 0,0-2-35 15,0 2-13-15,0 1-18 0,-4 2-37 16,-1 3-37-16,-7 1-20 0,0 3-23 16,-5 0-10-16,-3 7 41 0,0 5 12 15,0 5 31-15,-11 6-1 0,-4 4-29 16,-6 4 25-16,-5-1-26 0,-2 3-34 16,-4 0-30-16,2-4-41 0,1 1-29 15,4-10-21-15,6-4-36 0,7-7-17 0,9-4-35 16,3-5-78-16,4-2-291 0,10-8-149 15,5-4-634-15,-5 1 1274 0,12-10-214 16</inkml:trace>
  <inkml:trace contextRef="#ctx0" brushRef="#br0" timeOffset="210265.528">28916 12447 916 0,'0'0'323'16,"0"0"913"-16,0 0-904 0,0 0-53 0,0 0 40 15,0 0-2-15,75-22-81 0,-60 22-109 16,-4 0-53-16,2 1-11 0,-1 6 15 15,-2 0-26-15,0 3 10 0,-3 6-6 16,-3 3 28-16,-1 4 5 0,-3 2-15 16,0 3 6-16,-1 2-22 0,-6-3 6 0,-2 0-42 15,0-3-1-15,1-4-20 16,3-5-1-16,-1-5-3 0,4-2-18 0,2-4-10 16,-2-4-18-16,2 0-6 0,0 0 15 15,0-4-21-15,3-3 21 0,4-1 9 0,4-6 12 16,0-3-2-16,2-6-4 0,0 1-89 15,1-3-45-15,-1-2-34 0,2-4-71 16,1-1-199-16,1-4-348 0,-3 10-747 16</inkml:trace>
  <inkml:trace contextRef="#ctx0" brushRef="#br0" timeOffset="210440.487">29318 12433 2827 0,'0'0'493'0,"0"0"-156"16,-13 71-63-16,9-36 58 0,4-2-25 16,0-5-156-16,0-1-103 0,4-7-48 0,4-3-15 15,0-4-59-15,1-6-99 0,2 0-66 16,0-7-90-16,-3 0-297 0,4-10-777 16,-5 0-200-16,2-15 1296 0</inkml:trace>
  <inkml:trace contextRef="#ctx0" brushRef="#br0" timeOffset="211214.332">29555 12345 95 0,'0'0'2936'0,"0"0"-2480"0,0 0-282 15,0 0 141-15,0 0 70 0,0 0-64 16,0 0-170-16,36 67-102 0,-28-51-49 16,1 2-10-16,2-2-3 0,0 0-39 15,-1-3-46-15,0 4 11 0,-4-3 7 0,-4 1-19 16,1-2 25-16,-3-1 65 0,0 1 9 15,-1 1 3-15,-3-3 18 0,2 1-20 16,1 0 37-16,1 0-4 0,0-2-34 16,5-3-3-16,7 0 3 0,4-3 0 15,1-2 0-15,3-2-13 0,0 0 11 16,2 0-26-16,-2-2 3 0,3-4 25 16,-3 0 1-16,-2-5-1 0,0 4 0 0,1-3-27 15,1-2-11-15,0 3-14 0,-3-1 5 16,-2 1 25-16,-5 2 0 0,1 2-12 15,-4 1 6-15,-3 0 28 0,-1 2 6 16,-2 2 41-16,-1 0 0 0,0 0 30 0,0 0 1 16,0 0-19-16,0 0-13 15,0 0-2-15,0 2-26 0,3-2-18 0,2 1-55 16,3 0 53-16,2-1 2 0,3 0 0 16,-1 0-106-16,1-2-43 0,0-4-10 15,3 0-49-15,-3 0-92 0,2-1-41 16,1-4 146-16,-1 4-97 0,-1-2-99 15,2-1-4-15,-3-1 105 0,0 0 69 16,-2-1-75-16,-2 0-24 0,-3 2-185 16,-2-1 417-16,-3 4 59 0,-1 2-36 15,0 4 65-15,0 1 65 0,0 0 95 16,0 0-10-16,0 1-4 0,-2 4-35 0,-2 0 661 16,1 2 52-16,-2 3-327 0,-1 5-87 15,1 0 6-15,-4 5-57 0,3 0-99 16,2-1-80-16,3-2-48 0,1-1-61 15,2-4-52-15,13-2-16 0,1 1-1 0,10-4 35 16,8-1-10-16,7-2 16 0,6-4 0 16,3-1-43-16,-2-9-55 0,2-1 0 15,-5-3 52-15,-3-3-74 0,-6-2-62 16,-7-3 31-16,-3 2 52 0,-10-3 22 16,-8 0 6-16,-2 0 6 0,-6 0 22 15,-6 3 13-15,-7 5 40 0,-4 5 37 16,-3 7-16-16,-5 3-15 0,-6 13 6 15,-3 10 36-15,0 7 25 0,1 2 64 16,-1 4-10-16,9-1-49 0,2-3-43 16,9-4-55-16,3-3-33 0,8-6-13 0,3-3-20 15,8-5-1-15,9-2-54 0,9-3-9 16,8-5 11-16,7-1 32 0,5 0 32 16,1-8-164-16,-1-4-104 0,-2-4-51 15,-2-1-199-15,-2-2-699 0,-12 4-799 16,12-17 1793-16</inkml:trace>
  <inkml:trace contextRef="#ctx0" brushRef="#br0" timeOffset="211612.733">31264 11926 749 0,'0'0'2079'0,"0"0"-1093"0,-24 88-575 16,13-41-18-16,3 8-18 0,-4 7-55 0,1 1-68 15,-3 1-79-15,-1 0-83 0,-1 0-56 16,-3-4-34-16,2-2 0 0,2-6-46 16,5-8-54-16,0-8 1 0,8-7-14 15,-1-8-14-15,0-9-4 0,1-3 3 16,-2-6-49-16,-2-3-167 0,-5 0-194 0,-2-8-205 16,-5-5-610-16,-2-2-180 0,-3-3 1501 15,-1-4 9-15,-1-1-241 0,3-4 215 16,-1-1 49-16,0-1 404 0,5-2-273 15,2 3 1754-15,4 2-1431 0,2 3-217 16,6 9 95-16,2 5 194 0,2 6-64 16,6 0-154-16,8 3-63 0,7 0-53 15,11-2 0-15,9-2-23 0,6-1-35 16,6-2-59-16,3 0-60 0,1-3-15 16,-1-3-90-16,0-3-107 0,-2 1-31 15,-3-2-13-15,-4-2-179 0,-5 6-359 0,-7 0-724 16,-14 4-451-16,0 1 1618 0</inkml:trace>
  <inkml:trace contextRef="#ctx0" brushRef="#br0" timeOffset="211864.531">31391 12485 1041 0,'0'0'2595'15,"0"0"-2157"-15,-38 83-238 0,32-60 29 16,4 2 156-16,2-5-43 0,1-8-172 0,9 0-97 16,7-6-24-16,5 0-13 0,7-6-36 15,3 0-33-15,1-3-28 0,3-6-15 16,-5-4-12-16,-2 0-19 0,-3 0-9 15,-3-2 28-15,-6 0 24 0,-6 2-1 16,-5 0 13-16,-6 0 52 0,0 0 31 16,-8 2 27-16,-6 3-27 0,-3 4 21 15,-6 4-19-15,-3 3-8 0,-1 10 14 0,0 2 13 16,0 3 3-16,1 1-3 16,1-2-35-16,5 0-17 0,4-2-39 0,-1-3-77 15,8-4-77-15,4-1-37 0,2-2-79 16,3-4-189-16,8-1-209 0,10-1-589 15,-5-4-346-15,24-8 1430 0</inkml:trace>
  <inkml:trace contextRef="#ctx0" brushRef="#br0" timeOffset="212225.779">32271 12224 104 0,'0'0'2301'0,"0"0"-1552"16,0 0-142-16,-29 86-33 0,11-50-65 15,-1 1-91-15,-3 2-105 0,4-3-113 16,2-1-85-16,2-4-55 0,2-4-39 0,5-6-21 16,1-4-12-16,4-6-3 0,2-2 12 15,0-3-9-15,5-3-3 0,0 0-33 16,6-3 14-16,1 0 1 0,5-3-6 16,3-5 9-16,-1-4 5 0,3-3-2 15,1-6-3-15,6-4-10 0,1-6-8 16,4-4 0-16,3-2-13 0,-1 0-9 15,0 5 6-15,-1 11 12 0,-10 10 52 16,-5 7 7-16,-5 9 41 0,-5 13 55 0,-5 6-33 16,-4 6-39-16,-1 3-29 0,-7 5 25 15,-6 0-25-15,-1-1-2 0,-3 2-14 16,-5-3-59-16,-1-3-76 0,-8 2-46 16,0-3-181-16,-5 0-642 0,10-7-1225 0,-15 7 802 15</inkml:trace>
  <inkml:trace contextRef="#ctx0" brushRef="#br0" timeOffset="-213311.004">2827 12334 980 0,'0'0'251'0,"0"0"1064"0,0 0-810 15,0 0-189-15,0 0-72 0,-63 92 15 16,47-50 12-16,3 6-50 0,-1 8-51 16,0 8-34-16,3 6-4 0,-1 7-9 15,5 8-41-15,0 5-36 0,4 6-25 16,3 4-21-16,3 6-1 0,9 0-2 0,6-1-15 15,7-4-71-15,9-9-39 0,10-13-60 16,12-13 12-16,12-15-4 0,11-17-86 16,11-14-124-16,8-15-27 0,6-8-13 0,6-15-132 15,1-8-583-15,-26 5 314 0,48-21 769 16</inkml:trace>
  <inkml:trace contextRef="#ctx0" brushRef="#br0" timeOffset="-212858.703">6279 12326 218 0,'0'0'89'0,"0"0"2689"15,0 0-2272-15,76 42-225 0,-51-27-10 16,-1 4-4-16,-1-3-60 0,-4 2-71 0,1 2-23 15,0 2-9-15,0 4-12 0,2 6 3 16,1 2 5-16,0 5 22 0,0 4 48 16,0 1-58-16,-1 7-33 0,-2-1-31 15,2 5-9-15,-4 1 4 0,-3 1-40 16,-5 1 15-16,1 0-6 0,-8 0-12 16,-3-1-2-16,0-2-10 0,-7 1-34 15,-7-2-20-15,-5-1-13 0,-6-1-12 16,-5 2-9-16,-2-2-6 0,-5 2-21 15,-2-3-47-15,-3-2-34 0,0-3-69 16,-2-2-113-16,-4-5-265 0,-1-4-803 0,10-10-643 16</inkml:trace>
  <inkml:trace contextRef="#ctx0" brushRef="#br0" timeOffset="-212252.599">403 12862 1345 0,'0'0'527'0,"0"0"895"16,0 0-915-16,0 0-195 0,0 0 33 16,0 0-62-16,0 0-74 0,0 0-74 0,0 0-26 15,118-16 113-15,-54 4-100 16,5-1-68-16,4 0-36 0,-4-2-18 0,-4 2-13 16,-4-2-2-16,-8-1-15 0,-2 0-82 15,-5-3-74-15,-4-2-49 0,-5-1-50 16,-5-2-278-16,-8 1-677 0,-8 9-1150 15,-16-3 1999-15</inkml:trace>
  <inkml:trace contextRef="#ctx0" brushRef="#br0" timeOffset="-212077.649">727 12847 16 0,'0'0'2550'15,"0"0"-1920"-15,9 99-172 0,7-54-11 16,7 9-21-16,3 4-63 0,3-2-119 0,-2 4-79 15,-1-5-83-15,-3-1-44 0,-1-2-38 16,-2-5-33-16,-3-8-89 0,2-3-24 16,-5-9 3-16,4-9-23 0,-4-7-56 15,3-10-255-15,-5-1-514 0,5-15-654 0</inkml:trace>
  <inkml:trace contextRef="#ctx0" brushRef="#br0" timeOffset="-211581.561">1268 12431 2176 0,'0'0'1364'0,"0"0"-1042"0,0 0-168 16,44 89 87-16,-29-43 180 0,2 6-10 16,-2 6-125-16,-1 2-89 0,-4 1-79 15,0 1-33-15,-1 1-22 0,-5-1-32 0,-4 0-17 16,0 0-14-16,-3-5-12 0,-2-3-19 15,0-5-35-15,1-9 15 0,1-9 29 16,3-12-8-16,0-9-27 0,0-7-68 16,0-3-54-16,0-5 39 0,6-4 79 15,4-5 61-15,0-7 26 0,1-3-26 16,2-2-14-16,-1-3-25 0,1 4-4 16,0 3 6-16,-3 8 34 0,1 3 3 15,-3 6 37-15,-4 5 12 0,-1 0-7 16,1 0-5-16,-1 3-19 0,0 2-6 0,0 4 28 15,1-1 18-15,0 3-25 0,-1-1-2 16,0-2-29-16,0-4-2 0,0-1-19 16,-2-3-17-16,1 0 2 0,2 0-33 15,3-3 10-15,1-1 57 0,2 0 0 16,0 0 14-16,4 3-14 0,-2 0 0 16,2 1 19-16,-1 4 24 0,0 4 24 0,-1 2 18 15,-2 5-18-15,1 0-16 0,-4 3-14 16,2 0-7-16,-3 0-6 0,1-1-12 15,-1-1-9-15,-2-1-3 0,2-3-2 16,-2-1-25-16,2 1-128 0,1 1-30 16,-1-2 17-16,-3 2 89 0,1-2-191 0,-1-4-307 15,-1-2-494-15,-2 1-998 0</inkml:trace>
  <inkml:trace contextRef="#ctx0" brushRef="#br0" timeOffset="-210975.231">1830 13200 745 0,'0'0'2724'0,"0"0"-2118"0,0 0-375 16,0 0-178-16,0 0 67 0,0 0 158 0,0 0-30 16,0 0-126-16,0 0-58 0,0 0-12 15,40 83-3-15,-31-56 2 0,-5-1-2 16,1 0-12-16,-4-4-19 0,2-3-18 16,-3-4-3-16,0-5-22 0,1-2-35 15,-1-4-35-15,3-3-17 0,-3-1 2 16,0 0 0-16,0 0 9 0,0-2 30 0,0-3 16 15,1-1 24-15,2 0 9 0,-1-2 4 16,2-6 5-16,0-1-24 0,2-4-12 16,2 0 9-16,-1 2 6 0,0 1 21 15,-3 4 13-15,1 1 20 0,-2 6 23 16,-2 2 10-16,2 3-4 0,-3-3 1 16,0 3-4-16,0 0-9 0,0 0-37 15,0 0-34-15,0 0-6 0,-3 3-16 16,0-3-42-16,0 0-45 0,-3 3-50 0,2 0-96 15,-3-1-96-15,0 4-87 0,-2-1-127 16,3-2-413-16,-1 1-36 0,0-3 804 16,69-31 111-16</inkml:trace>
  <inkml:trace contextRef="#ctx0" brushRef="#br0" timeOffset="-210396.695">1888 13274 2536 0,'0'0'582'16,"0"0"-346"-16,0 0-99 0,0 0 50 0,0 0 46 15,0 0-19-15,0 0-55 0,0 0-69 16,0 0-28-16,0 0-9 0,0 0 12 16,66-58 9-16,-46 38-22 0,-3 1-6 15,2 0-3-15,0 2 6 0,-3 4 7 0,2 3 5 16,-3 4-6-16,0-1 3 0,3 4-15 16,-4 1-10-16,2 2-8 0,-2 0-4 15,1 5 6-15,-1 6 25 0,-2 3 64 16,1 3-16-16,-5 2-24 0,-2 4-19 15,-1 0-14-15,-4 2-19 0,-1 2-6 16,0 0 0-16,-4 3-18 0,-4-2 0 16,3-2-30-16,-1-4 9 0,0-4 9 15,5-6 10-15,-2-5-16 0,3-5 5 16,0 1-2-16,0-3-9 0,0-3-27 16,3-2-28-16,4-5 12 0,2-4 27 0,4-7 28 15,2-6 11-15,3-4-35 0,-1-1-37 16,-2 0-1-16,-1 4 32 0,-3 3 11 15,1 4 28-15,-2 8-15 0,-3 2-9 16,-1 4 27-16,-1 4 12 0,-2 3 4 0,-1 0 2 16,1 0 7-16,-3 2 2 0,3 1 0 15,-2 2 22-15,1 4-15 0,1 2-32 16,-2 1 10-16,1 2-11 0,-2 3-1 16,0 1-31-16,0 1-45 0,-5 4-43 15,-2 0-43-15,-4 2-140 0,-1 4-425 16,2-5-895-16,-12 16-574 0</inkml:trace>
  <inkml:trace contextRef="#ctx0" brushRef="#br0" timeOffset="-206739.271">4963 15098 82 0,'0'0'48'0,"0"0"311"0,0 0 945 15,0 0-1002-15,0 0-101 0,0 0-1 0,0 0 68 16,0 0-21-16,0 0-39 0,0 0-45 16,0 0 2-16,-3 7 3 0,6-7-1 15,0 0-51-15,0 0-9 0,1 0 24 16,0 0-19-16,0 0-13 0,1 0 10 15,4 0-23-15,2 0-18 0,4 0-10 16,5-4-9-16,3 0-12 0,9-3-18 16,3 0-7-16,3-1-9 0,1-1 12 15,0 1-14-15,-2 1 13 0,-1-1-14 16,-4 0 0-16,-2 0 2 0,-3 2 2 0,-3 1-1 16,-3 0 0-16,-2 1 9 0,-4 2-12 15,-4 1-1-15,-2 1-1 0,-5 0-17 16,0 0 7-16,-1 0 9 0,0 0-9 15,0 7 12-15,4 4 31 0,-1 7 11 16,1 7-8-16,-1 8-22 0,1 8-9 0,-1 6 10 16,-5 3-3-16,-1 1-10 0,0 2-3 15,0-3-16-15,-4-3 17 0,-2-2-22 16,2-6 15-16,0-5 9 0,-1-6 2 16,2-5-2-16,-1-3-2 0,1-6-90 15,0-2-65-15,-2-3-3 0,2 0-16 16,-2-2-20-16,-1-4-83 0,-1 1-135 15,-4-3-215-15,1-1-402 0,-6 0-224 16,3 0 1180-16</inkml:trace>
  <inkml:trace contextRef="#ctx0" brushRef="#br0" timeOffset="-206548.434">5119 15540 427 0,'0'0'1327'0,"0"0"-45"0,0 0-966 15,0 0 58-15,0 0 64 0,77-4-78 16,-48-3-111-16,6-3-92 0,-1-1-72 16,1-1-42-16,-2-1-43 0,-4 0-12 15,-2 1-16-15,-4 2-100 0,-4 1-69 16,-3 4-74-16,-4 3-151 0,-7 2-267 16,-2 1-604-16,-3 3-409 0,-4 15 1660 0</inkml:trace>
  <inkml:trace contextRef="#ctx0" brushRef="#br0" timeOffset="-206374.458">5215 15735 691 0,'0'0'114'0,"0"0"1479"0,0 0-1103 15,0 0-176-15,0 0-43 0,0 0 20 0,0 0-33 16,0 0-29-16,0 0-58 0,0 0-63 16,87 44-31-16,-63-44-31 0,6-6-24 15,-2-2-22-15,-1-2-68 0,3-2-80 16,-1-1-63-16,1-1-90 0,2 2-221 15,-2-1-697-15,-8 5-678 0,10-1 1724 0</inkml:trace>
  <inkml:trace contextRef="#ctx0" brushRef="#br0" timeOffset="-205170.236">6290 15312 23 0,'0'0'2199'0,"0"0"-1737"0,0 0-201 0,0 0-27 16,0 0 154-16,0 0 34 0,0 0-83 15,0 0-95-15,65 96-65 0,-51-56-44 16,-3 2-13-16,-4-2-24 0,0 2-16 0,-3-6-33 16,-2-6-32-16,-2-3-17 0,0-8-1 15,0-5-35-15,0-6-86 0,0-5-37 16,-3-3-22-16,0 0-16 0,-6-8-129 16,1-10-621-16,-4-7-490 0,2 2-395 15</inkml:trace>
  <inkml:trace contextRef="#ctx0" brushRef="#br0" timeOffset="-204999.244">6228 15105 988 0,'0'0'583'0,"0"0"937"0,0 0-1080 16,0 0-124-16,0 0 20 0,0 0-84 16,0 0-125-16,0 0-87 0,76 10-40 15,-55-10-49-15,-1 0-165 0,0 0-105 16,0-3-205-16,-1 0-674 0,-6 2-640 15,-3 1 1626-15</inkml:trace>
  <inkml:trace contextRef="#ctx0" brushRef="#br0" timeOffset="-204704.092">6594 15366 795 0,'0'0'319'0,"0"0"1320"0,0 0-1107 0,0 0-84 15,20 83-49-15,-20-60-57 0,0-4-113 16,0 1-119-16,0-4-55 0,-3-3-55 15,2-5-16-15,1-2-21 0,0-3-40 0,0-2-33 16,0-1-11-16,0 0-21 16,7-8-17-16,3-4 78 0,6-5 2 0,0-6-25 15,3-5-12-15,-2-2-4 0,3-1 10 16,-3 5 31-16,1 2 21 0,-2 8 58 16,-3 6 13-16,-3 7 95 0,0 3 22 15,0 6 40-15,-1 7 16 0,1 4 4 16,-2 4-22-16,1 4-42 0,1 0 29 0,-3 0-76 15,-1-3-8-15,-3-4-3 0,0-4-68 16,0-1-1-16,-2-4-64 0,-1-2-98 16,0-2-46-16,0-1-68 0,0-3-178 15,0-1-652-15,0 0-948 0,3-3 2053 0</inkml:trace>
  <inkml:trace contextRef="#ctx0" brushRef="#br0" timeOffset="-204550.852">7042 15423 642 0,'0'0'2783'16,"0"0"-2271"-16,0 0-251 0,0 0 136 16,0 0-99-16,97 20-139 0,-71-26-113 15,4-10-46-15,3-6-58 0,2-6-74 0,-2-6-61 16,2-4-113-16,-5-4-263 0,-1-3-893 16,-11 12-550-16,-3-13 1647 0</inkml:trace>
  <inkml:trace contextRef="#ctx0" brushRef="#br0" timeOffset="-204306.842">7198 14910 673 0,'0'0'1007'15,"0"0"-12"-15,-20 89-558 0,20-47 66 0,0 11-12 16,3 5-77-16,3 8-91 0,3 2-130 16,0 5-80-16,-1 5-46 0,-1-1-31 15,-2 2-17-15,-3-2-9 0,-2-3-10 16,0 0 0-16,0-6-19 0,0-5-11 15,-2-6-7-15,-3-4-27 0,2-6 0 16,0-5 0-16,0-6-19 0,0-5-15 16,0-6 9-16,-1-7 3 0,4-7-22 0,-3-7 0 15,3-4-7-15,0-11-94 16,0-8-121-16,0-10-88 0,3-6-120 0,1-8-141 16,-1 9-839-16,-1-21 1427 0</inkml:trace>
  <inkml:trace contextRef="#ctx0" brushRef="#br0" timeOffset="-203556.546">7659 15370 2564 0,'0'0'364'15,"0"0"-239"-15,0 0 60 0,0 0 159 16,0 0-13-16,0 0-139 0,0 0-76 16,0 0-32-16,0 0-4 0,0 0 23 15,0 0 32-15,16 23-5 0,-11-10-23 16,-2 5-9-16,-1 1-34 0,-1 4-12 16,-1 1-27-16,0 0-4 0,-1-1-18 15,-3 0 0-15,0-2-2 0,1-4-1 0,1-3-2 16,1-5-13-16,1-4-15 0,0-1-7 15,0-4-6-15,0 0 0 0,0 0-12 16,0 0-22-16,0 0-2 0,0 0 23 16,-2-3-8-16,1 2-7 0,1-2-10 15,0-2-27-15,0-2-54 0,0-4-105 0,0-3-270 16,0-4-622-16,0 5-897 0,0-9 2026 16,3 119-125-16</inkml:trace>
  <inkml:trace contextRef="#ctx0" brushRef="#br0" timeOffset="-203356.903">7564 15163 1330 0,'0'0'2335'0,"0"0"-1960"16,0 0-249-16,0 0-8 0,0 0 105 0,0 0 64 15,0 0-165-15,0 0-86 0,78-43-36 16,-48 34-21-16,-2 0-56 0,-3 3-129 15,1-1-78-15,-2 2-98 0,0 3-240 0,-2-1-701 16,-8 3-369-16,5 0 1447 0</inkml:trace>
  <inkml:trace contextRef="#ctx0" brushRef="#br0" timeOffset="-203023.291">7926 15258 897 0,'0'0'1949'0,"0"0"-1328"0,8 77-463 0,-3-46-41 16,-2 7 236-16,-2-3 54 0,1-1-120 15,-1-3-131-15,2-6-89 0,0-6-39 16,1-5-28-16,-1-3-16 0,3-4-72 16,-2-5-38-16,3-2 9 0,2 0 25 0,5-8-10 15,-1-4-31-15,3-5-41 0,0-5 20 16,0-2 41-16,-3 2 59 0,1 1 51 16,-4 2 3-16,-1 5 32 0,-3 2 77 15,2 5 21-15,-5 4 4 0,-1 1-41 16,1 2 15-16,-3 2 16 0,1 5 5 0,1 3-9 15,-1 2-37-15,-1 4-16 0,3-2-9 16,-3-1 6-16,4-4-45 0,-2-4-19 16,-1-1-42-16,5-2-29 0,-3-1 4 15,-2-1 15-15,3 0-18 0,1 0-41 16,-1-1-12-16,2-5-53 0,5-2-98 16,-2-3-223-16,1-2-507 0,0 2-564 15,3-6 933-15</inkml:trace>
  <inkml:trace contextRef="#ctx0" brushRef="#br0" timeOffset="-202851.206">8417 15127 625 0,'0'0'375'0,"0"0"1459"16,0 0-1501-16,2 77-205 0,-4-45 69 16,1 0 176-16,1 2-31 0,-1-3-103 15,1-5-81-15,0-1-72 0,0-7-60 16,0-2-26-16,0-7-68 0,4 0-43 0,4-5-41 15,2 0-15-15,4-4-97 0,1 0-111 16,0-7-222-16,-1-6-587 0,-2 1-250 16,2-9 1265-16</inkml:trace>
  <inkml:trace contextRef="#ctx0" brushRef="#br0" timeOffset="-202570.395">8753 14612 717 0,'0'0'2499'0,"0"0"-2133"0,0 0-205 16,-4 96 56-16,2-46 103 0,-1 7-23 16,3 7-66-16,0 3-62 0,0 2-47 0,0-1-52 15,5-2-37-15,-2-1-32 0,3-5-1 16,-1-8-1-16,2-10 1 0,1-9-1 15,-1-11-14-15,3-9-40 0,-3-6-48 16,2-6-57-16,-3-1-2 0,-2-4-8 0,0-6-84 16,-4-5-132-16,0-4-212 15,-10-2-108-15,-4-2-654 0,-6 1 180 0,3 4 1131 16</inkml:trace>
  <inkml:trace contextRef="#ctx0" brushRef="#br0" timeOffset="-202433.296">8476 15214 2163 0,'0'0'771'0,"0"0"-412"0,0 0-61 15,0 0 56-15,0 0-53 0,0 0-106 16,100 43-50-16,-60-43-34 0,1-9-111 0,-1-6-15 16,2-3-136-16,-6-1-97 0,-2-2-90 15,-2 2-155-15,0 0-495 0,-5 6-293 16,-3 1 564-16,-7 6 505 0,-3 6 180 0</inkml:trace>
  <inkml:trace contextRef="#ctx0" brushRef="#br0" timeOffset="-202196.988">8981 15252 750 0,'0'0'169'0,"0"0"1936"0,0 0-1709 15,14 64-269-15,-5-53-51 0,4-5 41 16,1-6 0-16,2 0-117 0,2-10-79 0,2-2-82 16,1-6-71-16,-2-1-23 0,0 2-63 15,-3 0 286-15,-5 4 29 0,-7 2 6 16,-4 6 42-16,-1 4 132 0,-13 1 69 16,-4 8-33-16,-5 7-124 0,-3 7 155 15,-1 6 42-15,2 4-123 0,1 2-45 16,5 1-10-16,6-1-3 0,3-3-6 15,9-3-50-15,1-7-21 0,8-5-28 16,10-6-43-16,6-4 0 0,9-2-19 0,6-2 31 16,4-2-12-16,2-2-115 0,0-5-217 15,-2-2-184-15,-1-1-653 0,-12 1-573 16,13-3 1576-16</inkml:trace>
  <inkml:trace contextRef="#ctx0" brushRef="#br0" timeOffset="-201520.097">9743 15196 316 0,'0'0'2306'0,"0"0"-1734"0,0 0-76 15,0 0-138-15,85 59-21 0,-68-31-43 16,-3 4-48-16,-6 2-66 0,-1 0-64 16,-5-2-52-16,-1-6-40 0,-1-4-24 15,2-6-2-15,-2-5-31 0,1-7-53 16,2-2-36-16,1-2-21 0,1 0 11 0,6-9 79 16,2-4 4-16,2-6 6 15,3-4-19-15,-1-5-12 0,1-3 22 0,-1 1 11 16,-1-1-2-16,0 6 24 0,-5 3 19 15,1 9 0-15,-5 7 72 0,0 6-20 16,-2 3 32-16,-2 10 76 0,0 8-19 16,-2 1-27-16,-1 4-32 0,0 1-12 15,0-2-3-15,0-2 3 0,0-5-18 16,0-5-34-16,3-2-18 0,2-7-33 0,1-2 3 16,4-2 5-16,5-6 4 0,2-8-4 15,5-5-17-15,1-6-19 0,0-2-16 16,3-1-8-16,1 4-4 0,0 4 28 15,2 8 27-15,-1 5 34 0,-4 7 3 16,-2 2 34-16,-2 10 24 0,-3 6 25 0,-2 4 3 16,-4 3-13-16,2 1-12 0,-3 1 0 15,-2-1 0-15,0-4-29 0,-2-2-35 16,-2-5-51-16,2-3-117 0,3-1-55 16,1-5-20-16,1-1-60 0,5-5-277 15,3 0-556-15,5-10-513 0,-4 1 965 16</inkml:trace>
  <inkml:trace contextRef="#ctx0" brushRef="#br0" timeOffset="-200860.407">10876 15254 811 0,'0'0'98'0,"0"0"2252"0,0 0-1792 15,0 0-57-15,0 0-96 16,0 0-71-16,0 0-44 0,-89 92-78 0,63-61 15 16,4-2-46-16,3-6-81 0,8-4-74 15,2-9-26-15,6-3-24 0,3-4-9 16,0-3-22-16,0 0-8 0,2 0-10 0,6-6 4 15,2-4 36-15,4-3-13 0,3-3-23 16,0-3-34-16,0-3-16 0,3 1 7 16,-1 1 5-16,1 2 4 0,0 3-11 15,-5 5 26-15,4 3 79 0,-8 6 9 16,2 1 91-16,-6 5 13 0,-1 7 43 16,-3 2-32-16,0 1-24 0,-3 3-9 15,0-1-12-15,0-3-30 0,0-2-40 0,0-7-20 16,3-3-65-16,3-2-106 15,5 0-19-15,7-8 14 0,3-4-160 16,9-6-20-16,1 0-235 0,2-3-1093 0,1 1 910 16,-3 0-133-16,0 4 927 0,-3 2 20 15,-2 5-18-15,-5 4 41 0,-3 5 348 0,-4 0-137 16,-7 7 2044-16,0 4-1606 16,-4 0-350-16,-3 3-78 0,0 4 54 0,0 2-70 15,-1 3-62-15,-4-2-6 0,2-3 8 16,2-3-82-16,1-5-65 0,0-5-41 15,0-3-24-15,0 0-12 0,3-2-22 16,7 0-2-16,3-5-10 0,3-2-9 16,4 1 15-16,7 2 3 0,4 4 28 15,2 0 33-15,0 8 0 0,3 4 9 16,0 7-9-16,-1 2 24 0,-1 3-22 16,-1 3-2-16,-4 1-41 0,-3 4 41 15,-6 3-12-15,-4 1-16 0,-6 3 28 0,-8 0 10 16,-2 4 9-16,-12 1 35 15,-11-1-5-15,-6 4-12 0,-5 0-4 0,-8-2-12 16,-3 1-9-16,-1-2-12 0,3-8 0 16,4-4 31-16,6-9 14 0,8-10-5 15,7-7 11-15,7-6 1 0,9-10-19 0,2-12-16 16,1-11-17-16,12-10 0 0,6-6-1 16,7-2-25-16,5-1-13 0,4 4 17 15,4 2 10-15,4 4-6 0,0 6 0 16,-1-1-24-16,1 4-68 0,-1 2-36 15,1 1-55-15,-2 4-99 0,-2 1-288 16,-2 4-700-16,-12 5-1449 0,8-4 2718 0</inkml:trace>
  <inkml:trace contextRef="#ctx0" brushRef="#br0" timeOffset="-198956.919">13722 15191 137 0,'0'0'46'0,"0"0"2231"0,0 0-1656 16,0 0-108-16,0 0-104 0,7 71-43 15,-2-29-66-15,-1 6-33 0,3 9 8 0,-4 9-93 16,1 7-82-16,-2 3 9 0,-2 6 52 16,-6 5-70-16,-2 1-43 0,-6 0-21 15,-1-1-24-15,-1-2-3 0,-1-4-10 16,2-6-20-16,-1-6-3 0,5-6 11 15,1-6-11-15,3-5-21 0,2-2-10 16,4-2-36-16,1-7-15 0,0-7-70 16,6-11 2-16,-1-15-25 0,5-8-164 15,0-16-252-15,1-11-543 0,-3 4-461 16,-1-19 1051-16</inkml:trace>
  <inkml:trace contextRef="#ctx0" brushRef="#br0" timeOffset="-198631.442">13633 15421 1257 0,'0'0'16'0,"0"0"1684"16,0 0-1180-16,0 0-185 0,0 0 45 16,0 0-85-16,82-34-82 0,-52 32-90 15,2 1-50-15,3 1-8 0,2 0-23 16,-2 6-2-16,-5 5-9 0,-1 1-10 15,-6 5 19-15,-4 2-1 0,-4 4-2 0,-6-1-10 16,-5 5-2-16,-4 0-1 0,-1 1-23 16,-9 1-1-16,-5 1-3 0,-1-3-24 15,-4 0 5-15,-3-3 20 0,-2-2-40 16,1-3 2-16,1-5-24 0,2-3-6 16,2-3-4-16,0-4-2 0,1-1-38 15,1-3-49-15,3 0-38 0,1-3-60 16,4-7-151-16,0-3-324 0,4 0-759 15,2 1-7-15,3-8 1502 0</inkml:trace>
  <inkml:trace contextRef="#ctx0" brushRef="#br0" timeOffset="-198095.991">14815 15602 1558 0,'0'0'1863'0,"0"0"-1310"15,0 0-237-15,0 0-37 0,0 0 13 0,0 0 5 16,0 0-45-16,112 10-61 0,-66-8-57 16,4-2-38-16,4 0-11 0,-2 0-13 15,1 0-26-15,0 0-16 0,-2-3-6 16,-1-3-24-16,-2-3-13 0,-6 0-11 15,-3-1-70-15,-5-1-27 0,-3 2-57 0,-9 0-43 16,-4 2-38-16,-10 3-108 0,-8 3-326 16,-1 1-785-16,-10 0-972 0</inkml:trace>
  <inkml:trace contextRef="#ctx0" brushRef="#br0" timeOffset="-197872.173">14857 15931 1425 0,'0'0'799'0,"0"0"457"0,0 0-804 16,0 0-160-16,0 0 9 0,0 0 7 0,0 0-6 15,0 0-58-15,113 14-59 0,-71-14-85 16,1 0-33-16,1 0-25 0,-1-3-42 16,-3-3-3-16,-2 1-36 0,-4 1-83 15,-2 1-20-15,0 0-13 0,-3 3-28 16,-4 0-6-16,-3 0-168 0,-8 0-369 15,-4 6-718-15,-7 0-522 0,-6 9 1617 0</inkml:trace>
  <inkml:trace contextRef="#ctx0" brushRef="#br0" timeOffset="-197673.873">14939 16249 805 0,'0'0'1227'0,"0"0"103"15,0 0-959-15,0 0-139 0,0 0 141 16,0 0-33-16,0 0-67 0,0 0-93 15,0 0-39-15,0 0 35 0,93 20-28 0,-37-31-54 16,0 1-45-16,1-1-47 0,-4 3 0 16,-2 0-2-16,-1-1-31 0,-5 1-62 15,-5 0-95-15,0 2-53 0,-7-1-12 16,1 3-202-16,-4-1-704 0,-7 3-1026 16,5 2 1640-16</inkml:trace>
  <inkml:trace contextRef="#ctx0" brushRef="#br0" timeOffset="-196748.471">16348 15838 75 0,'0'0'1851'16,"0"0"-784"-16,0 0-537 0,0 0-139 0,0 0-37 16,0 0-28-16,0 0-77 0,0 0-81 15,0 0-58-15,0 0-37 0,43-22-36 16,-20 0-37-16,5-6-3 0,-1-4-73 16,0 2-19-16,-5-1-6 0,0 5 19 15,-5 6 32-15,-7 7 29 0,-1 5 2 16,-5 6-5-16,-1 2 24 0,-3 0 61 15,3 2-12-15,-3 4 0 0,0 5 16 16,0 4-13-16,0 5-37 0,0 3-14 0,0 4 0 16,1 4-1-16,2 7 0 15,-2 3 0-15,-1 10 2 0,2 6 0 0,-2 4 16 16,0 8 40-16,0 4 19 0,0 3-10 16,0 0 9-16,-2-3 60 0,2-3-51 15,0-6-24-15,0-6-10 0,0-7 7 0,0-8-10 16,0-6-27-16,2-5 0 15,-1-7-21-15,-1-4 2 0,0-5-2 0,0-6-2 16,0-1-10-16,0-1-3 0,-1-2-27 16,-5 0-7-16,-1-2 7 0,-2 1-6 15,-1-2-1-15,-3-3 1 0,0 0 2 16,-5-3 10-16,-1-7-1 0,-6-6-30 16,-1-5 7-16,-1-10-56 0,-2-6-34 15,-2-9-98-15,-1-4-212 0,-3-4-247 16,-1-5-758-16,9 13-373 0,-18-24 1564 0</inkml:trace>
  <inkml:trace contextRef="#ctx0" brushRef="#br0" timeOffset="-196594.289">16282 15304 1911 0,'0'0'1795'0,"0"0"-1229"16,0 0-223-16,109-47-81 0,-63 23-134 15,1-1-119-15,1-1-9 0,-3 0-70 16,1 3-105-16,-2 2-68 0,0 3-111 16,1 4-365-16,-12 5-973 0</inkml:trace>
  <inkml:trace contextRef="#ctx0" brushRef="#br0" timeOffset="-195808.736">18291 15643 49 0,'0'0'2497'15,"0"0"-1861"-15,0 0-89 0,82-17-113 16,-51 26-6-16,1 10-23 0,-6 6-100 16,-3 9-105-16,-3 9-63 0,-8 2-49 15,-2 2-13-15,-6-2-14 0,-1-3-1 0,-3-3-12 16,0-1-17-16,0-4-10 0,0-7-21 16,0-6-1-16,-1-5-14 0,-2-6-19 15,1-5-68-15,-2-3-28 0,3-2-31 16,-1-2-12-16,-2-8-24 0,3-6-45 15,-1-4-120-15,2-7-13 0,0-5-102 16,4-5 23-16,8-3 202 0,-1 1 98 16,0 0 121-16,1 5 33 0,0 7 106 15,1 6 83-15,-2 8 51 0,-2 6-2 16,1 6-5-16,0 1 44 0,-1 9-13 0,-2 6-48 16,-1 5-22-16,-5 4-56 0,-1 5-49 15,-1-2-10-15,-6-1-9 0,1-3-6 16,0-4-45-16,3-8-19 0,0-3-31 15,3-7-18-15,0 2 16 0,0-3-1 0,0-6-39 16,8-6-13-16,3-7 25 16,8-6-18-16,1-3-4 0,2-1 3 0,1 1 18 15,0 4 34-15,1 9 28 0,0 4 59 16,-3 8 45-16,1 3 13 0,-5 9-7 16,3 7 31-16,-3 6 2 0,1 4 27 15,-3 3 34-15,0-2-80 0,-2 2-25 16,-2-2-11-16,-3 3 39 0,-1-5-31 0,-2-2-53 15,-5-2-43-15,0-5 0 0,0-6-52 16,0-3-44-16,0-3-28 0,0-4 0 16,2 0-24-16,1 0-28 0,1-5-27 15,6-2-47-15,5-5-248 0,4-3-467 16,5-2-259-16,-4 2-308 0,15-11 784 0</inkml:trace>
  <inkml:trace contextRef="#ctx0" brushRef="#br0" timeOffset="-195524.73">19385 15836 1239 0,'0'0'2078'0,"0"0"-1464"16,-9 93-238-16,0-49 7 0,0 6 58 16,-2 0-30-16,5-6-99 0,2-9-116 0,2-10-100 15,2-11-84-15,6-10-12 0,6-4-18 16,7-12-39-16,5-9-21 0,3-8-37 16,4-6-70-16,-1-7-5 0,1 2-5 15,-6 1-6-15,0 0 42 0,-4 6 80 16,-8 2 79-16,-3 3 0 0,-7 3 49 15,-3 2 9-15,-4 4 15 0,-8 2 28 16,-4 7 33-16,-1 4-13 0,0 6-20 16,-3 3-56-16,1 13 4 0,0 6 5 15,-1 6-6-15,3 3 7 0,-1-1-1 16,5-4-21-16,4-5-33 0,1-2-49 0,2-5-90 16,3 3-43-16,-1-5-30 0,4 0-35 15,0-5-301-15,10-5-801 0,1-2-809 16,23-4 1776-16</inkml:trace>
  <inkml:trace contextRef="#ctx0" brushRef="#br0" timeOffset="-195097.686">19962 15831 1881 0,'0'0'1692'0,"0"0"-1159"0,0 0-249 0,-89 90 86 16,57-49 70-16,2 3-17 0,3 5-94 15,6-3-57-15,7-2-59 0,5-8-80 16,9-8-70-16,0-7-63 0,6-9-15 15,8-8-30-15,8-4 12 0,6-3-12 16,6-10-40-16,3-11-26 0,3-5-31 16,-3-8-27-16,-1-5 18 0,-1-5-3 15,-3-2-58-15,1-5-65 0,-2-4-74 16,-2-7-37-16,0-5-49 0,-3-5 62 0,-5-3 124 16,-6 0 63-16,-4 2 93 15,-6 1 95-15,-5 4 54 0,0 9 131 0,-2 9 34 16,-4 10 21-16,-1 14 38 0,3 11 17 15,1 8 27-15,0 10-74 0,0 3-77 16,-3 12-61-16,-1 7-16 0,0 9 37 16,0 9 93-16,1 11-33 0,0 7-46 0,2 6-52 15,-3 6-21-15,0 7-23 0,-4 3-7 16,0 1-15-16,-2-2 0 0,1-4-27 16,1-6-21-16,2-6-57 0,2-11-34 15,3-7-12-15,2-9-5 0,2-5-10 16,0-11-10-16,3-4-15 0,6-5-55 15,0-6-163-15,6-5-397 0,1 0-742 16,-1 0-579-16,7-10 1904 0</inkml:trace>
  <inkml:trace contextRef="#ctx0" brushRef="#br0" timeOffset="-194713.013">20706 15699 2073 0,'0'0'1307'0,"0"0"-855"16,0 0-269-16,0 0-76 0,0 0 207 16,0 0 102-16,22 74-68 0,-19-32-104 15,-3 8-93-15,0 6-42 0,-8 0 3 16,-1-4 15-16,0-7-42 0,4-8-61 0,4-8-24 15,1-10-1-15,1-7-23 0,7-9-37 16,7-3-14-16,5-15-37 0,7-10-6 16,6-8-6-16,2-6 2 0,4-5 22 15,-2 0 9-15,0 3 33 0,-2 3 37 16,-3 5 20-16,-4 9 1 0,-5 8 59 0,-7 9 39 16,-6 7-22-16,-3 7 18 0,-2 8 27 15,-4 7-9-15,1 5-45 0,-2 4-31 16,0 2-6-16,-5 1-8 0,2-1 8 15,-4-2-30-15,1-2-37 0,-4-2-139 16,0-4-97-16,-3-2-46 0,-3-1-296 16,-3 0-828-16,2-4-1218 0,-13 4 2462 0</inkml:trace>
  <inkml:trace contextRef="#ctx0" brushRef="#br0" timeOffset="-194138.521">17757 15346 834 0,'0'0'280'16,"0"0"1383"-16,0 0-1099 0,0 0-146 16,0 0-31-16,0 0-70 0,0 0-73 15,-43 66-94-15,40-27-49 0,3 8-34 16,0 12 13-16,11 11 57 0,6 11 0 0,3 9-55 15,2 5-21-15,2-1-22 0,0 0-18 16,2-3-21-16,2-4-36 0,3-3-4 16,3-5-54-16,5-9-58 0,4-8-70 15,6-12-5-15,4-8 18 0,3-11-73 16,1-6-166-16,3-4-179 0,-1-7-395 16,-13-3-538-16,23-5 1439 0</inkml:trace>
  <inkml:trace contextRef="#ctx0" brushRef="#br0" timeOffset="-193838.187">22290 15191 85 0,'0'0'127'16,"0"0"2460"-16,43 74-1906 0,-34-35-135 15,1 8-97-15,-2 3-76 0,-2 3-98 16,-1 1-129-16,5 2-30 0,0 3-1 16,5 3 55-16,1-1-1 0,2-1-63 15,-1-4-27-15,2-1-31 0,-5-4-15 16,2-2-15-16,-6-3-18 0,-3 0-15 0,-7-6-30 15,-2-1-31-15,-12-3-102 0,-9-2 9 16,-4-2 11-16,-5 1-3 0,-8-2 9 16,-9 1-1-16,-8 0-360 0,-10 2-571 15,15-7-714-15,-32 12 177 0</inkml:trace>
  <inkml:trace contextRef="#ctx0" brushRef="#br0" timeOffset="-172047.866">24123 15523 1190 0,'0'0'117'0,"0"0"1433"0,0 0-1226 16,0 0 4-16,0 0-34 0,0 0 15 16,0 0 11-16,0 0-101 0,0 0-50 15,13 36-34-15,1-35-16 0,4-1-15 16,2-1 3-16,3-8 26 0,1-5-14 0,4-6-31 15,1-5-43-15,-2-5-15 0,0-6-15 16,-3-2-12-16,-3 0-1 0,-2-2-2 16,-5-1-3-16,2-1-45 0,-4-2 15 15,-2-1 5-15,0-3-35 0,-3-4 2 16,0-1 0-16,1-5-2 0,0-3-10 16,-2-2-31-16,0 0 4 0,-4-3-7 15,1 7-1-15,0 1 19 0,-3 10 6 0,0 8 53 16,0 11 29-16,-1 10 1 0,-4 7 43 15,-2 6 9-15,1 3 6 0,-1 3-42 16,-1 0-16-16,0 2 0 0,1 5 3 16,-3 1 18-16,1 4 7 0,2 6-13 15,-3 4 3-15,2 3 7 0,0 6 30 16,0 4-12-16,-1 5 9 0,3 4-10 16,2 6-5-16,1 8-13 0,0 3 7 0,2 7-7 15,1 6 7-15,0 5-10 16,0 0 6-16,6 0-26 0,-4-4 21 15,6-5-20-15,2-8 22 0,1-9-21 0,-1-11 6 16,3-8-9-16,0-9-27 0,-1-9-10 0,-1-5 7 16,0-7-61-16,0-3-4 0,0-1-21 15,1-4-25-15,-1-7-34 0,0-4-168 16,1-5-392-16,-4 4-897 0,0-16-336 16</inkml:trace>
  <inkml:trace contextRef="#ctx0" brushRef="#br0" timeOffset="-171893.374">24839 15165 1778 0,'0'0'1360'0,"0"0"-914"15,0 0-190-15,6 68-68 0,-6-44 175 16,0 2-11-16,0-2-123 0,-2-1-118 16,0-4-75-16,-2-5-36 0,-1-4-76 0,-1-3-105 15,0-3-71-15,-2-2-163 0,-1-2-660 16,-1-1-863-16</inkml:trace>
  <inkml:trace contextRef="#ctx0" brushRef="#br0" timeOffset="-171737.241">24812 14916 1964 0,'0'0'1516'0,"0"0"-1180"0,0 0-69 0,0 0-36 15,0 0 91-15,0 0-73 0,0 0-127 16,0 0-107-16,0 0-15 0,0 0-107 15,0 0-98-15,82 27-82 0,-71-18-185 16,-3 5-330-16,-2-3-748 0,1 16-16 0</inkml:trace>
  <inkml:trace contextRef="#ctx0" brushRef="#br0" timeOffset="-171341.898">24966 15268 134 0,'0'0'2518'16,"0"0"-2058"-16,0 0-154 0,4 83 14 0,-2-64 95 15,-1-3-42-15,1-4-145 0,1-2-146 16,0-5-82-16,-1 0-19 0,3-2 4 15,0-1 3-15,1-1-50 0,0-1-12 16,1 0 22-16,5-6 27 0,-2-3 16 0,4-3 9 16,1-2 18-16,1-3-15 0,1 2 0 15,-1 0 12-15,-1 3-12 0,-1 4-2 16,-2 3 1-16,-1 3 23 0,-6 2-25 16,-2 0-19-16,3 0 19 0,-5 3 28 15,2 1-16-15,0 3-10 0,-2-1 0 16,2-1 28-16,0 0-5 0,-3-1 3 15,0-1 18-15,2-2-19 0,-1-1-8 0,1 0-9 16,4 0-10-16,2-6 0 16,4 0 9-16,2-3 10 0,6-1-16 0,0 3-3 15,-4 0 0-15,3 4-28 16,-3 3 28-16,0 0 12 0,-2 3 53 0,0 7-7 16,-2 1 12-16,-1 1-9 0,-3 2 43 15,-1 0-13-15,-1 0-61 0,-2 0-30 0,0-1-1 16,-4-1-14-16,0-1-70 0,0 1-98 15,0 0-68-15,0 0-38 0,-4 4-198 16,-2-4-729-16,1 1-985 0,-6 2 2022 0</inkml:trace>
  <inkml:trace contextRef="#ctx0" brushRef="#br0" timeOffset="-170902.403">26074 14324 251 0,'0'0'3112'0,"0"0"-2615"0,0 0-267 15,0 0-40-15,-13 69 194 0,8-37-1 16,-3 8-100-16,2 4-110 0,-2 6-57 15,-1 5-32-15,-1 7-17 0,-6 3-10 16,-3 2-2-16,-1-3-32 0,0-3-23 16,1-10-18-16,5-8-103 0,3-8-52 15,5-10 0-15,3-6 6 0,3-12 39 16,0-7-15-16,0-1-66 0,1-13-239 0,4-7-245 16,3-5-262-16,1-5-40 0,4-5-20 15,-1-5 520-15,-4 11 439 0,11-23-45 0</inkml:trace>
  <inkml:trace contextRef="#ctx0" brushRef="#br0" timeOffset="-170634.589">26024 14609 368 0,'0'0'271'0,"0"0"-101"16,9-68 1339-16,-6 56-986 0,-2 3-90 0,2 4-109 16,-3 5 13-16,2 0 17 0,1 3-97 15,5 7-78-15,3 2 11 0,2 6-24 16,2 5-45-16,0 5-23 0,-1 6 5 16,-3 6-18-16,-1 2-15 0,-3 3-31 15,1 0-27-15,0-1-12 0,-2-3 1 16,0-7 3-16,1-2 14 0,0-8 9 15,3-5-6-15,-3-6-9 0,1-2-9 16,1-5-1-16,-3-2 1 0,0-4 0 16,4 0 12-16,2-6 0 0,4-9-15 0,4-8-12 15,3-10-10-15,0-9-23 16,3-6-37-16,-2-8-21 0,1-5-18 0,-5-1-44 16,0 0-15-16,-3 1-19 0,-3 7-72 0,-4 5-189 15,0 10-229-15,-5 6-489 0,0 12-516 16,-5 1 1394-16</inkml:trace>
  <inkml:trace contextRef="#ctx0" brushRef="#br0" timeOffset="-168466.536">26647 14931 1154 0,'0'0'1421'0,"0"0"-990"15,0 0-64-15,0 0-91 0,0 0 49 16,0 0-31-16,0 0-86 0,0 0-38 16,0 0-7-16,0 0-34 0,34 76-19 15,-23-47 0-15,-3 5 45 0,-2 4-61 16,-2 2-42-16,-3 3-19 0,-1-1-8 0,0-3-7 16,0-3-6-16,-2-4-12 0,-1-4-2 15,0-5 0-15,0-3-19 0,0-4-19 16,1-6-18-16,-1-3-27 0,2-2-42 15,0-3-23-15,-1-2 3 0,-2 0 15 16,1-3-40-16,-1-8-159 0,-1-5-354 16,-2-4-316-16,1-6-149 0,1 5-222 15,-1-14 1300-15</inkml:trace>
  <inkml:trace contextRef="#ctx0" brushRef="#br0" timeOffset="-168216.002">26615 14980 780 0,'0'0'98'0,"0"0"1140"16,0 0-781-16,0 0-62 0,0 0-71 15,0 0 6-15,55-73-8 0,-37 66-96 16,1 0-71-16,3 2-40 0,-1 3-31 16,0-1-26-16,1 3-5 0,-2 0-13 0,-1 0-16 15,-3 0-8-15,-6 5-16 0,-4 2-18 16,-3 3-40-16,-3 1 21 0,0 6 18 16,-9 2 1-16,-5 0-4 0,-5 3 1 15,1 0 2-15,-1-4 19 0,0-4 1 16,2-3 2-16,2-3-3 0,1-1-32 15,2-1-39-15,2-5-25 0,0-1-44 16,0 0-46-16,4-3-91 0,-1-8-107 16,3 3-228-16,2-7-458 0,2-1-356 15,2 5 1364-15</inkml:trace>
  <inkml:trace contextRef="#ctx0" brushRef="#br0" timeOffset="-166853.078">27097 14961 748 0,'0'0'153'0,"0"0"1155"16,0 0-807-16,0 0-55 15,0 0-60-15,0 0 8 0,0 0-9 0,0 0-106 16,0 0-88-16,0 0-53 0,0 0-25 16,65-2-3-16,-33-5 2 0,1 0-29 0,-1-1-41 15,-2 0-31-15,-2 0-11 0,-3-1-15 16,-2 1-61-16,-7 0-73 0,-4 0-59 15,-3 3-47-15,-7 1-125 0,-2 4-333 16,-2 0-816-16,-7 0-519 0,-10 4 2021 0</inkml:trace>
  <inkml:trace contextRef="#ctx0" brushRef="#br0" timeOffset="-166652.284">27095 15124 2669 0,'0'0'450'0,"0"0"-201"15,0 0 5-15,0 0 64 0,0 0-32 16,0 0-112-16,96 6-100 0,-71-12-74 16,-3-3-31-16,-2 0-105 0,-3 0-92 15,-4 1-103-15,-4 2-215 0,-5 3-548 16,-2 2-521-16,-5 1 1459 0</inkml:trace>
  <inkml:trace contextRef="#ctx0" brushRef="#br0" timeOffset="-166510.779">27100 15238 333 0,'0'0'1887'0,"0"0"-1257"16,0 0-329-16,0 0-58 0,0 0 102 16,0 0-20-16,0 0-95 0,98 11-118 0,-61-20-54 15,3-5-58-15,2-1-115 16,0-1-9-16,1 0-146 0,-6-3-283 0,-4 0-765 16,-8 5-738-16,3-5 2028 0</inkml:trace>
  <inkml:trace contextRef="#ctx0" brushRef="#br0" timeOffset="-166237.936">27675 15002 1603 0,'0'0'2062'0,"0"0"-1800"16,0 0-237-16,0 0 47 16,0 0 110-16,0 0 11 0,0 0-97 0,0 0-75 15,0 0-21-15,83-16-43 0,-68 15 3 16,0 1-10-16,-1 1 41 0,-2 10 9 0,-2 3 22 15,-2 5 30-15,-2 5-8 0,-4 5 21 16,-2 1 3-16,0 3-13 0,-3 1 3 16,-5 1-12-16,0-1-3 0,2-2-3 15,0-2 3-15,-1-5 3 16,4-3-3-16,0-5-9 0,1-6-16 0,0-3-7 16,2-4-11-16,-3-4-12 0,2 0-46 15,-3-7-58-15,-2-5-90 0,-2-6-97 16,0-6-204-16,-1-6-488 0,2 6-689 15,-7-22 941-15</inkml:trace>
  <inkml:trace contextRef="#ctx0" brushRef="#br0" timeOffset="-166093.876">27686 14668 1121 0,'0'0'2315'15,"0"0"-1942"-15,0 0-165 0,0 0 151 16,84 18-13-16,-62-13-125 0,4-3-221 0,-1 2-21 15,1-2-185-15,-4-2-35 0,3 0-66 16,-5 1-415-16,-4-1-1251 0,-6 5 855 0</inkml:trace>
  <inkml:trace contextRef="#ctx0" brushRef="#br0" timeOffset="-165315.539">25933 15814 1036 0,'0'0'2048'0,"0"0"-1614"0,0 0-147 15,0 0 56-15,0 0 48 0,79-27-86 0,-50 20-91 16,4 0-49-16,6-3-7 0,6 1-52 16,5-1-42-16,4 3 0 0,3 1 2 15,4 2-5-15,2 4-7 0,3 0-6 16,4 2-11-16,3 3-19 0,4 0 12 15,5-1-12-15,-1-1-3 0,6-3-3 16,4 0 3-16,4-5-14 0,6-2-1 16,4-2 0-16,-1-1 0 0,3-1-2 15,-3 4-40-15,-1 0 6 0,-1 3 9 0,-3 1-25 16,-4 0 16-16,-5 0 21 0,-3-4 12 16,-8 0-36-16,-5 2-1 0,-8 1 16 15,-6-1 22-15,-12 3-28 0,-6 1-55 16,-13-2-12-16,-12 3-3 0,-10 0-25 15,-7 0-64-15,0 0-133 0,-13 0-170 16,-8 6-283-16,-9 3-716 0,8-1-251 16,-29 3 1660-16</inkml:trace>
  <inkml:trace contextRef="#ctx0" brushRef="#br0" timeOffset="-164015.153">24120 16177 121 0,'0'0'2616'0,"0"0"-2135"15,0 0-248-15,0 0-27 0,-6 68 81 16,6-34 17-16,11 7-84 0,1 7-66 0,3 4-33 15,1 7-32-15,-5 2 6 16,-3 4-10-16,-5 5-8 0,-3 1-35 0,0 0 7 16,-5-7-37-16,-1-8-12 0,0-9-1 15,1-13 0-15,-1-10-32 0,3-10-47 16,0-8-51-16,3-5-65 0,0-1-20 0,0-7-47 16,0-9-139-16,-3-6-190 0,0-7-732 15,1 3-142-15,-4-20 1352 0</inkml:trace>
  <inkml:trace contextRef="#ctx0" brushRef="#br0" timeOffset="-163788.703">24063 16323 812 0,'0'0'309'0,"0"0"1167"0,0 0-961 16,0 0-126-16,0 0-95 0,0 0-11 0,77-59-68 15,-55 54-75-15,3 2-35 0,0 3-49 16,1 0-19-16,-1 6-37 0,-5 5-3 15,-3 2-22-15,-4 5 4 0,-3-2 20 16,-5 4 1-16,-5 3-9 0,0 1 9 0,-6 4 25 16,-5 0-25-16,-4 2-16 0,-4-1-33 15,2 0-47-15,-2-4-50 0,-1-2-41 16,1-4-55-16,2-2-99 0,2-5-250 16,-2-2-553-16,6-1-300 0,-8-1 1379 0</inkml:trace>
  <inkml:trace contextRef="#ctx0" brushRef="#br0" timeOffset="-162688.849">24789 16174 1444 0,'0'0'507'16,"0"0"466"-16,0 0-647 0,0 0-81 16,0 0-20-16,0 0 77 0,0 0-42 0,0 0-102 15,0 0-37-15,0 0-29 0,0 0-30 16,7-9-22-16,-16 17-22 0,-5 2-17 15,-2 5-1-15,-4 1-18 0,0 5-4 16,-3-1 1-16,1 2 5 0,-1 0 13 0,4 0-18 16,-1 0 5-16,4-2 14 15,2 0-16-15,4-2 6 0,2-1-7 0,6-4 0 16,2 0-11-16,2 1 30 0,7-4 53 16,6 1-7-16,2 0-6 0,3-3-12 15,0 2-3-15,2-4-10 0,-1 1 16 16,-2-1-1-16,1-2-30 0,-4 2 0 15,2-2-12-15,-5 0-3 0,-1-1-1 16,-1-2-54-16,-1 0-78 0,-2-1-29 16,-3 1-46-16,-1-1-95 0,-3 1-195 15,-1 1-511-15,-3 0-403 0,-2 0 942 0,-10-1 172 16</inkml:trace>
  <inkml:trace contextRef="#ctx0" brushRef="#br0" timeOffset="-162495.071">24576 16701 2249 0,'0'0'478'0,"0"0"-118"0,0 0-50 15,0 0 48-15,0 0-53 0,0 0-77 0,82 42-63 16,-58-37-57-16,4-5-43 0,1 0-65 16,-4 0-22-16,0 0-86 0,-1 0-69 15,-2 0-63-15,1 0-116 0,-1 0-293 16,-8 0-917-16,6 4 58 0</inkml:trace>
  <inkml:trace contextRef="#ctx0" brushRef="#br0" timeOffset="-161397.006">25116 16137 523 0,'0'0'0'0,"0"0"0"0,0 0 55 16,0 0 923-16,0 0-530 0,0 0-156 15,0 0-124-15,0 0 13 0,0 0 79 0,0 0 35 16,0 0-49-16,-6-13-66 0,6 16-6 15,0 0-29-15,0 1-28 0,0 2-8 16,0 2-9-16,0 0-1 0,3 4-18 16,0 1 5-16,-2 2-15 0,2 1-6 15,-1 3-31-15,-1 1-4 0,-1 2 4 16,0-2-6-16,0 2-10 0,0 0 4 16,-3 0-4-16,2 2 4 0,-1-1-4 15,2 4-16-15,0 2 10 0,0 4-12 16,0 2 0-16,2 2 0 0,-1 1-2 15,-1 1-13-15,0-3-13 0,0-1-27 0,0-2-37 16,0-7 6-16,0-5 9 0,0-7 3 16,-1-6-10-16,1-6-12 0,0-2-26 15,0 0-48-15,0-8-84 0,0-1-165 16,0-5-247-16,0-3-511 0,0-5 24 0,0 6 1095 16,-2-13-63-16</inkml:trace>
  <inkml:trace contextRef="#ctx0" brushRef="#br0" timeOffset="-161082.62">25077 16287 1917 0,'0'0'389'0,"0"0"-172"16,0 0-10-16,0 0 123 0,0 0 9 15,0 0-108-15,0 0-16 0,0 0-42 0,0 0-38 16,0 0-13-16,76 67-1 0,-60-40-31 15,3 3-32-15,-3 2-8 16,1 4-10-16,-2-3-16 0,-1 0 4 0,-4-2-28 16,1-3 1-16,-2-5 0 0,0-4 2 15,-2-6-2-15,-1-4 12 0,0-2 11 16,-2-5-5-16,-1 0-17 0,0-2-2 0,1 0 0 16,1-6 0-16,3-4-3 0,1-6-16 15,1-7-18-15,1-4-18 0,-1-8-16 16,1-1-22-16,0-7-31 0,-2-3-59 15,-1-1-34-15,0 0-51 0,0 2-8 16,-1 1-56-16,2 4-108 0,2 5-110 16,-2 5-540-16,1 6 425 0,-4 9 338 15</inkml:trace>
  <inkml:trace contextRef="#ctx0" brushRef="#br0" timeOffset="-159474.985">24173 15942 2243 0,'0'0'735'0,"0"0"-272"0,0 0-219 15,0 0-4-15,0 0 55 0,0 0-59 0,0 0-54 16,0 0 30-16,96-5-41 0,-60 4-58 16,3 0-43-16,5 1-9 0,1-2-6 15,5 0 0-15,3 1-13 0,1-3-5 16,2-3-16-16,0-1-9 0,-2-3-12 16,-4-1 0-16,-1-2-2 0,-2 0-37 0,-5-3-4 15,-1-1-75-15,-6-1-44 16,-7 0-39-16,-3-2-64 0,-7 2-118 0,-3-1-255 15,-5 2-539-15,-4 6-614 0,-6-5 1703 0</inkml:trace>
  <inkml:trace contextRef="#ctx0" brushRef="#br0" timeOffset="-159267.902">25038 15614 179 0,'0'0'326'16,"0"0"1046"-16,0 0-843 0,0 0-42 15,0 0-49-15,0 0-76 0,0 0-67 16,0 0-69-16,0 0-61 0,67 67-19 15,-53-58-44-15,0-1-16 0,3 0-3 16,-3 2-28-16,0-1-3 0,-1 0-40 16,-3 1-12-16,0 1-2 0,-4 2-28 15,-5 2-1-15,-1 3-9 0,-3 5-61 16,-11 3 5-16,-6 3 1 0,-6 4-23 16,-4 0-9-16,-7 2-14 0,-1 0-47 0,-3-2-115 15,2-1-209-15,-4 0-652 0,10-7-510 16,-15 6 1528-16</inkml:trace>
  <inkml:trace contextRef="#ctx0" brushRef="#br0" timeOffset="-158145.168">26711 16188 532 0,'0'0'228'0,"0"0"1455"0,0 0-1154 15,0 0-171-15,0 0-123 0,0 0-4 0,0 0 33 16,0 0-67-16,0 0-67 0,0 0-18 16,7 14-4-16,-4-8-9 0,-3 0-4 15,3 4-18-15,-3 3-19 0,2 4-3 16,-2 2-6-16,0 8-6 0,-3 4-10 15,-4 6-15-15,0 6-17 0,-4 2 1 16,3 3-1-16,-4-1-1 0,1 1 0 16,0-1-1-16,0-4-11 0,2-5-3 0,3-4-15 15,1-8-47-15,1-9-21 0,2-9 0 16,2-5-22-16,0-3-46 0,3-5-48 16,5-7-99-16,3-7-192 0,0-4-305 15,-2 4-701-15,0-17 781 0</inkml:trace>
  <inkml:trace contextRef="#ctx0" brushRef="#br0" timeOffset="-157856.68">26711 16251 864 0,'0'0'75'0,"0"0"1163"16,0 0-785-16,0 0-135 0,0 0-23 16,0 0 64-16,0 0-47 0,0 0-42 15,0 0-43-15,0 0-69 0,93 42-59 0,-70-15-7 16,0 2-21-16,-4 2-4 0,-1 1-27 15,-1-1-10-15,-4-1-14 0,-1-2-13 16,-2-2 0-16,-4-3 0 0,0 0 0 16,-2-6-3-16,-1-2 1 0,0-2 0 15,-2-2 2-15,3-5-3 0,-2-1 0 16,-1-3-12-16,1-2 0 0,1 0 10 16,1-6-35-16,3-4 37 0,4-4 0 0,3-8 0 15,3-9-34-15,0-6-46 0,3-8-61 16,3-3-7-16,-2-4-59 15,0 4-62-15,1 4-122 0,0 5-168 0,2 8-163 16,0 7-308-16,-7 9-255 0,7 4 1213 0</inkml:trace>
  <inkml:trace contextRef="#ctx0" brushRef="#br0" timeOffset="-157419.396">27337 16771 192 0,'0'0'1263'16,"0"0"-143"-16,0 0-683 0,0 0-104 0,0 0-3 16,0 0 22-16,0 0-89 0,14 80-77 15,-12-48-65-15,-1 4-26 0,-1 0-24 16,0 3-16-16,-3-2-12 0,-1 0-15 15,-2 0-10-15,-1-1-2 0,0-1-16 16,0-3-12-16,-1-3 12 0,4-4 1 16,-1-6 10-16,3-5-11 0,1-5-22 15,1-4-42-15,0-5-35 0,0 0-24 0,0-7-40 16,0-6-105-16,3-8-128 16,0-4-207-16,0-6-529 0,-1 7-317 0,1-18 1348 0</inkml:trace>
  <inkml:trace contextRef="#ctx0" brushRef="#br0" timeOffset="-157200.014">27359 16718 839 0,'0'0'476'0,"0"0"784"0,0 0-935 0,0 0-152 15,0 0 22-15,0 0 95 0,0 0-19 16,68-66-92-16,-60 63-68 0,0 3-39 16,-2 0-29-16,-1 0-21 0,-1 2-22 15,-4 3-65-15,0 5-4 0,0 3 10 16,-6 2 7-16,-3 4-7 0,-4 4-13 15,-2-3-23-15,-3 4-9 0,0-2-64 0,0-3-83 16,4-4-92-16,4-3-79 16,1-6-184-16,8-4-217 0,-1-2 458 15,5-4 121-15</inkml:trace>
  <inkml:trace contextRef="#ctx0" brushRef="#br0" timeOffset="-156806.471">27661 16706 1032 0,'0'0'196'0,"0"0"1357"15,0 0-1133-15,0 0-168 0,0 0 1 0,0 0 49 16,11 81-91-16,-16-66-127 0,-1 1-84 16,0-3 0-16,2-3-28 0,-1-1-44 15,5-3-56-15,-2-1 8 0,2-4 48 16,0-1 69-16,2 0-10 0,4-7-6 16,6-5-19-16,4-2-3 0,1-4 23 15,3 2 15-15,2 0-12 0,0 0-14 16,1 4 29-16,-2 4 60 0,-3 2 3 15,-1 6-6-15,-6 0 18 0,-2 2 13 16,-3 7 0-16,-6 4 12 0,0 5 6 0,0-2-16 16,-5 1 6-16,1 0 9 0,-2-3-16 15,4-6-28-15,2-3-21 0,0-2-40 16,1-3-20-16,9 0-32 0,1-7 6 16,7-2 9-16,-2-5-3 0,7 2-10 15,-3-1 19-15,3 2 17 0,0 2 14 0,-2 4 49 16,0-1-36-16,0 4-10 0,-2-1 43 15,-2 3 22-15,-1 0-10 0,-3 0 4 16,-4 3-62-16,-1 1 0 0,-2 0-22 16,-1 1-15-16,-1 2-49 0,0-2-50 15,-2-2-65-15,3 2-105 0,3-1-208 16,-3-2-812-16,9-1-820 0</inkml:trace>
  <inkml:trace contextRef="#ctx0" brushRef="#br0" timeOffset="-155404.382">29056 15474 346 0,'0'0'29'0,"0"0"1624"0,0 0-993 15,0 0-198-15,0 0-118 0,0 0 20 0,0 0-19 16,0 0-35-16,0 0-54 0,0 0-69 16,85 17-49-16,-65-17-32 0,2 0-29 15,-3-4-29-15,1 0-20 0,-1-2-28 16,-1-3-91-16,-1 1-40 0,-1-3-15 16,-1 2-50-16,-4 2-69 0,0 1-130 15,-2 0-255-15,-6 3-560 0,0 3-525 16,-3 0 1673-16</inkml:trace>
  <inkml:trace contextRef="#ctx0" brushRef="#br0" timeOffset="-155164.467">29107 15730 137 0,'0'0'711'0,"0"0"753"15,0 0-1080-15,0 0-107 0,0 0-2 16,0 0 84-16,0 0-78 0,0 0-82 16,0 0-59-16,93 0-44 0,-71 0-31 15,-1 0-27-15,3 0-38 0,-1 0-1 16,2-1-64-16,0-1-72 0,-2-4-61 16,2 1-79-16,-1 2-106 0,-2-1-390 0,-6 1-1023 15,4 3 1577-15</inkml:trace>
  <inkml:trace contextRef="#ctx0" brushRef="#br0" timeOffset="-108089.229">30095 14333 1675 0,'0'0'42'16,"0"0"899"-16,0 0-751 0,0 0 47 15,0 0 95-15,90-74 32 0,-79 67 88 16,2 3-210-16,-3 4-103 0,1 0 3 15,-2 0 131-15,1 4-72 0,2 4-55 16,-4 3-34-16,1 4-6 0,1 6-9 0,0 5 6 16,-2 5-21-16,-3 4-19 0,1 9 4 15,0 4-1-15,-2 2-24 0,-1 4-21 16,-2-2-18-16,-1 0-3 16,0-4-2-16,0-1-25 0,0-5-33 0,-1-4-22 15,-3-5-36-15,-3-7-15 0,2-5-39 16,0-4-50-16,-3-4-89 0,2-4-159 15,-3 2-317-15,1-6-546 0,-9 2-949 0</inkml:trace>
  <inkml:trace contextRef="#ctx0" brushRef="#br0" timeOffset="-107808.446">29414 15366 2138 0,'0'0'1564'16,"0"0"-1290"-16,0 0-221 0,0 0 39 15,0 0 172-15,0 0-87 0,96 25-32 16,-51-20-10-16,-1-5 6 0,7 0 11 0,1-5-11 16,3 0-38-16,4 1-42 0,3-1 9 15,5 1 20-15,7-1-8 0,2 0 9 16,3 0-9-16,-1-2-34 15,3-1-31-15,5-2-17 0,5-2-21 0,6-2 6 16,2-2-12-16,1-2-22 0,-5 0-20 16,-9 1-49-16,-12 2-19 0,-16 2-15 15,-14 2-39-15,-15 5-75 0,-15 3-237 16,-5 1-496-16,-15 2-489 0</inkml:trace>
  <inkml:trace contextRef="#ctx0" brushRef="#br0" timeOffset="-106949.803">30151 15706 2383 0,'0'0'516'0,"0"0"-129"16,0 0-85-16,0 0 67 16,0 0 75-16,0 0-166 0,0 0-69 0,0 0-50 15,0 0-28-15,0 0-9 0,5-38-10 16,-15 47-81-16,-2 5 17 0,1 7-2 16,0 6 2-16,-1 7-2 0,4 5-19 15,1 7-3-15,3 1 25 0,-2 3-19 16,2 0-15-16,2 1-13 0,1-5-2 15,1-3-9-15,0-11-6 0,4-7-2 16,8-9 17-16,2-5 15 0,6-9-3 0,8-2-12 16,0-9 1-16,5-7-2 0,-1-7-16 15,1-4-4-15,1-5-28 0,-3-3 4 16,-2-2-16-16,-3 0-3 0,-5 2 7 16,-6 2 29-16,-6 3 13 0,-6 1 0 0,-3 2-6 15,-5 2 19-15,-3 0-25 0,-4 5 27 16,-1 3 7-16,1 6 11 0,1 4-15 15,1 6 15-15,1 1 0 0,-1 3-18 16,0 12-3-16,0 6 3 0,-3 8 24 16,2 7 21-16,-3 7 13 0,0 7 2 15,0 2-11-15,-1 3-10 0,-1 4 0 16,1-1-35-16,2 1 7 0,1-1-11 16,5 3 0-16,6-2-22 0,1 2 10 15,4-2-79-15,3 0 37 0,2-4 24 16,-4-6-16-16,1-4 7 0,-1-7-10 0,2-5-27 15,-2-7 9-15,0-6-15 0,1-8-7 16,-2-5-27-16,3-5-22 0,2-2-58 16,1-9-58-16,2-6-81 0,2-6-118 15,2-5-191-15,-3 2-488 0,11-16-609 16</inkml:trace>
  <inkml:trace contextRef="#ctx0" brushRef="#br0" timeOffset="-106677.181">30755 16037 1659 0,'0'0'253'15,"0"0"117"-15,0 0 432 0,0 0-311 16,0 0-163-16,0 0-24 0,0 0-3 16,0 0-27-16,0 78-50 0,0-51-47 0,0 3-40 15,0 3-30-15,0 4-32 0,0 2 4 16,-1 3-42-16,-3 0-1 0,-1-1-36 15,2 1-21-15,-1-7-7 0,1-4-56 16,2-8-35-16,1-8-51 0,0-6-19 16,2-8-19-16,7-1-26 0,2-10-76 15,1-5-78-15,1-5-147 0,-1 1-257 16,1-15-918-16</inkml:trace>
  <inkml:trace contextRef="#ctx0" brushRef="#br0" timeOffset="-106356.518">30970 16092 1231 0,'0'0'667'0,"0"0"669"16,0 0-929-16,7 66 41 0,-7-43 5 0,0 4-130 15,0-2-96-15,-1-3-84 16,-1-1-52-16,1-4-36 0,-1-6-55 0,2 0-24 16,0-6-31-16,0-2 6 0,0-3-12 15,0 0 16-15,0-5-7 0,8-5-12 16,-1-6-19-16,6-7 46 0,-2-4 16 15,5-3-16-15,1-3-15 0,1 3 3 0,1 5 47 16,-2 5 2-16,-1 3 27 16,1 5-26-16,-3 5 30 0,-1 4 27 0,-3 3-2 15,1 0-1-15,-2 6 30 0,2 4 19 16,-3 2-16-16,2 4-12 0,-1 2-3 16,0 1-9-16,0 2 100 0,-3-2 29 15,-1-1-150-15,-2-4-43 0,-2-1 0 16,1-2-82-16,-2-4-9 0,0-2 3 0,0-3-33 15,0 0-31-15,0-1-33 0,0-1-69 16,0-1-258-16,0-3-617 0,0-10-563 0</inkml:trace>
  <inkml:trace contextRef="#ctx0" brushRef="#br0" timeOffset="-106129.522">31499 15905 1679 0,'0'0'1205'15,"0"0"-849"-15,0 0 15 0,0 0 209 0,79 49-66 16,-59-30-168-16,2 0 7 0,-5 0-147 16,2 3-100-16,-2 1-36 0,1 4-34 15,-1 3-5-15,-6 3-30 0,-3 2-1 16,-8 3 0-16,0 4-49 0,-16 2-5 0,-7 5-28 16,-5 5-57-16,-3 3-34 0,-6 2 8 15,1-2-137-15,-4-3 47 16,1-8-42-16,-1-6-154 0,8-13-548 0,-15 5-524 0</inkml:trace>
  <inkml:trace contextRef="#ctx0" brushRef="#br0" timeOffset="-99045.147">21975 1059 1611 0,'0'0'1855'16,"0"0"-1555"-16,0 0-139 0,0 0 3 0,0 0 110 16,0 0 16-16,0 0-68 0,0 0-60 15,0 0-37-15,0 0-25 0,-34 26-14 16,57-26 75-16,10 0 2 0,10-2-66 15,5 0-31-15,7-1-14 0,4-4-37 16,4 2 0-16,2-6-12 0,7 0-2 16,3-3 11-16,2-3-10 0,2-2-2 15,-6-1-12-15,-1 2 12 0,-10 1-30 16,-10 5-31-16,-9 2 1 0,-15 6 2 16,-11 2-11-16,-9 2-13 0,-8 8-27 0,-6 7 57 15,-13 6 22-15,-7 5-19 0,-9 7 10 16,-5 4-4-16,-5 4 19 0,-2 2 12 15,-1 2-22-15,-1-1 22 0,1-2 11 16,-3 0 1-16,0 0 3 0,1 0-2 16,-3 2 17-16,-1 0 3 0,0 3-21 0,4 0 16 15,5-2 2-15,5-1 12 0,9-6 7 16,6-4 9-16,9-6 17 0,7-8-8 16,4-2-37-16,5-6-3 0,3-1 4 15,10-2 8-15,4 0 12 0,9-5-5 16,7-1 8-16,9-3 0 0,3 0 4 15,6-5-4-15,3-4-3 0,-1-2-14 0,3 0-6 16,-2-4-19-16,-4 0-12 0,-2-4-7 16,-3 0-8-16,-1-3-85 0,-3-1-51 15,-1-3-41-15,-1-2 0 0,-3-1-148 16,-2-2-351-16,-5-3-614 0,-7 8-721 16,-2-13 1448-16</inkml:trace>
  <inkml:trace contextRef="#ctx0" brushRef="#br0" timeOffset="-98787.823">23084 994 623 0,'0'0'2436'0,"0"0"-2024"16,0 0-168-16,0 0 112 0,0 0-17 0,0 0-132 16,0 0-59-16,0 0-31 0,-85 67-35 15,56-39-2-15,-3 4-10 0,-5 4-33 16,-5 3-25-16,0 4 10 0,-4 2-22 15,-3 4-3-15,0 1-30 0,-4 0 14 16,2 4-8-16,1-5-1 0,2-2-17 16,5-6-35-16,9-3-15 0,6-9-28 15,9-6-25-15,8-7-28 0,8-7-91 16,3-4-199-16,5-5-174 0,10-2-147 16,8-10-502-16,-4 1 330 0</inkml:trace>
  <inkml:trace contextRef="#ctx0" brushRef="#br0" timeOffset="-98476.026">23216 638 437 0,'0'0'2683'16,"0"0"-2221"-16,0 0-143 0,0 0 44 16,0 0 0-16,0 0-114 0,0 0-87 15,0 0 51-15,50 74-49 0,-29-36-63 16,2 8-26-16,2 4-17 0,-5 2 24 16,2-2-31-16,-2-2-51 0,-1-6-3 15,1-9-27-15,-2-9-82 0,-2-7-40 0,3-9-24 16,0-7-4-16,2-1-80 0,5-13-221 15,-7 1-632-15,11-21-754 0</inkml:trace>
  <inkml:trace contextRef="#ctx0" brushRef="#br0" timeOffset="-98312.022">23655 603 1565 0,'0'0'1109'0,"0"0"-446"0,0 0-329 15,-84 60 57-15,52-24 35 0,-1 7-57 16,-4 7-118-16,1 3-86 0,-2 3-71 15,-1 1-82-15,5 2-12 0,-2 0-82 16,3 0-138-16,4 0-58 0,1-5-83 16,12-14-356-16,-7 11-1116 0</inkml:trace>
  <inkml:trace contextRef="#ctx0" brushRef="#br0" timeOffset="-98007.904">23607 1580 1676 0,'0'0'2159'0,"0"0"-1733"0,0 0-134 0,-22 94 107 16,11-59-33-16,2 1-90 0,1-6-136 15,2-6-86-15,4-6-54 0,-1-3-24 16,3-5-12-16,0-3-31 0,3-3-33 16,5-2-3-16,3-2-9 0,6-7 5 15,2-8 25-15,4-9-37 0,3-3 6 16,2-6 2-16,-4-4 47 0,-1-1 18 15,-3 2-7-15,0 5-18 0,-6 4 19 16,-3 10 52-16,-4 9 86 0,0 5 7 16,-4 3 2-16,2 3 6 0,-1 5 52 15,0 6-37-15,-1 4-15 0,-2 4-19 16,-1 6 12-16,0 4-9 0,0 4-28 0,-3 3-17 16,0-1-40-16,1-2-6 0,2-4-131 15,0-6-91-15,0-3-28 0,4-4-38 16,0-7-161-16,-4 3-980 0</inkml:trace>
  <inkml:trace contextRef="#ctx0" brushRef="#br0" timeOffset="-97614.375">20939 913 881 0,'0'0'1653'0,"0"0"-1206"0,0 0-104 15,0 0 40-15,26 83 120 0,-18-41-242 0,0 8-85 16,5 6 36-16,0 6-34 0,1 9-62 16,0 10-28-16,-1 12-6 0,-1 8-24 15,-1 10-25-15,-3 3-20 0,1 5-1 16,-2-3-12-16,3-3-2 0,0-4-32 0,3-3 1 16,6-6-55-16,1-5-7 0,8-7-24 15,3-11 3-15,7-11 0 0,5-15-38 16,3-14-71-16,5-18-114 0,5-19-150 15,-13 0-302-15,30-46-1041 0</inkml:trace>
  <inkml:trace contextRef="#ctx0" brushRef="#br0" timeOffset="-97206.217">24274 461 868 0,'0'0'447'15,"0"0"729"-15,0 0-680 0,0 0-180 16,0 0 59-16,0 0-26 0,0 0-89 16,0 0-71-16,0 0 40 0,0 0 25 0,55 83 6 15,-45-38-2-15,-1 7-103 16,1 3-19-16,-1 8 12 0,3 4-36 0,-1 3-43 16,0 7-12-16,3 4-2 0,0 5-7 15,0 3 36-15,-4 2-57 0,-3 3-17 16,-2 0-10-16,0-3-21 0,-3-2 3 0,-2-7-48 15,0-8-40-15,0-8-8 0,0-7-1 16,3-9-39-16,2-6-70 0,1-8-89 16,2-8-102-16,0-7-272 0,-2-8-805 15,0-8-714-15</inkml:trace>
  <inkml:trace contextRef="#ctx0" brushRef="#br0" timeOffset="-93402.233">28333 524 661 0,'0'0'2298'0,"0"0"-2103"0,0 0-156 15,-104-38 31-15,68 33 96 0,-2 1 97 16,-1 3 7-16,-3 1-34 0,-6 0-62 15,-6 1-56-15,-2 5-35 0,-7 3 3 16,-6 5-6-16,-5 6 31 0,-8 5 45 16,-4 5-76-16,-8 9-56 0,-4 8-24 15,-3 6 0-15,-4 8 0 0,-1 9 12 16,-1 6 2-16,0 10-13 0,1 8 17 16,3 6-18-16,3 7 2 0,7 2 13 15,6 2-13-15,11 1-2 0,7-4 3 0,12-2 24 16,11-9-25-16,10-2-2 0,10-7-16 15,10-3-23-15,9-5 23 0,7-4 13 16,5-5-42-16,16-6 20 0,15-5 23 16,13-5-12-16,18-9 14 0,13-4 37 15,14-6-22-15,10-5-15 0,12-8-30 0,8-6 29 16,13-6-29-16,13-5 30 0,16-6 21 16,13-7-3-16,16-9 1 0,14-6-19 15,13-6 3-15,9-5-3 0,10-5-60 16,7-3-1-16,4-4 9 0,-1-3-47 15,-1-2 7-15,-7-5-6 0,-3-4 33 16,-5-8 65-16,-9-4 52 0,-6-6 29 16,-12-2-66-16,-10-2-13 0,-19-1-2 15,-17-2-12-15,-22-2 12 0,-20 2-40 0,-24 1 25 16,-18 4 15-16,-22 6 43 0,-18 2 10 16,-16 0 14-16,-16 1-48 0,-7-5-4 15,-20-2-13-15,-17 2-4 0,-14-1-20 16,-13 2-28-16,-17 1 29 0,-11 3-25 15,-17 4-16-15,-14 4 22 0,-13 3-3 0,-6 5 27 16,-7 6 1-16,-4 7-31 0,-3 5 5 16,-7 8 17-16,-5 8 8 0,-8 8-52 15,-7 5-25-15,-7 7-41 0,-7 4 14 16,2 9 26-16,-1 8 21 0,0 8-116 16,5 5-164-16,4 4-156 0,8 3-183 15,48-6-621-15,-42 17 615 0</inkml:trace>
  <inkml:trace contextRef="#ctx0" brushRef="#br0" timeOffset="-92910.495">27655 1371 2734 0,'0'0'1086'0,"0"0"-1007"16,0 0-79-16,0 0-170 0,0 0 141 15,0 0 29-15,0 0 0 0,0 0-57 16,0 0-228-16,0 0-421 0,0 0-1185 16,45-44 1535-16</inkml:trace>
  <inkml:trace contextRef="#ctx0" brushRef="#br0" timeOffset="-92654.089">29140 1013 2741 0,'0'0'1377'0,"0"0"-1377"0,0 0-19 0,0 0 0 15,0 0 19-15,0 0 88 0,0 0-66 16,0 0-22-16,0 0-217 0,88-18-161 16,-63 12-228-16,3 1-540 0,-8 2-500 15</inkml:trace>
  <inkml:trace contextRef="#ctx0" brushRef="#br0" timeOffset="-92496.444">29893 1207 2199 0,'0'0'1249'0,"0"0"-1179"0,0 0-70 0,0 0-13 15,-89 49 13-15,66-39 53 0,2 1-53 16,-1 1-111-16,-1 0-186 0,-5 2-378 15,7-3-1245-15,-20 5 1826 0</inkml:trace>
  <inkml:trace contextRef="#ctx0" brushRef="#br0" timeOffset="-92165.981">27438 2032 3028 0,'0'0'574'0,"0"0"-410"0,0 0-148 0,0 0 66 16,0 0 100-16,0 0 65 0,0 0-88 16,0 0-79-16,0 0-68 0,0 0-12 15,-48 30-46-15,48-30-53 0,0 0-25 16,0 0 8-16,7 0-35 0,3-2-94 16,5 0-148-16,5-2-325 0,-4 2-732 15,15-8 449-15</inkml:trace>
  <inkml:trace contextRef="#ctx0" brushRef="#br0" timeOffset="-91909.576">29428 1728 4310 0,'0'0'601'0,"0"0"-564"0,0 0-36 16,0 0-1-16,0 0 61 0,0 0 46 0,0 0-22 16,0 0-85-16,0 0-18 0,0 0-89 15,0 0-45-15,10 2-39 0,-10-5-43 16,0 0-126-16,0 0-401 0,0 1-1073 16,-2-4 572-16,-6 21 979 0</inkml:trace>
  <inkml:trace contextRef="#ctx0" brushRef="#br0" timeOffset="-91505.156">28257 1932 189 0,'0'0'3373'0,"0"0"-2929"0,0 0-296 16,0 0-92-16,0 0 72 0,0 0 45 16,0 0 74-16,0 0-72 0,0 0-71 0,0 0-58 15,0 0-34-15,6 1-12 0,-6-1-3 16,0 1-9-16,2-1-16 0,-2 0-24 16,0 0-92-16,1 0-68 0,4-2-94 15,2-3-167-15,4-1-695 0,-1 1-974 16,10-12 2090-16,-82 50-451 0</inkml:trace>
  <inkml:trace contextRef="#ctx0" brushRef="#br0" timeOffset="-90651.161">27756 1338 160 0,'0'0'261'16,"0"0"1118"-16,0 0-1028 0,0 0-86 15,0 0-38-15,0 0 1 0,0 0 13 16,0 0-34-16,0 0-38 0,0 0-42 16,0 0-29-16,2-8-23 0,1 8-2 15,1 0 24-15,-1 0 14 0,-3 0-27 16,0 0-25-16,0 0-18 0,1 0-13 0,-1 0-9 15,0 0 2-15,0 0-8 0,0 0-13 16,0 0-1-16,0 0-12 0,0 0 13 16,0 0 0-16,-1 1-2 0,-6 1-35 15,-1 3 36-15,-2 2-33 0,-6 0-4 16,0 2-12-16,1-1-25 0,2-3-16 16,2-1-22-16,3-1-26 0,5-2-73 0,3-1-196 15,0 0-555-15,5-2-724 0,12-8 1628 16</inkml:trace>
  <inkml:trace contextRef="#ctx0" brushRef="#br1" timeOffset="-85896.817">27629 1385 68 0,'0'0'1290'0,"0"0"-724"15,0 0-355-15,0 0-98 0,0 0 72 16,0 0 31-16,0 0-55 0,0 0 28 16,0 0 26-16,-14-73-27 0,15 62-10 15,2 1-29-15,-1 1-39 0,-2 0 28 16,1 1-34-16,-1 1 12 0,0 1-23 16,0 0 0-16,0 4-3 0,0-4-19 15,2 0-21-15,5-3-50 0,6-3-7 0,1-3-14 16,8 1 9-16,4-4 11 0,-2 5-1 15,2-2 1-15,0 2 1 0,-1 3 4 16,-4 2-4-16,0 5-13 0,-3 3-2 16,0 0-1-16,-1 5-36 0,0 8 27 15,-4 2 24-15,-3 2-8 0,-1 6-16 0,-5-2 22 16,-4 3 0-16,0 0 3 0,-7-3 13 16,-2 0 12-16,-4-4 6 0,-3 1 9 15,-1-3 3-15,-5-1-18 0,0-1-25 16,-6-2-34-16,3-2-15 0,-5-2-13 15,-2-3 6-15,-2-4 0 0,2 0 3 16,1 0 41-16,3-6 12 0,8-5 53 16,4-2 21-16,6-3-74 0,3-5-31 15,5 2-16-15,2-5 23 0,0 4-33 16,10-3-14-16,8 2-7 0,1 2-8 0,8 0 14 16,3 0-63-16,5 2-102 0,-1 3-181 15,4 1-267-15,-4 1-551 0,-9 3 39 16</inkml:trace>
  <inkml:trace contextRef="#ctx0" brushRef="#br1" timeOffset="-85344.297">29075 961 852 0,'0'0'0'0,"0"0"0"0,0 0 368 16,0 0-130-16,0 0-20 0,0 0 39 16,0 0 21-16,0 0-38 0,83-15-66 15,-70 15-35-15,2 0-59 0,-2 0-15 16,0 3-27-16,-3 0-19 0,-3 1-19 15,-3-2 0-15,-1 3 24 0,-3-3 14 0,0 2 23 16,0 0 29-16,-4 0 66 0,-3 7-38 16,-2-4-67-16,-2 3-19 0,0 0-17 15,0-1-11-15,2-1-4 0,2-2-3 16,3-2 2-16,1-2 1 0,1-1 25 16,2 0 9-16,0-1 14 0,-1 0-20 15,1 0 13-15,-2-4-15 0,2-3-26 0,0-5-13 16,0-3-9-16,0-2-67 0,3 0 39 15,5 3-52-15,5 0-22 0,4 6-80 16,4 3-136-16,1 2-283 0,1 3-607 16,-3 0 425-16</inkml:trace>
  <inkml:trace contextRef="#ctx0" brushRef="#br1" timeOffset="-84959.969">29680 1350 837 0,'0'0'462'0,"0"0"412"0,0 0-661 15,20-66 10-15,-14 53 25 0,-2 6 47 16,1 4-21-16,-2 3-77 0,1 0-99 16,3 4-85-16,4 7 43 0,1 1 29 15,1 5 6-15,3 1-47 0,-3 1-15 16,-2 0 3-16,0-4 15 0,-3-3-4 16,-1-1-18-16,-4-3-24 0,-1-2 2 0,-2 0-3 15,0-2-3-15,-12 3-93 16,-4-1 7-16,-7 2-77 0,-8-1-62 0,-3 0-51 15,-2-1-131-15,-1-1-241 0,-3-3-586 16,12 2 224-16,-19-1 995 0</inkml:trace>
  <inkml:trace contextRef="#ctx0" brushRef="#br1" timeOffset="-84684.292">29158 1795 899 0,'0'0'260'0,"0"0"891"16,0 0-970-16,0 0-81 0,0 0 96 16,0 0 39-16,95 19-30 0,-69-12-33 15,-4 1-35-15,3 0-46 0,-2-1-53 16,-6-2-22-16,-1 2-16 0,-4-2-13 15,-6 0 11-15,0 0-26 0,-4-1-61 16,-2 1 19-16,0 0 29 0,-8 4 19 0,-6-1 22 16,-5 3-54-16,-5-1-20 0,-4 0-41 15,-3 1-90-15,-2-5-207 0,-2-4-365 16,0-2-595-16,9 0 1372 0</inkml:trace>
  <inkml:trace contextRef="#ctx0" brushRef="#br1" timeOffset="-84242.736">28328 1902 2003 0,'0'0'204'0,"0"0"-204"16,0 0-104-16,0 0 104 0,0 0 166 0,0 0 89 15,0 0 19-15,0 0-78 0,0 0-87 16,0 0-16-16,0 0 9 0,81 44 25 15,-70-27-6-15,-2 1-35 0,-3 1-34 16,-3 0-52-16,-3 0-25 0,0-3 3 16,-1-3 20-16,-8-2-8 0,0-1 10 15,-5-3 0-15,-2-1-6 0,-4-3-13 16,-2-1 16-16,-1-2 1 0,0 0-33 16,1-8-25-16,2-4-55 0,1-1-48 15,1-2-28-15,3-3-73 0,0-3-224 16,1 0-265-16,1-3-391 0,1 7 1029 0,-13-7-152 15</inkml:trace>
  <inkml:trace contextRef="#ctx0" brushRef="#br1" timeOffset="-83930.06">27342 2139 1934 0,'0'0'512'0,"0"0"-238"0,0 0-65 15,0 0 25-15,0 0-14 0,0 0-4 16,0 0-8-16,0 0-51 0,88-26-24 0,-57 26-27 16,0 0-28-16,-2 6-78 0,-3-1 0 15,-4 3 0-15,-4-1 11 0,-4 2-11 16,-3-2-12-16,-5 1 12 0,-5 2-1 15,-1-3-14-15,-4 2-8 0,-10-2 21 0,-4 2-11 16,-5-4 13-16,-3-2 29 0,-4-2-29 16,0-1-65-16,-2-1-32 0,0-6-20 15,3-1-28-15,-1-5-171 0,1-2-345 16,10 2-988-16,-8-12 462 0</inkml:trace>
  <inkml:trace contextRef="#ctx0" brushRef="#br1" timeOffset="-59949.758">2313 16954 3298 0,'0'0'614'16,"0"0"-413"-16,0 0-200 0,0 0 147 0,0 0 125 16,0 0 38-16,0 0-97 15,86 50-67-15,-46-45-47 0,8-2-6 0,1-3-30 16,3 0 21-16,1-6-43 0,-4-5-8 15,-1 0-14-15,-5-3-20 0,-4-1-12 0,-6-1-31 16,-4 0-81-16,-6-1-31 0,-1 1-61 16,-5 0-66-16,-4 3-112 0,-6 1-308 15,-3 4-575-15,-4 5-444 0</inkml:trace>
  <inkml:trace contextRef="#ctx0" brushRef="#br1" timeOffset="-59771.371">2801 17011 2206 0,'0'0'588'15,"0"0"-350"-15,0 0-27 0,-6 68 157 16,6-37 10-16,5 4-83 0,-1 4-78 16,2 4 11-16,1 1-4 0,-1 1-68 15,-4-3-62-15,0-2-45 0,-2-1-28 16,0-3-21-16,0-3-37 0,0-1-39 0,0-2-40 16,-2-6-31-16,1-3-49 0,0-5-79 15,-1-5-216-15,-2-4-502 0,-3-2-389 0</inkml:trace>
  <inkml:trace contextRef="#ctx0" brushRef="#br1" timeOffset="-59509.29">2432 17699 1463 0,'0'0'777'15,"0"0"-209"-15,0 0-247 0,0 0 7 16,0 0 8-16,0 0-79 0,0 0-53 15,0 0-80-15,0 0-40 0,0 0 64 16,75 5 83-16,-43-5-69 0,4 0-40 0,0 0-43 16,0 0-21-16,-1-6-3 0,1 0-21 15,-2-2-22-15,2 0-11 0,-3-2-1 16,0 0-31-16,0-3-69 0,2 0-49 16,0-4-53-16,1 1-44 0,-1-2-104 15,-1 0-224-15,-9 5-522 0,5-4-548 16</inkml:trace>
  <inkml:trace contextRef="#ctx0" brushRef="#br1" timeOffset="-57570.284">3359 17312 711 0,'0'0'81'15,"0"0"1028"-15,0 0-532 0,0 0-142 0,0 0-93 0,0 0-55 16,0 0 0-16,0 0-60 0,0 0 7 15,-85-41-60-15,73 38-47 0,2 2-1 16,0 1 24-16,0 0-12 0,4 3-40 16,0 3-28-16,1 4-3 0,1 5 0 15,1 8-50-15,3 8-16 0,0 7 0 16,4 3 33-16,3 2-19 0,3-6 2 16,-3-8-17-16,2-8-27 0,1-8 15 15,-1-7-10-15,-1-6-5 0,5-2 3 16,2-11-10-16,2-8 4 0,-1-12-25 15,1-8-37-15,-2-8-33 0,-4-4-13 0,-2-1 21 16,-3 2 9-16,-2-1 6 16,-3 3 0-16,-1-2-10 0,0 3-12 0,-4 4-12 15,-3 6 83-15,-2 10 53 0,4 10 59 16,2 8 46-16,0 5 44 0,3 6 0 0,0 0 0 16,0 2-26-16,0 7-28 15,0 5-21-15,0 7 27 0,0 7-3 0,6 9-19 16,-1 3 1-16,2 6-13 0,-1 0-36 15,0-1-31-15,0-3-43 0,2-3-45 16,-2-5-89-16,0-7-53 0,1-4-29 16,1-5-91-16,1-7-198 0,-3-3-434 15,1-6-659-15</inkml:trace>
  <inkml:trace contextRef="#ctx0" brushRef="#br1" timeOffset="-57136.805">3633 17384 836 0,'0'0'2231'0,"0"0"-2017"0,0 0-131 0,0 0 183 16,0 0 147-16,53 66-138 0,-44-66-166 16,1-2-60-16,4-9 4 0,-1-6 18 15,3-5-22-15,-3-8-49 0,1-3-52 16,-5-1-38-16,1 1 4 0,-5 5 36 0,-3 5-34 16,-2 7 56-16,0 7 28 0,-5 3 44 15,-7 3 2-15,-5 3 4 0,1 0 49 16,-1 1-25-16,1 7 9 0,0 4-15 15,4 4-40-15,1 6-27 0,5 3 26 16,0 5 23-16,5 2 23 0,1 1-6 16,0-2 13-16,0-2-55 0,4-6-25 15,2-8-42-15,1-6-23 0,0-5-39 0,2-4 18 16,4-5 16-16,0-8-38 0,1-5 3 16,4-5-7-16,-1-4-24 0,-3-2-33 15,2 1 11-15,0 4-11 0,0 5 61 16,-3 6 45-16,-3 7 37 0,0 4 26 15,-1 2 32-15,-4 4 142 0,3 6 12 16,-4 2-16-16,3 5-11 0,-3 1 11 16,2 2 9-16,-3-2-40 0,0-3-1 15,-1-3-37-15,-1-6-62 0,2-5-39 16,-2-1-25-16,2-5-18 0,3-10-18 0,-2-8 0 16,5-10-37-16,0-10-59 0,2-7-78 15,1-6-97-15,-4-3-156 0,4-1-55 16,-7-2-69-16,0 16-377 0,-1-24-293 15</inkml:trace>
  <inkml:trace contextRef="#ctx0" brushRef="#br1" timeOffset="-56950.01">4013 16569 2020 0,'0'0'676'0,"0"0"-277"0,0 0-131 15,0 0 33-15,0 0 33 0,0 0-40 16,0 0-58-16,0 0-73 0,0 0 19 16,14 75-5-16,-3-32-15 0,0 11-35 15,4 4-17-15,-2 5-53 0,-1 4-20 16,0-2-21-16,2 1-16 0,-3-3-24 15,-1 0-49-15,0-4-33 0,0-2-74 16,0-5-43-16,3-5-16 0,1-6-30 16,2-6 58-16,2-7-294 0,0-9-508 0,-5-6-354 15,3-7 18-15</inkml:trace>
  <inkml:trace contextRef="#ctx0" brushRef="#br1" timeOffset="-56100.139">5131 17146 1425 0,'0'0'46'0,"0"0"48"0,0 0 685 16,0 0-324-16,0 0-102 16,-79 16-44-16,66-2-20 0,-1 2-13 0,2 8-38 15,1 2-45-15,2 5-36 0,2 2-9 16,2-2-19-16,4-5-31 0,1-3-43 15,0-10-52-15,0-3-3 0,0-7-34 16,6-3-12-16,0 0-12 0,1-8-6 16,6-5-47-16,-2-7-9 0,2-4 12 0,-1-3-3 15,-5-1-35-15,-2 4 9 16,-4 3 38-16,-1 4 27 0,0 4 29 0,-3 5 1 16,-4 3 42-16,-3 3 62 0,-2 2-24 15,-4 0-3-15,1 7-20 0,0 2 10 16,1 2 20-16,4 2-43 0,1 0 0 15,3 2-2-15,1 0-15 0,3-2-46 16,2-2-74-16,0 0-260 0,4-5-376 16,6-2-781-16</inkml:trace>
  <inkml:trace contextRef="#ctx0" brushRef="#br1" timeOffset="-55960.475">5317 17304 2878 0,'0'0'419'0,"0"0"-263"16,0 0 120-16,0 0 64 0,84 11-85 0,-68-22-115 15,0-8-72-15,4-7-34 0,0-7-34 16,-1-9-71-16,-1-5-196 0,-1-3-116 16,-5 11-238-16,-3-19-765 0</inkml:trace>
  <inkml:trace contextRef="#ctx0" brushRef="#br1" timeOffset="-55745.424">5365 16877 3071 0,'0'0'405'0,"0"70"-348"0,7-32 117 15,3 10 131-15,3 6 83 0,0 5-125 16,5 0-101-16,-1 2-60 0,0 0-35 16,2 5-18-16,-2 1-46 0,-4 0-3 15,0-2-1-15,-6-8 1 0,-3-5 15 16,-4-8-3-16,0-8 7 0,-3-5-1 16,-5-7-15-16,-4-5 9 0,-2-4-12 0,-2-4-27 15,-4-4-56-15,0-3-39 0,-2-4-62 16,1-4-20-16,0-8-116 0,0-10-104 15,4 2-826-15,-7-22-688 0</inkml:trace>
  <inkml:trace contextRef="#ctx0" brushRef="#br1" timeOffset="-55007.607">6031 17167 82 0,'0'0'2202'16,"0"0"-1657"-16,0 0-157 0,0 0-82 16,0 0 22-16,0 0-1 0,0 0 58 15,89 0-78-15,-49 0-132 0,2-2-68 16,-2-3-52-16,-3-1-52 0,-4-3-1 16,-3-5-2-16,-1 0-16 0,-3-9-17 0,-4-3-86 15,-2-5-99-15,-6-2-83 0,-7-4-134 16,-3 9-736-16,-5-12-910 0</inkml:trace>
  <inkml:trace contextRef="#ctx0" brushRef="#br1" timeOffset="-54825.33">6142 16765 1831 0,'0'0'577'0,"10"71"147"15,0-28-332-15,6 9 59 0,0 11 88 16,4-1-142-16,-1 1-177 0,2-5-113 15,-2-4-107-15,-2-8 0 0,-1-8-37 0,-1-10-78 16,-1-13-96-16,0-12-60 0,0-6-104 16,-2-7-184-16,5-20-784 0</inkml:trace>
  <inkml:trace contextRef="#ctx0" brushRef="#br1" timeOffset="-54158.638">6423 16437 1717 0,'0'0'1272'15,"0"0"-1118"-15,0 0 50 0,0 0 224 16,43 81 2-16,-27-37-104 0,3 13-126 16,-1 7-16-16,-2 5 46 0,0 5-81 15,-3 0-46-15,-3-1-45 0,0-2-30 0,-1-5-28 16,-3-9-33-16,2-12-25 0,-1-9-15 16,-1-13 34-16,3-10-7 0,1-10-64 15,0-3-43-15,5-8-9 0,-1-12-4 16,-1-5-7-16,1-7-1 0,-2-2-6 15,-5-1 16-15,0 3 48 0,0 5 40 16,-2 7 19-16,-2 6 57 0,1 8 1 0,-1 6 94 16,3 0 68-16,1 6 45 0,0 6-46 15,3 4-38-15,0 0-50 0,2 1 6 16,1-3 13-16,1-3-93 0,1-6-26 16,2-3-17-16,0-2 0 0,3-4-44 15,2-8-6-15,-2 0-9 0,0-2 18 16,2 2 25-16,-3 3-1 0,-1 2 39 15,-5 6 18-15,2 1 3 0,-5 0 13 16,0 5 77-16,-3-2-24 0,0 0-29 16,-1-3-24-16,0 0-1 0,2-10 31 0,0-1 1 15,-1-4-7-15,-3-2-15 0,-1-1-20 16,-3 1 10-16,0 3-9 0,-3 4 37 16,-8 4-12-16,-5 6-3 0,-3 1 31 0,-4 13-7 15,-3 5 0-15,2 5 3 0,3 7 19 16,3 5 39-16,5 3 25 0,4 1-47 15,5 0-21-15,4-3 15 0,0-3 37 16,8-9-13-16,5-5-106 0,7-6-3 16,4-6-43-16,5-6-2 0,1-2-16 15,0 0-61-15,3-9-45 0,-1-3-8 16,0-2-21-16,2-3-122 0,-1 0-195 16,-7 3 10-16,17-7-707 0</inkml:trace>
  <inkml:trace contextRef="#ctx0" brushRef="#br1" timeOffset="-53872.387">8252 16868 1486 0,'0'0'280'0,"0"0"953"0,0 0-773 0,-2 79-165 16,5-37 101-16,3 9 66 0,-2 10-69 16,5 3-149-16,-2 7-95 0,-1 2-82 15,0 5-15-15,-5 2-19 0,-1 0-15 16,0-4-18-16,0-4-11 0,-6-6-41 16,0-10-51-16,0-11-34 0,0-12-15 15,1-8 11-15,-2-8 4 0,3-7-29 0,-2-8-72 16,0-2-165-16,-1-9-391 0,-5-20-659 15</inkml:trace>
  <inkml:trace contextRef="#ctx0" brushRef="#br1" timeOffset="-53653.22">8135 16886 2594 0,'0'0'971'0,"0"0"-841"0,0 0-102 15,0 0 16-15,105-14 205 0,-77 11 39 16,2 2-130-16,-1 1-69 0,-2 0-36 15,-4 8-41-15,-3 3-12 0,-5 6-16 16,-8 2-2-16,-4 8 18 0,-3 7 0 16,-13 5-27-16,-7 3-63 0,-4 4-43 15,-6-1-7-15,3-2 37 0,-1-6-55 16,2-6-25-16,5-11-70 0,5-9-168 0,5-8-222 16,0-18-570-16</inkml:trace>
  <inkml:trace contextRef="#ctx0" brushRef="#br1" timeOffset="-53432.813">8573 16802 3727 0,'0'0'472'0,"0"0"-391"15,0 0 12-15,0 0 321 0,22 67 65 16,-22-43-193-16,0 1-150 0,-2 0-63 16,-1-3-34-16,-1-2-39 0,-2-1-12 15,2 1-18-15,0-2-40 0,1-4-18 16,1-2-2-16,2-6-14 0,0-5 50 15,0-1 17-15,3-7-21 0,3-7 28 16,5-6 2-16,1-5-26 0,5-3-35 0,-1-3-15 16,6-3-34-16,2-2-83 15,2-1-111-15,0 0-135 0,-6 10-552 16,8-4-289-16</inkml:trace>
  <inkml:trace contextRef="#ctx0" brushRef="#br1" timeOffset="-53169.766">8902 16781 1888 0,'0'0'1228'0,"0"0"-966"0,8 73-170 15,-5-46 199-15,-3 4 168 0,4-3-23 0,-1-5-144 16,1-6-160-16,4-7-111 0,1-5-21 16,3-5-2-16,3-2-13 0,3-12 2 15,3-9-39-15,3-7-94 0,-1-8-73 16,-1-2-6-16,-3-4 20 0,-2 2-31 16,-5 3 10-16,-3 3-11 0,-7 4 49 15,-2 7 42-15,-10 4 88 0,-8 7 58 16,-3 7 109-16,-2 7 79 0,0 7 81 0,0 13-61 15,1 7-3-15,5 7-62 16,0 5-16-16,2 5 0 0,7-2 21 0,0 0 9 16,4-5-71-16,1-5-86 0,3-5-60 15,0-5-103-15,0-6-47 0,3-4-35 16,1-4-104-16,2-4-307 0,3-4-946 0</inkml:trace>
  <inkml:trace contextRef="#ctx0" brushRef="#br1" timeOffset="-52531.03">9257 16748 1269 0,'0'0'36'0,"0"0"42"16,0 0 485-16,0 0-71 0,0 0-86 15,0 0-69-15,0 0-69 0,0 0-97 16,0 0-41-16,0 0-5 0,2 64 48 0,-2-45 22 16,0 1-50-16,3-3-18 15,0-4-12-15,-2-1-14 0,2-7 1 0,-2-3-17 16,1-2-39-16,2 0-43 16,1-3 10-16,6-9-13 0,4-8 0 0,2-5-58 15,3-6-84-15,0-4-73 16,-1 2 1-16,-2 3 3 0,-4 4 28 15,-6 6 16-15,-5 6 35 0,-2 5 72 0,-9 4 47 16,-10 5 13-16,-4 6 22 0,-2 5 80 0,-2 5 61 16,-3 3-50-16,4 3-30 0,0-2-27 15,3 1-56-15,7 0-3 0,1-2-41 16,7-1-57-16,1 1-132 0,7-5-160 16,0-3-624-16,0-3-583 0</inkml:trace>
  <inkml:trace contextRef="#ctx0" brushRef="#br1" timeOffset="-52358.513">9462 16791 2914 0,'0'0'1243'16,"0"0"-1031"-16,0 0-94 0,105 4 171 15,-69-9 63-15,3-6-41 0,0-5-120 0,3-5-122 16,-2-9-67-16,-1-7-2 0,0-5-51 16,-4-6-149-16,-5-3-62 0,-7 3-37 15,-3-1-58-15,-8 8-201 0,-2 1-218 0,-7 14-428 16,-8-5-23-16</inkml:trace>
  <inkml:trace contextRef="#ctx0" brushRef="#br1" timeOffset="-52176.392">9779 16238 1011 0,'0'0'761'0,"0"0"-251"16,0 0-197-16,-47 89-13 0,39-45-6 15,4 5 111-15,0 3-34 0,3 2-54 16,1 1-48-16,0 3-13 0,5-1-35 16,-1 1-60-16,2-3-72 0,0-2-59 15,-2 1-28-15,1-4-2 0,-4-3-9 16,2-2-9-16,-3-2-34 0,0-2-52 0,0-3-30 15,-6-2-13-15,-4-2-22 0,-3-3 8 16,-1-4 22-16,-4-4 6 0,-2-3-45 16,-3-6-125-16,-6-4-205 0,-2-4-269 15,-5-3-473-15,-6-3 306 0,8 0 660 0</inkml:trace>
  <inkml:trace contextRef="#ctx0" brushRef="#br1" timeOffset="-51549.609">11173 17164 936 0,'0'0'98'0,"0"0"1426"15,0 0-1173-15,0 0-28 0,0 0 71 16,0 0 63-16,0 0-71 0,0 0-102 15,0 0-94-15,0 0-80 0,0 0-70 0,-29 60-25 16,10-23-13-16,5 0 35 0,0-2-8 16,6-6-29-16,4-5-21 0,4-6-10 15,1-4-11-15,11-1-10 0,9 2 36 16,8 0-4-16,6 3 20 0,1-2 0 16,3 3 0-16,-5 0 14 15,-5 2-14-15,-3-2 19 0,-4 1-1 0,-5 3 40 16,-4-2 12-16,-6 1-3 0,-1-1-3 0,-5-2 3 15,-1-1-37-15,-8-1-9 0,-1-2-21 16,-4-3-84-16,-4-4-50 0,1-3-36 16,-3-5 8-16,1 0-32 0,0-7-35 15,1-4-35-15,4-4-166 0,-3-4-231 16,6 2-477-16,-10-18-568 0</inkml:trace>
  <inkml:trace contextRef="#ctx0" brushRef="#br1" timeOffset="-51293.847">11653 16788 2711 0,'0'0'558'0,"0"0"-351"16,0 0-45-16,0 0 231 0,0 0 4 0,0 0-141 15,0 0-84-15,30 84-34 16,-16-33-13-16,-2 7-12 0,1 10 21 0,0 3-22 15,-1 1 12-15,2-3-81 0,-4-5-43 16,4-8-17-16,-2-8-17 0,1-15-11 16,1-9-52-16,2-11-13 0,-3-7-11 15,0-6-32-15,-2-1-18 0,-3-12-103 16,-4-6-326-16,-2 3-744 0,-4-11-839 0</inkml:trace>
  <inkml:trace contextRef="#ctx0" brushRef="#br1" timeOffset="-51130.644">11424 17281 2292 0,'0'0'536'0,"0"0"-253"16,0 0 102-16,0 0 136 0,0 0-115 15,93 23-141-15,-52-21-123 0,5-2-66 0,0-9-33 16,3-5-18-16,-3-7-25 0,0 1-26 16,-3-3-41-16,0-1-142 0,-8 1-79 15,1-1-118-15,-11 7-315 0,2-2-805 0</inkml:trace>
  <inkml:trace contextRef="#ctx0" brushRef="#br1" timeOffset="-50869.771">11978 17155 1246 0,'0'0'2309'0,"0"0"-1912"15,-10 69-313-15,10-39 95 0,0 5 212 16,3 0-1-16,4-4-146 0,7-5-144 0,1-3-67 16,7-7-33-16,1-3-46 0,6-5-45 15,3-4-49-15,2-4 21 0,3-7 91 16,-2-7 26-16,0-5-243 0,-4-6-74 0,-3 0-18 15,-2-1-12-15,-6 1 210 0,-4 4-11 16,-5 0-291-16,-5 4 139 0,-3 3 205 16,0 6 97-16,-3 5 187 0,0 3 138 15,0 3 77-15,-6 8-23 0,2 4-134 16,-1 6-101-16,0 1-20 0,2 2 49 16,3-3 34-16,0-2-94 0,0-2-113 15,8-6-18-15,1-3-111 0,7-2-108 16,1-6 26-16,6-4 67 0,0-11-98 15,-3 3-790-15,16-21-1154 0</inkml:trace>
  <inkml:trace contextRef="#ctx0" brushRef="#br1" timeOffset="-50461.515">12705 17262 1251 0,'0'0'2466'0,"0"0"-2057"0,-69 72-290 0,45-43 187 15,-5 6 223-15,7-3-110 0,3-3-152 16,7-7-95-16,6-8-66 0,5-7-106 0,1-4 0 15,4-3-58-15,10 0-47 0,4 0 62 16,5-6-47-16,3-10-19 0,0-8-37 16,0-8-6-16,0-8-42 0,-3-3-42 15,-3-3-53-15,2 0-23 0,-1-2-23 16,-5-1-97-16,0-4-88 0,-4 0-56 16,-6-2 28-16,-5 0 24 0,-1 2 332 15,-7 4 192-15,-5 7 166 0,-1 6-6 16,0 7 220-16,3 7 123 0,2 8-155 15,3 7-68-15,1 3-2 0,2 4 11 16,-1 0-8-16,2 4-79 0,1 6-74 16,0 4-19-16,0 4-25 0,0 2 24 0,7 5 56 15,-1 2 5-15,2 3-53 0,1 1-46 16,0 7-24-16,-2 4-27 0,0 1-19 16,-1 3-2-16,-3 3-11 0,1 0-14 15,-1-1-13-15,-3-2-39 0,3-1-38 16,-1-2-9-16,1-6-13 0,0-5-13 0,3-6-56 15,0-8-56-15,0-9-165 0,1-4-330 16,2-5-827-16</inkml:trace>
  <inkml:trace contextRef="#ctx0" brushRef="#br1" timeOffset="-49675.591">13110 17206 726 0,'0'0'306'0,"0"0"-208"0,0 0-10 15,0 0 20-15,0 0 35 0,0 0 649 16,0 0-288-16,0 0-199 0,0 0-113 0,0 0-14 15,0 0 6-15,-2-58-17 0,2 61-28 16,0 5-16-16,0 2-10 0,0 5-48 16,0 2-12-16,0 0 6 0,0-1 22 15,2-7 18-15,-1 0 9 0,0-7-64 16,2-1-42-16,0-1 8 0,3 1-9 16,3 4 36-16,5-1-12 0,2 4 21 15,4 4-12-15,2 4 12 0,-2 6 0 16,2 3 24-16,-2 6 67 0,-3 0-54 15,0 4-38-15,-5 1-11 0,1 1 30 16,-3 1-16-16,-3-1-17 0,-2 1 2 0,-4-1-3 16,-1 1-2-16,-4 2 2 0,-8-2 6 15,-8 5-8-15,-3-1-26 0,-5 1 1 16,-6-3 27-16,-2-3-6 0,1-6-9 16,2-5 0-16,4-7 10 0,4-5-10 15,5-6-12-15,6-6-3 0,0-2-1 16,0-6-57-16,0-9-30 0,-3-4 4 0,6-4-1 15,2-4 18-15,6-2-18 16,3-1-40-16,4-2-3 0,11-2 8 0,6-1-2 16,8 0 5-16,4-4-4 0,6-1-58 15,3-1-123-15,0-1-156 0,-10 11-230 16,12-16-588-16</inkml:trace>
  <inkml:trace contextRef="#ctx0" brushRef="#br1" timeOffset="-49189.996">14294 17536 453 0,'0'0'101'15,"0"0"-42"-15,0 0 29 0,0 0-19 16,0 0 9-16,0 0 752 0,0 0-408 0,0 0-195 16,0 0-88-16,0 0 22 15,0 0 49-15,16-27-2 0,-16 27-22 16,0 0 27-16,0 0-16 0,0 0-33 0,0 0-38 16,0 3 0-16,0 0 24 0,0 2 18 15,0 1-7-15,4-1-31 0,4 3-38 16,5 0 12-16,7-1 49 0,6 0-21 15,4-2-65-15,5-3-37 0,-1-2-27 16,1 0-3-16,0-9-2 0,0-5-105 16,3-5-36-16,-1-5-69 0,2-4-49 15,-4-3-22-15,-3-2-304 0,-11 9-658 16,-7-13-1144-16</inkml:trace>
  <inkml:trace contextRef="#ctx0" brushRef="#br1" timeOffset="-48976.503">14529 17261 1520 0,'0'0'182'0,"-6"70"431"0,5-28 64 15,1 8-144-15,0 8-82 0,0 3-54 16,1-1-69-16,1-6-68 0,1-4-107 16,-2-8-129-16,2-13-24 0,4-10-97 15,1-10-56-15,7-9-7 0,4-14 59 16,7-15-60-16,7-11-66 0,1-15-187 15,1-7-586-15,-10 13-550 0</inkml:trace>
  <inkml:trace contextRef="#ctx0" brushRef="#br1" timeOffset="-48676.301">14858 16934 1657 0,'0'0'1795'16,"0"0"-1472"-16,0 0-219 0,11 84 34 15,-9-34 81-15,-1 8 110 0,-1 4 3 16,2 5-87-16,-1 1-72 0,1-4-51 0,1 0-46 15,-1-7-47-15,3-10-29 0,2-10-18 16,-1-12-67-16,2-11-49 0,3-8 12 16,3-6 28-16,0-8 36 0,3-10-1 15,3-6-20-15,-2-1-19 0,2 0-4 16,-5 6 47-16,0 6 33 0,-6 7 19 16,-2 5 3-16,-1 1 43 0,1 10 44 15,-4 5 38-15,3 5-5 0,-2 5-41 0,1 2-12 16,-2 1-12-16,3-3 15 0,-1-3-18 15,1-5-52-15,1-6-18 0,2 0-13 16,3-7-54-16,5 0-43 0,3-4-19 16,5 0-25-16,0-4 74 0,-2-3-143 15,0-1-747-15,0-1-572 0</inkml:trace>
  <inkml:trace contextRef="#ctx0" brushRef="#br1" timeOffset="-48182.584">16201 17643 228 0,'0'0'2070'0,"0"0"-1612"0,0 0-178 16,0 0-75-16,0 0 87 0,0 0 49 0,0 0-92 15,0 0-102-15,0 0-54 0,0 0 6 16,-69-4-13-16,64 8-30 0,2 4-16 16,-3 4-9-16,1 6 12 0,2 7 0 15,0 5 28-15,2 4 54 0,-1 5 10 16,2 1-38-16,0-2-39 0,0-2-27 15,0-7-31-15,5-7-14 0,1-9-19 16,3-7-31-16,2-6-119 0,3-3 42 16,8-12-4-16,2-6-3 0,2-10-34 15,1-6-36-15,0-6-74 0,-3 0-65 16,-1-5-161-16,-1 2-473 0,-8 11-388 0</inkml:trace>
  <inkml:trace contextRef="#ctx0" brushRef="#br1" timeOffset="-47803.423">16423 16961 1896 0,'0'0'22'0,"0"0"455"0,0 0-332 15,-15 65 42-15,10-35 202 0,1 1 60 16,1 5-64-16,3 1-94 0,0 2-86 16,0 0-35-16,3 4-10 0,2 1-12 15,-1 4-38-15,2 2-25 0,-1 1-27 16,-1 4-27-16,2 0-31 0,-1-2-2 15,-3 1-29-15,1-3-15 0,0-2-33 16,-2-4-7-16,3-7-2 0,-1-7-1 16,2-7-1-16,2-11-2 0,-2-4-19 0,3-9-19 15,-1 0 52-15,4-9 41 0,-2-3 6 0,1-5 12 16,-1-4-12-16,2 2-25 16,-2-4-17-16,1 3 26 0,-3 0 12 15,-1 3 7-15,0 5 28 0,-2 1 0 0,-2 5 16 16,-1 1-16-16,1 5 1 0,-2 0 66 15,1 0 3-15,2 5-32 0,1 3 24 16,3 1-2-16,-2 5-20 0,1 1-28 16,-1 1-11-16,-2 0-1 0,3-3-74 15,-3 1-85-15,0-2-97 0,-2-3-193 16,-1-1-144-16,0-2-374 0,0-6-332 16,-3 0 800-16</inkml:trace>
  <inkml:trace contextRef="#ctx0" brushRef="#br1" timeOffset="-47207.937">15312 17652 916 0,'0'0'241'0,"0"0"-62"0,0 0-32 16,0 0 674-16,0 0-262 0,0 0-197 0,0 0-108 15,0 0-54-15,0 0-17 0,76 43-20 16,-63-40-40-16,1-3-36 0,-3 0-21 16,0-3-17-16,-1-5-24 0,0-3-9 15,1-4-4-15,0-4-12 0,-4-3-66 16,0-3-40-16,-1 1-28 0,-4 2 23 15,-2 2 20-15,0 3 32 0,-6 4 21 16,-6 2 14-16,-2 2 23 0,-4 4 2 0,-2 3-1 16,0 2 28-16,1 0 10 0,1 9 0 15,3 8-1-15,3 4-36 0,3 9 40 16,4 7 47-16,2 7 10 0,0 3-27 16,3 5 4-16,0 0-10 0,0 0 7 15,6-1-7-15,3-5-13 0,2-6-18 16,1-8-34-16,3-8-15 0,3-4-32 15,2-7 7-15,2-5-25 0,4-7-40 16,3-1-51-16,1-1-70 0,3-7-71 0,-1-5-100 16,-5 3-233-16,15-12-497 0</inkml:trace>
  <inkml:trace contextRef="#ctx0" brushRef="#br1" timeOffset="-46553.519">16904 17723 783 0,'0'0'329'16,"0"0"-111"-16,0 0 779 0,0 0-584 16,0 0-104-16,0 0-57 0,0 0 50 0,0 0 17 15,0 0-65-15,0 0-61 0,-36-55-29 16,32 67-50-16,-2 6-31 0,-1 6-21 15,0 9-29-15,-1 7-5 0,2 3 9 0,0-1 0 16,1-5-10-16,2-6-25 16,3-9-2-16,0-9-30 0,0-7-10 0,0-5-40 15,6-1 6-15,4-9 53 0,0-5-28 16,3-8-53-16,0-6-28 0,-1-4 9 16,-2-2 49-16,1 1 26 0,-3 2 11 15,0 6-5-15,-3 6 40 0,2 9 10 16,-2 6 46-16,1 4-12 0,3 5 59 15,2 7 42-15,0 3-15 0,0 3-41 16,1 3-12-16,-2-2-6 0,-3 0-4 16,1-2-51-16,0-4-16 0,-2-4-37 15,-2-2-21-15,0-4-93 0,-2-2-40 16,-1 1-48-16,-1-2-157 0,0 0-350 16,0-6-755-16</inkml:trace>
  <inkml:trace contextRef="#ctx0" brushRef="#br1" timeOffset="-46304.045">17155 17674 2123 0,'0'0'630'0,"0"0"-363"16,0 0-66-16,0 0 121 0,0 0 38 15,0 0-103-15,72 80-101 0,-66-57-29 16,-5 1-12-16,-1 2-1 0,0-1-13 16,0 3-30-16,-4-3-31 0,-2-1-19 15,3-6-21-15,-1-4 2 0,1-7 14 16,2-4 23-16,1-3 1 0,0-3-19 15,0-6-21-15,4-6-2 0,6-5-13 16,4-5 13-16,3-4-19 0,5-2-4 16,4 0 7-16,6-3-19 0,4 2 13 15,3 1 8-15,0 0-73 0,-2 3-182 0,-2 2-42 16,-3 4-20-16,-5 3-136 0,-7 7-645 0,3-3-1070 16</inkml:trace>
  <inkml:trace contextRef="#ctx0" brushRef="#br1" timeOffset="-45853.897">18521 17571 2448 0,'0'0'480'0,"0"0"-224"0,0 0-112 16,0 0 284-16,-55 81-1 0,51-50-125 15,1 3-71-15,3-3-56 0,0-3-34 16,7-8-25-16,-1-4-49 0,0-8-49 0,1-4-18 15,3-4-10-15,3 0 7 0,0-7-49 16,2-9-49-16,1-4-46 0,-2-2-15 16,-2-3 5-16,-5 3 21 0,-2 4 31 15,-5 5 27-15,0 6 66 0,-1 0 12 16,-9 4 0-16,-3 2 0 0,-4 1 9 0,-4 0 22 16,0 1-12-16,-1 6 18 0,3 1-22 15,2 0-2-15,4 3-13 0,3 1-3 16,3-2-22-16,4 1-9 0,2 0-28 15,1-2-79-15,2 1-274 0,4-2-154 16,2-1-226-16,7-4-646 0</inkml:trace>
  <inkml:trace contextRef="#ctx0" brushRef="#br1" timeOffset="-45706.494">18791 17737 2383 0,'0'0'657'0,"0"0"-194"0,0 0 10 15,86 0-57-15,-58-3-151 0,-3-7-148 16,3-8-61-16,-2-2 8 0,3-10-64 15,-3-3-98-15,0-6-124 0,-3-3-91 0,-3-2-176 16,-6 10-543-16,-1-10-588 0</inkml:trace>
  <inkml:trace contextRef="#ctx0" brushRef="#br1" timeOffset="-45474.579">18932 17333 1429 0,'0'0'1056'15,"0"0"-624"-15,0 0-112 0,-23 84 24 16,21-50 12-16,2 3-45 0,3 4-45 15,5 3 15-15,1 1-18 0,-1 4-56 0,1 1-49 16,-1 0-54-16,1 1-32 0,-4 0-20 16,1-2-16-16,-3 1-24 15,0-5-12-15,-1 1-3 0,-1-7-21 0,1-1-30 16,-2-6-40-16,0-7-13 0,0-4 13 16,0-8 6-16,0-4-3 0,0-5-16 15,-2-4-19-15,-2 0 13 0,-4-1 27 0,-2-8-44 16,-5-7-12-16,-2-6-44 0,0-5-109 15,-3-7-77-15,9 8-301 0,-9-23-623 16</inkml:trace>
  <inkml:trace contextRef="#ctx0" brushRef="#br1" timeOffset="-44937.91">20191 17258 1102 0,'0'0'1695'0,"0"0"-1169"16,0 0-187-16,0 0-62 0,0 0 102 15,0 0-72-15,0 0-105 0,0 0 19 16,112 25-38-16,-59-16-37 0,1-3-34 16,0-2-42-16,-1-4-12 0,1 0-28 15,-3-5-15-15,-3-3-4 0,-1-1-11 0,-6 0-2 16,-9 0-25-16,-9 5-28 0,-12 1-23 15,-6 3-11-15,-5 0 23 0,-8 7-7 16,-8 7 33-16,-10 8 10 0,-7 6-31 16,-4 6 30-16,-3 4 29 0,1 0 1 15,-2 2-17-15,0 1-3 0,0 0 21 16,4 0 0-16,2-1 18 0,5-4 18 0,5-2 38 16,10-4 14-16,7-5 0 0,8-2-6 15,0-4-9-15,16-2-28 0,4-3-8 16,8-1-16-16,6-5-9 0,2-5 12 15,7-3-9-15,1 0 9 0,2-9-24 16,0-4-14-16,0-2-46 0,-4-4-16 16,-5-7-6-16,-2-4-70 0,-2-2-97 15,-5-5-159-15,-2 0-270 0,-9 10-802 16,-1-9-903-16</inkml:trace>
  <inkml:trace contextRef="#ctx0" brushRef="#br1" timeOffset="-44721.561">20954 17342 1646 0,'0'0'1723'0,"0"0"-1485"16,0 0-193-16,0 0 90 0,0 0 133 0,-62 64 65 15,42-34-101-15,-2 2-84 0,-2 1-53 16,-1 1 3-16,-2 2-15 0,-2-3-31 16,0 0-25-16,0-2-15 0,3-1-12 15,0-5 0-15,3-2-45 0,4-4-56 16,2-1-55-16,6-2-32 0,1-3-28 15,6-3-61-15,4-2-208 0,0-2-548 16,2 1-691-16</inkml:trace>
  <inkml:trace contextRef="#ctx0" brushRef="#br1" timeOffset="-44452.244">21404 17295 1918 0,'0'0'809'0,"0"0"-82"0,0 0-436 15,0 0-80-15,0 0 168 0,-104 76-73 16,73-42-100-16,-2 6-99 0,-2 4-33 16,0 9-1-16,-3 4 12 0,-1 6-3 15,-4 5-21-15,-2 6-15 0,-5 3-31 16,-1 1-15-16,0 0-21 0,2-1 9 15,5-8-10-15,5-7-14 0,6-9-65 0,7-10-33 16,6-12 15-16,10-11-28 0,4-10-13 16,6-8-81-16,0-5-326 0,5-4-613 15,11-18-661-15</inkml:trace>
  <inkml:trace contextRef="#ctx0" brushRef="#br1" timeOffset="-44003.413">20987 18001 992 0,'0'0'1516'16,"0"0"-783"-16,0 0-191 0,0 0-180 15,0 0-17-15,0 0-16 0,0 0-50 16,42 66-90-16,-36-38-80 0,-2 0-48 16,-1 1-19-16,-2 0-14 0,2-1-28 15,0-4-16-15,1-5 3 0,1-7-14 16,-3-5-70-16,4-7-89 0,2-3-67 0,4-11 72 16,2-5 58-16,0-7 21 15,0-3 40-15,2-3 43 0,-3-2 1 16,-1 1-6-16,1 3 24 0,-5 2 1 0,1 0 18 15,-1 7-7-15,0 3 35 0,-2 9 21 16,-1 4 15-16,-2 3 9 0,2 2-3 16,-1 0-21-16,1 7 24 0,0 2 2 0,-1 2 10 15,1 2-16-15,-2 1-18 16,-2 0-30-16,0 1-7 0,-1-7-33 0,0 2-15 16,0-5-73-16,0 0-61 0,-2 0-28 15,-1 3-41-15,-2 1-81 0,-1 1-257 16,3-2-626-16,-4 3-861 0</inkml:trace>
  <inkml:trace contextRef="#ctx0" brushRef="#br1" timeOffset="-43607.244">21441 17748 1193 0,'0'0'1983'0,"0"0"-1525"0,0 0-234 0,0 0 15 16,0 0 32-16,0 0-48 0,0 0-82 15,0 0-70-15,79-25-22 0,-58 20-15 16,0 2 12-16,-2 0-10 0,-2 1-33 16,-3 1 1-16,-5 1 17 0,-2 0-3 15,-4 0 4-15,0 3 11 0,-3 5 4 16,0 2 18-16,0 6 21 0,-4 3-27 15,-3 4-19-15,-2 4-27 0,-4 1 9 16,1 3-12-16,-1 0-36 0,-1 1-7 0,2 2-18 16,0 0 13-16,3-5 5 15,2-1 23-15,4-3 20 0,3-3 0 0,0-2-16 16,8-4-5-16,1-3 6 0,3-3 15 16,-1-5 30-16,2-2-14 0,4-3-16 15,1 0-36-15,-1-6-22 0,5-2-37 0,1-4-10 16,0-2 11-16,1-4 93 15,-2-2-161-15,-1-2-214 0,-5-2-134 0,1 3-172 16,-8 7-344-16,0 2-569 0</inkml:trace>
  <inkml:trace contextRef="#ctx0" brushRef="#br1" timeOffset="-43359.474">21863 17789 1064 0,'0'0'306'0,"0"0"770"0,0 0-484 16,0 0-282-16,0 0-59 0,0 0 17 15,0 0 49-15,-54 72-77 0,40-48-92 16,-3 4-52-16,0 6-13 0,-5 5-28 16,1 4-21-16,-4 2-34 0,1 3-3 15,-2 0-34-15,-2 0-68 0,2-3-70 0,4-4-89 16,3-8-93-16,1-9-207 0,5-6-513 15,5-10-563-15</inkml:trace>
  <inkml:trace contextRef="#ctx0" brushRef="#br1" timeOffset="-42901.032">19824 17051 1865 0,'0'0'273'0,"0"0"-140"15,0 0 135-15,0 0 74 0,0 0-63 0,0 0-85 16,0 0-73-16,0 0 22 0,-79 11-42 16,64 10-3-16,0 7-4 0,1 9 6 15,2 8 17-15,1 14-5 0,4 7-3 16,3 10 28-16,2 9 42 0,2 2-23 15,0 3-58-15,0 3-42 0,3 1-1 16,5 0-37-16,2-1-2 0,2-4-16 16,5-7-24-16,3-6-4 0,5-9-18 0,10-6 16 15,7-10-25-15,13-6 12 0,10-7-6 16,8-8 3-16,12-10-16 0,3-8-27 16,4-9-85-16,1-5-127 0,-3-13-257 15,-22 1-489-15,35-14-336 0</inkml:trace>
  <inkml:trace contextRef="#ctx0" brushRef="#br1" timeOffset="-42495.873">22402 17040 1793 0,'0'0'198'0,"0"0"883"0,0 0-742 0,71 75-32 15,-49-39 30-15,2 5-22 0,0 5-46 16,2 8-72-16,0 8-11 0,-1 1-48 15,0 6-59-15,-4-1-12 0,-4 1-21 16,-7-1-31-16,-4 1-15 0,-6 0-2 16,-3-1-38-16,-8-2-14 0,-8 0 14 15,-1-8-6-15,-1-3-12 0,-1-5 28 16,2-9-37-16,1-4 27 0,3-8-52 16,1-5 28-16,1-10-4 0,-2-8 13 0,-3-6-75 15,-1-6-30-15,-2-11-33 0,1-8-114 16,0-6-94-16,2-7-232 0,1 5-481 15,-7-29-570-15</inkml:trace>
  <inkml:trace contextRef="#ctx0" brushRef="#br1" timeOffset="-42259.419">22616 16872 2410 0,'0'0'683'0,"0"0"-190"0,0 0-102 16,79 29 0-16,-48-6-33 0,6 7-73 15,3 2-10-15,3 5-108 0,0 0-61 16,0 1-21-16,-4-3-34 0,-2-1-48 0,-3-3-3 16,-2-6-24-16,-5-1-85 15,-4-6-61-15,-4-6-76 0,-2-3-88 0,-4-5-181 16,-1-4-446-16,-3 0-255 0,-4-19-729 0</inkml:trace>
  <inkml:trace contextRef="#ctx0" brushRef="#br1" timeOffset="-42086.289">23154 16706 2410 0,'0'0'807'15,"0"0"-539"-15,-47 74-214 0,25-37 91 16,-4 10 220-16,-4 6-12 0,-2 3-109 15,-1 5-121-15,-1 3-71 0,-4-2-52 16,-1 4-40-16,0 0-61 0,-4 3-100 16,1 0-78-16,-2 1-114 0,9-16-366 0,-23 26-824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3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customXml" Target="../ink/ink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14. Galois Theory I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1FBD-9473-4DAA-8DC5-6EB722A0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basic facts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32F8B-0CAA-46BF-B306-38C7AD6DF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Conjugate elements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automorphism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MY" dirty="0"/>
              </a:p>
              <a:p>
                <a:endParaRPr lang="en-US" dirty="0"/>
              </a:p>
              <a:p>
                <a:r>
                  <a:rPr lang="en-US" dirty="0"/>
                  <a:t>Fixed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index and splitting field</a:t>
                </a:r>
                <a:endParaRPr lang="en-MY" dirty="0"/>
              </a:p>
              <a:p>
                <a:endParaRPr lang="en-MY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32F8B-0CAA-46BF-B306-38C7AD6DF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97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1FBD-9473-4DAA-8DC5-6EB722A0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basic facts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32F8B-0CAA-46BF-B306-38C7AD6DF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index and degree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is a finite separable splitting field.  </a:t>
                </a:r>
              </a:p>
              <a:p>
                <a:pPr marL="0" indent="0">
                  <a:buNone/>
                </a:pPr>
                <a:r>
                  <a:rPr lang="en-US" dirty="0"/>
                  <a:t>size of Galois group =  index = degree</a:t>
                </a:r>
                <a:endParaRPr lang="en-MY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32F8B-0CAA-46BF-B306-38C7AD6DF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835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53.1 Definition A finite extension K of F is a finite normal extension of F if K is a separable splitting &#10;field over F. ">
            <a:extLst>
              <a:ext uri="{FF2B5EF4-FFF2-40B4-BE49-F238E27FC236}">
                <a16:creationId xmlns:a16="http://schemas.microsoft.com/office/drawing/2014/main" id="{FC074178-19AB-4C8C-865B-9F4C1810C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29" y="2001083"/>
            <a:ext cx="11253341" cy="7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185EC1-E929-4BCE-B3C6-E3EF2F75386C}"/>
              </a:ext>
            </a:extLst>
          </p:cNvPr>
          <p:cNvSpPr/>
          <p:nvPr/>
        </p:nvSpPr>
        <p:spPr>
          <a:xfrm>
            <a:off x="469329" y="678688"/>
            <a:ext cx="73460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</a:rPr>
              <a:t>Finite Normal extension / Galois extension.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107BCA-0810-9D43-8DAC-4B94DAC5BBC4}"/>
                  </a:ext>
                </a:extLst>
              </p:cNvPr>
              <p:cNvSpPr txBox="1"/>
              <p:nvPr/>
            </p:nvSpPr>
            <p:spPr>
              <a:xfrm>
                <a:off x="555585" y="3240911"/>
                <a:ext cx="1031304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en-US" altLang="zh-SG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SG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kumimoji="1" lang="en-US" altLang="zh-SG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kumimoji="1" lang="en-US" altLang="zh-SG" sz="2800" dirty="0"/>
                  <a:t> is normal </a:t>
                </a:r>
                <a14:m>
                  <m:oMath xmlns:m="http://schemas.openxmlformats.org/officeDocument/2006/math">
                    <m:r>
                      <a:rPr kumimoji="1" lang="en-US" altLang="zh-SG" sz="2800" b="0" i="1" smtClean="0">
                        <a:latin typeface="Cambria Math" panose="02040503050406030204" pitchFamily="18" charset="0"/>
                      </a:rPr>
                      <m:t>⇔1.   </m:t>
                    </m:r>
                    <m:f>
                      <m:fPr>
                        <m:type m:val="lin"/>
                        <m:ctrlPr>
                          <a:rPr kumimoji="1" lang="en-US" altLang="zh-SG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SG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kumimoji="1" lang="en-US" altLang="zh-SG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kumimoji="1" lang="en-US" altLang="zh-SG" sz="2800" dirty="0"/>
                  <a:t> is separable</a:t>
                </a:r>
              </a:p>
              <a:p>
                <a:r>
                  <a:rPr kumimoji="1" lang="en-US" altLang="zh-SG" sz="2800" b="0" dirty="0"/>
                  <a:t>                                 </a:t>
                </a:r>
                <a14:m>
                  <m:oMath xmlns:m="http://schemas.openxmlformats.org/officeDocument/2006/math">
                    <m:r>
                      <a:rPr kumimoji="1" lang="en-US" altLang="zh-SG" sz="2800" b="0" i="1" smtClean="0">
                        <a:latin typeface="Cambria Math" panose="02040503050406030204" pitchFamily="18" charset="0"/>
                      </a:rPr>
                      <m:t>2.</m:t>
                    </m:r>
                    <m:r>
                      <a:rPr kumimoji="1" lang="en-US" altLang="zh-SG" sz="2800" i="1"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type m:val="lin"/>
                        <m:ctrlPr>
                          <a:rPr kumimoji="1" lang="en-US" altLang="zh-SG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SG" sz="2800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kumimoji="1" lang="en-US" altLang="zh-SG" sz="2800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r>
                  <a:rPr kumimoji="1" lang="en-US" altLang="zh-SG" sz="2800" dirty="0"/>
                  <a:t> is </a:t>
                </a:r>
                <a:r>
                  <a:rPr kumimoji="1" lang="en-US" altLang="zh-SG" sz="2800" dirty="0" err="1"/>
                  <a:t>splittting</a:t>
                </a:r>
                <a:r>
                  <a:rPr kumimoji="1" lang="en-US" altLang="zh-SG" sz="2800" dirty="0"/>
                  <a:t> </a:t>
                </a:r>
                <a:endParaRPr kumimoji="1" lang="zh-SG" altLang="en-US" sz="28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4107BCA-0810-9D43-8DAC-4B94DAC5B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85" y="3240911"/>
                <a:ext cx="10313043" cy="954107"/>
              </a:xfrm>
              <a:prstGeom prst="rect">
                <a:avLst/>
              </a:prstGeom>
              <a:blipFill>
                <a:blip r:embed="rId3"/>
                <a:stretch>
                  <a:fillRect l="-2706" t="-69737" b="-105263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022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未命名图片.png 53.2 Theorem Let K be a finite normal extension of F, and let E be an extension of F, where F &lt; E &lt; &#10;K S F. Then K is a finite normal extension of E, and / E) is precisely the subgroup &#10;未命名图片.png of G(K / F) consisting of all those automorphisms that leave E fixed. Moreover, two &#10;automorphisms o and T in G(K / F) induce the same isomorphism of E onto a subfield &#10;of F if and only if they are in the same left coset of G(K / E) in G(K / F). &#10;">
            <a:extLst>
              <a:ext uri="{FF2B5EF4-FFF2-40B4-BE49-F238E27FC236}">
                <a16:creationId xmlns:a16="http://schemas.microsoft.com/office/drawing/2014/main" id="{E022F300-7D79-4F4C-AF16-EAB6AA019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84" y="443884"/>
            <a:ext cx="11257686" cy="180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53.5 Definition If K is a finite normal extension of a field F, then G(K / F) is the Galois group of K &#10;over F. ">
            <a:extLst>
              <a:ext uri="{FF2B5EF4-FFF2-40B4-BE49-F238E27FC236}">
                <a16:creationId xmlns:a16="http://schemas.microsoft.com/office/drawing/2014/main" id="{98217568-8047-4AC7-B4FA-60609A76B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84" y="4835400"/>
            <a:ext cx="11701590" cy="74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A8A7087-2B4C-B549-B73A-7BC649B66BB4}"/>
                  </a:ext>
                </a:extLst>
              </p:cNvPr>
              <p:cNvSpPr/>
              <p:nvPr/>
            </p:nvSpPr>
            <p:spPr>
              <a:xfrm>
                <a:off x="1701478" y="2419109"/>
                <a:ext cx="7442522" cy="1614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fontAlgn="base">
                  <a:buFont typeface="+mj-lt"/>
                  <a:buAutoNum type="arabicPeriod"/>
                </a:pPr>
                <a:r>
                  <a:rPr lang="en-SG" altLang="zh-SG" sz="2400" dirty="0">
                    <a:solidFill>
                      <a:srgbClr val="080808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altLang="zh-SG" sz="2400" dirty="0">
                    <a:solidFill>
                      <a:srgbClr val="080808"/>
                    </a:solidFill>
                    <a:latin typeface="HarmonyOS Sans"/>
                  </a:rPr>
                  <a:t> is also normal / Galois</a:t>
                </a:r>
              </a:p>
              <a:p>
                <a:pPr fontAlgn="base">
                  <a:buFont typeface="+mj-lt"/>
                  <a:buAutoNum type="arabicPeriod"/>
                </a:pPr>
                <a:r>
                  <a:rPr lang="en-SG" altLang="zh-SG" sz="2400" dirty="0">
                    <a:solidFill>
                      <a:srgbClr val="080808"/>
                    </a:solidFill>
                    <a:latin typeface="KaTeX_Main"/>
                  </a:rPr>
                  <a:t>  </a:t>
                </a:r>
                <a14:m>
                  <m:oMath xmlns:m="http://schemas.openxmlformats.org/officeDocument/2006/math"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)&lt;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zh-SG" sz="2400" dirty="0">
                  <a:solidFill>
                    <a:srgbClr val="080808"/>
                  </a:solidFill>
                  <a:latin typeface="HarmonyOS Sans"/>
                </a:endParaRPr>
              </a:p>
              <a:p>
                <a:pPr fontAlgn="base">
                  <a:buFont typeface="+mj-lt"/>
                  <a:buAutoNum type="arabicPeriod"/>
                </a:pPr>
                <a:r>
                  <a:rPr lang="en-US" altLang="zh-SG" sz="2400" b="0" dirty="0">
                    <a:solidFill>
                      <a:srgbClr val="080808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SG" sz="2400" b="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 {</m:t>
                    </m:r>
                    <m:r>
                      <a:rPr lang="el-GR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l-GR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̅"/>
                        <m:ctrlPr>
                          <a:rPr lang="en-US" altLang="zh-SG" sz="2400" b="0" i="1" dirty="0" smtClean="0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SG" sz="2400" b="0" i="1" dirty="0" smtClean="0">
                            <a:solidFill>
                              <a:srgbClr val="080808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}⟷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)/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SG" altLang="zh-SG" sz="2400" i="1" dirty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zh-SG" sz="2400" dirty="0">
                  <a:solidFill>
                    <a:srgbClr val="080808"/>
                  </a:solidFill>
                  <a:latin typeface="HarmonyOS Sans"/>
                </a:endParaRPr>
              </a:p>
              <a:p>
                <a:pPr fontAlgn="base">
                  <a:buFont typeface="+mj-lt"/>
                  <a:buAutoNum type="arabicPeriod"/>
                </a:pPr>
                <a:r>
                  <a:rPr lang="en-US" altLang="zh-SG" sz="2400" b="0" dirty="0">
                    <a:solidFill>
                      <a:srgbClr val="080808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SG" sz="2400" b="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]=[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):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SG" altLang="zh-SG" sz="2400" i="1" dirty="0" smtClean="0">
                        <a:solidFill>
                          <a:srgbClr val="080808"/>
                        </a:solidFill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SG" altLang="zh-SG" sz="2400" b="0" i="0" dirty="0">
                  <a:solidFill>
                    <a:srgbClr val="080808"/>
                  </a:solidFill>
                  <a:effectLst/>
                  <a:latin typeface="HarmonyOS Sans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A8A7087-2B4C-B549-B73A-7BC649B66B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478" y="2419109"/>
                <a:ext cx="7442522" cy="1614737"/>
              </a:xfrm>
              <a:prstGeom prst="rect">
                <a:avLst/>
              </a:prstGeom>
              <a:blipFill>
                <a:blip r:embed="rId4"/>
                <a:stretch>
                  <a:fillRect l="-1193" t="-2326" b="-4651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03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8A00BE-0EC5-4ADC-9371-EBA87CD1F8B2}"/>
                  </a:ext>
                </a:extLst>
              </p:cNvPr>
              <p:cNvSpPr txBox="1"/>
              <p:nvPr/>
            </p:nvSpPr>
            <p:spPr>
              <a:xfrm>
                <a:off x="550416" y="328474"/>
                <a:ext cx="85403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MY" sz="2800" dirty="0"/>
                  <a:t> finite Galois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⇒∀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MY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MY" sz="2800" dirty="0"/>
                  <a:t> is finite Galois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8A00BE-0EC5-4ADC-9371-EBA87CD1F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16" y="328474"/>
                <a:ext cx="8540318" cy="523220"/>
              </a:xfrm>
              <a:prstGeom prst="rect">
                <a:avLst/>
              </a:prstGeom>
              <a:blipFill>
                <a:blip r:embed="rId2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025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61EDA6-8E65-4254-8D8E-D6022C03F3BA}"/>
                  </a:ext>
                </a:extLst>
              </p:cNvPr>
              <p:cNvSpPr txBox="1"/>
              <p:nvPr/>
            </p:nvSpPr>
            <p:spPr>
              <a:xfrm>
                <a:off x="550416" y="328474"/>
                <a:ext cx="85403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MY" sz="2800" dirty="0"/>
                  <a:t> finite Galois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⇒∀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MY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den>
                        </m:f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MY" sz="28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MY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61EDA6-8E65-4254-8D8E-D6022C03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16" y="328474"/>
                <a:ext cx="8540318" cy="523220"/>
              </a:xfrm>
              <a:prstGeom prst="rect">
                <a:avLst/>
              </a:prstGeom>
              <a:blipFill>
                <a:blip r:embed="rId2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410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61EDA6-8E65-4254-8D8E-D6022C03F3BA}"/>
                  </a:ext>
                </a:extLst>
              </p:cNvPr>
              <p:cNvSpPr txBox="1"/>
              <p:nvPr/>
            </p:nvSpPr>
            <p:spPr>
              <a:xfrm>
                <a:off x="550415" y="328474"/>
                <a:ext cx="10031767" cy="341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MY" sz="2800" dirty="0"/>
                  <a:t> finite Galois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⇒∀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groupChr>
                        <m:groupChrPr>
                          <m:chr m:val="→"/>
                          <m:vertJc m:val="bot"/>
                          <m:ctrlP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  <m:t>𝑏𝑖𝑗𝑒𝑐𝑡𝑖𝑜𝑛</m:t>
                          </m:r>
                          <m: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</m:e>
                      </m:groupCh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MY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MY" sz="2800" dirty="0"/>
              </a:p>
              <a:p>
                <a:pPr/>
                <a:endParaRPr lang="en-MY" sz="2800" dirty="0"/>
              </a:p>
              <a:p>
                <a:pPr/>
                <a:endParaRPr lang="en-MY" sz="2800" dirty="0"/>
              </a:p>
              <a:p>
                <a:pPr/>
                <a:endParaRPr lang="en-MY" sz="2800" dirty="0"/>
              </a:p>
              <a:p>
                <a:pPr/>
                <a:r>
                  <a:rPr lang="en-MY" sz="2800" dirty="0"/>
                  <a:t>Lemma: The inclusion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altLang="zh-SG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altLang="zh-SG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SG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MY" altLang="zh-SG" sz="2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SG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SG" sz="2800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SG" sz="2800" i="1">
                        <a:latin typeface="Cambria Math" panose="02040503050406030204" pitchFamily="18" charset="0"/>
                      </a:rPr>
                      <m:t>}→</m:t>
                    </m:r>
                    <m:d>
                      <m:dPr>
                        <m:begChr m:val="{"/>
                        <m:endChr m:val="|"/>
                        <m:ctrlPr>
                          <a:rPr lang="en-US" altLang="zh-SG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→</m:t>
                        </m:r>
                        <m:bar>
                          <m:barPr>
                            <m:pos m:val="top"/>
                            <m:ctrlPr>
                              <a:rPr lang="en-US" altLang="zh-SG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SG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bar>
                      </m:e>
                    </m:d>
                    <m:r>
                      <a:rPr lang="en-US" altLang="zh-SG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SG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SG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MY" altLang="zh-SG" sz="2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SG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SG" sz="2800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SG" sz="2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MY" sz="2800" dirty="0"/>
                  <a:t> is an bijection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MY" sz="2800" dirty="0"/>
                  <a:t> is splitting.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61EDA6-8E65-4254-8D8E-D6022C03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15" y="328474"/>
                <a:ext cx="10031767" cy="3416576"/>
              </a:xfrm>
              <a:prstGeom prst="rect">
                <a:avLst/>
              </a:prstGeom>
              <a:blipFill>
                <a:blip r:embed="rId2"/>
                <a:stretch>
                  <a:fillRect l="-1138" t="-1852" b="-3704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79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61EDA6-8E65-4254-8D8E-D6022C03F3BA}"/>
                  </a:ext>
                </a:extLst>
              </p:cNvPr>
              <p:cNvSpPr txBox="1"/>
              <p:nvPr/>
            </p:nvSpPr>
            <p:spPr>
              <a:xfrm>
                <a:off x="550415" y="328474"/>
                <a:ext cx="10031767" cy="5099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dirty="0"/>
                  <a:t> Cor: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800" b="0" dirty="0"/>
              </a:p>
              <a:p>
                <a:r>
                  <a:rPr lang="en-US" sz="2800" b="0" dirty="0"/>
                  <a:t>|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n-US" sz="2800" b="0" dirty="0"/>
              </a:p>
              <a:p>
                <a:endParaRPr lang="en-MY" sz="2800" dirty="0"/>
              </a:p>
              <a:p>
                <a:endParaRPr lang="en-MY" sz="2800" dirty="0"/>
              </a:p>
              <a:p>
                <a:endParaRPr lang="en-MY" sz="2800" dirty="0"/>
              </a:p>
              <a:p>
                <a:r>
                  <a:rPr lang="en-MY" sz="2800" dirty="0"/>
                  <a:t>The Galois correspondence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</m:e>
                      </m:groupCh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den>
                      </m:f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SG" sz="2800" b="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↦   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SG" sz="2800" i="1">
                          <a:latin typeface="Cambria Math" panose="02040503050406030204" pitchFamily="18" charset="0"/>
                        </a:rPr>
                        <m:t>𝜏</m:t>
                      </m:r>
                      <m:sSub>
                        <m:sSubPr>
                          <m:ctrlPr>
                            <a:rPr lang="en-US" altLang="zh-SG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SG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SG" altLang="en-US" sz="28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altLang="zh-SG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altLang="zh-SG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SG" sz="2800" i="1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zh-SG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SG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SG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SG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zh-SG" sz="2800" i="1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SG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⟻</m:t>
                      </m: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SG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SG" sz="2800" dirty="0"/>
              </a:p>
              <a:p>
                <a:pPr lvl="1"/>
                <a:endParaRPr lang="en-MY" sz="2800" dirty="0"/>
              </a:p>
              <a:p>
                <a:endParaRPr lang="en-MY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61EDA6-8E65-4254-8D8E-D6022C03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15" y="328474"/>
                <a:ext cx="10031767" cy="5099025"/>
              </a:xfrm>
              <a:prstGeom prst="rect">
                <a:avLst/>
              </a:prstGeom>
              <a:blipFill>
                <a:blip r:embed="rId2"/>
                <a:stretch>
                  <a:fillRect l="-1138" t="-4726" b="-11940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426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53.6 Theorem &#10;(Main Theorem of Galois Theory) Let K be a finite normal extension of a field F, &#10;with Galois group G(K / F). For a field E, where F S E &lt; K, let X(E) be the subgroup &#10;of G(K / F) leaving E fixed. Then X is a one-to-one map of the set of all such intermediate &#10;fields E onto the set of all subgroups of G(K / F). The following properties hold for X: &#10;1. &#10;2. &#10;3. &#10;4. &#10;5. &#10;6. &#10;i(E) = G(K/E). &#10;E = KG(K/E) = &#10;For H S G(K/F), X(KH) = H. &#10;[K : E] = and [E : F] = (G(K/F) : X(E)), the number of left cosets &#10;of X(E) in G(K/F). &#10;E is a normal extension of F if and only if X(E) is a normal subgroup of &#10;When X(E) is a normal subgroup of / F), then &#10;G(E/F) &#10;The diagram of subgroups of G(K / F) is the inverted diagram of intermediate &#10;fields of K over F. ">
            <a:extLst>
              <a:ext uri="{FF2B5EF4-FFF2-40B4-BE49-F238E27FC236}">
                <a16:creationId xmlns:a16="http://schemas.microsoft.com/office/drawing/2014/main" id="{8E61DC69-DA85-482F-895C-F597A14F1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6" y="124287"/>
            <a:ext cx="11448177" cy="541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19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CD9A9-6891-4C90-B3B2-B7AFD8A5ECDC}"/>
              </a:ext>
            </a:extLst>
          </p:cNvPr>
          <p:cNvSpPr txBox="1"/>
          <p:nvPr/>
        </p:nvSpPr>
        <p:spPr>
          <a:xfrm>
            <a:off x="577049" y="372862"/>
            <a:ext cx="542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Proof of the Main Theorem </a:t>
            </a:r>
            <a:endParaRPr lang="en-MY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190355-AA40-4CBB-A061-E778EB9C5E00}"/>
                  </a:ext>
                </a:extLst>
              </p:cNvPr>
              <p:cNvSpPr txBox="1"/>
              <p:nvPr/>
            </p:nvSpPr>
            <p:spPr>
              <a:xfrm>
                <a:off x="870012" y="1118586"/>
                <a:ext cx="48383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Y" sz="2400" dirty="0"/>
                  <a:t>1.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MY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190355-AA40-4CBB-A061-E778EB9C5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12" y="1118586"/>
                <a:ext cx="4838330" cy="461665"/>
              </a:xfrm>
              <a:prstGeom prst="rect">
                <a:avLst/>
              </a:prstGeom>
              <a:blipFill>
                <a:blip r:embed="rId2"/>
                <a:stretch>
                  <a:fillRect l="-2018" t="-125000" b="-19078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63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606B41-3376-4851-93C1-F7ABA7E05A8D}"/>
                  </a:ext>
                </a:extLst>
              </p:cNvPr>
              <p:cNvSpPr txBox="1"/>
              <p:nvPr/>
            </p:nvSpPr>
            <p:spPr>
              <a:xfrm>
                <a:off x="532659" y="435006"/>
                <a:ext cx="8125203" cy="1426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Y" sz="2800" dirty="0"/>
                  <a:t>2. </a:t>
                </a:r>
                <a14:m>
                  <m:oMath xmlns:m="http://schemas.openxmlformats.org/officeDocument/2006/math"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den>
                        </m:f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US" sz="2800" b="0" dirty="0"/>
              </a:p>
              <a:p>
                <a:endParaRPr lang="en-MY" sz="2800" dirty="0"/>
              </a:p>
              <a:p>
                <a:r>
                  <a:rPr lang="en-MY" sz="2800" dirty="0"/>
                  <a:t>Proof: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MY" sz="2800" dirty="0"/>
                  <a:t>, 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MY" sz="2800" dirty="0"/>
                  <a:t> conjugate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MY" sz="28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606B41-3376-4851-93C1-F7ABA7E05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59" y="435006"/>
                <a:ext cx="8125203" cy="1426481"/>
              </a:xfrm>
              <a:prstGeom prst="rect">
                <a:avLst/>
              </a:prstGeom>
              <a:blipFill>
                <a:blip r:embed="rId2"/>
                <a:stretch>
                  <a:fillRect l="-1560" t="-20175" b="-964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51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781C38-D906-4A5D-A139-C8A6A7CE6066}"/>
                  </a:ext>
                </a:extLst>
              </p:cNvPr>
              <p:cNvSpPr txBox="1"/>
              <p:nvPr/>
            </p:nvSpPr>
            <p:spPr>
              <a:xfrm>
                <a:off x="532660" y="435006"/>
                <a:ext cx="57704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Y" sz="2800" dirty="0"/>
                  <a:t>3. </a:t>
                </a:r>
                <a14:m>
                  <m:oMath xmlns:m="http://schemas.openxmlformats.org/officeDocument/2006/math"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MY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e>
                    </m:d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MY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den>
                    </m:f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MY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781C38-D906-4A5D-A139-C8A6A7CE6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435006"/>
                <a:ext cx="5770486" cy="523220"/>
              </a:xfrm>
              <a:prstGeom prst="rect">
                <a:avLst/>
              </a:prstGeom>
              <a:blipFill>
                <a:blip r:embed="rId2"/>
                <a:stretch>
                  <a:fillRect l="-2112" t="-10465" b="-3255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995FBC-F911-46F0-B94A-E3FED4543C23}"/>
                  </a:ext>
                </a:extLst>
              </p14:cNvPr>
              <p14:cNvContentPartPr/>
              <p14:nvPr/>
            </p14:nvContentPartPr>
            <p14:xfrm>
              <a:off x="4529520" y="1648080"/>
              <a:ext cx="3217680" cy="1216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995FBC-F911-46F0-B94A-E3FED4543C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3680" y="1584720"/>
                <a:ext cx="3249000" cy="13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1F7E97-D121-438F-B086-39AF67AEA397}"/>
                  </a:ext>
                </a:extLst>
              </p14:cNvPr>
              <p14:cNvContentPartPr/>
              <p14:nvPr/>
            </p14:nvContentPartPr>
            <p14:xfrm>
              <a:off x="6527520" y="2683440"/>
              <a:ext cx="330480" cy="463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1F7E97-D121-438F-B086-39AF67AEA3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1680" y="2620080"/>
                <a:ext cx="361800" cy="5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AA1812-F161-4B61-A64E-D4259A39B5CC}"/>
                  </a:ext>
                </a:extLst>
              </p14:cNvPr>
              <p14:cNvContentPartPr/>
              <p14:nvPr/>
            </p14:nvContentPartPr>
            <p14:xfrm>
              <a:off x="7949160" y="2247120"/>
              <a:ext cx="44640" cy="25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AA1812-F161-4B61-A64E-D4259A39B5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33320" y="2183760"/>
                <a:ext cx="7596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1ED15D1-F586-4711-870B-8646015B4751}"/>
                  </a:ext>
                </a:extLst>
              </p14:cNvPr>
              <p14:cNvContentPartPr/>
              <p14:nvPr/>
            </p14:nvContentPartPr>
            <p14:xfrm>
              <a:off x="7804080" y="2260800"/>
              <a:ext cx="56520" cy="340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1ED15D1-F586-4711-870B-8646015B475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88240" y="2197440"/>
                <a:ext cx="8784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4A5524-9996-4E1A-AB24-2C7BDCA04895}"/>
                  </a:ext>
                </a:extLst>
              </p14:cNvPr>
              <p14:cNvContentPartPr/>
              <p14:nvPr/>
            </p14:nvContentPartPr>
            <p14:xfrm>
              <a:off x="193320" y="203400"/>
              <a:ext cx="11832480" cy="6654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4A5524-9996-4E1A-AB24-2C7BDCA048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3960" y="194040"/>
                <a:ext cx="11851200" cy="667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1926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A6668D-BB79-4E6A-AB47-68B62C83995F}"/>
                  </a:ext>
                </a:extLst>
              </p14:cNvPr>
              <p14:cNvContentPartPr/>
              <p14:nvPr/>
            </p14:nvContentPartPr>
            <p14:xfrm>
              <a:off x="579240" y="641160"/>
              <a:ext cx="11613240" cy="6207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A6668D-BB79-4E6A-AB47-68B62C8399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9880" y="631800"/>
                <a:ext cx="11631960" cy="622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7993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D17E57-9E5A-40C5-980F-01433FC291E8}"/>
                  </a:ext>
                </a:extLst>
              </p14:cNvPr>
              <p14:cNvContentPartPr/>
              <p14:nvPr/>
            </p14:nvContentPartPr>
            <p14:xfrm>
              <a:off x="732960" y="285840"/>
              <a:ext cx="11328120" cy="3942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D17E57-9E5A-40C5-980F-01433FC291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600" y="276480"/>
                <a:ext cx="11346840" cy="396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6000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6C5A74-A0C3-465B-9304-1E20EB125DA5}"/>
                  </a:ext>
                </a:extLst>
              </p:cNvPr>
              <p:cNvSpPr txBox="1"/>
              <p:nvPr/>
            </p:nvSpPr>
            <p:spPr>
              <a:xfrm>
                <a:off x="532660" y="435006"/>
                <a:ext cx="83450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Y" sz="2800" dirty="0"/>
                  <a:t>4.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MY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8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MY" sz="2800" b="0" i="1" dirty="0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MY" sz="28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MY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MY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den>
                        </m:f>
                      </m:e>
                    </m:d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["/>
                        <m:endChr m:val="]"/>
                        <m:ctrlPr>
                          <a:rPr lang="en-MY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MY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MY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e>
                    </m:d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MY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MY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MY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6C5A74-A0C3-465B-9304-1E20EB125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435006"/>
                <a:ext cx="8345010" cy="523220"/>
              </a:xfrm>
              <a:prstGeom prst="rect">
                <a:avLst/>
              </a:prstGeom>
              <a:blipFill>
                <a:blip r:embed="rId2"/>
                <a:stretch>
                  <a:fillRect l="-1461" t="-10465" b="-3255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A65E24-0186-4E72-816E-101D2922CA5F}"/>
                  </a:ext>
                </a:extLst>
              </p14:cNvPr>
              <p14:cNvContentPartPr/>
              <p14:nvPr/>
            </p14:nvContentPartPr>
            <p14:xfrm>
              <a:off x="589320" y="136800"/>
              <a:ext cx="11371680" cy="6097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A65E24-0186-4E72-816E-101D2922CA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9960" y="127440"/>
                <a:ext cx="11390400" cy="611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8679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7AD329-BB9F-4A64-AD43-F4E329CDCFDD}"/>
                  </a:ext>
                </a:extLst>
              </p:cNvPr>
              <p:cNvSpPr txBox="1"/>
              <p:nvPr/>
            </p:nvSpPr>
            <p:spPr>
              <a:xfrm>
                <a:off x="532660" y="435006"/>
                <a:ext cx="83450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Y" sz="2800" dirty="0"/>
                  <a:t>5. </a:t>
                </a:r>
                <a14:m>
                  <m:oMath xmlns:m="http://schemas.openxmlformats.org/officeDocument/2006/math"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MY" sz="2800" dirty="0"/>
                  <a:t> is a normal extension of </a:t>
                </a:r>
                <a14:m>
                  <m:oMath xmlns:m="http://schemas.openxmlformats.org/officeDocument/2006/math"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MY" sz="2800" dirty="0"/>
                  <a:t> </a:t>
                </a:r>
                <a14:m>
                  <m:oMath xmlns:m="http://schemas.openxmlformats.org/officeDocument/2006/math">
                    <m:r>
                      <a:rPr lang="en-MY" sz="2800" b="0" i="1" dirty="0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MY" sz="2800" b="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MY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MY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8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MY" sz="28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den>
                        </m:f>
                      </m:e>
                    </m:d>
                    <m:r>
                      <a:rPr lang="en-MY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  <m:r>
                      <a:rPr lang="en-MY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MY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MY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MY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e>
                    </m:d>
                  </m:oMath>
                </a14:m>
                <a:r>
                  <a:rPr lang="en-MY" sz="28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7AD329-BB9F-4A64-AD43-F4E329CDC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435006"/>
                <a:ext cx="8345010" cy="523220"/>
              </a:xfrm>
              <a:prstGeom prst="rect">
                <a:avLst/>
              </a:prstGeom>
              <a:blipFill>
                <a:blip r:embed="rId2"/>
                <a:stretch>
                  <a:fillRect l="-1461" t="-10465" b="-3255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935B90-66D5-48E0-8C23-26A4F36BA6D5}"/>
                  </a:ext>
                </a:extLst>
              </p14:cNvPr>
              <p14:cNvContentPartPr/>
              <p14:nvPr/>
            </p14:nvContentPartPr>
            <p14:xfrm>
              <a:off x="75600" y="59760"/>
              <a:ext cx="12112560" cy="6737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935B90-66D5-48E0-8C23-26A4F36BA6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240" y="50400"/>
                <a:ext cx="12131280" cy="675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2189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3B987B-1FF4-40ED-8B40-35D84AFE0BAF}"/>
                  </a:ext>
                </a:extLst>
              </p14:cNvPr>
              <p14:cNvContentPartPr/>
              <p14:nvPr/>
            </p14:nvContentPartPr>
            <p14:xfrm>
              <a:off x="633240" y="221400"/>
              <a:ext cx="11284560" cy="6452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3B987B-1FF4-40ED-8B40-35D84AFE0B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880" y="212040"/>
                <a:ext cx="11303280" cy="647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4356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3ED15E-D403-4D4F-A8C6-341CCB09163A}"/>
                  </a:ext>
                </a:extLst>
              </p14:cNvPr>
              <p14:cNvContentPartPr/>
              <p14:nvPr/>
            </p14:nvContentPartPr>
            <p14:xfrm>
              <a:off x="885240" y="261720"/>
              <a:ext cx="10144800" cy="4765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3ED15E-D403-4D4F-A8C6-341CCB0916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5880" y="252360"/>
                <a:ext cx="10163520" cy="478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2165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17. Let K be a finite normal extension of a field F. Prove that for every a e K, the norm of a over F, given by &#10;NK/F(a) = a(a), &#10;aeG(K/F) &#10;and the trace of a over F, given by &#10;aeG(K/F) ">
            <a:extLst>
              <a:ext uri="{FF2B5EF4-FFF2-40B4-BE49-F238E27FC236}">
                <a16:creationId xmlns:a16="http://schemas.microsoft.com/office/drawing/2014/main" id="{77B78DD4-D2AD-48B4-8AD0-3A63D1777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6" y="1085227"/>
            <a:ext cx="10610272" cy="2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87BEBF-39B8-4DFF-9668-9F4C938B6209}"/>
              </a:ext>
            </a:extLst>
          </p:cNvPr>
          <p:cNvSpPr txBox="1"/>
          <p:nvPr/>
        </p:nvSpPr>
        <p:spPr>
          <a:xfrm>
            <a:off x="452761" y="266330"/>
            <a:ext cx="5643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/>
              <a:t>Norm and Trace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51152B-D897-4F69-8FAC-798A4A6F6B98}"/>
                  </a:ext>
                </a:extLst>
              </p14:cNvPr>
              <p14:cNvContentPartPr/>
              <p14:nvPr/>
            </p14:nvContentPartPr>
            <p14:xfrm>
              <a:off x="919800" y="159120"/>
              <a:ext cx="11127600" cy="6267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51152B-D897-4F69-8FAC-798A4A6F6B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0440" y="149760"/>
                <a:ext cx="11146320" cy="628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7382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F93256-3E58-4D3C-84CC-C6F4AE1C1DF3}"/>
                  </a:ext>
                </a:extLst>
              </p14:cNvPr>
              <p14:cNvContentPartPr/>
              <p14:nvPr/>
            </p14:nvContentPartPr>
            <p14:xfrm>
              <a:off x="587160" y="208440"/>
              <a:ext cx="10327320" cy="5708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F93256-3E58-4D3C-84CC-C6F4AE1C1D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7800" y="199080"/>
                <a:ext cx="10346040" cy="57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9EA507-9948-4213-9483-B266F8474C89}"/>
                  </a:ext>
                </a:extLst>
              </p14:cNvPr>
              <p14:cNvContentPartPr/>
              <p14:nvPr/>
            </p14:nvContentPartPr>
            <p14:xfrm>
              <a:off x="5926320" y="634680"/>
              <a:ext cx="534600" cy="34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9EA507-9948-4213-9483-B266F8474C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16960" y="625320"/>
                <a:ext cx="553320" cy="5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1228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60AA2A-55A6-4B6F-8257-52E82153DE1C}"/>
                  </a:ext>
                </a:extLst>
              </p14:cNvPr>
              <p14:cNvContentPartPr/>
              <p14:nvPr/>
            </p14:nvContentPartPr>
            <p14:xfrm>
              <a:off x="578160" y="318960"/>
              <a:ext cx="11283840" cy="4864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60AA2A-55A6-4B6F-8257-52E82153DE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800" y="309600"/>
                <a:ext cx="11302560" cy="488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6406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BB68AB-CA67-4992-9C67-9EC45FD40CEB}"/>
                  </a:ext>
                </a:extLst>
              </p14:cNvPr>
              <p14:cNvContentPartPr/>
              <p14:nvPr/>
            </p14:nvContentPartPr>
            <p14:xfrm>
              <a:off x="297000" y="133920"/>
              <a:ext cx="9761040" cy="5898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BB68AB-CA67-4992-9C67-9EC45FD40C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640" y="124560"/>
                <a:ext cx="9779760" cy="591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932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F8F686-0B13-46B2-9921-EB2BC90C4D94}"/>
              </a:ext>
            </a:extLst>
          </p:cNvPr>
          <p:cNvSpPr txBox="1"/>
          <p:nvPr/>
        </p:nvSpPr>
        <p:spPr>
          <a:xfrm>
            <a:off x="807868" y="577049"/>
            <a:ext cx="5024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trace map is non-zero </a:t>
            </a:r>
            <a:endParaRPr lang="en-MY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4BA20F-32FA-400D-AAD5-833FF6091630}"/>
                  </a:ext>
                </a:extLst>
              </p14:cNvPr>
              <p14:cNvContentPartPr/>
              <p14:nvPr/>
            </p14:nvContentPartPr>
            <p14:xfrm>
              <a:off x="690480" y="402120"/>
              <a:ext cx="10758960" cy="616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4BA20F-32FA-400D-AAD5-833FF60916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1120" y="392760"/>
                <a:ext cx="10777680" cy="618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662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2B5E2D-B673-4026-B4C2-85F8630C5CC8}"/>
              </a:ext>
            </a:extLst>
          </p:cNvPr>
          <p:cNvSpPr txBox="1"/>
          <p:nvPr/>
        </p:nvSpPr>
        <p:spPr>
          <a:xfrm>
            <a:off x="674703" y="381740"/>
            <a:ext cx="5024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trace map is non-zero </a:t>
            </a:r>
            <a:endParaRPr lang="en-MY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47129D-F0C9-4999-BB3D-E3CF0673C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18" y="1185956"/>
            <a:ext cx="11536385" cy="39534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F7AA6F-AE54-4F8C-9240-29235000AB8E}"/>
                  </a:ext>
                </a:extLst>
              </p14:cNvPr>
              <p14:cNvContentPartPr/>
              <p14:nvPr/>
            </p14:nvContentPartPr>
            <p14:xfrm>
              <a:off x="715680" y="1630440"/>
              <a:ext cx="10348920" cy="4959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F7AA6F-AE54-4F8C-9240-29235000AB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6320" y="1621080"/>
                <a:ext cx="10367640" cy="497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1446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B08C7C-516F-4FB8-B718-A2C2FBA7C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98" y="481226"/>
            <a:ext cx="11202963" cy="9240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2B2AC9-077A-49DE-92C5-C2BA1EBBFE29}"/>
              </a:ext>
            </a:extLst>
          </p:cNvPr>
          <p:cNvSpPr/>
          <p:nvPr/>
        </p:nvSpPr>
        <p:spPr>
          <a:xfrm>
            <a:off x="535434" y="1779519"/>
            <a:ext cx="4060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sz="2400" i="1" dirty="0">
                <a:solidFill>
                  <a:srgbClr val="232629"/>
                </a:solidFill>
                <a:latin typeface="Georgia" panose="02040502050405020303" pitchFamily="18" charset="0"/>
              </a:rPr>
              <a:t>Proof.</a:t>
            </a:r>
            <a:r>
              <a:rPr lang="en-MY" sz="2400" dirty="0">
                <a:solidFill>
                  <a:srgbClr val="232629"/>
                </a:solidFill>
                <a:latin typeface="Georgia" panose="02040502050405020303" pitchFamily="18" charset="0"/>
              </a:rPr>
              <a:t> Proceed by induction.</a:t>
            </a:r>
            <a:endParaRPr lang="en-MY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78D6416-A586-488C-8214-0A6D0C0B5435}"/>
                  </a:ext>
                </a:extLst>
              </p14:cNvPr>
              <p14:cNvContentPartPr/>
              <p14:nvPr/>
            </p14:nvContentPartPr>
            <p14:xfrm>
              <a:off x="1264320" y="2369520"/>
              <a:ext cx="5847840" cy="1386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78D6416-A586-488C-8214-0A6D0C0B54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4960" y="2360160"/>
                <a:ext cx="5866560" cy="14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9701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8650589-E691-4B57-ADEA-12BBBC666D75}"/>
                  </a:ext>
                </a:extLst>
              </p:cNvPr>
              <p:cNvSpPr/>
              <p:nvPr/>
            </p:nvSpPr>
            <p:spPr>
              <a:xfrm>
                <a:off x="499923" y="465624"/>
                <a:ext cx="7786234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Suppose the theorem holds for any </a:t>
                </a:r>
                <a14:m>
                  <m:oMath xmlns:m="http://schemas.openxmlformats.org/officeDocument/2006/math">
                    <m:r>
                      <a:rPr lang="en-MY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altLang="zh-CN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MY" sz="2400" dirty="0"/>
                  <a:t> distinct characters:</a:t>
                </a:r>
              </a:p>
              <a:p>
                <a:endParaRPr lang="en-MY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8650589-E691-4B57-ADEA-12BBBC666D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3" y="465624"/>
                <a:ext cx="7786234" cy="830997"/>
              </a:xfrm>
              <a:prstGeom prst="rect">
                <a:avLst/>
              </a:prstGeom>
              <a:blipFill>
                <a:blip r:embed="rId2"/>
                <a:stretch>
                  <a:fillRect l="-1175" t="-5839" r="-23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732419-E8BB-4A00-9ECF-963879CFC750}"/>
                  </a:ext>
                </a:extLst>
              </p14:cNvPr>
              <p14:cNvContentPartPr/>
              <p14:nvPr/>
            </p14:nvContentPartPr>
            <p14:xfrm>
              <a:off x="185040" y="218880"/>
              <a:ext cx="11975760" cy="658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732419-E8BB-4A00-9ECF-963879CFC7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680" y="209520"/>
                <a:ext cx="11994480" cy="66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8085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0089FF-B2FD-4F94-BF76-8946D4E14BEE}"/>
                  </a:ext>
                </a:extLst>
              </p14:cNvPr>
              <p14:cNvContentPartPr/>
              <p14:nvPr/>
            </p14:nvContentPartPr>
            <p14:xfrm>
              <a:off x="145080" y="104760"/>
              <a:ext cx="11575080" cy="659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0089FF-B2FD-4F94-BF76-8946D4E14B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720" y="95400"/>
                <a:ext cx="11593800" cy="66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420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2A8F1E-2A26-43B2-B3CF-F15D3482FB5D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6af921c6-6f3c-4d56-a22a-8f189f1aa588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4511</TotalTime>
  <Words>329</Words>
  <Application>Microsoft Macintosh PowerPoint</Application>
  <PresentationFormat>宽屏</PresentationFormat>
  <Paragraphs>55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等线</vt:lpstr>
      <vt:lpstr>等线 Light</vt:lpstr>
      <vt:lpstr>HarmonyOS Sans</vt:lpstr>
      <vt:lpstr>KaTeX_Main</vt:lpstr>
      <vt:lpstr>Arial</vt:lpstr>
      <vt:lpstr>Calibri</vt:lpstr>
      <vt:lpstr>Calibri Light</vt:lpstr>
      <vt:lpstr>Cambria Math</vt:lpstr>
      <vt:lpstr>Georgia</vt:lpstr>
      <vt:lpstr>Office Theme</vt:lpstr>
      <vt:lpstr>MAT205: Abstract Algebra II </vt:lpstr>
      <vt:lpstr>Review of basic facts</vt:lpstr>
      <vt:lpstr>Review of basic facts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744</cp:revision>
  <dcterms:created xsi:type="dcterms:W3CDTF">2021-09-19T05:52:48Z</dcterms:created>
  <dcterms:modified xsi:type="dcterms:W3CDTF">2025-07-01T06:19:17Z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