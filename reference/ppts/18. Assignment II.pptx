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4" r:id="rId11"/>
    <p:sldId id="273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9" r:id="rId20"/>
    <p:sldId id="269" r:id="rId21"/>
    <p:sldId id="270" r:id="rId22"/>
    <p:sldId id="271" r:id="rId23"/>
    <p:sldId id="272" r:id="rId24"/>
    <p:sldId id="275" r:id="rId25"/>
    <p:sldId id="280" r:id="rId26"/>
    <p:sldId id="276" r:id="rId27"/>
    <p:sldId id="281" r:id="rId28"/>
    <p:sldId id="27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06:12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1805 4410 3300 0,'0'0'6372'0,"0"0"-5560"16,0 0 1693-16,0 0-1537 0,0 0 208 15,0 0-16-15,0 0-324 0,0 0-16 16,0 0-168-16,0 0-220 0,0 0-76 15,0 9-64-15,0 4 40 0,4 9-40 0,-1 8-84 16,1 3 24-16,4 16 124 0,-4 4 44 16,5 12-304-16,-6 4-48 0,1 13-44 15,-4 4 4-15,0 9 56 0,0 0-64 16,0-3-76-16,-4-6 68 0,4-7-40 16,-3-9-96-16,-1-16-16 0,4-12 16 0,0-10-40 15,0-10-60-15,0-12-208 16,0-5-148-16,0-5-84 0,4-3-168 15,-1-9-540-15,5-8-520 0,4-8-824 0,-7 3-257 16,-2-29-1451-16</inkml:trace>
  <inkml:trace contextRef="#ctx0" brushRef="#br0" timeOffset="300.288">1805 4470 5216 0,'0'0'5797'0,"0"0"-5049"0,0 0-428 15,0 0 192-15,15-63 612 16,-7 50 116-16,4-3-408 0,-4 4-352 0,9-1-220 16,-2 0-20-16,5 1-68 0,0-2-8 0,-4 5-76 15,8 2-4-15,-1 4 16 0,5 3 16 16,-4 0-116-16,1 7 0 16,-1 5 0-16,-9 5-28 0,1 1 28 0,-4 4 72 15,-4 8 116-15,-4-2 36 0,-4 3-128 16,0 1 128-16,0 4-124 0,-8-5 8 15,0-2-44-15,-3-7 8 0,-2 0 16 16,1-6-88-16,0 0-160 0,0-7-224 16,-4 2-60-16,1-3-52 0,-2-4-28 15,2-2-156-15,-2 2-440 0,2-4-644 0,2 0-160 16,2-6-1113-16,-1-4-1395 0</inkml:trace>
  <inkml:trace contextRef="#ctx0" brushRef="#br0" timeOffset="603.543">2247 4473 6732 0,'0'0'2896'0,"0"0"-2004"0,0 0-596 16,0 0 269-16,0 0 539 0,0 0 84 16,80 51-388-16,-73-39-432 0,-3 8-156 15,0-4-24-15,-4 6-24 0,-4 0-24 16,0 4-28-16,-8-1-24 0,0 0-88 15,-3-3-140-15,2-2 140 0,-2-5 96 16,2-3 40-16,6-5-8 0,3-3-28 0,0-4 64 16,4 0-136-16,0 0-28 15,0-4-180-15,8-3-72 0,-1 2 216 16,1-4 36-16,1-2 124 0,2 3-124 0,2-6-80 16,-5 2 72-16,3-1-232 0,-3 1-112 15,4-1-504-15,-4 0-736 0,4-3-373 16,-4 7-975-16,4-7-1220 0</inkml:trace>
  <inkml:trace contextRef="#ctx0" brushRef="#br0" timeOffset="1904.256">2195 4549 312 0,'0'0'6768'16,"0"0"-5548"-16,0 0-688 16,0 0-284-16,0 0 332 0,0 0 288 15,0 0-211-15,0 0-245 0,0 0-128 0,0 0 176 16,0 0 372-16,20-51-108 0,-16 49-152 16,3 2-156-16,-7-4 40 0,4 4 208 15,-4 0-248-15,5 0-164 0,-5 0-80 16,8 6-8-16,-4 1 84 0,3 2-60 15,1 1 20-15,1 0 4 0,-1 3-124 0,-1-1 48 16,-3-3 0-16,5 5-136 16,-9-2 0-16,4 1 8 0,0 3 64 0,-4-1-72 15,0 4 172-15,0 3-72 0,-4 4 0 16,0 0-100-16,0-4-84 0,-1 0 80 16,1-3-52-16,4-6 4 0,-4-4 44 15,4-2 0-15,0-7 4 0,0 0 0 16,0 0 4-16,0 0 52 0,0 0 32 15,0 0 28-15,0-3 132 0,0-1 16 16,0 1-76-16,4-3-24 0,-4 0-64 0,0-7-96 16,4 0 0-16,1-3 4 0,3-3-4 15,-1 0 76-15,5-4-28 0,4-2 0 16,0 0 52-16,0 0-4 0,0-1-48 16,0 4 52-16,-4 0-28 0,0 0 40 15,0 5-40-15,0 1 48 0,-4 4-44 16,0-1-28-16,-1 4-44 0,-3 2-4 15,1 4-48-15,-5 0-76 0,4 0-72 16,0 0-60-16,-4 3-148 0,4 0-136 0,0 0-172 16,3 0-228-16,-3 0-576 0,5 3-732 15,-1 0-777-15,-5 10-2303 0</inkml:trace>
  <inkml:trace contextRef="#ctx0" brushRef="#br0" timeOffset="2289.757">2629 4517 7372 0,'0'0'1852'15,"0"0"-840"-15,0 0-328 0,0 0 537 0,0 0 119 16,-23 80-464-16,23-61-332 0,0-3-188 16,0 3-104-16,0-6-16 15,0 0-148-15,3-4-88 0,1 1-12 0,0-1-40 16,4-5 44-16,-4 1-40 0,4-5 48 15,-4 3-4-15,4-3-36 0,0 0-8 16,0-3 44-16,0-6-4 0,4 0-80 0,0-8-116 16,-4 2 16-16,4-4 112 15,-5 0 72-15,2 0 4 0,-5 0 100 0,-4-1 92 16,0 5-44-16,0-2 92 0,0 5 12 16,-8-1-12-16,-1 4-164 0,-2-1-24 15,-1 4-52-15,0 4-4 0,4 2 0 16,-4 0-8-16,4 2-36 0,-4 4 48 15,4 7-4-15,-4-1 4 0,4 5-8 16,4-2-60-16,0-3-96 0,1 5-72 0,3-4-28 16,0-1 24-16,0-2-316 0,0 3-408 15,7-7-860-15,-3 0-1053 0,8-2-2331 16</inkml:trace>
  <inkml:trace contextRef="#ctx0" brushRef="#br0" timeOffset="2617.697">2916 4629 5156 0,'0'0'3184'0,"0"0"-1580"0,0 0-648 16,0 0 381-16,0 0 131 0,0 0-288 0,0 0-500 15,0 0-364-15,23 67-156 0,-14-65 32 16,-5 5 172-16,8-7-216 0,-5 4-148 16,6-4-8-16,-2 0 8 0,2-4 52 15,-1 1 108-15,-1-3-96 0,6-4-64 16,-6 1 4-16,2-4-4 0,-2-3 64 15,-3 0-56-15,4 0-8 0,-4-3-76 16,-4 0-112-16,0 0-48 0,0 0-116 16,-4 3-40-16,0 3-8 0,-8 4 220 0,0 3 180 15,-3 2 100-15,-2 4-88 0,-2 0 128 16,-2 0 72-16,-3 6-76 0,1 1 28 16,2 5-36-16,-2 2-24 0,-1-3-104 15,3 6-68-15,2-4-56 0,-1 3-64 16,4-1-76-16,0 1-104 0,4-3-440 0,4 0-576 15,0-4-761-15,4 1-635 0,0-7-1316 16</inkml:trace>
  <inkml:trace contextRef="#ctx0" brushRef="#br0" timeOffset="2782.781">3203 4616 8916 0,'0'0'1408'0,"0"0"-980"0,0 0 61 0,95 22 1331 16,-63-18-104-16,0-4-724 15,0 0-236-15,4-4-268 0,0-5-216 0,0-4-232 16,0 0-40-16,-8-2-100 0,4-5-488 0,-8-1-264 16,-1-2-232-1,-3-3-516-15,-4 1-981 0,-4 6-2687 0,-4-12 17 16</inkml:trace>
  <inkml:trace contextRef="#ctx0" brushRef="#br0" timeOffset="3018.684">3458 4238 4072 0,'0'0'5388'0,"0"0"-4304"16,0 0-411-16,0 0 443 0,0 0 324 16,-40 86-360-16,36-57-288 0,4 2-160 0,0 8-20 15,0 2 132-15,8 6-160 16,0 1-288-16,0 0-64 0,0 5-120 16,4 1-112-16,-9 4-4 0,6-4-4 0,-5-3 4 15,4-4-96-15,-4-3 28 0,-1-9-4 16,6-3 64-16,-9-6-88 0,4-3 52 15,0-4-148-15,-4-5-224 0,0 3-140 16,-4-8 0-16,-5 4-208 0,2-1-264 16,-9 1-756-16,7-3-2557 0,-14 2-2931 0</inkml:trace>
  <inkml:trace contextRef="#ctx0" brushRef="#br0" timeOffset="3455.557">1195 5498 4804 0,'0'0'2704'0,"0"0"-952"15,0 0-432-15,0 0 45 0,0 0-201 16,0 0-160-16,0 0 132 0,88-37-228 15,-53 27-256-15,-3 1-128 0,8-1 72 0,4 1-16 16,4-1-64-16,8 0-88 0,7 1 88 16,5-4-4-16,12-2-292 15,8-1-12-15,7 0-24 0,5-4-112 0,7 2 84 16,1-1-44-16,4-1-28 0,2-2-84 16,-2 0-96-16,-5 0-4 15,2-1 16-15,-2-2 0 0,-3 3 72 0,-1-1-36 16,1 2-8-16,-4 1 56 0,-1 5 4 15,-3 2-4-15,-9 4 0 0,-3 5-8 16,-1 1-100-16,-10 3-4 0,-2 3 104 0,-7 4-40 16,-4-1 44-16,-8 0-52 15,-1 1 52-15,-7-4 4 0,0 0 0 0,-9-3 0 0,-3 0-8 16,-4 0-40-16,-4-3-100 16,-3 0-304-16,-10-4-172 15,2 4-224-15,-6-3-340 0,-3 3-704 0,0 0-1256 0,-4-1-3861 16</inkml:trace>
  <inkml:trace contextRef="#ctx0" brushRef="#br0" timeOffset="8898.441">5246 4619 912 0,'0'0'5948'0,"0"0"-1687"15,0 0-2033-15,0 0-340 16,0 0-604-16,0 0-236 0,0 0 52 0,0 0-216 16,0 0-296-16,0 0-272 0,4-9-180 15,-4 9-136-15,0 0-88 0,0 0-132 16,0 3-60-16,0 0-76 0,0 4-72 0,5 2-260 15,-5 4-600-15,4 6-656 16,-4 1-748-16,4-6-1945 0,-4 12-971 0</inkml:trace>
  <inkml:trace contextRef="#ctx0" brushRef="#br0" timeOffset="9016.026">5239 4909 5308 0,'0'0'1456'15,"0"0"-508"-15,0 0 376 16,0 0 368-16,0 0-59 15,0 0-393-15,0 0-428 0,0 0-508 0,0 0-112 0,0 0-192 0,0 0-148 16,44 27-144-16,-32-16-304 0,-1-2-436 16,-2-4-844-16,6 6-3069 0</inkml:trace>
  <inkml:trace contextRef="#ctx0" brushRef="#br0" timeOffset="9599.406">6315 5238 8868 0,'0'0'5689'0,"0"0"-4669"0,0 0-1020 15,0 0-124-15,0 0 124 0,0 0 208 16,52-91 232-16,-37 47-12 0,13-8-64 16,0-5-52-16,8-6-104 0,-4-4-44 0,3-6-92 15,6-1-32-15,-5-5-40 0,-1-3 0 16,1 3-100-16,0-2-12 0,-5 2-12 16,1 10-36-16,-8 3-52 0,1 5-28 15,-5 10-132-15,-1 7 52 0,-2 9 160 16,-6 7 116-16,-3 7 44 0,1 13 76 15,-6 2 12-15,-3 6 36 0,0 0 44 0,0 0 232 16,0 2-252-16,0 8-144 16,4 6-4-16,0 3 64 0,0 13 60 15,4 6 100-15,4 9 48 0,0 3-48 0,0 9-12 16,4-3 60-16,0 8-124 0,0-1 36 16,-4 4-36-16,4-4-12 0,-9 1 0 15,6-4-40-15,-2-2-8 0,-3-5 32 16,1-5-32-16,-1-7 48 0,-5-6-64 0,5-5-24 15,1-9-36-15,-5-5 88 16,3 0-28-16,-3-11-72 0,0 2-12 0,0 0-84 16,-4-4 32-16,0-3-8 15,4 3 64-15,-4-3 0 0,0 0 4 16,0 0-44-16,0 0-112 0,0 0-136 0,-4 0-108 16,4 0 44-16,-8 0 40 0,4 0-64 15,-7-3-124-15,2-7-156 0,-6 1-268 16,2-3-128-16,-2-7-108 0,-6 0-868 15,6 2-1133-15,-13-14-4115 0</inkml:trace>
  <inkml:trace contextRef="#ctx0" brushRef="#br0" timeOffset="9809.374">6741 4664 6596 0,'0'0'1844'0,"0"0"1117"15,0 0-1873-15,0 0-548 0,0 0 248 0,0 0 364 16,0 0-108-16,0 0-176 0,0 0-224 15,0 0-184-15,-48 0-252 0,57-4-200 16,10 4 68-16,1 0 208 0,8-3-88 16,0 0 88-16,4-3-28 0,0 0-144 15,0-4-112-15,-1 1-124 0,1-4-156 16,0 0-400-16,4 0-348 0,-1 1-472 0,-7 1-1068 16,21-3-2989-16</inkml:trace>
  <inkml:trace contextRef="#ctx0" brushRef="#br0" timeOffset="10017.758">7630 4391 15429 0,'0'0'1904'0,"0"0"-1260"15,0 0-632-15,0 0 212 0,0 0 304 0,99 3 24 16,-71-3-256-16,0 2-124 0,-4-2-172 15,-1 0-4-15,5 0-4 0,-7 5-164 16,-1-5-344-16,-9 2-716 0,1 5-756 0,-8-4-2672 16,-4 7-3793-16</inkml:trace>
  <inkml:trace contextRef="#ctx0" brushRef="#br0" timeOffset="10204.726">7665 4654 12325 0,'0'0'1936'16,"0"0"-1644"-16,0 0 48 0,0 0 468 16,0 0 84-16,0 0 128 0,84 0-68 15,-56-3-312-15,4 0-320 0,0-3-200 16,4 2-120-16,-4-5-100 0,3 3-244 0,1-1-752 16,0 1-556-16,-12-1-1092 0,8 1-3889 15</inkml:trace>
  <inkml:trace contextRef="#ctx0" brushRef="#br0" timeOffset="10949.303">8781 4109 9260 0,'0'0'3273'0,"0"0"-1717"0,0 0-976 15,0 0-160-15,0 0 244 0,0 0 16 16,0 0-240-16,0 0-132 0,0 0-44 0,0 0-28 15,91-20 96-15,-38 17-12 0,6 1-120 16,5-3-152-16,0 5 16 0,-1 0 8 16,5 0 88-16,-8 0-100 0,-4 5-60 15,-4-3-60-15,-9 1 56 0,-7-3-8 16,-4 6-112-16,-12-3 76 0,-4 4-76 16,-4 2-24-16,-8 5 24 0,-4 4 124 15,-13 7-72-15,-6 5-40 0,-9 4-48 16,-4 8 48-16,-7 2 72 0,-10 3 40 0,6 1 100 15,-9 0-88-15,-4 2 76 16,0 2 36-16,1 1 0 0,-1-2-28 0,0 3 16 16,8-3-40-16,1-3-68 0,11-7-4 0,8-7 0 15,8-4-52-15,8-11 52 16,8-7 8-16,4-3 0 0,8-5 0 16,7-1 380-16,17 0-8 0,5 0 0 15,14-3 268-15,5 0-60 0,8 0-296 16,-1 0-48-16,5 0-76 0,0-3-44 15,0 0-40-15,-4 3-84 0,-5 0 12 0,1 0-4 16,-9 0-8-16,-2 0 0 0,-6 0-72 16,-2 0-16-16,-10 0-44 0,-3 0-28 15,-4 0-156-15,-8 0-84 0,-5 3-64 16,2-3-184-16,-9 0-76 0,0 0-168 16,-4 0-312-16,0-3-340 0,0-4-372 0,0 0-1309 15,0-11-2443-15</inkml:trace>
  <inkml:trace contextRef="#ctx0" brushRef="#br0" timeOffset="11249.644">9969 4361 6128 0,'0'0'7009'0,"0"0"-6093"0,0 0-676 0,0 0 64 15,0 0 340-15,0 0 668 0,0 0-304 16,0 0-476-16,0 0-164 0,-88-8-120 15,67 16-28-15,-3 9-72 0,-4 1-60 0,-3 9-28 16,-5 4 0-16,0 7 4 0,-3 4 68 16,-6 2 52-16,2 1-60 15,-5 5-40-15,0 1-76 0,-4 0 56 0,5 0-52 16,-1-4-4-16,4-6-8 0,4-2-4 16,12-11-8-16,5-8 8 0,10-11-8 15,9-3-88-15,0-2-228 0,4-4-336 0,0 0-4 16,8-10-36-16,5-3-292 0,2-3 228 15,5-9-708-15,1 3-1464 16,10-16-3477-16</inkml:trace>
  <inkml:trace contextRef="#ctx0" brushRef="#br0" timeOffset="13074.061">10231 3727 5672 0,'0'0'1704'0,"0"0"-368"0,0 0-276 16,0 0 309-16,0 0 223 0,0 0-328 16,0 0-180-16,0 0-116 0,0 0-112 15,0 0-160-15,0 0-104 0,32-45-208 16,-28 49-176-16,1 5 152 0,2-2 140 15,1 5-132-15,0 1-208 0,-4 0-76 16,4 3-76-16,-4-1 0 0,4 5 56 16,-8-1-16-16,0 3-40 0,0 0 4 15,0 1-12-15,0-2 0 0,0-2-60 16,0-2-4-16,0-2 56 0,-4-1 8 0,4-9-8 16,0 2-52-16,0-4 48 0,0-3-48 15,0 4-28-15,0-4-132 0,0 0 12 16,0 0 24-16,0 0-24 0,0-4-24 15,0-3-64-15,8 1 196 0,-1-6 100 16,10-7 64-16,-6-1-56 0,6-2 52 16,-2 3-48-16,2-3 64 0,-2 3-64 0,-2 3-12 15,2 3 0-15,-2 1 8 16,-2 3 64-16,2 2-8 0,-6 0 20 0,5 2-24 16,-4 1-52-16,-3 1 80 0,-2 3-76 15,1 0-4-15,-4 0 0 0,4 0 68 0,-4 0-68 16,4 7 148-16,0 1 68 0,4 3 8 15,-4-2-112-15,0 7-56 16,0-4-52-16,4 4-12 0,-4-3-4 0,0 3-8 16,4-3-100-16,0-4-12 0,0 3-32 15,3-5-28-15,-2 0-76 0,2-2-192 16,2-1-128-16,2-1-52 0,2-3-264 16,-2 0-384-16,2 0-492 0,2 0-724 15,-6-3-1449-15,6-4-675 0</inkml:trace>
  <inkml:trace contextRef="#ctx0" brushRef="#br0" timeOffset="16808.477">11391 5038 4880 0,'0'0'7941'0,"0"0"-7237"16,0 0-704-16,0 0 0 0,0 0 24 15,0 0 548-15,0 0-216 0,0 0-320 0,0 0-36 16,-8 32-48-16,3-16-56 0,1 1 104 16,1-3-4-16,-1 0-4 0,0-2-80 15,0-5-12-15,4 2-156 0,-4-7-508 16,4 5-760-16,0-3-2397 0,-4-1-2267 16</inkml:trace>
  <inkml:trace contextRef="#ctx0" brushRef="#br0" timeOffset="18508.051">13539 3917 4924 0,'0'0'7733'0,"0"0"-6765"16,0 0-496-16,0 0 8 0,0 0 392 16,0 0 172-16,0 0 40 0,0 0-356 15,0 0-408-15,0 0-84 0,23 4 268 0,-11 15 168 16,4 9-268-16,-4 7-148 0,0 10-160 16,-4 2-84-16,-5 4 52 15,-3 6-64-15,0 4-100 0,0-1 96 0,-3 4-56 16,-5-4 12-16,4-6 0 0,-4-3 48 15,4-10-4-15,0-6-4 0,0-7 4 16,0-6-8-16,4-9 0 0,0-7-4 16,0-2-56-16,0-1 0 0,0-3-12 15,8 0 84-15,4 0 96 0,4 0 160 0,4 0 220 16,4 0-208-16,8 0-28 0,-4 0 5 16,7-3-49-16,-3-1-72 0,0-2-124 15,-4 3-144-15,4 0 8 0,-4-6 52 16,-4-1-221-16,-1 0-255 0,5-5-220 15,-4-4-260-15,0-1-616 0,-4-1-976 16,0 5-2281-16,0-10-2627 0</inkml:trace>
  <inkml:trace contextRef="#ctx0" brushRef="#br0" timeOffset="18850.621">14192 4438 11085 0,'0'0'1696'0,"0"0"-676"0,0 0-388 0,0 0 292 0,0 0 272 16,28 67-176-16,-17-61-500 15,6-6-212-15,2 0-12 0,1-9-124 16,8-4-172-16,0-6-172 0,0 0-224 0,0-6 28 16,-5 2-216-16,2 2-76 0,-9-2 44 15,-4 6 76-15,-5 6 136 16,-3 1 40-16,-4 0 204 0,0 4 160 0,-8-1 100 16,-3 4 176-16,-6-3 28 0,2 3-204 15,-5 3-76-15,-1 0 40 0,2 6-64 16,-5 7 100-16,8 6 228 0,-4 6 152 0,4 8 44 15,0 1-16-15,4 7-84 0,0 4 20 16,5-5 48-16,3 2 12 0,4-7 24 16,0-3 0-16,0-10-128 15,11-3-60-15,-3-6-108 0,8-1-132 0,0-5-16 16,4 0-84-16,4-7-72 0,-1 0-208 16,5-3-40-16,0-11-92 0,8-4-40 15,5-8-148-15,-6-6-116 0,9-9-260 0,4-3-572 16,-5-11-788-16,-7 14-1889 15,12-28-1019-15</inkml:trace>
  <inkml:trace contextRef="#ctx0" brushRef="#br0" timeOffset="19060.534">14980 3794 9608 0,'0'0'4077'0,"0"0"-3101"0,0 0-696 0,0 0 300 0,0 0 712 16,5 70 24-16,-10-29-72 15,5 10-436-15,0 6-308 0,0 0-48 0,0 3 32 16,0 1 137-16,9 2-317 0,-2 0-196 15,1-2-60-15,0-1-48 0,1-2-48 16,-6-12 0-16,5 0-24 0,-4-11-64 16,5-10-32-16,-2-6 24 0,-3-9-64 15,0-3-121-15,0-5-207 0,0-2-48 16,0 0 72-16,-4-7-348 0,0-5-820 16,0-7-1248-16,0 6-2157 0,-8-15-711 15</inkml:trace>
  <inkml:trace contextRef="#ctx0" brushRef="#br0" timeOffset="19229.291">14805 4264 12117 0,'0'0'1928'16,"0"0"-1244"-16,0 0-344 0,0 0 704 15,0 0 172-15,0 0-116 0,0 0-56 0,0 0-184 16,80 15-324-16,-45-15-160 0,10 0-120 16,-6-6-124-16,9-3-132 0,0-4 0 15,0 4-292-15,-1-4-256 0,-2 0-60 16,-2 0-188-16,1 1-312 0,-4-1-704 0,-8 3-1972 15,7 1-3461-15</inkml:trace>
  <inkml:trace contextRef="#ctx0" brushRef="#br0" timeOffset="24665.83">17208 3712 3676 0,'0'0'524'0,"0"0"556"0,0 0 4084 16,0 0-3875-16,24-67 43 0,-16 51-148 15,-8 3 140-15,4 0-368 0,0 6-332 16,-4 2-264-16,0-2-148 0,0 7-40 15,0-2 76-15,0 2 84 0,0 0 52 16,0 0-152-16,0 0-72 0,-4 0 12 0,0 6-72 16,-4 2-28-16,-4 9-72 0,-4 8 0 15,-4 14 104-15,-4 5-32 0,-4 10 52 0,0 6 32 16,0 0-32-16,1 1-84 16,3-4-40-16,0-10-12 0,3-2-72 0,10-10 84 15,-1-7 0-15,3-8 0 0,6-7 8 16,3-4 64-16,-4-3-64 0,4-3-8 15,0-3-172-15,0 0-168 0,7 0-80 16,2-3 4-16,7-3 268 0,-5-3 60 16,9-4-8-16,-3 0-40 0,-2 4 36 15,-2 2 0-15,-2 4 100 0,-3 3 0 0,5 3 200 16,-6 6 20-16,1 5-8 16,0 5 8-16,-3 3 52 0,-2 0-64 15,1 6-12-15,-4-3 36 0,0 1-88 0,0-4-80 16,4 0-64-16,0-2-8 0,-4-1-56 15,4-3 52-15,0-1-48 0,-4 1-60 16,4-3-128-16,-4 4-144 0,4-3-124 16,-4-1-100-16,4 0-176 0,-4-1-400 15,4-1-556-15,-4-5-1100 0,4-6-2561 16</inkml:trace>
  <inkml:trace contextRef="#ctx0" brushRef="#br0" timeOffset="25638.915">17698 3563 6976 0,'0'0'2660'0,"0"0"-1267"15,0 0-849-15,0 0-32 0,0 0 408 16,0 72 200-16,0-40-348 0,0 6-192 0,0-1-16 16,4 9 16-16,0 1 56 0,0 4-128 15,-4 0-160-15,0 0-28 0,-4 6-72 16,-4-7-64-16,-1 1-36 0,2-3-84 15,-5-10-60-15,8-3-4 0,-1-13 4 16,2-2-4-16,3-8 12 0,0-5-12 16,0-4 0-16,0-3-72 0,0 0 72 0,0 0-4 15,8-3-60-15,0-1 64 16,7-6 112-16,-2-2-36 0,2-1-76 16,6-3-64-16,-6 0-20 0,2 1-4 0,-6 2 40 15,2 3 0-15,-2 1-28 0,-3 6-24 16,1-1 16-16,-5 2-16 0,3 2-12 15,-3 0 104-15,0 0 8 0,0 2 4 16,4 5 72-16,-4-4-28 0,0 3 28 16,0 1 60-16,-4-1-64 0,4 4-8 15,-4-4 8-15,0 3 28 0,0 1-88 0,-4 0 120 16,0-3 4-16,-4 1-48 16,0 2-16-16,0-3 16 0,0-2-88 15,-3 5-4-15,2-3-60 0,-2-2-56 0,3-1-28 16,-5-2-24-16,2 2 72 0,3-4 16 15,-5 3-52-15,6-3-64 0,3 0-204 16,0-3-80-16,0-3-236 0,-1 0-224 16,5-4-288-16,0 0-624 0,0 1-1141 0,0-4-2035 15</inkml:trace>
  <inkml:trace contextRef="#ctx0" brushRef="#br0" timeOffset="26268.163">18092 4284 8460 0,'0'0'3933'16,"0"0"-2581"-16,0 0-1160 15,0 0-192-15,0 0-128 0,0 0 128 16,0 0 0-16,0 0-52 0,0 0-76 0,0 0 4 16,68-68 60-16,-56 65-52 0,-1 0 104 15,2 3 12-15,-5 3 332 0,-4 7 188 16,-1 5 316-16,1 1-220 0,-4 9-152 16,0-2-72-16,0 3-80 0,0-5 12 0,-4 1 60 15,4-5 88-15,0-2-176 0,0-2-224 16,0-6-72-16,0-1 0 0,0-3-60 15,4 0-40-15,-4-3-120 0,5 0-364 16,-1 0-224-16,0-6 0 0,0 0-260 16,0-4-1532-16,-1-7-3593 0</inkml:trace>
  <inkml:trace contextRef="#ctx0" brushRef="#br0" timeOffset="26426.922">18236 4095 12537 0,'0'0'2024'16,"0"0"-1328"-16,0 0-484 0,0 0 304 16,0 0-160-16,0 0-72 0,0 0-284 0,0 0-88 15,0 0-160-15,91-57-520 16,-74 48-1016-16,6-7-3289 0</inkml:trace>
  <inkml:trace contextRef="#ctx0" brushRef="#br0" timeOffset="26974.54">18674 3603 16025 0,'0'0'1736'16,"0"0"-1736"-16,0 0-1008 0,0 0 1008 16,0 0 188-16,0 0 336 0,56-66-524 0,-49 59 100 15,6 7-100-15,-2 0 260 0,2 0-164 16,-5 4 4-16,3 4 260 0,-3 9 108 16,-3 1-136-16,-1 5-52 0,0 3 4 15,-4-1-76-15,-4 6-112 0,0 1-84 16,-9 3 76-16,2 4-40 0,-2 2 12 15,-2-3 28-15,3 0-88 0,0-3-12 0,4-4-52 16,4-6 56-16,0-5-4 0,4-1 0 16,0-6 0-16,0-4 0 15,0 1-48-15,0 0 8 0,8-3-32 0,-4-5-24 16,3 4-112-16,6 0 156 0,-1 5 52 16,-1-6-36-16,6 5 40 0,-6 0-36 15,6-2 40-15,3 3-76 0,-5 2 76 16,2-4-40-16,-6 4 44 0,5 2 8 15,-4 1 52-15,-4 0-8 0,0 3-40 0,0 0 72 16,-4 3 28-16,4-3-104 0,-4 3-8 16,3 1-4-16,2 0-4 0,-1-2-80 15,0-1 16-15,-1-1-16 0,2-1 28 16,-5 1 12-16,0 0-28 0,-4 0 72 16,0-2-68-16,0 2-40 0,-8 0-24 0,-1-3 88 15,-2 3 0-15,-5-3-124 0,0-4-312 16,-4 4-432-16,4-7-936 15,0 1-2841-15,-3-3-2899 0</inkml:trace>
  <inkml:trace contextRef="#ctx0" brushRef="#br0" timeOffset="28698.848">20204 3495 5032 0,'0'0'976'0,"0"0"4285"0,0 0-4577 15,0 0-120-15,0 0 136 0,0 0 444 0,0 0 220 16,0 0 64-16,28 80-324 16,-24-36-232-16,0 10-196 0,-4 3-100 0,0 4-140 15,-8-1-104-15,-4 1-76 0,4-10-124 16,0-7-72-16,0-3-20 0,-1-5-40 15,6-8-84-15,-1-6 12 0,0-3 60 0,4-6-60 16,0-8-40-16,0-1-68 0,0-1-320 16,4-3-64-16,3 0 196 0,10-7 224 15,-1-2 32-15,4-4 40 0,4 1-76 16,0-4-12-16,0 4-12 0,-1 1 48 0,-3 5-36 16,1 3 48-16,-6 3 16 15,2 0 32-15,-6 6 64 0,1 4 200 16,-4-1 68-16,0 5 40 0,-8-2-24 0,0 1 48 15,0 2 44-15,0-1-156 16,-12 0 0-16,0 6-24 0,-3-7 0 0,-2 3-28 16,-3-4-44-16,4 1-116 0,-4-4 4 15,5-2 0-15,2-1-8 0,2-3-4 16,3 0 0-16,-1-3-208 0,1 0-228 16,8-6-128-16,0-2-452 0,0-12-368 0,4 1-968 15,9 3-2085-15,6-10-2639 0</inkml:trace>
  <inkml:trace contextRef="#ctx0" brushRef="#br0" timeOffset="29001.56">20694 4188 9772 0,'0'0'2489'0,"0"0"-1569"16,0 0-436-16,0 0 720 0,0 0 28 16,0 0-464-16,0 0-408 0,88 13-136 15,-64-23-224-15,3-3-100 0,6-3-236 0,-1 0-300 16,-5-2-32-16,1-1 76 15,-4 2-116-15,-8 2-40 0,-4 2 136 0,-8 3 548 16,-4 1 64-16,0 2 384 0,-12 4 20 16,-8 0 104-16,-1 3-100 0,-5 0-80 15,-2 10-192-15,0 5 40 0,0 7 152 16,-4 8 200-16,4 3 88 0,4 7 68 16,-1-3-4-16,10 1-76 0,-1 0-232 0,8-2-200 15,4-6-168-15,4-3 0 0,15-8 0 16,10-3-4-16,6-7-12 0,10-6-188 15,2-3-180-15,6-3-348 0,2-10-576 0,-16 4-1128 16,21-17-4325-16</inkml:trace>
  <inkml:trace contextRef="#ctx0" brushRef="#br0" timeOffset="29984.627">22610 4121 3980 0,'0'0'1160'0,"0"0"-740"15,0 0-176-15,0 0 252 0,0 0 2128 16,0 0-1048-16,8-76-479 0,-12 66-277 0,0 4-64 16,0 0 96-16,1-1 72 15,-1 4 44-15,-4 0-200 0,-1 0-36 16,2-1 0-16,-5 4-4 0,-4 0-176 0,-5 0-244 15,2 10-176-15,-5 6-8 0,-4 9 12 16,0 13 108-16,0 4 232 0,0 8-88 0,1 1-36 16,7-2-120-16,3-9-63 15,6-5-69-15,7-10-52 0,4-6-36 16,0-12-12-16,8-1-12 0,3-6-148 0,9 0-9 16,1-6 21-16,7-8 28 15,4-4-64-15,-1-11-168 0,5-3 0 16,-4 1 60-16,0-4-52 0,-8 7 40 0,0-1 44 15,-5 3 52-15,-2 7 96 0,-6 4 100 16,-3 2 12-16,-4 4 48 0,-4 6 60 16,5 3-104-16,-5 0 48 0,0 0 168 0,0 12 0 15,4 4 148-15,-1 6-112 16,1 7 48-16,0-1-24 0,4 4-48 0,1-3-180 16,2-4-52-16,1-6-72 0,4-4-24 15,8-2-4-15,-5-6-96 0,6-2-192 16,3 0-176-16,0-5-148 0,0 0-296 15,3 0-908-15,-6-7-1300 0,6-3-3829 0</inkml:trace>
  <inkml:trace contextRef="#ctx0" brushRef="#br0" timeOffset="35549.426">24096 3838 2764 0,'0'0'628'16,"0"0"-200"-16,0 0 4520 0,0 0-2828 16,0 0-243-16,0 0 67 0,0 0-92 15,0 0-176-15,28-54-240 0,-28 54-212 16,0 0-203-16,0 0-161 0,0 0-180 0,-4 0-188 16,0 4-212-16,-7 2-220 0,-9 7-60 15,-1 3-144-15,-7 6 12 16,-3 3 8-16,-1 3 64 0,5 2-24 0,3 1 36 15,3-2-60-15,1-4 60 0,8-3 36 16,5-3-36-16,3-3-76 16,4-2 28-16,4-3-12 0,7 3 24 0,2-6 12 0,10 3 64 15,1-5 4-15,0 2-44 16,4-1-36-16,0 0 84 0,-8-1 4 16,0 0 4-16,-4 4 8 0,-4 0 32 0,-5-2 24 15,-3 6 0-15,-4-1-24 16,0-1 12-16,0 1 12 0,0 3-60 0,-7-1 0 15,-1-2-12-15,0 0-8 0,-4-4-100 16,8-2-132-16,-4-4 20 0,4-3-20 16,-1 0-100-16,5 0-113 0,0-7-127 0,0-1-472 15,5-9-580-15,3-2-544 16,0-3-1640-16,4 6-1793 0</inkml:trace>
  <inkml:trace contextRef="#ctx0" brushRef="#br0" timeOffset="35888.499">24276 4095 4152 0,'0'0'584'0,"0"0"5172"0,0 0-2919 0,0 0-761 16,0 0-296-16,76 35-172 0,-61-28-440 16,2-2-340-16,2-1-304 0,-3-4-316 15,9 0-136-15,-2-9-68 0,5-4-4 0,0-6-168 16,0-2-308-16,-4-3-84 0,0-1-28 16,-5 3 0-16,-2-3 84 15,-6 5-88-15,-7 5 84 0,1-1 136 0,-5 3 224 16,0 1 148-16,-13-2 84 0,2 5 68 15,-2-1 20-15,-2 1 52 0,-2 3 84 16,2 2-48-16,-1 4-120 0,0 7-132 0,0 5 108 16,-4 11 240-16,4 3 36 15,-4 9 16-15,4 3 44 0,-4 3 0 0,5 1 48 16,-2 2-4-16,6-4-19 0,-2 2-129 16,13-10-104-16,0-7-52 0,5-6-80 15,10-3-52-15,6-9 180 0,3-5-168 16,8-2-72-16,3-9-8 0,5-7-184 15,3-6-84-15,5-7-88 0,1-3-96 16,-2-3-185-16,5-5-391 0,-5-2-840 0,-2-6-1044 16,-10 13-1765-16,9-22-1675 15</inkml:trace>
  <inkml:trace contextRef="#ctx0" brushRef="#br0" timeOffset="36099.953">25140 3432 9628 0,'0'0'2153'0,"0"0"-949"0,0 0 196 0,0 0 136 15,0 66-344-15,0-30-64 16,0 7-132-16,0 6 56 0,0 7-76 0,4 4-3 16,1 11-149-16,-1 2-172 0,0 0-412 0,-1-6-196 15,1-7-44 1,0-12-64-16,4-11-104 0,4-7-36 0,0-12-172 16,1-5-108-16,2-7-24 0,1-6-161 0,-4-6-427 15,4-10-460-15,-8-6-1012 16,0 3-2837-16,-8-14-3799 0</inkml:trace>
  <inkml:trace contextRef="#ctx0" brushRef="#br0" timeOffset="36250.425">24913 3842 10408 0,'0'0'2657'0,"0"0"-865"0,0 0-292 16,0 0 152-16,0 0-420 0,0 0-80 15,0 0 4-15,92 3-391 0,-40-3-245 0,-1-7-204 16,9-2-232-16,0-1-84 0,4-2-88 15,-5-1-264-15,1-4-568 0,-4 5-469 16,-16 3-2583-16,12-5-5565 0</inkml:trace>
  <inkml:trace contextRef="#ctx0" brushRef="#br0" timeOffset="36970.299">26388 4073 340 0,'0'0'9688'16,"0"0"-7847"-16,0 0-689 0,0 0 452 0,-17 69-44 15,10-36-224-15,7 2-408 16,0-7-276-16,0-2-172 0,4-4-200 0,3-10-168 16,6-1-112-16,-2-9 72 0,10-2 224 15,-1-2-40-15,3-12-256 0,1-4-188 16,4-8-168-16,0-6-96 0,0 1-64 15,-4-1 24-15,-1-3 160 0,-6 6 172 16,-2 1 148-16,-6 2 8 0,-5 1 4 0,-4 6 108 16,-4 0 128-16,-9 3 72 15,-2 3 60-15,-1 4-220 0,-4 6 12 0,0 3-24 16,0 6-28-16,-4 10-100 0,4 6 128 16,0 3-12-16,1 1-76 0,6 2-48 15,2-1-184-15,7-6-124 0,0 2-256 0,4-2-620 16,0-4-1772-16,0 1-5029 0</inkml:trace>
  <inkml:trace contextRef="#ctx0" brushRef="#br0" timeOffset="37118.276">26862 4175 10364 0,'0'0'5373'0,"0"0"-4129"16,0 0 132-16,87-33 340 0,-55 21-568 15,-4-6-419-15,0-5-341 0,8-6-376 16,0-2-12-16,-1-4-412 0,2-3-841 15,-5 3-559-15,-4 0-948 0,-13 13-2557 16,2-10-2743-16</inkml:trace>
  <inkml:trace contextRef="#ctx0" brushRef="#br0" timeOffset="37382.227">27112 3629 364 0,'0'0'1408'0,"0"0"6192"16,0 0-4931-16,0 0-1073 0,0 0-300 0,0 0-116 15,-83 41-188-15,71-19-64 0,4 9 48 16,0 11-180-16,5 3-124 0,-2 5 108 0,1 11-123 15,0 6-293-15,-4 2-192 0,1 4-28 16,-2 7 0-16,1-1-44 16,0-2-92-16,1-5 36 0,-2-1 16 0,5-12-56 15,0-1-4-15,0-5 0 0,4-8-60 16,-3-3 8-16,3-7 4 16,-4-7 44-16,0-6-44 0,4-9 0 0,0-7-132 15,0 1-76-15,0-7 40 0,0 0 44 16,-4-4 27-16,4-5-39 15,-5-7-168-15,5-9-100 0,0-7-364 0,0-6-300 16,5-10-744-16,-1 10-3312 0,11-32-6073 0</inkml:trace>
  <inkml:trace contextRef="#ctx0" brushRef="#br0" timeOffset="45548.902">28918 3879 716 0,'0'0'10633'0,"0"0"-9337"0,0 0-544 0,0 0 212 0,-52-85-104 15,32 62-80-15,4 1-112 0,-4 3-132 0,0 6 232 16,0 8 388-16,1 5-356 16,-5 9-140-16,-4 12-52 0,-8 14-136 15,-5 11-167-15,2 8-49 0,-1 6-196 0,8-1 148 16,4-7-208-16,12-8-12 0,12-8-40 15,4-11-164-15,13-10 60 0,2-5 92 16,9-6 64-16,4-4 4 0,4-7 48 16,0-6-52-16,4-9-4 0,-1-1-120 15,-3-2-93-15,0-3-3 0,-8 2 24 16,0 4 4-16,-8 0 56 0,0-1-12 0,-8 8 76 16,0 1 12-16,-5 6-12 15,2 4 72-15,-5 4-172 0,4 4-172 0,-4 8 344 16,4 7 140-16,0 10-28 0,0 3-112 15,3 6 72-15,-2 7 24 0,-1 2 160 16,4 0-108-16,-8 4-16 0,0 4-132 16,0-3-36-16,-8 6 24 0,-8-4 12 15,0 4 0-15,-4-7-4 0,0-4 4 0,-3 1 4 16,-2-8 8-16,1-1 48 16,0-4-60-16,0-6 88 0,5-4 20 0,2-9 4 15,-2-4-16-15,7-6 96 0,0-6 65 16,-1 0-93-16,2-9-164 0,-1-4-76 15,4-9-8-15,-4-3-49 0,4-10-39 16,1-6-156-16,7-7 48 0,0 0-268 0,0 1 196 16,11 3-212-16,5 2-372 15,0-3-388-15,8 8-880 0,-5 5-2373 16,9-13-3751-16</inkml:trace>
  <inkml:trace contextRef="#ctx0" brushRef="#br0" timeOffset="45899.619">29249 3978 12097 0,'0'0'1420'0,"0"0"-648"0,0 0 64 0,0 0-196 15,0 0-300-15,0 0-124 16,103 25 72-16,-71-37-136 0,0-8-80 0,3 2 40 16,-3-1-24-16,0-6-76 0,-4 2 52 15,-8 1-60-15,-4 0 44 0,-4 3 4 0,-4-1-52 16,-8 1-100-16,0 0-52 0,-8 0 140 15,-4 0-48-15,0 4 56 16,0 5 4-16,0 3 88 0,-4 4 308 16,4 3 52-16,-4 10-28 0,0 2-12 0,1 8-92 15,-6 2 56-15,6 6-128 0,-1 7 36 16,0 6-8-16,4 4-4 0,-4 3 232 0,4 2-64 16,4 1-252-16,0-3-88 15,8-8 4-15,0-7-40 0,12-5 0 16,4-8 37-16,3-8-89 0,6-2 0 15,3-7 28-15,-1-3-36 0,1-3-217 16,4-7-403-16,0-6-248 0,0-2-344 0,0-5-556 16,-4-2-828-16,-4 2-2353 0,-1-12-2395 0</inkml:trace>
  <inkml:trace contextRef="#ctx0" brushRef="#br0" timeOffset="46273.652">29850 3623 4728 0,'0'0'7977'15,"0"0"-6537"-15,0 0-596 0,0 0 520 0,0 0-132 16,24 66-8-16,-24-32-148 0,0 2-268 16,-4 6-260-16,0-1 317 15,-5 1-249-15,2-2-372 0,-1-5-240 0,0-3-4 0,4-7-112 16,-4-3 52-16,8-6 0 16,0-6-12-16,0-4-256 0,8-6-217 0,4-3 133 15,3-7 228-15,6-5-72 0,3-8-48 16,4-2-28-16,0-4 76 0,-4-2 48 15,-1-5 200-15,-3 5 8 0,1 2 0 16,-6 4 64-16,-2 6-64 0,-2 7 144 16,-3 7 64-16,-4 5 96 0,0 0 40 15,4 14-76-15,-4 5 24 0,0 3-36 0,0 10-99 16,-4-1 63-16,4 4 68 16,-4-2 4-16,0-5 12 0,0 0-64 0,0-5-168 15,0-8-72-15,0 1 0 0,0 0 0 16,0-7-12-16,0 2-48 0,0-8-72 15,0-1-256-15,0 1-180 0,0-3-225 0,0 0-203 16,0 0-488-16,4-3-1176 16,-1 1-1932-16,2-5-1729 0,-1 0 1042 15,8-7 5279-15</inkml:trace>
  <inkml:trace contextRef="#ctx0" brushRef="#br0" timeOffset="46616.504">30400 3991 5836 0,'0'0'8069'0,"0"0"-7281"16,0 0-412-16,0 0 380 0,0 0 648 16,76 22-476-16,-44-34-360 0,0-11-420 15,7-6-140-15,1 1 52 0,-5-4-60 0,2 3-108 16,-5-2-28-16,-13 5 60 0,-2 0 24 16,-10 5 52-16,-7 2 136 0,-3-1-36 15,-10 1-100-15,-6 3 4 0,-5 7 20 16,-1 3 148-16,-3 6-124 0,5 0 100 15,-9 15 72-15,4 5 76 16,0 5-16-16,4 4 0 0,-4 6 208 0,8 3 184 16,1 0-247-16,2 0-61 0,6-1-172 0,-2-1 16 15,9-4-72-15,4-7-136 0,0-3-60 16,4-6 60-16,9 0 48 0,-2-7 24 16,10 2-60-16,3-6-12 0,-1-5 0 15,1 0-336-15,0-2-140 0,0-8-9 16,0 0-195-16,3-3-272 0,-6 4-376 15,3-4-532-15,-4-2-456 0,-4-4-2441 0,0 3-1815 16,-4-20 3708-16</inkml:trace>
  <inkml:trace contextRef="#ctx0" brushRef="#br0" timeOffset="46916.297">30818 3486 6976 0,'0'0'4409'0,"0"0"-2829"0,0 0-868 16,0 0 200-16,0 0 600 0,0 0-284 0,72 77-200 15,-61-56-180-15,6 5-224 16,-6 2-84-16,2 1-104 0,-5 2-92 0,-4 1-164 16,-1 3-104-16,-3-4-76 0,-3 5-76 15,-5-1 76-15,-5-4-12 0,2 1-72 0,3-6-24 16,-5-4 32-16,6-4 28 16,7-4 44-16,-4-8 0 0,4-3 4 15,0-3 136-15,0 0 104 0,8-3-20 16,0-6-12-16,8-4 193 0,0-10-245 15,7-2-152-15,1-7-4 0,1-3-216 0,2-2-28 16,1 5-169-16,4-1-51 0,-4 8-132 16,4 3-188-16,4 9-208 0,-4 5-272 15,3 4-1028-15,-3 1-916 0,0 3-2653 16,-12 0 73-16,12 7 5564 0</inkml:trace>
  <inkml:trace contextRef="#ctx0" brushRef="#br0" timeOffset="47250.354">31575 3759 3828 0,'0'0'8889'15,"0"0"-6441"-15,0 0-1504 0,0 0 208 16,0 0 456-16,0 0-76 0,-103-19-364 0,75 25-379 16,0 7-317-16,-4 10-132 15,-4 2-24-15,4 3-16 0,8 4 136 16,4-4-160-16,5 5-216 0,3-8-56 0,3-3-4 16,9-3-60-16,0-3 0 15,13-10 56-15,2 1-80 0,9-7-180 0,4 0-100 16,8-13-120-16,0-3 0 0,3-3-60 15,-2 0-5-15,-5-3 89 16,-4 2 144-16,-5 4 72 0,-3 4 48 0,-8 3 96 0,-7 5 100 16,-2 1 72-16,-3 3 356 15,0 3-16-15,-3 8-168 0,-2 0 48 16,-7 8 157-16,4 1-37 0,-4-1-48 0,4-4 8 16,1-1-152-16,3-2-220 15,4-10-40-15,0 3-32 0,0-3-28 0,7-2 40 16,5-7-204-16,4-1-88 0,5-9-204 15,6-5-321-15,1 1-511 0,3-9-692 16,1 5-232-16,5-6-508 0,-10 8-2269 16,13-21-319-16</inkml:trace>
  <inkml:trace contextRef="#ctx0" brushRef="#br0" timeOffset="47648.447">32029 3279 3448 0,'0'0'416'0,"0"0"3836"0,0 0-7 0,0 0-2841 15,0 0-124-15,0 0 68 0,0 0-400 16,0 0-132-16,0 0 172 0,0 0-48 15,-39 70-12-15,22-23 145 0,2 8-289 16,-5-1-288-16,-1 6-120 0,-2-2-84 16,3 1-64-16,0-1-228 0,4-4-48 0,9-6 40 15,2-6-100-15,5-9-32 0,8-1 132 16,12-6-104-16,0-5-200 16,0-4-172-16,0-7-172 0,0-7-121 0,-5-3-159 15,-2 0-420-15,-5-7-520 0,-5-2-468 16,-3 0-200-16,0-8-545 0,-11 4-1215 0,-6-5 1384 15,2-1 1300-15,-5-3 1620 0,-1-4 1724 16,2-3 1416-16,3-2-592 0,0-1-1120 16,0 1-732-16,8 2-24 0,0 4 729 15,5 5 335-15,3 10-208 0,0 4-244 16,0 3-80-16,0 3-144 16,3 0-80-16,9 3-64 0,1 3-76 0,2 1-175 15,5-4-201-15,3 0-212 0,5 0-72 16,0-3-56-16,4 0-124 0,0-6 0 0,0-1-112 15,0-2-308-15,4 0-320 0,-9-4-221 16,1 3-247-16,0-2-920 0,-7 2-1992 16,-6 4-2041-16,-6 0-1231 15</inkml:trace>
  <inkml:trace contextRef="#ctx0" brushRef="#br0" timeOffset="47931.373">32205 3641 4440 0,'0'0'9289'0,"0"0"-7317"0,0 0-1228 15,0 0 236-15,-41 80 688 16,34-61-284-16,7 0-712 0,0-3-404 0,4 0-100 15,4-6-8-15,4-1-3 16,8-3-49-16,-4-3-32 0,8-3-76 0,0 0-192 16,4-6-269-16,-1-4-187 0,1-5 16 0,-4 2-116 15,0-3 48-15,-4-1 96 16,-4 5 244-16,-5-4 100 0,-2 4 260 16,-9-1 72-16,0 1 216 0,-4-1-28 0,-8 0 132 15,0 7 104-15,-1 2-116 16,-2 4-24-16,-9 7-16 0,4 9 100 15,-7-1-24-15,-1 8-40 0,4 2 88 0,-1-6-87 16,5 3-113-16,9-6-252 0,-1-4-12 16,3 2-84-16,5-8-72 0,4 1-160 15,4-4-329-15,9-3-283 0,6 0-208 16,1-7-680-16,8-5-1364 0,0-1-3185 0,-4 1-931 16</inkml:trace>
  <inkml:trace contextRef="#ctx0" brushRef="#br0" timeOffset="48154.562">32555 3657 1812 0,'0'0'8964'0,"0"0"-6591"0,0 0-1861 16,0 0-104-16,84 0 324 0,-72 13 264 0,4 3 184 16,-4 7-524-16,4 2-308 0,-4 0 8 15,-5 4 460-15,2-1-216 0,-5-2-244 0,0-1-164 16,-4 0-184-16,0-8 104 16,0-2-104-16,0-5 0 0,0-7 76 15,0 0 16-15,4-3 132 0,3 0 84 0,1-10 244 16,5-3-283-16,6 1-149 15,5-7-128-15,0 0-160 0,0 0 27 0,0 0-327 16,3 0-88-16,-2 0-212 0,-1-1 4 16,-4 5-488-16,-5 1-512 0,-7 9-1344 15,1-5-3221-15</inkml:trace>
  <inkml:trace contextRef="#ctx0" brushRef="#br0" timeOffset="49039.115">23300 5407 588 0,'0'0'10573'16,"0"0"-9225"-16,0 0-152 15,0 0 276-15,0 0-264 0,0 0-360 16,0 0-116-16,0 0 32 0,-76 66-160 0,68-30-16 15,1 8 132-15,2-3-196 0,5-6-28 16,0-3-179-16,8-7-121 0,4-8-100 16,0-5-24-16,8-5 52 0,0-7-16 0,8 0 0 15,0-7-48-15,8-5-60 16,-4-7-264-16,3-8-124 0,-3 2 23 0,0-4-75 16,-8 1 52-16,-5 6 8 0,-6-3 88 15,-5 6 148-15,-5 2 144 16,-3 4 148-16,0 1 12 0,-11 2-64 0,-2 1-48 0,-6 3-44 15,-5 2-4-15,4 4-60 16,-3 0-96-16,2 0 32 0,1 7-96 16,5-1 36-16,2 0-60 0,5 1-100 0,1-1-236 15,3-3-532-15,4 1-888 16,0-2-1936-16,0 3-3013 0</inkml:trace>
  <inkml:trace contextRef="#ctx0" brushRef="#br0" timeOffset="49185.006">23742 5477 6960 0,'0'0'5249'0,"0"0"-3693"16,96-4-592-16,-57-5 472 0,2-1-336 16,2-2-580-16,-7-4-172 0,3-3-176 15,-2-3-172-15,3-2-220 0,-5-1-688 0,-3 0-832 16,-8 6-2785-16,-8-9-4555 16</inkml:trace>
  <inkml:trace contextRef="#ctx0" brushRef="#br0" timeOffset="49427.125">24081 5079 796 0,'0'0'520'0,"0"0"8584"0,0 0-7727 0,0 0-401 16,0 0 412-16,-72 74-112 0,60-39-196 15,4 6-32-15,4 3-124 0,0 7-208 16,4 3-140-16,0 3 0 0,0 6-88 16,0 0-172-16,4-1-136 0,-4 1-8 0,4-9-112 15,-4-3-56-15,0-3 56 0,4-7-60 16,-4-6-8-16,0-3 8 15,-4-7-4-15,0-6 4 0,-3-3 0 16,-6-7-8-16,1-3 8 0,0-6-108 0,-4 0 100 16,0-6-4-16,1-10-36 15,-2 1-88-15,6-11 16 0,3-2-184 0,-1-7-356 16,5-10-220-16,4-2-552 0,0 6-1408 16,0-33-4257-16</inkml:trace>
  <inkml:trace contextRef="#ctx0" brushRef="#br0" timeOffset="49966.984">24758 5086 4456 0,'0'0'9601'0,"-16"70"-8085"16,4-29-532-16,1 10 716 0,-10 10-260 16,1-2-172-16,1 2-307 0,-2-4-437 0,1 0-236 15,5-2-128-15,-2-8-160 16,2-3 0-16,2-9-124 0,6-6-56 15,-1-7-112-15,4-9 0 0,0-4-109 0,4-9-35 16,0 0-112-16,0-3-100 0,0-10-296 16,0-5-912-16,4-11-440 0,4-9-312 15,3-4 71-15,6-5-343 0,-6-10-376 0,6-4-188 16,-2-5 3444-16,2-1 0 16,-2 3 92-16,1 4 1172 0,0 6 80 15,4 12-236-15,-3 15 5756 0,2 7-4671 0,1 10-513 16,0 8-496-16,7 2-180 0,-3 15-124 15,8 7-124-15,-4 11-168 0,4 1-204 16,0 8-32-16,0 2-32 0,4-2 20 16,-8-4-108-16,-1 0-48 0,1-3-176 15,-7-4 76-15,-2-3-48 0,-6-2-36 16,-2-3-12-16,-3-4-232 0,-8 0 196 16,0-4-72-16,0-5-88 0,-8-1-48 15,-3-6-148-15,-6 1-36 0,-2-1-152 0,-5-3-160 16,0 0-652-16,-4-3-968 15,-4-4-256-15,0-2 211 0,-4-4 941 0,-3-4 760 16,3-1 376-16,-5-4 340 0,6-1 588 16,3 4 1304-16,4 1 61 0,13 2-285 15,6 3-392-15,9 4-352 0,9 2-220 0,10-2-280 16,9-1-56-16,16-6-44 16,3 3-324-16,13-2-48 0,0-2-176 0,0 2-268 15,0 3-540-15,-4-1-884 16,-17 6-3853-16,10-3-1327 0</inkml:trace>
  <inkml:trace contextRef="#ctx0" brushRef="#br0" timeOffset="52470.031">18866 5038 680 0,'0'0'8412'0,"0"0"-5727"16,0 0-1225-16,0 0-368 0,0 0 184 0,0 0-396 15,0 0-320-15,0 0-236 16,0 0-152-16,0 0-84 0,0 0-24 0,19-41-16 15,-11 47-44-15,-4 7 44 0,0 0 92 16,0 6 104-16,0 3 164 0,0 0-100 16,-4 3 12-16,4-2 12 0,-4-2-172 15,4-1-4-15,-1-4-92 0,-3-6 20 16,9-1-76-16,-5-5 4 0,0-1-12 16,4-3-24-16,-5 0-172 0,2-3-268 0,3-7-188 15,0-3-336-15,-1-6-220 0,2 2-492 16,-5-1-1104-16,0-4-1385 0,0 4-143 15</inkml:trace>
  <inkml:trace contextRef="#ctx0" brushRef="#br0" timeOffset="52638.977">18893 4898 3636 0,'0'0'116'16,"0"0"4740"-16,0 0-2451 0,0 0-557 0,0 0-208 16,0 0 76-16,0 0-432 0,0 0-280 15,0 0-340-15,0 0-296 0,16-41-344 0,-4 41-24 16,0-3-244-16,0 3-52 0,-5 0-100 15,-2 3-332-15,-1 1-676 0,-4 2-1348 16,0 0-3185-16,-9 0-1866 0,-50 13 7802 16</inkml:trace>
  <inkml:trace contextRef="#ctx0" brushRef="#br0" timeOffset="52948.527">18503 4961 1348 0,'0'0'1344'0,"0"0"6400"0,0 0-5799 16,0 0-389-16,0 0-16 15,0 0-272-15,75 0-420 0,-71 7-292 16,-4 3-124-16,0 3-124 0,-8 3-124 0,-3 0-112 16,-6-1-72-16,6 4-16 0,-10-3-68 15,10-3-28-15,-6-1-196 0,2-1-72 0,2-3 84 16,6 3-28-16,-5-3-24 15,3-1 36-15,6 3 164 0,3-4 140 16,0 1 8-16,0-1 12 0,3 0 176 0,6 1 36 16,3-4-12-16,-1 0-52 15,6 0-148-15,-6-3 60 0,6 0-72 0,-2 0-224 16,-2-3-424-16,-6 0-280 0,1 0-688 16,-4 3-1052-16,-4-4-2969 0,0 4-227 15</inkml:trace>
  <inkml:trace contextRef="#ctx0" brushRef="#br0" timeOffset="53091.01">18323 5251 768 0,'0'0'5020'0,"0"0"-600"0,0 0-3231 0,0 0-201 0,0 0-32 16,0 0-16-16,0 0-68 16,0 0-280-16,0 0-392 0,84 16-200 0,-72-16-64 15,-4 3-176-15,-5-3-352 0,6 0-408 16,-9 0-492-16,0 0-2709 0,0 3-2955 15</inkml:trace>
  <inkml:trace contextRef="#ctx0" brushRef="#br0" timeOffset="53381.555">17853 5061 2388 0,'0'0'9297'16,"0"0"-7377"-16,0 0-376 0,0 0-260 15,0 0-336-15,0 0-376 0,0 0-116 16,68 75-36-16,-56-50-224 0,-4 8-72 0,0-1-64 16,4-1-56-16,-5 1 4 0,2 0-8 15,3 0-60-15,-5-7-40 16,2 4-72-16,3-7-260 0,-5 0-248 0,10-6-240 15,-6 1-196-15,10-5-664 0,-2-5-2249 16,-3-1-3723-16,8-6 6080 0</inkml:trace>
  <inkml:trace contextRef="#ctx0" brushRef="#br0" timeOffset="53751.326">19527 4857 2904 0,'0'0'11213'0,"0"0"-9661"15,0 0-1324-15,0 0-228 0,-88 48 0 16,64-29 88-16,-8 4 112 0,4-2-200 16,5 5-52-16,-5 0-32 0,7-4 84 15,10 0 12-15,-2-2 12 0,9-6 24 0,4-1 32 16,4 0 96-16,13-3 36 16,3-4 100-16,7 1 60 0,-3-4 0 15,4 0-112-15,0-3-84 0,0 0-68 0,-4 0 28 16,-1-3-68-16,-6-4-68 0,-1 4-200 15,-4-3-740-15,-5 3-724 0,-7 0-2332 0,0-4-4105 16</inkml:trace>
  <inkml:trace contextRef="#ctx0" brushRef="#br0" timeOffset="53901.151">19308 5273 4700 0,'0'0'4608'0,"0"0"-111"16,0 0-3357-16,0 0 172 0,0 0 8 15,0 0-420-15,0 0-308 0,91 13-236 16,-67-13-212-16,4-2-144 0,8-5-308 0,-4-3-576 16,7 0-456-16,-11 1-820 15,16-10-2765-15</inkml:trace>
  <inkml:trace contextRef="#ctx0" brushRef="#br0" timeOffset="54347.818">19826 5010 13565 0,'0'0'4012'0,"0"0"-3332"0,0 0-384 16,0 69 136-16,0-45 732 0,-4 1-188 16,4-3-456-16,0-4-444 0,0-1-76 0,0-5-100 15,0 1 4-15,4-7 12 0,3 1-416 16,1-4-60-16,5-3-76 15,-2 0 180-15,6-10-36 0,2-3 76 0,1-2-264 16,-1-5 84-16,2 2-40 0,-5 2 384 16,-4 3 192-16,-5 6 60 0,2 4 76 15,-5 3 88-15,0 0 200 0,0 3 72 0,-4 7 172 16,0 2 68-16,0 5-108 16,4-2-164-16,-4-2-156 0,7 0-128 15,2-4-72-15,-1-5 4 0,3-1 68 0,6-3-32 16,2-3-88-16,5-7-124 0,0-6-232 15,0 1-36-15,4-4 96 0,0 3 112 0,-5-1-48 16,2 1 20-16,-9 7 116 16,-1-1 96-16,-2 8 4 0,-1 2 4 15,-9 0 64-15,5 0 100 0,-4 9 76 0,5 3-76 16,-5 4-84-16,3 4-16 16,1 2-12-16,5 0 128 0,2-3-188 15,1 0-4-15,0 0-488 0,4-6-644 0,0 0-840 16,-8-7-3833-16,3 4-3623 0</inkml:trace>
  <inkml:trace contextRef="#ctx0" brushRef="#br0" timeOffset="55871.163">12223 8306 14053 0,'0'0'2684'0,"0"0"-1416"0,0 0-824 15,0 0-12-15,0 0 404 0,0 0-348 16,0 0-84-16,0 0-40 0,100-35-60 16,-44 25-12-16,4 0 49 0,7 4-61 15,1-3-112-15,4 2-96 0,-1-3 16 0,1 1-4 16,0 0 96-16,-8-1-120 0,0 1-48 16,-8-1-12-16,-9 4-12 0,-8 0 0 15,-2-1-60-15,-14 4-24 0,-3 3-108 16,-8 0-28-16,-3 0-157 0,-9 10-11 15,-4 8 352-15,-9 8 48 0,-7 8 132 16,-7 8-12-16,-10 6-8 0,2-1 9 16,-5 4-13-16,1-1 16 0,-6-1-124 15,2 1-4-15,-9 4-8 0,4 0-28 0,-8 4 36 16,0-2 8-16,1 4 0 0,2-2-4 16,2-1-52-16,7-3 52 0,4-4 12 15,12-5 40-15,4-3 32 0,9-13 12 16,7-4 0-16,8-10-12 0,0-4 28 0,8-3 20 15,7-4 12-15,5-4 64 16,12 0-52-16,4-4 36 0,12-9 112 0,8-1-164 16,8-6-140-16,3 1-12 0,5 0 0 15,-1 0 8-15,5 6-44 16,-8-3 48-16,0 7 0 0,-5 3-8 0,-7-1 4 16,0 1-8-16,-8 3-36 0,-4-1 36 15,-8-3-36-15,-1 2-72 0,-7-4-220 16,0-2-252-16,-8 3-125 0,0-6-135 15,-4 2-196-15,-4-1-600 0,-4 1-1108 0,-4-1-3181 16,0-10-3371-16</inkml:trace>
  <inkml:trace contextRef="#ctx0" brushRef="#br0" timeOffset="56147.777">13598 8397 9168 0,'0'0'5153'0,"0"0"-4345"0,0 0-368 0,0 0 316 16,-80 60 540-16,56-34-172 0,-4 3-20 15,-4 0-380-15,4 2-264 0,0 1-120 0,-3 2-36 16,-1 4-95-16,0 4-1 0,0 0-52 16,-4 5-48-16,1 1-36 0,-1-4-64 15,0 4-8-15,-4-1-56 0,4-3-88 16,0 1-88-16,4-3-9 0,1-10-87 15,7-1-184-15,8-9-48 16,4-6-112-16,4-4-264 0,4-7-932 0,4-5-3116 0,0 0-5121 16,4-17 9741-16</inkml:trace>
  <inkml:trace contextRef="#ctx0" brushRef="#br0" timeOffset="57248.616">13777 7693 496 0,'0'0'6980'0,"0"0"-3860"0,0 0-1139 16,0 0-657-16,0 0 32 0,0 0-36 0,56 82-364 15,-44-50-100-15,0-1-304 16,-4 5-156-16,-4-2-104 0,-1 1-84 0,2-3-96 15,-1-3-52-15,-4-1-60 0,4-6-48 16,-4-2 36-16,4-8 0 0,-4 1-76 16,4-6-20-16,0-5-52 0,-1-2-160 15,1 0 12-15,1 0 16 0,3-2 80 16,0-5-36-16,4-6 4 0,0-2-4 16,-1-5 24-16,6 1 148 0,-6-3-48 0,6-3 24 15,-2 0 92-15,-2 1-76 0,-2-1-80 16,1 7 12-16,-4 3 144 0,-4 5 16 15,4 3-4-15,-8 7 0 0,4 0-4 16,-4 3 124-16,0 7 76 0,0 5 160 16,0 4 60-16,0 4-232 0,0-4 96 15,0 0-64-15,-4 0-48 0,4-6-164 0,0-7-8 16,0 0-48-16,0-2 36 0,0-4 12 16,4 0 84-16,4 0 116 0,0 0 32 15,0-7 88-15,7-2-112 16,2-4-24-16,-1-3-52 0,0 0-80 15,0 1-48-15,0-1-4 0,0-1 0 0,-1 2-4 16,6 2 4-16,-10 4-4 0,6-1 4 16,-10 6 120-16,5 1 4 0,-3 3-16 15,-2 3-36-15,-3 4-20 0,0 7 20 0,4-3 0 16,-4 3 100-16,-4 1 180 0,4 1 48 16,-4-3-203-16,4 0-197 15,-4-1-57-15,0-2-55 0,4-4-80 0,-4 3-320 16,0 1-196-16,0-4-124 0,0 5-224 15,0-3-996-15,0-2-2240 0,-4 5-3165 16</inkml:trace>
  <inkml:trace contextRef="#ctx0" brushRef="#br0" timeOffset="59190.063">17223 8166 2752 0,'0'0'220'16,"0"0"5780"-16,0 0-4140 15,0 0-331-15,0 0-161 0,0 0 112 0,0 0-360 16,0 0-344-16,0 0-268 0,0 0-272 15,-28 3-28-15,60-12 300 0,9-1 316 16,6-6-200-16,5 4-244 0,4-4-64 16,-5 3-12-16,1-4 12 0,-3 9-48 15,-6-6-108-15,0 5-88 0,-2 0-72 16,-1-3-48-16,-5 1 36 0,-7 2-76 0,0-1-44 16,-11 7 0-16,-6 0-160 0,-3 0-100 15,-4 3-36-15,-4 3-48 0,0 10-36 0,-4 3 512 16,-12 10 64-16,0 5-64 15,-3 1-184-15,-5 5 176 0,-4 2 16 16,0-2 44-16,0 1 84 0,-4 2-132 16,-4 4 4-16,0-3 92 0,-8 6-4 15,1-2-88-15,3-1-8 0,-4 4 48 16,4-4-72-16,8 1 36 0,0-7-12 0,12 0 76 16,9-6 56-16,2-7 124 0,9-6-72 15,0-9 12-15,16-1 72 0,5-6-36 0,7-3 84 16,7-3-48-16,13-3 49 15,0-7 11-15,8 0-48 0,-1 1 216 16,5-1-100-16,3 0-296 0,-3 1-64 0,4 2-36 16,-8-3-60-16,0 4-4 0,-8 0-32 15,-5-1-156-15,-3 0-256 16,-8-2-160-16,-4 3-161 0,-8-4-331 0,-5-4-844 16,2 5-2056-16,-13-1-2633 0</inkml:trace>
  <inkml:trace contextRef="#ctx0" brushRef="#br0" timeOffset="59447.092">18112 8086 2736 0,'0'0'10697'0,"0"0"-9721"15,0 0-976-15,0 0 0 0,0 0 448 16,-95 86 332-16,70-51 376 15,1 3-372-15,-3 0-352 0,3 7 36 0,-4-4-72 16,0 3-4-16,0 0-108 0,-4-2-64 0,1 0-208 16,3-8-12-16,0 1-60 0,3-7-236 15,2-4-96-15,7-6-124 0,4-5-28 16,4-7-76-16,8-6-304 0,0 0-548 0,4-6-1172 16,8-13-2545-16,-4 7-1715 15,20-21 6696-15</inkml:trace>
  <inkml:trace contextRef="#ctx0" brushRef="#br0" timeOffset="59848.795">18542 7594 6776 0,'0'0'7145'0,"0"0"-5625"0,0 0-700 16,0 0-472-16,0 0 460 0,0 0 676 16,-3 74-284-16,-5-43-452 0,4-2-384 15,-1-1-108-15,1-2-88 0,0-7-32 0,4-1-128 16,0-1 40-16,0-8-48 0,0 3 0 16,4-8 0-16,0-1 0 0,1 1 61 15,3-4-53-15,-1 0 88 0,5-11 16 16,4 3-112-16,5-5-48 0,-2-4-64 15,1-1-81-15,4-1-39 0,-1 3-12 0,2 0 136 16,-1 2 48-16,-4 3 56 16,-5 4-4-16,2 4 0 0,-6-1-36 0,1 4 44 15,1 4 52-15,-6 6 8 0,6 1 0 16,-5 9-48-16,-1-1 0 16,1 0-12-16,1 4-108 0,-2-4-40 0,1-1-240 15,4 2-336-15,-4-5-292 16,4 2-852-16,-8-8-2784 0,3 4-4413 0</inkml:trace>
  <inkml:trace contextRef="#ctx0" brushRef="#br0" timeOffset="61429.253">12609 10115 3240 0,'0'0'0'0,"0"0"0"0,0 0 6068 16,0 0-3875-16,0 0-641 15,0 0-244-15,0 0-408 0,0 0-84 16,0 0 72-16,0 0-104 0,45-58-44 0,-21 52-136 15,4-2-148-15,8 1-76 0,-1 0-88 0,1 4-60 16,-4-3-136-16,4 3-88 0,-5-3 0 16,-3-1-16-16,0 2 0 0,-4-6-76 0,-3 5-208 15,-6-4-380-15,2 4-324 16,-6-1-292-16,-7 5-684 0,0-2-1908 16,-4 4-2777-16</inkml:trace>
  <inkml:trace contextRef="#ctx0" brushRef="#br0" timeOffset="62516.615">12877 10029 2964 0,'0'0'0'0,"0"0"4"0,0 0 4816 0,0 0-2916 15,0 0-639-15,0 0-505 0,0 0-68 0,0 0 48 16,0 0-100-16,71-66-196 0,-62 66-64 15,-2 0-116-15,1 0 52 0,-4 6-116 16,5 7-36-16,-5-1 124 0,-1 5 40 16,1 1 36-16,-4 4-76 0,0 3-88 15,0-2 72-15,0 3 52 0,-4-1-152 16,-3 4 28-16,-2-1-88 0,1 1 12 16,-3-1-52-16,2-5-64 0,1-4 0 0,4-3 0 15,-3-4 4-15,3-5-12 0,4-1 4 16,0-6 0-16,0 0-4 0,0 0-4 15,0 0 0-15,0-3 0 0,4-4-4 16,0-5 0-16,3-1-40 0,1-9-16 16,5-4 16-16,-2 1-36 0,6-7 32 15,-6 4 44-15,6-4-116 0,-2 0 0 16,-2 0 0-16,2 4-60 0,1 2 124 0,-4 1 60 16,0 6 76-16,0 0-68 0,-4 6 0 15,0 4 92-15,-5 2-88 0,2 4 48 16,-1 0-60-16,0 3-4 15,0 0-8-15,0 0-112 0,0 0 124 0,-1 6 40 16,1 4 32-16,5 2 116 0,-5 8-92 0,0 0 80 16,-4 1-104-16,0 5-68 0,0 2 60 15,-8 4-60-15,-1 2-4 16,-2 2-12-16,3-1 8 0,0 0 0 0,3-7-8 16,5-2 8-16,0-11-116 0,5-2 104 15,3-4 16-15,0-2 0 0,3-1 12 16,10-3 68-16,-5-3-80 0,3 0-12 0,5-3-124 15,0-3-136-15,1-4-312 16,-2 1-444-16,5-4-280 0,-4 4-876 16,-8-1-3333-16,7-7-1598 0</inkml:trace>
  <inkml:trace contextRef="#ctx0" brushRef="#br0" timeOffset="62922.409">13574 10166 692 0,'0'0'1800'0,"0"0"4412"0,0 0-4120 16,0 0-379-16,0 0-69 0,0 0-344 15,0 0-404-15,0 0-260 0,0 0-276 0,0 0-100 16,0 0 0-16,24-3-64 16,-16-1-80-16,0 2-116 0,0-2-60 0,0 4-64 15,0 0 24-15,0 0-72 0,-1 0-4 16,2 6 176-16,-1 1 4 0,0-1 0 16,-5 4 104-16,1 0-44 0,-4-1-16 0,5 3 64 15,-5 1 0-15,0-3-100 16,0 3 64-16,0-4-52 0,0-3 24 15,0 1-48-15,0-4 0 0,0-1-8 0,0-2-48 16,0 0 56-16,0 0 36 0,4-2-36 16,0-4-172-16,3-7-400 15,1 1-400-15,-4-7-600 0,5 2-708 0,-5-2-1797 16,-1 3-2639-16,1-9 5728 0</inkml:trace>
  <inkml:trace contextRef="#ctx0" brushRef="#br0" timeOffset="63047.599">13650 9887 1840 0,'0'0'600'16,"0"0"4412"-16,0 0-2328 0,0 0-715 0,0 0-461 16,0 0-404-16,0 0-460 0,0 0-452 15,0 0-192-15,0 0-304 0,0 0-184 16,12-11-960-16,-4 16-989 0,3-3-4091 16</inkml:trace>
  <inkml:trace contextRef="#ctx0" brushRef="#br0" timeOffset="63689.531">12383 9950 3096 0,'0'0'0'0,"0"0"0"15,0 0 4152-15,0 0-2568 16,0 0-536-16,0 0-16 0,0 0-179 0,-48 70-109 15,40-39 172-15,0 11 152 0,4-1-32 16,0 7-80-16,4-1-432 0,0 5-16 0,4-2-284 16,4 1-76-16,0-1-108 0,4 1-40 15,-4-3-64-15,8-7-24 16,0-2-84-16,8-7-312 0,4-7-204 0,0-6-52 16,11-6-180-16,10-10-628 0,-14 0-1473 0,33-13-3711 15</inkml:trace>
  <inkml:trace contextRef="#ctx0" brushRef="#br0" timeOffset="63989.74">14207 9769 380 0,'0'0'492'0,"0"0"6076"15,0 0-5284-15,0 0 284 0,0 0 285 16,0 0 59-16,88 25-420 0,-68-2-312 0,0 3-320 16,0 2-120-16,0 0 12 0,-1 7-28 15,2-3-248-15,-5 3-96 0,0-4-172 16,-5 5-160-16,2-5-48 0,-9 1-80 16,-1 0-44-16,1-1-36 0,-4 1-352 15,-4-3-52-15,-3-1 24 0,-6-2-12 0,-2 2-92 16,-2-6-488-16,-2 1-932 0,-5-4-488 15,4-2-493-15,-8-6-1339 0,8-4-124 16,-15 0 4453-16</inkml:trace>
  <inkml:trace contextRef="#ctx0" brushRef="#br0" timeOffset="64484.866">15319 9728 5548 0,'0'0'380'0,"0"0"5273"0,16 64-3877 15,-8-30-264-15,4 11-316 0,0-1 4 0,-4 0-196 16,4 1-192-16,-4-3-224 0,0-5-256 16,4-5-236-16,-4 0-92 0,0-7-4 0,-4-3-80 15,3 2-164-15,-2-13-284 16,-1 3-248-16,4-8-136 0,-4-4-540 15,-1-2-1304-15,-3 0-3125 0,4 0-1059 0,-4-8 6520 16</inkml:trace>
  <inkml:trace contextRef="#ctx0" brushRef="#br0" timeOffset="64665.078">15423 10062 2748 0,'0'0'260'0,"0"0"4932"15,0 0-2836-15,0 0-387 0,0 0-401 16,0 0-92-16,0 0-244 0,107-61-200 0,-63 48-328 15,8 0-200-15,7 1-112 16,5-4-120-16,5-3-236 0,-6 0-36 0,5 0-4 16,-4-3 4-16,-1-3-100 0,-11 6-180 0,-4-4-596 15,-8 4-508-15,-17 3-1448 16,1-3-5001-16</inkml:trace>
  <inkml:trace contextRef="#ctx0" brushRef="#br0" timeOffset="64910.776">16052 9703 4664 0,'0'0'1068'0,"0"0"3408"15,0 0-2827-15,0 0 447 0,0 0-380 16,92-32-496-16,-68 29-464 0,8 3-184 16,-4 0-128-16,4 3-140 0,-1 9-8 15,1 4-172-15,-4 3 12 0,0 7-88 0,-4 2 40 16,-8 1-88-16,0 2-60 0,-8 5 0 15,-4-5-76-15,-4 7 12 0,0-3-108 16,-8 0-260-16,-5 1-212 0,-2-3 280 16,-1 0-36-16,-4-5-12 0,0 1-32 15,5-3-388-15,-6-7-312 0,5-6-532 0,4-8-1541 16,-4 2-3647-16</inkml:trace>
  <inkml:trace contextRef="#ctx0" brushRef="#br0" timeOffset="65669.204">17300 9655 328 0,'0'0'5260'16,"0"0"-568"-16,0 0-3055 0,0 0-497 0,0 0-196 15,0 0-124-15,0 0-212 0,0 0-132 16,0 0-176-16,0 0-132 16,0 0-20-16,-4 7 4 0,8-12-4 0,0 5 16 15,3-2 108-15,1-2 112 0,8 2 396 16,-4-4-212-16,8 2-92 0,-4-3-20 16,4 1 44-16,4 0-112 0,0-4-56 15,-1 1-140-15,5 2-20 0,4-5-40 0,-4-1-44 16,8 1-88-1,-4-1-52-15,8-3 48 0,0-3-140 0,-1 0-16 0,-2 3-264 16,-5-1-224-16,-9 5-232 0,-3 3 8 16,-12 5-8-16,0 1-324 15,-8 3-572-15,0 0-568 0,-8 7-725 0,0 0-1903 16,-12 5 1004-16</inkml:trace>
  <inkml:trace contextRef="#ctx0" brushRef="#br0" timeOffset="66032.407">17403 9734 248 0,'0'0'7312'0,"0"0"-4024"0,0 0-1515 15,0 0-829-15,0 0-180 0,0 0 824 16,92 26-360-16,-53-23-348 0,9 3-288 16,-4-3-196-16,-9 4-200 0,-2-4-140 0,-10 7-56 15,-6-1-256-15,-6 1 44 0,-7 3 52 16,-4 6 112-16,0 0 48 0,-7 2-4 15,-9 2 4-15,0 2 0 0,-8 3 20 16,4-2-16-16,-4 2 0 0,0-2 0 16,4-3-4-16,1-2 12 0,2 5-12 0,2-4 0 15,-6 4 0-15,10-1-4 16,-2 4-8-16,2-8-52 0,7 2 56 16,0-4-40-16,4-3 48 0,4 0 152 0,4-7-20 15,8 1 152-15,-1-4 132 16,13 0-72-16,0-2 328 0,4-4-160 0,8 0-256 15,4-4-244-15,0-2-12 0,4-3-72 16,-1-1-124-16,5-2-256 0,0 2-48 0,3-4-308 16,-3 0-164-16,-3-2-1332 15,-2-6-2644-15,-15 5-4469 0,12-11 8177 0</inkml:trace>
  <inkml:trace contextRef="#ctx0" brushRef="#br0" timeOffset="66889.494">18873 9515 3648 0,'0'0'900'0,"0"0"5128"16,0 0-4243 0,0 0-405-16,0 0-188 0,72-66 116 0,-52 60-148 15,-1 2-192-15,2 4-220 0,7 4-96 0,-8 8-16 16,3 4-208-16,-3 6-200 0,-3 0-56 16,-6 7 24-16,1-1-88 0,-8-1-108 15,0 0-4-15,-4-2 4 0,0 0-4 0,0 2-8 16,-4-5-84-16,-4 0 88 0,-4-6-68 15,9 0 16-15,-6-7 48 0,9-3-96 16,-4-6-160-16,0 5 48 0,4-5-60 16,0 0 48-16,0-5-24 0,0-4-4 15,0-1-32-15,0-5-116 0,4-5 164 16,5-2 32-16,-2-3 200 0,5-4 0 16,0 1-48-16,0-1 56 0,0-3 4 0,4 7-52 15,-1 3 44-15,2 0 8 16,-6 3 64-16,6 6 72 0,-2 3 12 0,-2 1 96 15,-2 5 52-15,2 4-100 0,-5 0-120 16,-1 6-72-16,1 5 68 0,-4 4 88 16,1 1 24-16,-1 7-4 0,-4-1 4 15,0 3-24-15,0 0-24 0,-4 1-28 16,-1 3-36-16,-3-7 16 0,4 3-40 0,1-3-48 16,-1-6-4-16,4 3-56 0,0-6-4 15,0 0-20-15,0-4 36 0,4 2-76 0,3-6-56 16,1 2-176-16,5-5-120 15,2-2-200-15,-2 0-152 0,6 0-428 16,-3-6-592-16,4 0-312 0,-4-3-837 0,4-1-1779 16,-4-3 500-16,-4 7 4064 0</inkml:trace>
  <inkml:trace contextRef="#ctx0" brushRef="#br0" timeOffset="67082.562">19603 9696 1708 0,'0'0'120'16,"0"0"7564"-16,0 0-6059 0,0 0-457 0,0 0 316 15,0 0-92-15,0 0-260 0,0 0-420 0,19 79-192 16,-19-62-196-16,0-5-28 16,-4 1 100-16,4-4-164 0,0 1-156 15,0-7-76-15,0 1-124 0,0-4-84 16,0 0-112-16,4 0-104 0,4 0-8 16,1 0-80-16,-2-7-112 0,5 0-332 15,-4-2-604-15,-4 2-1413 0,0-5-3799 0</inkml:trace>
  <inkml:trace contextRef="#ctx0" brushRef="#br0" timeOffset="67250.152">19611 9483 4872 0,'0'0'1328'0,"0"0"2196"15,0 0-2752-15,0 0 93 0,0 0 1043 16,0 0-120-16,0 0-880 0,0 0-720 15,87-9-188-15,-71 6-640 0,0 0-956 16,-4-1-2581-16,-8 4-4415 0</inkml:trace>
  <inkml:trace contextRef="#ctx0" brushRef="#br0" timeOffset="68160.279">20204 8893 5956 0,'0'0'3184'0,"0"0"-11"16,0 0-1225-16,0 0-760 0,0 0-332 15,0 0 240-15,8 70 128 0,0-29-348 16,0 6-156-16,-4 8-184 0,0-1-156 16,-4-1-124-16,0-2 44 0,0-3-43 15,0 0-173-15,-4-9 48 0,0-2-132 16,0-5 0-16,4-7 0 0,0-6 0 0,0-3-48 16,0-4-24-16,4-5-76 0,4-4-85 15,-4 0-19-15,3-3-40 0,6 0 36 16,-5-3 0-16,8-3 96 0,-1-4-36 15,2 1 36-15,-6-1 52 0,6 1 24 0,-6 6 20 16,1-1-44-16,-3 4-16 0,2 0-12 16,1 0 52-16,0 7 76 0,0-1 0 15,0 7-92-15,-4-4-16 0,0-3 112 16,0 4 8-16,-5 0 0 0,-3-1 92 16,5-3 64-16,-5 4 84 0,0-3-24 15,-8 2 0-15,0-3 64 0,-4 0-88 16,4 1-40-16,-8-1-56 0,5-3-52 15,-2 0-40-15,5 1-8 0,-4-4-12 16,4 0-292-16,0-4-224 0,1-2 40 0,3-3-188 16,-1-1-224-16,5-3-1020 0,0 1-1196 15,5-4-4049-15,3 3 1673 16</inkml:trace>
  <inkml:trace contextRef="#ctx0" brushRef="#br0" timeOffset="68322.948">20646 9476 1332 0,'0'0'4424'0,"0"0"813"15,0 0-3405-15,0 0-140 0,0 0-168 16,0 0-368-16,84 5-488 16,-80 1-296-16,-1 0-152 0,1 7-96 0,-4-4-12 15,5 4-28-15,-5-1 16 0,0-5-60 0,0 3-40 16,0-7-84-16,0 3-100 16,0-6-224-16,4 0-88 0,0 0-288 15,0-6-532-15,0-1-1664 0,-1-9-5997 0</inkml:trace>
  <inkml:trace contextRef="#ctx0" brushRef="#br0" timeOffset="68468.33">20866 9166 2692 0,'0'0'8353'0,"0"0"-5729"16,0 0-628-16,0 0-416 15,0 0-540-15,0 0-700 0,0 0-340 0,87-35-392 16,-63 32-812-16,0-4-1144 0,4 2-5325 15</inkml:trace>
  <inkml:trace contextRef="#ctx0" brushRef="#br0" timeOffset="75388.124">14793 8541 2996 0,'0'0'8229'0,"0"0"-7189"16,0 0-364-16,0 0 228 0,92-38 464 15,-52 28-388-15,0 4-276 0,7-1-144 16,5 1-76-16,4 0-92 0,0 0-20 16,4-1-88-16,0 1-100 0,-1-5 24 15,1 2-24-15,-5 4-60 0,1-9-28 0,-4 5-96 16,-1-1 0-16,-2-2-12 15,-6 2-48-15,-2 1-188 0,-10-1-376 16,-3 3-4-16,-8 5-56 0,-4-5-248 0,-12 4-452 16,0 0-528-16,-4 3-773 0,-4-10-3219 15</inkml:trace>
  <inkml:trace contextRef="#ctx0" brushRef="#br0" timeOffset="75720.575">15598 8141 940 0,'0'0'7916'15,"0"0"-6716"-15,0 0-448 0,0 0 9 0,0 0 83 16,0 0 12-16,0 0 36 16,0 0-96-16,84 31-140 0,-56-18-92 15,3 3-72-15,-3 0-168 0,0-1-164 0,0 2 40 16,-4-2-76-16,0-3 36 15,-8 5-36-15,-1-4-36 0,-2-1-16 16,-5 1-56-16,-4 3-12 0,-4-3-4 0,0 2-88 16,-4 1-60-16,-4 3-152 0,-8 0-8 15,0 3-68-15,0-2 64 0,-4 2-4 16,0-3 316-16,0-3 0 0,4-3-40 0,0-4 40 16,5-3 64-16,-1-2-64 0,3-1-48 15,2-3-280-15,7 0-412 0,-4 0-492 16,4 0-952-16,0-7-2517 0,0-8-451 15</inkml:trace>
  <inkml:trace contextRef="#ctx0" brushRef="#br0" timeOffset="76015.918">15985 8118 4924 0,'0'0'4052'0,"0"0"-2320"15,0 0-523-15,0 0-273 0,0 0 324 16,0 0-236-16,0 0-308 0,0 0-148 16,91 18-168-16,-67-11 24 0,0 3-16 0,0 0 52 15,0-4 20-15,4 7-148 0,0-7-84 16,0 3-40-16,0 1 0 0,-9 0-108 16,-3-1-28-16,-4 1 36 0,-3 3-104 15,-6-1 24-15,-3 3 20 16,0 6-48-16,-8 0 0 0,-8 4-44 0,-4 7-20 0,-8-3-168 15,0 3-160-15,1 0 12 16,-1-1-64-16,0-2-212 0,0 3-276 0,0-7-676 16,4 3-932-16,4-12-2249 0,-12 6-2019 15</inkml:trace>
  <inkml:trace contextRef="#ctx0" brushRef="#br0" timeOffset="89729.653">17442 7052 7384 0,'0'0'3172'0,"0"0"-1279"15,0 0-237-15,0 0-316 0,0 0 76 16,0 0-196-16,0 0-124 0,0 0-180 15,0 0-196-15,0 0-208 0,0 0 0 16,0 0-99-16,0 0 131 0,9 54-192 16,-9-13-12-16,4 6-172 0,-4 1-36 15,0-1-96-15,0-2-36 0,-4-4-60 16,4-6-48-16,0-3-108 0,0-10-148 0,0-4-12 16,0-4-72-16,0-7-101 15,8-7-191-15,0 0-444 16,-1-4-600-16,6-9-1384 0,-2 5-1909 0,2-21-1355 0</inkml:trace>
  <inkml:trace contextRef="#ctx0" brushRef="#br0" timeOffset="89900.826">17586 7024 1736 0,'0'0'7364'0,"0"0"-5812"0,0 0-483 16,0 0 7-16,0 0 60 0,0 0-212 0,0 0 8 15,0 0-180-15,-7 100-188 16,7-52-80-16,3-1 96 0,-3 5-60 15,4-1-396-15,-4-4-124 0,4-6-224 16,4-6-36-16,0-6-308 0,0-7-128 16,0-10-232-16,4-2-644 0,-4-6-1184 15,4-4-3285-15</inkml:trace>
  <inkml:trace contextRef="#ctx0" brushRef="#br0" timeOffset="90290.816">17379 6013 5764 0,'0'0'4468'0,"0"0"-2667"0,0 0-253 15,0 0-432-15,0 0-196 0,0 0 24 0,0 0-324 16,0 0-60-16,-68 92-64 16,53-50-28-16,-2 2-64 0,-3 7-48 15,-3 3-36-15,-1 3-136 0,0 0-184 0,0-3-60 16,0-3-64-16,4-7 40 0,9-9-4 15,-2-12-8-15,9-8-64 0,4-5-368 16,0-7-152-16,0-3-76 0,4 0-240 16,4-6-504-16,4-11-352 0,0-1-549 15,4-5-771-15,0-8-1144 0,-4-4 1552 16,8-3 2373-16,-13 9 391 0</inkml:trace>
  <inkml:trace contextRef="#ctx0" brushRef="#br0" timeOffset="90509.681">17307 6153 848 0,'0'0'364'0,"0"0"-88"0,0 0 5032 0,0 0-3272 15,28-69-352-15,-20 62-347 0,0 7-313 0,0 3-132 16,4 9-28-16,-4 7 4 0,4 4-8 16,0 9-236-16,-4 6-92 0,4 0 0 15,-4 6-72-15,0 1-276 0,-5 2-72 0,6 4-88 16,-9-3-24-16,4-1-136 0,0-2 72 16,-4-7 16-16,4-6 48 0,0-7-48 15,-1-5-4-15,1-5 52 0,1-5-148 16,-1-4 12-16,0-4 0 0,0 3-108 15,-4-5-280-15,0 0-284 0,0-5-60 16,-4-1-256-16,-4-2-632 0,-4-3-1037 0,4 5-1311 16,-12-10-1340-16</inkml:trace>
  <inkml:trace contextRef="#ctx0" brushRef="#br0" timeOffset="90657.59">17259 6509 1472 0,'0'0'3012'0,"0"0"1224"15,0 0-2516-15,0 0-367 0,0 0-45 16,0 0-444-16,0 0-28 0,0 0 208 15,52-67-176-15,-28 54-256 0,0 1-404 16,4 2-208-16,-4-3-48 0,4 7-236 16,3-4 184-16,-3 4-476 0,0 3-516 0,-3 0-744 15,-5 3-2529-15,-5-3-3975 0</inkml:trace>
  <inkml:trace contextRef="#ctx0" brushRef="#br0" timeOffset="91430.745">12482 7111 2304 0,'0'0'2244'0,"0"0"2028"0,0 0-2796 15,0 0-23-15,0 0 363 0,0 0-56 16,36 71-440-16,-31-29-436 15,-5 1 20-15,0 5-128 0,0 0-224 0,-5-7-148 0,1 0-252 16,0-8-152-16,4-8-100 16,0-6 16-16,4-7-16 0,0-10-180 0,8-2-224 15,0 0-368-15,0-8-280 0,4-9-504 16,0-2-700-16,-4 1-2229 16,4-14-2371-16</inkml:trace>
  <inkml:trace contextRef="#ctx0" brushRef="#br0" timeOffset="91581.196">12646 7150 3724 0,'0'0'1032'16,"0"0"4680"-16,0 0-4283 0,0 0-469 16,0 0 264-16,0 0-152 0,12 82-116 15,-12-47 24-15,4 1-164 0,-1 2-420 16,-3 3-332-16,0-4-64 0,4-2-324 0,-4-3-256 16,5-3-356-16,-5-8-308 15,4-4-592-15,0-7-2337 0,0-10-3995 0</inkml:trace>
  <inkml:trace contextRef="#ctx0" brushRef="#br0" timeOffset="91910.731">12188 6216 7868 0,'0'0'5461'15,"0"0"-4533"-15,0 0-296 16,0 0-64-16,0 0 20 0,0 0 180 0,0 0-208 16,-9 64-276-16,5-33-172 0,0 5 52 15,0-2-164-15,4-2 0 0,-3-3-88 16,3-7 24-16,0-2-72 0,0-12-72 15,0-1-216-15,0-3-36 0,3-4-236 0,1 0-308 16,-4 0-340-16,4-7-280 16,-4-3-493-16,0-6-503 0,0 0-592 0,0-3 212 15,0-3 2256-15,4-3 553 0,1 0 191 16</inkml:trace>
  <inkml:trace contextRef="#ctx0" brushRef="#br0" timeOffset="92298.192">12188 6216 596 0,'75'-47'1460'15,"-51"14"-1264"-15,-4 8 1264 0,4 0 3760 0,0 0-3860 16,0 6 5-16,0-1-45 0,4 5-328 15,0 2 20-15,-1 7-320 0,-3 3-316 16,-4 3-196-16,-4 0-180 0,-4 9-140 0,-8 4 140 16,-4 6 36-16,0 6 40 15,-8 8 40 1,-12 0-64-16,-4 6 8 0,-8-1 16 0,0 3 0 16,0-6 36-16,1 0 236 0,3-9-112 0,8-4 148 15,0-6-172-15,12-7-164 0,0 1-48 16,4-4-72-16,4-3-88 0,0 0-72 0,12 4 232 15,4-1 12-15,8-2 100 0,4 1-64 16,4-1 64-16,-4-1-100 0,4 3 52 16,-1 1-64-16,-6-1 136 0,-2 0-52 15,-7 4-84-15,0-1-64 0,-4 4 64 16,-8 0 0-16,0-1 148 0,-4 5-24 0,0-4-40 16,0 2 16-16,0 4 48 0,-4-3-48 15,-4 0 156-15,0-1 76 0,-8 2-148 0,5-4 24 16,-10-1 12-16,1 1-120 15,-4-4 20-15,-3-3-32 0,-1 1-28 16,-4-3-48-16,-5-2 0 0,2-2-12 16,3 0 0-16,-4 0-184 0,4-2-464 15,0-2-432-15,1 1-484 0,10-1-2436 0,-14-2-4689 16</inkml:trace>
  <inkml:trace contextRef="#ctx0" brushRef="#br0" timeOffset="125420.668">12570 12791 9956 0,'0'0'7285'16,"0"0"-5973"-16,0 0-784 15,-4 71 136-15,4-30 396 0,-4 9-436 0,4 11-43 16,-8 9 319-16,5 6-456 0,-6 7-92 16,5 6-100-16,0 0-68 0,-4 2-40 0,5-5-36 15,-2-3-24-15,-3-11-84 0,8-14 0 16,-4-14-48-16,4-9-36 15,0-9-36-15,0-14-220 0,0-5-180 0,0-7-24 0,0-3-12 16,0-10-125-16,8-12 133 16,4-14-120-16,0-5-4 15,1-9-4-15,-2-8 292 0,1-6 252 0,-4-5 116 0,0-9-132 16,-4-1-172-16,0-7-748 16,-4-3 164-16,4 3 216 0,3 10 688 15,6 9 64-15,-1 10 424 0,8 19 516 0,0 5 28 16,3 13 112-16,1 9-40 0,4 1-56 15,-4 7-367-15,8-1-233 16,-4 3-48-16,4 4-72 0,-4 0-112 0,-5 4-32 16,1 6-112-16,0-1 24 0,-8 4 12 15,-4 2-60-15,-4 5 0 0,-8 8 0 16,0 7-44-16,-15 6 60 0,-6 7 8 16,-10 6-64-16,-5-3-8 0,-5 0 12 0,6-7 84 15,3-6 0-15,9-6 12 0,6-13-44 16,10-3-64-16,3-4-96 0,4 1-108 15,15-4 48-15,5 4 56 0,5 0 88 16,6-1 0-16,9 2-84 0,0 2 96 0,-1-4 84 16,5 4-84-16,-8 0-4 0,-8-4 4 15,0 5 0-15,-9-2 0 16,-2 4 56-16,-6 0 4 0,-6 6 40 0,-5 1 20 16,-5 3 0-16,-6 6-112 0,-9-1-8 15,0 5 0-15,-8-2-8 0,-4 1 8 16,1-2 0-16,-5-5 4 0,-1 1 4 15,-2-6 88-15,3-3-88 0,0-4 40 16,1-5-44-16,-2 0-4 0,1-2-92 0,-3-5-100 16,7-4-88-16,0-3-152 15,4 0-260-15,4-13-301 0,5-5-311 16,6-8-1152-16,5 0-2472 0,8-22-4089 16</inkml:trace>
  <inkml:trace contextRef="#ctx0" brushRef="#br0" timeOffset="125932.586">13825 13347 7416 0,'0'0'4481'0,"0"0"-3025"0,0 0-136 16,0 0-184-16,0 0 144 0,0 0-168 15,0 0-224-15,0 0-248 0,0 0-116 16,0 0-108-16,-4-3-136 0,24 6 256 0,8 1 49 15,7-2-213-15,10-2-140 0,7 0-124 16,11-6 28-16,5-2-52 0,7-9-84 16,13 1-44-16,4-3 32 0,7 3-88 15,-3-3 16-15,0 3-168 0,-4-4-248 16,-5 8-205-16,-15-3-171 0,-8-2-372 16,-12 3-840-16,-20 0-1964 0,-9-5-1445 0</inkml:trace>
  <inkml:trace contextRef="#ctx0" brushRef="#br0" timeOffset="126202.427">14873 12983 5684 0,'0'0'5625'0,"0"0"-4381"0,0 0-872 0,0 0 76 16,0 0 464-16,0 0 416 0,84-14-460 16,-56 14-296-16,8 3-60 0,-1 8 8 0,5-3 32 15,-4 9 224-15,-1 2-200 0,2 3-284 16,-9 0-108-16,-9 0-12 15,1 4-4-15,-12-1-116 0,-4 3-44 0,-4 4 64 16,-12 4 12-16,-8 2-8 0,-8-4-72 16,0 7-4-16,-7-5-8 0,-1-2-92 15,4-2-156-15,-4-10-280 0,4-2-4 0,4-8 148 16,1-5-12-16,-1-7-100 16,7 0-128-16,6-10-240 0,7-9-684 0,4 0-688 15,4-6-1709-15,0 5-1903 0</inkml:trace>
  <inkml:trace contextRef="#ctx0" brushRef="#br0" timeOffset="126452.421">15315 12966 6884 0,'0'0'6177'0,"0"0"-5197"16,0 0-460-16,95-2 160 0,-67 4 868 16,0 4-244-16,0 1-380 0,-4 3-300 15,4-1-196-15,0 4-60 0,0-1-100 16,-1 5-12-16,-2-2-120 0,-5 1-28 15,0 0-60-15,-8 3-44 0,-1 3-4 16,-11 3-96-16,0 1-52 0,-7 6-60 16,-14 0 28-16,-2 3 20 0,-9-1 64 0,-4 5 48 15,-4-1 44-15,-3 0-12 16,-2 0 4-16,2-6-60 0,-2-4-196 0,10-2-112 16,3-11-148-16,13-5-260 0,6-7-576 15,9-3-1548-15,4-9-4321 0</inkml:trace>
  <inkml:trace contextRef="#ctx0" brushRef="#br0" timeOffset="127284.751">16654 12534 680 0,'0'0'9032'0,"0"0"-6827"16,0 0-249-16,0 0-440 0,-48 99-220 16,29-51-140-16,-6 3-192 0,1 6-180 15,-7 10-184-15,-1-1-148 0,-4 7-88 0,-5 3 124 16,-2-3 45-16,3-1-253 0,-4-1-132 16,8-11-144-16,5-2-4 15,6-11-72-15,10-9-108 0,2-12-124 0,10-10-293 16,3-7-23-16,3-6-176 0,6-3-160 15,7-10 168-15,4-5-404 16,0-11-288-16,3-2 16 0,1-10 328 0,0-3-4 16,1-4 83-16,-2-6 193 0,-3-3 296 15,4-6-172-15,0-4-24 0,-4-2 476 16,4 3 236-16,-8-4 52 0,3 9 444 0,-2 4 8 16,-2 10-140-16,2 12 208 15,-6 7 332-15,6 12 297 0,-10 7-81 16,5 6 4-16,0 6 516 0,0 10-368 0,4 10-204 15,-4 2-36-15,-4 9-144 0,4 9-232 16,-4 1-152-16,-4 4 440 0,0 3-408 16,3-3-276-16,-2 0-196 0,-1-4 48 15,4-2-52-15,-4 2-8 0,3-2-60 16,2-1 48-16,-5 0-48 0,0 1 48 16,0-7-60-16,0 3 64 0,-4-6-80 0,0-5 40 15,0-9 36-15,0-5-48 0,0-3 52 16,0-7-52-16,-4-4-64 0,0-2-328 15,-4 0-232-15,-1 0-196 0,2-8-368 16,-5-2-764-16,0-5-508 0,4-8-201 16,-4-3-283-16,0-2 360 0,-8-1 676 15,0-2 1880-15,0 1 88 0,-8 5 1656 16,5 6 372-16,-1 5 248 0,0 3-55 0,3 8-473 16,6 0-512-16,-2 1-312 0,6 2-280 15,3 0-92-15,4-5 100 0,4 5 56 16,0 0-260-16,0-2-112 0,12-2-336 15,4 1 4-15,4-6-4 0,11-4 0 0,5 0-48 16,5 1-260-16,-2-4-460 16,8 3-300-16,2 0-316 0,-1 0-612 0,-12 4-2217 15,7-3-3903-15</inkml:trace>
  <inkml:trace contextRef="#ctx0" brushRef="#br0" timeOffset="127847.294">17414 13100 1004 0,'0'0'2688'15,"0"0"4208"-15,0 0-5507 16,0 0-505-16,0 0 464 0,0 0 168 15,0 0-124-15,0 0-512 0,0 0-336 0,0 0-288 16,0 0 224-16,69-25 404 0,-9 15-240 16,7 3-312-16,9-2-164 0,4 6-60 15,4-3-108-15,-1-1-8 0,1 4-68 0,-4-4 28 16,3-2 44-16,1-3-8 0,-4-4-72 16,-1-6-184-16,-3-1-476 15,-8-6-384-15,-9 1-368 0,-19 9-1652 0,-8-10-3713 16</inkml:trace>
  <inkml:trace contextRef="#ctx0" brushRef="#br0" timeOffset="128115.591">18224 12719 3116 0,'0'0'8589'16,"0"0"-7781"-16,0 0-760 15,0 0 160-15,83 0 468 0,-42 0 48 0,2 0-180 16,5 0-40-16,3 0 64 0,5 3 148 15,0 3 144-15,-8 0-524 0,0 4-188 0,-4-1 12 16,-8 4 148-16,-4 0-36 0,-4 3-88 16,-5 3-84-16,-7-3-52 15,-4 3-44-15,-4 3 72 0,-8 4 44 0,0 2-116 16,-8 7 8-16,-20 3-12 0,-4 7-4 16,-11 2-4-16,-10 4-112 0,2-3 120 15,-1-1-4-15,0-5-48 0,9-4-80 16,11-13-252-16,8-6-556 0,3-13-524 15,18-3-1368-15,3-14-5789 0</inkml:trace>
  <inkml:trace contextRef="#ctx0" brushRef="#br0" timeOffset="128533.076">18893 12550 7976 0,'0'0'2965'0,"0"0"-1065"15,0 0-564-15,0 0-364 0,0 0 200 16,0 0 112-16,0 0-232 0,0 0-168 0,87 36-260 16,-62-14-248-16,3 0-44 0,0 6 44 15,0 1 609-15,0-1-609 0,3-2-184 16,1-1-56-16,0-2-28 0,0-4 0 16,-4 0-108-16,0-3-96 0,0-3 24 15,-9 2 0-15,-2-2-40 0,-10 3-152 0,-7 3-220 16,-4 3 55-16,-12 1 113 0,-12 8 48 15,-8-3 124-15,-3 7 60 16,-5-3 84-16,0 3 0 0,-8 0-12 0,8-4-108 16,-4 1-320-16,9-3-108 0,-1-3-240 15,12-11-892-15,8-2-2368 0,8-13-3905 0</inkml:trace>
  <inkml:trace contextRef="#ctx0" brushRef="#br0" timeOffset="129413.804">20208 12106 6200 0,'0'0'2028'0,"0"0"805"16,0 0-949-16,0 0-408 0,0 0-188 16,0 0 176-16,0 0-396 0,0 0-292 0,-64 79-212 15,36-31-76-15,-11 9 16 0,-1 17-44 16,-4 1 4-16,-4 8 289 0,0-1-185 15,5 1-264-15,2-10-100 0,5-6-196 16,5-10-8-16,3-9-168 0,12-14 60 16,0-5 48-16,8-10-36 0,4-10-100 15,4-5-264-15,0-4-185 0,0 0-195 0,12-11-100 16,0-1-76-16,4-9-372 0,8-4-188 16,0-8-368-16,4-2 324 0,-1-3-389 15,-3 0 289-15,4-7 200 0,-8-2 348 16,4-7 352-16,0-6 260 0,0-1 300 15,-4-2 260-15,-1 2 548 0,2 7 636 0,-5 10 496 16,-4 9-20-16,-1 10-188 16,-2 12-107-16,-1 7-65 0,-1 6-168 15,1 6 64-15,5 7 72 0,-2 6-360 0,6 6-220 16,-2 7-48-16,1 3-88 0,0 0-12 16,4 3-40-16,0-3-16 15,0 0 149-15,4-1-185 0,-4 2-368 0,3-9-80 16,-6 3-8-16,-2-5-128 0,1 1 52 15,-8-4-184-15,-4 0-301 0,-4 1-211 0,0-4 60 16,-12 0 32-16,-8 0-160 0,1-7-204 16,-5 1-88-16,-4-3 212 0,4-8 308 15,-4-2 216-15,-4 0 36 0,4-9 176 16,0 3 64-16,1-7 48 0,-1-3 80 16,0 4 12-1,4-4 116-15,3-1 128 0,6 8 376 16,7 2 392-16,3 5-4 0,5-2-200 0,0 4-100 0,9-3-128 15,7 0-176-15,12 1 76 0,7-9 280 0,10-2-336 16,10-2-300-16,1-4-136 0,11-6-148 16,2-4-324-16,2-3-264 15,4-3-372-15,-2 3-552 0,-17 4-1404 0,23-10-2613 0</inkml:trace>
  <inkml:trace contextRef="#ctx0" brushRef="#br0" timeOffset="129697.542">21547 12033 5228 0,'0'0'9093'16,"0"0"-7405"-16,0 0-1132 0,0 0-20 15,0 0 308-15,-92 82 240 0,61-53-128 0,-6 6-140 16,-3 2-256-16,-3 9-71 16,-9 7 311-16,-4 8-268 0,-8 12-192 15,-3 10-124-15,-14 8-96 0,-1 5-108 0,-6 8-12 16,-8 1-52-16,1 0-104 0,3 1 24 15,0-5-112-15,12-7 100 0,5-5 136 16,11-12-40-16,12-11 36 0,13-18-60 16,11-10-36-16,11-13-196 0,6-8-144 15,7-8-77-15,4-9-239 0,0 0-556 16,11-13-456-16,6-3-916 0,6-6 332 16,5-14-1933-16,-8 9-3547 0,20-30 7269 0</inkml:trace>
  <inkml:trace contextRef="#ctx0" brushRef="#br0" timeOffset="130085.811">20866 13183 3392 0,'0'0'10473'15,"0"0"-9209"-15,0 0-924 0,0 0-40 16,0 0 220-16,0 0 40 0,0 0 188 16,0 0 4-16,0 0-84 0,95-17-68 15,-47 17-124-15,0 3-192 0,-5 0-76 16,2 1-16-16,-6-1 4 0,-3 4-100 0,-8-4-80 16,-8 3-16-16,-8 1-52 0,-8-1-8 15,-4 9 60-15,-8 2 124 16,-16 8-4-16,-8 3-76 0,-4 7-40 0,-8 3 0 15,-3 1 56-15,-2-4 4 0,6 0-64 16,3-4 4-16,9-5 0 0,10-5 0 16,10-4 68-16,6-4-72 0,5-5-172 0,9-1 172 15,14 0 0-15,8-4 244 0,10-3-244 16,6-10-84-16,9-9-344 16,0-2-204-16,4-5-212 0,-4 0-116 0,-5-3-228 15,-3 1-940-15,-12 6-2657 0,4-10-4743 0</inkml:trace>
  <inkml:trace contextRef="#ctx0" brushRef="#br0" timeOffset="130351.364">21905 12833 3160 0,'0'0'12385'15,"0"0"-10109"-15,0 0-1748 16,0 0-464-16,0 0 344 0,-19 67 376 16,-2-26 376-16,-3 13-500 0,0 6-235 0,-3 4 11 15,-1 6 400-15,4-4-352 0,0 1-280 16,0 0-100-16,5-7-104 0,6-3-12 0,1-10-204 16,9-11-88-16,3-9-20 0,3-7-112 15,5-7-96-15,9-7-273 16,-6-6-439-16,9-3-424 0,-4-9-1380 0,0-5-1957 15,0-11-2199-15</inkml:trace>
  <inkml:trace contextRef="#ctx0" brushRef="#br0" timeOffset="130628.93">21957 12906 2568 0,'0'0'848'0,"0"0"5692"15,0 0-5111-15,0 0-5 0,0 0 448 16,0 0-184-16,0 0-344 0,0 0-100 15,75 83-396-15,-62-49-272 0,-2 1-88 16,6 4-88-16,-2 3-108 0,2 2-60 16,-2 0-87-16,5 4-33 0,1-4-100 0,2 3 96 15,1-2 172-15,0-4-240 16,0-6-40-16,-5-3-12 0,2-7-64 16,-1-3-20-16,-5-5-244 0,2-5-97 0,-9-2-111 15,3-4 24-15,-7-3-64 0,-4-3-84 16,0 0-16-16,0-3 80 0,-8-3 12 15,-3-1-592-15,-6-2-752 0,-2-8-448 16,-5 5-829-16,4-1-2247 0</inkml:trace>
  <inkml:trace contextRef="#ctx0" brushRef="#br0" timeOffset="130772.059">21817 13414 5884 0,'0'0'7773'0,"0"0"-7013"0,0 0-404 0,0 0 236 15,0 0 392-15,101-9-12 0,-58-7-416 0,5-1-356 16,3 3-148-16,-2-3-52 16,3 1-148-16,-9 3-508 0,-3-2-1136 15,-12 2-2476-15,0-6-6345 0</inkml:trace>
  <inkml:trace contextRef="#ctx0" brushRef="#br0" timeOffset="141000.995">13251 15646 3464 0,'0'0'912'16,"0"0"2824"-16,0 0-2996 16,0 0-236-16,0 0-76 0,0 0 240 0,0 0 249 15,0 0-109-15,0 0-152 0,0 0-96 16,-60 60-88-16,56-60-56 0,-3 0 80 15,-5-2-120-15,3-4-136 0,-6 1-124 0,2-1-108 16,2 0 68-16,-6 4-4 16,2-5-72-16,3 0-24 0,-4-2 24 0,4 2 0 15,-4-2 4-15,-3-1 0 0,6 1 108 16,-2-7 40-16,-2 2 36 16,2-4-8-16,2-1-100 0,2 0-80 0,-2-4-68 0,6 4 68 15,-5 5 64-15,8-6-16 16,-5 4-40-16,6 0 80 0,-1-3-12 0,0 0 0 15,0 0-28-15,4 0 28 16,-4 0-68-16,4-4-8 0,-4 1-4 16,4 0 4-16,0-3-4 0,0-1-60 15,0 1-60-15,0-3-24 0,4 2 132 16,-4 0-156-16,4 4-136 0,-4 0 8 0,4 0 36 16,0 0 0-16,0 3-12 0,-1 0 96 0,6-1-36 15,-5 1-48-15,4 0-16 16,-1 3-52-16,2 0-8 0,-1 2-96 15,-1-6-64-15,1 4-180 0,1-3-633 0,-1 0-1487 16,-1 3-2384-16</inkml:trace>
  <inkml:trace contextRef="#ctx0" brushRef="#br0" timeOffset="141209.429">13040 14655 3496 0,'0'0'260'0,"0"0"2516"16,0 0-620-16,0 0-516 0,0 0-375 0,0 0-85 15,0 0-200-15,0 0-256 0,0 0-208 16,-92 26-160-16,69-10-104 16,-1 5-4-16,-4 2-72 0,4 2-36 0,-4-2-88 15,8 2-52-15,-4-2-16 0,8-5-84 16,0 1-88-16,0 0-100 0,8-5-216 16,1-5-228-16,3-3-220 0,4-3-480 0,0-3-1241 15,4 0-2115-15,3-6 524 16,-3-4 3985-16,13-9 279 0</inkml:trace>
  <inkml:trace contextRef="#ctx0" brushRef="#br0" timeOffset="141329.064">12833 14779 1616 0,'0'0'980'0,"0"0"-680"16,0 0 1328-16,0 0 1536 0,0 0-1532 15,0 0-688-15,0 0 25 0,92-15-149 16,-77 21-240-16,6 3-288 0,-2 1-292 0,5 3-84 16,0-1-148-16,-4 4-716 15,-4-3-1517-15,-8 9-5203 0</inkml:trace>
  <inkml:trace contextRef="#ctx0" brushRef="#br0" timeOffset="141753.952">12510 16459 3484 0,'0'0'4724'0,"0"0"-1635"0,0 0-1921 16,0 0-940-16,0 0 376 0,0 0 676 16,92-54-420-16,-64 42-448 0,4 2-172 15,-1 0-24-15,1 4-52 0,-8 2-164 16,-3 4-64-16,-10 0-44 0,1 4 108 15,-7 2 88-15,-5 4-52 0,0 5 16 16,-5 2 24-16,-3 1-64 0,-7 1-12 16,-2 3-12-16,2 2 4 0,-2-6 0 0,2-3-4 15,2 2-48-15,2-2-4 16,3-5 64-16,3-3 8 0,5-1-4 0,5-3 0 16,3-3 248-16,7 4 108 0,2-4 272 0,7 0-184 15,-1-4-204 1,5-5-144-16,4-1-28 0,3-4-72 0,2 3-52 15,-1-5-44-15,3-3-64 0,-3 0-152 0,5 0-744 16,-6-7-588-16,-7 10-1292 0,0-12-2949 16</inkml:trace>
  <inkml:trace contextRef="#ctx0" brushRef="#br0" timeOffset="141981.378">13307 16138 2948 0,'0'0'6208'0,"0"0"-4616"16,0 0-767-16,0 0 111 0,0 70 580 0,0-45-100 16,0 4-372-16,0 0-444 0,0-1-180 15,4 4-108-15,-4 0 8 0,0 0-148 0,4-4-172 16,-4 1-104-16,0-8 44 16,0 2-64-16,0-8-124 0,0-1-408 15,-4-5-220-15,4-7-384 0,0-2-796 0,0-2-1185 16,4-10-2419-16,-4-11 2400 0,8 8 2712 15,0-24 333-15</inkml:trace>
  <inkml:trace contextRef="#ctx0" brushRef="#br0" timeOffset="142331.368">13399 16145 1472 0,'0'0'992'15,"0"0"1080"-15,28-71 3552 0,-17 49-4243 0,2 0-533 16,2 7-84-16,-2 2 80 0,2 3-264 0,2 1-112 16,-2 6-28-16,-2 0 52 0,-2 3 172 15,1 3-252-15,0 3-176 0,-8 4 0 16,0 2 36-16,-4 7-72 0,0 3-76 15,-4 3-12-15,-12 7-100 0,0 0-12 16,-4 7 0-16,1-5 4 0,-2 1 4 16,5-9 76-16,8-7 80 0,4-6 144 15,4-5 96-15,4-4-256 0,9-1-148 16,6 1 8-16,5-4-8 0,8 0-24 0,4 0-88 16,0-7-24-16,-5 3 64 0,1 4 68 15,-4 0 0-15,-8 0-8 16,-8 7 12-16,1 3 120 0,-10 3 300 0,1-1-64 15,-4 4-88-15,0 3-12 0,0 0-96 16,-4 0-28-16,-3 3-60 0,-6-3-72 0,2 0 8 16,-6 0-12-16,2-2 4 15,-2-2-8-15,-7 1-64 0,1-3 0 16,-1 3-52-16,0-3-156 0,-8-1-88 0,4-2-84 16,-4-1-112-16,0-2-228 0,1-4-284 15,-1-3-696-15,0-3-1240 0,8-1-2925 16</inkml:trace>
  <inkml:trace contextRef="#ctx0" brushRef="#br0" timeOffset="143924.308">14179 16418 1016 0,'0'0'11537'0,"0"0"-9133"15,0 0-1284-15,0 0-356 16,0 0 452-16,0 0-8 0,0 0-388 0,0 0-404 15,0 0-304-15,0 0-4 16,0 0 16-16,76-10-88 0,-51 7-36 0,-2-4-100 16,1 2-20-16,-4-2-100 0,4 1-332 15,-8 2-208-15,-4 1-336 0,0 0-936 16,-8 3-2372-16,-4 6-1449 0</inkml:trace>
  <inkml:trace contextRef="#ctx0" brushRef="#br0" timeOffset="144067.812">14248 16567 92 0,'0'0'9584'0,"0"0"-7831"16,0 0-753-16,0 0 88 0,0 0 344 0,0 0-464 15,0 0-352-15,0 0-304 0,87 0-172 0,-51-4-140 16,0-5-92-16,0 0-444 16,3-7-864-16,6-1-836 0,-17 5-1765 0,11-7-1675 15</inkml:trace>
  <inkml:trace contextRef="#ctx0" brushRef="#br0" timeOffset="144495.581">15195 16011 8052 0,'0'0'6209'15,"0"0"-4521"-15,0 0-808 0,0 0-172 0,0 0 208 16,0 0-200-16,0 0-608 0,0 0-108 16,0 0-172-16,-87 51 64 15,63-26 44-15,4 7-20 0,-4 3-40 0,5 7 12 16,-6-1 4-16,5 1 104 0,5-2-48 0,-2-5 4 16,10 0 44-16,-1-9-60 15,4-4-56-15,4-10-4 0,4-2-52 16,8-4-20-16,0-3-240 0,4-3 164 0,-5 4 96 15,5-4 176-15,0 0 68 16,-4 7 32-16,0-2 24 0,-3 4 284 16,-5 8 312-16,-1-1 20 0,-3 6-92 0,0 3-96 15,0 4-76-15,0-1-48 0,-3 4-164 16,-6-1-128-16,5-5-136 0,0-3 0 16,4-4-48-16,0-7-52 0,0 1-80 0,0-3-16 15,0 2-268-15,0-2-60 16,4 2-64-16,-4 1 36 0,4 0-76 15,1-1-488-15,-1 1-968 0,-4-1-844 0,0-1-2037 16,0 2-2158-16</inkml:trace>
  <inkml:trace contextRef="#ctx0" brushRef="#br0" timeOffset="145879.255">15479 16481 5896 0,'0'0'3272'16,"0"0"-1099"-16,0 0-1149 0,0 0-612 0,0 0 568 15,0 0 84-15,87-63-192 0,-55 56-104 16,-1 4-232-16,2 3-140 0,-6 0-60 16,-3 3-64-16,1 4-48 0,-9 2-64 15,-4 1-24-15,-5-1 0 0,1 1 12 16,1-1-16-16,-9 5-32 0,3-2-16 16,-3 1 28-16,0 2-40 0,-3-3-72 0,-6 2-12 15,-3 2-160-15,5-4-144 16,-10 4 168-16,6 0-64 0,-10-3 128 0,6 3 32 15,-5-1 52-15,4-2 8 0,0 0 68 16,-1-4-28-16,6 0 16 0,3 2-60 16,4-5 4-16,0-4-8 0,4-2-72 15,0 5-28-15,0-3 100 0,8 2 124 0,0-1 88 16,3 2 84-16,2 2-152 0,7-3 56 16,0-1-56-16,0 0 4 0,4-3-72 15,-1 0-28-15,1-3 48 0,4 0-32 16,-4-4-64-16,0 1 0 0,0 3-76 15,0-4-120-15,0 0-220 0,-4 5-312 16,-1-2-308-16,2 2-656 0,-6 2-2116 0,-2 0-2465 16</inkml:trace>
  <inkml:trace contextRef="#ctx0" brushRef="#br0" timeOffset="148145.291">16235 16192 1644 0,'0'0'496'0,"0"0"-420"15,0 0 80-15,0 0 200 0,0 0 2628 0,0 0-1244 16,0 0-740-16,0 0-376 0,0 0 124 15,0 0 248-15,0 0-147 0,0-41-193 16,0 41-120-16,0 0 24 0,4 0 76 0,0 0 48 16,1 5-140-16,-1 9 72 0,0 5 100 15,3 10-140-15,-3 2-292 0,0 7-172 16,0 1-108-16,1 2 4 0,-5-3-4 16,4 0-4-16,-4 0-88 0,0-3 16 15,0 0 56-15,3-6-108 16,-3-1 0-16,0-6 12 0,0-3 16 0,0-3 32 15,0-6 52-15,0-4 0 0,0-3-88 16,0-3 88-16,0 0-52 0,0 0-36 16,4-3-100-16,0-3-168 0,4-4 368 15,1-3 140-15,2-2-60 0,1-1-20 16,0 0-60-16,0 4-4 0,-4 5-8 0,0 4-72 16,0 0 84-16,0 3 212 0,-1 0-112 15,2 0-48-15,-5 0-40 0,4 0 112 16,-4 0-36-16,4 6 24 0,-4-3-108 0,0 1 8 15,0-1-12-15,0-1-8 0,0 2 8 16,-4 2 12-16,0 1 112 0,0 2 40 16,0 1 8-16,0 2-24 0,-4 1-84 15,-4 0-52-15,0-1-4 0,3-3 4 16,-2 2 52-16,-1-3-56 0,4-1 64 0,-5 0-64 16,2-4-8-16,3-1-72 15,-4 2-76-15,4-1-16 0,-4-3-20 0,-4 0-92 16,4 0 28-16,-4 0-12 15,0 0 4-15,1-7-232 0,-2 5-28 16,1-4-64-16,5 2 8 0,-2-3-152 0,1 5-428 16,5-4-909-16,3 2-2651 0,0-3-136 15</inkml:trace>
  <inkml:trace contextRef="#ctx0" brushRef="#br0" timeOffset="148930.693">16969 16062 3624 0,'0'0'876'0,"0"0"1480"16,0 0 20-16,0 0-712 0,0 0-351 16,0 0-213-16,0 0-148 15,0 0-156-15,0 0 84 0,0 67-148 0,7-26-36 16,1 10-4-16,1 2-48 0,-5 8-128 0,0 2-76 15,-4 4-232-15,0 3-208 0,0-3 0 16,0 3-132-16,0-11 32 16,0-1-20-16,0-7-116 0,3-12-168 0,5-12-140 15,5-7-24-15,-2-11-164 0,6-9-560 16,-2-6-260-16,5-13-1028 0,1 2-1573 16,-2-20-2627-16</inkml:trace>
  <inkml:trace contextRef="#ctx0" brushRef="#br0" timeOffset="149379.248">17395 16129 10492 0,'0'0'1673'0,"0"0"-917"0,0 0 84 15,-4 89 728-15,4-58 4 0,-4 4-540 16,4 0-404-16,0-3-332 15,0 0-76-15,0 0-48 0,4-1-128 0,-4-3-44 16,0 2-60-16,0 1-76 0,0-3-132 16,0-2-140-16,0-4-24 0,-4-3 108 15,4-9 252-15,0-4 72 0,0-6 124 16,0 0-124-16,0 0-76 0,0-6 76 16,4-4-4-16,0-2 4 0,8-4-8 0,0 0 8 15,4 0 0-15,4 2 4 0,4 6 84 16,-1 2-84-16,1-1 96 15,1 3-100-15,-1 4-124 0,-5 0 12 0,-3 0 56 16,0 0 56-16,-8 7 64 0,0 3 24 0,-8-2 132 16,0 3 64-16,0 2 124 15,0 3-100-15,-12-1-48 0,0 1-64 0,-3 0-88 16,-2 0-44-16,2 0-4 0,-5-7-12 16,-1 0 0-16,2-2-48 15,-1-3-12-15,3-4-368 0,2 0-84 0,-2-4-264 16,2-5-204-16,-1-1-196 0,4-3-52 15,0 1-432-15,4-1-476 0,0 4-669 16,4-4-1307-16</inkml:trace>
  <inkml:trace contextRef="#ctx0" brushRef="#br0" timeOffset="149650.543">18168 16196 5564 0,'0'0'8581'16,"0"0"-7333"-16,0 0-1060 15,0 0 304-15,0 0 296 0,0 0 48 0,0 0-452 16,0 0-288-16,-60 83-84 0,52-58 188 16,5 0 20-16,-2 2-72 0,1 6-140 0,4-1 4 15,0-4 124-15,4 2-64 16,1-5-72-16,6-3-8 0,1-6-92 15,0-2 52-15,0-3-40 0,4-8-96 0,4 0-112 16,0-3-212-16,0-10-312 16,3-5-472-16,1-2-1048 0,-7 2-2365 15,-6-1-1875-15</inkml:trace>
  <inkml:trace contextRef="#ctx0" brushRef="#br0" timeOffset="149797.765">18140 16456 1968 0,'0'0'1332'0,"0"0"5980"0,0 0-5895 15,0 0-637-15,0 0 280 0,0 0 128 16,0 0-120-16,0 0-324 0,0 0-336 0,20-16-60 16,3 9-88-16,2 1-160 0,3-3-100 15,0-4-100-15,0 1-284 0,0-5-724 16,-4 2-1000-16,4-8-3161 0</inkml:trace>
  <inkml:trace contextRef="#ctx0" brushRef="#br0" timeOffset="150191.757">18614 16151 6644 0,'0'0'2308'16,"0"0"497"-16,0 0-1921 0,0 0-220 16,0 0 628-16,0 0-144 0,0 0-216 0,100-20-312 15,-77 12-220-15,9-6-116 0,0-2 184 16,1 4-84-16,-1-1-316 0,-1-3-64 15,-4 4-8-15,-2 2 4 0,-5 4-60 16,-5 0-16-16,-6 3 76 0,-5 3 72 16,-4 0 272-16,0 0 328 0,-8 3 428 0,-1 3-612 15,-2 0-344-15,-1 1-144 16,4 2-4-16,0-6 4 0,0 4 4 0,4-4 0 16,4-3-4-16,-5 3 4 0,5-3 0 15,0 0-4-15,0 0 4 16,0 0 4-16,0 0 4 0,0 0-12 0,0 0-36 15,0 0-144-15,0 0-4 0,0 0 36 16,0 0 64-16,0 0-48 16,0 0-148-16,-3 0 60 0,3 0 12 0,-4 0-136 15,0 0 12-15,-4 0-36 0,8-3-60 16,-4 3-240-16,0-3-336 0,0 3-552 16,0 0-624-16,0-4-513 0,0 4-1651 0,0-3-1544 15,51 16 5544-15</inkml:trace>
  <inkml:trace contextRef="#ctx0" brushRef="#br0" timeOffset="150615.233">18690 16161 3208 0,'0'0'2816'0,"0"0"1860"0,0 0-3775 0,0 0-681 16,0 0 396-16,0 0 620 0,0 0 20 0,0 0-200 15,-4 85-192-15,0-47-140 16,4 1-108-16,0 1-24 0,0 5-88 16,-5-1-160-16,2 4-160 0,-1-6-72 15,0-4-64-15,0 0-48 0,0-7-60 0,4-1 8 16,0-5-20-16,0-3 12 0,0-6 8 16,8 0-8-16,-8-7-208 0,4 0-236 15,0-5-188-15,-4-1-148 0,3-3-328 16,2 0-316-16,3-10-140 0,0-2-1061 15,4-7-295-15,0-6-940 0,-1-8 1088 16,-2 8 2780-16,3-19-116 0</inkml:trace>
  <inkml:trace contextRef="#ctx0" brushRef="#br0" timeOffset="151130.896">18909 16072 2216 0,'0'0'1540'0,"0"0"1500"15,0 0-964-15,0 0-1080 0,0 0-132 0,0 0 361 16,0 0 119-16,0 0-316 0,0 0-308 16,0 0-116-16,0 0-116 0,88-35-80 15,-77 38-24-15,2 6-24 0,-1-2-136 0,4-1-124 16,-4 0-92-16,-1 0-8 16,-2 4-4-16,-1-3-44 0,-1 2 48 0,-3 0 0 15,-4 5 0-15,0 1 84 0,-8 3 104 16,-3 6-64-16,-6 1-40 15,-3 3-20-15,-3 4-52 0,-1 1 88 0,0-5 36 0,-4 2 12 16,4 0-28-16,0-8 16 16,8-3-36-16,5-6-40 15,2-4-60-15,5-2-68 0,4-7-32 0,0 0-96 0,4 0-112 16,5 0-152-16,2 0 388 16,5 0 8-16,4 0-108 0,0 0 48 15,0 0 120-15,0 0-72 0,4 0 28 0,-4 6-4 16,-1 0 52-16,2 5-12 15,-1-3-72-15,3 3 80 0,-3-3-44 0,8 5 48 16,-4-1 76-16,4 5-16 0,-5-4 4 16,-6-1 108-16,-2-2-160 0,-6-4-8 0,-1 3 272 15,-8 1 96-15,0 3 144 16,0 0-196-16,-13-1-136 0,2 7-60 0,-5 0-52 16,-4 1 4-16,-4-1-16 15,0 0 4-15,-4-3-4 0,5-4-12 16,-9-6 8-16,4 1-56 0,-8-7-208 0,-1-3-284 15,2-7-124-15,-5-2-188 0,1-4-476 16,-2 0-856-16,1-4-2445 0,9 7-3451 16,-5-8 7744-16</inkml:trace>
  <inkml:trace contextRef="#ctx0" brushRef="#br0" timeOffset="151880.336">19543 15786 1788 0,'0'0'4244'15,"0"0"-932"-15,0 0-1880 16,0 0-827-16,0 0 387 0,0 0 204 0,0 0-344 16,92-35-384-16,-77 28-292 15,5 4-48-15,-4 0-80 0,-4 3-48 0,4 0-76 16,-9 3-36-16,2 10 112 0,-5 6 64 0,-4 10 212 16,0 9 88-16,-13 6-48 15,-2 10 0-15,-5 6 444 0,0-2-4 16,4 2-420-16,-4-3-212 0,1-3 24 0,-2-2-148 15,10-8-4-15,-2-4-48 0,5-1 52 16,5-11 0-16,3-2-12 0,0-3-88 16,0-9 16-16,7-1-4 0,1-7 28 15,1 1 8-15,2-7-32 0,6 0 8 16,-2-7-36-16,9-5 40 0,-4-4-52 16,4 4-88-16,0-1 152 0,-4 6 52 15,-5 4 0-15,2 3-16 0,-6 7 24 16,-3 9 188-16,-3 3 72 15,-1 9 36-15,-4 1-60 0,0 3-100 16,0 3-24-16,0-1-100 0,4 1 36 0,0 0-48 0,-1-6-88 16,1 3 40-16,9-1-12 0,-9-2 48 0,3-1-40 15,-3 2 44-15,0-2 4 16,-4 0 4-16,0 1 12 0,0-4 52 16,-4 4 8-16,-3-4-8 0,-6 0-52 0,-2-2 48 15,3-2-60-15,-4-1-100 0,-5-4-280 16,6-7-328-16,-5 1-88 15,0-4-236-15,-4-6-560 0,-4 3-500 0,-7-3-621 16,10 0-1411-16,-23 0-660 0</inkml:trace>
  <inkml:trace contextRef="#ctx0" brushRef="#br0" timeOffset="155181.69">14394 15561 408 0,'0'0'4016'0,"0"0"-748"0,0 0-2696 0,0 0-496 15,0 0 120-15,0 0 308 0,0 0-232 16,0 0-144-16,0 0 352 0,0 0 476 16,-11 9-147-16,31-9-129 0,3 0 0 15,1 0-44-15,1 0-28 0,2 3-100 0,1-3-232 16,4 0-172-16,0 4-104 16,8-4-16-16,4 0-44 0,3 0-68 0,5 0 52 15,8-7-36-15,4 0-64 0,4-5 48 16,-1-2 116-16,9 0-64 0,0 3-64 15,0-1 52-15,-5 3 12 0,1-1 76 16,-5 3 4-16,-7 1-4 0,0 0 4 0,-4-1-4 16,0 1-4-16,-4-3-84 15,3-1-220-15,1-2-72 0,4-4 252 16,-1 0 88-16,5-4 40 0,0-2 244 0,3 1 12 16,2-5 164-16,-2-3 60 0,-3 1-128 15,4-1 76-15,-5-3 40 0,5 4 200 16,-5-4-448-16,6 3-220 0,-1-2-76 15,3-1 0-15,5-4 4 0,3 6-56 16,5-9-12-16,4 1-12 0,8 0 52 16,-1-3 92-16,4 0 8 0,-3-5 8 15,-1 5 0-15,-3 4 68 0,-4-1-24 16,-12 6 36-16,-1 1 28 0,-11 4 8 0,-4 5-24 16,-12 3-36-16,-4 0-64 0,-4 3-96 15,-4 1 96-15,-4 2 0 0,0-4-4 16,-5 5-60-16,1-1 4 0,-4-2-16 15,0 3 64-15,0-5 12 0,-4 2 60 0,3 2 4 16,5-4 12-16,-4 5-64 0,4-4-8 16,0 3 108-16,0-2-52 15,0-1 68-15,4 0 32 0,0-1-72 0,4-2-84 16,-1 1-4-16,5-5-112 0,0 5 24 16,0-2-12-16,0 1-24 15,4 0 36-15,-4 4 0 0,-1-4-48 0,-3 6 32 16,0-4-20-16,-4 9 124 0,0-5 60 15,-9 6-56-15,-2 2-4 0,-1-2-4 0,-5 0-8 16,2 1-64-16,-2 3 72 16,2-4-72-16,-2 1-160 0,1 0-116 0,0-1-116 15,-4-2-228-15,8-1-344 0,-8 1-612 16,4-4-249-16,-9 4-495 0,2-1-168 16,-1-4-1332-16,-8 9 3248 0</inkml:trace>
  <inkml:trace contextRef="#ctx0" brushRef="#br0" timeOffset="155429.54">19439 13770 1528 0,'0'0'676'0,"0"0"-520"0,0 0-104 0,0 0 52 0,0 0-12 16,0 0-40-16,0 0 588 16,0 0 1224-16,0 0-640 0,0 0 180 0,0 0 48 15,4 0-236-15,4 7-199 0,0-5-169 16,4 5-208-16,0-2-120 16,0-1-200-16,-1 3-156 0,2-1-120 0,2 0-44 15,2 3-52-15,-2 1-36 0,2 3-28 16,3 3 52-16,-9 6 56 15,5-3 8-15,-4 6-8 0,-4 0 8 0,-4-1 76 0,-4 1 0 16,0 0 380-16,-8 0-76 16,-3 0-200-16,-10 1-116 0,1 3-64 15,-4-1-200-15,-3-2-232 0,-1 2-340 0,0 1-380 16,4-4-1049-16,4-9-3179 16,0 3 908-16</inkml:trace>
  <inkml:trace contextRef="#ctx0" brushRef="#br0" timeOffset="157553.697">23817 13112 3404 0,'0'0'6160'15,"0"0"-5308"-15,0 0-532 16,0 0 121-16,0 0 1047 0,0 0-100 0,116-9-248 15,-68-1-224-15,4-5-148 0,11-5-172 16,6-5-164-16,2 0-60 0,-3 0-124 16,-1 2-248-16,-7 2-204 0,-4 4-4 0,-12 4-64 15,-8 4-312-15,-8 6-388 0,-9 3-440 16,-6 0-840-16,-9 3-861 0,-4 6-1495 16</inkml:trace>
  <inkml:trace contextRef="#ctx0" brushRef="#br0" timeOffset="157712.499">24232 13141 2672 0,'0'0'288'16,"0"0"5512"-16,0 0-4724 0,-80 45-264 16,69-40-231-16,7 2 87 0,4-1-80 15,11-2 320-15,13-4 96 0,4 3-208 0,12-3-232 16,3-7-124-16,9-6-272 16,4-2-168-16,0-8-56 0,0 2-72 0,-4-2-476 15,-4 1-568-15,-16 3-904 0,-1-3-2737 16</inkml:trace>
  <inkml:trace contextRef="#ctx0" brushRef="#br0" timeOffset="157966.381">24726 12747 7532 0,'0'0'2576'0,"0"0"-1876"0,79 0-199 16,-38 6 307-16,6 1 268 0,1 2-148 0,0 1-292 15,0 0-172-15,-5 3-160 0,-2 1-128 16,-9 3-176-16,-4 2-8 16,-13 0 8-16,-7 7 124 0,-8-1-52 0,-4 6-68 15,-20 5 4-15,-8 5 80 0,-8 0-84 16,-3 7-4-16,-5-3-88 0,1 2-52 16,-2 0 16-16,2-2-140 0,6-4-352 0,6-2-424 15,3-8-624-15,8-2-1625 16,8-14-4567-16,4-2 7792 0</inkml:trace>
  <inkml:trace contextRef="#ctx0" brushRef="#br0" timeOffset="158580.542">26822 12230 1788 0,'0'0'8524'16,"0"0"-7131"-16,0 0-661 0,0 0 200 0,-8 95 688 15,4-51-256-15,0 10-268 16,0 1-428-16,0 6-236 0,0-3-148 0,0 1-144 16,0-9-140-16,0-3-124 0,4-5-60 15,0-14 24-15,0-2-100 0,4-10-188 16,4-3-32-16,-4-7-256 0,0-6-320 16,4 0-664-16,0-3-700 0,0-13-317 0,0-3-1299 15,-5 3-496-15</inkml:trace>
  <inkml:trace contextRef="#ctx0" brushRef="#br0" timeOffset="158966.567">26993 12284 340 0,'0'0'9732'0,"0"0"-8171"0,0 0-281 16,0 0-224-16,0 0 196 0,96-51-360 16,-69 48-376-16,1 0-216 0,0 3-124 15,4 0-64-15,-4 0-12 0,-4 3-100 0,-4 6-68 16,-8 1-56-16,-8 3 124 0,-4 3 284 15,-8 3 524-15,-8 3-416 0,-11 6-232 16,-6 1-72-16,-3 3-84 0,1-4 68 16,-5 1 4-16,12-1-76 15,4-2-8-15,5-1-68 0,10-3-84 0,5 1 0 16,8-4 48-16,12 3 40 0,4-3 64 16,11 0-40-16,6 0 32 0,-1-3-56 15,-1 0 72-15,-3-3-8 0,0 2-4 16,-8-5 8-16,-8 2-48 0,-4-2 48 0,-4 2 0 15,-4-1 4-15,-4 3 124 0,-4 0 88 16,-8 2-28-16,-8 3-136 0,-4 0-48 16,-4 0-124-16,-4 0-48 0,0 3 36 15,-3-2 28-15,-1-5 100 0,0 1-4 16,1-7-36-16,2 1-12 0,6-8-140 16,3 3-408-16,-1-5-288 0,10-7-376 0,2-5-884 15,2-7-1753-15,7 5-2207 0,-1-16 3181 16</inkml:trace>
  <inkml:trace contextRef="#ctx0" brushRef="#br0" timeOffset="159580.424">28396 12134 9164 0,'0'0'1088'0,"0"0"-648"15,0 0 369-15,0 0 527 0,-80 87-64 16,53-56-272-16,-10 7-160 0,-3 6-148 16,-7 8 8-16,-9 8-68 15,-4 9-188-15,-12 7-100 0,-3 7-108 0,-9 9-236 16,-4 4 4-16,-4 0-12 0,1 1-72 0,-1-1-56 15,1-1-184-15,7-2 184 0,0-5-12 16,9-3 0-16,3-6-12 0,4-5 112 16,8-7-88-16,8-10 36 15,9-6 36-15,7-7 4 0,8-9-52 0,8-7-100 16,8-11-176-16,8-9-304 0,8-8-920 16,12-2-1000-16,8-21-21 0,8-5-1843 15,-4 3 324-15</inkml:trace>
  <inkml:trace contextRef="#ctx0" brushRef="#br0" timeOffset="160013.119">27439 13408 4272 0,'0'0'5792'15,"0"0"-3451"-15,0 0-1229 0,0 0 4 0,88-32 660 16,-56 22-308-16,0-3-492 16,8 7-448-16,-5 0-184 0,6 4-64 0,-6 2-120 15,1 0-160-15,-4 0-4 0,-4 5-96 16,-8 4-8-16,-4-2-16 15,-5 5 64-15,-11 5 56 0,0-1 4 0,-7 6 172 16,-13 3-52-16,-4 4 16 0,-8 2-52 16,0 1 64-16,-3 0-112 15,-6 0-36-15,6 0-8 0,3-4-64 0,4-2-52 0,7-4 112 16,6-6-60-16,11-7-28 16,4 3-84-16,0-1 40 0,8-5 144 15,8 1 80-15,4-1 68 0,4-3-88 0,4 0 16 16,3-3-68-16,5-6-8 15,4 0-100-15,0-7-280 0,4-7-320 0,0 1-176 16,-1-7-452-16,-3 1-1344 0,-8 6-2649 16,5-15-3418-16</inkml:trace>
  <inkml:trace contextRef="#ctx0" brushRef="#br0" timeOffset="160613.765">28201 13258 10604 0,'0'0'1685'16,"0"0"-865"-16,0 0 512 0,4 67 320 15,-4-39-564-15,0 8-452 0,0 2-268 16,0 3-60-16,-4 0-24 0,-5 1-24 16,5-4-172-16,4-4-88 0,-4-2-72 0,4-3-76 15,-4-7 12-15,4-3-148 0,0-5-148 16,0-9-48-16,0-2-92 0,0 1-140 15,0-4-20-15,0-4 16 0,0-2 232 16,4-10-112-16,0-3 164 0,9-3 100 0,-6-7 268 16,5-3 64-16,8-2 104 0,1-8 8 15,-2 1 32-15,5 0-32 16,0-3-100-16,0 6 168 0,-4 6 112 0,0 6 164 16,-5 10-36-16,2 4-80 0,-2 2-88 15,-2 7 12-15,-2 3-88 16,-3 0-116-16,4 0 16 0,-8 0-24 0,0 6-52 15,0 4 60-15,-4 2 160 0,-4 4 4 16,-7 0 36-16,-2 0-108 0,-2 3-16 16,-2-7 0-16,6 5 40 0,-1-9-28 0,3 3-12 15,6-5-12-15,3 1-124 0,0-1 12 16,7 0-12-16,14 0 164 16,-1 1-72-16,8-1-92 0,0-2-96 0,-5 2-4 15,1-3 24-15,-8 6 4 0,-4-2 64 0,0 5 8 16,-9 1 88-16,-3 3 260 0,0 1 84 15,0-3 184-15,-7 9-324 16,-5-2-108-16,0 3-120 0,-4-2-52 0,0 0 48 16,-4 0-4-16,4-3-52 0,1-3-4 15,-2-4 88-15,6 1 8 0,-2-7-40 16,2 1-56-16,-1 0-60 0,-1-4-36 0,2-3-200 16,-6 0-256-16,6 0-212 15,-1 0-28-15,-4-6-140 0,4-5-164 16,0-1-420-16,4-7-476 0,0-6-561 0,1-7-1615 15,2 3 332-15</inkml:trace>
  <inkml:trace contextRef="#ctx0" brushRef="#br0" timeOffset="160828.44">29125 12939 4864 0,'0'0'9829'0,"0"0"-8321"0,0 0-992 16,0 0-216-16,0 0 344 0,92-36 360 0,-45 23-208 15,13 1-292-15,0 2-320 16,7 0-172-16,-3 1-12 0,0-1-108 0,-5 1-160 16,-3 0-284-16,-7-1-396 0,-10 1-540 15,-11-2-1704-15,-4-1-3413 0</inkml:trace>
  <inkml:trace contextRef="#ctx0" brushRef="#br0" timeOffset="161096.434">29730 12557 7128 0,'0'0'2088'0,"0"0"-111"0,0 0-1565 0,76-25 164 15,-40 21 476-15,0 1-12 0,-1 3-280 16,10 0-32-16,-6 7-172 0,5 2-280 0,-4 3-176 15,-4 1-40-15,0 4-44 0,-8 2-16 16,-4 2-44-16,-5 2-4 16,-6 5-4-16,-6 1 4 0,-7 2 40 0,-3 1-44 15,-18 6-20-15,-3 1-104 0,-8-1-68 16,-11 3-20-16,-4-3 16 16,-2 4-56-16,-3-4-440 0,5-7-184 0,6-2-284 15,10-7-641-15,3-3-1439 0,12-9-3032 16,5-3 6248-16</inkml:trace>
  <inkml:trace contextRef="#ctx0" brushRef="#br0" timeOffset="162259.194">32185 11884 12677 0,'0'0'2136'0,"0"0"-1392"16,0 0 100-16,0 0 488 16,-88 88-320-16,56-49-260 0,-4 8-276 0,-3 7-108 15,-6 6-52-15,-6 11-60 0,-5 5-112 16,-3 9-144-16,-9 4-8 16,-1 4-100-16,2 2 36 0,-8 0-4 0,2 0-20 15,2-6-184-15,3-3-248 0,5-7 260 0,3-9-24 16,12-10-252-16,8-9-72 15,16-16 244-15,8-7-12 0,9-11-124 0,2-12-520 16,10-5-980-16,6-2-836 0,5-18-1113 16,0 4-1531-16,12-18 5472 0</inkml:trace>
  <inkml:trace contextRef="#ctx0" brushRef="#br0" timeOffset="166172.609">31587 11509 3828 0,'0'0'5280'0,"0"0"-3612"16,0 0-779-16,0 0-145 0,-68 76 444 16,49-50 92-16,2 6-248 0,6 3-340 15,-6 2-380-15,2 5-124 0,-2 5 60 0,6 4-24 16,-9 0-152-16,4 3-64 0,0 0-8 15,0-6-56-15,4-7 48 0,0-5-68 16,8-9 16-16,-3-8 8 0,7-7-32 16,0-5-104-16,0-3-272 0,0-4-284 15,0 0-300-15,3-4-504 0,1-5-76 16,8-7-481-16,0-6-943 0,0 6-1756 0,8-16 3888 16</inkml:trace>
  <inkml:trace contextRef="#ctx0" brushRef="#br0" timeOffset="166538.108">31584 11512 1016 0,'0'0'9636'16,"0"0"-8171"-16,0 0-797 15,0 0-156-15,0 0 188 0,0 0-4 16,0 0 96-16,0 0-140 0,0 0-260 0,79 80-104 16,-59-46-12-16,-5 5 44 0,2 2-32 15,-9 3-80-15,-5 1-44 0,-3 6-56 16,0-7 16-16,-3 3-12 0,-5-8-112 15,0-4 44-15,-1-9-44 0,6-5-60 16,-5-5-112-16,4-3-200 16,-5-7-24-16,5 1 72 0,1-4 76 0,-1 0-28 15,0-3-36-15,0 0 8 0,-9 0-60 16,6-3 48-16,-1-3 136 0,-4-7 172 16,0 0-32-16,-4-2-340 0,4-8-316 0,-7 1 32 15,-2 0 268-15,5-7 396 0,-3 6 140 16,2 1 140-16,6 7 240 0,7 2 164 15,0 7 112-15,4 3-132 0,0 3-132 16,0-4-48-16,8 4-60 0,3 0-76 16,10 0-164-16,10-3-184 0,1 3-196 15,8 0-164-15,0 0-836 16,-13 0-1116-16,10 0-3953 0</inkml:trace>
  <inkml:trace contextRef="#ctx0" brushRef="#br0" timeOffset="167184.264">30213 12274 3568 0,'0'0'2084'0,"0"0"1736"16,0 0-2051-16,0 0-1 0,0 0-52 0,0 0-204 0,0 0-352 15,0 0-416-15,0 10-176 0,3-1 84 16,5 1 304-16,5 6-252 0,2-1-180 16,5 1-75-16,1-2 99 0,2 1-40 15,1-3-244-15,0 1-192 0,0-1-68 0,-1-1-4 16,1-2-8-16,-3 1-52 0,-10 0-72 15,2-1 48-15,-5 4 0 0,-8 2-88 16,-4 7-140-16,-9 4 56 0,-6 5 124 16,-9 5-28-16,0 2 16 0,-4 0 23 15,4 3-15-15,0-2-288 0,0-1-344 16,9-4-360-16,-1 1-1084 0,8-6-3332 16,3-7-5649-16</inkml:trace>
  <inkml:trace contextRef="#ctx0" brushRef="#br0" timeOffset="167905.183">31794 12843 6836 0,'0'0'4413'0,"0"0"-2709"16,0 0-1320-16,0 0-116 0,0 0 848 15,0 0 332-15,92 38-608 0,-61-26-432 16,6-2-272-16,-5-1-136 0,-9 1-96 16,-6 0-16-16,-6 2-12 0,-11 2-40 0,0 0-8 15,-11 3 172-15,-10 5 48 0,-7 0 28 16,-4 3 12-16,-3 1-4 16,3-1 4-16,0 0 72 0,0 1 40 0,8 3-12 0,0-7-28 15,9 0-12-15,7-3 48 16,4-3 40-16,4-3 132 0,8-4 52 0,7-2 8 15,9-7-244-15,8 0-184 0,4-13-100 16,8-6-120-16,0-3-244 0,4-10-336 16,-1 0-252-16,-3-3-628 0,-12 10-2404 15,4-16-3545-15</inkml:trace>
  <inkml:trace contextRef="#ctx0" brushRef="#br0" timeOffset="168100.671">32411 12744 7372 0,'0'0'7189'16,"0"0"-5929"-16,0 0-768 0,-35 83 196 0,19-48 552 16,4 6-268-16,-4 7-300 0,0 5-120 15,4 1-4-15,-4 0-184 16,4 0-180-16,1-4-176 0,-2-1-8 0,6-8-268 16,-1-8-196-16,8-6 64 0,-4-7-16 15,4-11-72-15,0-2-176 16,4-7-496-16,4 0-1308 0,3-16-1969 0,6-4-1891 15</inkml:trace>
  <inkml:trace contextRef="#ctx0" brushRef="#br0" timeOffset="168463.529">32503 12802 4000 0,'0'0'8493'0,"0"0"-6453"16,0 0-1020-16,0 0-340 0,0 0 392 0,0 0-80 15,0 0-228-15,0 0-272 16,84 95-260-16,-64-51 0 0,4 4 12 0,0 6 76 15,0 0-152-15,-4-7-124 0,-1 0-44 16,2-2-12-16,-5-6 8 0,-1-5 0 16,-3-4 4-16,1-3 4 0,-6-4-4 15,-3-4-36-15,0-4-244 0,0-2-196 0,-4-3-112 16,0-4-28-16,0-3-136 0,0-3-164 16,-4 0-200-16,0 0-168 0,0-9-60 15,-3-1 152-15,-6-10 280 0,-2 2 11 16,-6-4 477-16,-2-7 424 0,-5 1 260 15,-9-1-28-15,2-3 92 0,-5-3 25 16,1 10-349-16,-2-1 4 0,5 12 84 16,8 3 596-16,9 8 364 0,7 0-144 15,4 3-92-15,8 0-44 0,0 0 228 16,8 0-124-16,12 0-152 0,4 0-152 0,8 0-28 16,7-7-156-16,10 1-196 0,2-3-188 15,5-4-304-15,-4 4-668 0,-5-1-764 16,-11 4-2580-16,0 3-5549 0</inkml:trace>
  <inkml:trace contextRef="#ctx0" brushRef="#br0" timeOffset="170503.501">31702 14055 1748 0,'0'0'1916'0,"0"0"3396"16,0 0-4224-16,0 0-123 0,0 0 115 15,0 0 200-15,0 0-12 0,0 0-196 0,0 0-180 16,0 0-132-16,0 0-40 0,21-32 44 15,-21 32-16-15,0 0 0 0,0 7 8 16,3-1-212-16,-3 4-163 0,0 9-69 0,4 3-20 16,-4 10-172-16,0 2-112 15,0 4-8-15,-4 4-8 0,1-1-4 16,-1-3 4-16,0-6-64 0,4-4 0 0,0-5-24 16,0-4 8-16,0-6-8 0,0-4-84 15,0-2-100-15,0-1-85 16,0-6-123-16,0 0-144 0,0 0-200 0,0 0-212 15,4-3-244-15,-4-3-760 0,4-4-2028 0,-1 4-2281 16,-3-7 2709-16</inkml:trace>
  <inkml:trace contextRef="#ctx0" brushRef="#br0" timeOffset="170897.997">31926 14119 10552 0,'0'0'1789'0,"0"0"-969"0,0 0-196 0,0 0 740 16,0 0-204-16,-9 92-384 0,6-60-404 15,3-1-188-15,0 4-84 0,0-3-100 16,0-3-4-16,0 3-96 0,0-4 40 15,0 1-76-15,0-4-188 0,0 0-424 16,0-2-448-16,-8-4-696 0,0 0-2569 16,-1-3-3951-16,-6 3 8360 0</inkml:trace>
  <inkml:trace contextRef="#ctx0" brushRef="#br0" timeOffset="171646.184">31412 15087 2492 0,'0'0'8937'16,"0"0"-7269"-16,0 0-524 0,0 0 116 16,0 0 348-16,0 0-308 0,0 0-476 0,0 0-356 15,0 0-92-15,95-3-44 0,-51-2-76 16,4-6-24-16,-5 2-172 0,-2 2-60 16,-5 4-60-16,-8 0 12 0,-4 3-76 0,-9 0-20 15,2 0 44-15,-10 0-72 16,-3 3-96-16,0 0-36 0,-4 7-40 0,0 2 124 15,-8 7 156-15,-8 4 16 0,1 2 36 16,-10 6-36-16,1 2-64 0,-4 2-36 16,-4 4 64-16,1-2 72 0,-1 5-76 15,4-4 84-15,0-4 4 0,9-2 8 16,6-3 92-16,1-8 48 0,12 0 144 16,0-10 28-16,12 3 132 0,4-9-72 15,8-2-172-15,1 1-72 0,2-4-28 16,4 0-104-16,1 0-4 0,5-7-12 15,-5 2-108-15,0-2 32 0,-1-3-20 0,-3-2-236 16,0-1-280-16,-1-3-112 0,1 0-304 16,-3-3-632-16,-5 3-2404 15,-1-3-2045-15</inkml:trace>
  <inkml:trace contextRef="#ctx0" brushRef="#br0" timeOffset="171840.156">31981 15158 600 0,'0'0'8220'0,"0"0"-6952"0,0 0-740 16,-64 69 145-16,41-41 583 0,-1 7-56 15,-4 4-352-15,4-2-240 0,-4 5-80 0,0-7-8 16,5 3-172-16,-1-3-172 0,4-3-176 16,-1-7-120-16,10-2-336 15,-1-4-548-15,3-4-428 0,6-2-216 0,3-7-1149 16,0-3-2831-16,3-3 3200 0,10-3 1608 15</inkml:trace>
  <inkml:trace contextRef="#ctx0" brushRef="#br0" timeOffset="172090.087">32256 15166 1736 0,'0'0'11133'0,"0"0"-9733"15,0 0-996-15,-75 83 328 0,47-45 528 16,-4 1-416-16,4 5-460 0,-4 4-172 0,0 6-4 16,1 3-48-16,-5 3-160 0,-4 3 0 15,-4 4-272-15,0-3-332 0,-4-1-4 16,5-3-56-16,-2-5-128 0,6-8 8 16,-1-3-292-16,8-9-764 0,4-6-1273 15,8-7-1911-15,9-9 3864 0,-2-8-496 16</inkml:trace>
  <inkml:trace contextRef="#ctx0" brushRef="#br0" timeOffset="172323.961">31695 16043 1172 0,'0'0'356'15,"0"0"84"-15,0 0 5472 0,84-28-4084 16,-53 18-547-16,5 1-89 0,-4-4-76 0,0 3-176 15,-4 4-232-15,-4 0-268 0,0-1-240 16,-9 7-188-16,2-3-12 16,-9 3-4-16,-5 0 4 0,1 0 100 0,-4 3 428 15,0 4-16-15,-4 2-212 0,-3 1-136 16,-2 2-164-16,-3-2-88 0,1-1-288 0,-2 1-200 16,2-4-404-16,3-3-732 15,-5 0-3337-15,6-3-2115 0</inkml:trace>
  <inkml:trace contextRef="#ctx0" brushRef="#br0" timeOffset="172908.075">31930 15970 2888 0,'0'0'364'0,"0"0"7140"0,0 0-5603 16,0 0-817-16,0 0 32 0,0 0 420 0,0 0-364 15,0 0-332-15,0 0-360 16,79 13-196-16,-59-10-64 0,1-3-72 15,-2 0-144-15,1 0-4 0,-4 0-64 0,-8 3-8 16,0 0-12-16,-8 1-28 0,0 2-108 16,-4 3 120-16,-8 4 100 0,-8 6 88 15,-4 3-76-15,-4 0-4 0,-4 3 40 16,1 1-40-16,-1-1 4 0,4 1 48 0,0 0-56 16,0-4 48-16,8 0-4 0,8-7 40 15,4-2-84-15,8-2 8 0,0-5 108 16,8-4 64-16,4 2-108 0,8-2-64 15,4-2 60-15,0 0 0 0,0-6-20 16,-1 0-52-16,5-3-4 0,-4-1-72 16,1-3-292-16,-5-6-220 0,3 0-312 15,1-3-528-15,-4 3-1352 0,8-14-4245 0</inkml:trace>
  <inkml:trace contextRef="#ctx0" brushRef="#br0" timeOffset="173230.171">32380 15852 2600 0,'0'0'11321'16,"0"0"-9713"-16,0 0-1420 0,0 0 124 15,0 0 320-15,80-37-72 0,-60 27-88 0,3 1-140 16,1-1-108-16,-3 3-16 0,-6 7 40 16,1 0-16-16,-8 0-60 15,0 0-36-15,-8 7 36 0,0 3 36 0,0 2-96 16,0 1-28-16,-4 3-8 0,-8 3-28 15,5-1-40-15,-6 1-8 0,2 4-12 16,-2-1-40-16,-2 3-104 0,3 1-128 0,-1 0 28 16,6-1 220-16,-1-3 28 0,3 0 16 15,1 0 56-15,4-5-52 16,0-2 136-16,9-2 96 0,3-3-84 0,4-8-160 16,-1 2-220-16,2-4-432 0,2-4-148 0,1-5 68 15,1-3-40-15,2 1-196 0,1-4-572 16,0 3-592-16,0-1-797 15,-5 1-1395-15,-2 1-391 0,-6 2 4715 0</inkml:trace>
  <inkml:trace contextRef="#ctx0" brushRef="#br0" timeOffset="173582.404">32826 15821 732 0,'0'0'8400'0,"0"0"-5231"0,0 0-1993 0,0 0-792 16,0 0-92-16,0 0 88 0,-67 77 148 15,47-56-124-15,-1 8-216 0,2-4-100 16,3 4 36-16,-4-1 16 0,4-2-40 0,-4-1-100 16,4-2-136-16,5-8-304 15,-2-3-632-15,5-1-572 0,8-8-925 0,0 0-3191 16</inkml:trace>
  <inkml:trace contextRef="#ctx0" brushRef="#br0" timeOffset="174097.709">31376 14890 1212 0,'0'0'876'16,"0"0"-292"-16,0 0 892 0,-52 71 3816 0,32-34-3327 15,0 8-289-15,0 9-136 0,1 7-68 0,-1 2-148 16,-1 3-284-16,-3 5-336 0,5-2-204 15,-5 4-156-15,-4 4-208 16,4 2-64-16,1 3-72 0,2 1-56 0,10 2 56 16,2-2 72-16,9-4 52 0,13-5-124 15,15-5 0-15,7-8-88 0,13-10-108 16,11-7-168-16,9-13-164 0,8-8-136 16,3-7-56-16,9-13-284 0,0-3-832 15,0-7-1132-15,-4-11-1601 0,-25 1-1651 16,21-18 5044-16</inkml:trace>
  <inkml:trace contextRef="#ctx0" brushRef="#br0" timeOffset="174445.662">32961 15237 3484 0,'0'0'7380'0,"0"0"-3547"15,0 0-3545-15,0 0 52 0,0 0 1044 16,0 0 328-16,84 18-592 0,-63-1-412 16,-2 1-316-16,5 1-4 0,-8 1 28 0,4 2 153 15,-4 4-205-15,0-1-120 0,0 3-40 16,-8 4-44-16,-1-1-28 0,-3 5-64 15,1 1-68-15,-5 2-12 0,0 2-132 16,-9 0-76-16,2 3-92 0,-5-2-152 16,0 3-129-16,-4-1-91 0,-4-6-72 15,0 0-76-15,0-3-168 0,0 0-440 16,1-6-584-16,-1-4-356 0,3-3-313 16,2-6-31-16,2-7-572 0,5-6 1352 0,-3 1 1060 15</inkml:trace>
  <inkml:trace contextRef="#ctx0" brushRef="#br0" timeOffset="175079.207">33129 14398 2756 0,'0'0'392'0,"0"0"3244"16,0 0-664-16,0 0-999 0,0 0-781 15,0 0-136-15,0 0 72 0,0 0-160 16,0 0-164-16,0 0-196 0,16-9-124 0,-16 9-128 16,4 2 88-16,-1 9 136 0,6 8 92 15,-5 3-48-15,0 6-112 0,0 8-160 16,-4-2-96-16,0 2-196 0,0-2-56 15,0-5-4-15,0-7-72 0,0 0 68 16,0-6-8-16,0-2-40 0,0-6 48 0,0 2-4 16,0-7-4-16,0-3-60 0,0 4-60 15,0-4-16-15,0 0 4 16,0 0-4-16,0 0-20 0,4-7-140 0,-1 0 52 16,6-2 24-16,3-3 136 0,4-5-16 0,0-2 100 15,4 0-28-15,-5 0 40 16,6 0 4-16,-6 6 44 0,1 4 16 0,-4 3 32 15,-3 2-84-15,2 2-8 0,1 2 44 16,0 0 4-16,0 2-4 0,-1 8 60 16,6 3 112-16,-6 6-72 0,6 3 8 15,-9 3-44-15,4 4-112 0,-4-1-72 16,-4 1-428-16,0 0-176 0,-4-4 88 16,3 0-100-16,-3-3-416 0,0-3-952 15,0-3-1988-15,-3 3-2449 0</inkml:trace>
  <inkml:trace contextRef="#ctx0" brushRef="#br0" timeOffset="176206.278">27515 14303 5580 0,'0'0'832'0,"0"0"4097"0,0 0-3061 0,0 0-712 16,0 0 120-16,-20 83 92 0,17-45-548 16,-1 6-128-16,-5 4-92 0,9-6-228 15,-4-5-128-15,4-2-152 0,0-10-92 16,0-6-60-16,0-6-76 0,4-7-168 16,5-2-548-16,-2-4-260 0,5-10 40 0,8-5-604 15,0-8-1180-15,4-5-2449 0,-8 5-787 16</inkml:trace>
  <inkml:trace contextRef="#ctx0" brushRef="#br0" timeOffset="176344.872">27750 14339 3696 0,'0'0'508'0,"0"0"4920"0,0 0-3315 0,0 0-705 16,0 0-172-16,-24 91-164 0,16-50-468 16,1 4-352-16,-6 3-224 15,5-4-28-15,4 0-180 0,1 1-248 0,-1-3-920 16,4-11-1116-16,-9 23-4173 0</inkml:trace>
  <inkml:trace contextRef="#ctx0" brushRef="#br0" timeOffset="176945.979">27026 15479 10828 0,'0'0'4777'0,"0"0"-3921"0,0 0-496 0,0 0 732 15,0 0 8-15,0 0-452 0,75-11-208 16,-32 5-144-16,5-4-140 0,5 1-32 15,-2 3-116-15,-3-1-8 0,-8 4-108 0,-5 3-64 16,-7 0-24-16,-8 3-36 0,-8 4-64 16,-3 2 4-16,-9 7 84 0,-5 1 144 15,-7 1 64-15,-8 4-4 0,-3 3-152 16,-5 1-88-16,-4 2 36 0,0 1 20 16,0 0 4-16,1-1-12 0,-1 4 56 15,4 0 32-15,4-3 100 0,-1 2 0 16,5-6 8-16,9 1 64 0,3-4-4 0,4-3 92 15,4 0 44-15,4-3 28 16,11-3 60-16,2 0 132 0,7-4-108 0,8 1-28 16,3-4-60-16,1-3 28 0,8 0 68 15,4-3-108-15,-1 0-24 0,1-9-116 16,1-1-68-16,-6-2-268 0,0-7-284 16,-11 0-364-16,0 0-232 0,-8-4-444 0,-7 4-2384 15,2-6-2241-15</inkml:trace>
  <inkml:trace contextRef="#ctx0" brushRef="#br0" timeOffset="177145.16">27739 15493 808 0,'0'0'300'16,"0"0"8044"-16,0 0-6359 0,0 0-1265 0,0 0-388 16,-84 19 476-16,63 4 208 0,-2 3-460 15,-1 9-92-15,-4-1 4 0,0 8 88 16,0-2 4-16,-4 4-12 0,0 2-188 15,1-5-176-15,3-3-184 0,0-7-48 16,0 1-336-16,8-9-564 16,4-4-384-16,4-3-836 0,9-7-3249 0,3-5-875 0</inkml:trace>
  <inkml:trace contextRef="#ctx0" brushRef="#br0" timeOffset="177448.441">28097 15465 3900 0,'0'0'860'0,"0"0"5517"0,0 0-5645 15,0 0-576-15,-108 79 112 0,69-40 168 16,-5 5-284-16,-9 10-60 0,2 9 276 15,-9 8 496-15,1 5 288 0,-9 6-412 16,0 7-248-16,-4 0-104 0,1 0-52 16,3 0-128-16,0-3-208 0,8-8-36 0,5-4-248 15,7-7-92-15,4-10-108 16,9-6-512-16,7-10-640 0,3-9-1297 0,5-4-3079 16,9-15 3052-16,3-4 1748 15</inkml:trace>
  <inkml:trace contextRef="#ctx0" brushRef="#br0" timeOffset="177824.672">27503 16493 8008 0,'0'0'6377'16,"0"0"-4905"-16,0 0-1016 0,84 0 44 15,-48-2 12-15,0-8-276 0,3 3-236 0,-2-2-152 0,-2 3-280 16,-7-1-204-16,-8 7 4 0,-8 0-48 16,-8 10 236-1,-4 9 444-15,-16 4 152 0,-4 2 0 16,-8 7 12-16,0 0 152 0,-3-1 84 0,3 4-108 0,-4-1-28 15,4 2-36-15,0-4 56 0,4 3-108 0,4-7-16 16,8 0 40-16,4-5 124 0,4-5 72 16,4-5 208-16,12-2-100 0,4-5-272 15,7-3-120-15,2 0-16 0,-1-3-60 0,8-6-36 16,-5-5-120-16,1-3-372 16,-3-3-172-16,3-5-364 0,-9-3-524 0,-3 6-1564 15,0-13-4497-15</inkml:trace>
  <inkml:trace contextRef="#ctx0" brushRef="#br0" timeOffset="178194.488">27965 16437 2752 0,'0'0'7388'0,"0"0"-4971"0,0 0-1421 0,0 0-56 0,77-7 548 15,-46 1-300-15,-4-3-444 0,5-4-324 16,1-3-244-16,-1 3-176 0,-5-4-148 0,-3 9-372 16,-4-2-28-16,1 7 76 0,-14 3 48 15,1 3 32-15,-4 13 328 0,-4 3 64 16,-4 10 356-16,-4 2-92 0,-4 4 72 0,-4 1 60 16,5 2-8-16,-6-4-32 15,6-2-72-15,-6 3-136 0,6-6-72 0,2-1 8 16,1-2-20-16,4-4 20 0,4-3-20 15,0 0-16-15,8-6 136 0,5-1-84 16,2-2-88-16,5-1 48 0,5 1 88 16,3-7-76-16,3 0-72 0,-4-3-8 15,5 0-176-15,-4-9-380 0,0-4-276 16,-4-3-304-16,4-3-300 0,-4-3-672 0,1 3-1777 16,-10 2-1099-16,9-4 1872 0</inkml:trace>
  <inkml:trace contextRef="#ctx0" brushRef="#br0" timeOffset="178382.027">28583 16356 1460 0,'0'0'8608'0,"0"0"-6919"16,0 0-885-16,-52 84 16 0,32-52 396 15,-4 6 108-15,0 0-296 0,0 0-320 16,1 0-260-16,-1-3-140 0,0-1-176 0,0-1-132 15,0-5-148-15,4-6-396 0,0-2-748 16,4-1-560-16,-4-4-3065 16,5-5-3195-16,-6 6 6884 0</inkml:trace>
  <inkml:trace contextRef="#ctx0" brushRef="#br0" timeOffset="178862.403">26622 15605 1616 0,'0'0'52'0,"0"0"628"0,-15 67 3288 0,7-39-1808 15,-1 3-504-15,-2 4-239 0,-1 4-277 16,4-1-120-16,-4 6-308 0,4 4-156 16,4 6 0-16,0 9-16 0,4 11-24 15,0 8-204-15,0 14-140 0,4 5-72 0,8 6-96 16,3 11 60-16,10-6 12 0,3-2 32 16,3-8-96-16,5-13-12 0,8-13-336 15,0-15-140-15,8-14-328 0,4-18-100 16,8-13-444-16,3-9-992 0,-15-7-3865 15,31-17 1717-15</inkml:trace>
  <inkml:trace contextRef="#ctx0" brushRef="#br0" timeOffset="179301.538">28559 15526 2600 0,'0'0'184'16,"0"0"-108"-16,0 0 68 16,0 0 5260-16,0 0-3836 0,0 0 33 15,91 7-13-15,-70 11-16 0,-6 1-212 0,5 9-172 16,1 4-160-16,-6 3-264 16,1 12-88-16,0 4-76 0,0 10-76 0,-4 2-136 15,0 4-72-15,-4 6-120 0,0-2-15 16,0-2-181-16,-5 1 0 0,-3-1-217 15,0-5-123-15,-3-4-172 0,-5-3-160 16,-4-6-12-16,-4 0 104 0,0-10 4 0,0-6 80 16,-3-2-160-16,-2-12-408 0,1-5-776 15,5-6-368-15,-9-4 147 16,3-6-2651-16,6 0 16 0,-9-20 4160 0</inkml:trace>
  <inkml:trace contextRef="#ctx0" brushRef="#br0" timeOffset="179883.809">28966 15081 4700 0,'0'0'1872'0,"0"0"3533"0,0 0-4433 16,0 0 48-16,0 0 360 0,0 0 88 0,79 54-376 16,-71-31-448-16,-3-2-384 0,-2 2-116 15,-3-1 28-15,0 0 52 0,0 0-216 16,-3-3-8-16,-2-2-76 0,1-2-56 16,0-5-56-16,0-4 56 0,0 0 68 15,0 1 64-15,4-7 64 16,0 0 20-16,0 0-36 0,0-4-48 0,4-3-120 0,4-4 32 15,0-6-156-15,4-2 68 0,4 1 4 16,0-5 72-16,3 4-48 0,-2 3 40 16,-2 4 44-16,-2 6 56 0,-5 1 8 15,-1 5 124-15,-2 0 160 0,-1 5 24 16,-4 1 100-16,4 6-40 0,-4 1-72 0,0 3-76 16,-4 0 0-16,0-1-88 15,-5-2-56-15,6 0-68 0,3-6-4 0,0-5-4 16,0-2-88-16,0 0-144 0,3-2-108 15,6-8 20-15,3 0 60 16,-1-3 260-16,9-2 52 0,-4-1-48 0,0 0 8 0,0 3-8 16,-4 1 0-16,0 1 4 15,0 6 40-15,0 2 64 0,0-1 48 16,-4 4-148-16,4 0-8 0,-1 10 4 0,2 3 224 16,-1 9-12-16,0 3-220 15,0 7-24-15,-5-4-36 0,2 0 48 16,3-2-208-16,-5-3-260 0,-3-4-200 15,5-3-96-15,-1-4-84 0,-5-2-308 16,1-1-780-16,0-6-1977 0,0 1-2447 0</inkml:trace>
  <inkml:trace contextRef="#ctx0" brushRef="#br0" timeOffset="197611.671">31021 8687 3068 0,'0'0'992'15,"0"0"5400"-15,0 0-5255 16,0 0-469-16,0 0 380 0,0 0 512 16,0 0-160-16,0 0-304 0,0 0-268 0,0 0-136 15,-32-36-16-15,32 36-40 0,0 0-332 16,9-2-192-16,-1 2 20 0,3-4 172 16,9 4-12-16,5-2-48 0,2-3-108 0,1 5-128 15,3 0-8-15,-3 0-12 16,4 0-4-16,-4 7 16 0,-4-1-48 15,-3 7 40-15,-2-3-4 0,-7 3-84 0,-4 3 48 16,0-1 48-16,-8 1-84 0,0 3 80 16,0 3-52-16,-4 0 48 0,-8 1 4 15,0 2-140-15,-7 4 132 0,-2-4-88 16,-3 4 92-16,-4-1-76 16,0-2 36-16,1 2 44 0,-1-2 4 0,0-5 8 0,0 2 4 15,4-4 60-15,9-2-24 16,-5-2-40-16,8-5-8 0,-1-1 8 0,6-2 4 15,3-4 48-15,0-3 0 0,4 0 12 16,0 0-24-16,0 0 4 0,4 0-52 16,4 0-72-16,8-3 72 0,3 3 64 15,5-4 20-15,8 4-24 0,0-3-12 16,8 3-44-16,-5 0 104 0,6-3-108 0,-2 3-4 16,-3 0 4-16,0 0-12 0,-4 0-108 15,-4 0-36-15,0 3-176 0,-8-3-448 16,4 7-260-16,-9-4-788 0,2 3-2720 15,-6 0-3289-15</inkml:trace>
  <inkml:trace contextRef="#ctx0" brushRef="#br0" timeOffset="199694.745">31584 7988 1656 0,'0'0'536'0,"0"0"6736"16,0 0-5916-16,0 0-571 0,0 0-129 16,0 0 328-16,0 0 108 0,0 0-168 15,0 0-208-15,0 0-248 0,-5-41-120 0,5 41 24 16,0 0 200-16,0 0 60 0,0 0-228 15,5 0-168-15,-5 0-76 0,7 3-28 16,1 7 200-16,0 2 160 0,0 4-260 16,0 6-228-16,-4 4 4 0,0 6 56 15,-4-1-4-15,4-2-56 0,-4 3-4 16,0-7-8-16,0-3-40 0,4-5 0 16,-1-5 36-16,2-3 0 0,-1-3-64 0,0-2 4 15,0-4 24-15,0 0 48 0,3 0 36 16,-3-4-36-16,5 2-84 0,-1-9-28 15,-4 2 4-15,-1-1 32 0,6-2-72 16,-5-1 52-16,4-3 84 0,-1 1-72 16,1-5 68-16,5-1 4 0,-6-2-72 0,5-2 80 15,-3 0-120-15,2 0-60 16,2 2 84-16,-2 4-8 0,-3 3 60 0,5 6 48 16,-6 7 0-16,1 3 60 0,0 0 196 15,-4 10 272-15,4 2-148 16,0 4-172-16,-4 3 72 0,0 3-144 0,0 0 48 15,-1-2-76-15,-3 2-36 0,5-7-24 16,3 8-48-16,-4-4-60 0,0 3-12 0,0-3-24 16,-1 4-368-16,-3-2-236 15,5-2 64-15,-1 4 8 0,-4-4-116 16,4 4-536-16,-4-2-904 0,0 2-920 0,0-4-2313 16,-8-3 265-16,0 0 4621 0</inkml:trace>
  <inkml:trace contextRef="#ctx0" brushRef="#br0" timeOffset="200571.457">29619 8683 7504 0,'0'0'2424'0,"0"0"-131"0,0 0-1077 15,0 0-428-15,0 0 248 0,0 0 372 16,0 0-20-16,0 0-388 0,0 0-472 15,0 0-196-15,0 0 120 0,64 20-4 0,-40-11-20 16,8 0-196-16,0 1-160 16,7-3 36-16,1 2-104 0,-5-3 48 15,6 1-52-15,-5-4-60 0,-5 3 48 16,-6 0-36-16,-6-2 36 0,-3 2-60 0,-4 0 12 16,-3 0-28-16,-6 4 16 15,-3-4-24-15,0 5 88 0,-3 1 8 0,-10 1 56 16,-7 2-56-16,-3 4 72 15,-5 4-64-15,-4-4 0 0,0 3 44 0,0-3-40 0,-5 0-12 16,6 0-8-16,-1-3-92 16,5 0-44-16,-1-7 32 0,4 3-68 0,3-1-28 15,6-5-24-15,2-4-112 0,6 5-96 16,3-7-112-16,4 0-176 0,0 0-796 16,4 0-2652-16,7 0-3121 0</inkml:trace>
  <inkml:trace contextRef="#ctx0" brushRef="#br0" timeOffset="200747.55">30065 9043 5884 0,'0'0'6073'0,"0"0"-3981"16,0 0-1156-16,-79 31-292 0,51-18 848 0,-4 3-168 16,-4-1-424-16,3 5-460 0,-2 2-368 15,3-3-72-15,0-1 0 0,0 2 12 16,4 1-12-16,0-4-52 0,1 2-56 0,-1 0-408 15,0 0-348-15,-4 3-200 16,8-9-928-16,-8 9-3485 0</inkml:trace>
  <inkml:trace contextRef="#ctx0" brushRef="#br0" timeOffset="202592.132">27316 8750 940 0,'0'0'0'0</inkml:trace>
  <inkml:trace contextRef="#ctx0" brushRef="#br0" timeOffset="203097.413">27316 8750 1356 0,'-88'-44'1044'0,"88"41"-904"0,0 3-136 0,0-4 1596 16,-4 4 1652-16,4-3-1656 0,0 0-536 0,-4 3-127 16,4-3 223-16,0 0 172 15,0-1-224-15,0 1-232 0,0-1-372 16,0 2-232-16,8-4-40 0,0-5 80 15,4 5 128-15,4-7 100 0,4 4-92 0,0 4-24 16,0-6-52-16,4 5-36 0,0-4-48 16,4 7-40-16,0-3 12 0,-1 6-96 15,1 0-88-15,-4 0 28 0,0 0-92 16,-4 6-4-16,0 1 0 0,0 2-4 0,-5 5 0 16,6-2 36-16,-5 1-36 0,3 2-48 15,-2-3 36-15,-6 8 8 0,2-4 4 16,-5 6 0-16,-5-3 48 15,-3 7-48-15,0 2-120 16,-3 1-52-16,-10 6-232 0,-2 0 184 0,-2 0-28 0,2-1 16 16,-9 1 36-16,3 0 60 0,-2-4 60 15,3 2 76-15,0-4 40 0,0-4 108 16,0-3 12-16,5-3-64 0,-2 1-36 0,1-8-48 16,4-3 48-16,5-3-56 0,-1 0 64 15,3-1-68-15,5-5-8 16,0 0 4-16,0 0-4 0,0 0-40 0,0 0 0 15,9 0 48-15,-2-5 40 0,5 3 316 16,8-2-100-16,1-2-60 0,7-3-24 16,-1 2-36-16,4-2-16 0,6 2 16 0,-1 1-28 15,-1 0 12-15,5 2-8 0,1 1-4 16,-2 1-100-16,1 2-8 16,-5 0-44-16,1 0-88 0,1 0 44 0,-5 0-56 15,-4 0-136-15,-5 0-528 0,-3 0-508 16,-4-4-1696-16,-8-9-6253 0</inkml:trace>
  <inkml:trace contextRef="#ctx0" brushRef="#br0" timeOffset="203994.05">27774 7899 12393 0,'0'0'1772'16,"0"0"-1164"-16,0 0 20 0,0 0 856 0,0 0-280 15,0 0-304-15,0 0-264 0,56 73-268 16,-48-44-112-16,4-1-24 0,-9 4-184 16,2 3 64-16,-5-3-100 0,0 0-12 15,0-1-76-15,0-3 24 0,0-4-8 0,0-6 12 16,0-3-12-16,0-1 8 16,0-5 4-16,0-2-12 0,0-5-64 0,0 2 4 15,0-4-64-15,4 0 12 0,-4 0-60 16,4-4-28-16,4-5 212 15,-1 0 40-15,6-10-64 0,-1-1-4 16,-1-2-36-16,2 0-32 0,-2-3 56 0,2-1-12 16,-6 1 28-16,1 0-40 15,5 5 56-15,-6 2 56 0,1 4 60 0,0 5-52 0,1 2 52 16,-6 5 28-16,5 2 84 16,-4 0 88-16,4 2 36 0,-3 9 156 0,2 1-144 15,-7 3-40-15,4 8-84 0,-4 0-76 16,0-2-8-16,-4 2-96 15,0-1 0-15,1-6-4 0,-2-1-12 0,5-2 0 0,0-2 4 16,0-5-4-16,0-4-36 16,0-2 40-16,0 0 0 0,0 0 4 15,0 0-8-15,5-2-60 0,-2-4-64 0,9-5 132 16,0-2 0-16,4-2-56 16,-1-4 52-16,2 0-4 0,-2 0 0 0,-2 0 12 15,2-3-4-15,-2 2 4 0,2-2 12 16,-2 3-4-16,2 3-4 15,-2 4-4-15,-2 2-4 0,1 4 0 0,0-1 4 16,-4 7 0-16,4 0 120 0,0 0-32 16,0 3 20-16,0 4 100 0,-4 6 72 0,4-1-24 15,-5 4-12-15,2 3 157 16,-5 3-133-16,-4-2-160 0,0 2-48 16,0 3-60-16,0-3-60 0,0 0-36 0,-4 5 24 15,0-8-28-15,-1-1-20 0,5-3-137 16,0 2-375-16,0-2-100 0,0-1-100 15,0 2-412-15,5-7-1476 0,-5 7-2753 0</inkml:trace>
  <inkml:trace contextRef="#ctx0" brushRef="#br0" timeOffset="206361.496">29531 11026 1228 0,'0'0'1120'0,"0"0"-1112"0,0 0-8 16,0 0 288-16,0 0 4604 15,0 0-3296-15,0 0-548 0,0 0-364 0,0 0 409 16,0 0 223-16,0 0 80 0,8 39-72 0,-8-39-184 16,0 0-24-16,0-3-96 15,0-1-28-15,0-6-100 0,0 1-55 16,0-4-181-16,0-6-280 0,4-6-124 0,0-4-92 15,4-12-56-15,0-6-104 0,4-7-84 16,0-7-28-16,4-6 4 16,-4 4 12-16,0 0-120 0,-1 6 56 0,2 3 52 0,-1 7 12 15,-5 1-28-15,6 8-44 16,-5-1 24-16,-5 6-100 0,5 1-61 16,1 3-35-16,-5 0-100 0,0 4 16 0,-1 6-56 15,1 3-240-15,0 6-328 16,0 3-404-16,1 5-424 0,-1 2-556 15,-1 0-597-15,1 2-927 0,0 9-476 0,-4 8 3856 16</inkml:trace>
  <inkml:trace contextRef="#ctx0" brushRef="#br0" timeOffset="206668.42">29810 10925 7596 0,'0'0'3080'0,"0"0"-1523"15,0 0-1261-15,0 0-220 0,0 0 412 16,0 0 768-16,4 64 56 0,0-61-492 16,0-3-432-16,0 0-28 0,0 0 272 15,4-3 344-15,4-10-312 0,0-4-116 0,4-5-96 16,0-6 0-16,0-10-52 0,0-3-144 16,-1-7-84-16,-2-6-51 0,-1-3-61 15,-5-3-48-15,-3-4-12 0,1-7-8 16,-1 6-52-16,-4-2-149 0,4 4-31 15,-1 6-88-15,1 2 72 0,0 11 24 16,4 2-60-16,-3 8-76 0,-1 2-60 16,-1 3-64-16,1 4-100 0,0 6-224 15,-4 6-588-15,0 0-556 0,0 10-424 0,0 3-1505 16,0 0-2735-16,-4 0 5852 0</inkml:trace>
  <inkml:trace contextRef="#ctx0" brushRef="#br0" timeOffset="206939.974">29882 10029 2644 0,'0'0'7644'0,"0"0"-6191"0,0 0-785 15,-111 74 8-15,66-46 608 0,2 7 92 0,-9 0-344 16,4 0-348-16,-4-3-300 0,8 0-184 16,4-4-200-16,5-6-8 0,11-3-100 15,4-6-4-15,8-7 0 16,8-6-136-16,4 0-476 0,8-12-304 0,8-7-424 16,8-4-204-16,8-5-1009 0,4-4-2839 0,-8 9 1460 15</inkml:trace>
  <inkml:trace contextRef="#ctx0" brushRef="#br0" timeOffset="207071.736">29814 10099 5396 0,'0'0'8229'0,"0"0"-6733"16,0 0-668-16,99 41 512 0,-63-24-52 15,5 2-168-15,-6-3-280 0,5 3-400 0,4-6-256 16,4-1-184-16,0-2-304 16,-1-5-540-16,1-1-332 0,0-4-596 15,-17 0-2740-15,10-6-4757 0</inkml:trace>
  <inkml:trace contextRef="#ctx0" brushRef="#br0" timeOffset="207753.038">29902 7845 4592 0,'0'0'7857'0,"0"0"-5809"0,0 0-724 0,0 0-268 16,0 0 492-16,28-85-256 0,-20 61-364 0,-1-1-248 16,6-3-340-16,-5-1-155 0,-1-6-17 15,2 1-32-15,-1-8-52 0,-1-2-84 16,5-6-100-16,-3-5 4 0,-6-5-64 16,5 3-121-16,-4-3-95 0,4 6 36 15,-3 0-76-15,-2 6 48 0,1 4-84 16,4 9-12-16,0 6-4 0,-3 7-76 0,2 8-236 15,-3 6-340-15,0 8-864 16,0 0-1044-16,0 2-1461 0,0 11 553 0,0-3 2044 16,0 15 1252-16</inkml:trace>
  <inkml:trace contextRef="#ctx0" brushRef="#br0" timeOffset="208012.948">30081 7585 2460 0,'0'0'9885'0,"0"0"-8825"15,0 0-856-15,0 0-116 16,0 0 548-16,0 0 664 0,0 0-320 0,0 0-544 16,0 0-112-16,0 0 96 0,0 0 76 15,0 0 60-15,36 19-128 0,-21-41-132 16,6-10-88-16,-1-3-100 0,-1-2-44 16,-2-9-4-16,-2-1-48 0,-2-4-12 15,-2-6-168-15,2-1-332 0,-9 2 32 0,-1-1 0 16,1 5 48-16,0 8-64 0,-4 0-100 15,8 6-208-15,-4-1-236 0,1 2-520 16,2 4-1052-16,-3 2-2361 0,-4 12-439 16,0 0 4801-16</inkml:trace>
  <inkml:trace contextRef="#ctx0" brushRef="#br0" timeOffset="208351.067">30081 6772 1200 0,'0'0'8652'0,"0"0"-6911"16,-80 63-497-16,48-34-84 0,-7 6 140 15,-1 2 108-15,0 2-300 0,8-1-456 0,-4-2-320 16,12-8-316-16,5-2-16 0,6-12-64 16,9-3-48-16,4-8-168 0,0-3-464 15,17-3-340-15,2-10-160 0,9-6-760 16,8-3-1117-16,-1-7-2847 0,-7 8 3476 0,13-15 793 15</inkml:trace>
  <inkml:trace contextRef="#ctx0" brushRef="#br0" timeOffset="208476.421">30145 6838 1668 0,'0'0'2324'0,"0"0"4793"15,0 0-5337-15,0 0-656 0,96-9 112 16,-69 18 48-16,1 5-324 0,0 4-144 0,8 1-272 16,0 3-288-16,0 1-256 0,-1-4-84 15,6 0-324-15,-2-3-368 0,1-7-180 16,-4 1-716-16,-1-4-3145 0,-11-6-5107 15,1 0 9732-15</inkml:trace>
  <inkml:trace contextRef="#ctx0" brushRef="#br0" timeOffset="209361.554">28671 6010 168 0,'0'0'1724'0,"0"0"7689"0,0 0-7045 16,0 0-672-16,0 0-40 0,0 0 4 16,0 0-508-16,0 0-100 0,0 0-504 15,0 0-196-15,75 3 49 0,-63 23-61 16,4 8-124-16,-4 4-44 0,-4 7-4 0,-4-1-120 15,4-2-48-15,-8-4-44 0,4-7-16 16,0-6 12-16,-4-2 36 0,4-7-100 16,-4-3 52-16,0-7 0 0,4 0-12 15,-4-6-120-15,0 4-52 0,0-4-36 16,4 0-37-16,0-4 25 0,0-2 76 0,0-7 104 16,8-2 100-16,0-4-84 15,4-4 88-15,-4-3 8 0,-1-2 8 16,2 0 0-16,-5-1 4 0,-1 1 44 0,2 6-52 15,-1 2 40-15,-4 8 104 0,-4 3-4 16,3 4-20-16,-3 5-4 0,0 0-24 16,0 5-32-16,4 4-64 0,-4 3 72 15,0 4 73-15,0 6-9 0,0-3-16 16,0 0-80-16,0-3-40 0,0-3-12 16,0-4-60-16,0-5 64 0,0-1-64 15,0-3 60-15,0 0 4 0,4 0-92 0,5-3-217 16,-2-6 101-16,1-1 204 0,9-6-100 15,-2 0 40-15,1-6-60 0,-4 3 68 16,4-3-4-16,-4 3 64 0,4 2 8 16,-4 2-4-16,0 3 0 0,-4 5 0 0,4 0 0 15,-4 4 36-15,-1 3 36 0,2 3 28 16,3 7 68-16,-5 6 136 16,2 3-59-16,-5 2-101 0,0 6-128 0,0-2-16 15,-4-3-16-15,0 0-104 0,0-2-161 16,0-2-227-16,0-4-224 15,3-6-200-15,1 3-904 0,5-5-2348 0,-1-4-2305 16</inkml:trace>
  <inkml:trace contextRef="#ctx0" brushRef="#br0" timeOffset="209830.716">29475 5898 4316 0,'0'0'7325'0,"0"0"-5585"0,0 0-888 15,0 0-220-15,0 0 448 0,0 0 76 16,0 0-448-16,0 0-228 0,0 0 40 16,0 0 116-16,96 30-60 0,-60-22-160 15,-5-1-148-15,6 3-36 0,-1-4-48 16,-1 3-64-16,1-2-48 0,0-1-72 16,-4 1-4-16,-4-1-4 0,0-3 8 0,0 4-72 15,-8-1-12-15,-5 0-4 16,-2 0 40-16,-5 1-36 0,-5 3 24 15,-3-1-80-15,0 0 140 0,-11 4 84 0,-5 3 40 16,-5 1-64-16,-2-3-60 0,-1 3 8 16,-4-4-8-16,4-1-4 0,-4-2-8 15,4-4-132-15,4 0-212 0,4-2-96 16,1-4-72-16,6 0-104 0,5 0-64 16,0 0-136-16,4 0-436 0,0 0-880 15,4 0-776-15,9-4-1733 0,2 1-155 0,-2 0 3284 16</inkml:trace>
  <inkml:trace contextRef="#ctx0" brushRef="#br0" timeOffset="210015.441">30009 6153 2044 0,'0'0'952'0,"0"0"7309"0,0 0-6133 16,0 0-1088-16,0 0 120 0,0 0 296 16,0 0-524-16,0 0-500 0,-96 69-248 15,73-46-96-15,-5-1-4 0,-4 0 112 0,4 0 16 16,4 1-40-16,0-4-52 0,4-3-108 15,5-7-12-15,7 1-8 16,-5-7-88-16,9-3-312 0,1 0-368 0,-1 0-240 16,4 0-324-16,-4-6-1392 0,4 2-3537 15</inkml:trace>
  <inkml:trace contextRef="#ctx0" brushRef="#br0" timeOffset="210531.494">30304 5781 5260 0,'0'0'8229'16,"0"0"-6593"0,0 0-1332-16,0 0 60 0,0 0 776 0,0 0 140 15,24 73-332-15,-16-41-312 0,0 4-244 0,0 1-160 0,0 1-24 16,0 0 48-16,-4 4-100 16,0-4-148-16,-4-6-4 0,3-4-4 15,-3-6-72-15,5-6 60 0,-5-3 0 0,0-7 4 16,4-3-40-16,-4 1 36 15,0-4-64-15,4 0-116 0,0-4-40 16,0-5 0-16,7-4 72 0,2-9 88 0,7 0-76 16,-1-11-36-16,2 2 12 15,3-4 60-15,-9 4 112 0,5-1 8 0,-8 3 136 16,1 1 52-16,-2 6-24 0,-3 5 60 16,-4 9 12-16,0 1 0 15,0 3-12-15,0 4-60 0,0 6-36 16,0 5 8-16,4 4 136 0,-1 4-84 15,6 6 145-15,-5 4-161 0,-1 3-36 0,2 0-144 16,-5-1-12-16,4 1-108 0,-4-3-172 0,-1-1-497 16,1 1-299-16,-4-7-320 0,5-2-2556 15,-5-2-6897-15</inkml:trace>
  <inkml:trace contextRef="#ctx0" brushRef="#br0" timeOffset="-199475.941">2896 7350 8836 0,'0'0'3073'0,"0"0"-1601"0,0 0-1080 16,0 0-136-16,0 0 556 16,0 0 492-16,-80 74-264 0,68-44-344 0,-3 12-188 15,-1 9-28-15,-5 12 132 0,6 5-108 16,-5 4-260-16,0 4-60 0,-4 1 12 16,0 5-64-16,4 1-124 0,-3-1 68 0,2-3-76 15,1-9 0-15,5-9 0 16,2-11-76-16,5-11-32 0,1-14-196 0,3-9-212 15,4-9-156-15,0-5-132 0,0-2-208 16,0-6-616-16,11-11-776 0,2-4-253 0,2-10-463 16,2-11-148-16,2-9-144 0</inkml:trace>
  <inkml:trace contextRef="#ctx0" brushRef="#br0" timeOffset="-199107.749">2673 7763 416 0,'0'0'1476'0,"0"-64"-472"0,4 43-352 0,0 0-444 0,0 2 5032 16,0 7-3596-16,4 5-203 0,-4 7-469 15,4 0-92-15,7 7-172 16,-2 5 136-16,7 7-204 0,3 7-148 0,1 2-68 16,4 11 84-16,-4 2-36 15,1 0-188-15,-6 7-208 0,5 0 60 16,-9-1-128-16,2-3-8 0,-6-2-12 0,-2-7 12 16,3-6 0-16,-8-7 0 0,3-3-76 15,-7-7-24-15,5-2-72 0,-5-1-184 0,0-2-116 16,-5-1 12-16,1-3-128 0,-3-3-244 15,-5 4-356-15,0-4-120 16,-4-7 12-16,-4-2 203 0,4-4 497 16,-8-6 208-16,4-3 388 15,-4 0 596-15,-4-4 60 0,9 1 93 16,-5 2-5-16,8 4-116 0,4 0-32 0,0 7 28 0,8 2 60 0,-1 7-156 16,5 3-24-16,0 0-24 15,0 0-108-15,9 0-272 0,6 0-48 16,6 6 120-16,3-3-84 0,8-3-84 0,-1 0-4 15,5 0-124-15,4-12-548 0,4-7-388 16,0-6-940-16,-5 2-2101 0,17-17-2655 16</inkml:trace>
  <inkml:trace contextRef="#ctx0" brushRef="#br0" timeOffset="-198835.399">3888 7410 4424 0,'0'0'8177'0,"0"0"-6357"16,0 0-1416-16,0 0-64 0,-92 79 504 16,64-50 396-16,0 9-336 15,1 3-336-15,-5 7-236 0,4 3-124 0,-12 9 28 16,0 8-56-16,-12 7-56 0,-8 8 0 16,-7 9-4-16,-12 9 16 0,-5 4-124 0,-8 3 84 15,1 3-84-15,-1 3-12 16,4-2-72-16,4-1 12 0,5-6-52 15,11-8 40-15,9-4-160 0,10-14 48 0,10-13 24 16,15-11 0-16,8-14-60 0,8-14-200 16,8-13-220-16,0-7-304 0,12-7-916 15,4-10-220-15,0-1-2549 0,7-22-3319 0</inkml:trace>
  <inkml:trace contextRef="#ctx0" brushRef="#br0" timeOffset="-198486.461">3008 8855 7856 0,'0'0'5501'0,"0"0"-4381"0,0 0-828 16,0 0 236-16,0 0 692 0,99-38-160 0,-71 28-456 16,0 7-268-16,4 0-128 0,-4 3-36 15,0 0-44-15,-9 6-128 0,2 4 0 16,-10 2 0-16,-3 4 72 0,-3 3-72 0,-5 7 4 15,0-1-4-15,-13 7-56 16,-6 3-80-16,3 0-24 0,-9-1 64 16,6 2 96-16,-5-5 8 0,4-2 4 0,4-7 172 15,0-3-24-15,4-3 72 0,8-7 76 16,1-2 8-16,3-3 176 16,0-2-164-16,0 1-144 0,0-3-40 0,7 0-80 0,5 3 104 15,4 1-96-15,4-4 16 16,0 0-88-16,8 0-140 0,-8-4-92 15,3-4-132-15,1-6 24 0,1 1-128 0,-5-5-304 16,3-4-472-16,-3 6-1420 16,4-16-3873-16</inkml:trace>
  <inkml:trace contextRef="#ctx0" brushRef="#br0" timeOffset="-193604.065">3968 8232 5928 0,'0'0'6757'0,"0"0"-5569"15,0 0-772-15,0 0 180 0,0 0 904 16,0 0-132-16,0 0-552 0,0 0-384 0,0 0-128 16,-40 93 92-16,28-39 32 0,-4 10 132 15,-4 8-24-15,-4 10-148 0,-4 1-204 0,0 6-3 16,-4-1 3-16,4-4-52 0,-4-1-12 16,9-14-32-16,3-12-40 15,8-15-36-15,0-17-12 0,12-13-40 0,0-12-168 16,0-5-753-16,12-18 97 0,8-12 20 15,4-15-112-15,8-15-780 0,0-11-588 0,-4 0-648 16,-8 13-1849-16,-5-26-59 16</inkml:trace>
  <inkml:trace contextRef="#ctx0" brushRef="#br0" timeOffset="-193421.472">3856 8369 3192 0,'0'0'612'0,"0"0"1288"16,0 0 2552-16,0 0-3275 0,0 0-705 15,0 0-176-15,0 0 792 0,0 0 260 0,0 0-88 16,72 105-208-16,-48-54-256 0,-4 9-312 15,4 6-288-15,-5 4 16 0,2 3-152 0,-1-3-60 16,-1-3-136-16,-2-6 52 0,-2-10 76 16,1-14-80-16,-8-8 32 15,5-10 52-15,-10-3 4 0,1-10-8 16,0-3-92-16,-4-3-296 0,0 0-488 0,0-6-420 16,0-7-492-16,0-3-944 0,-4-9-2193 0,0 6 141 15</inkml:trace>
  <inkml:trace contextRef="#ctx0" brushRef="#br0" timeOffset="-193271.147">3904 8782 1996 0,'0'0'1276'0,"0"0"3116"16,0 0-2420-16,0 0-447 0,0 0-369 0,0 0-200 15,0 0-560-15,0 0-332 0,0 0 164 16,0 0 204-16,36 42-80 0,-8-30 152 16,0-3-388-16,4-3-116 0,0-2-164 15,0-2-276-15,-4-2-92 0,3-2-348 0,1-10-448 16,-4-2-993-16,-9 2-2183 15</inkml:trace>
  <inkml:trace contextRef="#ctx0" brushRef="#br0" timeOffset="-193024.097">4677 7763 8188 0,'0'0'4813'0,"0"0"-3729"15,0 0-540-15,0 0 312 0,0 0 512 16,0 0-396-16,0 0-292 0,100-10-152 0,-69 10-208 16,5 0-224-16,0-3-96 0,-3 3-12 15,2-3-36-15,-7-1-100 0,4 2-196 0,-4-3-320 16,-5 3-616-16,-2 2-752 0,-10-3-2593 15,-11 3-3383-15</inkml:trace>
  <inkml:trace contextRef="#ctx0" brushRef="#br0" timeOffset="-192829.977">4696 8049 5044 0,'0'0'2604'15,"0"0"580"-15,0 0-1575 16,0 0-525-16,0 0 296 0,0 0-160 0,0 0-364 15,0 0-12-15,0 0 180 0,92 8-384 16,-55-8-276-16,-1-3-144 0,3 0-196 16,1-3-24-16,4-1-108 0,-1 1-172 15,6-2-456-15,-2 1-612 0,-10 0-1788 16,6-6-4937-16</inkml:trace>
  <inkml:trace contextRef="#ctx0" brushRef="#br0" timeOffset="-185043.989">5470 7394 11897 0,'0'0'2232'15,"0"0"-1156"-15,0 0-496 0,0 0 24 16,0 0 8-16,0 0-164 0,0 0 48 15,0 0 220-15,0 0 32 0,115 0-308 16,-67 0-120-16,8-3-100 0,-5-3-64 16,9-4 64-16,-4-6-132 0,4 0-84 15,-4-5-4-15,-4 2-12 0,-5-4-136 16,-2 1-192-16,-13 6-188 0,-4 3 16 0,-9 3-228 16,-7 4-164-16,-8 3-376 15,-4 3-812-15,0 0-756 0,-16 7-2809 0</inkml:trace>
  <inkml:trace contextRef="#ctx0" brushRef="#br0" timeOffset="-184831.378">5845 7369 4744 0,'0'0'612'0,"0"0"2596"0,0 0-1484 0,-24 88-451 16,16-46 111-16,-1 2 92 0,1 10-228 15,1 1-340-15,3 1-272 0,-4 5-140 16,3 2-76-16,1 1-172 0,1-4-112 15,3 1-40-15,-4-7-96 0,4-10-96 16,0-9 84-16,4-10-152 0,-1-12 16 16,1-4-36-16,5-5-76 0,-1-4-212 15,-1-10-300-15,6-9-236 0,-1-6-556 16,4-7-764-16,-4 7-2065 0,-1-20-107 0</inkml:trace>
  <inkml:trace contextRef="#ctx0" brushRef="#br0" timeOffset="-184603.647">5933 7394 5244 0,'0'0'4444'16,"0"0"-3464"-16,0 0-591 0,0 0 35 15,0 0 284-15,-13 86-56 0,9-51-52 16,4 3-16-16,0 6 76 0,0 2 20 0,0 0 8 16,0 8-280-16,0-3-160 15,0 4-160-15,0-5 24 0,0 4-28 16,0-3-84-16,0-4-12 0,0 1-100 0,0-11-28 15,0-1-160-15,0-7-340 0,0-6-268 16,0-11-232-16,0-5-176 0,0-5-172 16,4-2-865-16,-4-2-1835 0</inkml:trace>
  <inkml:trace contextRef="#ctx0" brushRef="#br0" timeOffset="-184417.416">5873 7928 6796 0,'0'0'1972'15,"0"0"-664"-15,0 0-159 16,0 0 7-16,0 0-32 0,0 0-48 16,0 0-244-16,79-45-152 0,-47 42-140 0,-4 3-128 15,7-2-188-15,6-2-100 0,-5-2-48 16,3 2-76-16,-3-3-188 0,-1 4-460 16,2 1-420-16,-5-1-408 0,-9-1-1004 0,1 4-3201 15</inkml:trace>
  <inkml:trace contextRef="#ctx0" brushRef="#br0" timeOffset="-184086.757">6399 8204 12377 0,'0'0'2012'0,"0"0"-1696"0,0 0 76 15,0 0 372-15,103-3-84 0,-79 3-404 16,0 0-140-16,-1 0-24 0,-3 0 40 16,-3 0-128-16,-6 6-24 0,1 4-100 0,-7 2 100 15,-5 8 88-15,0 5 72 0,-13 2-72 16,2 10-28-16,-6-3-60 16,-2 4-4-16,-1-3-120 0,3 0 124 0,6-7 0 15,-1-2 100-15,7-10-92 0,5-3-8 16,5-7 4-16,11-3 156 0,4-3 88 15,8 0-4-15,0-12-44 0,8-1-80 16,-1-6-120-16,5-3-184 0,-5-1-444 16,-3 2-420-16,0 2-648 15,-8 2-2465-15,4-2-6003 0</inkml:trace>
  <inkml:trace contextRef="#ctx0" brushRef="#br0" timeOffset="-183060.323">3239 11808 8340 0,'0'0'5305'0,"0"0"-4813"0,0 0-440 0,0 0-52 16,0 0 632-16,0 0 188 0,0 0-176 16,0 0-8-16,95-7 36 0,-51 3-92 15,11 4-12-15,5-2-212 0,5 2-120 16,2-3 104-16,1-4-132 0,3 0 12 15,2-2-84-15,-2 0-88 0,-3-4 16 16,-5 0-64-16,-3 4-12 0,-4-4-88 16,-9 1 40-16,-2 2-40 0,-9 1-56 0,-8-1-188 15,-4 7-232-15,-9 0-64 0,-2 3-264 16,-13 0-524-16,0 0-1160 16,0 0-1845-16,-17 3-2291 0</inkml:trace>
  <inkml:trace contextRef="#ctx0" brushRef="#br0" timeOffset="-182825.73">4191 11560 10424 0,'0'0'1301'0,"0"0"-1145"0,0 0 584 0,0 0 728 16,0 0-344-16,99 18-420 0,-75-11-12 0,4 3-56 15,4-4-140-15,-4 7-176 16,4-1-304-16,-8 5 156 0,4 2-168 0,-9 0 8 15,-2 6 0-15,-6 1-4 0,-7 2 104 16,-4 7-28-16,-4 7-12 0,-15 2-72 16,3 0-4-16,-8 3-4 0,-4-3-192 15,0 2-220-15,1-8-24 0,-1-4-128 16,0-2-320-16,7-13-936 0,-10 0-2677 16</inkml:trace>
  <inkml:trace contextRef="#ctx0" brushRef="#br0" timeOffset="-182067.077">2426 11350 12137 0,'0'0'3064'0,"0"0"-1592"0,0 0-740 0,0 0-76 16,0 0-112-16,0 0-200 0,0 0-120 15,0 0 80-15,0 0 52 16,111-25 36-16,-66 19-232 0,-2-1-52 0,5 1-60 16,-4 0-40-16,-4 2-8 0,-4-2-40 15,-4 3-104-15,-9 3 32 0,-3 0-48 0,-4 9-48 16,-8 4-48-16,-4 6 136 16,-4 10-4-16,-8 3-184 0,-8 5-136 15,0 8 76-15,-8-1 108 0,0 5 48 0,-4-5-48 16,-4 3 176-16,1 1 76 0,-5-1 8 15,-4 4 120-15,0-3 16 16,-4 3 24-16,1-4-48 0,2 1-112 0,2 0-8 0,3-1 8 16,8-5-8-16,0-5-44 0,8-4 40 15,8-8-44-15,5-9 56 16,7-3 184-16,0-7-36 0,7 3-24 0,10-2 24 16,6-4 160-16,5 3-24 0,0-3 12 0,8-3-112 15,-5 0 60 1,5 0-60-16,1 0-40 0,-1-3-56 0,-5-3-80 15,5-1-8-15,-4 4-36 0,0-6 32 0,0 5 4 16,-4-2-160-16,0 3-208 0,-4-3-208 16,-5 2-76-16,-3 2-68 15,0-2-484 1,-4 1-1028-16,0-4-2109 0,-8 0-1995 0</inkml:trace>
  <inkml:trace contextRef="#ctx0" brushRef="#br0" timeOffset="-181812.611">3008 11531 5168 0,'0'0'4652'16,"0"0"-3039"-16,0 0-829 0,0 0 200 15,0 0 464-15,0 0-200 0,0 0-580 0,0 0-384 16,-60 73-196-16,40-38-24 0,0 7 60 15,-4-1 64-15,0 4 32 0,-4-4-56 16,0 2-104-16,0 6 28 0,-3-5-80 16,-1-3 164-16,0 4-96 0,4-7-76 15,0 0-88-15,4-5-12 0,5-6-120 16,-2-2-216-16,10-5-500 0,3-1-460 16,-1-6-1472-16,5-7-3733 0</inkml:trace>
  <inkml:trace contextRef="#ctx0" brushRef="#br0" timeOffset="-181019.327">5036 11218 2568 0,'0'0'2776'0,"0"0"1544"0,0 0-3196 16,0 0-195-16,0 0 135 0,0 0 120 16,0 0-184-16,0 0-132 0,0 0-100 15,0 0-132-15,0 0-16 0,-33 28-52 16,33-28-64-16,0 0-160 0,0 0-148 15,0 0-36-15,0 0 0 0,0-3-12 0,9 3 8 16,-1-4-44-16,3-3 60 0,13 1 24 16,4-2 264-16,12-3 196 15,4-1-263-15,7-1-249 0,2 0-60 0,-1 1-84 16,-5 2-12-16,-3-3-60 0,0 4-12 16,-9-1-28-16,-3 1-141 0,-4 3-199 15,-4-1-400-15,-3 4-52 0,-10 0-44 16,-7 3-348-16,0 0-1280 0,-4 0-2353 0,-8 9-2535 15</inkml:trace>
  <inkml:trace contextRef="#ctx0" brushRef="#br0" timeOffset="-180785.841">5160 11303 10288 0,'0'0'1633'16,"0"0"-1053"-16,-13 82 376 15,13-37 804-15,0 9-228 0,0 3-364 0,0 6-352 16,8 1-288-16,-3 2-196 0,2 4-112 16,-3-3-108-16,0-4-112 0,0 0 4 15,0-8-16-15,0-7-28 0,0-9-56 16,0-9 84-16,-4-10-160 0,8-7-172 16,-4-4-220-16,0-9-164 0,3 0-116 15,2-9-224-15,-1-10-644 0,0-7-840 0,-1 3-1993 16,2-14-1795-16</inkml:trace>
  <inkml:trace contextRef="#ctx0" brushRef="#br0" timeOffset="-180537.027">5358 11322 10516 0,'0'0'1157'15,"0"0"-1105"-15,0 0 232 0,-3 73 624 16,-1-38 352-16,0 3 280 0,4 6-484 15,0 8-336-15,0-2-112 0,0 7-200 16,0 0-76-16,0 4-184 0,0-1-4 16,0-3-144-16,0 1 0 0,-5-8-120 15,5-6 68-15,0-5-44 0,0-11-124 0,0-6-104 16,0-5 128-16,0-9-176 16,5 3-248-16,-1-9-292 0,0-2-348 15,-1 0-784-15,1 0-977 0,0-9-2091 0</inkml:trace>
  <inkml:trace contextRef="#ctx0" brushRef="#br0" timeOffset="-180340.724">5243 11893 3268 0,'0'0'7849'0,"0"0"-6925"0,0 0-628 16,0 0 140-16,0 0 556 0,0 0 72 15,0 0 172-15,0 0-208 0,0 0-308 0,108-50-164 16,-76 40-236-16,3 0-124 0,5 1 12 15,-5-1-72-15,2 1-136 0,3 3-100 16,-5-5-120-16,1 2-100 0,-4 4-212 16,0-2-284-16,0 0-144 0,-4 4-452 15,-4 3-980-15,-4-3-2265 0,-5 3-2807 16</inkml:trace>
  <inkml:trace contextRef="#ctx0" brushRef="#br0" timeOffset="-179885.337">5841 12068 15037 0,'0'0'856'0,"0"0"-500"16,0 0-344-16,88 0 660 0,-57 0-200 16,-4 0-224-16,-2 6-160 0,-1 1 100 15,-4 2-184-15,-5 4 84 0,-2-1-88 16,-9 7 0-16,-4 4 24 0,0 3 88 0,-17 2 12 15,-3 4-112-15,1 3 124 0,-5-1-88 16,0-2-40-16,0-4 68 0,4-3 48 16,9-6 48-16,-2-5 24 0,13-8 112 15,0-3-132-15,8 1-168 0,12-4 352 0,8-4 236 16,4 1 136-16,4-6-208 16,8-2-343-16,-1-1-97 0,1 3-72 0,0-3-12 15,-4-2-104-15,-1 2-129 0,-2-1-347 16,-5 1-532-16,-9 2-412 0,-7 0-2312 15,0 4-4609-15</inkml:trace>
  <inkml:trace contextRef="#ctx0" brushRef="#br0" timeOffset="-179157.38">7227 7686 10436 0,'0'0'1673'15,"0"0"-557"-15,0 0-712 0,0 0 536 16,0 0 256-16,0 0-16 0,88 70-484 16,-61-44-348-16,1 2-28 0,0-2-24 15,0-5-60-15,0 2 8 0,-4-4-144 16,0-3-100-16,-1-6-24 0,-2-4-28 0,3-3-68 16,-5-3-224-16,-2 0-388 0,-2-3-296 15,-6 0-468-15,-2-3-924 0,-3 2-2109 16,-4-6-1455-16</inkml:trace>
  <inkml:trace contextRef="#ctx0" brushRef="#br0" timeOffset="-179018.563">7490 7826 8856 0,'0'0'1268'0,"0"0"-764"0,0 0 9 0,-56 70 351 16,37-38 260-16,-2-4-80 0,1 1-336 15,8-10-436-15,5-4-272 0,3-8-276 0,0-4-232 16,4-3-352-16,0 0-368 0,0-3-1193 15,4-16-4299-15</inkml:trace>
  <inkml:trace contextRef="#ctx0" brushRef="#br0" timeOffset="-178646.34">7203 7569 9500 0,'0'0'1256'0,"0"0"-883"0,0 0 503 0,-60 69 476 16,40-29-168-16,5 0 24 0,2 8-52 15,2 3-288-15,7 3-176 0,0 3-124 16,4 3-152-16,0 1-84 0,0-4-184 0,4-7-124 16,11-2-24-16,5-14-48 15,8-8 48-15,8-14 44 0,12-5 16 16,3-7-12-16,9-9-36 0,0-10 40 0,0-4-40 16,0-5-4-16,-8-4-4 15,-1-4-4-15,-3-1-8 0,-4-8-52 0,0 1 56 16,-4-6-40-16,-5-2-4 0,1-4 44 15,-12 1-56-15,-4-1-4 0,-4 1 52 0,-11 7-36 16,-5 4 36-16,-17 3 12 16,-3 6 60-16,-8 6-56 0,-8 4 48 15,-3 6-52-15,-5 6 36 0,4 5-112 0,-4 8 76 16,0 0-144-16,4 0 48 0,5 8 92 16,-1 5-52-16,4-1-56 15,4 9-96-15,0-3-48 0,0 4-64 0,8 3-312 16,1 7-284-16,2 0-616 0,6-7-1576 15,-6 21-3169-15</inkml:trace>
  <inkml:trace contextRef="#ctx0" brushRef="#br0" timeOffset="-177797.52">7641 8804 9232 0,'0'0'1640'0,"0"0"-779"15,0 0-13-15,0 0 440 0,0 0-48 16,0 0-196-16,0 0 68 0,0 0-256 0,80 20-92 15,-55-24-16-15,1-6-76 0,6-6-184 16,0 1-96-16,0-4-172 16,5 0-144-16,-5-4-76 0,-1 1-96 0,1 2-52 0,-8 1-84 15,-4 7-256-15,-4 3-72 16,-4 2-28-16,-9 4 36 0,-3 3-28 16,0 0-40-16,0 0 0 0,-3 6-16 0,-5 0 16 15,0 5 40-15,-1-3 240 16,-2 3 100-16,3-3 128 0,-1-1 52 15,2 3 60-15,3-7 128 0,-4 4 60 0,4-4-48 16,-4-1 0-16,4 5-52 0,0-4-28 16,0 7 116-16,0-4 204 0,0 7-92 15,1 0-60-15,-2 6-100 0,1 3 108 16,0 6-76-16,-4 0 28 0,1 5-36 0,3 2 8 16,-9-4-84-16,5 1 72 15,-3 4 0-15,-2-9-12 0,2 5-12 0,-2-3 76 16,-2 3-80-16,-2-1 56 0,6 1-116 15,-6-1-12-15,-2 2-48 0,3-5 16 16,4 1-12-16,-4-4 92 0,0-3-96 16,9-3 64-16,-2-9-60 0,5-1 68 15,0-5-8-15,4-1-16 0,0-3-48 0,0 0-44 16,0 0-8-16,0 0 52 0,4 0 4 16,0 0 84-16,0 0 20 0,1 0 4 15,2 0 36-15,5 0-36 0,8 0 20 16,-5-7-128-16,10 1 120 15,3 0-124-15,3-3-48 0,5 2 48 0,0-3 12 16,4 1-12-16,0 3-88 0,-4-1 76 16,-1-2 8-16,-3 3-56 0,-4-4 60 15,-4 3-12-15,-3-2-36 0,-6 3-64 16,-2-1-220-16,-2 1-160 0,-7 0-212 16,-4-1-280-16,0 1-336 0,0 0-1280 15,0-11-4845-15</inkml:trace>
  <inkml:trace contextRef="#ctx0" brushRef="#br0" timeOffset="-177559.123">8171 8779 9664 0,'0'0'1473'15,"0"0"-661"-15,0 0 324 0,0 0 264 0,0 0-352 0,0 0-68 16,-79 57-404-16,62-31-180 15,2 8-184-15,-5 1-116 0,-4 6 68 16,4 0-28-16,0 1 12 0,0 2-136 0,1-2-8 16,2-1-4-16,2-3-64 0,-2-7-44 15,10-6-68-15,-1-5-8 0,3-10-200 0,5-4-240 16,0-6-292-16,5 0-268 16,3-6-712-16,-1-1-1297 0,10-16-4475 15</inkml:trace>
  <inkml:trace contextRef="#ctx0" brushRef="#br0" timeOffset="-175348.75">8629 6978 11429 0,'0'0'1436'16,"0"0"-1128"-16,0 0 8 0,0 0 384 15,-28 106 512-15,17-54-16 0,-6 12 24 0,2 10-468 16,-2 2-136-16,2 3-152 15,-5 7-132-15,-4 0-172 0,1-1-64 16,-5 4-96-16,0-10 8 0,3-2 4 0,10-14-8 16,-1-14 8-16,4-16 0 0,3-8 36 15,9-11-48-15,-4-4-148 0,4-10-36 0,0 0-48 16,8-3-76-16,1-8-120 0,-1-4 20 16,8-7-144-16,-1-7-168 15,6-3-316-15,-2-6-388 0,-3-3-300 0,5 0-160 16,-6-7-237-16,2 0 85 0,-2-2 268 15,-3-1 464-15,0-7 364 16,-4 5 4-16,-1-4 308 0,-3 0 248 0,5 3 380 16,-5 3 132-16,0 7 520 0,0 2 912 15,-1 14 80-15,1 5 296 0,1 7-72 16,3 7-84-16,-4 2-267 0,3 7-329 0,6 0-160 16,-5 0-156-16,3 10-268 15,2 7-100-15,2 1-44 0,2 4 76 16,-2 10-52-16,2 0 96 0,2 9 8 0,-3-3 16 15,4 7-276-15,0 2-232 16,0 1-92-16,-1 2 40 0,2 2-44 16,-5-2-56-16,3-2 52 0,-6-1-4 0,2-3-56 15,-2-4-32-15,-2-7 8 0,-3-3 80 16,5-5 8-16,-6-3 0 0,5-9 0 16,-4-1-60-16,0-6-36 0,-4-1-40 0,0-5-12 15,0 0-24-15,-4 0 24 0,0 0 0 16,0-5-8-16,0-1-80 0,-8-3-208 15,1-1-88-15,-6-2-40 0,-2-4 48 16,-2 3-132-16,-7-6-348 0,5 3-456 16,-9-3-476-16,4-2-169 0,-8-3-71 0,12 8-208 15,-20-5-28-15</inkml:trace>
  <inkml:trace contextRef="#ctx0" brushRef="#br0" timeOffset="-175212.75">8450 7775 4972 0,'0'0'2380'0,"0"0"-264"0,0 0-375 16,0 0-633-16,0 0-764 0,0 0-204 15,0 0 588-15,0 0 124 0,0 0-336 16,95-34-272-16,-54 21-244 0,2-4-112 16,6 5 0-16,-2-1-92 0,5 1-392 0,-4 2-1008 15,-12 3-2417-15,11 2-3455 0</inkml:trace>
  <inkml:trace contextRef="#ctx0" brushRef="#br0" timeOffset="-138803.329">3493 13665 8716 0,'0'0'4733'16,"0"0"-3577"-16,0 0-476 16,0 0-152-16,0 0 400 0,0 0 524 0,0 0-156 15,0 0-220-15,-60 6-504 0,49 0-256 16,-5 1-112-16,0-1 5 0,1 3-41 15,-2 4-80-15,2 3-88 0,-2 3-72 0,-3 6-64 16,5 11 3-16,-6 5-27 0,6 9 64 16,-5 9 0-1,4 1-4-15,0 6 88 0,-1 1-36 0,6 0-72 0,3-1 112 16,4-6-92-16,4-2 4 0,4-1-40 16,8-4 132-16,4-5 4 15,8-3-4-15,3-7-164 0,1-7 120 0,8-8-28 16,1-4 72-16,2-10 0 0,-3-9-76 0,8 0-140 15,-4-16 220-15,-1-6 124 16,6-6 8-16,-6-7-36 0,1-6-96 16,-4-7-92-16,-1-3 80 0,-3-3-96 0,1-6-28 15,-6-1 0-15,1-2-144 16,-4 0 108-16,-4-1 52 0,-8-3 120 0,0 1-52 16,-8-1 40-16,-4 0 8 0,-4 4-44 0,-8-1-64 15,-4 4 112-15,-4 6-48 16,0 3 44-16,1 10-4 0,-5 6 12 15,-1 6-4-15,1 10 112 0,5 10 44 0,-1 5 80 16,-4 4-52-16,4 4-20 0,-4 5-164 16,0 10-96-16,4 1 36 15,-3 8 8-15,2 3 16 16,-3 7-24-16,5 4-248 0,-1-1 28 0,-1 1-116 16,6 0-652-16,-1-9-1140 0,4-3-936 0,-1-9-1777 15,10-4-1163-15</inkml:trace>
  <inkml:trace contextRef="#ctx0" brushRef="#br0" timeOffset="-138620.289">3438 13753 1472 0,'0'0'4108'0,"0"0"60"0,0 0-3508 16,0 0-212-16,0 68 265 0,0-40 515 16,0 4-196-16,0 6-384 0,0 7-168 15,-8 2 12-15,0 4-140 0,0-4-40 0,-4 4-148 16,0-3-164-16,4-4-144 0,1 1-32 15,-2-10-272-15,5-3-312 0,0-13-340 16,4-7-588-16,0-9-1101 0,0-3-1879 16</inkml:trace>
  <inkml:trace contextRef="#ctx0" brushRef="#br0" timeOffset="-138422.47">3510 14255 8960 0,'0'0'1448'0,"0"0"-663"16,0 0-1-16,0 0 484 0,0 0 40 15,0 0-436-15,60 77-260 16,-45-56-120-16,5 9 356 0,4-2-216 0,-3 4-312 0,-2-4-132 16,5-2-188-16,-4 2-104 0,0-6-92 15,4-3 96-15,-9 1-208 16,5-4-204-16,-3-4-172 0,2 1 16 0,-2-4-160 16,-2 1-376-16,5-4-776 15,-3-3-609-15,-6 4-1323 0,5-4-1519 0</inkml:trace>
  <inkml:trace contextRef="#ctx0" brushRef="#br0" timeOffset="-137235.645">1940 13897 10628 0,'0'0'2117'16,"0"0"-905"-16,0 0-36 0,0 0 48 16,0 0-304-16,0 0-400 0,0 0-272 0,-84 12-136 15,68-2 12-15,4 3-124 16,-4 2-112-16,0 2 28 0,1 5 84 0,2-3 0 16,2-1 8-16,-1 5 0 0,3-1-8 15,2 0-80-15,3 4 32 0,0-3-28 16,0-4 16-16,4 0-116 0,0-7-20 15,12 1-4-15,-5-4 64 0,10-2 136 16,-2-4 260-16,9 0-252 0,0-3 80 16,8 0-76-16,0-3 212 0,0-4 12 15,4-2-140-15,4-1-96 0,0 1 12 0,3 0 76 16,1-2 96-16,8 5-120 16,0-3-28-16,4 2-28 0,-4 2-8 0,3-2 0 15,-3-3-84-15,-4 0 80 16,-4 4-4-16,-5-3-136 15,-7 2-212-15,-4-2-104 0,-8-1 52 0,-8 4-116 0,-4 0-348 16,-8-1-668-16,0 4-1416 0,-12-10-3825 0</inkml:trace>
  <inkml:trace contextRef="#ctx0" brushRef="#br0" timeOffset="-137020.484">2518 13944 4156 0,'0'0'1496'0,"0"0"2696"16,0 0-3316-1,0 0-387-15,0 0 463 0,0 0 364 0,0 0-528 16,0 0-332-16,0 0-52 0,95 9 0 0,-71-2-104 0,0-3-12 16,-4 2-236-16,4 1 40 15,-5-1-84-15,2 2 4 0,-9 3-12 0,0 1 0 16,-5 4 0 0,-3 0 188-16,-4 6 72 0,0 4-160 15,-7 5-100-15,-5-3-136 0,-1 5-228 0,-2-5-52 0,-1 1-112 16,-4-7-128-16,-4-3-460 0,0-3-672 15,9-4-873-15,-26-2-2223 0</inkml:trace>
  <inkml:trace contextRef="#ctx0" brushRef="#br0" timeOffset="-136572.543">1051 13947 508 0,'0'0'1304'16,"0"0"-756"-16,0 0-392 0,0 0 512 15,0 0 596-15,0 0-1264 0,0 0-1540 16,0 0-936-16,0 0 2045 0</inkml:trace>
  <inkml:trace contextRef="#ctx0" brushRef="#br0" timeOffset="-136163.775">864 14011 3816 0,'0'0'132'0,"0"0"5448"0,0 0-3979 0,0 0 131 0,0 0 12 16,0 0-92-16,0 0-608 0,0 0-408 0,0 0-144 15,-12-16-492-15,20 12-284 0,8 2 172 16,4-4 112-16,12-5 236 0,3 5-112 16,1 0-112-16,5-1 0 0,-2 1-12 15,1 3-48-15,0-2 48 0,0 1 0 0,-4 1 0 16,-5 3-4-16,-3 0-68 15,-7 0 68-15,-6 0-64 0,-7 0 16 16,0 7 52-16,-8 1 12 0,0 5 324 0,0 4 120 16,-12 4-260-16,0 8-196 15,-4 6-44-15,-7 0 44 0,3 7-4 16,-12 2-44-16,4 6-24 0,-8 1-28 0,0 6 52 16,-4 7 36-16,4 2 12 0,-3-2 160 15,3-1 0-15,4-9 12 0,8-2-64 16,0-15-8-16,12-6-100 0,4-7 0 15,4-9-76 1,4-2-20-16,4-7 20 0,8-3 76 0,16 1 52 16,4-1 168-16,4 0 112 0,7 0-164 0,1-3-68 0,0 0 8 15,-4 0-24-15,0-3-84 0,-4 0-8 16,-1 0-92-16,-7-4 4 0,0 1-212 16,-4-4-168-16,0-2 8 0,-8-1-236 15,0-6-384-15,0-4-996 0,-9 5-1832 16,2-14-2137-16</inkml:trace>
  <inkml:trace contextRef="#ctx0" brushRef="#br0" timeOffset="-135964.871">1402 14236 7524 0,'0'0'5477'0,"0"0"-4393"0,0 0-616 0,0 0-100 16,0 0 448-16,0 0-172 0,-64 82-256 15,44-53-140-15,0 10-184 0,1-1-4 0,-5 6-60 16,0 4 12-16,-4 2-8 0,4 5-4 16,-8-2-224-16,4 5-64 0,0-1-416 0,1 0-264 15,-1-3-540-15,8-13-2557 0,-16 16-2599 16</inkml:trace>
  <inkml:trace contextRef="#ctx0" brushRef="#br0" timeOffset="-129900.281">6749 14005 4880 0,'0'0'468'16,"0"0"108"-16,-16-73 152 16,11 47 24-16,-2-3 484 0,3 1-216 0,-4 2 80 15,4 1-263-15,1 4-169 0,-2-3-4 0,-3 6 1316 16,0-1-960-16,1 6-216 15,-2 4 16-15,-3 2 60 0,5 4-300 16,-1 0-248-16,-5 3-172 0,2 3-88 16,-2 7-68-16,5 2-4 0,1 7-144 0,-6 7-100 15,5 6 108-15,1 6 64 0,-1 6-16 16,-1 3 84-16,5 5-44 0,-3 5-4 16,3 6 40-16,0 6-48 0,4 5-64 15,0-1 76-15,4 4-28 0,4-5 76 16,-1-3-12-16,10-8 0 0,3-7-100 0,3-13-24 15,1-11 76-15,4-12-16 16,0-8 64-16,8-10 0 0,0 0 12 16,-1-16 52-16,6-3-4 0,-2-13 112 0,5-3-156 15,-4-12 0-15,0-4 60 0,-4-7-52 16,-1-5 0-16,-3-7 44 0,0 0-56 16,-8 1-60-16,-4-1-4 0,-8 0-60 15,1-1-120-15,-13 5-80 0,0-1 200 16,-4 4-112-16,-9 3 112 0,-2 2 64 0,-9 8 60 15,-1 6 48-15,1 12-44 0,0 6 184 16,1 10 32-16,-1 7-20 0,0 6-192 16,0 3 128-16,1 9 76 0,-2 4-164 15,-3 9-48-15,4 7-112 0,-4 3 40 16,0 6-164-16,5-1 160 0,-1 2-120 0,4-8-152 16,-1 1-568-16,2-9-340 0,7-4-88 15,0-7 16-15,4-9-113 16,5-3-499-16,-1-3-824 0,4-16 12 0</inkml:trace>
  <inkml:trace contextRef="#ctx0" brushRef="#br0" timeOffset="-129719.923">6745 13598 7384 0,'0'0'2088'0,"0"0"-383"0,0 0-433 16,0 0-152-16,0 0 12 0,0 0-440 16,0 0-228-16,4 79-44 0,-4-37-84 0,0 5-88 15,0 8 76-15,0 1-24 16,0 8-28-16,0 0-84 0,-8-1-188 15,4 1-8-15,-5-1-104 0,6-3-76 0,-1-6-408 16,4-5-368-16,-4-12-16 0,4-14-184 0,0-8-368 16,0-12-645-16,4-3-1743 15,3-12-444-15</inkml:trace>
  <inkml:trace contextRef="#ctx0" brushRef="#br0" timeOffset="-129571.132">6829 14208 5440 0,'0'0'3132'0,"0"0"-932"16,0 0-555-16,0 0-497 0,0 0-220 0,0 0 20 15,92 82-248-15,-73-56-168 16,5 2-72-16,0 0-52 0,4-2 324 16,0-3-732-16,4-1-12 0,0-6-188 15,0-4-196-15,-1 1-448 0,-3-7-324 0,0 4-408 16,-5-3-672-16,-6-5-969 0,3 1-3707 16</inkml:trace>
  <inkml:trace contextRef="#ctx0" brushRef="#br0" timeOffset="-129200.25">7641 13821 9248 0,'0'0'1188'0,"0"0"-1072"0,0 0 313 0,0 0 647 15,0 0 356-15,105 34-252 0,-70-8-20 16,1 2-280-16,0 4 28 0,-1 4-164 15,1 1-448-15,0-5-296 0,-8-1-40 0,-4-8-132 16,0-4-184-16,-4-10-264 0,-1-5-16 16,-2-4-228-16,2-13-284 15,-2-6-720-15,-6 0-1037 0,2-13-2123 0</inkml:trace>
  <inkml:trace contextRef="#ctx0" brushRef="#br0" timeOffset="-129078.065">8072 13823 5260 0,'0'0'5496'0,"0"0"-4379"0,0 0-181 15,-68 67 364-15,44-25-264 16,0-2-380-16,5 6-200 0,-2-5-84 0,6-3-172 16,-2-10-200-16,10-9-212 0,3-10-176 15,4-2-456-15,0-7-204 0,0-9-312 16,0-10-825-16,0 3-711 0,8-26-1876 16</inkml:trace>
  <inkml:trace contextRef="#ctx0" brushRef="#br0" timeOffset="-128698.089">7705 13602 9472 0,'0'0'1280'0,"0"0"-391"16,0 0 111-16,0 0 248 0,-79 60-296 15,62-28-300-15,2 9-224 0,6 3 40 16,2 7 20-16,3 0 44 0,4 7-120 16,0-2-68-16,4 4-120 0,3 1-40 0,6 0-172 15,-2-5-12-15,6-5-24 16,-2-3-124-16,6-8 140 0,3-4-128 0,3-8 128 15,1-5-128-15,3-14-36 0,1-6 172 16,9-6 4-16,-2-13 204 0,5-9-72 16,0-11 48-16,0-8-48 0,-4-3-36 15,0-7 12-15,-5-6-112 0,1-1-64 16,-4-2 64-16,-4-1-8 0,-4 1-140 16,-8 5-12-16,-8 2 76 0,-4 1-104 15,-4 8 64-15,-16 5 64 0,-4 5 120 16,-8 8 4-16,-3 7 108 0,-1 5 0 0,-4 11 16 15,-5 4-44-15,2 2 176 0,-4 2-188 16,2 8-128-16,-2 3-8 0,7 6-60 0,-5 6-108 16,6 7-36-16,-5 2-116 0,8 6-216 15,0 4-456-15,1 3-736 16,10-12-1372-16,-3 22-3409 0</inkml:trace>
  <inkml:trace contextRef="#ctx0" brushRef="#br0" timeOffset="-127518.829">7909 14979 796 0,'0'0'8188'16,"0"0"-6832"-16,0 0-451 0,0 0 83 0,0 0 392 16,0 0-88-16,0 0-296 0,0 0-340 15,0 0-308-15,0 0 64 0,15-18 208 0,5 11-40 16,4 0-200-16,4 1-72 16,4 3-184-16,-4 0-16 15,4 0-108-15,0 3 0 0,-4 0-72 16,-5 0 72-16,1 3-64 0,-4 0-20 0,-4 0 40 0,-4 0 40 15,-4 0-80-15,0-3 12 0,-8 4 60 16,0-1-40-16,0 4 4 0,0-2-36 16,-4 1-40-16,-8 8-124 0,0 2-120 15,-4 6-192-15,-4-3 128 0,0 6 180 0,-3 4 80 16,-5 3 60-16,4 0 112 0,-8 3 28 16,4 2 20-16,4 2-8 0,-4-2 84 15,8-2-64-15,4 0-52 0,1-3 108 16,2-3-32-16,5-7-8 0,8 0-64 15,0-6 64-15,0-4 48 0,8-1-40 16,8-1 4-16,0-6 100 0,8 0 208 16,-4-1-152-16,4-3-56 0,3 0 144 0,-3-3-100 15,1-3-48-15,-1-3-24 16,0 2-152-16,-1-3-8 0,-3-2-48 0,1 2 48 16,2-3-112-16,-3 1-72 0,-4-1 0 15,4 1-296-15,-4-1-212 16,-1-3-128-16,-2-1-460 0,-1 3-744 0,-5 0-1169 15,2-8-2531-15</inkml:trace>
  <inkml:trace contextRef="#ctx0" brushRef="#br0" timeOffset="-127270.755">8399 15030 8052 0,'0'0'2640'15,"0"0"-1919"-15,0 0-361 0,0 0 576 0,0 0 640 16,0 0-388-16,0 0-648 0,0 0-236 15,-80 29-128-15,68-9 100 16,-8-2-92-16,0 7 28 0,0 4 12 0,0-1 0 16,-4 4-88-16,5 0-132 0,-6-1 60 15,1 2-64-15,5-3-64 0,-5-1-60 16,7 1 12-16,2-8-84 0,-1 0-80 16,4-7-124-16,4-5-40 0,8-7-148 15,-5 1-132-15,5-4-240 0,0 0-456 16,9-4-565-16,-1-2-335 0,3-7-820 0</inkml:trace>
  <inkml:trace contextRef="#ctx0" brushRef="#br0" timeOffset="-126137.896">8897 13141 7704 0,'0'0'1648'0,"0"0"-436"15,0 0-603-15,0 0-57 0,0 0 320 16,-25 86 84-16,18-45-80 0,-1 10-280 15,-1 9-180-15,-2 7-116 0,-6 9 180 0,6 4-92 16,-6 2-100-16,-2 4-64 0,3-1-136 16,-4-1-88-16,0-5-4 0,5-7-148 15,-2-11 28-15,2-10-12 0,6-17 0 0,-2-8-140 16,7-14 32-16,4-5-104 0,0-7-208 16,0-7-516-16,0-12-240 15,7-6-420-15,5-14-493 0,-3 8-815 0,6-26-2040 16</inkml:trace>
  <inkml:trace contextRef="#ctx0" brushRef="#br0" timeOffset="-125788.942">8789 13477 3300 0,'0'0'4436'0,"0"0"-3100"0,0 0-420 16,0 0 29-16,0 0 415 0,0 0-20 0,0 0-336 16,0 0-236-16,80 16-340 15,-60 13-8-15,-1 7-8 0,1 1 184 0,5 11-24 16,-2 3-128-16,5 2-100 0,-4 8-172 15,0-4-92-15,0 0-80 0,-9-7-124 16,2-4-60-16,-2-12 124 0,-6-5-4 0,-1-10-8 16,-1-7-4-16,-3-2-84 15,0-7-148-15,-4 4-64 0,0-7-64 16,-4 0-152-16,-3 0-544 0,-5-4-652 0,-4-2-228 16,-5-4 271-16,2-2 525 0,-9 2 448 15,0-3-164-15,0 4 828 0,-8-4 104 16,1 4 452-16,-2-1 536 0,1-3 164 15,8 4-128-15,5-3 109 0,7 1-5 16,8 6 72-16,4-2-148 0,4 0-220 16,4 1-368-16,12 0-184 0,4-3 16 0,8-3-108 15,0-2-136-15,7 1-52 0,5 0-4 16,-4 1-348-16,4-1 152 0,0 1-468 16,-1-1-416-16,-2 4-708 0,-10 2-1489 15,5 1-2935-15</inkml:trace>
  <inkml:trace contextRef="#ctx0" brushRef="#br0" timeOffset="-124365.237">6586 13160 4804 0,'0'0'1340'0,"0"0"-248"0,0 0-92 0,0 0-28 16,-88 4-168-16,64 8-172 0,0 3 89 16,-3 8-29-16,-1 3 92 15,0 5 20-15,0 4-32 0,0 6-152 0,0 3-116 0,-4 8-40 16,0 5-160-16,4 9-204 15,-4 4 40-15,4 6-140 0,-4 10-8 16,8 6-4-16,-4 7 0 0,13 2-112 0,-2 7 36 16,14 6 76-16,3 4-80 15,0 3 84-15,16 0 8 0,3 3 32 16,5-7-32-16,12-3-52 0,5-9 44 16,10-7 8-16,9-5-76 0,7-8-64 0,9-9 68 15,12-6 60-15,0-3-48 0,8-9-16 16,-1-8 52-16,4-2 24 0,5-10 124 15,8-7-44-15,0-9-80 0,2-6-164 0,6-9 156 16,3-7 8-16,5 0-64 0,4-12 28 16,7-11 36-16,1-3 76 15,8-6-28-15,-2 0-48 0,2-5 16 0,-4-1 196 16,-2-1-36-16,-6-2-176 0,-8-4 0 16,-1 2 0-16,0-8 92 0,-3-3 20 15,-1-3-24-15,1-7-4 0,-4-3 68 0,-5 0 72 16,-11 1-88-16,-9 2-72 15,-11-3-16-15,-16 1 88 0,-12-4-36 0,-4-6-12 16,-13-4 0-16,1-5-80 0,-3-11 64 16,-6-2-72-16,1-3-112 0,0-2 108 15,-9 2 4-15,1 0 12 0,-7 2 64 0,2 0 148 16,-3-5-224-16,0 0-12 16,-4-4 12-16,4-7-8 15,-7 4-56-15,-6 1 60 0,-3 1-72 16,-8 7 68-16,-12 4 0 0,-8 2 8 15,-11 8 0-15,-9 8-208 0,-12 4 20 0,-15 9-196 0,-9 10 196 16,-12 10 140-16,-8 6-72 0,-3 6 120 16,-9 8 0-16,-4 6-84 0,-3 9 84 15,-8 8-40-15,-4 4 40 0,-5 12-24 16,-8 11 24-16,-7 6 112 0,-8 9-24 16,-4 3-80-16,-5 6 140 0,-11 7-148 0,-1 4-212 15,-3 5 208-15,4 7 0 0,-1 3-120 16,5 0-12-16,4 3-8 0,4 0-320 15,8 3-40-15,7-2 88 0,9 6-128 16,10 6-280-16,38-23-1228 0,-36 51-3561 16</inkml:trace>
  <inkml:trace contextRef="#ctx0" brushRef="#br0" timeOffset="-118036.373">3195 8893 168 0,'0'0'1852'0,"0"0"-716"0,0 0-368 16,0 0-12-16,0 0-260 0,0 0-208 0,0 0 764 15,0 0 1832-15,4-57-1347 0,-4 53-405 16,0-2-96-16,0 4 32 0,0-5-96 15,0 0-116-15,0 4-52 0,0-3-144 16,0 2-104-16,0 1-12 16,0 0 36-16,0 3 32 0,0 0-48 0,0 0 56 15,0 0 72 1,0 0-251-16,0 0-141 0,-4 3-188 0,4 7-100 0,0 3 72 16,0 6-36-16,0 13 36 0,8 6 24 15,-4 9 4-15,3 10-16 0,-2 4-28 0,3 6-64 16,-4 5-4-16,0 1 72 0,0 4-24 15,-1-5-48-15,-3-5 0 0,4-3-48 16,-4-7 36-16,5-3-84 0,-1-6 0 16,0-7 24-16,0-3 60 0,3-10-76 15,-3 0-20-15,0-9-12 0,1-5-64 16,-1-5-128-16,-4-5-129 0,4-4-143 0,-4 0-60 16,0-4 8-16,4-5-248 0,-4-5-488 15,0-7-880-15,0-8-788 16,0 4-2149-16,-4-26-1759 0</inkml:trace>
  <inkml:trace contextRef="#ctx0" brushRef="#br0" timeOffset="-117651.987">3167 8969 7432 0,'0'0'1648'0,"0"0"-616"16,0 0 261-16,0 0 39 15,0 0-56-15,0 0-252 0,0 0-344 16,0 0 0-16,0 0 132 0,0 0-156 0,72-66-40 16,-56 62-36-16,-1 1-40 0,2 0-76 15,-2 3-132-15,2-3-124 0,-6 3-76 16,6 0-8-16,-10 0-64 0,5 3-48 16,0 0 48-16,-4 4-52 0,0 2 4 15,0 0 64-15,-4 8-28 0,0-2 24 0,0 1 60 16,-4 3 148-16,0 0-120 15,0 3-27-15,-4-2-49 0,0 2 4 0,-8-3 20 16,4 0 12-16,0 0-36 0,-8 0-48 16,5-3-36-16,-6-4-204 0,6 1 144 15,-6 0-76-15,2-1-32 0,-2-1-89 16,2-6 1-16,-2 2-72 0,-2-5-72 16,-5 3-112-16,0-5-272 15,4 0-312-15,-4-7-568 16,4-3-544-16,9 4-1749 0,-6-7-2215 15</inkml:trace>
  <inkml:trace contextRef="#ctx0" brushRef="#br0" timeOffset="-116736.78">6537 8029 9156 0,'0'0'2517'0,"0"0"-1005"16,0 0-304-16,0 0 216 0,0 0 152 0,0 0-324 0,0 0-380 15,-3 70-260-15,-1-44-112 0,4 2-64 16,0 4-8-16,0 2-63 0,4 8-85 15,3 3 60-15,-2 5-16 0,3 4 196 16,0 7-96-16,-1 6-156 0,-3-1-172 16,5 4-52-16,-1 3-44 0,-1-3-4 15,-3 0-44-15,5-4-12 0,-1-2-16 0,-5-10 4 16,1-4 0-16,4-8 0 16,-3-11 72-16,3-5 0 0,-5-8-4 0,1-5-104 15,0-2-48-15,0-9-40 0,-4 2-44 16,4-4-64-16,-4 0-180 15,0 0-161-15,0-11 61 0,0-1-48 0,0-7-224 16,0-10-352-16,0-5-932 0,0-11-612 16,-4 10-2437-16,-11-24-1695 0</inkml:trace>
  <inkml:trace contextRef="#ctx0" brushRef="#br0" timeOffset="-116385.237">6518 8297 7960 0,'0'0'1788'0,"0"0"-664"16,0 0-95-16,0 0 467 0,0 0 152 16,0-71-348-16,8 62-516 0,0 2-288 0,-1-2-64 15,6-1 112-15,-2 1 120 16,10 2-184-16,-6 4-112 0,9 0 32 0,0 3 88 16,1 0-60-16,-2 0-148 15,1 0-75-15,0 6 3 0,0 1-28 0,-5-1-72 16,2 3-32-16,-1 1 20 0,-5 0-84 15,2 2 96-15,-6 2-60 0,2-2 0 0,-5 4 0 16,-1 0 40-16,-7 3-16 16,0 0 12-16,0 3 36 0,-7 0 48 15,-6 3 88-15,-2 1-40 0,-10-3-68 0,1-2-28 16,-4 2-48-16,1-4-72 16,-1-3-44-16,-3 0-76 0,3-4-100 0,-4 1-80 15,0-4-16-15,4 1-84 0,-4-1-24 16,4-3-96-16,0 1-149 0,4 2-307 15,0-2-632-15,8-3-1308 0,-12 1-3393 0</inkml:trace>
  <inkml:trace contextRef="#ctx0" brushRef="#br0" timeOffset="-115288.854">5789 12115 9308 0,'0'0'2193'0,"0"0"-1061"16,0 0-176-16,0 0 464 0,0 0-112 16,0 0-408-16,0 0-404 0,0 0-136 15,0 0 20-15,0 0-60 16,0 0-12-16,0 0-148 0,7 7 0 0,-7-1 108 0,4 5 76 16,5-3 12-16,-5 2-76 15,0-3-48-15,0 1-112 0,-4-1-32 16,3-1-40-16,1-2-48 0,-4-2 12 0,0 2 0 15,0-4 36-15,0 0-36 0,0 0 60 16,0 0-24-16,0 0-40 16,0 0-8-16,4 0-60 0,-4 0-24 0,0 0-88 15,0 0-96-15,0 0-120 0,0 0-88 16,0 0 20-16,0 0-120 0,0 0-52 16,0 0-104-16,0-4-176 0,0 2-300 15,-4-8-832-15,0 3-1857 0,-3-5-1215 16,22 47 768-16</inkml:trace>
  <inkml:trace contextRef="#ctx0" brushRef="#br0" timeOffset="-115162.556">5789 12115 2508 0</inkml:trace>
  <inkml:trace contextRef="#ctx0" brushRef="#br0" timeOffset="-114920.352">5789 12115 2508 0,'4'-66'1736'0,"-4"66"-264"0,0 0 204 0,0-3 504 0,3 3-283 16,-3 0-349-16,0 0-48 0,0 0-376 0,0 0-216 0,0 0-12 0,0 3-156 0,4 6-232 15,0 1 120-15,5 9 288 0,-1 3-172 16,-1 8-280-16,6 0-88 0,-5 5-83 16,-1 4 7-16,6 5 16 0,-5 1-48 15,3 6-64-15,-3 2-48 0,1 8-32 16,-2 2 8-16,-3 0-92 0,0 1-40 0,-4-4-12 15,4-5 0-15,-4-8-84 0,0-9-12 16,0-6 44-16,0-10-44 0,0-5-72 16,5-9-64-16,-5-5-32 0,4 0-76 15,-4-3-97-15,0 0-111 0,3-3 72 0,-3-2 100 16,4-6-200-16,4-3-248 16,-8-9-560-16,4-6-772 0,0 7-1692 15,-4-20-1661-15</inkml:trace>
  <inkml:trace contextRef="#ctx0" brushRef="#br0" timeOffset="-114571.703">5884 12204 8200 0,'0'0'2240'16,"0"0"-759"-16,0 0-289 16,0 0 472-16,0 0-244 0,0 0-504 0,52-79-372 0,-32 66-96 15,0 1 8-15,4 2 96 0,0 4-84 0,3 3-164 16,1 3-120-16,0 0 36 0,0 0-12 15,0 3 0-15,-8 3 0 0,4 4 24 0,-8-1-16 16,0 1-56-16,-4-1-52 0,-8 4 52 16,0-1-27-16,-1 1 3 15,-3 0-40-15,0 3-48 0,0-3 72 0,-7 0-24 16,-1-1 16-16,0 1 20 0,-8-1-48 16,4 4 0-16,-8-3-8 15,0 3-72-15,-3-4 80 0,-5 5-80 0,0-5 0 16,0 1-8-16,0-1 4 0,-4 2-60 15,4-8-112-15,4 0 4 0,-4 1-28 0,5-7-8 16,2 0-112-16,-3 0-85 16,9-5-63-16,-5-1 52 0,3 1-140 15,6-5-36-15,-1 0-332 0,-1 4-468 0,10-1-668 16,-5 4-2925-16,4-3-5099 0</inkml:trace>
  <inkml:trace contextRef="#ctx0" brushRef="#br0" timeOffset="-113305.194">4395 11262 9684 0,'0'0'1008'0,"0"0"2945"15,0 0-2745-15,0 0 48 0,0 0-116 0,0 0-132 16,0 0-188-16,0 0-304 0,0 0 104 16,0 0-196-16,67 63-107 15,-43-44-73-15,4-3-28 0,8 2 64 0,0 1 12 16,-1-2-16-16,5-1-180 0,-5-3-20 16,-2-1-36-16,3 1-40 0,-8-3-76 15,4-1 76-15,-4 0 0 0,-9-2-48 0,5-1 0 16,-4 0-12-16,-4 4-60 15,0-4-48-15,0 0-76 0,-4 1 76 0,-4 2-28 16,-4-2 4-16,0 2 44 0,-4 7 88 16,-4 0 12-16,-8 6-85 0,-4 4-135 0,-8 6-36 15,1-1 60-15,-5 4 24 0,-4 1-144 16,-5 1-224-16,5 1-208 16,-7 4 4-16,3 2-224 0,0 1-664 15,8-11-1364-15,-11 17-4041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11:46.71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1840 1070 8928 0,'0'0'5865'0,"0"0"-4997"0,0 0-480 15,0 0 168-15,0 0 1060 0,88 9-276 0,-52-5-632 16,4-1-316-16,3-3 108 0,5 0 425 15,8-10-381-15,8-3-168 0,0-6 264 16,3 0-376-16,1 1-132 0,-5-6-132 16,2 6-136-16,-10-1-8 0,-3 0-108 15,-9 6-244-15,-2 0-136 16,-9 4-169-16,-8 3-611 0,-9 6-752 0,-3 0-876 16,-7 3-2037-16,-5 13-1427 0</inkml:trace>
  <inkml:trace contextRef="#ctx0" brushRef="#br0" timeOffset="195.814">2637 996 5320 0,'0'0'4000'0,"0"0"-3068"0,0 0-352 16,0 0 529-16,0 0 323 15,0 0-228-15,-31 99-92 0,26-50-120 0,5 3 248 16,0 13-68-16,5 1-140 0,2 7-324 16,-3 0-64-16,0 6-159 0,-4 4-265 15,0-4-92-15,0 3-128 0,0-8-84 16,0-5-48-16,0-8-112 0,4-10-181 15,-4-7-99-15,9-15-36 0,-6-7-152 16,5-12-244-16,4-10-840 0,4-10-1104 0,-4-3-1065 16,12-25-1783-16</inkml:trace>
  <inkml:trace contextRef="#ctx0" brushRef="#br0" timeOffset="584.797">2944 1621 8732 0,'0'0'5385'15,"0"0"-4865"-15,0 0-292 0,0 0 504 16,32 71 796-16,-20-55-152 0,-1-4-616 16,2-5-440-16,6-1-40 0,-2-6 284 15,3 0-160-15,3-6-100 0,1-10-124 0,0-3-180 16,4-3-76-16,-4-7-68 0,-1 1-88 16,-2-1-12-16,-5 3 24 15,0 5-48-15,-9 1 96 0,2 5 124 16,-9 2 48-16,0 7 8 0,0-4 148 0,-9 4-32 15,-6 2-28-15,-2-2-32 16,-2 3-16-16,-1 3 84 0,0 3-132 0,0 7-96 16,-4 9-124-16,4 3 48 0,-3 9 172 15,3 11 76-15,-1 3 92 0,6 8 4 16,2 1 36-16,2 1 12 0,-1-2 12 16,7-5-16-16,1-10 52 0,4-7-108 15,0-8-160-15,13-8-48 0,-1-4-88 16,4-2-8-16,7-6 56 0,1-3-204 0,12 0 12 15,0-10-96-15,4-3 20 0,7-9-96 16,-2-3-200-16,-6-3-408 0,1-8-1176 16,-8 11-1608-16,3-19-1577 0</inkml:trace>
  <inkml:trace contextRef="#ctx0" brushRef="#br0" timeOffset="920.641">3637 1498 14337 0,'0'0'1840'0,"0"0"-1336"0,8 90-120 0,-8-52 1028 16,0 9 0-16,-8-3-496 0,0 1-404 15,1-5-256-15,-2-1-160 16,5-4-96-16,0-6-68 0,0-4-16 0,1-9-48 16,3-6-40-16,0-3-60 0,0-7-196 15,3-5-72-15,1-4 96 0,4-3 328 0,4-8 76 16,0-8 0-16,4-7-8 0,-4-6-176 15,4-3-64-15,0 2 92 0,0 0-16 0,0 5 60 16,0 8-60-16,0 10 172 16,0 10 72-16,-4 6 124 0,4 3 112 0,-4 6 172 15,3 7 84-15,-2 6-188 0,-2-1-68 16,2 8-56-16,-6-4-20 16,1 0-108-16,-4 1-124 0,0-8-48 0,4-2-52 15,0-4-324-15,0-2-360 0,4-4 160 16,0-3-40-16,0 0-804 15,4-13-992-15,-4 4-2529 0,8-9-2719 0</inkml:trace>
  <inkml:trace contextRef="#ctx0" brushRef="#br0" timeOffset="1244.007">4314 1400 14069 0,'0'0'2708'0,"0"0"-1664"16,0 0 64-16,0 0 560 15,0 0-536-15,0 0-575 0,-39 67-361 0,26-48-100 16,-2 3 0-16,2-3-56 0,2 0-40 16,-1-7-72-16,3 4 24 0,6-2-60 0,-5-6-4 15,8 3-104-15,0-2 32 0,0 1-45 16,4-1 21-16,8 4 76 0,0 2 68 16,3 1 52-16,6 0 12 0,-1-3 4 15,-1 3 60-15,-2-1-16 0,-2 2 12 16,1-4 60-16,1 2 113 0,-6 1 167 0,-3 0-156 15,0-4-88-15,-8-2 0 0,0 3-8 16,0-1-52-16,-8 5-52 16,0-5-44-16,-8 4-132 0,1-3-160 0,-2-4-156 0,2 0-113 15,2-2 5-15,2-7-92 16,3 0-220-16,4-7-584 0,0-11-1372 16,-1 2 468-16,5-26-4417 0</inkml:trace>
  <inkml:trace contextRef="#ctx0" brushRef="#br0" timeOffset="1539.656">4610 1569 5396 0,'0'0'9577'0,"0"0"-7941"16,0 0-1148-16,28 69 464 15,-24-44 1076-15,-4-3-368 0,0-2-571 0,0-5-545 16,0-8-336-16,3-1-208 0,5-2-52 16,4-4 48-16,0 0-116 0,7-10-132 15,2-3 0-15,7-3 20 0,-4-3-60 16,0-6-32-16,-5 3-45 0,-2-1 17 15,-10 8 96-15,1-2 168 0,-8 9 88 0,-4-3 160 16,-11 5-16-16,-9 0-32 0,0-1 104 16,-4 1-168-16,0 6 88 0,3 0 13 15,2 11-149-15,3 0 0 0,0 8 0 0,4 3 60 16,0-2-60-16,4 2-40 0,5-3-44 16,-1 0-197-16,3-3-399 0,1 0-188 15,0-7-196-15,4-2-420 0,0-7-744 16,4-4-1816-16,5-2-721 0,6-16-939 15</inkml:trace>
  <inkml:trace contextRef="#ctx0" brushRef="#br0" timeOffset="1785.025">4880 1473 11773 0,'0'0'2652'0,"0"0"-1728"0,0 0-44 16,100 3 180-16,-72 7-144 0,0 2-76 16,-1 4-460-16,-3 7-36 0,-3-2 120 15,-10 5 268-15,6-3-404 0,-14 2-228 0,1-3-28 16,-4 3-60-16,0-2 0 0,-7-5 36 15,-2 1 12-15,1-6 12 16,4-7 28-16,0-2-100 0,1-1-12 0,3-3 8 0,0-3 0 16,0-7-204-16,0-3 76 0,3-6-236 15,5-3 64 1,5 0 60-16,-2 0 76 0,10-4-68 16,-2 5 44-16,5-5 44 0,0 3-84 15,4-2-188-15,0 0-368 0,0 3-812 0,-9 3-1352 16,13-4-3833-16</inkml:trace>
  <inkml:trace contextRef="#ctx0" brushRef="#br0" timeOffset="2237.494">6526 1083 680 0,'0'0'4440'15,"0"0"1569"-15,0 0-3805 16,39 101 48-16,-22-41-384 0,-6 10-644 0,1 12-24 16,1 14-16-16,-6 8-247 0,6 5-161 15,-2 2-132-15,1-3-128 0,1-6-200 16,-6-7-316-16,5-16-144 0,-3-12-256 15,-2-13 24-15,1-17 88 0,-4-7 44 16,3-15 16 0,-2-2-124-16,-1-10 12 0,-4-3-121 0,4-3-3 15,-4-10 0-15,4-6-600 0,-4-13-388 0,4-9-304 0,-4-7-884 16,4 6-2061-16,-4-33-1187 0</inkml:trace>
  <inkml:trace contextRef="#ctx0" brushRef="#br0" timeOffset="2447.698">6653 1257 12137 0,'0'0'2380'0,"0"0"-1232"0,0 0-364 0,0 0 308 16,0 0-152-16,0 0-224 0,0 0-288 0,64-63-120 15,-48 53 20-15,0 3-48 0,4 4-128 16,-5 3-152-16,2 0-60 0,-6 7-16 16,-3 6 64-16,1 6-36 0,-9 3 48 15,0 6-48-15,-13 7-100 0,2 0-44 16,-10 3 32-16,2 0-60 0,-1-3-64 0,0-6-132 15,0-4-128-15,8-6-60 0,0-6-204 16,5-10-620-16,3-3-1068 0,4-6-4405 16</inkml:trace>
  <inkml:trace contextRef="#ctx0" brushRef="#br0" timeOffset="2705.979">6928 1292 8020 0,'0'0'5617'0,"0"0"-4613"0,0 0-448 16,0 0 604-16,80-13 20 0,-60 13-348 15,0 0-72-15,-5 0-280 0,2 7-248 16,-6 2-48-16,2 1-84 0,-5 2 20 0,-5 4 28 16,1 3-40-16,-4 3 28 15,0 0-88-15,-7 8-36 0,-1-5 36 0,-1-3-40 16,1-6-4-16,5-7 4 0,3-2 4 16,0-7 64-16,0 0 116 15,7-7 64-15,2-5-132 0,6-7 32 16,10-4-72-16,-1-8-8 0,8-8-76 0,-4 2-224 15,-2-2-276-15,6 4-180 0,-4 4-164 16,0-1-436-16,-4 6-1068 0,-7 7-2929 16,2 1-4299-16</inkml:trace>
  <inkml:trace contextRef="#ctx0" brushRef="#br0" timeOffset="2967.928">7525 1289 8160 0,'0'0'6845'16,"0"0"-5953"-16,0 0-704 0,0 0 492 15,13 69 868-15,-13-62-268 0,8-7-520 0,-4 0-312 16,8 0-216-16,4-3-96 16,4-7-60-16,3-5-76 0,5-2-304 0,0-5-148 15,0-3-160-15,-4 3 0 0,0-1 108 16,-8 4 48-16,0 4 112 0,-8-2 196 16,-8 9 148-16,0 1 228 0,-8 0 144 15,-8 1 84-15,-4-4 60 0,0 4-368 16,-4-3 48-16,0 2-196 0,-3 1-60 15,3 6 60-15,0 0 20 0,-1 9-20 0,6 8-148 16,-1-2-36-16,0 7-24 0,4 0-52 16,4-2-208-16,4 2-484 0,0-3-752 15,1-6-1376-15,2 6-5457 0</inkml:trace>
  <inkml:trace contextRef="#ctx0" brushRef="#br0" timeOffset="3451.097">8243 1108 14733 0,'0'0'2648'0,"0"0"-2040"16,0 0-548-16,0 0 300 0,0 0-40 15,0 0 160-15,0 0 84 0,0 0-184 16,-84 3-296-16,64 25-76 0,-3 10-8 15,-1 6 208-15,4 5 280 0,-1-5 400 16,10-6-331-16,7-6-289 0,0-9-172 0,4-11-24 16,0-5-72-16,8-5-84 0,3-2-192 15,10-7 124-15,7-7 148 0,3-16 4 16,5-3-156-16,5-13-173 0,-2-8-11 16,1 0-24-16,-5 1 84 15,-3 2 12-15,-4-3 72 0,0 3 108 16,-4 0-20-16,-3-3-52 0,-6-3-36 0,-7-4-132 0,-4 1-116 15,-4-7 52-15,0 7-28 0,0 3 36 16,0 16 96-16,0 12 288 0,0 13 592 16,0 13 160-16,-4 3-136 0,4 3-200 15,0 13-208-15,0 7 0 0,0 11 168 16,0 11 4-16,0 11 20 0,0 5 13 0,0 6 11 16,-4 3-168-16,4-3-172 0,0-1-80 15,-4 1-4-15,4-10-36 0,-4-3-84 16,0-10-64-16,4-3-116 15,0-11-213-15,0-5-203 0,0-6-264 0,12-10-408 16,-8-5-1216-16,16-11-3925 16</inkml:trace>
  <inkml:trace contextRef="#ctx0" brushRef="#br0" timeOffset="3756.818">8769 1038 16073 0,'0'0'2760'0,"0"0"-1804"0,-8 82-456 0,0-50 332 15,4 0 369-15,4-3-221 0,0-4-376 16,0-9-312-16,4 0-64 0,8-10-72 16,-4 1-156-16,8-7-120 0,-4 0-312 0,3-4-52 15,6-8-72-15,-6-4-64 16,5-3 172-16,-3 0-85 0,-2-4-115 16,-2 4-144-16,-2-3 152 0,-3 3 200 0,0 0 440 15,-3 3 124-15,-5 7 340 0,4 2 236 16,-4 4-80-16,0 3-108 0,0 3-72 15,0 7 21-15,0 6-97 0,0 3-24 16,0 3-64-16,3 1-108 0,-3-2-56 0,4-2-112 16,4 0-4-16,0-3-96 0,4-3 96 15,0-7-68-15,0-2-180 16,0-4-344-16,4 0-301 0,4-4 9 0,4-8-876 16,-9 2-2920-16,18-10-5765 0</inkml:trace>
  <inkml:trace contextRef="#ctx0" brushRef="#br0" timeOffset="3985.485">9494 1066 12777 0,'0'0'3204'0,"0"0"-1740"15,0 0 104-15,0 0-284 16,-79 73-320-16,58-54-319 0,6 0-281 0,2 0-156 16,6-2-124-16,-1-2-84 0,8 1-108 15,-5 1-88-15,5-5-8 0,0 1 20 16,0-1-1-16,5-2-19 0,-1-1 32 0,0-2 16 15,-4-4-4-15,4 3 4 16,-1-2 56-16,5-4-84 0,-3 0-120 0,-1 0-76 16,0 0 4-16,3-4-168 0,10-5-452 15,-2-4-1028-15,6-3-1000 0,-2 0-2233 16,18-12 273-16</inkml:trace>
  <inkml:trace contextRef="#ctx0" brushRef="#br0" timeOffset="4350.214">9896 495 7400 0,'0'0'4257'0,"0"0"-3565"0,0 0-40 0,0 0 264 15,-11 74 592-15,3-30-104 0,-5 6-136 16,6 7-184-16,-5 6-32 0,3 5-4 16,2-5-243-16,-1 0-393 0,4-2-256 15,4-7-156-15,0-7-8 0,4-9-64 16,7-2 0-16,6-11 68 0,2-2-60 0,1-8-104 15,1-2-88-15,-2-4-73 0,-3-2-203 16,0-7 32-16,-7 0 120 0,-2 0-48 16,-3 0-12-16,-4-7 48 0,-8 1-28 0,-4-3 36 15,-11-1-84-15,-5-6-252 16,-4 0 720-16,-4-6 24 0,-4-1 388 16,0-8-140-16,1 3-88 0,2-4-108 0,5 3 24 15,9 7-96-15,6 9 388 0,14 4 28 16,3 5 60-16,3 4-64 0,14 0-124 15,11 0-32-15,8 7 176 0,11-4 64 0,13 0 145 16,7 0-293-16,-2-3-340 16,2 0-12-16,-3-6-436 0,0-4-489 15,-8 1-295-15,-13 3-1696 0,5-5-5277 0</inkml:trace>
  <inkml:trace contextRef="#ctx0" brushRef="#br0" timeOffset="5253.117">2123 2645 6748 0,'0'0'3948'0,"0"0"-2407"15,0 0-33-15,0 0 100 0,80 6-188 16,-48-6-316-16,8 0-312 0,3 0-312 16,5-6-236-16,8-4-72 0,4 1-132 15,0-1-40-15,11-3 0 0,-3 4-12 0,12-1-48 16,-5 1-28-16,5-1 4 0,3 3 8 15,5 1 68-15,0 0-28 16,7-1 36-16,5 1 148 0,4 0-144 0,3 0-4 16,1-1-12-16,8 4-112 0,3-4-48 15,0 1-84-15,5-3 32 0,3-1 76 16,9-2 148-16,3-1 88 0,1 0 48 0,8 0-136 16,-9-2 84-16,4-2-8 15,1 2-64-15,3-1 108 0,-3-3-120 16,3 3-100-16,9 0 24 0,-5 0-8 15,4 4-212-15,1 2-336 0,-1 1 40 16,0 2 268-16,5 1 324 0,3 0 60 0,1-1-48 16,3-2 164-16,4 3 36 0,0-1-4 15,1-3-108-15,-1 4 24 0,0-6 36 16,0 2-36-16,1 0-36 0,0 2-16 0,-5-3-60 16,1-2-12-16,-2 1-40 0,-3 2-32 15,-3-2 64-15,0 2 8 16,-10 0 40-16,2 1 20 0,-8 6 8 0,-9 0-68 15,-3 3-60-15,-12 0 60 16,-6 0 52-16,-6 3 20 0,-12 4 40 0,-4-5-24 16,-12 5-80-16,-13-1-8 0,-7 1 0 15,-13-1-64-15,-11 0-32 0,-8 1-64 0,-8-1-176 16,-12 0-372-16,-8 0-608 0,0-1-1124 16,-28 0-3273-16</inkml:trace>
  <inkml:trace contextRef="#ctx0" brushRef="#br0" timeOffset="13568.1">14578 1317 888 0,'0'0'1708'0,"0"0"1408"0,0 0 688 0,0 0-2576 16,0 0 121-16,36-69-429 16,-28 59-40-16,0 4 120 0,0 0-220 15,0-1-136-15,-4 1 292 0,4 2-252 0,0-3-144 16,-1 5-20-16,-2-2-28 0,-1 2-40 15,-4 2-136-15,0 0-120 16,0 0-100-16,0 0-44 0,4 0-40 0,-4 0 36 16,0 2 24-16,0 4 28 0,0 8-16 0,0-2 48 15,-4 4 148-15,0 1 124 16,-1 1-115-16,1 1-21 0,-3 0-148 16,-1 3 16-16,0 4 8 0,0 3-12 15,0 3-44-15,-4 9 8 0,0 0-12 16,0 9-72-16,-4 8-4 0,0 9-4 15,-4 6 8-15,5 9-8 0,-10 7 44 0,5 5 0 16,-4 2-48-16,5 0-40 0,-5-7-8 16,8-10 40-16,0-6-64 0,4-16 60 15,4-10-60-15,0-11-12 0,8-14-40 16,0-6-128-16,0-7-52 0,0-9-73 16,4 0-111-16,3-13-144 0,6-5-40 0,7-15 124 15,0-5-140-15,0-9-276 0,4-7-404 16,-5-10-548-16,1 4-428 0,-8-6-789 15,1-1-871-15,-10 0 940 0,-3 16 1053 16,0-31 2011-16</inkml:trace>
  <inkml:trace contextRef="#ctx0" brushRef="#br0" timeOffset="14022.955">14626 1413 3276 0,'0'0'616'0,"0"0"5188"16,0 0-4267-16,0 0-13 0,0 0-160 15,0 0 76-15,60-74-160 16,-52 65-184-16,3 3-344 0,6-1-224 0,-1-2-88 15,3 3-72-15,5 2 256 0,4 4-404 16,0 0-76-16,0 0-136 0,0 7 4 0,4 2 52 16,-4 4-56-16,-5 4-8 0,-3 1-108 15,-4 4-16-15,-4 3 116 0,-8 4 16 16,-4 3 28-16,-4 6 60 16,-12 3-36-16,-7 4 28 0,-9 2-80 0,-1 1 32 15,-6 2-40-15,-1 2-60 0,1-8-28 0,-2-3 76 16,5-6 12-16,1-7 4 0,7-4 60 15,4-13 8-15,0-1-72 16,4-3-36-16,0-4-12 0,4-3 36 0,0 0 4 16,4 0 8-16,0-3-4 0,8 0 0 15,0-1-44-15,4 4-48 0,0-3-88 16,0 3-72-16,0 0 0 0,4 0 12 16,0 0 48-16,5 0 160 0,-2 7 36 15,5 1 160-15,4 3-16 0,4 1 128 16,0 4 8-16,4 6-24 0,8 3-36 15,0 4-40-15,7 6 172 0,-3 0 137 16,4 0-213-16,0 0-116 0,-4 0-64 16,-1-7-36-16,-3 2-52 0,0-5-8 0,0 0-48 15,-8-6 40-15,0 3-40 16,-4-6-24-16,-4 0-40 0,0-4-56 0,-8 1-172 0,4-3-169 16,-9-4-235-16,2 0-160 15,-1-3-820-15,0 1-2108 0,-4-4-2321 16</inkml:trace>
  <inkml:trace contextRef="#ctx0" brushRef="#br0" timeOffset="19350.153">18005 1276 4456 0,'0'0'4732'0,"0"0"-3040"0,0 0-331 16,0 0 7-16,0 0-124 0,0 0-252 0,0 0-384 15,0 0-236-15,0 0-60 16,0 0 72-16,-52 89 112 0,32-45 136 0,0 4-56 16,-4 9-136-16,-4 3-108 0,-4 10-100 15,-3 6-60-15,-6 4-64 0,-2 3-8 16,-1-3 68-16,0 1-68 0,1-4 12 0,7-7-112 16,-1-10-84-16,10-7 72 15,7-8 0-15,7-13-52 0,6-10 16 0,3-9-144 16,4-8-52-16,4 0-100 0,3-5 24 15,6 0-96-15,7-13 0 0,-1-6-92 16,6-6-84-16,3-11-52 0,0-5-260 16,-1-6-352-16,1-2-572 0,-1-8-741 0,-6 16-1303 15,7-22 680-15</inkml:trace>
  <inkml:trace contextRef="#ctx0" brushRef="#br0" timeOffset="19750.985">17893 1533 4424 0,'0'0'4672'0,"0"0"-2964"0,0 0-579 15,0 0-13-15,0 0 40 0,0 0-232 0,0 0-168 16,0 0-128-16,0 0-228 0,0 0 48 0,0 0 184 16,68 16 8-16,-52 12 12 0,-1 8-76 15,2 5-48-15,-2 3-140 16,-2 4-204-16,2 6-76 0,-2-3-32 0,2 0-64 16,2-4 192-16,2 0-56 0,-3-5-88 15,4-4-48-15,-4-3 0 0,-1-7 36 16,2-2-36-16,-2-3 36 0,2-8-32 0,-10-2-12 15,6-1-4-15,-9-5-8 16,0-4-56-16,-4 0 52 0,0-3-84 16,0 4-76-16,-8-4-288 0,-5 0 68 0,-2 0-84 15,-5-4 60-15,-8-2-12 0,4-3 72 16,-3-4-40-16,-1-4-72 0,0-2-4 16,0 0-100-16,-4-6 24 0,4 0-56 15,-4-3-52-15,0 2-292 0,4 0 416 16,4 5 392-16,9 2 88 0,6 5 52 15,1 5 252-15,8 7 272 0,0-3 144 16,0 5-36-16,12 0-192 0,4 0 24 16,12 0 248-16,8-2-140 0,7-2-164 0,6 1-172 15,7-7-200-15,3 1-36 0,1-4-148 16,4 1-324-16,3-4-644 0,-18 7-1076 16,22-8-3941-16</inkml:trace>
  <inkml:trace contextRef="#ctx0" brushRef="#br0" timeOffset="31315.941">21459 1257 6464 0,'0'0'484'0,"0"0"3901"15,0 0-3333-15,0 0 196 0,0 0-28 0,0 0-100 16,12 67-68-16,-12-29-96 0,4 7-228 16,-4 9-152-16,0 9-48 15,0 4-124-15,-8 9-88 0,-7 1-96 0,2 0-96 0,-6 0-64 16,-2-6-60-16,5-12-24 16,1-7-76-16,2-8 16 0,1-12 36 0,1-7 40 15,7-6-4-15,-5-6-72 0,5-7-236 16,4-4-240-16,0-2-276 0,0-5-584 0,0-15-836 15,0 8-2081-15,4-26-2111 0</inkml:trace>
  <inkml:trace contextRef="#ctx0" brushRef="#br0" timeOffset="31688.44">21551 1273 2692 0,'0'0'8633'0,"0"0"-7385"0,0 0-484 0,0 0 356 16,99-64 128-16,-67 62-132 0,0 2-256 15,0 0-96-15,0 12-136 0,-4 4-236 16,-4 6-96-16,-5 4-124 0,-6 5-64 16,-10 4 28-16,-3 4 12 0,-3 1-52 0,-14 8-48 15,-6 0-48-15,-5 2-36 0,0-3-356 16,-8-1-60-16,5-5 96 16,-6-3 160-16,5-10 136 0,4-2-64 0,-4-5-112 15,9-4 100-15,-1-7 136 0,4-4 76 16,8-3-76-16,-1-3 0 0,10 0 100 15,-1-3 88-15,4 0-180 0,0-4 8 0,4 1-16 16,8 0-284-16,0 2 200 0,4 2 84 16,3 2 280-16,6 6 28 0,-1 3-36 15,0 7 96-15,3 3-52 0,1 0 52 16,0 3-4-16,0 0-20 0,0 4-140 16,0 0-92-16,4-4 80 0,-1-3-192 15,-3 0-72-15,4-3-12 0,0-1-172 16,-4-5-280-16,8 0-296 0,-4-4-248 15,-1-3-700-15,-6-3-1140 0,10 0-3041 16</inkml:trace>
  <inkml:trace contextRef="#ctx0" brushRef="#br0" timeOffset="31924.394">22391 1784 8624 0,'0'0'5625'16,"0"0"-4437"-16,77-15-588 0,-38 8 828 16,12-6 16-16,-3 1-488 0,1 2-552 15,-2-3-352-15,-3 7-52 0,-4-7-172 0,-4 3-112 16,-1 4-584-16,-11-3-404 15,1-1-704-15,-14 4-3017 0,2-4-5143 0</inkml:trace>
  <inkml:trace contextRef="#ctx0" brushRef="#br0" timeOffset="32533.453">23224 1463 1368 0,'0'0'12617'0,"0"0"-11189"0,0 86-1100 15,0-51-140-15,0 2 332 16,-8 2 424-16,1-7-4 0,-2-4-520 0,5-9-296 0,0-6-112 16,4-3 0-16,0-3-12 15,0-7-148-15,0 0 0 0,4 0-72 16,9-7-40-16,-2-3 36 0,5-5 216 16,0-5-140-16,4-2-36 0,-1-3-16 0,6-4 12 15,-5 1 176-15,3-1 8 0,1 0-40 16,0 4 44-16,-3 3 0 0,-2 3-4 15,-3 6-4-15,-4 4 4 0,-3 3 4 16,-2 6 224-16,-7 0 148 0,0 6 72 16,0 3 24-16,0 7-60 0,0 0-88 0,-4 3-40 15,-4-2-48-15,4-6-36 0,4-1-128 16,0-6-68-16,0-2-112 16,0-2 52-16,0 0 52 0,9 0 0 0,2-6-4 15,5-1-76-15,0-2-60 0,4-3 52 16,-4 2-64-16,0 7 24 15,-4-1 24-15,-1 4 112 0,2 7 356 0,-6 5 268 16,1 11 108-16,1-1 68 0,-5 3-203 16,3 4-161-16,1 0-120 0,-4-7-88 15,5 0-68-15,-2-3-104 0,5-3-56 0,-4-6-4 16,4-4-56-16,-4 1-16 0,5-7-188 16,-2 0-292-16,1 0-149 0,4-7 13 15,3-6-164-15,-2 1-456 0,3-5-752 16,3-5-732-16,-6 7-1725 0,11-11-483 15</inkml:trace>
  <inkml:trace contextRef="#ctx0" brushRef="#br0" timeOffset="32802.426">24029 1584 9200 0,'0'0'4365'0,"0"0"-2529"0,0 0-404 15,0 0 8-15,12 83-88 0,-12-61-116 16,0-3-436-16,4-3-435 0,0-3-265 16,7-6-88-16,6-2 36 0,2-5 12 15,5 0-60-15,4-5-280 0,4-12-109 16,0-2-95-16,4-6 8 0,-8-1 72 0,0 4 88 15,-4 0 68-15,-9 3 52 0,-2-1 196 16,-6 4 184-16,-7 2 148 16,0 0-28-16,-7 1 124 0,-10 4-64 0,-2-1-8 15,-1 7-176-15,-4 3-84 0,0 3 16 16,0 7 33-16,0 6 15 0,-4-1-112 16,8 4-48-16,1-3-160 0,2-2 16 0,2-2-185 15,6-3-303-15,1 1-296 16,8-3-288-16,0-5-1052 0,4-2-2696 0,20 0-2665 15</inkml:trace>
  <inkml:trace contextRef="#ctx0" brushRef="#br0" timeOffset="33217.946">24551 1520 13905 0,'0'0'2812'0,"0"0"-1632"0,0 0 240 15,0 0-52-15,-60 80-163 0,41-48-369 16,-2-4-256-16,1 4-300 0,8-7-112 15,1-3-64-15,6-5-104 0,5-4-72 0,0-5 60 16,9-1-108-16,2-3-36 0,1-4 8 16,8 0 64-16,0-7-84 0,5-5-12 15,2-11-124-15,-3 1-60 0,4-4 24 16,0-2-25-16,-4-4 109 0,4 3 64 0,-5-6 20 16,5-2 36-16,0-8 84 0,0-3 52 15,-4-6 48-15,0-6 8 16,-1-3-56-16,-3-2-172 0,1 2 12 15,-2 7-80-15,-3 11 236 0,-8 9 8 0,0 15-4 16,-3 11 232-16,-1 8 112 0,-4 2 104 16,0 0-108-16,0 8-59 0,-4 5-73 15,-1 6-16-15,-3 7 76 0,4 2-76 0,-7 7 64 16,2 6 20-16,-3 1-44 0,-3 3-88 16,-1-1-72-16,-1 6 0 15,-6-1-64-15,3 1-8 0,0 1-64 0,0-7 52 16,0-3-132-16,8-2-36 0,0-7 20 15,8-7-68-15,4-3-100 16,0-6-240-16,8 0-173 0,8-7 57 0,1-3-24 0,6-2-88 16,1-4-1640-16,-4-4-2100 0,12-11-2141 15</inkml:trace>
  <inkml:trace contextRef="#ctx0" brushRef="#br0" timeOffset="33684.065">24945 1461 8928 0,'0'0'2713'0,"0"0"-1125"15,0 0 36-15,0 0 176 0,0 0-4 16,0 0-272-16,0 0-96 0,0 83-423 0,-4-46-349 16,-8 1-160-16,4-3-172 15,4-4-104-15,0-5-136 0,4-4-84 0,0-6 0 16,0-7-96-16,8-2-64 0,5-7-152 16,6 0-172-16,5-9-60 0,4-8 72 15,0-5-53-15,4-6-131 0,0 2-52 16,-4-2-12-16,0 2 216 0,-5 1 256 15,-7 3 164-15,1 4 84 0,-6 1 76 0,-7 4 148 16,0 7 252-16,-4 6 160 0,-4 3-108 16,-4 13 32-16,-4 3 0 0,-4 4-51 15,0 4-169-15,1 3 108 0,-2-2 24 16,6-6-196-16,3-6-176 0,4-6-100 16,-1-4-96-16,5-3-36 0,5-3-96 15,3-3-124-15,7-10-72 0,2-3 96 16,7-6-305-16,4-7-423 0,-1 1-956 15,1-7-1052-15,4 3-732 0,-4-6 539 16,-4 13-719-16,11-24-300 0</inkml:trace>
  <inkml:trace contextRef="#ctx0" brushRef="#br0" timeOffset="34087.394">25527 1124 3268 0,'0'0'4164'0,"0"0"-1740"16,0 0-143-16,0 0-433 0,0 0-368 0,0 0-148 16,0 0 56-16,0 0-252 0,0 0-232 15,-36 85-124-15,16-43 24 16,0-1-175-16,1 4-253 0,-2-1-252 0,-3 1-124 15,1-4-4-15,3-3-60 0,0-4-8 16,8-4-144-16,4-8 8 16,8-6 40-16,0-4-172 0,8-5-221 0,4-1 161 15,4-3 32-15,3-3-144 0,1 0-384 16,5 0-472-16,-1 0-404 16,4 3 260-16,-5 0 856 0,1 4 656 0,0-1 432 0,0 0 48 15,-1-3-64-15,1-3-48 0,4 0-4 16,-3-3-164-16,3-6-188 0,0-4-12 15,-5-6-252-15,5 0-212 0,-4 0-140 16,4-4-80-16,-4 4 60 16,-5 0 460-16,-2 7 164 0,-10 2 596 0,-3 4 392 0,-4 6 168 15,-4 0 96-15,-7 13 0 16,-9-1-124-16,-8 8-296 0,0 1-232 16,4 2-68-16,0-2-67 0,4-2-153 0,12-2-140 15,1-4-88-15,7-4-76 0,0-2-8 16,7 2 56-16,9 0-52 0,4 1 0 15,0 0 216-15,4-1-220 0,3-3-48 16,1 1-304-16,0-4-132 0,-4 0-149 16,4-3-307-16,-3 0-516 0,-10 0-1244 15,9-3-4805-15</inkml:trace>
  <inkml:trace contextRef="#ctx0" brushRef="#br0" timeOffset="34491.96">27069 965 13045 0,'0'0'2268'16,"0"0"-1776"-16,0 0-316 0,0 0 292 0,0 0 428 15,8 73 216-15,-16-28-300 0,-4 5-236 16,0 11-36-16,-7 2 460 0,-2 10-235 15,-3-1-353-15,-4 2-184 0,0-4-104 0,5-7-124 16,-5-5-112-16,12-14-152 16,0-9-184-16,8-10-65 0,4-8-83 0,4-11-196 15,0-6-64-15,7 0-548 0,6-13-1072 16,6-6-676-16,-6 1-1701 0,15-24-495 0</inkml:trace>
  <inkml:trace contextRef="#ctx0" brushRef="#br0" timeOffset="34886.277">27172 1086 4500 0,'0'0'3276'0,"0"0"-1292"0,20-67 17 16,-20 64-237-16,0 0-368 0,0 6-180 16,4 9-176-16,0 11-232 0,4 9-68 15,1 12-28-15,-2 6 96 0,5 5-112 0,-3 5-28 16,-2-3 233-16,1-4-237 16,5-4-264-16,-6-2-220 0,5-8-136 15,0-5-44-15,0-9-8 0,0-2-52 16,-4-7-72-16,4-7-76 0,4-2-68 15,0-7-88-15,0 0 88 0,3-10 164 16,5-3-8-16,1-6 108 0,-1-6-32 0,-5-4 44 16,9-6 48-16,-4-2 36 0,0-11-72 15,4-3-12-15,4-9-144 0,0-3-148 16,4-4-1-16,-5 3 61 0,5 7 16 16,-4 9-28-16,-8 17 48 0,0 11 196 15,-8 15 48-15,-5 5 356 0,-2 12 156 16,-1 7-3-16,-1 6-241 0,-7 11-100 0,4 5 88 15,-4 3 0-15,0 0-52 0,-4 1-88 16,1-4-164-16,-1-3-8 0,4-6-76 16,0-1 36-16,0-6 0 0,0-1 36 15,4-9-108-15,-1 1-184 0,5-6-60 16,-3-1-48-16,3-2-84 0,-5-1-209 16,1-3-307-16,-4-3-1000 0,0 3-2352 15,0-3-4617-15</inkml:trace>
  <inkml:trace contextRef="#ctx0" brushRef="#br0" timeOffset="42204.239">1837 4121 12389 0,'0'0'2440'16,"0"0"-1668"-16,0 0-496 0,0 0 364 15,0 0 816-15,0 0-164 0,0 0-300 16,0 0-188-16,111 21-11 0,-63-21-137 16,3-2-308-16,9-4-176 0,3-4-4 0,-3 0-84 15,0-2-60-15,-8-1-24 0,-8 1-72 16,-4-1-48-16,-12 3-220 0,-5 4-216 15,-6 3-333-15,-6 0-255 0,-7-1-612 0,-4 1-392 16,0 0-532-16,-8 0-1489 16,1 3-1563-16,-17 0 2476 0</inkml:trace>
  <inkml:trace contextRef="#ctx0" brushRef="#br0" timeOffset="42654.756">2346 4057 1708 0,'0'0'704'16,"0"0"2452"-16,0 0 2229 0,-88 41-3485 16,73-25-704-16,-2 4-120 0,6 5 84 15,3 7 124-15,-1 6-248 0,2 6-164 16,-1 4-208-16,4 2 4 0,0 2-192 15,-1 2-184-15,2-7-184 0,-1-3-108 16,4-5-72-16,-4-4-340 16,4-10-248-16,0-6 88 0,0-7 168 15,0-1-172-15,0-9-276 0,-4 1-464 0,4-3-268 0,-8 0-288 16,4-3-476-16,-8-3-2033 0,4-3 1581 16,4-3 2800-16,-3-5 584 0,7 4 968 15,0-3 32-15,0 1 400 0,0 2 109 0,7 0-289 16,9 4-272-16,0-4-32 15,8 4-120-15,4 2-160 0,4-3-240 0,0 1-392 16,4 3-236-16,-1-4-156 0,1 3-28 16,4-5-168-16,-4 3 0 15,-4-1-88-15,-5 1-68 0,-3 2-140 0,-3 1-264 0,-10 2-368 16,-2 4-292-16,-9 0-332 0,0 10-540 16,-13 4-292-16,-6 7 11 15,-9 5-39-15,0 2 616 0,-4 4 900 0,-5 0 896 16,6-4 1016-16,-1-2 192 0,5-1-52 15,3-6 608-15,3 0 157 0,10-6-169 16,2-5-496-16,5 3-320 0,4-2 20 16,0-2 76-16,9 2-328 0,6 1-160 15,-2 3 108-15,6-4-56 0,1-3-144 16,5 1-132-16,2-7-84 0,1 0-236 0,0-4-52 16,3-8-8-16,-3-7-292 15,8-4-456-15,-4-5-616 16,-4 0-1004-16,-4-2-2713 0,0-4-3407 0</inkml:trace>
  <inkml:trace contextRef="#ctx0" brushRef="#br0" timeOffset="42835.086">2745 4521 912 0,'0'0'13605'16,"0"0"-11737"-16,0 0-1220 0,20 76 456 16,-9-44 372-16,6-1-304 0,-2-2-284 0,6-4-399 15,3-3-361-15,-5-5-128 0,9-4-120 16,-4-7-148-16,8-6-253 0,-4 0-115 15,8-16-132-15,-5-6-520 0,5-7-672 16,-8-3-1092 0,0-3-2689-16,-12 7-1491 0,0-10 7232 15</inkml:trace>
  <inkml:trace contextRef="#ctx0" brushRef="#br0" timeOffset="42967.005">3175 4505 4472 0,'0'0'208'0,"0"0"8445"0,0 0-6689 16,-60 73-968-16,36-38 12 0,-4 3 280 15,5 0-280-15,-5 1-128 16,0-6-320-1,8-3-376-15,-5-5-184 0,2 1-116 0,-5-4-348 16,-4 0-320-16,-3-3-160 0,-13 4-152 0,-8-2-400 0,-12 2-940 0,-7 2-753 16,-9 4-1531-16,-8 2-452 0</inkml:trace>
  <inkml:trace contextRef="#ctx0" brushRef="#br0" timeOffset="43153.873">1916 5248 1760 0,'0'0'456'16,"-135"57"-12"-16,86-34 6372 0,14-8-5355 0,7-5-945 15,12-2 852-15,12-3 580 0,4-5-564 0,4 0-1384 16,12-7-64-16,16-2 64 0,8-5 328 15,19-5 184-15,9 0 220 16,15-2 0-16,1-2-8 0,8 1 12 0,-4 6-148 16,4 1-88-16,-1-1-60 0,1 3-236 15,0 0-204-15,-1 4-120 0,1-1-16 16,-9 1-68-16,-3 6-272 0,-9-1-320 16,2 1-380-16,-14 3-396 0,-4 0-764 15,-10 0-880-15,2 0-2677 0</inkml:trace>
  <inkml:trace contextRef="#ctx0" brushRef="#br0" timeOffset="43842.522">5521 4042 6496 0,'0'0'2572'0,"0"0"-1216"16,0 0 49-16,0 0-37 0,0 0-60 0,0 0-84 0,0 0-256 15,0 0 88-15,9 79 20 0,-1-25 64 0,-4 16-236 16,0 9-392-16,-4 10-124 16,0 3 97-16,-12 6 327 0,-1 4-472 0,-6-4-160 15,-1 4-72-15,-4-4-108 0,4-5 0 16,0-8-12-16,0-9-156 0,8-12-232 0,1-10-108 15,2-16 96-15,5-9 23 16,4-14-99-16,0-8-132 0,0-7-248 16,0-19-780-16,8-10-656 0,5-12-1548 0,-6-10-825 15,1 6-791-15</inkml:trace>
  <inkml:trace contextRef="#ctx0" brushRef="#br0" timeOffset="44186.646">5630 4182 5124 0,'0'0'7609'0,"0"0"-6717"0,87-42-320 0,-47 32 452 16,3 8 60-16,-2 2-308 0,-2 0-156 16,-3 14 20-16,0 6 164 0,-8 6-216 15,-8 9-76-15,-5 9-36 0,-6 6-172 0,-9 11-168 16,-9 3-84-16,-6 5-52 16,-9-5-60-16,-4-1-40 0,0-12-32 0,-4-6-52 15,0-11 16-15,4-1-64 0,0-11 12 16,-4-7 12-16,4 1 12 0,5-6 12 0,-1-4 72 15,8-3 28-15,0 1 32 16,9-2 44-16,2-2 4 0,5 5 4 0,0-3-220 16,9 4-48-16,6 5 268 0,9 7 160 15,8 4 88-15,4 7-112 0,8 2-16 16,-4 8 336-16,3-2-40 0,-2-2-176 16,2 1-56-16,-7-1 24 0,-5-7-116 15,1-3-92-15,-8-2-8 0,1-7-124 16,-6-4 8-16,-3-3-80 0,1-2-444 15,-2-7-532-15,1 0-816 0,-8-2-2344 16,8-15-3337-16</inkml:trace>
  <inkml:trace contextRef="#ctx0" brushRef="#br0" timeOffset="44364.54">6625 4816 13061 0,'0'0'4748'16,"0"0"-3812"-16,0 0-248 0,84 13 756 15,-56-13-632-15,0 0-275 16,0 0-41-16,-1-6-72 0,6-4-352 0,-1 0-72 16,0-2-144-16,-5 2-388 0,-3-3-405 15,-8 4-547-15,-4-1-1412 0,-8 3-3429 16,-8 7-3883-16</inkml:trace>
  <inkml:trace contextRef="#ctx0" brushRef="#br0" timeOffset="44533.963">6689 4997 8584 0,'0'0'8005'16,"0"0"-6837"-16,0 0-860 0,0 0 436 16,0 0 540-16,0 0-136 0,0 0-67 0,0 0-317 15,95 32-316-15,-67-32-232 0,0-9-192 16,4-1-24-16,-4-3-156 0,4 4-280 0,-4-4-328 16,-4-1-217-16,4 9-363 15,-5-2-1064-15,5 7-1956 0,-7 0-113 0,7 0-4366 16</inkml:trace>
  <inkml:trace contextRef="#ctx0" brushRef="#br0" timeOffset="45054.199">7529 4594 4620 0,'0'0'1708'0,"0"0"3489"0,0 0-4069 16,0 0-644-16,0 0 572 0,101-58 572 15,-54 43-312-15,9-1-324 0,8 3-204 16,3 5-52-16,2 1 156 0,-2 3-196 0,1 1-220 16,-8 3-307-16,-8 0-97 0,-9 3-72 15,-11 8-84-15,-12 1-1 0,-8 3-3 16,-8 5 28-16,-8 5 0 0,-12 7-24 16,-12 6-12-16,-7 3 88 0,-10 6 8 15,-2 0 52-15,-1 5 20 0,-4 2-24 16,-4 0-36-16,5 3 96 0,2 0 4 15,14-3 81-15,3-3-21 0,11-6-40 16,14-4-60-16,7-6-68 0,7-4 4 16,18-6 140-16,6-2 8 0,18-10 244 0,2-5 168 15,14-8-180-15,6 0-124 0,0-11-36 16,6-5-120-16,-6-7-64 0,-4 1-44 16,-3-3-60-16,-4-7-84 0,-12 1-252 0,-4-2-256 15,-9 1-124-15,-3-1-185 16,-8 0-363-16,-3 5-652 0,-6-4-804 0,-6 0-1724 15,-2 10-1353-15,-7-10 1165 16</inkml:trace>
  <inkml:trace contextRef="#ctx0" brushRef="#br0" timeOffset="45242.256">8558 4477 560 0,'0'0'12857'0,"0"0"-11221"0,0 0-944 0,-56 70 40 15,36-35 152-15,-7 9-152 0,-1 3 328 16,-4 8-56-16,0-2-212 0,-5 8-220 15,5 0-111-15,-3 2-133 0,-1 0-208 16,0 4-120-16,5-7-108 16,-1-3-108-16,4-9-333 0,7-6-411 0,6-11-364 15,-1-9-812-15,8-10-2392 0,4-8-3297 16,-4-10 3201-16</inkml:trace>
  <inkml:trace contextRef="#ctx0" brushRef="#br0" timeOffset="45746.997">9570 5092 10648 0,'0'0'1337'0,"0"0"-821"16,0 0 108-16,0 0 444 0,0 0-32 16,-60 83-220-16,40-57-348 0,1-4-280 15,2 3-188-15,1-3 0 0,0 0-136 0,5-3-164 16,2 1-636-16,5-4-696 0,0-7-2217 16,4-4-3587-16</inkml:trace>
  <inkml:trace contextRef="#ctx0" brushRef="#br0" timeOffset="46251.148">10745 4045 5216 0,'0'0'104'0,"0"0"5240"15,0 0-3991-15,-4 95 167 0,-3-39 140 16,-6 15 72-16,-2 8-320 0,-2 7-216 16,-7 3-304-16,1 0-160 0,-5-3-136 15,0-4-267-15,4-3-161 0,-4-8-120 16,4-11 8-16,8-13-56 0,4-12-8 0,4-16-40 15,4-5-84-15,0-8-124 0,4-6-241 16,0 0-295-16,0-13-52 16,4-4-152-16,4-11-648 0,5-10-564 0,2-7-312 15,1-6-169-15,4-2-415 0,-4-1-1332 16,3-9 2336-16,-2 0 2100 0,-2-8 0 0</inkml:trace>
  <inkml:trace contextRef="#ctx0" brushRef="#br0" timeOffset="46600.6">10657 4382 612 0,'17'-71'1568'15,"-2"14"176"-15,2 13-140 16,-2 16-444-16,-2 14 3161 0,2 8-3125 0,-3 6-236 15,4 6 500-15,4 14-140 0,0 5-228 16,4 7-100-16,-4 12-56 0,-1 7-88 16,-2 5 8-16,-2 5-152 0,-2-1-179 0,-6 5-185 15,1-2-160-15,-4-3-104 16,1-4-72-16,-1-4-4 0,0-1-48 16,-4-4-28-16,3-2-20 0,-3-7-84 0,0-3-113 15,0-10-119-15,0-2-28 16,0-11-84-16,0-3-64 0,0-4 76 15,-3-3 56-15,-10-2-24 0,1-2-52 0,-4-12-688 16,-3-2-540-16,-2-6 112 0,-3-6-84 0,1-10-629 16,-1-4-523-16,-4-3 188 15,8 1 1524-15,-3 0 1172 0,6 6 784 16,6 6 912-16,2 9-172 0,5 11 400 0,0 5 184 16,4 5-487-16,0 2-457 0,0 0-208 15,0 0-196-15,8-4-132 0,1 4 104 16,2 0 128-16,1-3-312 0,8 0-240 15,0-4-160-15,0 1-24 0,4 0-124 16,4-1 0-16,-4-2-172 0,4-4-312 0,-5 4-536 16,5-1-628-16,-8 1-2312 15,1-4-4941-15</inkml:trace>
  <inkml:trace contextRef="#ctx0" brushRef="#br0" timeOffset="46767.541">11542 4556 6128 0,'0'0'11633'0,"0"0"-9857"15,0 0-1336-15,0 0-232 0,103-77-208 0,-75 58-184 16,-3 4-220-16,3-1-260 0,0 3-172 16,-5 4-232-16,1-2-1040 0,-12 9-2549 15,0 2-2683-15</inkml:trace>
  <inkml:trace contextRef="#ctx0" brushRef="#br0" timeOffset="46920.308">11522 4740 1108 0,'0'0'5716'0,"0"0"745"15,0 0-5277-15,0 0-376 0,0 0 324 16,0 0 52-16,0 0-196 0,0 0-200 16,108 38-384-16,-72-48-344 0,3-5-60 0,-3 2-552 15,0-3-504-15,-4 3-584 16,-8 7-2904-16,0-1-5437 0</inkml:trace>
  <inkml:trace contextRef="#ctx0" brushRef="#br0" timeOffset="52286.13">15410 2111 7492 0,'0'0'3108'0,"0"0"-1103"0,0 0-577 16,0 0-592-16,0 0 232 0,0 0 124 15,0 0-140-15,0 0-200 16,0 0-176-16,0 0-40 0,64-29-4 0,-40 23-72 0,0 3-111 15,0 0-145-15,4 0-60 16,0 3-100-16,4 0-48 0,4 0-48 16,7 0-36-16,10 0 40 0,6 0-48 0,5 0 0 15,4 0-4-15,3 0 0 0,1-7 4 16,4 1 8-16,-4 0-12 0,-1-4 0 16,-3 4-64-16,-4-5-140 0,-8-1-196 15,-8 3-197-15,-5 0-179 0,-7-5-104 16,-8 6-496-16,-4-5-968 0,-9 3-2012 0,-11-6-1837 15</inkml:trace>
  <inkml:trace contextRef="#ctx0" brushRef="#br0" timeOffset="52619.094">16471 1762 8808 0,'0'0'1640'0,"0"0"-839"16,0 0 87-16,0 0 632 0,0 0-240 15,0 0-364-15,0 0-248 0,0 0-56 0,0 0 44 16,0 0 36-16,88 19-172 0,-69-12-140 16,5 1-112-16,0 3 40 0,0 1-16 15,-1 1 0-15,2-1-180 0,-1 4-52 16,-4 0-52-16,-5 0 4 0,2 0 48 16,-9 0-60-16,-1-1 12 0,-3 2 52 0,0 1 8 15,-4-1 0-15,0 1-24 0,0-1-36 16,-12 5-12-16,1-3-88 15,-6 3-120-15,-3 3-60 0,1-2-60 0,-5 3-88 16,0-5-64-16,-4 4-60 0,4-2 48 16,0-1-28-16,4-3-28 0,5-3-112 15,2-3-256-15,5-4-412 0,1-6-660 0,7 0-1029 16,0-6-2319-16</inkml:trace>
  <inkml:trace contextRef="#ctx0" brushRef="#br0" timeOffset="58251.334">15578 895 8808 0,'0'0'1088'16,"0"0"-200"-16,0 0-295 0,0 0-269 15,0 0 20-15,-7-74 1584 0,7 60-1028 16,0-5-344-16,0 2 8 0,0 4 140 16,0 4 16-16,0 2-284 0,3 4-228 0,-3 3-208 15,4 0-120-15,4 0-204 0,0 7 276 16,4 2-64-16,0 5 72 0,4 0-8 16,0 5 96-16,-4 0-44 0,0 4 0 15,-4-4-8-15,-1 4 4 0,2-4-136 0,-5 0 136 16,0-1 0-16,-4 5 12 15,0-5 64-15,0 1-64 0,-4 0-12 0,-4-5-184 16,3-1 44-16,5-4-20 0,-4-5 48 16,4-2 60-16,0-2 52 15,0 0 100-15,0-6 12 0,0-3-44 0,0-4-68 16,0-6-12-16,9-7-68 0,-5 5 80 16,0-6 72-16,4 2-68 0,-1 6 88 0,-3 0-92 15,5 7-52-15,-5 2 40 16,3 4 12-16,-3-1 4 0,5 1 48 15,-1 3-4-15,-4 0 0 0,3-4-36 0,6 3-12 16,-6-1-64-16,1 2 64 0,0-1-64 16,1 4-108-16,-6 0-316 15,1 0-304-15,-4 4-232 0,4 2-348 0,-4 7-472 0,4-3-921 16,-4 5-2123-16</inkml:trace>
  <inkml:trace contextRef="#ctx0" brushRef="#br0" timeOffset="58456.182">15960 873 4924 0,'0'0'2772'15,"0"0"-1476"-15,0 0-660 0,0 0 280 16,0 0 269-16,0 0-69 0,0 0-236 16,0 0-424-16,13 79-76 0,-9-62-152 15,0 2-28-15,-4-5-84 0,4 5-116 16,-4-5 0-16,0-1-80 0,0 0-376 15,0-8-280-15,3 2-128 0,-3-7-304 16,4 0-453-16,-4-3-335 0,4-6-32 0,-4-1 228 16,5-16-2256-16</inkml:trace>
  <inkml:trace contextRef="#ctx0" brushRef="#br0" timeOffset="58582.361">16005 769 7988 0,'0'0'1984'16,"0"0"-719"-16,0 0-445 0,0 0 204 0,0 0-132 15,0 0-448-15,0 0-444 0,0 0-188 16,0 0-56-16,0 0-376 0,79-30-1020 0,-67 30-2421 16,0 0-2003-16</inkml:trace>
  <inkml:trace contextRef="#ctx0" brushRef="#br0" timeOffset="58906.621">16132 905 6048 0,'0'0'4176'0,"0"0"-3840"0,0 0 0 0,-12 66 309 15,8-47 11-15,0-7-4 0,4 2-116 16,0-9-204-16,0-1-256 0,0-1-64 16,4-3 100-16,0 0 28 0,0 0 52 0,0-3 88 15,4-6 36-15,4-5 24 0,-4 2-204 16,8-9-136-16,0 1-48 16,3-2-104-16,-2 3 0 0,-2 3-48 0,-2 0-104 15,-2 7 88-15,-7 5 76 0,0 4-12 0,5 0 16 16,-9 4 136-16,4 2 368 15,-1 4 204-15,-3 2-132 0,4 1-48 16,0-1 120-16,0 1 116 0,-4-4-264 0,4 4-104 16,5-6-48-16,-9 0-200 0,7-2 36 15,-7 2-36-15,4-5-4 0,0 5-8 16,4-1-64-16,0 5 52 0,-4-2-76 16,8 3-224-16,0 1-408 0,0-3-328 15,8 0-340-15,0-5-644 0,4-5-741 16,-4 0-1591-16,12-12-483 0</inkml:trace>
  <inkml:trace contextRef="#ctx0" brushRef="#br0" timeOffset="59317.852">16754 821 156 0,'0'0'8948'0,"0"0"-6995"0,0 0-757 0,0 0-100 16,0 0-204-16,0 0-260 0,-76 21 60 15,48-3 116-15,0 11-224 0,-4-1-124 16,8 1-88-16,0-1-112 0,4-6-260 0,8-2-12 15,9-11-184-15,3-2-92 0,0-4-20 16,3-3 156-16,9-3 152 0,8-10 136 0,0-4-136 16,8-2-392-16,-4-2-232 15,-4 1 56-15,0 5-48 0,-4 5 124 16,-4 7 72-16,-4 3 216 0,0 0 116 16,-1 13 88-16,-2 2 420 0,3 5 148 15,-4 6 0-15,3-1-4 0,-3 0-68 16,5 3-124-16,-1 1-136 0,-1 0 52 0,1 2-116 15,1-2-84-15,-5 3 36 16,0-4-36-16,-4-2 36 0,0-1-4 0,-8 0-8 16,-5-6-48-16,6-3 32 0,-10 0 52 15,2-6 64-15,-2-1 8 0,2-3 76 16,-5-2 36-16,0-4-200 0,0 0-20 0,0 0-52 16,-3-4 160-16,2-4-220 0,5-3-4 15,1 3-8-15,-2-6-60 0,6 3-236 16,3-6-192-16,-1-2-128 15,9-3-128-15,0-1-176 0,5-5-284 0,3-5-708 16,3 0-520-16,-3 3-789 0,5-11-2447 16</inkml:trace>
  <inkml:trace contextRef="#ctx0" brushRef="#br0" timeOffset="60284.892">17109 590 11145 0,'0'0'1912'0,"0"0"-1108"16,0 0-452-16,0 0 80 0,0 0-40 0,0 0 12 15,0 0-4-15,0 0-8 16,0 0-64-16,0 0-80 0,0 0-36 16,79 35 124-16,-68-18-140 0,2-2-132 0,-2 1-52 15,-2 0-12-15,-1-4 72 0,0-2-72 16,-1-4-48-16,2-3 44 0,3-3-4 15,-1 0-228-15,2-3-60 0,2-6 20 16,5-4 88-16,-4-3-72 0,0-3 96 16,-4 3 100-16,0 0 64 0,-4 4 24 15,-4 2 116-15,0 4-52 16,0 2-76-16,-4 4 128 0,0 0-140 0,0 0 0 0,3 0-164 16,-3 4 112-16,0-2 52 0,5 5 84 15,-5-3 44-15,0 2-16 0,4-4-52 16,-4 2-48-16,0-1-12 0,0-3-8 0,4 0-4 15,0 0 12-15,0 0 8 16,3 0 104-16,2 0-24 0,3 0-36 0,-1-7-52 16,2 2 0-16,-2 2-152 0,2-1 52 15,-1 4-60-15,-5 0-104 0,-3 0 48 16,5 10 216-16,-5-1 76 0,0 7 276 16,-1-3-28-16,-3 3 52 0,0-3-44 15,0-4-68-15,0 1-140 0,4-4-32 16,-4-3-92-16,4-3-72 0,-4 0-52 15,9 0-100-15,2 0-312 0,1-3-72 0,4 0-212 16,0-4-188-16,0 4-248 16,0 0-420-16,0 3-313 0,-1 0-199 0,2 0-196 15,3 0 288-15,-4 3 2096 0,4-3 1016 16,-1 0 1772-16,-2-6-856 0,-2-3-868 16,1-1 225-16,0-3 47 0,-4 1-224 15,0-1-300-15,0 3-132 0,-8 4-100 0,0 3 16 16,-4 3 112-16,0 0-24 0,0 0-140 15,-8 3-72-15,0 3-128 0,-8 0-212 16,4 5-80-16,0-2 20 0,5-3-60 16,-1 0 64-16,8-2-76 0,-5-4-64 15,5 0-20-15,0 0 8 0,0 0-8 16,5 0-64-16,-1-4-160 0,3 1 100 0,1 0 132 16,-4 0 28-16,0 3-16 15,1 0-60-15,-5 0-60 0,0 0 72 0,0 3 112 16,0 3 220-16,0 1 16 0,0-1-16 15,0 4 4-15,0-7-40 16,3 0-60-16,1 0-124 0,0 0 0 16,0-3-100-16,4 0 40 0,4-6 60 0,0 0 0 15,-1-1 0-15,-2-2-152 0,3-1-144 16,-5 7-28-16,2 0-20 0,-1 0-140 0,0 3 184 16,-1 0-480-16,2 0-60 15,-1 0 108-15,-1 0-180 0,6 0-724 0,2 0-957 16,2 0-1591-16,11-16-256 0</inkml:trace>
  <inkml:trace contextRef="#ctx0" brushRef="#br0" timeOffset="60701.537">18260 517 7220 0,'0'0'2708'0,"0"0"-1251"0,0 0-401 16,0 0 104-16,0 0-56 0,0 0-108 0,0 0-104 16,4 85-72-16,-4-56-76 0,0-3 96 15,0 3-228-15,0-1-124 0,0 0-280 16,0-1-84-16,0 0-124 0,-4 2-4 15,4-3-156-15,0-1 156 0,0 0-68 16,0-6 68-16,-4 0-132 0,4-3-72 16,0-6-160-16,0-1-24 0,0-6-52 0,0-3-84 15,0 0 68-15,0 0 212 0,0-6 0 16,0-7-112-16,0-8-116 16,8-8-468-16,-1-12-16 0,-3-1 60 0,9-9 196 15,-6 1-24-15,5-1 200 0,1-1 28 16,2 5 396-16,-2 6-1 15,2 6 105-15,-3 7 337 0,4 9 395 0,-4 3 88 0,0 6-16 16,0 4-208-16,4 3-124 16,-1 0-172-16,2-1-136 0,-2 4-124 15,6 0-40-15,-5 0-8 0,-4 0 0 0,-1 4 8 16,-2 2 72-16,-1 0 32 0,-5 0-92 16,-3 1 164-16,0 3 12 0,0 2-36 15,-7 4-4-15,-10 0-20 0,-2 9-128 16,-5 0 0-16,-8 7-288 0,-4 0-568 15,0 0-84-15,-8-3 100 0,5-4 12 16,-10 0-653-16,14-9-1587 0,-33-3-2508 0</inkml:trace>
  <inkml:trace contextRef="#ctx0" brushRef="#br0" timeOffset="64108.396">12216 4114 7264 0,'0'0'1972'16,"0"0"-448"-16,0 0-403 0,0 0 67 0,0 0 84 15,0 0-112-15,0 0-88 16,0 0-216-16,0 0-160 0,-9-16-56 16,14 13-100-16,-1 0-120 0,11-3-28 0,2-1 72 15,6 1-4-15,13-3-116 0,4-1-56 16,0 1-115-16,4-4-65 0,-1 4-60 15,-3-1-48-15,0 4-60 0,-8 0-49 0,0 1-39 16,-4 3-168-16,-5-1-268 16,-3 3-184-16,-3 0-164 0,-6 0-152 15,-3 3-568-15,-8-1-748 0,0 5-1781 16,0 0-1231-16</inkml:trace>
  <inkml:trace contextRef="#ctx0" brushRef="#br0" timeOffset="64333.723">12495 4102 2760 0,'0'0'796'16,"0"0"3772"-16,0 0-2960 0,-25 76 5 15,22-41 51-15,3 3 104 0,0 13-144 0,0 3-216 16,0 13-324-16,0 2-496 0,3 7-256 16,-3 1-64-16,0-1-132 0,0-3-24 15,0-6-104-15,0-11-8 16,0-12-72-16,0-14-24 0,4-11-76 0,4-9-160 0,5-10-208 15,2-4-248-15,5-15-236 16,1-3-708-16,-2-13-1096 0,-3 0-2321 0,-4 3-1447 16,8-18 6596-16</inkml:trace>
  <inkml:trace contextRef="#ctx0" brushRef="#br0" timeOffset="64549.881">12650 4178 1044 0,'0'0'1552'15,"0"0"3644"-15,0 0-3772 0,0 0-336 16,0 0 149-16,0 0 211 0,4 79-352 0,0-44 92 16,-4 7-32-16,4 2-208 0,-1 7-268 15,-3 4-220-15,0 1-164 16,0 5-152-16,0-2-144 0,-3-2 124 0,-1-2-124 16,0-4-168-16,4-7 160 0,0-6-56 15,0-3-160-15,0-7-20 0,4-8-140 16,0-5-212-16,-1-2-188 0,6-9-296 0,-5-4-844 15,4 0-1941-15,-8-10-2291 0</inkml:trace>
  <inkml:trace contextRef="#ctx0" brushRef="#br0" timeOffset="64744.172">12766 4747 1292 0,'0'0'6036'0,"0"0"-2732"16,0 0-1199-16,0 0-565 16,0 0 0-16,99-55-288 0,-71 47-492 0,4-6-488 15,-4 4-272-15,8 1-100 0,-1 3-208 16,5-1-800-16,-4 1-768 0,-8 3-2229 16,3 3-2363-16</inkml:trace>
  <inkml:trace contextRef="#ctx0" brushRef="#br0" timeOffset="65049.205">13228 4848 7612 0,'0'0'6773'16,"0"0"-5901"-16,0 0-800 0,0 0 432 16,0 0 700-16,79 0-112 0,-55 0-352 0,0 0-348 15,4 0-208-15,-8 3-48 16,0 0-52-16,-5 4-84 0,-2 2-60 15,-2 5-12-15,-11 0 72 0,0 5 40 0,0 7 32 16,-7 3 4-16,-10 2-16 0,2 1-56 16,-5 3 80-16,4-7-84 0,0 2 0 15,4-5 60-15,3-6 36 0,9-3 76 0,0-7 48 16,5-5-216-16,7-2 0 16,12-2 4-16,0 0 408 0,8-9-112 0,7-4-304 15,1-7 0-15,4 6-172 0,-4-5-256 16,3 0-412-16,-6 2-440 0,-5 4-804 15,-5 4-1912-15,-3 0-3621 0</inkml:trace>
  <inkml:trace contextRef="#ctx0" brushRef="#br0" timeOffset="65588.02">14550 4835 8352 0,'0'0'3933'0,"0"0"-3445"0,0 0 60 16,-16 70-64-16,12-41 264 15,-3-2-4-15,-2 6-240 0,5-4-228 0,0-7-276 16,0 0-12-16,1-3-228 0,3-7-176 16,0 1-556-16,0-7-860 0,0 1-3349 15</inkml:trace>
  <inkml:trace contextRef="#ctx0" brushRef="#br0" timeOffset="66267.179">15077 4060 4396 0,'0'0'1068'0,"0"0"4469"15,0 0-3793-15,0 0-280 0,0 0-148 16,0 0-24-16,0 0-224 0,0 0-240 15,0 0-224-15,0 0-188 0,11 10-172 0,13-10 184 16,4 0 120-16,12 0 132 16,-1 0-327-16,6 0-157 0,-2-3-88 0,1-4-96 15,-4 1-12-15,0-3-24 0,-1-1-84 16,-2 1-76-16,-5-1-181 0,-5 4-303 16,-7-1-212-16,0 5-492 0,-12-3-1316 0,-4 5-2857 15,-4 0-3223-15</inkml:trace>
  <inkml:trace contextRef="#ctx0" brushRef="#br0" timeOffset="66466.482">15324 4201 3848 0,'0'0'688'16,"0"0"4980"-16,-21 101-3683 0,17-50-277 0,1 6 0 15,-1 6-268-15,4 4-360 0,0 3-352 16,0-3-248-16,0-4-64 0,0-9-416 0,0-10-76 15,4-12-20-15,3-10-64 0,1-11-36 16,8-5-64-16,0-6-404 16,4-11-340-16,-1-3-320 0,-2-3-1372 0,3-18-4325 15</inkml:trace>
  <inkml:trace contextRef="#ctx0" brushRef="#br0" timeOffset="66678.471">15487 4159 3892 0,'0'0'5340'16,"0"0"-2787"-16,0 0-1133 0,0 0-616 16,0 0 232-16,-8 83 188 0,16-39-164 15,-4 10-132-15,3 2-68 0,-3 2-416 16,5 2-140-16,-2 1-144 0,-3-1-48 16,4-3-112-16,-4-9-64 0,5-4-120 15,-6-8-216-15,1-11-56 0,-4-6 0 16,8-6-136-16,-4-6-276 0,0-5-700 15,1-2-2260-15,-5-2-3525 0</inkml:trace>
  <inkml:trace contextRef="#ctx0" brushRef="#br0" timeOffset="66832.41">15518 4584 10664 0,'0'0'2273'0,"0"0"-1469"15,0 0-120-15,0 0 716 0,84-12-356 0,-57 8-424 16,6-3-284-16,3 5-336 0,4-4-64 15,-1 0-72-15,5-5-324 0,4-1-928 16,-4 2-800-16,-8 1-3329 0,3 2-2554 16</inkml:trace>
  <inkml:trace contextRef="#ctx0" brushRef="#br0" timeOffset="66998.398">16084 4775 13105 0,'0'0'1612'16,"0"0"-1184"-16,-8 92 128 0,8-54 796 0,-4 4 60 0,0-1-232 15,1 3-360-15,-2-3-272 16,1 0-196-16,0-2-180 0,0-1-136 0,4-3-36 16,0-4-132-16,0-2-148 0,0-6-256 0,0-4-88 15,0-7-124-15,0-2-212 16,4-10-516-16,4 0-700 0,-8-7-320 0,8-8 139 16,-4 1-1915-16</inkml:trace>
  <inkml:trace contextRef="#ctx0" brushRef="#br0" timeOffset="67205.073">16088 4768 11657 0,'0'0'1472'16,"0"0"-1164"-16,0 0 224 15,0 0 152-15,0 0-152 0,95-40-168 0,-74 36-136 0,3 4-56 16,0 0-32-16,-9 0-128 16,2 4 40-16,-10 2 76 0,1 7 20 15,-8-4 176-15,0 7-112 0,-8 0-12 0,-8 6-112 16,-3 0-88-16,-9 3-88 15,0-3 4-15,0-3-4 0,4-3-164 16,4-6-400-16,4-3-280 0,4-7-448 0,8 0-1372 16,4-7-4517-16</inkml:trace>
  <inkml:trace contextRef="#ctx0" brushRef="#br0" timeOffset="67519.736">17049 4832 7312 0,'0'0'2448'16,"0"0"-667"-16,0 0-397 0,0 0 4 15,-56 82-240-15,43-60-352 0,-2 1-636 0,2-1-160 16,2 0-228-16,-1 1-172 0,0-4-320 0,4-3-352 16,4 0-600-16,-4-7-1437 0,4-6-2747 15</inkml:trace>
  <inkml:trace contextRef="#ctx0" brushRef="#br0" timeOffset="68583.675">18172 3857 9972 0,'0'0'1189'0,"0"0"-713"16,0 0-68-16,0 0 372 0,0 0 228 15,-92 71-32-15,72-46-120 16,5 6-124-16,-2 11-8 0,2 5 156 0,-2 10-152 16,2 7-176-16,-5 6-120 0,0 6-104 0,-4 3-44 15,4 0-16-15,-4-2-12 0,8-7-64 16,4-10-56-16,8-9-16 0,4-6-32 16,4-14-80-16,12-2 4 0,8-4-4 15,4-6 36-15,4-3-40 0,4-3-4 16,7-7 0-16,2-6 0 0,6-4-12 0,1-11-48 15,4-8 56-15,0-11-48 0,-1-4-8 16,1-10-184-16,-4-2 160 0,-4-5-100 16,-1 1-8-16,-7-4-16 0,0 2 72 15,-8-4 136-15,-4-1 12 0,-5 1 48 16,-2 0-60-16,-5-3 0 0,-8-1-16 16,-4 0 8-16,-4 4-76 0,0 3 80 0,-12 6 8 15,0 6 40-15,-4 11 128 16,0 9 60-16,-5 8 48 0,2 10 24 15,-1 7-96-15,-4 0-124 0,-8 17 12 0,0 5-24 16,-7 13-64-16,-1 3 4 0,-4 7 100 16,0 3-51-16,5-4-53 0,-2 3-8 15,5-6-73-15,5-6-99 0,3-2-156 16,8-5-268-16,0-3-88 0,4-6-212 16,4-3-224-16,4-7-320 0,4-4-324 0,4-5-280 15,0-5-777-15,8-7-1235 0,4-7 1644 16,0-6 1064-16,4 3 1348 15,0-4 832-15,0 0 252 0,-4 7 360 0,-4 3 884 16,0 7 172-16,-5 6-455 0,1-1-473 16,-4 4-448-16,0 0-204 0,0 7-56 15,0 5-92-15,0 8 252 0,0 9-320 0,0 6-276 16,0 9-232-16,-4 0 36 16,-3 9 108-16,3 1 504 0,-9 1-151 15,6-4-441-15,-1 0-128 0,-4-3-124 0,4-4-152 16,-4-3-212-16,4-6-61 15,0-3-15-15,0-7 4 0,0-6-52 16,4-6-136-16,4-7-176 0,0-6-252 0,0 0-316 16,4-6 32-16,4-3 208 0,4-11 492 15,0 0 240-15,8-1 180 0,0-5 140 16,4-2 76-16,0 2 48 0,4 4 32 16,4 3 188-16,0 7 356 0,-1 2 200 15,9 7-52-15,-1 3-44 0,6 7-132 0,6 5-88 16,1 4-108-16,4 0 32 0,8 3-48 15,3 1-88-15,-3-2-72 0,0 1-212 16,-5-4-12-16,-3 5-208 0,-7-4-228 16,-10 0-892-16,-11-3-432 0,0 6-2789 15</inkml:trace>
  <inkml:trace contextRef="#ctx0" brushRef="#br0" timeOffset="71236.543">7112 7343 952 0,'0'0'3220'0,"0"0"-2216"0,0 0-260 16,0 0 3192-16,0 0-2259 0,0 0-77 0,0 0-252 15,0 0-164-15,0 0 84 16,-8-35-88-16,8 35-96 0,0 0-104 0,0 3-164 15,0 1-268-15,-4 3-231 0,-1 7-317 16,-3 13 0-16,-3 4-12 0,-2 17-1 16,6 2 9-16,-1 14 4 0,-5 6 53 15,2 7-5-15,-1 8 76 0,-4 5-16 16,0 1-60-16,0 4-48 0,-4 1-84 16,-3-5 80-16,2-8-56 0,6-7-16 15,-2-12-20-15,6-13-101 0,2-13-67 0,5-16 104 16,0-6-120-16,4-10-196 15,0-6-232-15,8 0-140 0,5-13 60 0,-2-9-80 16,10-7-508-16,3-8-112 16,-1-5-192-16,-3-9-221 0,4 1-191 0,-5-5 208 15,2-4 520-15,-5-5 412 0,0-3-12 16,-9 13-548-16,10-32-408 0</inkml:trace>
  <inkml:trace contextRef="#ctx0" brushRef="#br0" timeOffset="71604.077">7147 7534 4024 0,'0'0'2708'16,"0"0"-460"-16,0 0-492 0,0 0-107 15,0 0-197-15,0 0-412 0,0 0 28 0,0 0-52 16,88 51-196-16,-68-19-164 0,3 5-224 16,2 5-40-16,3 5 76 15,0 4 132-15,-4 4-308 0,-1-1-232 0,1 3 0 16,-8 2-60-16,4 2-96 0,-4-5-4 16,-4-4-8-16,0-2-52 15,-4-1-36-15,0-8-96 0,-5-6-112 0,-3-4-88 16,0-5-52-16,0-8-96 0,0-5-56 15,0-2 84-15,0-9 32 16,-7 2-24-16,-5-4-256 0,0 0-204 0,-8-4-64 16,0-3 372-16,-4-1 227 0,5-5 77 15,-9-6-260-15,0-1 0 0,0-2-116 16,-4-3 184-16,-4-3 644 0,4-4 364 0,1 3-120 16,6 0 4-16,5 4 440 0,5 6 412 15,6 6-43-15,9 4-185 0,0-1-180 16,0 4-180-16,9-1 124 0,6 0 300 15,5 2 172-15,5-1-80 0,3-1-260 0,7-3-260 16,1 3-236-16,3-1-272 0,10-5-12 16,-6-3-112-16,2 3-100 15,2-2-456-15,-8-2-500 0,6 2-436 0,-13 5-1456 16,3-9-4633-16</inkml:trace>
  <inkml:trace contextRef="#ctx0" brushRef="#br0" timeOffset="71815.345">8083 7741 7292 0,'0'0'7561'0,"0"0"-6269"0,0 0-500 0,0 0 672 0,0 0-172 16,92 66-184-16,-72-49-256 16,0-5-327-16,5 4-261 0,-2-7-176 15,1 1-88-15,0-3-40 0,4-5-48 0,0 1-80 16,0-3-417-16,-1-3-523 0,-3-3-236 15,4 0-656-15,-12-1-1916 0,8-5-2465 16</inkml:trace>
  <inkml:trace contextRef="#ctx0" brushRef="#br0" timeOffset="71967.52">8526 7731 9912 0,'0'0'3861'0,"0"0"-3173"15,0 0-232-15,-32 73 660 0,20-41 336 16,-4 3-168-16,5 0-336 0,2-7-460 15,-3-6-376-15,9-3-112 0,3-6-136 16,0-7-208-16,0-3-368 0,0-3-100 16,7 0-228-16,1-9-564 0,1-4-1156 0,-2-9-3905 15</inkml:trace>
  <inkml:trace contextRef="#ctx0" brushRef="#br0" timeOffset="72368.476">8143 7518 3496 0,'0'0'7060'0,"0"0"-5515"16,-79-12-509-16,59 24 388 0,-8 4-12 0,5 10-112 16,2 8-320-16,1 4-156 15,5 8 60-15,2 1 32 0,5 6-212 16,1 1-227-16,3 3-177 0,4 1-32 0,0 2-64 16,0 1-148-16,0-4-56 15,4-4-88-15,7-2-80 0,2-6 48 16,2-7 20-16,5-3 4 0,8-10-24 0,0-3 24 15,8-3 84-15,4-8-52 0,-1-6-32 16,6-5-61-16,2-12 81 0,5-8 28 16,4-8 44-16,0-13-80 0,-1-4-220 15,1-6-268-15,-4-6 60 0,0 4 84 16,-5-5 108-16,-2 1 24 0,-6 3-72 16,-7 0-52-16,-4 0 88 0,-4 3 84 0,-8 0 224 15,-9 7 24-15,-3-3 184 0,-4 5-36 16,-8 1 76-16,-11 6 24 0,-5 0-16 15,-12 7 236-15,0 2-76 0,-4 7-184 16,-7 6-12-16,-1 7-196 0,-1 6-8 0,-2 3-128 16,-5 13-72-16,0 7-72 15,0 6-52-15,5 1 48 0,3 5-36 0,1 4-272 16,10-2-776-16,10-4-1344 0,-6 11-3237 16</inkml:trace>
  <inkml:trace contextRef="#ctx0" brushRef="#br0" timeOffset="73065.829">8382 8057 4044 0,'0'0'1496'15,"0"0"-244"-15,0 0 332 0,0 0 32 0,0 0-207 16,0 0-369-16,0 0-84 0,0 0-144 16,0 0-216-16,-79-40 60 15,70 36 84-15,2-2-88 0,-1 3-116 0,4 0-40 16,0-1 148-16,0 1 56 0,0-3-184 16,0 3-100-16,4 0 36 15,0 3 8-15,0 0-92 16,0 0-40-16,0 0-63 0,0 0-9 0,0 0-72 0,0 0-84 15,4 0-100-15,4 0-72 0,4 0 72 0,8 0 156 16,3 3 160-16,5 0 32 0,0 3-224 16,4 1 32-16,0-4-72 0,4 0-72 15,0 0-4-15,-4-3-8 0,0 0 0 0,-4 0-4 16,-5 0-56-16,-3 0 48 16,1 0-48-16,-6-3-24 0,-2 0-160 15,-2 0-300-15,-3-1-108 0,-4 1 55 0,-4 0-51 16,4 3-84-16,-4-3-224 15,0 0-472-15,0 0-348 0,0-4-792 0,-4 1-1301 16,0 0-923-16</inkml:trace>
  <inkml:trace contextRef="#ctx0" brushRef="#br0" timeOffset="73335.137">8618 7624 5064 0,'0'0'1900'15,"0"0"-420"-15,0 0-264 0,0 0 193 0,0 0-9 16,0 0-176-16,0 0-232 0,0 0-248 16,0 0-168-16,0 0-60 0,-36 28 60 15,20-12 92-15,0 5 88 0,0 8-264 16,-4 6-200-16,4 0-68 0,-8 9-4 0,5 4 48 16,-2 3 136-16,1 3-88 0,-4 4-192 15,5-2-76-15,-5-2-48 16,-1 3-8-16,6-10-64 0,-1-3-100 0,4-4 0 15,4-12-96-15,4-9-48 0,4-3-88 16,4-3-236-16,0-6-152 0,0-5-136 0,0 1-336 16,4-3-464-16,0 0-984 0,4 0-2761 15</inkml:trace>
  <inkml:trace contextRef="#ctx0" brushRef="#br0" timeOffset="73891.009">8610 8506 1852 0,'0'0'9097'0,"0"0"-7465"0,0 0-560 15,0 0 256-15,0 0 172 0,0 0-84 16,0 0-196-16,0 0-460 0,8 88-268 0,-8-50-116 15,0 1 40-15,0 5 313 0,0 1-341 16,-4 2-132-16,-5-5-124 0,1-1 12 16,5-6-136-16,-1-4-8 0,0-8-84 15,4-5-60-15,0-2-112 0,0-5-228 0,0-6-245 16,0-2-235-16,0 1-188 16,0-4-528-16,0 0-492 0,0-7-496 0,0 4-1485 15,0-10-827-15</inkml:trace>
  <inkml:trace contextRef="#ctx0" brushRef="#br0" timeOffset="74201.044">8661 8638 4592 0,'0'0'2304'16,"24"-66"-372"-16,-7 47-200 0,-2-3 21 15,5-1-313-15,0 5-236 0,0 4-184 0,0 6-192 16,-1 2-56-16,2 1-80 16,-6 5-76-16,-2 0-184 0,-2 0-128 0,-3 7-72 15,-3 0 0-15,-1 5 40 0,-4 4-52 16,0 3-220-16,-9 4-112 15,-3 2-156-15,-8 3-124 0,1 2-24 0,-5-3 12 16,-4 2 20-16,0-1 124 0,0-2 64 16,5-7 60-16,2-3 124 0,1-3 12 15,9-4 84-15,3-3 12 0,3-2-96 16,5-1-72-16,0 3-76 0,13-3 148 16,2 8 332-16,5-3 12 0,4-2-156 15,1 5 8-15,6-5-48 0,1 1-88 0,0-1-56 16,0-3-4-16,4 0-112 0,-1-1 28 15,1 2 24-15,-4-4-632 16,0 0-584-16,-1 0-596 0,-6-4-2012 0,-1-1-3689 0</inkml:trace>
  <inkml:trace contextRef="#ctx0" brushRef="#br0" timeOffset="74516.369">9534 7432 7716 0,'0'0'4181'15,"0"0"-2393"-15,-4 104-496 0,4-46-184 0,-4 12 144 16,0 2-164-16,0 9-252 16,-4 5-184-16,1-1-152 0,-2-2-48 0,-3-1-124 15,1-6-148-15,-6-6-180 0,6-16-148 16,2-10-216-16,1-9-296 0,4-16-24 16,4-6-68-16,0-9-224 0,0-4-656 0,4-6-756 15,4-5-633-15,5-20-2023 0</inkml:trace>
  <inkml:trace contextRef="#ctx0" brushRef="#br0" timeOffset="74905.818">9585 7794 7112 0,'0'0'1688'0,"9"-88"-252"15,-9 60-327-15,4 2-109 0,-4 3 328 0,4 11-24 16,0 5-296-16,0 7-380 16,3 0-92-16,6 7 308 0,-2 8-44 15,6 7-148-15,-2 10-148 0,-3 4-28 0,0 5-36 16,-4 0-52-16,0-2-144 0,1-4-140 15,-6-7-104-15,5-3-120 16,-4-3-28-16,4-9-20 0,0-4-40 0,4-2-36 16,4-7-48-16,0 0 48 0,4-13 12 15,-5-3 144-15,6-6 88 0,-1-3 64 0,-1-3-4 16,-2-1-48-16,-2-1 96 0,-2-1 16 16,2 3 0-16,-7-1-28 15,4 4-96-15,0 2 0 0,-4 8-84 0,4 4-64 16,0 11 148-16,4 0 88 0,0 7 96 15,0 7 48-15,0 7-96 0,4 5 20 16,0 2-20-16,-1 1 68 0,2 2 28 16,-1-6-60-16,-5 5-172 0,2-9-4 15,-2 1-4-15,2-5-4 0,-6-2 0 16,1 2-76-16,-4-5-20 0,4 1-196 0,-8-1-172 16,4 1-184-16,-4-4-172 15,-4 4-288-15,4 0-924 0,-4-1-2972 16,0 2-5893-16</inkml:trace>
  <inkml:trace contextRef="#ctx0" brushRef="#br0" timeOffset="75466.756">11303 7801 1280 0,'0'0'9749'16,"0"0"-7913"-16,0 0-780 0,0 0-92 15,0 0 536-15,0 0-8 16,80 0-296-16,-48 0-424 0,4 0-332 0,-1 0-292 15,-3-4-64-15,4-2-84 16,-4 0-136-16,0-7-160 0,-5 4-560 16,1-4-412-16,-7-1-400 0,-6 9-1304 0,-7 2-3109 15</inkml:trace>
  <inkml:trace contextRef="#ctx0" brushRef="#br0" timeOffset="75623.447">11283 7988 10376 0,'0'0'1673'0,"0"0"-789"0,0 0-324 0,0 0 620 16,0 0 80-16,0 0 44 0,0 0-228 16,0 0-152-16,84 44-116 0,-40-44-308 15,7 0-308-15,5-3-192 0,0-9-256 16,4-1-392-16,4-3-420 0,-1-3 204 16,-15 6-1432-16,16-2-3157 0</inkml:trace>
  <inkml:trace contextRef="#ctx0" brushRef="#br0" timeOffset="76417.214">12833 7000 4912 0,'0'0'4004'15,"0"0"-2272"-15,12-66-447 0,-8 38-53 0,0-1-64 16,-4-3-232-16,3 6-184 0,-3 1-160 16,0 3-116-16,0 6 8 0,0 3-76 15,0 6 24-15,0 5-136 0,0 2-124 0,0 0 24 16,0 2 12-16,0 12 40 15,-3 5 20-15,-1 6-108 0,0 13 36 0,0 7-52 16,-4 9-20-16,0 3 24 0,0 4 32 16,-4 1-20-16,-4 5-52 15,0 0-8-15,-8-1-56 0,0 5-44 16,0-4-48-16,-3-5-52 0,3-4-92 0,0-3-80 16,0-11 4-16,8-6 124 0,4-13 136 15,4-6 8-15,4-9-4 0,4-7-72 0,0-3-120 16,4-3-132-16,4-4 264 15,8-5 64-15,-4-4 208 0,8-3-84 16,-5-1 0-16,2 5-64 0,-6-2-60 0,2 12-12 16,-2 5-256-16,-3 8 268 0,9 13 108 0,-6 7 40 15,6 9-4-15,-6 11-68 16,2 6 20-16,2 7 88 0,-3-1 108 16,4 0-232-16,0-6 8 0,4 0-68 15,4-10-136-15,-5-3-264 0,5-5-472 16,0-4-296-16,1-11-532 0,-10-4-1064 15,9-1-4321-15</inkml:trace>
  <inkml:trace contextRef="#ctx0" brushRef="#br0" timeOffset="78422.515">13789 7232 4468 0,'0'0'8845'0,"0"0"-7297"0,0 0-392 16,0 0 84-16,0 0-40 16,0 0-252-16,0 0-276 0,0 0 416 15,108-6-323-15,-64 6-181 0,3 0-112 0,1 0-88 16,-4 0-152-16,4-7-160 16,-8 1-72-16,3 0-72 0,-6-1-60 0,-2-2-64 15,-7 3-240-15,-4-1-192 0,-8 4-185 16,-4 3-347-16,-9 0-1348 0,-3 3-2192 15,-11 7-1933-15</inkml:trace>
  <inkml:trace contextRef="#ctx0" brushRef="#br0" timeOffset="78753.734">13917 7311 5892 0,'0'0'796'0,"0"0"2004"16,0 0-915-16,0 0-77 0,0 0-372 15,0 0-88-15,0 0-136 0,0 0-144 16,0 0-380-16,84 17-96 0,-56-11-80 15,-5-4-96-15,-3 5-76 0,-4 3-204 16,-4 0-128-16,-8-1-8 0,-4 7-4 16,0 0 4-16,-8 6 0 0,-12 6-12 0,0 4-124 15,-7 0-168-15,-1 6-60 0,0-3-28 16,0 0 144-16,0 0 116 0,4-3 132 16,3-3 4-16,10-8 44 15,3 2-44-15,4-7-4 0,4-4 0 0,8 1 44 16,7-3 92-16,10-1 144 0,10 1 28 0,2-1 108 15,10-2 300-15,1-2 233 16,4 2-317-16,0 0-224 0,0-4-92 0,4-3-76 16,-5 4-240-16,-3-4-60 0,-1 2-156 15,-2 1-472-15,-6 0-100 0,-3 4-209 16,-8-4-1011-16,-8 0-3052 0,0 4-5317 16</inkml:trace>
  <inkml:trace contextRef="#ctx0" brushRef="#br0" timeOffset="81181.361">15343 7486 732 0,'0'0'1916'0,"0"0"-652"15,0 0-884-15,0 0-276 0,0 0 116 0,0 0 16 16,0 0 100-16,0-12 1216 0,4 9-552 0,-4 3-380 16,4-4-112-16,-4 4 140 15,0-3 60-15,0 3 17 0,0 0-5 0,0-3-64 16,4 3-80-16,-4-4 72 0,0 1 76 16,4 1-40-16,-4-1 8 0,4-1-36 15,-4-3-108-15,0 1-136 0,4 0-40 16,-4-3-160-16,0 2-200 0,0-3 124 0,0 4-124 15,0 0 76-15,0 0-40 16,0-1 100 0,0 1-12-16,-4 0 112 0,0 2 304 0,-4-2-84 15,4 3-164-15,-4 0-144 0,-4-1-16 0,4 2 52 0,-4-3-196 16,1 3 0-16,-6 2-60 0,6 0-136 16,-2 0 24-16,-2 9 28 0,2 4-28 15,5 6 136-15,-3 6 36 0,3 4 72 16,-1 9 24-16,6 1 40 0,-5 2 0 0,4 0 48 15,0-3-76-15,-1-7 16 16,5-2-28-16,0-9-96 0,0-8-72 0,5-2 60 16,3-7-64-16,0 0 76 0,4-3 172 15,0 0-40-15,3-6 4 0,-2-4-28 16,2-2-108-16,-2-5-72 0,2-1-72 0,-2-4-28 16,2-1-36-16,-2-2-48 0,2-1 12 15,-3 4 12-15,-4-3 24 16,0 5 0-16,0 1 36 0,-4 8 72 0,-1 4 100 15,-3 0 40-15,0 4 60 0,0 3-100 16,0 0-172-16,0 0-12 0,0 10 184 16,0 1 24-16,0 6 296 0,0 8-148 0,5 1 36 15,-5 2-48-15,4-2-100 16,-4-6-60-16,8-1-48 0,0-8-28 16,4-1 64-16,0-3-48 0,4-4 60 0,3 1 0 15,2-4-80-15,-1 0-340 16,-1 0-184-16,1-7-148 0,0 0-304 0,0 4-580 15,-8-4-1216-15,8 2-3049 0</inkml:trace>
  <inkml:trace contextRef="#ctx0" brushRef="#br0" timeOffset="82032.973">15869 7328 5672 0,'0'0'2432'15,"0"0"-580"-15,0 0-139 0,0 0-289 16,0 0-244-16,0 0-320 0,0 0 536 0,0 0-224 15,56 72-384-15,-40-43-244 16,0 3-64-16,0-4-104 0,-1 1-92 0,-2-4-164 16,2-5-120-16,-3-5-8 15,4-5-100-15,0-1-28 0,-4-2-120 0,4-7-248 16,0 0-244-16,0 0-120 0,-4-3-324 16,0-4-712-16,-5 1-2713 0,-2-7-4219 0</inkml:trace>
  <inkml:trace contextRef="#ctx0" brushRef="#br0" timeOffset="82185.794">16072 7471 10364 0,'0'0'1649'0,"0"0"-1125"0,0 0-24 0,-48 72 656 16,37-49 44-16,-1-1-316 0,-1-6-596 15,10-3-288-15,-5-4-140 16,4-3 80-16,4-2-68 0,-4-2-252 0,-1-2-272 15,1 0-272-15,-3-2-896 0,3-2-2505 16,-4-9-855-16</inkml:trace>
  <inkml:trace contextRef="#ctx0" brushRef="#br0" timeOffset="82625.803">15813 7235 6688 0,'0'0'1596'0,"0"0"164"0,0 0-123 15,0 0-265-15,0 0-696 0,0 0-120 16,0 0-72-16,-87 45 44 0,74-22 76 16,6 5 76-16,-1 4-132 0,-1-1-76 0,5 4 24 15,1 3-40-15,-1-2-172 0,0 2-148 16,0 3-52-16,4-4-80 16,0 1 44-16,0 1-40 0,0-4 0 0,4-3 56 15,0-4 8-15,3-6-72 0,2 1-48 16,3-10 40-16,-1-1 8 15,6-5 84-15,3-1 100 0,3-6 208 0,5 0-196 16,4-6-96-16,0-8 20 0,3-2-44 0,2-5-76 16,-1-8 0-16,3 1-100 0,-3-7-72 15,5-1 52-15,-6-1 72 16,-3-2-52-16,-4 1-60 0,0 4 76 0,-9 1 84 0,2 3-8 16,-14-3-152-16,1 7 36 15,-4 1-72-15,-4 0 136 0,-4 3 48 16,-4-1 12-16,-7 2 4 0,-1 1-4 0,-5 1-76 15,2 4 4-15,-1-5 12 0,-1 8-52 16,2-1 0-16,-1 3-24 16,1 4-112-16,2 6-120 0,-3 0 8 0,1 0-64 15,-2 9-148-15,-3 4-360 0,5 6-304 16,-1 1-512-16,3-2-1149 16,-6 11-2651-16</inkml:trace>
  <inkml:trace contextRef="#ctx0" brushRef="#br0" timeOffset="84183.375">16574 7175 3588 0,'0'0'5280'16,"0"0"-3368"-16,0 0-575 0,0 0-69 15,0 0-164-15,0 0-436 0,0 0 0 0,0 0 348 16,0 0-168-16,0 0-220 0,84 67-184 16,-69-48-124-16,-2 6 12 15,-1-3-24-15,0 4-76 0,-8-4-48 16,0 4-40-16,0-4-56 0,-4-2-76 0,0-2-12 15,0 1-12-15,0-6-88 0,0-5 28 16,0-1-28-16,0 0-20 0,0-7-124 0,0 0-148 16,0 0-112-16,0 0 24 15,0 0 60-15,0 0 48 0,0-7-40 16,7-4 200-16,1-6 112 0,5-2 100 16,-2-4 44-16,2-2 4 0,2 0-48 15,2 3-40-15,-6-3-36 0,6 2-24 16,-2 4-60-16,1 3 20 0,-4 4-8 0,0 2 4 15,0 3 8-15,0 4 24 0,-8 3-52 16,4 6 164-16,-8 5 488 0,4 4-72 16,-4 4 72-16,0 4 8 0,-4-1-52 15,-4 0-120-15,0 0-92 0,0-3-108 16,4-6-116-16,0 0-8 0,4-6-60 0,0-5 8 16,0 1 40-16,0-3-48 15,0 0 60-15,4-3 0 0,8-4 208 0,-1-2-72 16,6-4-128-16,-2-2 52 0,6-1-56 15,-5-3 8-15,3 0-8 0,-2-1 0 16,2 4 0-16,-3 4-4 0,0 3-52 16,-4 2 4-16,4 1-36 0,-4 6 20 15,4 0 56-15,-4 0 4 0,0 3 4 0,-1 7 100 16,6 5 48-16,-9-2 48 16,4 5-64-16,-4-1-8 0,0 2-112 15,4-3-12-15,-4 3-8 16,3-3-116-16,2-3-168 0,2-1-288 0,-3-3-656 15,4 2-408-15,1-6-1300 0,-2-2-4077 16</inkml:trace>
  <inkml:trace contextRef="#ctx0" brushRef="#br0" timeOffset="84843.136">18518 6429 8188 0,'0'0'1192'0,"0"0"-596"0,17 67 2577 16,-13-29-1597-16,3 16-292 0,1 3-192 15,1 13-248-15,-2 3-32 0,-3 3-48 16,-4 7-252-16,0 2-180 0,0 5-124 0,-4 5-160 16,-3-1-44-16,-6 2-4 15,2-7-4-15,3 0-60 0,-1-10 4 0,5-7 0 16,0-4-24-16,4-11-4 0,0-3-8 15,8-6-136-15,1-4-172 0,2-8-164 0,1-11 40 16,1-3-224-16,-2-11-308 16,6-4-588-16,-6-7-1152 0,9-7-2993 15</inkml:trace>
  <inkml:trace contextRef="#ctx0" brushRef="#br0" timeOffset="85435.078">19770 6931 4712 0,'0'0'716'0,"0"0"1184"15,0 0 2733-15,0 0-3161 0,0 0-16 0,0 0-132 16,-52-64-64-16,40 61-136 15,-1 3-348-15,2 0-212 0,-1 9-136 16,-4 10-112-16,1 11 12 0,-6 7 148 0,1 8-27 16,1 10-97-16,-2-3 0 15,10 3-136-15,-6-8-104 0,10-6-112 0,3-9 0 16,4-7-112-16,0-12-8 0,8-6-48 16,3-4 32-16,6-3-44 0,3 0 84 15,3-10 84-15,5-6-72 0,0-6-76 16,-4-3-37-16,4-4 53 0,-4-3-12 15,-1 4-28-15,-2 3 76 0,-5-5 8 16,-1 12 100-16,-3-1 36 0,-3 6 52 0,-5 5 32 16,-1 1-24-16,-3 4-96 0,0 3 0 15,0 0-228-15,4 10 56 0,0 5 172 16,0 7 256-16,5 10-12 0,-2-1-76 16,1 1 40-16,5 1-51 0,-6-8-157 15,9-7-48-15,0-2-97 0,0-10-63 16,8-3-12-16,0-3-44 0,8-6-236 15,0-6-320-15,-1-8-716 0,-3 1-1300 16,12-12-3933-16</inkml:trace>
  <inkml:trace contextRef="#ctx0" brushRef="#br0" timeOffset="85642.279">20563 6741 11205 0,'0'0'2396'0,"0"0"-928"0,0 0-220 0,-48 66-28 15,32-31-192-15,0 0-120 0,4 10-284 16,0-4-172-16,4 6 60 0,4-5 172 16,4 2-307-16,0-6-377 0,4-3 0 15,4-10-48-15,4-2 36 0,0-11-52 16,4 1 52-16,0-3-120 0,0-8-209 16,3-2-71-16,2 0-176 0,-6-2-256 0,1-5-532 15,-4-6-916-15,-3 5-2504 0,-5-6-3717 16</inkml:trace>
  <inkml:trace contextRef="#ctx0" brushRef="#br0" timeOffset="85799.549">20467 7029 13893 0,'0'0'2336'0,"0"0"-988"16,0 0 180-16,0 0-424 0,0 0-384 16,0 0 108-16,0 0-223 0,92-25-193 0,-56 15-144 15,11-2-180-15,1-4-88 16,-1 0-240-16,2 0-512 0,3-1-417 0,-9 3-651 15,-11 0-2544-15,11-2-3881 0</inkml:trace>
  <inkml:trace contextRef="#ctx0" brushRef="#br0" timeOffset="86098.542">21594 6280 7656 0,'0'0'7301'0,"0"0"-6057"0,-60 89-228 15,36-41 676-15,-8 12 168 0,1 6-71 0,4 8-725 16,-1 1-472-16,0 2-232 0,0 6-128 16,7-4-76-16,-3 0-56 0,5-5-100 15,3-8-132-15,4-6-64 0,4-12-152 16,3-14-64-16,2-9 112 0,3-8-160 15,3-10-216-15,6-7-165 0,-1 0-83 0,3-17-272 16,6-4-504-16,2-11-472 0,1-10-196 16,1-5-777-16,-6-7-931 15,2 12 1108-15,2-31-112 0</inkml:trace>
  <inkml:trace contextRef="#ctx0" brushRef="#br0" timeOffset="86317.431">21475 6569 416 0,'12'-66'4188'0,"-4"40"-2184"0,-4 1-16 0,0 8 208 15,-1 1-243-15,6 10-309 16,-5 3-296-16,0 3-368 0,4 9 52 15,8 4 80-15,-1 9-304 0,2 10-36 0,2 6 80 16,-2 7-183-16,-2 3-85 0,5 5-100 16,-3-1-244-16,-2-2-144 0,-3 1-96 15,0-4-4-15,0 0-8 0,-8-5-96 16,4-1 36-16,-4-3-36 0,0 1-36 16,-4-5-88-16,0-4-108 0,0-2 12 0,0-9-1 15,0-7-95-15,0-2-76 0,0-7-108 16,0-3-68-16,0 0-184 15,0-6-300-15,-8-7-756 0,0 1-480 0,-4-7-1553 16,-4-3 961-16,4 5 176 0,-12-15 280 16</inkml:trace>
  <inkml:trace contextRef="#ctx0" brushRef="#br0" timeOffset="86457.776">21499 6928 3828 0,'0'0'3256'16,"0"0"-440"-16,0 0-1335 0,0 0-657 16,0 0-236-16,0 0 12 0,0 0 228 15,0 0 68-15,-40-67-192 0,64 65-380 0,3-5 208 16,10-3 164-16,6 0-16 0,10 1-384 15,-2-4-296-15,1 0-12 0,-4 1-208 16,-5-1-572-16,-3 0-924 0,-12 4-2532 16,-4 0-6657-16</inkml:trace>
  <inkml:trace contextRef="#ctx0" brushRef="#br0" timeOffset="86621.671">22244 7092 15321 0,'0'0'4136'0,"0"0"-3472"16,0 0-624-16,-12 67-40 0,-4-44-48 15,4 2-52-15,1-3-232 0,-6 1-624 16,2-4-604-16,2-4-1040 0,-6 5-4165 0</inkml:trace>
  <inkml:trace contextRef="#ctx0" brushRef="#br0" timeOffset="87703.996">22794 6722 3160 0,'0'0'768'0,"0"0"68"16,0 0 544-16,28 78-536 0,-12-49-492 0,-4 1 2060 16,3-3-1752-16,-6-2-468 0,2-2-12 15,-7-4 105-15,0 0 103 0,0-3-132 16,-4-4-256-16,0-2-104 0,0 4 52 16,0-6-24-16,-4-2-64 0,0 1-172 0,4 0 43 15,-4-5 269-15,4-2 128 0,0 0 245 16,4-9-153-16,0-1 180 15,9-8-300-15,-2-5 68 0,6-5 88 0,-2-2 116 16,5-3 176-16,-4 0-192 0,4 8-100 16,-5 3-28-16,-2 6 176 0,-5 6 76 15,-1 7-64-15,2 0-188 0,-5 3-40 0,0 3 192 16,3 7 68-16,-3 3 12 16,0 2-184-16,1 1-80 0,-5 0-32 0,0 0-56 15,0 0-56-15,0-1-8 0,0-4-44 16,0-5 0-16,0-3 0 0,0 0 0 15,0-3 64-15,0 0 20 0,4 0-8 0,0-6-4 16,7-5-20-16,-3 0 56 16,8-6-104-16,1-2 4 0,2 1-8 15,-2 1-4-15,-2 5-4 0,-2 2-88 0,2 4 96 16,-3 6 0-16,0 0 196 16,0 3 12-16,0 6-8 0,0 1 32 15,-5 6 52-15,2-2-92 0,-1 0-68 0,0 2-124 16,-5-2 0-16,1-2-64 0,0 1-168 15,-4-5-444-15,5 3-388 16,-1-5-404-16,0 4-324 0,-4-4-1308 0,4-3-3029 16</inkml:trace>
  <inkml:trace contextRef="#ctx0" brushRef="#br0" timeOffset="88132.082">24113 6550 4000 0,'0'0'5732'0,"0"0"-3503"16,0 0-633-16,0 0-352 0,0 0-512 0,0 0-204 16,-88 19 0-16,64 3-68 0,1 9-36 15,-2 11 220-15,1 9 144 0,4 3-124 0,1 3 44 16,6-3-36-16,5-3-220 0,8-7-152 15,0-9-43-15,8-7 11 0,9-5 48 16,2-10-88-16,1-1-132 0,4-6-88 16,0-6-8-16,-4 0-216 0,4-6-244 15,0-6-197-15,-4-3-267 0,-4-2-360 0,-5-1-1240 16,2 1-2744-16,-6-5-3533 0</inkml:trace>
  <inkml:trace contextRef="#ctx0" brushRef="#br0" timeOffset="88266.301">23961 6854 8868 0,'0'0'2337'0,"0"0"-221"0,0 0-192 0,0 0-4 16,0 0-596-16,0 0-496 0,0 0-388 15,0 0-36-15,99-2 12 0,-54 2-100 16,-2 0-164-16,9-10-152 0,0-3-132 16,0 1-208-16,4-1-504 0,-4-3-820 15,-17 3-1196-15,9-3-4537 0</inkml:trace>
  <inkml:trace contextRef="#ctx0" brushRef="#br0" timeOffset="88770.364">24750 6432 9564 0,'0'0'2589'0,"0"0"-649"0,-3 83-376 15,-2-39 4-15,-3 7-232 0,0 6-244 16,-4-2-200-16,0-2-280 15,1 1-152-15,-2-6-155 0,1-1-133 0,1-2-76 0,-2-4-96 16,6-6-56-16,3-3-44 16,0-10-93-16,0-6-183 0,4-3-124 0,0-7-48 15,0 1 36-15,0-7-52 0,0 0-188 16,0 0-436-16,0-10-388 0,0-4-672 0,8-7-613 16,-1 5-1311-16,14-22 968 0</inkml:trace>
  <inkml:trace contextRef="#ctx0" brushRef="#br0" timeOffset="89115.842">24778 6677 5260 0,'0'0'2264'0,"12"-70"172"16,-12 51-363-16,0-3-321 0,4-1-236 16,-4 11-120-16,0 3-180 0,0 4-264 0,4 3-264 0,0 2-140 15,-1 7-156-15,10 5 0 16,2 10 276-16,2 3-131 16,-2 13-113-16,2 2-88 0,-2 4-20 0,-2 0 180 0,-2-3-196 15,2 0-220-15,-6-3-80 16,5 1-64-1,-3-9 52-15,2 0-72 0,-3-8 80 0,0-6-4 0,0-3-40 16,-4-6-24-16,0-7 12 0,0 0-132 16,4-7-256-16,4-6 84 0,4-9 196 15,4-7-16-15,4-7 16 0,-1-1-52 16,1-5 15-16,-7 1 45 0,-2 0 100 0,2-4-24 16,-6 4 80-16,-3 0-84 0,-3 6 88 0,2 7 40 15,-3 5 20-15,0 11 0 16,0 5 12-16,-4 7 0 0,0 0-24 15,4 7-32-15,5 9 201 0,-6 9 63 0,9 3-64 16,-4 11 16-16,0 2-40 0,0 7 16 0,0-7-112 16,0 7-96-16,-5-6-240 15,2 2-648-15,-1-6-229 0,0-1-459 16,4-2-1348-16,-4-10-2552 0,8-2-4077 0</inkml:trace>
  <inkml:trace contextRef="#ctx0" brushRef="#br0" timeOffset="89900.728">25523 6200 10981 0,'0'0'2536'0,"0"0"-1256"0,0 0-224 16,0 0 536-16,0 0-272 0,0 0-264 16,0 0-396-16,0 0-392 0,0 0-264 0,0 0-4 15,0 0-8-15,96-85-148 0,-68 56 80 16,7 0-32-16,-7 1 56 15,4 3 52-15,-8 2 0 0,0 8 4 0,-8 2 44 16,-1 3-44-16,-6 3 8 16,-1 2 44-16,-4 5-56 0,-4 0-48 15,0 0-24-15,4 3 20 0,-4 13 52 0,0 6 100 16,0 13 252-16,0 15-36 0,-16 10 28 16,-4 11 117-16,-4 5-97 0,-8 3-132 15,4 0-208-15,0-2-24 0,5-7-8 0,2-13-32 16,5-6 40-16,12-13 168 15,4-10 24-15,0-5-180 0,4-7-12 16,9-4-48-16,-2-6-12 0,6-2-24 0,-2-4-112 16,5 0 16-16,-4 0 48 15,0-10 32-15,1 4 4 0,-2-4 88 0,-3 1 0 16,0 3-52-16,0 2-49 0,0 1-75 16,0 3-84-16,-1 7-12 15,2 8 136-15,2 4 136 0,-2 10-56 16,2 4 16-16,-2 4-24 0,2 1 68 15,2 0-44-15,-2 0-28 0,2 4-8 0,-6-8-48 0,1 8 44 16,-4-7 4-16,0-1-52 0,-4 1-12 16,-4-3 4-16,0-4-104 0,0 2-80 15,-4-5-140-15,0-3-136 0,-8 0-316 16,0-3-432-16,-8 0-312 0,4-6 56 16,-4-1 144-16,-4-2 175 0,1-3 109 15,6 0-652-15,-10-5-2756 0</inkml:trace>
  <inkml:trace contextRef="#ctx0" brushRef="#br0" timeOffset="94452.313">27213 6284 8036 0,'0'0'1208'0,"0"0"1513"16,0 0-309-16,0 0-532 16,0 0-276-16,-64 75-372 0,36-46-336 15,0 5-176-15,-4 5-220 0,-3-1-76 0,-6 4-83 16,1 2-61-16,-8 3 24 15,1 7-64-15,-1 3-92 0,-8 7-4 0,-3 6-140 16,-6 9 8-16,-6 7 32 0,-4 6-44 16,-13 6-60-16,-4 6-96 0,-3 2-136 15,-1-1-168-15,-4 0-101 16,4-7 149-16,-3 1-16 0,7-5 112 0,4-1 0 16,1-1 156-16,7-3 24 0,0-7-144 15,1 1-136-15,7-3-176 0,4-11 60 16,5-3-24-16,7-6 120 0,8-5 212 15,8-11 112-15,12-9 36 0,12-6-36 0,5-13-124 16,11-3-872-16,0-11-528 0,4-2-993 16,7 0-1359-16,10-22-1104 0</inkml:trace>
  <inkml:trace contextRef="#ctx0" brushRef="#br0" timeOffset="96283.402">26934 8522 3452 0,'0'0'76'15,"0"0"748"-15,0 0 3200 0,0 0-2060 16,0 0-495-16,8-67-429 0,-8 50-8 0,-8 3 8 15,-5 0-12-15,2-2-108 16,-6 4-264-16,2-1 100 0,-1 4 156 0,0-1-188 16,4 3-260-16,-4 5-40 0,8 2-32 15,-4 0-100-15,-4 6-48 0,0 10-51 16,-8 6-9-16,1 10 56 0,-1 8 196 16,-4 11 120-16,0 4-108 0,0 2-108 15,4-1-88-15,4-1 0 0,4-7-68 0,4-10-88 16,8-10 12-16,0-9-72 0,4-7-36 15,0-5-96-15,8-3 0 0,8-1 96 16,0-3-4-16,8 0 4 0,3-14-100 0,5 0 28 16,1-10-108-16,-1-1 24 15,0-3-144-15,-4-1 80 0,-1 1 16 16,-3-1 60-16,-4 4 32 0,-1 0 28 16,-2 2 12-16,-6 1 12 0,-2 0 56 15,2 0 0-15,-3 5 4 0,-4 2-8 16,1 5-56-16,3 0 4 0,-5 8-12 0,1-1-52 15,0 3-44-15,4 3 168 0,4 6 232 16,0 4 116-16,4 6-80 16,0 3 32-16,0 0-8 0,0 4-112 0,-4-7-132 15,4 2-48-15,0-7 4 0,0 2-4 16,0-7-48-16,-1-2-24 16,2-4 12-16,-2-1-112 0,5-2-272 0,-4 0-272 15,0-5-20-15,5-5-457 0,-10 0-1271 0,1 3-2512 16,-4-5-3317-16</inkml:trace>
  <inkml:trace contextRef="#ctx0" brushRef="#br0" timeOffset="97047.85">27316 8257 468 0,'0'0'6600'16,"0"0"-4188"-16,0 0-695 16,0 0-165-16,0 0-176 0,0 0-188 0,0 0-268 15,0 0-232-15,0 0-92 0,84-12 12 16,-65 28-88-16,1 3-80 15,-4 7-48-15,4 2 40 0,-7 4 68 16,-2-4-72-16,1 4-100 0,-3-3-96 0,-2-4-52 0,-3 1-84 16,0-4-20-16,0-3-16 0,0-3 13 15,-4 0-25-15,4-1-40 0,-4 1-8 16,0-2-8-16,0-6 4 16,0 3-8-16,0-3-85 15,-4-4-111-15,4-2-120 0,-4 3 12 0,4-5 48 16,0 0 108-16,0 0 88 0,0 0 72 0,0 0 100 15,0-7 8-15,0-5-24 0,4-7-84 0,4-11-48 16,0-1-12-16,8-7-64 0,0-4-68 16,4 4 32-16,0 0 60 0,4 0-8 15,-4 10 32-15,3-1-20 0,1 7 0 16,0 3 80-16,-3 5-44 0,-6 6-12 16,5 2-16-16,-8 1 76 0,0 5-84 0,0 0-112 15,-4 0-112-15,-4 5 0 0,-1 3-64 16,-3 2-632-16,0 5-664 15,0-1-2528-15,-3 8-3913 0</inkml:trace>
  <inkml:trace contextRef="#ctx0" brushRef="#br0" timeOffset="97646.811">28252 8290 3816 0,'0'0'7289'15,"0"0"-5021"-15,0 0-1024 0,0 0-236 16,0 0 584-16,0 0 112 0,40 70-404 0,-28-39-396 16,-4 2-320-16,4-6-135 15,0-2-61-15,-1-2-172 0,2-7-212 0,-1 0-4 16,4-6-84-16,-1-8-84 0,2 2-356 16,-2-4-193-16,5 0-171 0,1-9-312 15,-6-4-852-15,2 3-2148 0,-2-12-3497 16</inkml:trace>
  <inkml:trace contextRef="#ctx0" brushRef="#br0" timeOffset="97814.147">28543 8238 288 0,'0'0'7536'0,"0"0"-4764"16,0 0-743-16,0 0-285 0,-104 93-16 16,77-58-168-16,3-4-300 0,0 1-388 0,4-4-468 15,8-9-404-15,0-2-48 16,8-7-196-16,4-7-544 0,0-3-160 0,4 0-316 15,4-13-596-15,4 3-2701 0,4-18-3463 16</inkml:trace>
  <inkml:trace contextRef="#ctx0" brushRef="#br0" timeOffset="98165.71">28276 8080 2916 0,'0'0'6240'16,"0"0"-4083"-16,-47 70-745 0,30-32 280 0,-3 10 252 15,5 6-120-15,-2 3-164 0,2 3-388 16,2-3-435-16,2 1-205 16,3-8-292-16,4-5-184 0,4-11-72 0,0-5 48 15,12-6 40-15,4-8-124 0,7-5-40 0,5-4 52 16,8-6-24-16,4-3-36 16,8-10-132-16,0-6-64 0,4-6-116 0,-5-6 32 15,2-2-12-15,-6 2 4 0,0-5-77 16,2-1-135-16,-6-5-144 15,2-5-200-15,-5-4-288 0,-5-7-612 0,-3-1-304 16,-12-2-344-16,-8 4 99 0,-5 6 237 0,-3 14 1132 16,-7 11 924-1,-9 13 1792-15,0 10 365 0,-3 6-1117 0,-9 12 124 16,3 11-224-16,-3 0 20 0,1 4 64 0,2 0-200 16,2 2-340-16,7-7-296 15,-4 4-188-15,4-8-284 0,8 2-888 0,0-10-860 16,4 3-3877-16</inkml:trace>
  <inkml:trace contextRef="#ctx0" brushRef="#br0" timeOffset="98651.728">29260 7934 11569 0,'0'0'2908'16,"0"0"-768"-16,-4 85-32 0,-3-47-64 15,-2 11-427-15,1-8-585 0,4 0-552 16,4-3-344-16,0-7-136 0,0 2-64 16,0-11-8-16,0 0-60 0,0-6-72 0,4-6-40 15,0-4-104-15,5-3 44 0,-5-3-12 16,3 0-60-16,5 0 35 0,0-6 49 16,4-7 24-16,0 1-36 0,4-4-84 15,-4-5-16-15,-1 0 108 0,2 2 164 16,-6 1 132-16,2 4 80 0,-5 2 80 15,-1 5 144-15,-7 4 176 0,4 3-32 0,-4 0 16 16,0 0-75-16,0 6-49 0,0 5-84 16,0-6 32-16,0 4-20 0,0 2-136 15,0-5-132-15,0-4-56 0,0-2-52 16,9 0-52-16,3 0-32 0,8-6-16 16,-1-7-20-16,5-1-40 0,4-6 23 15,4-2 89-15,-4 0 60 0,4-2-40 16,0 6 64-16,-4-1 60 0,4 6-136 15,-5 3 148-15,1 8 88 0,-8 2 104 0,4 0 124 16,-8 9 37-16,4 4-37 0,-8 6-60 16,4 0-16-16,-4 3 16 15,-4 0 44-15,-4 1 28 0,3 0-88 0,-3-2-104 16,1-5-136-16,-1-1-84 0,0 2-100 16,4-9-224-16,-5 3-64 15,5-5-100-15,1 1-169 0,-5-4-379 0,0 0-1224 16,-1-3-3536-16</inkml:trace>
  <inkml:trace contextRef="#ctx0" brushRef="#br0" timeOffset="99769.337">28177 8036 4424 0,'0'0'1904'0,"0"0"-672"0,0 0-220 15,0 0-52-15,0 0-160 0,0 0-412 16,0 0-220-16,0 0 629 0,0 0 931 15,0 0-736-15,0 0-324 0,28-10-48 0,-21 8-16 16,-3 2-92-16,4-5-76 0,1 3-112 0,-2-5-88 16,1 4-4-16,5 0 4 15,2-4 0-15,-2 4 32 0,2-3-8 16,5 0-4-16,-4-1-32 0,4 1 8 16,-1-3-60-16,5 2-4 0,-3 1-56 0,3 0-4 15,-5-1-32-15,1 1-64 0,1 3-12 16,-2 0-12-16,1-1-36 0,-4 4-28 15,4-3 8-15,-4 3 68 0,0 0 8 16,0 0-8-16,0 3-8 0,0 1 4 16,-1 2-8-16,2 0-136 0,-2 3-12 15,-2 1-36-15,-2 3 52 0,-3 3-4 16,1-1-36-16,-5 5-296 0,-4-5 172 16,0 4-172-16,-4 1-144 0,-1 2-232 0,-7-4-504 15,5-1-1092-15,-10 5-3145 0</inkml:trace>
  <inkml:trace contextRef="#ctx0" brushRef="#br0" timeOffset="102801.998">26476 9706 4072 0,'0'0'4176'0,"0"0"-2284"16,0 0-499-16,0 0-37 0,0 0 44 15,0 0-96-15,0 0-88 0,0 0-196 16,0 0-244-16,0 0-208 16,0 0-28-16,7 0 56 0,1-3-180 15,8-4 60-15,4 1 48 0,4-1 9 16,0 0-193-16,0 5-160 0,4-4-32 0,-5 0-64 0,5-5-84 16,-4 6-44-16,0-5-92 0,4 0-56 15,-8 1-184-15,0-1-169 0,0 4-175 16,-4-1-156-16,-4 1-436 0,-4 3-1044 15,0 0-2132-15,-8 0-2101 0</inkml:trace>
  <inkml:trace contextRef="#ctx0" brushRef="#br0" timeOffset="102982.608">26595 9804 7796 0,'0'0'2952'0,"0"0"-911"15,0 0-717-15,0 0 28 0,0 0-332 0,0 0-284 0,0 0-68 16,0 0-100-16,0 0-184 0,87 3-164 16,-67-3-108-16,1-3-112 15,-2 3-84-15,1-3-224 0,4-4-664 0,-4 5-828 16,4-5-2828-16</inkml:trace>
  <inkml:trace contextRef="#ctx0" brushRef="#br0" timeOffset="103649.794">27830 9547 3484 0,'0'0'5644'16,"0"0"-3888"-16,0 0-471 0,0 0 247 0,0 0 64 16,0 0-388-16,0 0-300 0,0 0-288 0,0 0-164 15,0 0-24-15,-52-51-100 16,36 61-12-16,-4 6-76 0,4 9 12 16,-3 3 160-16,-2 4 60 0,5 7 0 0,1-4-39 15,-2 2-13-15,2-2-108 16,3-3-112-16,4-6-56 0,4-5 20 0,4-7 12 15,0-5-44-15,0-2-124 0,0-5-12 16,4 2-76-16,4-4 4 16,0 0-60-16,7 0-36 0,6-11-64 0,-1 3-120 0,3-9-132 15,1-2 23-15,0-2 45 16,0 1 76-16,-4-2 12 0,0 0 36 0,0 3 44 16,-4 0 164-16,-9 3 84 0,6-1 8 15,-9 9 52-15,0-2 76 0,0 3 36 16,-4 7 12-16,0 0-64 0,0 0 40 15,0 4-28-15,0 6-128 0,0 1 156 16,0 8 96-16,0 4 108 0,0 3 1 0,0-4-13 16,0 0-72-16,3 1-112 0,6-4-48 15,3-6-72-15,-5-1-48 0,6-2-8 16,2-1-4-16,2-7-72 0,-2 3-216 16,2-5-417-16,-2 0-195 0,5 0-276 15,-4-7-1032-15,-4 3-2816 0,4-4-4709 16</inkml:trace>
  <inkml:trace contextRef="#ctx0" brushRef="#br0" timeOffset="104254.735">28487 9518 7536 0,'0'0'3212'16,"0"0"-1299"-16,0 0-245 0,0 0 132 15,0 0-188-15,32 76-244 0,-24-46-264 0,1-3-336 16,2 3-244-16,1-5-171 16,0-3-109-16,4-3-112 0,-4-3-84 0,4-4-48 15,4-5-8-15,-1-4-148 0,2-3-309 16,3 0-215-16,0-10-380 0,-1 1-636 16,-7 0-1280-16,8-8-3269 0</inkml:trace>
  <inkml:trace contextRef="#ctx0" brushRef="#br0" timeOffset="104419.67">28770 9585 4072 0,'0'0'5508'0,"0"0"-3675"0,0 0-129 15,-75 51 224-15,47-23-192 0,4 4-336 0,0-3-216 16,4-4-268-16,4-3-352 0,4-6-360 16,4-5-204-16,4-6-120 15,4-5-260-15,0 0-240 0,0-3-300 0,4-6-352 16,4-1-1204-16,0-12-3801 0</inkml:trace>
  <inkml:trace contextRef="#ctx0" brushRef="#br0" timeOffset="104816.262">28487 9410 2764 0,'0'0'5288'0,"0"0"-3100"0,0 0-591 15,0 0-89-15,-91 83 128 0,74-48-36 16,2 3-220-16,3 6-236 0,4 1-260 15,-4-1-104-15,8 1-168 0,-4-1-176 0,4 0-143 16,-4-5-77-16,8-1-44 16,0-7-28-16,0-5-48 0,4 0 0 0,8-7 16 0,4-1-40 15,0-4-60-15,7-6 60 16,10-2-24-16,3-6-48 0,3 0 0 16,10-8 0-16,-6-9-72 0,9-2 12 0,-5-2-72 15,2-5-40-15,-2-3-20 16,1-2 56-16,-4-1-56 0,0 1-52 15,-4-8-13-15,-5 4 41 0,-3-3 20 16,-4 3 16-16,-4-4-28 0,-4 2-60 16,-8-4 36-16,-4-1 12 0,-4-2 0 15,-4 2-12-15,-8 4 120 0,-8 7 112 0,4 2 88 16,-7 14-4-16,2 2-24 0,-3 6 52 16,1 7-112-16,-6 0-136 0,-2 7 40 15,2 6 8-15,-3-1 4 0,0 4-40 16,5-3 40-16,-1 2-88 0,0 1-200 15,4-2-352-15,4 1-904 0,5-3-1320 16,-6 11-3277-16</inkml:trace>
  <inkml:trace contextRef="#ctx0" brushRef="#br0" timeOffset="105432.15">29455 9338 6716 0,'0'0'4713'0,"0"0"-2717"16,0 0-408-16,0 0-92 0,0 0-52 15,0 0-264-15,0 0-64 16,0 0-324-16,60 75-220 0,-44-43-11 0,-4 4 55 15,-3-2-240-15,2 1-72 0,-3 0-76 16,-4-3-60-16,4-3-84 16,-4-1-76-16,0-3-4 0,-4-6-4 0,4 3 0 15,0-5 0-15,-4-5 0 0,0 1-4 0,0-3 4 16,0-1-8-16,0-3 4 16,0-2-4-16,0-2-40 0,0-2 48 15,0 0 0-15,0 0-12 0,0 0-36 0,0 0 40 0,0-6-4 16,0-2 8-16,0-9-176 15,0-2-12-15,4-10-40 0,3-2 40 16,2-4-4-16,-1-7-20 0,3 4-4 0,2-3-8 16,2 0-4-16,-2 3-25 15,2 2 89-15,-2 8-16 0,2 6 76 16,-3 6 60-16,4 3 36 0,-4 4-84 0,0 5 96 16,4 2 96-16,-4 2-96 0,4 0-172 15,0 0-12-15,0 6-72 0,0 0-220 16,0-3-504-16,4 4-524 0,-9-1-992 15,2-3-2393-15,-1 0-3595 0</inkml:trace>
  <inkml:trace contextRef="#ctx0" brushRef="#br0" timeOffset="110681.159">30001 9420 3180 0,'0'0'4512'15,"0"0"-3268"-15,0 0-596 16,0 0-68-16,0 0 2237 0,0 0-1113 16,0 0-436-16,8-76-236 0,1 70-76 0,-6-1 16 15,-3 4-76-15,4 0 44 16,-4 3-292-16,0 0-199 0,0 0-193 0,0 0-144 15,0 0-112-15,0 9-72 0,0 4 72 0,4 6 56 16,-4 7-48-16,0 6 0 16,0 1 40-16,0 3-48 0,0 5 4 15,0-3 44-15,0 3-48 0,-4-3-12 0,0-2-60 16,1-1 24-16,3-7 48 16,-4-3-8-16,4-6-100 0,0-2 20 0,0-4-44 15,0-8-101-15,4-2-227 0,-1 1-88 16,5-4-76-16,0 0 120 0,1-7 64 15,2-5-28-15,6-4 24 0,-2-3 48 16,5-6 0-16,-4-1 208 0,0-2 152 0,0-1 36 16,0 1 124-16,-1-5 124 0,-2 2 24 15,2-4 12-15,-2 0 12 0,2 4-160 16,2 1-12-16,-6 5-24 0,5 6-92 16,-4 4 0-16,0 5 152 15,0 3 24-15,-4 4-60 0,0 3-40 0,0 0 4 16,-4 7-28-16,0 2 52 0,-4 7 32 15,0 4 4-15,-4 1 48 0,-4 5-12 16,-4-4-36-16,1 3-76 0,2-6 88 16,-3 1-160-16,5-5-44 0,2-2-88 15,5-6-4-15,-4-5-24 0,4-2 4 0,0 0 8 16,4 0 112-16,4 0 36 0,4-2 172 16,1-8-4-16,2 0-8 0,1-5-24 15,0 2-76-15,0-3 12 0,0 0 16 0,0 3-40 16,0-3-48-16,4 4-8 0,-5 3-92 15,2-4 52-15,2 3-12 16,1 0 52-16,-3 5-76 0,2 1-16 0,-3 4-60 16,-4 0 160-16,0 6 100 0,0 7-4 15,-4 5-20-15,-1 6 80 0,-2 1 136 16,-1 3-48-16,-4-2 0 0,0 2-144 16,0-3-36-16,0 1-64 0,-4-3-60 15,4-4-4-15,0-1-116 16,0-5-176-16,0 0-216 0,0-4-148 0,0-3-92 0,0-2-176 15,4-1-1024-15,0-3-2112 16,-4 0-2349-16</inkml:trace>
  <inkml:trace contextRef="#ctx0" brushRef="#br1" timeOffset="117766.392">27376 7931 1540 0,'0'0'3220'16,"0"0"1588"-16,0 0-3195 0,0 0-317 0,0 0 132 16,0 0-100-16,0 0-80 0,-76 60-216 15,60-44-288-15,0 1-216 0,4 2-184 16,-3-1-72-16,2 1-148 0,-2 2-16 0,2 6-96 16,-2-2 0-16,2 0-8 15,2 4-4-15,-1 0 0 0,0 3 148 16,0-1-48-16,3 4 32 0,2 3 76 0,3 0 60 15,-4 1 308-15,8-1-316 16,-4 0-256-16,4 0 72 0,0-4-72 16,8 1-4-16,3-3 0 0,2 0-20 0,6-3-32 15,1-4 52-15,5-3-48 0,3 0 48 16,0-6 76-16,0-2-68 0,7-2 76 16,-3-3-36-16,8-3-44 0,-5 0-4 15,1-6-4-15,5 0-56 0,-6 0 12 16,5 0 48-16,-1-8 0 0,2-3 0 0,-2-3-44 15,-3-3 36-15,-4-2-64 0,0-3-60 16,-4-3-64-16,0-1 12 0,-4-2 52 16,0-2 20-16,-1-1 40 15,-3-4-24-15,5 0-16 0,-6-3-96 0,1-4-72 16,0 2-76-16,-4-5-48 0,0-3-28 16,-8 4 36-16,0-4-24 0,-4 4 72 0,-4 3 64 15,0 0-4-15,-12 6 204 16,-3-1 84-16,-6 8 12 0,-3-1 148 15,-4 4 76-15,0 0 28 0,0 6-116 16,0-1-88-16,1 5 16 0,-1 0-28 16,4 1-48-16,4 4-4 0,1 1-4 0,-2 7-128 15,1-3-12-15,1 5 12 0,2 0-100 16,-3 0 72-16,5 7-48 0,-6 2-36 16,2 1-108-16,3 0-964 0,0-1-1032 0,4 1-2581 15,-4-4-767-15</inkml:trace>
  <inkml:trace contextRef="#ctx0" brushRef="#br1" timeOffset="118514.502">27878 7966 2416 0,'0'0'80'0,"0"0"-80"0,0 0 5072 0,0 0-3100 15,0 0-680-15,0 0-479 0,0 0-133 0,0 0-92 16,0 0-64-16,0-70-308 16,0 54-128-16,3 0 0 0,1 1 80 0,1-5 8 15,-1-2 0-15,4 0 80 0,-4 3 44 16,3-4 4-16,-3 5 36 16,1-4-88-16,-1 2 72 0,3 1 8 0,-3 0-108 15,4 0-36-15,5 0-16 0,-2 0-72 16,2 3 76-16,-2-3-52 0,10 0-28 15,-6 0 80-15,9 0-16 0,0-3 12 16,-1 2-36-16,2 2-12 0,-1 1 36 16,4 2 0-16,0-1-12 0,0 0 0 15,0 3-24-15,0 4-112 0,-1 0 148 0,4-1-24 16,6 1-76-16,3-2 16 0,3 3-64 16,-2 1 32-16,6 0-40 0,-3 1-8 15,0 3 4-15,-1 0-64 0,-2 3 16 16,-2 0 36-16,-3 0-48 0,0 9 60 0,-5-3-76 15,1 5 16-15,0-3-100 16,-4 5-12-16,0-1 60 0,-4 5 112 0,0-1 0 16,0 3 88-16,0 0 36 0,0 3-52 15,-4 1-60-15,-5-1-12 0,2 3-60 16,-6 0 8-16,2 4 40 0,-5-4-64 16,-1 7 68-16,-3-6-64 0,0 2 64 15,1 1-28-15,-1-4 36 0,-4-2 52 0,4-1 20 16,-4 0-72-16,3-6-8 15,-3 2 4-15,0-5 4 0,0 4 44 16,-3-9 20-16,-1 6-60 0,4-5-4 0,-4-3-52 16,-1 1 44-16,5-1 0 0,-4-6-40 15,4 4 0-15,0-4 32 16,0 0-228-16,-4 0-288 0,4 0 100 0,-3 0-40 0,-1 0-340 16,0-4-512-16,-4 1-1256 15,-1-4-3289-15</inkml:trace>
  <inkml:trace contextRef="#ctx0" brushRef="#br1" timeOffset="118862.119">29025 7772 3492 0,'0'0'1056'16,"0"0"1804"-16,0 0-1380 0,0 0-340 15,0 0-67-15,0 0-73 0,0 0-384 16,0 0-360-16,0 0 124 0,0 0 424 0,0 0-248 15,28 41-28-15,-20-25 16 0,-4-2-76 16,4-3-120-16,-4-1-36 16,4 0 48-16,-4-1 124 0,0 1-12 0,4-4-200 15,-4-2-188-15,0-1-76 0,-4 2-4 16,4-1-4-16,-4-1-4 0,3 1-44 16,2-1 40-16,-5-3-44 0,4 3 52 0,4-3 0 15,-4 0 64-15,3 0 120 0,2-3 24 16,3-7-72-16,-1 1-12 0,6-4-52 15,-6 0 16-15,6 1-4 0,-10-2-76 16,1 5-8-16,1-4-60 0,-5 5-172 16,-1 1-88-16,-3-3-52 0,4 4-20 0,0-1-116 15,0 1-140-15,4 0-304 0,-3-1-752 16,-2 4-1464-16,1-6-3301 0</inkml:trace>
  <inkml:trace contextRef="#ctx0" brushRef="#br2" timeOffset="133650.182">11044 10964 3776 0,'0'0'1396'15,"0"0"-824"-15,0 0-128 16,0 0 2568-16,0 0-995 0,0 0-645 15,0 0-392-15,0 0-192 0,0 0 96 0,0 0-28 16,0 0-104-16,0 0-104 0,24-30-64 16,-24 30-16-16,0 0-40 15,0 0-76-15,0 0-120 0,0 3-88 0,0 7-72 16,0 9-16-16,0 10 152 0,0 13-80 16,-4 8-128-16,4 10 20 0,-8 7-20 15,4 2 44-15,-8 5-36 0,4-1 16 0,-4 3-15 16,0-4-49-16,0-1-60 15,1-1-56-15,-2-6 56 0,1-8-109 16,1-8 21-16,2-7-20 0,5-12 12 0,-3-8-40 16,7-8-80-16,0-7-236 15,0-6-220-15,0 0-184 0,0-6-32 0,11-7-164 16,2-8-104-16,-2-8-392 0,6-12-808 16,-6 9-1881-1,5-26-1019-15</inkml:trace>
  <inkml:trace contextRef="#ctx0" brushRef="#br2" timeOffset="134105.169">11092 11090 1512 0,'0'0'5764'16,"0"0"-4416"-16,0 0-376 0,28-76-68 0,-21 63 345 15,2 1 71-15,-5 5-100 0,0 3-272 16,0 2-304-16,-1 2-140 0,5 0-56 16,1 6 64-16,-1 4 96 0,7 2-4 0,1 10-172 15,5 7-16-15,-2 9-48 0,1 6-24 16,-4 8-88-16,0 7-48 0,0 5-160 15,-4 6-48-15,-4-1-8 0,0-1-80 16,-5-11 88-16,2-7 0 16,-1-8-12-16,4-14-84 0,-4-9 84 0,3-6-84 15,-3-7 44-15,1-3-8 0,3-3 56 16,-1 0 4-16,1-3 0 0,5-9-104 16,-2-4-88-16,6-12-80 0,-2-4 40 15,5-6 0-15,0-6 36 0,4-8 8 16,-4-2-92-16,0-3-140 0,0 0 108 0,-4 0 52 15,3 7 64-15,-6 2 56 0,2 6 68 16,-2 10 72-16,-2 7 8 16,1 9 80-16,-3 0 24 0,-2 9 36 0,1 4 160 15,5 1-24-15,-2 2-84 0,1 0 48 16,0 5 20-16,4 9-96 0,4 2-72 16,0 9 36-16,0 3 72 0,0 10-36 0,0 4 72 15,-4 2-160-15,4 7-68 0,-9 0-12 0,1 0 0 16,-3-4-4-1,2-2-36-15,-3-4 32 0,1-9-64 0,-2-7-16 16,1-3-40-16,0-8-96 0,1-2-200 0,-2-3-232 16,1-2-240-16,0-1-496 15,0-6-1164-15,0 0-3481 0</inkml:trace>
  <inkml:trace contextRef="#ctx0" brushRef="#br2" timeOffset="134582.24">12482 11455 14545 0,'0'0'2352'16,"0"0"-1052"-16,0 0-840 0,0 0 92 15,0 0-48-15,0 0 44 0,0 0 184 16,0 0-512-16,0 0-220 0,0 0-8 0,0 0 4 16,88-44 8-16,-56 37 60 0,3 4 144 15,2-1 36-15,6 2-3 0,1-1 39 16,0-4 0-16,0 0-4 0,4 1-164 16,-5-2-108-16,2-3-4 0,-6 2 8 0,1-4-8 15,-1 1-52-15,-2-1-56 16,-5-3-156-16,0 4-200 0,-4-1-141 15,-5-4-7-15,1 8-68 0,-8-4-168 0,-4 5-408 16,0-3-536-16,-4 1-620 0,-8 2-2325 16,0-3-2263-16</inkml:trace>
  <inkml:trace contextRef="#ctx0" brushRef="#br2" timeOffset="134882.427">13116 11055 12377 0,'0'0'2000'0,"0"0"-1056"0,0 0-828 16,0 0 48-16,0 0 212 0,0 0-60 15,0 0 20-15,0 0-36 0,79 3-148 0,-51 1-140 16,0 2 88-16,0 4 184 16,0-1 52-16,0 0 84 0,-4-2-64 15,0 2-96-15,-1-2-124 0,-6-1 60 0,-2 0-88 16,-2 0-52-16,-6 1-56 0,1-1-100 15,-4 4 40-15,-4 2 60 0,0 5 88 16,-8 1-88-16,-3 5-48 0,-9 2-48 16,-1 3 96-16,-6 1 0 0,-1 3-52 0,0-4-60 15,-4 1-84-15,4-7-148 16,4 1-136-16,0-4-264 0,5-3-460 16,6-7-804-16,2-3-3845 0</inkml:trace>
  <inkml:trace contextRef="#ctx0" brushRef="#br2" timeOffset="135640.657">14092 10851 5916 0,'0'0'4856'16,"0"0"-3555"-16,0 0-189 0,0 0-312 0,0 0 200 16,0 0 300-16,0 0-204 0,0 0-464 15,0 0-100-15,0 0 56 0,-4 96 176 16,-4-48-192-16,0 5-180 0,-3 2-28 0,-2 2-12 15,-2-3 197-15,-6 0-113 0,5 0-244 16,-7 0-144-16,3-4-48 0,-1-2-72 16,2-3-12-16,-1-7-48 0,4-6-76 15,8-10-108-15,-4-7-1 0,8-2-119 16,0-6-136-16,0-4-64 0,4-3-172 16,0 0-300-16,8-6-532 0,0-7-708 0,0 1-1961 15,8-17-679-15</inkml:trace>
  <inkml:trace contextRef="#ctx0" brushRef="#br2" timeOffset="136001.499">14084 10937 9820 0,'0'0'1717'0,"0"0"-485"0,0 0-352 16,0 0 548-16,0 0 20 16,0 0-204-16,0 0-304 0,0 0-276 0,0 0-188 15,80-54-48-15,-65 64 220 0,2 3-88 16,-2 6-111-16,5 3-169 15,1 3-100-15,-2 4 4 0,1 2-76 0,0 5-48 16,-4 2-48-16,4 0-12 0,-4 7-12 16,-4-2 4-16,-4 3-100 0,0 4 104 15,-5-2 0-15,2-1-44 0,-1-5 44 0,0-7 4 16,0-10 12-16,4-3 60 0,-1-5 72 16,2-5-72-16,3-5 64 0,-5-1 44 15,6-3 244-15,-2-3-88 0,2 0-68 16,2-3-64-16,6-8-48 0,-2-3 12 0,1-9-56 15,4-3-40-15,0-5-60 16,0-5-12-16,4-8-36 0,0-3-48 16,3-7-64-16,1-6-272 0,0-5-52 0,4 2-216 15,0 3-88-15,-4 9-109 0,0 6-103 16,-9 11-176-16,1 12-288 16,-3 2-624-16,-10 13-888 0,-3 2-2853 0</inkml:trace>
  <inkml:trace contextRef="#ctx0" brushRef="#br2" timeOffset="142756.314">10339 13735 4196 0,'0'0'456'16,"0"0"-288"-16,0 0 156 0,0 0 28 16,0 0 4372-16,-9-80-3395 0,9 68-45 0,-3 2-328 15,3 0 32-15,0 3 156 0,0 5-152 16,0-1-60-16,0 3-116 0,0 0-92 16,0 0-88-16,0 3-196 0,8 10-160 15,4 3 124-15,3 6-4 0,-2 7-83 16,7 2-109-16,-5 2-88 0,-3 0 0 0,4-3-108 15,-4-2-12-15,4-3-72 16,-4-2 12-16,1-1-36 0,-2-6 20 0,1-4-8 16,-4-1-25-16,0-3-111 0,-4-4-120 15,0-2-96-15,0 3-140 0,0-3-36 16,-4-2-100-16,4 0-300 0,-4 0-540 16,4 0-620-16,0-7-960 0,0-1-1981 0</inkml:trace>
  <inkml:trace contextRef="#ctx0" brushRef="#br2" timeOffset="142932.696">10550 13551 7080 0,'0'0'5129'15,"0"0"-4897"-15,0 0 36 0,0 0-168 16,0 0 908-16,-59 92 196 0,42-58-188 0,2 5-412 16,-2 3-204-16,2-9-88 15,-2-1-100-15,6-6-212 0,-2-7 0 16,6-3-164-16,-1-3-484 0,4-7-456 0,-5-3-320 15,5-3-476-15,4 0-961 0,-7-9-2387 16</inkml:trace>
  <inkml:trace contextRef="#ctx0" brushRef="#br2" timeOffset="143331.872">10223 13475 5988 0,'0'0'1000'15,"0"0"300"-15,0 0 192 0,0 0 121 0,0 0-153 0,0 0-276 16,-88 57-296-16,77-31-196 15,-2 5-36-15,6 3-8 0,-5 5-140 16,3-2-36-16,2 5-100 0,3 6 36 0,-4-4-152 16,8 7-108-16,-4-3-84 15,4 3-64-15,0-4 0 0,4 0-64 16,4-2 64-16,3-3-136 0,6-4 132 0,3-7 4 0,3-5 8 16,9-8-4-16,-4-5 4 15,8-6 116-15,4-4-24 0,4-6 20 16,0-7-8-16,-1-9 0 0,6-3-104 15,2-6 88-15,-3-7-84 0,-1-4-12 16,2-2-64-16,-6-3-144 0,1 3 60 16,-8-5 24-16,0 2-24 0,-8 0-60 0,-4 3-24 15,-9-4 20-15,-2 0 52 16,-9 4 88-16,-4-3-40 0,-8 6-52 0,-12-1 104 16,-8 6 60-16,-4 3 56 0,-11 8-56 15,2 3-104-15,-6 3 100 0,-2 7 8 16,2 2 140-16,3 4-140 0,-3 3 64 15,6 6-68-15,-2 7-172 0,-2 3-236 16,2 6-292-16,3 3-380 0,-4 5-804 16,12-5-3057-16,-11 9-3463 0</inkml:trace>
  <inkml:trace contextRef="#ctx0" brushRef="#br2" timeOffset="143705.672">9112 13623 8644 0,'0'0'1808'0,"0"0"-211"16,0 0-405-16,24 89 164 15,-16-48 108-15,-5 4-140 0,-3 3-344 0,4 5-268 0,-4 1-112 16,0 11-144-16,0 4-4 16,-4 10-100-16,-3 4-132 0,-6 3-220 15,2 3-48-15,-1-4-76 0,-1-5-84 0,2-7-192 16,3-17-64-16,3-10 108 15,1-19 72-15,4-10-60 0,0-14-196 0,0-3-440 16,0-9-532-16,9-14-116 0,-1-9-668 16,-4 3-1621-16,3-27-415 0</inkml:trace>
  <inkml:trace contextRef="#ctx0" brushRef="#br2" timeOffset="144997.203">9196 13744 220 0,'0'0'408'0,"0"0"-216"15,0 0 200-15,0 0 548 0,0 0 324 16,0 0-128-16,0 0-240 0,0 0-112 0,0 0 140 16,0 0 88-16,0 0-156 0,0-9-172 15,0 6-140-15,0 3-132 0,0 0-151 16,0-4-81-16,0 4-180 0,0 0 0 16,0 0-116-16,0 0 35 0,0 0 5 15,0 0-12-15,0 0 36 0,0 0 52 0,0 0-4 16,0 0 68-16,0 0 12 0,0 0-12 15,0 0 13-15,0 0-25 16,0 0-52-16,0-3 0 0,0 3-169 0,0-3-279 0,0 0-20 16,0 3-308-16,0-3-248 15,4-1-276-15,-4 4-12 0,0-3 20 16,0 3 160-16,0 0 428 0,0 0 376 0,0-3 240 16,0 3 88-16,0 0 156 15,0 0 236-15,0 0 168 0,0-3-80 16,0 3-128-16,0 0-168 0,0 0-56 0,0-4-20 15,0 4-4-15,3 0 76 16,-3-2 148-16,0 2 180 0,0-3 208 16,0 3 88-16,0-4 56 0,0 1 60 0,0 3-92 15,0-3-12-15,0 3-55 0,0-3-121 16,0 3-112-16,0 0-56 0,0-4-64 16,0 4-100-16,0 0-40 0,0 0-16 15,0 0 28-15,0 0-16 0,0 0-24 16,0 0 0-16,0 0 128 0,0 0 132 15,0 0-220-15,0 0-28 0,0 0-40 0,0 0 36 16,0 0 28-16,0 0-152 0,4 4-52 16,0 2-72-16,8 4 0 0,4 9 188 15,4 6 108-15,4 6 64 0,3 11 180 16,1 2-72-16,4 4-136 0,4-1-64 16,1 5-60-16,-2-8 12 0,5-3-220 0,0 1 4 15,-4-8-8-15,-4 2-52 0,4-5 56 16,-8-2-48-16,0-1 36 15,-5 0-88-15,-3-2 96 0,-4 0-92 16,0-1-28-16,-4-2-36 0,-4-1 88 16,-4-3-36-16,0-7-28 0,0 1 48 0,-4-7 4 15,0-3-16-15,0-3-72 0,0 0-60 16,0 0-76-16,0 0-124 0,-8 0-252 16,-4 0-264-16,0-6-96 0,-4-4-324 0,-4 1-240 15,0-4 51-15,-4-2-135 0,1-1-60 16,-1 0 192-16,-1 3 452 15,1-3 420-15,1 1 648 0,3 2 40 0,0 1 376 16,0 1-12-16,4 1-76 0,1 1 232 16,-2 0 404-16,6-1 236 0,-2 1 32 15,1-1-40-15,0 1-120 0,4-1 13 0,-3 4-21 16,7-4-84-16,-5 4-88 0,5 0-172 16,-4 3-40-16,5-4 24 15,3 4-4-15,-4 0-28 0,4 0-100 0,0 3-124 16,0-3-28-16,0-1-48 0,0 4-40 0,4-7-148 15,7 2-144-15,2-2-4 0,6-2-48 16,1 3-56-16,8 0-100 16,0-1-24-16,4 3-4 0,4-2-56 0,-1 0-324 15,10-4-364-15,2 1-344 0,5-4-848 16,-12 4-2441-16,20-8-2935 0</inkml:trace>
  <inkml:trace contextRef="#ctx0" brushRef="#br2" timeOffset="145448.108">10657 14586 8916 0,'0'0'1848'0,"0"0"-819"0,0 0-181 15,0 0 680-15,0 0 160 0,-3 79-344 16,3-51-564-16,0 8-300 0,0 1-160 0,-4 5 36 16,4 2 4-16,-4 4-8 0,0-4-92 15,-1 1-68-15,1-7-136 0,0 0-56 0,4-6-64 16,-3-4-20-16,3-6 12 16,0-6-52-16,0-7-168 0,0-9-128 15,0 0-32-15,0 0-192 0,0-6-96 0,0-9-296 16,0-4-372-16,3-9-192 0,-3-4-588 15,4-7-85-15,-4-3-627 16,4 12-292-16,-4-22 688 0</inkml:trace>
  <inkml:trace contextRef="#ctx0" brushRef="#br2" timeOffset="145741.797">10618 14677 80 0,'0'0'2804'15,"0"0"-368"-15,-4-69-240 0,4 50-288 16,4 0-255-16,4 7-225 0,3-2-156 0,6 9-68 16,-2-2-208-16,5 3-80 15,1 4-320-15,-2 0-112 0,1 0-28 0,-3 7-60 16,-2 2-116-16,1 0-84 0,-4 2 4 15,-4 2-92-15,-4 1 16 16,-1 3-40-16,-3 2-76 0,0 0-8 0,-7 0-216 0,-5 3-128 16,-4 0 12-16,-4-6 12 15,0 3 48-15,-4-5 136 0,5-2 128 16,-2-3 4-16,1 1 8 0,5-3 44 0,2-5 36 16,2 2-32-16,3-1-48 0,4 0-4 15,-1-3-4-15,5 0-108 16,0 3 24-16,0 0-96 0,13 7 184 0,-2-4 168 15,10 7-96-15,-1-1-68 0,7-2 0 0,-3-1-4 16,4-2 4 0,4-4 0-16,-4 0-8 0,0 0-68 0,0 0-188 15,0-3-296-15,-4 0-280 0,-5 0-460 0,-2 0-1024 16,2-3-3301-16</inkml:trace>
  <inkml:trace contextRef="#ctx0" brushRef="#br2" timeOffset="146482.503">11327 13351 7524 0,'0'0'4673'0,"0"0"-3169"0,0 0-160 0,0 0-60 16,4 76-64-16,-4-35-228 0,0 7-120 16,0 8-76-16,0 2-112 0,0 9-88 15,-4 0-195-15,-4 5-217 0,0 1-64 0,0 1-120 16,0-5-104-16,-4-5-44 15,4-14-45-15,0-8-187 0,8-14-56 0,0-15 8 16,0-7-96-16,0-6-124 0,4-6-28 16,8-7 68-16,-4-9-120 0,4-6-360 15,0-7-476-15,0-7-532 0,0-2-273 16,4 0 245-16,-8-5 292 0,0-1 424 16,-5-1 92-16,-3-4 952 0,0 5 364 15,0-4 1240-15,0 7 452 0,-3 5 360 16,-1 5-560-16,0 4-111 0,0 5-69 0,4 6-216 15,0 3-80-15,0 3-116 0,0 3-188 16,0 7-132-16,0 0-92 16,0 6-140-16,8 0-136 0,-1 3-88 0,6 9 404 15,-2 5 236-15,6 8-260 0,-2 3-88 16,2 4-48-16,-2 6-28 0,-2 0-72 16,-2 0-60-16,1 0-132 0,-3-3-76 0,2-3-60 15,1-3-36-15,0-7-4 16,0-6 16-16,0-7 12 0,0 1 68 15,3-10 4-15,-2 0 72 0,-1-3-16 0,4-10-56 16,-1-3 0-16,-2-6 0 0,2-6 48 16,-2-4-48-16,2-3 4 0,-7 0-8 0,5 0-52 15,-6 3-64-15,1 4-28 16,1 2 28-16,-5 13 32 0,3 5-32 16,1 3-88-16,0 5 108 0,4 0 100 0,-4 7 148 15,8 5 60-15,-4 5-60 16,3 4-52-16,-2 9 12 0,-1 1-8 15,0 7-44-15,-4 0-52 0,-4 4 32 0,3-1-36 16,-3 0-108-16,5-3-64 16,-5-6-220-16,3-7-168 0,1 0-128 15,1-2-124-15,-1-7-156 0,3-4-372 0,-3 1-588 16,4-6-2537-16,-4-7-3503 0</inkml:trace>
  <inkml:trace contextRef="#ctx0" brushRef="#br2" timeOffset="146922.77">12936 13758 6552 0,'0'0'3152'0,"0"0"-639"0,0 0-585 16,0 0-88-16,0 0-304 0,0 0-572 16,0 0-360-16,0 0-284 15,0 0-208-15,0 0 292 0,104-5 156 0,-48 12-48 0,4-1-232 16,-1-2-144-16,1-2-28 16,0-2-108-16,0 0 0 0,-4-6-132 0,0-2 44 15,-1-9-264-15,1-5-148 0,-4-3-516 16,-9-4-472-16,-15 7-1064 15,-4-7-3961-15</inkml:trace>
  <inkml:trace contextRef="#ctx0" brushRef="#br2" timeOffset="147141.731">13610 13541 12317 0,'0'0'1784'0,"0"0"-1684"0,0 0 256 15,0 0 664-15,0 0 24 0,80 3-320 0,-53 4-304 16,5 2-12-16,0 3-24 0,1 2-28 15,-2 2-84-15,-7-2-88 16,-4 6 0-16,-5-1-24 0,-2 7-28 0,-13 2 4 16,0 4-16-16,-8 4-108 0,-12 1 48 15,-4 4-48-15,0-2 48 0,-3-1-60 16,-1-6-40-16,0-1-108 0,3-5-180 16,-3-4-212-16,4-6-300 0,5-4-496 15,3-6-864-15,0-6-3561 0</inkml:trace>
  <inkml:trace contextRef="#ctx0" brushRef="#br2" timeOffset="147966.643">14969 13046 8868 0,'0'0'2337'0,"0"0"-833"15,0 0-320-15,0 0-96 0,0 0 68 16,0 0-212-16,-12 101-104 0,8-44-48 16,-1 10-104-16,-2 9-28 0,-1 7-156 0,-5-1-212 15,-2 4-12-15,-5 0-12 0,0-4-28 16,-4-2-80-16,0-10-160 15,0-7-4-15,5-12-120 0,2-13-20 0,9-12 0 16,-3-11-236-16,11-5-120 0,0-10-108 0,0-7-264 16,8-5-64-16,-1-14-320 0,10-5-12 15,-2-7 8-15,2-3-424 16,-2-4-177-16,1-3 349 0,-4 0 552 0,0-5 404 0,-4 2 244 16,-4-6 312-16,0 3 0 15,-4-1 284 1,0 5 236-16,0 2 168 0,0 7 140 15,4 10 64-15,0 1 33 0,0 16 139 0,4 0-220 0,-4 8-184 16,4 3-140-16,3 3-4 0,2 3 176 16,2 12 28-16,6 4 0 0,-1 11-160 0,-1 1-92 15,5 10 16-15,-3 4-44 16,-2 2-36-16,1 4-84 0,0 0-172 0,-4-1-148 16,0-2 0-16,-4 0-52 0,-1 0-32 15,2-1-28-15,-1-5 100 0,-5-4-60 16,2-6-12-16,-1-7-16 0,-4-6 16 0,-1-6-40 15,1-7-96-15,-4-3-40 16,0 0-60-16,0-3-100 0,0-3-88 0,-7-3-496 16,-5-4-128-16,-4-2 8 0,-5-5 172 15,2 5 352-15,-1-1 280 0,-4 1 180 16,-3-2 140-16,-5 2 92 0,-5-1 332 16,1 5 224-16,5-6-12 0,-1 1-76 15,8 4-108-15,4 3 0 0,12-1 88 16,0 1 140-16,8 3-120 0,8-1-364 15,8 1-184-15,12-3 64 0,4 3 72 16,7-4-148-16,1 1-144 0,0 0 8 0,4 3-88 16,0-4-200-16,-4 1-828 15,-8 3-848-15,11-8-4369 0</inkml:trace>
  <inkml:trace contextRef="#ctx0" brushRef="#br2" timeOffset="148637.305">15734 13391 4164 0,'0'0'6244'16,"0"0"-4239"-16,0 0-753 0,0 0 180 15,0 0 252-15,0 0-260 0,91 80-340 16,-67-42-348-16,4 4-124 0,-1-2 20 0,-6 2-180 16,-1-7-223-16,-1-4-229 0,-2-2-60 15,-2-10-37-15,-2-6-159 0,2-3-72 16,-2-8-256-16,-2-2-200 0,6 0-332 16,-2-6-628-16,-7 0-2028 0,4-13-3237 15</inkml:trace>
  <inkml:trace contextRef="#ctx0" brushRef="#br2" timeOffset="148789.28">16001 13586 9640 0,'0'0'1973'0,"0"0"-805"0,0 0 28 16,-65 88 296-16,46-53-12 0,3-3-448 0,0-3-476 16,4-8-392-16,4-4-164 0,4-9-172 15,0-3-124-15,4-5-448 0,0-5-300 0,4-3-304 16,-4 2-644-16,8-19-3381 0</inkml:trace>
  <inkml:trace contextRef="#ctx0" brushRef="#br2" timeOffset="149147.818">15734 13421 692 0,'0'0'7856'0,"0"0"-5620"0,0 0-795 16,0 0-301-16,0 0-48 15,0 0-60-15,-72 85-12 0,64-40-148 16,4 6 20-16,4 2-44 0,0 8-124 0,4 0-124 15,4-2-220-15,0-1-176 0,0-5-96 16,-1-5-108-16,6-7-48 0,-1-9-52 16,-1-10-56-16,9-6-4 15,5-10 160-15,-1-6 84 16,7-9-72-16,5-10-12 0,0-6-92 0,3-11-176 16,2-1-208-16,-5-10-4 0,-1-2 64 0,1 2-28 15,-4-5 148-15,-4 0 76 0,-4-6 168 0,-5 0 52 16,-2-5-48-16,-6-4-100 0,-6 4-188 15,-5 2-200-15,-9 4 64 16,-6 10 220-16,-1 5 252 0,-4 10 0 0,0 10 52 16,4 11 96-16,-4 4 140 0,4 7 136 15,0 13-312-15,-4 9-64 0,5 8 52 16,-2 6 12-16,2 5 100 0,-1 0 48 0,4 1-260 16,3 3-148-16,2-4-312 0,3 0-612 15,0-3-1024-15,0-13-2513 0,4 7-3483 16</inkml:trace>
  <inkml:trace contextRef="#ctx0" brushRef="#br2" timeOffset="149411.226">16750 13258 9260 0,'0'0'3041'15,"0"0"-1421"-15,-4 74-416 0,0-37 568 16,-1 8-12-16,-3 3-424 0,1 6-420 16,-5 2-428-16,-4 8-260 0,0-1-92 15,0-2-68-15,-1 2-68 0,-2-9-72 0,7-3-160 16,0-13-204-16,4-9-28 0,4-10 84 16,1-6 24-16,3-10-96 0,0-3-224 15,0 0-300-15,3-9-240 0,1-4-524 16,4-6-484-16,0 2-917 0,-4-14-2107 0</inkml:trace>
  <inkml:trace contextRef="#ctx0" brushRef="#br2" timeOffset="149851.013">16701 13414 4308 0,'0'0'2304'0,"0"0"-448"16,0 0-28-16,0 0-259 0,9-67-197 0,-5 59-344 15,-4 1-292-15,4 0-132 0,-4 7-28 16,0-3 40-16,0 3-68 0,4 0-28 16,-4 6-160-16,7 7 44 0,1-1 272 15,1 11 36-15,-1-1-236 0,3 3-84 16,-2 1-136-16,2 0-12 0,-3-1-76 15,5 3-36-15,-2 2-8 0,1 1-3 16,-4 1 27-16,0 2-140 0,0 1 40 16,1 3-36-16,-6-2 0 0,1-2-12 15,0-5-4-15,4-7-4 0,0-3-4 0,-4-6-48 16,4-7-4-16,0-3 16 0,0-3 48 0,4 0 136 16,4-6 32-16,4-13 172 15,-1-6-48-15,5-7-172 0,4-10-120 16,0-5 0-16,0-1-96 0,-4-2-64 15,4-5-152-15,-8 5-140 0,0-1-165 16,-5 0-79-16,2 1-24 0,-6 8-116 0,-2 4-308 16,-1 9-436-16,-1 10-388 0,-3 6-736 15,-4 6-2489-15</inkml:trace>
  <inkml:trace contextRef="#ctx0" brushRef="#br2" timeOffset="150488.335">15781 14424 10736 0,'0'0'2633'16,"0"0"-1265"-16,0 0-448 15,0 0 460-15,5 94-16 0,2-42-380 0,-3 5-432 16,4 3-260-16,0 4-108 0,-3-4 36 15,-2 1 48-15,-3-11-36 0,0-2-52 16,0-4-68-16,0-9-112 0,0-3-12 0,0-13-112 16,-3-3-8-16,3-7-136 0,0-5-220 15,0-4-208-15,0 0-164 0,0-10-276 16,0-2-676-16,0-2-2144 0,0-14-1861 0</inkml:trace>
  <inkml:trace contextRef="#ctx0" brushRef="#br2" timeOffset="150849.028">15809 14509 2764 0,'0'0'5348'0,"0"0"-3896"0,0 0-524 0,0 0 745 15,0 0 115-15,52-66-412 0,-32 56-304 16,3 7-200-16,2 3-80 0,-1 0-48 0,0 3-8 16,0 7-88-16,-1 2-148 15,1 1-184-15,-7 0-144 0,-2 3-28 16,-7 3-56-16,-3 4-40 0,-5 4-48 0,0 5-276 15,-13 0-28-15,1 6-136 16,-8-2-12-16,0-1-24 0,1-4 144 16,-2-5 148-16,2-8 176 0,-1 1 8 0,0-6 8 15,4-4 88-15,0-2 4 0,4-1 8 16,0-2-8-16,4-2-40 16,0 3-60-16,4-5 64 0,4 0-64 0,0 0-184 0,0 0-396 15,12 2-232-15,0 1 576 16,8 3 232-16,8 1 0 0,4 3 0 0,-1 2 8 15,9-2 48-15,0-1 24 0,0 4 36 16,8-1-4-16,0-3-108 0,0 5 4 16,-1-9-64-16,1 2 48 0,-4 0-424 0,-9-4-948 15,-7 0-1804-15,8 4-4873 0</inkml:trace>
  <inkml:trace contextRef="#ctx0" brushRef="#br2" timeOffset="158352.861">13466 10807 5744 0,'0'0'1016'0,"0"0"-212"16,0 0 2460-16,0 0-1451 0,0 0-45 15,0 0-432-15,0 0 44 0,0 0-156 0,-63 25-152 16,59-18-424-16,0 0-96 0,0-2-88 16,4-1-100-16,0-1-96 0,0 1-75 15,0 2-57-15,0 2-28 0,4 3-24 16,4 2-12-16,4 2 0 0,0-2 8 15,3 3-76-15,9-1-8 0,0 2-4 16,8-1 4-16,0-1-4 0,0 4 4 0,4-2-112 16,-1-2 112-16,-2-2-40 15,3-1-16-15,-4 1-48 0,-1-3 60 16,-3 3 44-16,-4-4-60 16,-4 0-8-16,0-2 60 0,-4-1 4 0,-4 1-40 15,0 0-1-15,-8-5-35 0,-1 4-4 0,-3 4-20 0,0 5-112 16,-15 6-168-16,-5 4 32 15,-4 3 128-15,-4 4 104 0,-4-1 112 16,0 1 4-16,0 3-140 0,-4 1-292 0,1-2-480 16,-5 1-1252-16,12-7-2344 0,-20 10-3317 15</inkml:trace>
  <inkml:trace contextRef="#ctx0" brushRef="#br2" timeOffset="159186.561">14100 13512 1528 0,'0'0'6744'0,"0"0"-5888"15,0 0-4-15,0 0 349 16,0 0 235-16,0 0-56 0,0 0-92 0,-16-69-168 16,16 66-184-16,0-1-156 0,0 4 72 15,0 0-80-15,0 0-160 0,0 0-164 16,0 0-164-16,4 4-164 0,4 2-12 15,12 0 40-15,-4 10 68 0,12 0 29 16,-4 0-25-16,3 3 204 0,-3 1-136 0,0-6-188 16,-3 3-16-16,-6-1-72 0,1 0 64 15,-4-4-76-15,-8 1-48 0,4 3 44 16,-4-1-4-16,0 1 4 0,-4 4-92 16,0 5 96-16,-8 0 0 0,-8 3-40 0,5 2-24 15,-10 4-140-15,1 1-184 16,-4 3-121-16,-3 0-3 0,-5 4-196 15,-5 5-428-15,-2 1-516 0,-1 7-572 16,5-15-376-16,-25 30-2333 0</inkml:trace>
  <inkml:trace contextRef="#ctx0" brushRef="#br2" timeOffset="164677.196">25348 11583 3508 0,'0'0'260'16,"0"0"6632"-16,0 0-5195 0,0 0-457 15,0 0-164-15,0 0 260 0,-64 82-208 16,56-51-248-16,0 7-200 0,0 4-152 0,0 8-88 16,-3 8-48-16,-2 8 36 0,1 10 48 0,-8 7-136 15,0 5-252-15,-3 8-76 0,-1 2 96 16,-4 1-56-16,3-6-52 0,1-8-12 16,5-19-96-16,7-11 108 0,0-21-124 15,12-14-92-15,0-11-188 0,0-9-316 16,12-6-152-16,4-13-212 0,8-13-268 15,0-10-576-15,-1 4-2205 0,1-34-2427 0</inkml:trace>
  <inkml:trace contextRef="#ctx0" brushRef="#br2" timeOffset="165100.99">25296 11700 3232 0,'0'0'1056'0,"0"0"4184"0,0 0-3367 16,0 0-285-16,0 0-328 0,0 0 316 15,0 0-308-15,0 0-340 0,68 95-152 16,-53-51-136-16,6 4-212 0,-2 2-48 16,1 2-112-16,-3 2-96 0,-2 0-100 0,-3 6-60 15,0-3-12-15,-4 0-72 0,-4 0 12 16,-4-6-12-16,4-14-88 0,-4-4 88 16,5-14-52-16,-5-9 40 0,3-10 76 0,5-4-140 15,4-12 112-15,4-9 24 0,3-11 12 16,-2-11-184-16,7-6-12 15,-9-5 0-15,2-5 84 0,-2-4-36 16,-2 4 144-16,-2 0 4 0,-3 2 44 16,1 10 68-16,-2 6-40 0,1 11 64 15,0 11 24-15,1 7-156 0,-2 10 0 0,1 6 80 16,8 0 160-16,-4 17 12 0,4 4-24 16,4 8-12-16,0 6-24 0,-1 6 156 15,1 6 48-15,-3 5 37 0,-2 2-145 0,-2 0-120 16,-2-1-52-16,-3-1-120 15,-4-2-8-15,0-2-64 0,1-4 60 16,-1-2-48-16,-1-1-16 0,-3-3-68 0,0-3-256 16,0-3-197-16,0 2-171 0,0-9-64 15,0 0-324-15,0-5-816 0,0-7-1236 0,-3-13-3345 16</inkml:trace>
  <inkml:trace contextRef="#ctx0" brushRef="#br2" timeOffset="165732.594">26639 12211 5564 0,'0'0'648'0,"0"0"5377"0,0 0-4173 16,0 0-488-16,0 0 252 0,0 0-128 0,0 0-356 16,0 0-352-16,0 0-232 15,0 0-220-15,0 0-108 0,0 5-124 16,7-5-20-16,6 0-4 0,10 5 173 0,5-3 19 16,4 5-32-16,8-7-76 0,0 3-12 15,3 1 4-15,9-4-28 0,4 0-24 0,0-4-48 16,8-6-48-16,0-2 0 15,-1-2-60 1,5 0 0-16,0-5-84 0,-5-1-148 0,1 1-216 16,-4 3 107-16,-8 0-319 0,-13 1-120 0,-7 2-200 0,-8 0-504 15,-7 4-632-15,-13-1-588 16,-4 0-2133-16,0 1-1391 0</inkml:trace>
  <inkml:trace contextRef="#ctx0" brushRef="#br2" timeOffset="165977.287">27471 11912 444 0,'0'0'2140'16,"0"0"3752"-16,0 0-3656 0,0 0-1039 15,0 0-161-15,0 0 200 16,84 38 28-16,-61-28-244 0,2-4-348 0,3 4-124 16,-4-3-116-16,4 1-148 0,-4 2-200 15,-5 3-76-15,1 3 0 0,-4 0 52 16,-8 3-60-16,-4 0-132 0,-4 6 132 15,-7 0 4-15,-10 7 108 0,2-3-108 0,-9 3-4 16,-4-3 4-16,4-4 8 0,-4 0-12 16,0 1-104-16,3-8-564 0,-2 4-424 15,3-3-492-15,4-6-2432 0,-12-1-6085 16</inkml:trace>
  <inkml:trace contextRef="#ctx0" brushRef="#br2" timeOffset="166710.715">26754 11966 1720 0,'0'0'796'0,"0"0"-508"0,0 0-28 16,0 0-76-16,0 0 1264 0,0 0 256 16,0 0-688-16,0 0-316 0,0 0 400 0,-84 17 192 15,73-9-119-15,-6 2-185 16,6 0-172-16,-5-1 0 0,4 1-136 15,-1-1-212-15,6 4-156 0,-5 0-160 0,3-4 12 16,2 4-52-16,-1 3-60 0,4-4 12 16,0 1 76-16,0 0-92 0,0-1 128 15,4 1 24-15,-4 0 60 0,4-3 12 16,0 3 64-16,0-4-52 0,0 3-136 16,0-5-12-16,0 0-124 0,4-1-4 15,4 0 56-15,0 1-52 0,4-5 60 0,0 2-8 16,4-1 20-16,0 0-80 15,3-3-4-15,1 0-136 0,5 0-132 16,-1 0-92-16,-1-3-336 0,5 0-404 16,4-3-272-16,0-1-628 0,-4 1-2269 0,12-7-3103 15</inkml:trace>
  <inkml:trace contextRef="#ctx0" brushRef="#br2" timeOffset="167252.32">28536 11592 3360 0,'0'0'576'0,"0"0"4672"16,0 0-3932-16,0 0-195 16,0 0 327-16,0 0 52 0,0 0-252 0,0 0-156 15,0 0-320-15,-28 86-228 0,15-49 8 16,5 8 296-16,-3 6-236 15,-2 6-208-15,2 3-100 0,-6 3 12 0,-2 4-60 16,-1-3-76-16,-4-3-44 0,4-5-132 0,8-5-4 16,0-13-48-16,8-9-52 15,4-14-32-15,0-1-232 0,0-11-320 16,4-3-220-16,0 0-188 0,8-3-656 0,-9-7-1076 16,10-9-3549-16</inkml:trace>
  <inkml:trace contextRef="#ctx0" brushRef="#br2" timeOffset="167529.284">28563 11862 4524 0,'0'0'784'0,"0"0"4508"0,0 0-3339 0,0 0-345 15,0 0-332-15,0 0-44 0,0 0-252 16,0 0-396-16,0 0-80 0,0 0 248 16,44 31-80-16,-29 1-184 0,2 0-48 15,-6 0-136-15,2 2-148 0,-1-1-24 16,-5-5-8-16,6-3-120 0,-6-6 153 0,1-6 27 15,1-4 80-15,2-2 260 16,1-4-80-16,1-3-104 0,-2 0-48 16,9-7-52-16,0-5-60 0,8-7-48 0,0-6-32 15,4-10-100-15,3-4-84 0,6-6-120 16,-6 1-156-16,1 0-76 0,4 0-132 16,-8 2-136-16,-1 5-181 0,-6 4-359 0,-5 8-832 15,-9 9-2112-15,2 1-3109 0</inkml:trace>
  <inkml:trace contextRef="#ctx0" brushRef="#br2" timeOffset="173913.495">24706 14309 536 0,'0'0'5916'0,"0"0"-3216"16,0 0-851-16,0 0-397 0,0 0-240 15,0 0-336-15,0 0-296 0,0 0-152 16,0 0-12-16,0 0 36 0,-68 80 196 16,53-48 48-16,-5 9-140 0,-1 6 124 15,-3 10 56-15,1 7-284 0,-9 3-208 0,1 8-12 0,-6 5-172 16,-3 3-56-16,1 3-4 15,3-7 0-15,4-7-196 0,8-7 88 0,8-15 36 16,4-11 8 0,8-14-8-16,4-10-148 0,0-4-296 0,8-11 16 15,8 0 68-15,0-14 12 0,8-5-236 0,4-9-464 16,-4-9-180-16,-1-5-448 0,1-6-276 16,-7-4-329-16,-2 2-155 0,-2 3-436 15,-2-4 88-15,-7 0 2241 0,0 0 615 16,0 4 0-16</inkml:trace>
  <inkml:trace contextRef="#ctx0" brushRef="#br2" timeOffset="174283.212">24491 14665 384 0,'0'0'884'16,"0"0"-204"-16,28-88-380 0,-16 64 2048 0,-4 6 788 16,0 5-1400-16,0 3-316 15,0 7-211-15,4 3-121 0,-1 0-288 16,2 7-88-16,6 12 44 0,-2 4-156 0,3 5-120 16,-5 7-92-16,6 6 60 0,-10 4-64 15,1 6-124-15,0-1-248 0,-4 7 88 16,-4 0-100-16,0 4 4 0,-4-4-8 15,0 0-152-15,0-7 92 0,0-6-84 16,-4-5-24-16,4-7 160 0,0-7 24 0,0-3 88 16,0-5 60-16,-4-6-148 0,4 0-12 15,0-8-48-15,0 0-4 0,0-3-296 16,-4 0-100-16,0-6-136 16,-3-5-260-16,-2 3-52 0,-3-5-156 0,-4-6-160 15,0 3 68-15,-4-3 523 0,1 0 545 16,-1-6 76-16,-5 3 64 0,1-8 413 0,5 5 103 15,-1 0 60-15,4 6 52 16,4 1 96-16,4 4 64 0,8 4-32 0,0 4-244 16,4 0-156-16,4 3 0 0,12-4-68 15,0 1-104-15,8 3-40 0,4 3-20 16,0 0-188-16,0 0-44 0,3 0 44 16,-3 0-212-16,0 0-372 0,-4 0-496 0,0 0-356 15,-9-3-1228-15,2-4-4141 0</inkml:trace>
  <inkml:trace contextRef="#ctx0" brushRef="#br2" timeOffset="174462.955">25136 14718 1864 0,'0'0'8604'0,"0"0"-6907"15,0 0-381-15,52 96 432 0,-31-61-276 16,-2-3-328-16,5-4-428 0,4 1-176 15,-4-6-316-15,8-5-224 0,-4 1-136 0,4-6 72 16,-4-3-120-16,4-7-380 0,-5-3-500 16,-3-6-728-16,0-10-860 0,-8 3-2161 15,0-13-1679-15</inkml:trace>
  <inkml:trace contextRef="#ctx0" brushRef="#br2" timeOffset="174614.596">25491 14741 4804 0,'0'0'1404'0,"0"0"3677"15,0 0-3581-15,-48 83-200 0,29-48-212 0,2 3-148 16,-3 0-136-16,5-7-296 16,2-1-508-16,5-12-96 0,5-2-228 0,-1-6-152 15,0-7-464 1,4-3-212-16,0 0-436 0,0-10-801 0,0-15-3399 16</inkml:trace>
  <inkml:trace contextRef="#ctx0" brushRef="#br2" timeOffset="174979.186">25104 14566 432 0,'0'0'6432'16,"0"0"-4200"-16,-35 70-732 0,23-32 81 15,4 10 143-15,8 2-256 0,0 8-272 16,0-1-188-16,8 3-280 0,4-2-296 16,-1-1-260-16,2-3-172 0,2-7-72 0,2-8 64 15,2-4-116-15,1-13 36 0,1-2 88 16,-2-12 64-16,5-2 132 0,0-6 48 15,4 0-84-15,0-9-36 16,4-10-52-16,4-6-72 0,-1-7-104 0,1-10-68 0,5-2-64 16,-2-4-108-16,-3 1-100 0,-1-3-36 15,-3-2-32-15,-8 1 52 16,-3 1 36-16,-6-2-108 0,-7 2 92 0,-3 5 128 16,-5 1 136-16,-9 6 136 0,-3 7 40 15,-4 2 176-15,-3 10 176 0,-2 6-136 16,-3 3-28-16,5 4-112 0,-5 6 200 15,4 0-188-15,0 3-88 0,0 7-96 16,0 2-220-16,4 4 92 0,0 3-4 16,1 0-136-16,2 4-408 0,5-1-1012 15,1-3-1309-15,-1 13-2459 0</inkml:trace>
  <inkml:trace contextRef="#ctx0" brushRef="#br2" timeOffset="175569.951">26229 14383 560 0,'0'0'7372'16,"0"0"-5544"-16,0 0-627 0,0 0 239 15,0 0 104-15,-4 72-292 0,4-43-360 16,4 5-228-16,-1 8-64 0,1 3 104 16,0 5 52-16,-4 11-292 0,0 0-180 15,0 5 120-15,-8-5-288 0,1-4-116 16,-2-10-60-16,5-6 12 0,0-11 48 16,4-12 0-16,0-3 0 0,0-8-196 0,0-4-48 15,8-3-152-15,-4 0-120 16,5-6 36-16,2-3-152 0,-3-11-140 0,4-2-92 15,0-3-184-15,0-4-424 0,0-3-140 16,-4 4-513-16,0-4-615 0,0 6-476 0</inkml:trace>
  <inkml:trace contextRef="#ctx0" brushRef="#br2" timeOffset="175945.981">26300 14564 952 0,'0'0'704'0,"0"0"104"15,0 0 2268-15,0 0 1376 0,0 0-3083 0,28-67-457 0,-16 60 84 16,-4 7 60-16,4 0-224 0,3 0-100 0,-2 3-192 15,2 11-28-15,-2-3 12 0,-2 6-52 16,-3 6-4-16,1-2-172 0,-5 8-88 0,-1-1-60 16,-3 4-48-16,0 4-88 15,0-1-12-15,-3-4-112 0,-1-5-36 16,0-4-48-16,-1-10 60 0,5-2 0 0,0-7-12 16,5-3-72-16,3 0 192 0,-1-6-32 15,10-7-4-15,-2-6-132 0,2-7-16 16,2 1 100-16,-3-7 64 0,4 3 44 0,-4-2-4 15,-1-1-140-15,-2 4 72 16,-1-2-112-16,-5 9 176 0,6 2-60 0,-6 5 72 16,-3 5 0-16,4 3-32 0,1 6 32 15,-2 0 212-15,1 4 100 0,5 7 144 16,-2 6-156-16,6 6-44 0,-6-2-80 16,1 8-28-16,0-1 48 0,0 1-112 15,1 3-84-15,-6-4-40 0,-3 1-56 16,4 0-176-16,-4-1-372 0,0-2-136 15,-4-1-184-15,4-3-472 0,0-6-1008 16,0 3-2793-16</inkml:trace>
  <inkml:trace contextRef="#ctx0" brushRef="#br2" timeOffset="177050.902">25479 15529 3000 0,'0'0'1628'0,"0"0"3648"0,0 0-3447 16,0 0-141-16,0 0-532 0,0 0-132 15,0 0-120-15,0 0-180 16,0 0-56-16,0 0-124 0,-12 69-28 0,8-27 28 16,1 5-32-16,-1 4-60 0,-1 2-112 15,1 2-84-15,0-1-108 0,0 2-52 16,-3-1-96-16,-1-4-8 0,-1-4-76 16,5-5-124-16,0-7 12 0,1-13-8 15,3-6-16-15,0-10-112 0,0 1-340 16,0-7-312-16,0 0-180 0,3-4-492 0,1-2-444 15,0-3-1097-15,-4-11-3123 0</inkml:trace>
  <inkml:trace contextRef="#ctx0" brushRef="#br2" timeOffset="177530.178">25516 15618 3740 0,'0'0'600'0,"0"0"4572"0,0 0-3816 0,0 0 45 0,0 0 79 0,0 0-88 15,75-60-524-15,-55 53-164 0,3 0-20 16,1 4-28-16,4 3-136 0,-7 0-152 16,2 3-156-16,-3 4-68 0,-4 3 28 15,-4-1 24-15,-4 0 0 0,0 1-12 0,-4 6 0 16,0-3-36-16,-4 6-28 0,0 0 16 15,-8 4-40-15,-4-2-84 0,-4 5-12 16,0-1-192-16,-4 1-76 16,0-1-36-16,-4 0-28 0,0-3 16 0,0-3 68 0,1 0-8 15,3 0 8-15,-1-6-12 0,2-3 52 16,7-1 48-16,0-3 36 16,4-2 76-16,4-1 48 0,1-3 0 0,3 3-88 15,0-3-124-15,0 2-24 0,3 9 236 16,9-1 296-16,0 2 76 15,8 4-12-15,0 0-16 0,3 0-96 0,5 3-40 16,0-1-24-16,-4-1-36 0,4-2-100 16,0-2 4-16,-4-1 8 15,-4-1-60-15,-4-2 0 0,0 1-48 0,-4-4 36 16,0 0-88-16,-5-2 0 0,-3-1-72 0,1 0-380 16,-1-3-228-16,-4 0-88 15,0 0-336-15,0-6-744 0,0 2-2293 0,-13-8-1551 16</inkml:trace>
  <inkml:trace contextRef="#ctx0" brushRef="#br2" timeOffset="177864.94">25400 15659 692 0,'0'0'4580'15,"0"0"-2812"-15,0 0-132 0,0 0-4 0,0 0-267 16,0 0-337-16,0 0-328 0,0 0-140 16,0 0-52-16,0 0 24 0,-17 82-92 0,17-57-76 15,-4 7 36-15,4 0 92 16,-3 6 180-16,-1 3-188 0,4 1-176 15,-4 3-48-15,-5-1-148 0,5 0-112 0,-3 1-64 16,-1-4-20-16,0-3-40 0,0-3-24 16,4-10-148-16,0-2-164 15,4-8-152-15,0-5-140 16,0-3-316-16,4-4-368 0,0-3-1785 0,4 0-4055 16</inkml:trace>
  <inkml:trace contextRef="#ctx0" brushRef="#br2" timeOffset="183965.665">27492 14700 4072 0,'0'0'6848'0,"0"0"-5703"16,-92 9-237-16,64-4 136 16,-4-3 156-16,8-2 48 0,4 0-192 0,4 0 204 15,9 0-276-15,7 0-192 0,0 0-304 16,0-2-196-16,15-3 36 0,9 3 269 16,8-1 179-16,11-4-316 0,9-3-100 15,8 0-92-15,0 1-64 0,4 0-108 16,3-7-92-16,-3 3-8 0,4-9 4 15,-5 0-72-15,2-4-216 0,-6-2-88 0,-7-1-96 16,-4 3-264-16,-12 4-177 0,-8 3-427 16,-9 7-944-16,-10-1-1464 0,-5 4-1101 15,-4 5-1983-15,-21-3 4344 0</inkml:trace>
  <inkml:trace contextRef="#ctx0" brushRef="#br2" timeOffset="184180.019">27973 14386 808 0,'0'0'9860'0,"0"0"-8391"16,0 0-857-16,0 0-344 0,0 0 220 0,0 0 324 15,0 0 72-15,104-16-268 0,-68 16-72 16,0 0-108-16,3 7-148 0,-3-1 56 16,1 6-56-16,-6 1-92 0,-3 3-96 0,-4 0-92 15,-4 3-4-15,0-1-4 0,-8 8-36 16,-8-1-24-16,-4 0-16 16,0 5 64-16,-12 5-36 0,-8-4 44 0,-12 7-64 15,0 0-180-15,-4-3-100 0,-3 3-140 16,2-6-116-16,10-7-500 15,-1-1-1072-15,12-13-3717 0</inkml:trace>
  <inkml:trace contextRef="#ctx0" brushRef="#br2" timeOffset="184954.766">29292 13894 1252 0,'0'0'80'15,"0"0"8524"-15,0 0-6887 0,0 0-665 0,0 0-136 16,0 0 124-16,0 0-180 0,-36 89-80 16,20-49-192-16,0 8-56 0,-4 3-72 0,1 6-4 15,-5 7-132-15,0 0-32 16,0 1-108-16,-4-1-12 0,-4 7-24 15,4-8-136-15,-4 0-12 0,5-3-92 0,-1-9 16 16,8-6-20-16,-1-13-164 0,14-10-60 16,-1-13-232-16,8-6-220 0,0-3-328 15,8-12-308-15,-1-10-192 0,14-10-697 16,-1-6-355-16,-1-6-376 0,9-8 28 16,-4 2 1032-16,-3-2 1721 0,2-1 247 15,-3-1 0-15,0-3 0 0,0 3 0 16,0 9 403-16,-5 4 1033 0,-2 13-432 15,-2 9-508-15,-2 8 5268 0,-1 6-4096 16,-4 5-691-16,3 0-205 0,6 9 412 16,-2 7-80-16,1 3-320 0,1 10-144 15,2-1-164-15,1 7-88 0,0 1-16 0,0 1-36 16,0 1-188-16,4 0-52 0,-5 0 16 16,2-3-112-16,-2 0-72 0,2-6 68 15,-6-4-60-15,2-3-36 0,-5-3-60 16,-1-3 0-16,-3-2-276 15,5-9-100-15,-9 4-56 16,0-5-8-16,-13 3-80 0,-2-4-656 0,-5 4-212 16,-8-5 95-16,0 1 69 0,-8-3 516 0,0-3 100 0,0-6 496 15,-3-5 272-15,2-4 820 0,5-1 192 0,4-3-212 16,5-1 389-16,3 8-57 0,5-1-212 16,10 0-168-16,1 6-28 15,4-3-192-15,9 0-156 0,6 1-36 0,5-1-28 16,8 1-32-16,4 3 20 0,4-1-136 15,3 0-164-15,5-3-52 16,4 4-208-16,0-4-596 16,0-3-532-16,0-2-692 0,-13 5-3341 0</inkml:trace>
  <inkml:trace contextRef="#ctx0" brushRef="#br2" timeOffset="185151.134">29778 14246 8036 0,'0'0'5133'15,"0"0"-3989"-15,0 0-1132 0,0 0 608 0,12 66 536 16,-3-43 292-16,6 0-468 16,9-4-536-16,0-5-200 0,8 0-244 15,0-5 0-15,4-2 0 0,-5-4-344 0,9-3-200 16,-4 0-260-16,0-10-116 16,-4-2-288-16,0-1-348 0,-13-4-964 0,-2 5-3165 15,-6 3 1017-15,-7-1 4664 0</inkml:trace>
  <inkml:trace contextRef="#ctx0" brushRef="#br2" timeOffset="185316.537">30192 14328 1788 0,'0'0'416'16,"0"0"1280"-16,0 0 5212 0,0 0-5275 0,0 0-537 0,-60 74 8 16,49-52-120-16,-1 0-152 15,0 0-148-15,4 0-200 0,4-9-336 16,4-4-148-16,0-3-224 0,0-6-284 0,8 0-104 16,0 0-192-16,4-9-64 0,0-7-236 15,0-6-1252-15,4-3-1801 0,-9 0-339 16,2-5 2604-16,-5 5 1788 0,-4-2-364 15,0 6 376-15,-13-7 184 0</inkml:trace>
  <inkml:trace contextRef="#ctx0" brushRef="#br2" timeOffset="185649.463">29990 14166 1500 0,'0'0'680'0,"0"0"-304"0,-84-6 1464 16,48 16 3252-16,0 3-3399 0,4 9-589 0,1 3 96 0,3 7-68 16,0 3-176-16,7 7-60 0,2-2 48 0,7 2-40 15,4 2-236-15,8-2-276 0,0 2-296 16,8 0-96-16,4-3-8 0,7-5-136 0,6-4-68 15,-1-11-32-15,7-5 132 0,1-6 100 16,8-10-24-16,-1 0 36 0,10-10 148 16,-6-6-52-16,5 0-96 0,-4-6 0 15,0 0-48-15,-4-3 36 0,-1-1-184 16,-2-5 12-16,-1-1 96 0,-5-7-48 16,-3 4 36-16,-4-6 100 0,0 3 64 0,-4-2 32 15,-8 0-20-15,-5-1 108 16,-2 4-36-16,-5-1-60 0,-16 2 60 0,-5 9 60 15,-6 4-36-15,-1 7-76 0,-3 10 128 16,-1 6-16-16,-5 9 120 16,1 13-200-16,1 6-128 0,-5 5-4 0,4 5-120 15,5-3-12-15,3-4-144 0,3 1-196 16,5-3-152-16,13-8-272 16,-1 2-344-16,4-7-800 0,4-3-2153 15,0-1-2655-15</inkml:trace>
  <inkml:trace contextRef="#ctx0" brushRef="#br2" timeOffset="186352.158">30703 14084 288 0,'0'0'1328'16,"0"0"-1116"-16,0 0-44 0,0 0 172 15,0 0 2424-15,0 0-320 0,0 0-940 16,0 0-132-16,0 0 133 0,0 0-45 16,0 0-116-16,0 0-108 0,0 0-208 15,0 0-136-15,15-13-140 16,-15 19-196-16,0 1-224 0,-4 3-88 0,4 8 12 0,0 9-12 16,-4 4-12-16,4 7 100 15,-3 9 20-15,-1 5-48 0,4-1-60 0,-4 5-63 16,0-2-45-16,0-4-124 0,-1 2-12 15,5-8-60-15,-4-3 48 16,4-6-48-16,0-9-209 0,0-7 53 0,4-10-164 0,1-2-80 16,3-7-248-16,3-7-360 15,6-8-440-15,-2-10-700 0,6-7-1660 0,3-4-573 16,-9 2 1381-16,1-4 1036 0,-8-1 788 16,0 1 1364-16,-4-6-128 15,0 3 392-15,0-8 12 0,-4 3 68 0,0 4-56 16,0 1 1292-16,0 6 2348 0,0 6-2476 15,0 13 9-15,0 4-129 0,0 5-324 0,4 7-452 16,4 0-264-16,0 7 84 0,-1 2 260 16,6 10-160-16,-1 4-156 15,0 2-28-15,-4 7 40 0,3 2 20 0,2-1 88 16,-5-5-164-16,-1 1-72 0,1-4-152 16,1-3-44-16,-1-6-12 0,-5-3 96 15,5-4 8-15,1-3-20 0,2-6-72 0,6 0-4 16,-2-6 40-16,13-10-40 15,4-9-72-15,0-11 0 0,7-1-60 0,2-8-4 16,-5 1-56-16,-1 3-156 0,-7 0-420 16,-4 2-204-16,-8 11-128 15,-4-1-96-15,-4 10-552 0,-4 3-1052 0,-4 6-4101 0</inkml:trace>
  <inkml:trace contextRef="#ctx0" brushRef="#br2" timeOffset="187130.347">30069 15281 2692 0,'0'0'456'16,"0"0"5192"-16,-12 82-3463 0,8-40-545 0,0 8-72 16,1 4 48-16,-2 3-276 0,1 1-360 15,-4-1-264-15,4-7-372 16,-3 2-224-16,3-8-20 0,-5-6-100 0,1-5-36 15,4-12 28-15,1-2-92 0,3-9 4 16,0-7-276-16,0-3-340 0,0-3-356 16,0-14-48-16,3-5-424 0,9-13-524 0,1-6-213 15,-2-6 9-15,6-8-424 16,-10 5-204-16,1-1 737 0,-4-6 2159 16,0 0 0-16,1 0 779 0,-2-4-779 0,5 7 492 15,0 3 396-15,8 10-64 0,0 10 504 16,0 6 3012-16,7 8-2596 15,1 4 49-15,8 5-353 0,0 1-372 0,0 3-440 16,5 4-48-16,-2 0-64 0,-7 4-92 0,-1 3-236 16,-3 1-124-1,-3 5-56-15,-10-1 92 0,-7 5-40 0,-4 2-8 16,-4 6 32-16,-11 2-32 0,-5 3-48 0,-8 5-4 16,-8 0-56-16,0 0 52 0,0 0-68 15,1-5-16-15,3-5 84 0,4-3 4 16,8-4 112-16,3-1 12 0,17-5 88 0,0-2 8 15,9 3-144-15,10 2 8 16,5-2 68-16,12 0 144 0,5-1 156 16,6 1 64-16,-3-3-124 0,4-3-208 0,0 1-184 15,-9-2-96-15,1 1-112 0,-4 2-272 16,-5 1-468-16,-6 2-352 0,-5 5-760 16,-9-4-2957-16,-11 5-3559 0</inkml:trace>
  <inkml:trace contextRef="#ctx0" brushRef="#br2" timeOffset="188016.877">22917 15218 12 0,'0'0'9900'15,"0"0"-8647"-15,0 0-289 0,0 0 96 16,0 0 224-16,0 0 0 0,0 0-328 16,0 0-372-16,0 0-308 15,0 0 32-15,32-22 136 0,-8 12 0 0,4 1 36 0,0 2-136 16,4 0 12-16,4 5-124 15,3 2-12-15,2 0-124 0,-2 0-20 16,9 0-28-16,0 2 48 0,4-2-84 0,3-2 60 0,5-8-72 16,-1-4-48-16,1-1-48 15,-4-3 24-15,-4-2-52 0,-4 1-280 16,-8 0-268-16,-4 6-276 0,-8 1-252 0,-9 5-604 16,-6 1-1388-16,-13 3-4777 0</inkml:trace>
  <inkml:trace contextRef="#ctx0" brushRef="#br2" timeOffset="188225.392">23607 14907 628 0,'0'0'9588'16,"0"0"-8131"-16,0 0-1453 0,0 0 612 16,0 0 508-16,0 0-80 0,0 0-264 15,83 22-76-15,-63-13-148 0,4 4-208 0,0-1-136 16,-4 2-60-16,4-2 8 15,-9-3-104-15,-2 7-56 0,-5-3-84 16,-5 6-104-16,-3 3 116 0,-11 3-28 16,-9 11-336-16,-5 1-448 0,-10 5-148 0,-1-1-212 15,-3 3-572-15,-2-2-133 0,5-11-583 16,-15 14-3076-16</inkml:trace>
  <inkml:trace contextRef="#ctx0" brushRef="#br2" timeOffset="191924.053">20359 14935 5216 0,'0'0'6729'0,"0"0"-5437"0,0 0-544 16,0 0-216-16,0 0 340 0,0 0 536 0,0 0-252 16,0 0-368-16,0 0-224 0,108-19-180 15,-72 16 56-15,0 3 0 0,-4 0-16 16,-1 0-120-16,5-4-84 0,-4 2-64 16,0-1-156-16,0-4-4 0,-4-6-56 0,0 3-36 15,0-5-184-15,-8 2-416 0,3-6-440 16,-7 3-168-16,0 1-780 0,-7-2-776 15,-6 8-2329-15,-3 3-2439 0</inkml:trace>
  <inkml:trace contextRef="#ctx0" brushRef="#br2" timeOffset="192135.317">20722 14843 2308 0,'0'0'2176'0,"0"0"2408"16,0 0-3020-16,-36 73-111 0,24-42 207 0,4 1 96 15,-3 3-248-15,2 3-504 0,1 0-288 16,0 4-140-16,5-2 64 15,-6 6 32-15,5-2-212 0,0 3-216 0,0-2-84 16,0-1 8-16,4-2-156 0,0-3-12 16,0-11-44-16,0-2-100 15,4-8-40-15,0-6-460 0,4-5-284 16,4-4-156-16,4-3-324 0,0-10-916 16,0-9-1516-16,0 1-1989 0,4-11 937 0</inkml:trace>
  <inkml:trace contextRef="#ctx0" brushRef="#br2" timeOffset="192423.209">20893 15300 1512 0,'0'0'8848'0,"0"0"-6547"16,0 0-1001-16,0 0 80 0,0 0 460 0,28 73 76 15,-19-55-432-15,-2-1-708 0,1-4-472 16,0-7-216-16,4-3-88 16,4-3-52-16,0 0 52 0,8-9 52 0,-5-4 32 15,6-4-84-15,-1-1-268 0,-5-1-168 16,-3 0 20-16,-4 3 124 0,-3 4 84 15,-5 2-48-15,-4 3 144 0,0 4 112 0,-13 0 112 16,-2 0 32-16,-2 3-56 16,-7 0-76-16,1 0 72 0,-1 0 52 0,0 0 60 15,-1 9-40-15,6 1-8 0,3 2-28 16,0 5 16-16,4-2-76 0,4 2-60 16,0-5-144-16,5-2-100 0,3-4-136 0,0 1-316 15,0-5-164-15,0 2-248 16,0-4-540-16,7 0-740 0,1-4-1973 15,0-3-1755-15,-3-1 3896 0,10-9 1360 0</inkml:trace>
  <inkml:trace contextRef="#ctx0" brushRef="#br2" timeOffset="192665.039">21132 15230 1964 0,'0'0'496'16,"0"0"5708"-16,0 0-3875 0,0 0-1109 0,99-9-248 16,-71 9 148-16,-3 0-136 0,3 3-156 15,-4 3-184-15,0 4-224 0,-5 5-60 16,1 2-48-16,1-2-16 0,-6 7-184 15,-3 4 96-15,0 0 164 0,-8-4-28 0,0 0-124 16,-4-3-36-16,0-6 60 0,0-1 52 16,0-6-28-16,0 1-24 0,0-7-36 15,0 0-16-15,0 0-20 0,4-7-172 0,0 1-36 16,4-6-124-16,4-7 16 0,3-3-40 16,2-4-72-16,7-3-256 15,0 0-152-15,-1 4-48 0,1 3-104 0,0 3-504 16,-3 6-1356-16,-2 4-5053 0</inkml:trace>
  <inkml:trace contextRef="#ctx0" brushRef="#br2" timeOffset="204082.062">21667 14684 1932 0,'0'0'912'0,"0"0"-900"16,0 0-12-16,0 0-352 0,0 0-156 15,0 0 508-15,0 0 0 0,19-66 4 16,-15 59 76-16,-4 4 36 0,0 0 28 0,0 0 64 15,0-1 2932-15,0 1-1500 0,-4-1-512 16,0 2-416-16,0-4-76 0,4 2-328 16,0-3-308-16,0 1-116 0,0 0-128 15,0-3-40-15,0-1-28 0,4 1-128 16,0 2-144-16,0-2 116 0,0 5 196 16,1 1 220-16,-5 3 52 0,0 0 428 15,0 0 572-15,0 0-172 0,0 0 0 0,0 0 113 16,0 0-69-16,0 0-116 0,0 0-44 15,0 0-52-15,0 0-64 16,0 0-92-16,0 0 12 0,0 0 12 0,0 0-28 16,0 0-40-16,0 0-40 15,0 0-12-15,0 0-48 0,0 3 20 0,0 1 48 16,-5 2 28-16,1 4-92 0,0 2-44 16,0 4-128-16,-4 3-20 0,5 0 0 15,-6 4-16-15,5 2-32 0,-4 1-112 0,4-1-12 16,1 3-8-16,-1-2-104 0,-1 0-32 15,5-1-28-15,-4-6-60 16,4-3-156-16,0-4-224 0,0-2-112 0,4-4-236 0,1-3-408 16,-1 1-836-16,3-4-2869 15</inkml:trace>
  <inkml:trace contextRef="#ctx0" brushRef="#br2" timeOffset="204795.334">21985 14932 3136 0,'0'0'756'0,"0"0"1784"16,0 0 456-16,0 0-1175 0,0 0-449 0,0 0 44 15,-88 54-40-15,64-35-228 16,5 6-252-16,-1 7-264 0,-1 3-164 0,2 5-48 16,6 9-40-16,2 2-148 0,3-1-96 0,-1 4-128 15,2-6-8-15,3 0-76 16,4-6-80-16,0-9 20 16,0-8-84-16,4-1-28 0,3-12-60 0,10-2-136 0,-2-7-136 15,6-3-92-15,-1-7-144 16,8-9-268-16,0-3-536 0,-1-6-1257 15,-7 3-2423-15,8-7 652 0</inkml:trace>
  <inkml:trace contextRef="#ctx0" brushRef="#br2" timeOffset="205354.007">22172 15049 560 0,'0'0'8084'0,"0"0"-5719"15,0 0-1001-15,0 0-256 0,-32 76 364 16,16-40-84-16,-3 5-344 0,2 0-312 15,-2 3-216-15,-1-2-108 0,-1-5-112 16,6 2-212-16,-1-4-84 0,0-7-96 16,4-5-140-16,4-7-108 0,4-4-136 15,0-2-52-15,4-6 24 0,0-4 60 16,0 0-52-16,0-4-244 0,4-6-304 16,4-2-336-16,4-8-116 0,4-2 303 0,0-6-187 15,0-1-616-15,4-2-240 0,-5-2 624 16,-2-4 716-16,2 2 900 0,-2-4 420 15,-5 4 884-15,3 3 400 0,-7 7 40 16,1 6 136-16,-1 9-7 0,-4 5-321 16,4 2-316-16,-4 3-224 0,3 0-192 0,1 8-316 15,0 2-80-15,4 9-24 0,-3 3-88 16,2 6-76-16,1 2-52 0,-4 1 12 16,0 1-32-16,0 0-16 15,1-4-88-15,-5 1-12 0,3-4-48 0,-3-2 16 16,0-4 56-16,0-4-72 0,0-5-148 15,0-1-24-15,0-4 12 0,0 0-140 0,0-5-208 16,0 0-188-16,-3 0-84 16,-2 0-12-16,1 0 96 0,-4-3 164 0,0-4 136 15,1 1 244-15,-6 0 124 16,2-4 28-16,-6-2 116 0,6-1 64 0,-6 0 124 16,6-3 0-16,-1 1 116 0,-1 2 148 15,10 4-40-15,-1 2 64 0,4 1-104 16,0-1-100-16,4 3-128 0,3 2-36 15,6-1-16-15,6 0-108 0,-2 3-36 0,3 0-56 16,3 0-8-16,-3 0-188 0,4 0-308 16,-4 0-388-16,0 0-300 15,4-3-348-15,-5-4-1353 0,-2 4-2411 0,3-1 368 16</inkml:trace>
  <inkml:trace contextRef="#ctx0" brushRef="#br2" timeOffset="205523.41">22463 15370 6444 0,'0'0'1924'0,"0"0"2097"0,0 0-3305 16,0 0-156-16,-12 67 644 0,8-52 256 16,-3 5-448-16,2-1-540 0,-3-1-188 15,4 2-64-15,-4-5-8 0,5 2-212 16,-1-5-200-16,-1 1-120 0,1-3-300 16,0-4-152-16,0-3-132 0,0 0-344 15,1-3-728-15,-1 0-1233 0,4 0-2387 0,0-6 2528 16</inkml:trace>
  <inkml:trace contextRef="#ctx0" brushRef="#br2" timeOffset="207279.285">22627 15132 992 0,'0'0'10297'0,"0"0"-8593"0,0 0-800 0,0 0 20 16,0 0 676-16,4 76-292 0,-4-51-420 15,3 1-432-15,1-1-196 0,0 0-100 16,0 1-4-16,0-3-156 0,1-2-108 16,-1-2-4-16,-1 1 40 0,-3-8-176 15,0-2-304-15,4-1-116 0,-4-6 36 0,4 0-76 16,0-3-12-16,0-6-60 16,5-3-4-16,2-7 148 0,6-3 280 15,-6-3 24-15,1-3 96 0,0-1 236 0,-4-2 216 16,0-2 28-16,-1-1 60 0,-7 2 40 15,5 1-28-15,-5 5 52 0,0 4 64 16,0 4 172-16,0 5 76 0,0 3 8 16,0 7 20-16,0 0-128 0,0 0-60 15,0 0-16-15,0 0-76 0,0 7-232 16,0-4-196-16,0 4-48 0,0-4-148 16,4 2-12-16,-4-1 0 0,4-1 24 0,0 0-40 15,0-3 104-15,-1 0 60 0,1 4 60 16,-4-4 4-16,5 3 48 0,-5-3 44 15,4 4 40-15,-4 1 60 0,4-2-72 0,0 3-16 16,-4-1-108-16,4-3-108 16,-1 2-28-16,-3-1-12 0,4-3 24 15,-4 3 64-15,0-3 60 0,0 0 40 0,0 0-32 16,0 0-8-16,0 0-160 0,0 0-60 16,0 0-64-16,0 0 60 0,-4 2-12 15,4-2 28-15,0 0 32 0,-3 0-48 16,3 0-124-16,0 0-168 0,0 0-124 15,-4-2-180-15,4-4-68 0,0 2 60 16,-4 2 240-16,4-3 228 0,0 3 256 0,-4 2 104 16,4-4 116-16,-4 4 48 0,4 0 68 15,0-3 100-15,-5 3 64 16,5-2 24-16,0 2-76 0,0 0-128 0,0-3-212 16,0-1-4-16,0 1-128 0,0-1 40 15,-4 1 12-15,4 0 24 0,0-1 52 16,0 4 76-16,0 0 76 0,0 0-12 15,-3 0 24-15,3 0 4 0,0 0-16 16,0 0 12-16,0 0-52 0,0-2-48 16,0 2-60-16,0 0-4 0,0 0-4 0,0 0-4 15,0 0 8-15,0 0-64 0,0 0-36 16,0-3-40-16,0 3 64 16,0-3 0-16,0-1-40 0,0 1-148 0,0 0-128 15,-4 3-92-15,4-3-52 0,0-1-104 16,0 1-56-16,0 1-321 0,0-1 265 0,0-1 236 15,-4-3-40-15,4 1-664 16,-4 0-408-16,0-1 104 0,-5 5 508 0,2-5 496 16,-1 7-16-16,4 0-232 0,-4 0 244 15,0 0 524-15,4 0 52 0,0 0 288 16,4-3 404-16,-4 3 208 0,4 0 468 16,0 0 144-16,0-3-188 0,0 3-24 0,0 0 96 15,0-4 49-15,0 4-137 16,0 0-192-16,0 0-144 0,0 0-168 15,0 0-52-15,0 0-72 0,-4 4 36 0,1 2-140 16,-6 3-184-16,1 7-124 0,4 1-88 16,-3 8-48-16,-2 1 36 0,1 2-4 15,0 4 40-15,1-1 40 0,-2 1 56 16,1-1-172-16,1 1-120 0,3-3-60 16,-5-6-104-16,5-5-140 0,4-2 76 0,0-9-172 15,0-1-212-15,0-6-108 0,0 0-16 16,0 0-76-16,4 0-176 15,5-6-400-15,-5-4-120 0,3-3-360 0,1 1-777 16,1-4-395-16,-2 0-28 0,1 0 100 16,-4-3 2060-16,0 0 848 15,1 0 300-15,-1-4-12 0,-4 1 520 0,0 0-312 0,0 0-248 16,3 3 28-16,-3 2 2212 0,0 6-680 16,0 1-196-16,0 3 4 0,0 4-159 15,0 3-253-15,0 0-276 0,4 0-204 16,-4 0-96-16,0 3 76 15,4 4-36-15,0 3 156 0,4 1 64 0,0 6-244 16,0 2-116-16,0 0-64 16,-4 0 24-16,4 0-124 0,0 0-120 0,0 1-72 15,-4-5-112-15,3 1 12 0,-2 0-56 16,-1-1-8-16,0-2 0 0,0-1-4 16,0 2-4-16,-1-5-52 0,-3-2-32 15,4 2-12-15,-4-6-4 0,5 1-32 0,-1-1 8 16,-4 0-8-16,4-3 124 0,0 0-128 0,-4 0 28 15,4 0-124-15,3 0 36 0,-3-3 60 16,1-4 88-16,-1-2 44 16,4-1 0-16,-5-2-4 0,1-1-52 0,0-3-112 15,0 1 12-15,1-6-24 16,-1 7-76-16,0-2 64 0,-4-1-12 0,0 6-40 16,3-3-108-16,-3 4-4 0,0 4-36 15,4 0 8-15,-4 0-12 0,0 2 20 16,0 1 32-16,0 0-20 0,4 0 56 15,-4 0 96-15,0 0 64 0,4-1-12 16,-4 1 100-16,4 0 60 0,-4 0 4 0,0 3 76 16,5-3 12-16,-5 3 128 15,4 0 60-15,-4 0 64 0,7-4 12 0,-3 2-52 16,0 2-20-16,0-5-16 0,1 5 12 16,-1-2 20-16,-4 2-36 0,0 0 16 15,0 0-28-15,0 0-28 0,0 0-8 16,0 0-64-16,0 0-12 0,0 0-40 15,0 0-88-15,3 0 4 0,-3 0 76 16,0-3 24-16,0 3 72 0,4 0-36 0,-4 0 8 16,0 0-20-16,0 0 36 0,0 0 12 15,0 0-24-15,4 3-88 0,-4-1 0 16,4 3 124-16,0 1-24 0,0 0-64 16,1 4 16-16,2-1-16 0,-3 4-48 15,4 2 40-15,-4 4 32 0,4 4 16 16,-4 3-76-16,0-1 60 0,0 4-60 0,-4-4-8 15,4 3-16-15,-4-6-36 16,4 0-4-16,-4-3-8 0,7 0 0 16,-2-5-4-16,-1-3-68 0,4 0 60 15,-4-5-124-15,-1 1 64 0,1-5 0 0,-4-2-124 16,5 0-280-16,-5 0-132 0,4-5-16 16,0-5 8-16,0-5-272 0,3-2-664 15,-3-2-1024-15,5 1-2581 0,-5 4-1723 0,-4-5 4997 16</inkml:trace>
  <inkml:trace contextRef="#ctx0" brushRef="#br2" timeOffset="207646.992">23053 14881 9252 0,'0'0'1681'16,"0"0"-565"-16,0 0 520 0,0 0 200 0,0 0-380 16,0 0-392-16,0 0-284 0,87 63-132 15,-63-41 16-15,-4 1-44 0,5 6-192 16,-6-1-220-16,-3 0-16 0,0 5-56 0,-4-5-40 15,-4 3-23-15,0-1-73 0,-5-2 0 16,-3-3-61-16,0 5-75 0,-3-2-92 16,-5-3-40-16,-8 6 12 0,0 2-72 15,-4-5-124-15,-4 3-136 0,4 1-136 0,-8-3-104 16,4-1-88-16,0-2-200 16,1-5-436-16,3 3-640 0,-4-6-1841 0,-1 1-1131 15,6-6 2516-15,-9 6 2464 0</inkml:trace>
  <inkml:trace contextRef="#ctx0" brushRef="#br2" timeOffset="208233.932">20559 16072 156 0,'0'0'1916'15,"0"0"4736"-15,83 2-4219 0,-43 3-653 0,12-5-584 16,7 0 80-16,14 0-304 16,6 0-348-16,13 0-116 0,3-5-172 0,17-1-152 15,8 0-60-15,7-4 196 0,4 1-136 16,0-1-180-16,-2 1 4 0,-7 3 76 16,-6 3 76-16,-4 3-160 0,-5 0-60 0,-3 0-284 15,-4 0 220-15,-5 0-332 16,-3-7-328-16,0 1 124 0,-8-4-132 15,-5 4 36-15,-3 0-4 0,-12-1 72 16,-8 4 280-16,-13 0-100 0,-7 3-108 0,-12 0 140 16,-4 0-40-16,-8 0-905 0,-9 0-1511 15,1 0-1504-15,-4 0 3664 0,-7 0 160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16:18.38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27858 3196 12 0,'0'0'1748'15,"0"0"-1292"-15,0 0-88 0,0 0-380 0,0 0 24 16,0 0 4220-16,0 0-3128 0,0 0-236 15,0 0-296-15,0 0-108 0,0 4 104 16,0-4-76-16,0 0-67 16,0 0-25-16,0 0-80 0,0 0-12 0,0 0-12 0,0 0-44 15,4 0 32-15,-4 0 8 0,0 0-24 16,4 0 48-16,0 3-100 0,0 1-40 16,3-1-24-16,2 0-48 0,-1 0 60 15,3 0-40-15,2-3 16 0,2 4-16 16,2-4-8-16,-2 0-16 0,9 0 52 15,-3 3-40-15,2-3-60 0,-3 0-52 16,4 0-12-16,-5 0 4 0,6 0-40 0,-5 3-8 16,0-3 48-16,-1 3 4 15,-2 0-8-15,2-3-40 0,1 3-48 16,1 0-12-16,-6-3 100 0,5 4 0 0,-4-4 12 16,4 3 8-16,0-3-4 0,3 3 8 15,-2-3-12-15,3 0 8 16,0 0-8-16,-1 0 52 0,1 0-40 0,4 0 48 15,-4 0-60-15,0-3 0 0,3 0-4 16,-2 3 0-16,3-4-4 0,-4 1-40 16,4 3-28-16,0-3 0 0,-4 3-24 0,3 0-16 15,1 0 40-15,0-3 76 16,4 3 56-16,-1 0-56 0,1 0 0 0,0-3 0 0,0 0 104 16,-4 0-104-16,0-1 0 15,0 1 84-15,0 0-84 0,0 0 0 16,4 0-48-16,-4-1-56 0,0 4 104 0,0-3-112 15,0 3-28-15,-5 0 140 16,5 0-4-16,-4 0-56 0,0 0-132 16,-5 0 128-16,5 0 56 0,-3 0 0 0,-1 0-4 15,-5 3-88-15,6-3 84 16,-6 0 16-16,-2 0 12 0,2 4 88 16,1-4-92-16,0 0 0 0,0 0-4 0,0 0-4 15,0 3-8-15,3-3 0 0,6 3-44 16,-5-3 4-16,-1 3 32 0,1-3-60 15,1 0 16-15,-6 3 56 0,1-3 0 16,0 0-4-16,-4 0 8 0,0 0 92 0,0 0-4 16,-8-3-84-16,4 0 4 0,-8 3-4 15,4 0 96-15,-4-3-100 0,0 3-4 16,4 0-44-16,-4 0 32 0,0 0-120 16,0 0-120-16,0 0-60 0,0 0-68 15,0 0-76-15,0 0-76 0,0 0-104 0,0 0-44 16,-4 0-233-16,0 0-467 15,4 0-680-15,-8-7-880 0,24 14-776 16</inkml:trace>
  <inkml:trace contextRef="#ctx0" brushRef="#br0" timeOffset="15631.317">2629 9950 6232 0,'0'0'2804'15,"0"0"101"-15,0 0-1437 0,12 76-376 16,-8-45 320-16,0 11 188 0,0 3-328 0,0 10-508 16,0 4-240-16,0 14 28 0,0 3-176 15,0 7-156-15,-4-4-208 0,0-5 96 16,4-11-108-16,-4-10-12 0,4-8-96 0,-4-13-40 16,4-6-132-16,0-12-60 15,-1 0-100-15,2-4 24 0,-1-4 12 16,-4-3-152-16,4-3-144 0,0 0-520 0,4-9-1136 15,-5-8-1885-15,1 5-1671 0,1-23 3412 16</inkml:trace>
  <inkml:trace contextRef="#ctx0" brushRef="#br0" timeOffset="15943.451">2713 10029 1480 0,'0'0'1120'15,"0"0"5772"-15,0 0-4647 0,0 0-465 0,0 0-184 16,95-70-64-16,-71 55-312 0,4 2-528 16,4 0-188-16,-4 4-136 0,0 3-24 15,-5 2-100-15,1 4-160 0,-3 0-72 16,-6 0-12-16,2 10-52 0,-10 6 52 0,-3-1 88 16,0 4-76-16,-4 7 120 15,0 0 76-15,-12 6 136 0,1-4-188 16,-6 0-108-16,-2 4-48 0,-1-4-60 0,0 1-96 15,-5-4-28-15,2 1-12 0,-1-3-24 16,-4-4-60-16,0 0-148 0,0-4-40 16,4 1-36-16,-3-3-112 0,3-4-168 15,4 1-368-15,4-4-612 0,0 1-404 0,8-4-773 16,4 0-2551-16,4-3 2484 0</inkml:trace>
  <inkml:trace contextRef="#ctx0" brushRef="#br0" timeOffset="16145.653">3214 10500 2736 0,'0'0'5088'0,"0"0"-2860"0,0 0-563 16,0 0 303-16,32 88-220 0,-32-65-456 0,0 2-556 0,0 1-204 15,0-1-160-15,-4 0-76 0,1 0-296 16,-1-5-40-16,0-5-68 0,0-2-204 0,0-4-292 15,4-2-256-15,-4-4-384 0,-1 0-816 16,2-3-2221-16,-5 0-2611 0</inkml:trace>
  <inkml:trace contextRef="#ctx0" brushRef="#br0" timeOffset="17305.38">4071 9975 1188 0,'0'0'232'0,"0"0"-88"0,0 0 144 16,0 0 2176-16,0 0-40 0,0 0-1048 15,0 0-444-15,0 0 12 0,0 0 65 0,0 0-341 16,0 0-256-16,0 0-144 0,0 0 92 16,0-16 112-16,4 14 88 15,-4 2-104-15,0 0-112 0,0 0 36 0,0-4 108 16,0 4 16-16,4-3-88 0,-4 3-64 16,0 0-28-16,0 0 36 15,0 0 36-15,5-3 112 0,-5 3-52 0,4 0-196 16,-4 0-52-16,0 0-12 0,0 0-24 15,0 0-24-15,0 0-28 0,0 0-20 16,0 0-28-16,0 0 0 0,0 0 16 0,0 0-40 16,0 0 36-16,0 0-8 15,0 0-28-15,0 0 12 0,0 3 0 0,0-3 28 16,0 0 8-16,0 0 0 0,0 0 4 16,0 0-4-16,0 0-48 0,0 0-36 15,0 0 4-15,0 0-4 0,0 0-8 0,0 0-4 16,0 0-4-16,-4 3-8 15,4-3-52-15,-5 4 4 0,1-2 60 16,0 8 184-16,-3 3 20 0,-5 4-152 0,-1 1-48 16,-2 1-4-16,-1 7 0 0,0-1-52 15,-4 3-8-15,0 4 52 0,4-3-64 16,-4 2 60-16,1 1-96 0,-2 0-4 16,1-3 28-16,1-1 76 0,-1-3 8 15,3 1 84-15,6-6-24 0,-1-6 28 16,3-1-40-16,2-7 48 0,3 1-88 15,4-3-8-15,0-4-12 0,0 0-60 16,0 3 0-16,0-3 8 0,0 0-32 16,0 3 12-16,4-3 20 0,-1 6 52 15,5-3 12-15,5 7 72 0,-2-2 36 0,10 6 16 16,-6 2 56-16,5 0-44 0,4 3-88 16,0-1-40-16,0 1 52 0,4 4-60 15,-4 0-4-15,0-4-8 0,0 0 0 16,-1-5-36-16,-3 3 44 0,-3-4 0 0,-2-4-56 15,-2 1-28-15,-2-1-20 0,-3-2-172 16,0-1-220-16,0-3-100 0,0 0-112 16,-4 1-260-16,4-2-520 0,-4 3-1180 15,0-5-2201-15,0 0-2187 0</inkml:trace>
  <inkml:trace contextRef="#ctx0" brushRef="#br0" timeOffset="17958.769">3386 10325 11197 0,'0'0'2588'16,"0"0"-1272"-16,0 0-364 0,0 0 352 15,0 0-68-15,0 0-572 0,0 0-404 0,0 0-260 16,0 0-8-16,0 0-80 0,12-7-84 16,0 7 76-16,4 4 32 0,0-1 52 15,8 3-36-15,-1-3-124 0,2-3-284 16,-1 0-260-16,-4 0-292 0,-1 0-804 16,2 0-2169-16,-14 0-2183 0,1 0 3036 15</inkml:trace>
  <inkml:trace contextRef="#ctx0" brushRef="#br0" timeOffset="18155.41">3422 10515 2520 0,'0'0'68'0,"0"0"6052"0,0 0-4208 0,0 0-455 15,0 0-25-15,0 0-116 0,0 0-208 0,0 0-292 16,84 29-252-16,-65-29-192 0,1 0-164 15,5 0-208-15,-1-7 0 0,-1 4-172 16,1 0-548-16,-4 0-736 0,0 0-1272 0,0 0-3469 16</inkml:trace>
  <inkml:trace contextRef="#ctx0" brushRef="#br0" timeOffset="18686.925">4418 10229 3068 0,'0'0'1632'0,"0"0"4933"0,0 0-4821 16,0 0-812-16,0 0-20 0,0 0 420 0,0 0-304 16,0 0-336-16,-64 67-208 15,56-48-92-15,4 7 4 0,1 2 44 16,3 4-12-16,0 6-120 0,3 4-40 0,5-1-48 15,1 0-88-15,2-3-60 0,-3-3-72 16,5-3-48-16,-2-7-60 0,1-3-16 0,4-6-108 16,-4-6-72-16,4-1-40 0,3-6-204 15,2-3-228-15,-5 0-500 0,3-3-944 16,-2-6-2025-16,-2-7-2711 0</inkml:trace>
  <inkml:trace contextRef="#ctx0" brushRef="#br0" timeOffset="19009.349">4737 10309 312 0,'0'0'10096'0,"0"0"-7619"0,0 0-937 0,0 0-40 0,88 0-24 15,-60 3-548-15,-5 0-532 0,1 4-236 16,0-4 100-16,0 6-260 0,-8-2-40 0,-4 2-120 15,0 4-24-15,-4 3 24 16,-5 4 0-16,-3 1-24 0,0 2-64 16,-3 5 124-16,-13 1 124 0,4-1 76 0,-4 3-16 15,4-5 40-15,-4 0 12 0,8-5-52 0,5-4-52 16,-2-4-8-16,5-1-72 16,0-5 8-16,12 2 64 0,-4-6 36 15,8 0 40-15,0 1-72 0,4-4-4 16,-1 0-4-16,6-7-156 0,-5-3-324 15,-1 1-336-15,1-7-536 0,-8 7-1232 16,4-16-4153-16</inkml:trace>
  <inkml:trace contextRef="#ctx0" brushRef="#br0" timeOffset="19356.093">5299 10281 1736 0,'0'0'7408'0,"0"0"-4263"0,0 0-1281 16,0 0-424-16,0 0-88 0,87 0-532 16,-75 2-360-16,-3-2-216 0,-5 4-68 15,-1-1-128-15,-3 3-44 0,0 4 44 16,0 6-44-16,-3 3 4 0,-6 3 56 16,1 3-16-16,0 0 24 0,1-2 4 0,3-1-76 15,4-6-108-15,0-3-112 0,0 0 8 16,8-7-72-16,7 0 88 15,1-3-128-15,0 0-220 0,4 1-28 0,0-4 216 16,0 3 4-16,-4 0 116 0,-4 3 72 16,-9 1 164-16,1 2 52 0,-4 4 140 0,0 0 168 15,-4 5 160-15,-3-1 52 16,-5 1 60-16,0 2-468 0,-4-7-164 0,4-1-224 16,4-3-520-16,-4-5-376 15,4-1-580-15,0-3-2277 0,0 0-3319 0</inkml:trace>
  <inkml:trace contextRef="#ctx0" brushRef="#br0" timeOffset="19610.719">5972 10236 3252 0,'0'0'404'0,"0"0"6072"0,0 0-4031 0,0 0-1005 16,0 0-316-16,-20 86 0 0,12-58-252 15,-3 4-188-15,2-3-264 0,5 3 12 0,0-7-152 16,4 0 28-16,8-6-100 16,4-3-156-16,4-3 8 0,0-4 124 15,8-2 108-15,-1-1-108 0,2-3-84 0,3-3-96 16,-4 0-4-16,4-7 0 16,-5-2-64-16,-3 0-340 0,0-4-440 0,0-3-104 15,-4-3-232-15,-1-3-580 0,-6 2-1356 16,3-5-3501-16</inkml:trace>
  <inkml:trace contextRef="#ctx0" brushRef="#br0" timeOffset="19790.312">6135 10303 1580 0,'0'0'1472'16,"0"0"732"-16,0 0 3605 0,-24 66-3565 16,20-36-672-16,-4-3-60 0,5 5-156 15,3-3-244-15,-4 2-304 0,4-2-352 16,0 0-152-16,0-4-132 0,0 0-172 15,-4-2 0-15,4-1-220 0,-4 0-88 16,-1-3-240-16,1 0-312 0,0-6-328 0,1 0-540 16,3-4-868-16,0-6-1865 0,0-3-1067 15</inkml:trace>
  <inkml:trace contextRef="#ctx0" brushRef="#br0" timeOffset="20063.005">6414 10293 3512 0,'0'0'132'0,"0"0"5164"0,0 0-3848 16,0 0-391-16,0 0-105 0,56 66 120 0,-48-43-96 16,4-4-164-16,-4 6-184 15,3 0-60-15,-2 5 4 0,-5-2 72 0,0 4 136 16,0-1-200-16,-4-2-284 0,0 2-176 15,0-5-120-15,0-1-36 0,-4-2-48 16,-4-4-128-16,3-3-268 0,-2-7-284 16,3 0-192-16,0-4-24 0,0-5-188 15,0-7-868-15,-5-3-2101 0,9 0 977 16,-7-12 768-16</inkml:trace>
  <inkml:trace contextRef="#ctx0" brushRef="#br0" timeOffset="20677.702">6857 10055 3036 0,'0'0'612'0,"0"0"28"0,0 0 2572 16,0 0-1420-16,0 0-500 0,0 0 265 15,0 0 11-15,83-26-36 16,-79 26 128-16,4 0-360 16,-4 0-620-16,0 0-372 0,0 0-76 0,0 3 0 0,-4 1-48 15,4-1-36-15,1 1-12 0,-2-1-16 16,1 0-32-16,4-1-28 0,-4-2 36 0,-4 4 40 16,4-4-28-16,-1 0 220 15,2 0-132-15,-1 2-124 0,4-2-8 0,-4 0-16 16,0 0 0-16,-1 0 12 0,-3 0-48 15,4 0 72-15,-4-2-24 0,0 2 28 16,0 0-40-16,0 0-48 0,0 0 61 16,5 7 35-16,-1-1 40 0,0 2-52 15,0 6-12-15,0-5 0 0,3-2-72 0,-3 2-4 16,5-6-8-16,-1 4 0 16,3-4 0-16,2 0 4 0,-2 0-4 0,10 0 4 15,-6 0-88-15,5 4 96 0,4-1 0 16,-4 0-8-16,0 7-40 0,-4 0 36 15,0 1 4 1,-5-2 8-16,6 1 0 0,-6-1 4 0,2 1 4 0,-5-4-4 16,3 1 4-16,-2-4-8 0,-1 1-48 0,-5-5 36 15,1 2-40-15,0-1-8 0,0 0-48 16,-4 4-13-16,0-4 9 0,0 6 52 16,-8 4-48-16,1 3 108 0,-5 6 132 15,-8 3-72-15,-1 5 4 0,-3 1-64 16,-8 3-64-16,1 1 16 0,-5 4-72 0,-4-2-124 15,5-2-184-15,-1-6-32 0,8-4-68 16,4-2-24-16,4-4-60 16,4-7-256-16,4 1-424 0,4-4-648 0,4-2-688 15,0-1-2277-15,0-6-1435 0</inkml:trace>
  <inkml:trace contextRef="#ctx0" brushRef="#br0" timeOffset="22910.113">8303 10274 7372 0,'0'0'1480'0,"0"0"-600"15,0 0-248 1,0 0 1821-16,0 0-761 0,0 0-356 0,0 0-292 16,0 0-212-16,0 0-252 0,0 0-60 0,0 0 336 15,79-6-316-15,-43 6-200 16,5 0-156-16,-2 0-128 0,-3 0-56 0,-1 0-84 15,-3 0-24-15,0 0-76 0,-4 0-108 16,-8-4-344-16,1 2-336 0,-6 2-304 16,-3 0-616-16,-7 0-2060 0,-5 0-2797 0</inkml:trace>
  <inkml:trace contextRef="#ctx0" brushRef="#br0" timeOffset="23092.646">8363 10522 10424 0,'0'0'1917'16,"0"0"-1213"-16,0 0-372 15,0 0 228-15,0 0 364 0,0 0-132 0,0 0-224 16,99 22-292-16,-55-19-224 0,-5-3-52 0,10 0-140 16,-6-3-76-16,1-4-488 0,0 1-584 15,-8 0-1304-15,12-7-4793 0</inkml:trace>
  <inkml:trace contextRef="#ctx0" brushRef="#br0" timeOffset="23505.952">9653 9947 340 0,'0'0'6856'16,"0"0"-6856"-16,0-66 0 0,5 40 208 0,-5 0 1416 15,4 8 120-15,0 6-523 16,3 1-489-16,-3 5-196 0,-4 6 88 0,0 0-40 16,0 0-192-16,0 6-28 0,-8 10 416 15,-3 9-264-15,-6 3-316 16,2 8-124-16,-9 5 0 0,-4 0-64 0,4 4 88 0,0-1-100 16,1 4 0-16,2-7-88 15,1-2 76-15,8-5-76 0,0-5 0 16,8-10-24-16,0-3 12 0,4-6-12 0,0-7-52 15,0 0-116-15,4-3-96 16,9 0 124-16,-2 0 128 0,6 6 124 16,-6-3-52-16,1 7 52 0,4 6 112 0,-4 0 316 15,0 9 76-15,-4 6 24 0,0 7 56 16,-1 4 236-16,-2 2-68 0,-5 4-248 16,4-4-320-16,-4-2-184 0,0-4-24 15,4-3-112-15,0-3-48 0,0-7-272 16,-1-2-296-16,10-8-340 0,-5-3-504 0,-1-5-1260 15,1 0-3773-15</inkml:trace>
  <inkml:trace contextRef="#ctx0" brushRef="#br0" timeOffset="24606.103">10139 10229 1684 0,'0'0'1524'15,"0"0"-1016"-15,0 0-144 0,0 0 484 16,0 0 468-16,0 0-4 0,0 0-456 15,0 0-180-15,0 0 152 0,0 0 140 16,0 10-3-16,0-10-5 0,0 0-80 0,0 0-144 16,0 0-4-16,4 0-88 0,-4 0-164 15,0 0-132-15,0-3-84 0,4-1-104 16,1 1-36-16,-1-6-72 0,7 0-40 16,-3-8 48-16,5-1-56 0,2-5-4 15,-2 4-96-15,2-3 44 0,-7 6 48 16,4-4 0-16,0 8 4 0,-3-1 0 15,-2 5 4-15,-3-3-4 0,0 5 4 0,0 4 0 16,-4-5 60-16,4 7-56 0,-4-4 40 16,0 4-48-16,0 0-8 0,0 0-64 15,0 0 8-15,0 0-24 0,0 0-72 16,0 0-128-16,0 4-140 0,4 5 428 0,4 4 0 16,-4 3 180-16,0 5-120 15,0 9 104-15,4 4-88 0,-5 2 48 0,2 1 36 16,-5 1-84-16,4 4 48 0,-4-4 12 15,0 3 52-15,-4-2-64 0,-1-4 0 16,2-5-40-16,-1 0-72 0,0-8-8 16,4-3-4-16,-4-7-12 0,4 1 4 15,0-3-64-15,-4-4-40 0,4-2-124 16,0-4-360-16,0 0-236 0,0 0-84 0,0 0-96 16,-4 0-212-16,4 0-368 0,0 0-345 15,-4 0-347-15,0 0 256 16,0 0-424-16,-4-4-43 0</inkml:trace>
  <inkml:trace contextRef="#ctx0" brushRef="#br0" timeOffset="24796.213">10163 10636 380 0,'0'0'7144'0,"0"0"-4888"16,0 0-579-16,0 0-129 0,0 0-200 0,0 0-464 15,0 0 20-15,0 0 136 0,0 0-268 0,92 3-380 16,-64-6-260-16,0 3-132 15,0-4-8-15,0 1-40 0,4 0-12 16,0 1-76-16,0-4-284 0,3-1-276 0,-7-3-272 16,4 3-264-16,-8 5-596 15,-5-2-1345-15,2 1-3395 0</inkml:trace>
  <inkml:trace contextRef="#ctx0" brushRef="#br0" timeOffset="24988.24">10976 10576 12705 0,'0'0'1388'15,"0"0"-1172"-15,0 0-168 0,0 0 448 0,0 0 460 16,0 0 0-16,9 73-508 0,-13-57-356 16,-1 2-92-16,-3-1-124 0,4-2-12 15,-3 4-248-15,-1 4-736 0,-1-4-372 16,5-3-704-16,-11 10-2953 0</inkml:trace>
  <inkml:trace contextRef="#ctx0" brushRef="#br0" timeOffset="26202.362">11773 10172 404 0,'0'0'10104'0,"0"0"-8235"15,0 0-1053-15,0 0-64 0,0 0 360 16,0 0-16-16,0 0-196 0,-75 71-104 15,67-38-156-15,-5 3-132 0,9 5-140 16,1 0-24-16,3 4 8 0,0-1-56 16,3-2-188-16,5-4-108 0,1-7-64 0,-5-1-84 15,7-11 16-15,-3-7-188 0,5-5-156 16,-2-4-200-16,6-3-264 0,-2-3-380 16,-2-4-1140-16,2-16-4445 0</inkml:trace>
  <inkml:trace contextRef="#ctx0" brushRef="#br0" timeOffset="26504.066">12052 10224 10556 0,'0'0'2021'0,"0"0"-493"0,0 0 164 16,0 0-192-16,0 0-420 0,91 0-504 15,-74 0-232-15,2 0-120 0,-3 0-176 16,-4 2-48-16,1 8-124 0,-6 0-36 0,-3 2 160 15,-4 11 40-15,0 2-40 0,-11 6-60 16,-2 4-12-16,-6 0 24 16,2 1 32-16,2-8 16 0,2-3 76 0,6-3-64 0,-1-6-12 15,8-3-4-15,0-3-44 0,4-1-16 16,4-3 8-16,8 0 56 16,-1 1 84-16,6-7 40 0,3 0-12 0,4 0-68 15,-5-3-44-15,5-3-112 16,0-4-316-16,-4 1-560 0,-4-4-440 15,-8 6-1096-15,8-12-4229 0</inkml:trace>
  <inkml:trace contextRef="#ctx0" brushRef="#br0" timeOffset="26837.136">12821 10159 11837 0,'0'0'1980'0,"0"0"-1344"0,0 0 372 0,0 0 512 15,0 0-528-15,0 0-548 16,80-12-444-16,-72 12 0 0,-5 0-88 16,-3 10 88-16,0-1 64 0,0 7 8 0,0 3-64 15,-11 6 36-15,3-2-44 16,-1-1-64-16,2 0 52 0,-1-3-72 0,8-3-28 16,0-3 24-16,0 3 16 0,0-4 8 15,8 1-20-15,3-3 84 0,2-1 0 16,2 1 4-16,5-1 68 0,-3-3 16 15,-6 4 36-15,1 0 12 0,-3-1 148 16,-2 4 32-16,-3 0 4 0,-4-1 60 16,0 4 76-16,0-3-176 0,-4-1-136 0,-3 1-144 15,2-3-108-15,1-4-344 0,0-3-444 16,4 0-164-16,0-3-220 0,0 0-720 16,0 0-1933-16,8-3-2155 0</inkml:trace>
  <inkml:trace contextRef="#ctx0" brushRef="#br0" timeOffset="27105.079">13705 10032 10032 0,'0'0'1857'15,"0"0"-757"-15,0 0-16 0,0 0 356 0,-48 93-260 16,29-59-336-16,-1 1-372 15,4 0-188-15,4 0-36 0,4 1-28 0,8-2-120 16,0-2-40-16,8 1 28 0,4-8 180 16,4-6 528-16,0 0-136 15,7-7-380-15,1-5-108 0,0-1-64 0,4-6-60 16,0-4-48-16,0-5-96 0,0-7-280 16,0-3-172-16,-1-7-300 0,-2 1-456 15,-1-6-664-15,-13 8-1952 0,6-11-2801 16</inkml:trace>
  <inkml:trace contextRef="#ctx0" brushRef="#br0" timeOffset="27270.117">13837 10134 8352 0,'0'0'2781'0,"0"0"-1637"16,-20 65-300-16,12-35 944 16,0 5 112-16,4 4-312 0,0-1-492 15,0 0-388-15,1 1-196 0,-2-6-184 0,1 3-192 16,-4-1-136-16,0-7-80 0,-4 0-240 0,4-2-424 15,0-6-348-15,5-8-288 16,3-5-660-16,0-7-1956 0,11-7-2569 16</inkml:trace>
  <inkml:trace contextRef="#ctx0" brushRef="#br0" timeOffset="27488.172">14259 10131 8112 0,'0'0'2508'0,"0"0"-323"0,0 0 15 16,0 0-204-16,92 82-288 0,-68-56-420 16,-5 6-420-16,2-3-360 0,-1 2-240 15,-5 1-156-15,-2-1-76 0,-9 1-36 0,-4 7-8 16,0-1-164-16,-17 3-300 0,-7 0 56 16,-3-2-156-16,-9-1-212 0,0-4-128 15,4-5-224-15,0-10-256 0,4-4-768 16,9-8-2717-16,-9-7-2927 0</inkml:trace>
  <inkml:trace contextRef="#ctx0" brushRef="#br0" timeOffset="27707.127">14785 10649 8536 0,'0'0'5369'16,"0"0"-4633"-16,0 0-584 0,-24 76-40 0,9-51 356 16,-6 7 196-16,1-3-208 15,-3-1-456-15,3-2-48 0,-1-4-260 0,2-3-404 16,-1 0-528-16,4-10-1020 0,-12 4-4193 16</inkml:trace>
  <inkml:trace contextRef="#ctx0" brushRef="#br0" timeOffset="28254.357">15534 10188 3512 0,'0'0'7332'0,"0"0"-5583"15,0 0-473-15,0 0-288 0,-27 88 244 0,14-55-56 16,2-1-160-16,-2 3-324 0,6-4-176 16,3 1-52-16,4 0 24 0,0 0 108 15,4-1-240-15,-1 1-176 0,5-4-108 0,5-2-24 16,-2-3-40-16,-2-11 32 16,6 1-40-16,-3-5-124 0,4-1-120 0,0-3-168 15,0-4-284-15,4 0-172 0,0-4-140 16,-4-5-592-16,0 0-1184 15,8-13-3785-15</inkml:trace>
  <inkml:trace contextRef="#ctx0" brushRef="#br0" timeOffset="28540.105">16060 10207 2644 0,'0'0'8152'0,"0"0"-5903"16,0 0-749-16,0 0 136 0,0 0-52 15,91 13-276-15,-70-4-240 0,-5-2-400 16,0 0-312-16,0-1-224 0,-4 0-72 16,-1 3-60-16,-6 1-4 0,3 3-68 0,-8 6 24 15,0 0-112-15,-8 9-44 0,-5 1 8 16,-6 7 24-16,-5-3-72 16,-4 6 48-16,0-1 52 0,4-7 72 0,5-2 72 0,-2-6 112 15,14-8-4-15,2-5-108 16,5 0-72-16,0-7-64 0,12-1 136 0,9-2 136 15,2 0 60-15,9-2-196 0,3-11 0 16,6 1-392-16,-2-8-208 16,1 1-484-16,0-3-720 0,-12 6-2268 0,12-6-4229 15</inkml:trace>
  <inkml:trace contextRef="#ctx0" brushRef="#br0" timeOffset="28820.495">16933 10179 9320 0,'0'0'2425'0,"0"0"-1141"16,0 0-396-16,-13 76 632 0,6-44-128 15,-1-1-324-15,0 4-364 0,0-3-308 0,8 1-212 16,0-8-48-16,0 0-136 0,8-6-112 15,4 0 112-15,8-7 100 16,-1-2 268-16,6-4-108 0,6-6-260 0,1 0 0 16,0-9-64-16,0-7-204 0,4 0 60 15,-8-6-184-15,3-3-372 0,-3-3-428 16,-3-2-752-16,-9 8-1896 0,-1-10-2925 16</inkml:trace>
  <inkml:trace contextRef="#ctx0" brushRef="#br0" timeOffset="29057.127">17116 10147 10708 0,'0'0'1453'16,"0"0"-1069"-16,0 0-308 0,0 0 1252 0,0 0 564 16,-20 85-116-16,16-46-480 15,-4 2-448-15,5 0-212 0,-6 5 32 0,1-2-84 16,4-4-267-16,-3 2-193 0,-2-1-116 15,1-6-8-15,4-4-100 16,1-5-117-16,3-1-355 0,0-8-256 0,11-2-116 16,2-5-164-16,-2-4-328 0,6 0-1284 0,-6-6-2965 15,6 0-2459-15</inkml:trace>
  <inkml:trace contextRef="#ctx0" brushRef="#br0" timeOffset="29537.401">17590 10553 8916 0,'0'0'3161'0,"0"0"-1529"16,0 0-868-16,0 0 232 0,-19 83 212 0,10-64-312 16,1 0-376-16,1-3-236 0,-2-3-148 15,5-1-64-15,0-5-68 0,4-1-4 16,-4 0-4-16,4-3 4 0,0-3 0 16,0 0 0-16,0 0 4 0,0 4 72 15,0-4-28-15,0 0 0 0,0 0 4 16,0 0-40-16,0 0-12 0,0 0-12 0,0 0-148 15,0 0-248-15,0 0-324 16,0 0-352-16,0-4-236 0,0-2-480 0,0 0-1245 16,0-4-3167-16,0 36 2160 0</inkml:trace>
  <inkml:trace contextRef="#ctx0" brushRef="#br0" timeOffset="30207.488">17519 10147 4680 0,'0'0'10365'0,"0"0"-7969"0,0 0-1112 0,0 0-520 16,0 0-116-16,0 0-88 0,0 0-96 15,0 0-172-15,0 0-256 0,0 0-36 0,0 0 0 16,84 16-12-16,-69-3-100 0,1-4 64 16,-4 5 48-16,0-2 124 0,-4-3-52 15,0 3-12-15,-4 5-12 0,-4-4 12 16,0 1 76-16,-8 6 21 0,-1 2-109 0,-10 1-48 16,-1 2 0-16,-4 3 0 15,1-2-8-15,-1 0-76 0,7-7 24 0,2-3 48 16,7-7 8-16,3-6 4 0,5 0-8 15,0-3-1-15,0 0-87 0,5 4-28 16,3-1 124-16,3 0 60 0,2 3 16 16,-2 0-28-16,6 4-44 0,-2-4-4 15,-3 7-4-15,4-3-4 0,-4 2-4 16,-4 1-48-16,4-1 52 0,-4 1-8 0,-1 0 4 16,-2-1 4-16,-1-1 0 0,0-3 8 15,0 3 4-15,-4-2 4 0,0-4 92 16,0 6-15-16,0-5 71 0,0 4-8 15,-8-4-136-15,-1 3-8 0,2 1 0 16,-9-1-4-16,0 1 0 0,0 2-8 16,-4-2-4-16,5-3-136 0,-5 2-117 15,-1-5-87-15,6-4-112 0,-2 0-48 0,6 0-260 16,-2-11-196-16,9-1-568 0,1-1-824 16,3 1-2537-16,0-7-2707 15</inkml:trace>
  <inkml:trace contextRef="#ctx0" brushRef="#br0" timeOffset="30522.331">18180 10087 7900 0,'0'0'232'16,"0"0"352"-16,0 0 904 15,0 0 905-15,0 0-497 0,48 85-384 0,-40-56-596 16,4 2-108-16,0 1 132 0,-1 0-240 16,-2 0-212-16,-1-3-132 0,-4-1-64 15,-1-2-36-15,-3-1-144 0,0 1-112 16,0-1-64-16,-11 0-384 0,-6 0-104 15,-11 4-220-15,0-1-240 0,-7 2-316 16,-1-3-344-16,-4 3-576 0,9-8-2073 0,-21 6-1831 16</inkml:trace>
  <inkml:trace contextRef="#ctx0" brushRef="#br0" timeOffset="31696.412">18630 9788 4396 0,'0'0'4368'0,"0"0"-2183"0,0 0-413 15,84-9 20-15,-61 5-128 0,-2 1-316 16,-5 0-296-16,-8 3-460 0,3-3-236 15,-3 0-124-15,5 0-100 0,-2-4-80 16,2 1-48-16,-6-1-4 0,5 1-76 0,-8 0 28 16,1 3 40-16,-1 3-52 15,-4 0-68-15,0 9 128 0,0 10 296 0,0 7 424 16,-4 6-64-16,-9 8-192 0,2 8-135 16,-10 0-41-16,6 4-20 0,-5-5-88 0,3-3-92 15,2-3-40-15,3-6 0 16,3-2 84-16,2-8 12 0,7-6-60 15,-4-4-8-15,4-2-68 0,0-3 4 16,0-4-12-16,0-3 0 0,4 0-48 0,0-3-112 16,-1 0-80-16,1 3 8 0,5 1 52 15,-5-1 84-15,4 6 36 0,-1 7-4 16,6 3 4-16,-5 10 60 0,-1 6-4 16,6 5 4-16,-5 2-12 0,3-1-72 15,2 1-24-15,-6 0-88 0,5-5-133 16,1-2 13-16,-6 0 24 0,1-1 136 15,-4-1-16-15,-4 1-48 0,0-5 24 0,0-1 36 16,-12 1-8-16,1-4-200 0,-6 2-148 16,2-2-76-16,-9-3 48 0,-4-3-224 15,0-1-212-15,-4 2-100 0,0-5-32 0,0-2-152 16,12-3-1281-16,-16-4-2819 0</inkml:trace>
  <inkml:trace contextRef="#ctx0" brushRef="#br0" timeOffset="53253.636">21439 501 8672 0,'0'0'3165'0,"0"0"-1757"15,0 0-708-15,0 0-268 0,0 0 8 16,0 0 40-16,-8 70 36 0,4-45-112 0,4 4-52 16,0 3-140-16,-3 3-76 0,3 6 100 15,0-3-88-15,-4 0-72 0,4 1 0 16,0-4-32-16,0-4-44 0,0-3-12 16,0-1-88-16,4-8-124 0,-1 0 12 0,1-7-592 15,4-3-388-15,-4-2-596 0,0-4-1117 16,8-3-2171-16</inkml:trace>
  <inkml:trace contextRef="#ctx0" brushRef="#br0" timeOffset="53605.777">22032 470 10868 0,'0'0'2153'0,"0"0"-1105"16,0 0-444-16,0 0 204 0,0 0 136 0,0 0-208 15,-95 63-228-15,72-41-284 0,2 0-100 16,1 1-124-16,1-2 0 0,-1 0-12 16,8 0-124-16,-1-5-24 0,10 0 24 15,-1-3-16-15,4-4 44 0,0 1 108 16,7-4 0-16,6 3 0 0,-1-2 8 0,8 2 52 16,-1-2-60-16,9-1 0 0,-4 0-60 15,4 5 60-15,0-3 24 0,-5 3 124 16,-2-2-136-16,-1 3-8 0,-9 2 84 0,2-5 60 15,-5 0 24-15,-1 4-120 16,-3-3 44-16,-4 2 4 0,0 1 24 0,0-1-12 16,-7 1 24-16,-1 0 60 15,-9-1-12-15,2-1 0 0,-5-3-48 0,-4-2-56 16,0 1-80-16,0-3-212 0,4-2-192 16,0-2-128-16,1 0-72 0,6 0-244 15,-2-2-332-15,7-2-388 0,3-3-668 16,1 1-1885-16,4-2-1091 0</inkml:trace>
  <inkml:trace contextRef="#ctx0" brushRef="#br0" timeOffset="53842.254">22247 742 8292 0,'0'0'4085'0,"0"0"-3549"16,0 0 76-16,0 0 580 0,0 0 16 15,0 0 96-15,0 0-460 0,0 0-464 0,0 0-180 16,0 0-92-16,9 79-36 0,-9-62-72 15,0-1-148-15,0 0 48 16,4 0 96-16,8-1-8 0,0-2 12 16,0-3 204-16,3-1 68 0,5-5 12 0,1-2-164 15,-2-2-120-15,5 0-48 0,0-2-308 16,0-8-136-16,1 0-188 0,-2-6-228 0,1 4-232 16,-4-7-628-16,-8 6-1469 15,8-6-2727-15</inkml:trace>
  <inkml:trace contextRef="#ctx0" brushRef="#br0" timeOffset="54020.172">22507 670 7248 0,'0'0'2220'15,"0"0"-1340"-15,0 0-119 0,-44 79 639 16,32-47 180-16,4 3-280 0,0-3-280 16,4-1-332-16,0-2-304 0,0-4-48 0,4 0-188 15,-4-2-104-15,0 3-44 0,4-8-212 16,-3 1 40-16,3-6-300 15,0 0-580-15,0-7-356 0,0-6-476 0,3 0-2465 16,1 0-2423-16</inkml:trace>
  <inkml:trace contextRef="#ctx0" brushRef="#br0" timeOffset="54421.03">22773 476 7672 0,'0'0'4373'0,"0"0"-3529"16,0 0-508-16,0 0 312 0,0 0 580 16,0 0-212-1,0 0-160-15,0 0-248 0,0 0-260 0,0 0-152 16,9-3 40-16,-9 3-28 0,0 0-72 0,0 0 0 0,0 0 36 15,0 0 12-15,0 0 124 0,0 0 20 16,0 0-252-16,0 0-76 16,0 0-64-16,0 0 56 0,0 0 8 0,0 0 12 15,0 3-12-15,0 0-44 0,0 10 44 16,0 3 124-16,4 6-4 16,-4 10 40-16,0 8 60 0,0 6-84 0,-4 4-28 15,-5 4-60-15,2-4-36 16,3-1-8-16,-4-5-4 0,4-9-84 0,0-3 0 15,4-4-40-15,0-2-36 0,4 2-84 0,0-2 0 16,8-4 48-16,-5-6 0 16,6-4-504-16,-5-8-624 0,-1-4-592 15,2 0-1144-15,-1-10-4861 0</inkml:trace>
  <inkml:trace contextRef="#ctx0" brushRef="#br0" timeOffset="54679.98">23048 714 13149 0,'0'0'1716'0,"0"0"-1236"0,0 0-316 16,0 0 12-16,92 28 184 0,-68-18 120 0,-4-4-352 16,5 1-128-16,-6-3-364 0,1 1-444 15,0-2-592-15,-8-3-1789 0,-1 0-4719 16</inkml:trace>
  <inkml:trace contextRef="#ctx0" brushRef="#br0" timeOffset="54853.744">23069 898 13301 0,'0'0'2076'0,"0"0"-1424"0,0 0-108 15,0 0 512-15,0 0 180 0,0 0-244 0,0 0-540 16,0 0-344-16,91 10-108 16,-67-10-148-16,4-3-268 0,0-4-404 15,0-2-564-15,-8 3-932 0,4-4-3773 16</inkml:trace>
  <inkml:trace contextRef="#ctx0" brushRef="#br0" timeOffset="55303.569">23881 542 11341 0,'0'0'2060'0,"0"0"-764"0,0 0-340 16,0 0 276-16,0 0 120 0,0 0-124 0,0 0-420 16,0 0-320-16,0 0-292 0,0 0-184 15,0 0 172-15,-36 64 8 0,21-32-68 16,-5 6 8-16,-1-3-8 0,10-4-16 16,-1-2 13-16,4-6-113 0,4-1-8 15,4-6-4-15,0-4-48 0,0 1 52 16,12-3 120-16,0-1 52 0,8-2 20 15,3-1-144-15,1-3-48 0,8-3-156 16,-4 0-136-16,0-9-121 0,4-1-147 16,-4-6-160-16,0 1-320 0,-4-2-340 15,0-1-692-15,-8 5-1888 0,-5-10-1901 0</inkml:trace>
  <inkml:trace contextRef="#ctx0" brushRef="#br0" timeOffset="55487.714">24073 473 9320 0,'0'0'1344'0,"0"0"-931"16,0 0 335-16,0 0 772 0,-20 76 80 0,8-35-116 16,0 11-224-16,0 4-236 0,-4 4-56 15,4 1 168-15,-4-1-260 0,0-6-387 16,0-6-317-16,8-8-172 0,-3-4-108 16,7-10-72-16,4-7-137 0,4-7-303 0,11-6-308 15,9-6-52-15,4-6-412 16,-4-3-1512-16,20-26-3565 0</inkml:trace>
  <inkml:trace contextRef="#ctx0" brushRef="#br0" timeOffset="55650.443">24399 495 11625 0,'0'0'2148'0,"0"0"-1068"0,0 0-212 15,-8 76 596-15,1-41 332 0,-2 3-388 16,5-3-568-16,0-3-452 0,0-1-168 0,4-2-159 15,-3-4-61-15,-1 0-221 0,4 2-655 16,-4-5-528-16,4-3-808 16,-4-7-3060-16,-1 7-5045 0</inkml:trace>
  <inkml:trace contextRef="#ctx0" brushRef="#br0" timeOffset="55808.034">24225 1155 11385 0,'0'0'4704'0,"0"0"-3940"0,0 0-600 0,0 0 632 16,0 0 424-16,0 0-228 0,0 0-540 16,0 0-452-16,0 0-12 0,79-6-148 15,-59-4-256-15,4 1-392 0,-5-4-672 16,-2 4-1052-16,-2-7-3069 0</inkml:trace>
  <inkml:trace contextRef="#ctx0" brushRef="#br0" timeOffset="56169.749">24805 514 8916 0,'0'0'6761'15,"0"0"-6153"-15,0 0-384 0,0 0-172 0,0 0 680 16,88 19 124-16,-64-10-56 0,4-2-404 0,0 2-300 0,4 2-96 15,-4-6 0-15,0 2-220 0,-4-5-444 0,-5 5-128 16,-2-3-116-16,-9 2-508 0,-5-4-1032 16,-3 9-3485-16</inkml:trace>
  <inkml:trace contextRef="#ctx0" brushRef="#br0" timeOffset="56304.747">24805 819 14749 0,'0'0'2376'0,"0"0"-1608"0,0 0 268 15,0 0 300-15,0 0-604 0,0 0-208 16,0 0-159-16,92-3-277 0,-55-4-88 16,-2 0-253-16,5-1-395 15,0 2-288-15,4-5-192 0,-8 5-1364 0,11-3-5697 16</inkml:trace>
  <inkml:trace contextRef="#ctx0" brushRef="#br0" timeOffset="56850.173">25336 524 6960 0,'0'0'8421'0,"0"0"-7077"16,0 0-1080-16,0 0 72 0,111-13 108 15,-79 10 28-15,0 3-128 0,0 0-108 16,-4 6-140-16,-4 0-8 0,-4 4-88 0,-5-1-60 16,-7 4 0-16,-3 0 60 15,-5 3 140 1,-5 3 44-16,-10 2 72 0,-6 2-8 0,2 0-168 15,-9 2-76-15,0 0 0 0,4-3-4 0,0 1-4 0,1 3-68 16,2-5 60-16,10 2-112 0,-2-4 120 16,13-3-108-16,0 3 112 0,13-7 360 15,6 4 68-15,5-6-12 0,12-4-100 0,4-3-168 16,4-3-52-16,7-9-96 16,5-7-4-16,0-9-372 0,0-4-432 0,0-4-444 15,0 2-628-15,-17 3-2384 0,9-10-4613 16</inkml:trace>
  <inkml:trace contextRef="#ctx0" brushRef="#br0" timeOffset="57076.908">26137 483 13401 0,'0'0'2176'0,"0"0"-1532"0,0 0-80 0,0 0 836 16,0 0 128-16,0 0-468 0,0 0-476 15,-52 72-352-15,48-56-36 0,-4 3 21 16,8-3-45-16,-5-1-112 0,5 2-56 0,0-4-4 15,9 3 12-15,3-7 196 16,4 1-88-16,7-7-120 0,1-3-12 16,8 0-184-16,0-6 4 0,4-10-40 0,0 0-133 31,0 0-131-31,0-3-176 0,-4-1-296 0,-1 1-508 0,1 0-948 16,-11 3-2064-16,2-6-1385 0</inkml:trace>
  <inkml:trace contextRef="#ctx0" brushRef="#br0" timeOffset="57270.001">26472 238 808 0,'0'0'6432'0,"0"0"-6016"0,0 0 520 15,0 0 1132-15,0 0 117 16,-73 92-329-16,54-60-304 0,3 6-232 0,0 4-112 16,0 5-16-16,-4 3-400 0,0 11-388 15,0-1-184-15,0 7-88 16,0-4-132-16,-4-2-48 0,0-1-340 0,5-6-604 15,-5 0-440-15,7 0-888 0,2-16-1932 0,-1 13-6501 16</inkml:trace>
  <inkml:trace contextRef="#ctx0" brushRef="#br0" timeOffset="71905.427">24228 9293 8112 0,'0'0'52'0,"0"0"5149"0,0 0-3985 16,0 0 108-16,0 0 52 0,0 0-64 0,0 0-156 15,0 0-580-15,0 0-296 16,0 0-136-16,-35 3 28 0,26 22-16 0,1 14-56 16,-3 11-16-16,2 11 24 0,1 15 100 15,1 9 157-15,-1 17 327 0,-1 10-476 16,-2 5-208-16,-1 7-4 0,-4 2-4 16,8 2 0-16,0-4-36 0,-1-11 32 15,9-10-112-15,0-18 32 0,13-12-244 16,2-19-72-16,6-13-125 0,7-16-179 15,7-8-80-15,1-15-292 0,12-4-248 16,0-21-404-16,8-12-572 0,-13 7-2353 0,17-30-1651 16</inkml:trace>
  <inkml:trace contextRef="#ctx0" brushRef="#br0" timeOffset="72286.989">25224 9083 6988 0,'0'0'120'0,"0"0"6009"0,0 0-4593 16,0 0-356-16,0 0-76 0,0 0-48 15,0 0-132-15,0 0-360 0,0 0-268 16,0 0-128-16,-67 92-68 0,42-57-96 16,1 4 20-16,1 2-24 0,3 3-60 0,0 1-52 15,4 2 4-15,8-5 108 0,8-7-4 16,0-4 8-16,8-5 76 16,12-7 140-16,4 1-72 0,7-6-52 0,1-1 160 15,8-7 48-15,0 1-24 0,4-7-72 16,0-3-64-16,3-9-144 0,6-2-100 15,-6-4-108-15,5-5-144 0,-8 1-464 0,-4 0-384 16,-4-4-768-16,-12 3-2264 16,-5-8-3213-16</inkml:trace>
  <inkml:trace contextRef="#ctx0" brushRef="#br0" timeOffset="72469.853">25383 9099 6624 0,'0'0'1108'0,"0"0"1636"0,0 0-163 0,0 0-981 16,0 0-328-16,-35 95 8 16,27-57-128-16,4 6-364 0,-5 8-264 0,2 8-168 15,-5 3-196-15,0 8-160 0,0 1-36 16,-4 8-148-16,-4 3-320 16,0-4-776-16,-4 3-572 0,8-21-1232 0,-8 22-3621 15</inkml:trace>
  <inkml:trace contextRef="#ctx0" brushRef="#br0" timeOffset="73594.08">25304 10541 5492 0,'0'0'8'0,"0"0"5601"0,0 0-3701 16,0 0-256-16,0 0-392 15,0 0-132-15,0 0 112 0,0 0-132 0,0 79-240 0,4-48-356 16,-4 8-144-16,0-4-164 16,4 4-92-16,-4-2-40 0,0-2-68 0,0 0-4 0,0 0-108 15,0-4-16-15,0-4-8 16,0-6-136-16,4-7-392 0,4-9-256 16,4-5-156-16,3-3-416 0,6-13-768 15,-6 3-2273-15,9-18-2751 0</inkml:trace>
  <inkml:trace contextRef="#ctx0" brushRef="#br0" timeOffset="74521.763">25037 10443 5916 0,'0'0'12'0,"0"0"6137"16,0 0-4425-16,0 0-156 0,0 0-124 15,0 0-376-15,0 0 32 0,0 0-256 16,0 0-136-16,95-49-84 0,-59 40-164 16,-4 0-107-16,4 2-85 0,-4 4 12 15,-4 3-4-15,0 0-56 0,-8 3-40 16,-5 7-84-16,2-4 0 0,-6 3-20 0,-2 4 56 16,-5 0-72-16,-4 3-12 15,0 3-36-15,-4 2-12 0,-9 9 0 0,-2-2 0 0,-5 4-4 16,-4 1-92-16,-1-3-36 15,2 3 8-15,-5-5 40 0,4 0 12 16,4-5 72-16,4-7 8 0,4-7 40 0,4 1 0 16,4-10-36-16,4 2 24 15,0-2-36-15,0 0-84 0,0 0-24 16,8 0-84-16,5 4 180 0,6-1 12 0,1 1 120 16,4-4-48-16,0 3-72 15,0-1 12-15,-4 3-4 0,-4 0-4 16,-4 5 0-16,-5 0 0 0,1-2 56 0,-3 6 36 15,-1-2 28-15,-4 4 8 0,0 0 0 16,0 0-24-16,0 0-12 0,-4-1-84 16,-5-2 0-16,5 3 40 0,-7-4-48 0,3 2 4 15,-8-2 0-15,4 2 0 0,-4-2-8 16,-4 1-4-16,0-1-4 0,0-2-104 16,1 3-44-16,-2-8-48 0,1 5-28 15,1-3-32-15,2-1-4 0,2-3-68 16,-1-3-16-16,4 0-137 0,-1-9-179 0,2-1-356 15,3-9-464-15,0-4-752 16,4 5-2684-16,4-23-2753 0</inkml:trace>
  <inkml:trace contextRef="#ctx0" brushRef="#br0" timeOffset="74955.137">26109 9420 10816 0,'0'0'2169'15,"0"0"-1149"-15,0 0 40 0,0 0 20 0,0 0 184 16,0 0-324-16,0 0-360 0,0 0-172 0,0 0 8 0,0 0 148 16,64 61 92-16,-57-30-132 0,5 14-135 15,-3 2-85-15,-6 6-52 16,5 8-104-16,0 3-16 0,1 5 40 0,-2 5 44 16,1-5 48-16,-4 1-128 0,5-3-124 15,-9 1 60-15,0-5-68 16,0 0-4-16,0-6 0 0,-17-3-8 0,6 0 4 15,-10-7 0-15,-3-2-44 0,0-3 44 16,1-4 4-16,-5-7-60 0,0-2 0 16,8-7-52-16,-4-2-56 0,4-8-100 0,4-3-384 15,0-2-149-15,0-5-91 16,4-2-208-16,0-2-800 0,0-1-2032 0,5-14-2721 16</inkml:trace>
  <inkml:trace contextRef="#ctx0" brushRef="#br0" timeOffset="75180.481">26667 10118 10032 0,'0'0'6829'0,"0"0"-5057"15,0 0-848-15,0 0 128 0,87-6-212 16,-59 3-367-16,0 0-241 0,-1 0-232 16,10-4-108-16,-5 1-333 0,4-1-203 0,-5 0-432 15,-6 7-460-15,-14 0-1028 16,-3 0-2809-16,-8 5-3719 0</inkml:trace>
  <inkml:trace contextRef="#ctx0" brushRef="#br0" timeOffset="75337.401">26674 10341 5136 0,'0'0'2980'0,"0"0"1285"0,0 0-3065 16,0 0 116-16,0 0 36 0,0 0-72 15,92 38-352-15,-56-38-336 0,4-7-296 0,4-6-296 16,-5-5-252-16,6-1-660 0,-6-3-588 16,-11 5-1248-16,12-11-6233 0</inkml:trace>
  <inkml:trace contextRef="#ctx0" brushRef="#br0" timeOffset="75654.857">27711 9229 9880 0,'0'0'2909'0,"0"0"-45"15,0 0-1124-15,0 0-540 16,0 0 128-16,-77 74-108 0,62-37-271 0,2 11-489 16,6 7-172-16,-5 8-44 0,0 10 44 15,-4 10 40-15,0 2 276 16,0 4-268-16,-4 3-140 0,5 0 8 0,-2 0-48 16,6-10-60-16,-2 0-36 0,13-5-16 0,0-6-40 15,16-8 40-15,0-3-44 16,8-8-264-16,4-8-136 0,12-4-68 15,4-1 20-15,3-11 76 0,9-2-248 0,0-3-32 16,4-8-125-16,-4-5-331 16,-5-4-672-16,-10-6-2440 0,-2-4-3989 0</inkml:trace>
  <inkml:trace contextRef="#ctx0" brushRef="#br0" timeOffset="76086.906">28527 9229 4000 0,'0'0'7253'0,"0"0"-4921"0,0 0-460 0,0 0-404 15,0 0-252-15,0 0-60 0,0 0-396 16,0 0-208-16,0 0 8 0,0 0 36 16,32 102-267-16,-52-61-173 0,0 7-84 15,-4-4 0-15,5 4-24 0,-5-7-40 16,7 0-8-16,6-6-16 0,3 0-68 15,8-9 84-15,4-1 72 0,7-6 64 16,10 0-16-16,7-6-24 0,3-7 16 0,1-3-52 16,8-3-12-16,4-6-4 0,-4-6-44 15,-1-5-144-15,1-1-256 16,0-5-317-16,-8-2-307 0,0 0-392 0,-4 0-1256 16,-12 2-3265-16,4-6-4639 0</inkml:trace>
  <inkml:trace contextRef="#ctx0" brushRef="#br0" timeOffset="76240.499">28798 9268 7184 0,'0'0'1092'0,"0"0"3677"0,0 0-2589 15,0 0-84-15,-43 76-456 0,30-48-460 16,1 4-228-16,5 7-236 0,-6-1-171 0,5-1-229 16,1 8-172-16,-6 2-144 15,2 5-92-15,-1 4-500 0,-4 1-453 16,-5 4-239-16,6-1-600 0,2-16-1936 0,-10 17-2505 15</inkml:trace>
  <inkml:trace contextRef="#ctx0" brushRef="#br0" timeOffset="76443.06">28635 10418 5196 0,'0'0'8265'0,"0"0"-5977"0,-8 63-1720 15,3-35-380-15,-2 4 560 0,-1 3 796 16,4 2-452-16,4-1-516 0,0-2-400 0,4-2-176 16,4-3-60-16,-1-4-52 0,2-2-108 15,3-11-404-15,4 2-272 0,-4-12-128 16,3-2-488-16,1 0-1052 0,5-13-3357 0</inkml:trace>
  <inkml:trace contextRef="#ctx0" brushRef="#br0" timeOffset="76787.562">29719 9166 8220 0,'0'0'5377'0,"0"0"-3077"16,0 0-936-16,35 91 60 0,-15-49 84 16,-4 12-48-16,-4 3-207 0,4 4-397 0,0 5-180 15,-4-2-228-15,-4-3-184 0,0-1-192 16,-4 0-68-16,-4 1-4 16,0-1-60-16,-4 0-12 0,-8 3-36 0,-8 1 48 15,-8 3 52-15,0-4-392 0,-7 4-56 16,-6-1-4-16,2 1 192 0,-10-6-128 0,6-1-212 15,-4-7-85-15,2-4-279 0,-2-5-520 16,3-6-784-16,8-10-1572 16,-7 4-2041-16</inkml:trace>
  <inkml:trace contextRef="#ctx0" brushRef="#br0" timeOffset="79164.333">30324 9963 9168 0,'0'0'6613'0,"0"0"-5649"15,0 0-776-15,0 0 12 0,108-4 12 0,-69 2-164 16,2-5-48-16,2-3-1008 0,1 1-908 16,4-4-968-16,-13 4-2101 0,10-4-1495 15</inkml:trace>
  <inkml:trace contextRef="#ctx0" brushRef="#br0" timeOffset="79356.65">30304 10159 1212 0,'0'0'10817'16,"0"0"-8849"-16,0 0-756 0,0 0 160 15,0 0-140-15,75 35-380 0,-34-35-336 16,6-2-356-16,5-5-160 0,4-6-172 0,4-2-420 16,-4-2-544-16,-1-1-444 0,1 2-516 15,-16 0-3629-15,16-3-2314 0</inkml:trace>
  <inkml:trace contextRef="#ctx0" brushRef="#br0" timeOffset="79637.673">31376 9671 432 0,'0'0'10497'0,"0"0"-7809"15,0 0-1180-15,0 0 12 0,0 0-140 0,0 0-72 16,-16 76-452-16,0-48-260 0,0-2-304 15,-8 5-72-15,1 1 48 16,-5 0-84-16,0 3-87 0,-4 3-49 0,4 0-40 16,4 1 64-16,3-9 28 0,10 3-52 15,7-5-44-15,4-2 80 16,0-4-72-16,12 0 204 0,4-3-44 0,4-2-88 16,3-5-84-16,5-5 0 0,8-1-156 0,5-6-28 15,2-6-192-15,5-7-109 16,3-4-135-16,5-4-152 0,-3-5-232 15,-1-2-540-15,-5-1-1160 0,-4-3-2393 16,-6 10-2063-16,-1-13 5476 0</inkml:trace>
  <inkml:trace contextRef="#ctx0" brushRef="#br0" timeOffset="79852.79">31707 9668 3220 0,'0'0'1708'16,"0"0"4633"-16,0 0-4673 15,0 0-40-15,-37 69-168 0,26-37 40 0,-6 10-228 16,2 4-204-16,-5 3-212 0,0 4-184 0,-4 5-127 16,0 1-169-16,-4 2-120 15,0 6-148-15,-4-3-48 0,4-1-48 16,-3 0-12-16,7-2-132 0,0-4-292 0,4 0-293 16,5-6 21-16,2-3-596 15,5-16-1132-15,8 12-3965 0</inkml:trace>
  <inkml:trace contextRef="#ctx0" brushRef="#br0" timeOffset="80013.163">32050 11141 11297 0,'0'0'3204'0,"0"0"-3204"16,0 0-6493-16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18:20.62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860 7013 5360 0,'0'0'52'0,"0"0"4860"0,0 0-3983 0,0 0 23 15,0 0 476-15,0 0 132 16,0 0-64-16,0 0-240 0,0 0-196 0,0 0-240 16,36-50-24-16,-36 50 128 0,0 3-219 15,4 3-125-15,0 0 52 0,4 10-224 0,4 9-104 16,4 10-100-16,-4 10-84 15,-1 19 12-15,2 8-48 0,-5 17-8 16,3 13 8-16,-2 8-84 0,-1 8-24 16,-1 3 20-16,5 0-96 0,4-4 40 0,1-2-12 15,-2-11-12-15,-3-11-84 16,4-17 36-16,-8-20-108 0,4-14 20 0,-4-13-204 16,0-10-228-16,-4-13-209 0,3-6-163 15,-2-10-576-15,3-15-1100 0,-4 6-2684 16,-4-44-2221-16</inkml:trace>
  <inkml:trace contextRef="#ctx0" brushRef="#br0" timeOffset="277.015">904 6911 16817 0,'0'0'1928'15,"0"0"-1928"-15,0 0 0 0,0 0 248 16,0 0 816-16,84-47-160 0,-49 42-356 0,6 0-232 15,2 5-71-15,4 0-101 16,-2 5-84-16,-2 6-60 0,-6 5-72 16,-10 9 24-16,-3 5 44 0,-8 4 4 0,-12 10 84 15,-4 8 72-15,0 5-116 0,-16 0-40 16,-7 3-72-16,-9-6 72 0,-1-6 64 16,1-7 12-16,0-5-76 0,1-11-88 15,3-7-116-15,1-5-197 0,2-4-39 0,-3-2-8 16,1-7-248-16,2 0-124 15,1-10-644-15,1-5-800 0,11-2-2328 0,0-20-3621 16</inkml:trace>
  <inkml:trace contextRef="#ctx0" brushRef="#br0" timeOffset="545.127">1562 7136 14381 0,'0'0'1636'0,"0"0"-1144"16,0 0-44-16,0 0 484 15,0 0 180-15,67 88-376 0,-59-60-308 0,-4 3-136 16,0 3-12-16,0 5 36 0,-4 2-48 16,0 0-156-16,-4 1-104 0,-4-7 4 15,0-3 48-15,4-10 0 0,0-9 48 16,4-7-8-16,0-6 21 0,0 0 63 0,0-10-100 16,4-2 328-16,4-7-208 0,4-6-180 15,8-8-24-15,0-2-48 0,8 0-84 16,0-2 36-16,4 5 36 0,-5-3-52 15,1 3-92-15,4-2-185 0,-4 2-219 16,0-3-528-16,0 3-792 16,-8 10-2188-16,8-14-2769 0</inkml:trace>
  <inkml:trace contextRef="#ctx0" brushRef="#br0" timeOffset="1078.534">2159 7224 1460 0,'0'0'14325'0,"0"0"-12537"16,0 79-1528-16,0-54 220 0,0-3 1032 15,0-3-156-15,4-6-675 0,3-7-425 0,6-3-40 16,2-3 136-16,10-3-184 16,3-10-116-16,3-9-52 0,1-7-136 0,0-3-324 15,-4-6-73-15,-4 3-123 0,-5 4 108 16,-2 6 20-16,-6 3 100 16,-2 9 148-16,-9 7 280 0,0 6 108 0,-9 0 372 0,-2 9 128 15,-6 1-20-15,-2 5-200 16,-1 4 37-16,1 0-49 0,-6 4-48 15,5-5-12-15,1 1-196 0,3-2-120 0,4-2-12 16,-1-5-156-16,6 0-220 16,-1-5-172-16,4 1-121 0,-1 1-63 0,1 0-112 15,4-4-496-15,4-3-1192 0,5 0-688 16,6-6-1061-16,6-5 1785 0,-1-3-256 16,3-3 664-16,5 5 2012 0,4-1 88 15,4 4 3940-15,-5 6 1456 0,6 3-2811 16,-1 0-413-16,0 5-236 0,-1 5-300 15,1 0-76-15,0 2-572 0,0-2-440 16,-4 0-256-16,0-5-123 0,-4-5-93 16,-1 0-64-16,1-5 48 0,-4-9-60 15,0-1 0-15,-4-8-8 0,-4-2-116 0,0 0 4 16,-8-4 23-16,-4 4-39 0,0 3 136 16,-4 3 8-16,0 2 104 0,-8 2 9 15,-5 2 51-15,-2 1-160 0,-5 2-12 16,4 0 0-16,-8 4-40 0,8 6 40 0,0 0 84 15,0 0-48-15,1 6-36 16,3 4-132-16,-4 0-89 0,4-1-23 0,-1 1 36 16,6-1-20-16,-1 0-200 15,4 1-404-15,-1-3-628 0,1 2-804 0,4 4-696 16,0-7-1789-16,0 1-1539 0</inkml:trace>
  <inkml:trace contextRef="#ctx0" brushRef="#br0" timeOffset="1382.94">2884 7166 10564 0,'0'0'4061'0,"0"0"-2061"0,80 0 36 15,-40-3-356-15,4-7-596 0,-1-7-551 16,1-8-361-16,0-2-148 0,0-12-24 0,0-2-365 16,-5-4-303-16,2-3-40 0,-10 1-208 15,-7 6-340-15,-4 6-472 0,-12 3-48 16,-8 7 228-16,0 3 500 0,-16 2 160 0,-4 1 888 16,-4 3 272-16,-8 4 600 0,4 2 164 15,1 0-248-15,7 7-168 16,-1 3 236-16,10 0 172 0,-1 10-180 0,4 13-232 15,0 2 28-15,4 13 288 0,0 10-100 16,4 8-16-16,0 5-63 0,0 6-65 16,0 5-288-16,0 1-240 0,4 4-64 15,0 3-48-15,0-5-36 16,0 1 40-16,-4-5-52 0,0-6-48 0,0-4 0 0,0-6-24 16,-4-8-76-16,0-5-104 15,0-8-100-15,0-2-228 0,0-3-177 0,-4-8-363 16,-4 2-608-16,0-7-1152 0,0-4-3113 15,-20 2-3135-15</inkml:trace>
  <inkml:trace contextRef="#ctx0" brushRef="#br0" timeOffset="1745.381">880 8347 10016 0,'0'0'4837'0,"0"0"-4837"0,0 0-1188 0,0 0 1188 16,0 0 12-16,0 0 1028 0,0 0-32 15,92-73-204-15,-48 56 540 0,4-2-232 16,7 5-400-16,5-3-224 0,3 4-60 16,1 7-88-16,8-4 24 0,0 4-180 15,8 0-28-15,3 0-44 0,8-7-40 16,14 0-67-16,14-10 175 0,16-2 792 15,13-4-212-15,7-4-228 0,12-3-292 16,-3-2-236-16,3-1 44 0,-8 8 12 16,1 0-56-16,-5 1 128 0,-4 2 16 15,-3 3-72-15,-13 0-76 0,-3 2-156 0,-8 4 20 16,-13-2 124-16,-11 4-60 0,-17 1-132 16,-14 3-316-16,-14 7-60 0,-19-1 36 15,-9 5-48-15,-14-2-17 0,-13 4-487 16,-4 4-1000-16,-12 3-2604 0,-32 5-4913 15</inkml:trace>
  <inkml:trace contextRef="#ctx0" brushRef="#br0" timeOffset="4467.999">6705 6159 6680 0,'0'0'952'0,"0"0"3405"0,0 0-2861 0,0 0 28 15,0 0-152-15,0 0-80 0,0 0-252 16,0 0-328-16,72 13-172 0,-61 12 44 15,2 13-108-15,-2 13-172 0,2 6-132 16,-5 10-40-16,-1 7-84 0,-3 1-36 0,0 8 100 16,1 3-51-16,-5-4-57 0,0 0-4 15,-9-5 0-15,5-8 0 0,1-11 60 16,3-11 0-16,0-12-48 0,0-9 0 16,0-11 40-16,0-2-48 0,7-7-4 15,6-2 84-15,-2-4 436 0,10 0-72 16,-2 0-156-16,5 0-28 15,0-4-60-15,4 1 40 0,0 0 20 0,0-3-36 16,-5 4-96-16,5-5-80 0,0 0-52 16,-4-3 0-16,1 4-52 0,-1-3-20 0,-5-4-96 15,1 4-388-15,-4-7-204 16,4 3-76-16,-9-6-377 0,10 3-1139 0,-5-3-1784 0,-4 6-1701 16,-1-9-2982-16</inkml:trace>
  <inkml:trace contextRef="#ctx0" brushRef="#br0" timeOffset="4779.259">7482 6922 5744 0,'0'0'8725'0,"0"0"-7365"0,0 0-892 16,0 0 344-16,0 0 524 0,0 0-20 15,43 63-448-15,-30-60-504 0,-1-3-84 16,4-6-108-16,7-7-40 0,1-6-132 16,0-7-156-16,4-2-272 0,0-4 52 15,0 0-76-15,-3 0-40 0,-6 7 76 16,-3 0 12-16,-4 6-4 0,-8 5 272 0,-4 6 136 15,0-2 212-15,-12 7 8 0,-1-1-60 16,-2 4 184-16,-5 4-160 16,1 9-24-16,-2 6 108 0,5 6 52 0,-3 7 84 15,2 6-16-15,6 3-12 0,-2 1 40 0,5 2-15 16,1-3 83-16,7-3-144 16,0-3-244-16,3-10-96 0,9-5-108 15,4-7 8-15,5-11-8 0,2-2 48 0,9-7-108 16,4-11-244-16,4-10-197 15,-1-5-367-15,1-5-824 0,-3 1-1112 0,-9 5-2381 16,7-19-2471-16</inkml:trace>
  <inkml:trace contextRef="#ctx0" brushRef="#br0" timeOffset="4974.633">8212 6328 5216 0,'0'0'2056'0,"0"0"4009"0,0 0-4909 15,0 0-160-15,0 0 684 0,28 69-220 16,-25-27-612-16,5 5-208 0,0 8 28 15,0 1-44-15,0 1-115 0,4 4-109 16,-1 2-156-16,-2-3-184 0,-1 1-60 16,-4-4-48-16,-1-6-60 0,1-4 8 15,0-9-20-15,1-6-60 0,-5-9-4 0,4-11-1 16,0-5-215-16,0-4-328 0,-1-3-240 16,1-3-272-16,0-10-648 0,1 1-1300 15,-5-14-3317-15</inkml:trace>
  <inkml:trace contextRef="#ctx0" brushRef="#br0" timeOffset="5146.008">8075 6817 4772 0,'0'0'9105'0,"0"0"-7473"15,0 0-616-15,0 0-216 0,0 0 28 16,0 0-200-16,0 0-12 0,0 0 532 0,0 0-256 16,77 15-455-16,-38-15-217 0,10-9-76 15,5-7-144-15,2-3 0 0,4-3-156 16,4-3-357-16,0-1-243 0,-1 0-232 0,-3 7-648 15,-19 1-2564-15,14-2-4857 16</inkml:trace>
  <inkml:trace contextRef="#ctx0" brushRef="#br0" timeOffset="6009.171">10650 6207 6536 0,'0'0'1144'0,"0"0"3573"0,0 0-3353 0,0 0 28 16,0 85-104-16,0-46-208 0,0 11-88 16,0 4-180-16,0 14-56 0,0 4-192 15,0 12-112-15,0 4-124 0,0 7-124 0,-8 4-80 16,-1-5-124-16,-2-1-4 0,7-17-60 16,0-9 56-16,-1-21 0 15,5-10 4-15,0-11-92 0,0-12-148 0,0-7-304 0,0-6-356 16,5-3-236-16,-1-9-592 15,0-4-1304-15,0-26-4213 0</inkml:trace>
  <inkml:trace contextRef="#ctx0" brushRef="#br0" timeOffset="6277.112">10642 6400 9352 0,'0'0'2913'15,"0"0"-1317"-15,0 0-496 16,0 0 212-16,32-72 156 0,-17 61-308 0,6 5-288 15,3 4-248-15,3 2-100 0,5 2-160 16,-4 9-180-16,3 1-76 0,-3 4-108 16,-4 3-8-16,1 3 4 0,-10 4 8 0,-2 2 36 15,-10 7 44-15,-3 0-8 0,-3 3-76 16,-14 3-4-16,-2-3 4 0,-5 0 48 16,-4-3 13-16,0-4-61 0,-4 2-12 15,0-8 8-15,4-6-157 0,0-6-115 0,4-4-212 16,5-6-196-16,-2 1-220 0,1-4-352 15,5-4-852-15,-6-11-3501 0</inkml:trace>
  <inkml:trace contextRef="#ctx0" brushRef="#br0" timeOffset="6896.138">12379 6175 9984 0,'0'0'2125'0,"0"0"-501"15,0 0 20-15,28 92 224 0,-24-44-188 16,-1 3-344-16,-3 5-480 0,-3 2-348 0,-9 3-119 15,3-2-25-15,-6 0 172 0,-1 4-152 16,0-3-212-16,-4 3-164 0,-4-2-8 16,8-8-76-16,-4-8 28 0,8-11 36 0,5-11-36 15,2-10 36-15,5-7-60 16,0-6-12-16,0 0-144 0,5-3 32 16,6-7 32-16,5-3 160 0,8-3 4 0,0 2-12 15,8 0-136-15,-4 1 16 0,0 7-12 16,0 3-4-16,0 3 76 0,-9 0-37 15,1 3 109-15,-4 3 68 0,-4 4-19 16,-4 0 207-16,-4-1 32 0,-4 3-20 16,0-1-36-16,0 1-16 0,-8 1 24 0,0-1 16 15,-8-2-76-15,-3 0-84 0,2-1-96 16,-3-2-56-16,1-1-124 0,-2 0-36 16,1-6-64-16,5 0-144 0,-2 0-24 15,6-3-61-15,-1-6-63 0,8-7-124 16,0-1-428-16,4-5-688 0,0 0-932 15,8 6-2381-15,12-6-2647 0</inkml:trace>
  <inkml:trace contextRef="#ctx0" brushRef="#br0" timeOffset="7181.504">12761 6994 12897 0,'0'0'2332'0,"0"0"-724"16,0 0-316-16,0 0 320 0,84 25-576 15,-60-25-256-15,-5 0-291 0,9-2-285 16,0-11-120-16,4-3-84 0,0-6-4 15,0-3-236-15,0-5-77 0,-1 3-87 0,-6-3 40 16,-9 8 60-16,-4 3 148 0,-9 3 156 16,-3 4 76-16,-3 2-64 15,-17 1-4-15,0-1 104 0,-8 4-112 0,0 3 0 16,0 3 152-16,0 12-104 0,0 7-36 16,5 10 196-16,-1 2 0 0,4 4 68 15,4 3 53-15,4-2-13 0,8 2-72 0,0-6-76 16,4 0-84-16,8-10-36 15,8-4-48-15,3-1 0 0,13-8-60 0,0-2-60 16,8-7-160-16,4 0-180 0,-5-7-125 16,6-5-155-16,-2-5-336 15,2 2-788-15,-14 3-2480 0,13-5-4985 0</inkml:trace>
  <inkml:trace contextRef="#ctx0" brushRef="#br0" timeOffset="8111.609">14761 6903 1316 0,'0'0'4108'0,"0"0"-1664"0,0 0-204 16,0 0-343-16,0 0-341 15,0-65-172-15,-4 56-228 0,-4 3-152 16,-3 0-64-16,2-1-248 0,-2 7-100 0,-6 0-200 0,2 0-76 15,-2 9 64-15,2 10-88 16,-5 10-36-16,4 10 24 0,0 5 132 16,8 3 5-16,0 5-29 0,0-5-124 0,8-9-132 15,0-9-120-15,0-10 0 0,8-7-12 16,4-9-48-16,8-3-60 0,3-3-36 16,5-13 36-16,4-6-124 0,0-6-72 15,0-8-97-15,-8 5 73 0,0-1 84 16,-7 0 96-16,-6 10 28 0,1 3 12 15,-4 4 8-15,-4 5 100 0,0 7 148 16,-4-1-100-16,0 4-48 16,0 0 4-16,4 7 4 0,0 5 56 0,4 4 340 0,4 3-52 15,-4 0-60-15,7 3-47 0,-2-3-77 16,7-3-80-16,3-6-88 0,1 0-84 16,4-7-96-16,0 0-297 0,4-3-203 15,0-3-296-15,4-3-832 0,-8 2-2588 16,15-11-4361-16</inkml:trace>
  <inkml:trace contextRef="#ctx0" brushRef="#br0" timeOffset="8644.387">16256 6632 7232 0,'0'0'5933'0,"0"0"-5081"0,0 0-740 0,0 0 496 16,0 0 136-16,0 0-64 0,0 0 396 0,0 0-196 15,0 0-336-15,0 0-164 0,4 77-48 16,-16-52-112-16,3-3-184 16,2-3-36-16,7-3-132 0,3 3 20 0,10-3 100 15,2 3-68-15,6 0 72 0,-2 1 8 16,5 2 0-16,0-4 24 0,0 1 28 15,-4-3-44-15,0 3 140 0,-4-3 120 0,0-3-24 16,-9 4-24-16,-3-6 136 16,1 6 240-16,-5-5-196 0,0 1-143 15,-5 2-61-15,-6-1-76 0,-1 2 0 0,-4-4-120 16,-5 1-96-16,6-7-160 16,-5 0-13-16,4 1-19 0,0-7-44 0,4 0-44 15,1 0-28-15,-2-7-280 0,2-5-472 16,2-7-556-16,1-3-604 0,4 5-1977 15,1-18-1343-15</inkml:trace>
  <inkml:trace contextRef="#ctx0" brushRef="#br0" timeOffset="9077.46">16654 6705 7596 0,'0'0'4957'0,"0"0"-3109"0,0 0-212 15,12 70 152-15,-12-45-176 0,0 4-84 16,-4 1-335-16,0-9-465 0,0 2-416 15,0-9-276-15,4 0-36 0,0-9-120 16,4 0-96-16,4-3 20 0,8-2-20 0,4-2-16 16,4-11-72-16,4 0-121 15,-4-6-123-15,4 0-96 0,-9 1 20 0,5-3 144 16,-7 2 148-16,-6 0 60 0,1 4 104 16,-4-1 168-16,0 3 188 0,-4 4 68 15,-4 3 272-15,4 6 36 0,-4 0-136 0,0 0-172 16,4 6-256-16,3 6 0 15,2 11 232-15,3 5 180 0,-1 7-168 16,6 6 49-16,-6 4-61 0,6 2-28 16,-6 4-8-16,-2 4-40 0,-1 2-24 0,-4 2-48 15,-1 2 4-15,-3 0-76 0,0-1 0 16,0-4-12-16,-3-2 0 0,-5-3-60 16,-1-6 52-16,-2-4 8 0,3-9 0 15,-5-10 0-15,6-2 8 0,3-12 40 0,0-4 0 16,0-1-48-16,0-3-8 0,-5-7-128 15,2-5-32-15,-9-9-36 16,4-5-28-16,-8-13-84 0,0-2-133 0,0-9-159 16,1-1-124-16,2-3-272 0,2 0-616 15,6-1-644-15,5 18-1560 16,4-10-1705-16</inkml:trace>
  <inkml:trace contextRef="#ctx0" brushRef="#br0" timeOffset="12679.136">17072 6289 3068 0,'0'0'628'0,"0"0"6673"16,0 0-5965-16,0 0-148 0,0 0 56 16,0 0-88-16,0 0-216 0,-8-54-204 0,8 58-240 15,0 9-128-15,8 8 136 0,1 4 184 0,-2 13-196 16,5 7-64-16,-3 6-172 0,-2 3-52 16,-3 7-92-16,0-1-64 15,0 0 48-15,-4-3-96 0,4-3-72 0,0-6-100 16,0-7-276-16,4-9-224 0,0-14-64 15,3-4-52-15,2-11-340 16,2-6-700-16,6-13-2048 0,-10 0-2385 0,10-19 2297 16</inkml:trace>
  <inkml:trace contextRef="#ctx0" brushRef="#br0" timeOffset="12916.316">17379 6664 1148 0,'0'0'6624'15,"0"0"-983"-15,0 0-4661 0,4 77-324 0,-4-55 300 0,4 3 84 16,4-6-132-16,4-3-204 15,0-10-448-15,0 0-168 0,8-6-4 16,-1-6 16-16,2-6 20 0,-1-5-120 0,3-5-244 16,-3 0-188-16,-3 0-60 0,-6-1 184 15,-3 4 96-15,0 4 88 16,-8 2 112-16,0 8 12 0,0 0 324 0,-4 3-104 16,-4-2 16-16,-3 4-152 0,-6 0 92 15,-3 4-140-15,-3 5-36 0,-1 0-148 16,3 7-88-16,2 1 16 0,-1 2 44 15,8-5-8-15,0 3-16 0,8-7-336 16,0-1-340-16,0-3-572 0,4-2-1192 16,0-1-2721-16,8-3-987 0</inkml:trace>
  <inkml:trace contextRef="#ctx0" brushRef="#br0" timeOffset="13216.496">17730 6619 548 0,'0'0'10513'16,"0"0"-8805"-16,0 0-688 0,15 70 220 0,-11-48 108 15,5-2-428-15,-1-4-284 0,-1-7-416 16,6-6-172-16,2-3 76 16,6-3 0-16,-2-12-48 0,5-4-76 0,4-4 0 15,-4-6-384-15,0 7-124 0,-4 0 148 16,-4 9 112-16,-4 7 84 0,-5 6-96 16,2 3 260-16,-1 13 236 0,-1 6 276 15,1 3-52-15,5 5-16 0,-6-2-124 16,10-3-124-16,-6-3-96 0,5-9-92 15,0-7 92-15,1-3 56 0,6-3 44 16,-3-12 20-16,4-7 72 0,-1-9-96 16,-2-4-184-16,-1 0-12 0,-1-3-108 0,-6 6-112 15,-2 1-184-15,-3 2-112 0,1 3-104 16,-9 4-148-16,0 5-28 16,0-3-232-16,0 4-972 0,0 7-2533 0,-9-7-4063 0</inkml:trace>
  <inkml:trace contextRef="#ctx0" brushRef="#br0" timeOffset="13769.681">19527 6652 10981 0,'0'0'2408'0,"0"0"-620"16,0 0-320-16,0 0-184 0,0 0-360 0,0 0-384 16,0 0-260-16,0 0-44 0,0 0-4 15,84 0-72-15,-56 0-160 0,-1 0-60 0,0 0-36 16,1-4-176-16,4 1-448 15,0-7-340-15,0 4-508 0,-8-1-1248 16,12-8-4985-16</inkml:trace>
  <inkml:trace contextRef="#ctx0" brushRef="#br0" timeOffset="14478.208">19690 6661 980 0,'0'0'964'0,"0"0"652"0,0 0 1640 15,0 0-1112-15,0 0-644 0,0 0 17 16,0 0-149-16,0 0-200 0,0 0 168 15,80-44-292-15,-52 44-112 16,7-4-44-16,1 4-188 16,0 0-196-16,-4 0-200 0,4 0-168 0,-4 4-40 0,0-2-36 0,-4 1-8 15,-5 1-52-15,-3-1-12 0,-4 0 0 16,-4 0-72-16,-4 4 0 0,-4-1-88 16,-4 5-84-16,0 0 256 0,-12 8 176 15,-8 3-176-15,1 8-96 16,-9 1-12-16,-4 1 44 0,0-4-12 0,0-1 76 0,4-6 48 15,8-2 12-15,4-7-8 0,4-6 20 16,4 1 4-16,8-7-76 16,0 0-256-16,12 0-136 0,12 0 296 0,4 0 96 15,8-2 80-15,3-3-80 0,2 5-184 16,-5 0-112-16,-5 11 136 0,1 4 136 0,-8 5 24 16,-4 5 124-16,-4 0-24 15,-8 0 192-15,-8 1 52 0,0-4 36 16,0 3-48-16,-4-2-16 0,-8-1-36 0,0-3 84 15,-4 0-96-15,0 0-60 0,-4-3-27 16,0-3-33-16,0-3-88 0,1-1-56 16,-1-3 36-16,-1 1-40 0,2-4-120 15,-1-3-28-15,3 0-85 0,-2-3-31 16,3-4-64-16,-4-2-112 0,8 0-148 0,0-5-196 16,0 3-236-16,8-3-380 0,4-2-652 15,0 4-2181-15,16-11-2331 0</inkml:trace>
  <inkml:trace contextRef="#ctx0" brushRef="#br0" timeOffset="14662.564">20578 6877 7704 0,'0'0'5613'16,"0"0"-4333"-16,0 0-120 15,0 0 556-15,0 0-296 0,0 0-512 0,84 34-200 0,-60-28-60 16,8-1-40-16,0-5-231 0,8 0-217 15,-1-5-160-15,2-1-156 0,-2-2-405 16,1-3-243-16,-5 5-392 0,-3 0-876 16,-11 3-3112-16,-1-4-5797 0</inkml:trace>
  <inkml:trace contextRef="#ctx0" brushRef="#br0" timeOffset="15077.595">21941 6566 7656 0,'0'0'4045'0,"0"0"-2397"15,-76 28-516-15,41-9-212 0,-10 7 424 16,2-1-136-16,0 3-224 0,2 2-172 0,9-9-176 15,8-5-184-15,9-3-212 16,7-7-128-16,4 1-112 0,4-1-196 16,4 0 52-16,7 4 80 0,6 2 64 0,-2 1 0 15,9 3 88-15,-3 0-88 0,-2 4 0 16,1 2 120-16,-4-4 4 0,-4 5 92 16,0 2-32-16,-5-3 132 0,-3 1 533 15,1-5-413-15,-5-1-268 0,0-5-60 0,0 1-44 16,0 2-56-16,-9-1 88 15,-6 2-44-15,-1-2-52 0,0 0-120 0,-8-1-124 16,4-1-132-16,4-5-32 0,0-1-116 16,4-6-85-16,5 0-71 0,7-6-248 0,0-10-600 15,0-7-752-15,7-9-2696 0,1 5-4105 16,12-22 8913 0</inkml:trace>
  <inkml:trace contextRef="#ctx0" brushRef="#br0" timeOffset="15372.511">22056 6852 6796 0,'0'0'9057'16,"0"0"-7813"-16,0 0-536 0,0 0 584 16,8 72 32-16,-8-53 64 0,0-3-395 15,0-3-617-15,0-7-376 16,0 1-56-16,9-4-16 0,2-3-12 0,1 0-88 16,4-3-164-16,5-10-52 0,-2-3-53 0,5-6 29 15,-4-1 72-15,0-2-40 0,-4 3-24 16,-4 3 100-16,0 0 144 0,-8 3 76 15,0 3 20-15,0 4 64 0,-4 3 88 0,0 6 48 16,0 0 32-16,0 9 52 16,0 7 100-16,0 9 156 0,0 7-88 15,0 3-36-15,0 2 1 0,0-1-13 0,4-4-60 16,-1-7-208-16,1-2-72 0,5-11-108 16,-1-5-76-16,-1-7-152 15,1-4-165-15,9-11-119 0,-1-8-356 0,3-9-868 16,-2-2-2668-16,-2 2-3293 15</inkml:trace>
  <inkml:trace contextRef="#ctx0" brushRef="#br0" timeOffset="15711.368">22571 6257 8520 0,'0'0'5657'0,"0"0"-4381"15,0 0-748-15,0 0 376 0,20 67 408 0,-16-32-128 16,0 6 28-16,-4 4-312 0,0-1-255 15,4 1-185-15,-4-4-208 0,3 1-120 16,-3-5-132-16,0-2-48 0,0-2-52 0,0-8 40 16,0-3-24-16,0-6 72 15,4-4-96-15,0 1-280 0,5-6-25 16,2-1 97-16,1 0 24 0,1 3 36 0,2 1 144 16,-2 1 100-16,2 0-48 0,-2 3 48 15,-2-2 12-15,-3 1 84 0,-4 0-32 0,0-4 92 16,0 3 112-16,0-2-36 15,-4-4-112-15,0 1-108 0,0-1-4 16,0-3 4-16,-8 4 0 0,-8 2 172 0,0-3-168 16,-4 7 4-16,-4-4-8 0,0-2-72 15,-4-1-180-15,0 0-88 16,0-2-52-16,-4-4-280 0,9 0-432 0,3-4-1200 16,-8-15-3288-16</inkml:trace>
  <inkml:trace contextRef="#ctx0" brushRef="#br0" timeOffset="16277.098">23248 6915 3556 0,'0'0'2448'0,"0"0"-552"0,0 0-964 0,-16-67 144 15,12 51 277-15,-8 7 211 0,0 3-8 16,-4 2-220-16,0 4-292 0,0 10-200 15,0 5-140-15,-3 11 108 0,2 9-64 0,2 0-148 16,2 3-172-16,2-3-208 0,7-10-160 16,4-5-60-16,0-8-72 0,0-5 20 15,4-4 40-15,7-3 8 0,2-3 4 16,6-9-120-16,1-5-160 0,1-1-172 16,-2-2-136-16,1-2 0 0,1 6-4 0,-6 6 172 15,1 4 60-15,-4 6 52 0,-4 9 96 16,4 7 212-16,0 6 148 0,-5 10 276 15,2 0 108-15,-1-1-40 0,0 5-136 16,-1-5-72-16,2-2-148 0,-1 2-16 16,-1-1 88-16,1-2 172 0,-4 1-208 15,-4-4-64-15,0 0-96 0,-4-3 36 16,-4 0 64-16,-3-3-16 0,-9 4-88 0,-1-8 52 16,-2 2 40-16,-5-9 44 0,4 2-80 15,0-6 80-15,0-4-144 0,5-4 0 16,2-8-268-16,2-11-352 15,6-2-348-15,1-13-152 0,8-6-456 0,0-14-1616 16,0 15-4205-16</inkml:trace>
  <inkml:trace contextRef="#ctx0" brushRef="#br0" timeOffset="16527.992">23770 6728 5548 0,'0'0'2368'16,"0"0"2181"-16,12 91-3297 0,-12-46 204 15,-4 13 224-15,-4 2-68 0,0 3-212 16,4 7-276-16,-4 3-332 0,8 3-163 16,0-4-181-16,0-4-268 0,0-5-180 0,0-8-108 15,0-8-148-15,0-6-228 0,0 1-5 16,0-8 125-16,-8-5-72 16,4-3-136-16,0-4-176 0,-4-7-148 0,4-2-68 0,4-10-244 15,-4-3-328-15,4-9-480 16,0-10-493-16,8-13-415 0,0-9 556 15,0-7-424-15,0 7 2104 0,4-35 8 0</inkml:trace>
  <inkml:trace contextRef="#ctx0" brushRef="#br0" timeOffset="16741.126">23838 6845 1280 0,'0'0'9192'0,"0"0"-5279"16,0 0-2929-16,0 0-232 0,0 0 648 15,0 0-176-15,0 0-304 0,63-73-308 16,-51 70-292-16,8-3-188 0,0 6-128 15,-4 0-4-15,4 0-104 0,-4 3-80 16,-4 6 48-16,-4 4-56 0,-4-1 8 16,-4 7 84-16,-8 4 100 0,-12 2 160 0,-3 4-52 15,-9 3 4-15,-5-1-64 0,1 1 0 16,-3 1-48-16,3-5-48 0,8-6-112 16,0-4-280-16,8 1-456 0,8-6-216 15,5-3-800-15,2-1-2720 0,5-2-4481 16,8-1 8645-16</inkml:trace>
  <inkml:trace contextRef="#ctx0" brushRef="#br0" timeOffset="16864.877">24459 7210 8476 0,'0'0'8545'0,"0"0"-7073"0,0 0-180 0,0 0 648 16,0 0-1127-16,0 0-645 0,0 0-168 15,0 0-716-15,0 0-925 0,0 0-2131 16,-64 0-6309-16</inkml:trace>
  <inkml:trace contextRef="#ctx0" brushRef="#br0" timeOffset="18511.882">4896 6404 2796 0,'0'0'9009'0,"0"0"-7793"0,0 0-756 16,0 0-116-16,0 0 820 16,0 0-32-16,0 0-416 0,-84-54-20 15,73 54-248-15,-6 0-212 0,-2 3-104 0,3 10 20 0,-4 2-32 16,-4 11-112-16,0 2 0 15,-4 10 92-15,0 11 24 16,4 1 144-16,-3 7-8 16,7 10 304-16,-1 3-124 0,10 2-232 0,7 5-136 0,4 2 0 15,4-2-64-15,11-7-8 0,9-11-52 0,1-7 48 16,3-15 4-16,3-11-8 0,5-10-4 16,0-6 12-16,-1-10 60 0,1-7-60 15,5-5-4-15,-6-11-312 0,1-5-100 0,-8-5-268 16,0-5-376-16,0-3-716 15,-13 10-1372-15,6-26-4193 0</inkml:trace>
  <inkml:trace contextRef="#ctx0" brushRef="#br0" timeOffset="18771.576">5044 6197 3524 0,'0'0'916'0,"0"0"4828"0,0 0-4287 0,0 0-649 15,0 0 160-15,0 0-64 0,0 0 80 16,0 0 188-16,47 83-200 16,-34-46-96-16,-2 12 12 15,1 11-80-15,-7 13-380 0,-1 9-100 0,-4 10-96 0,-4 7-24 16,-5 2-88-16,1 1-76 0,1-6-44 0,-1-11-112 16,3-9 64-16,5-16 44 0,0-16-68 15,5-11-296-15,6-17-300 16,1-7-204-16,4-9-112 0,0 0-532 0,0-16-952 15,4-6-1857-15,-4-6-975 0,0-4 820 16,-8 3 4317-16</inkml:trace>
  <inkml:trace contextRef="#ctx0" brushRef="#br0" timeOffset="19011.049">5319 6997 1540 0,'0'0'952'0,"0"0"5652"0,0 0-5248 0,0 0-851 16,0 0 75-16,0 0 100 0,0 0 124 15,0 0 268-15,0 0-248 0,0 0-172 16,0 0-76-16,32 55 16 0,-32-46-80 15,0 1-104-15,0-7-60 0,0 0-52 16,0-3-24-16,0 3 24 0,0-3 12 16,0 0-64-16,0 0-84 0,0 0-36 15,0 0-4-15,0 0-8 0,0 0-4 16,0 0-20-16,0 0-88 0,0 0 0 0,-9-3-136 16,5 3 24-16,-4 0-20 0,5-3-28 15,-1 3-36-15,0 0-12 0,0-3-148 16,-1 3-300-16,5-4-396 0,-4 4-892 0,0-3-2164 15,4 3-3481-15,49 16 4105 16</inkml:trace>
  <inkml:trace contextRef="#ctx0" brushRef="#br0" timeOffset="19482.166">5454 6934 1056 0,'0'0'1552'15,"0"0"4400"-15,0 0-4632 0,0 0-660 16,0 0 357-16,0 0 315 0,0 0-184 16,0 0-136-16,0 0-220 0,0 0-12 0,0 0 68 15,-16-45-120-15,8 45-208 16,0 0-176-16,-3 10-60 0,-6 2-124 0,6 5-16 16,-6 2 64-16,6 6 0 0,-2 3-12 15,1 4-24-15,5 7 36 0,-1 1 96 16,3 2 352-16,1-1-339 0,4-3-145 15,0-6-112-15,4-10-20 0,1-5-40 16,3-5 0-16,-1-10 0 0,5 3 8 0,1-5 4 16,2-11-8-16,5-4-4 0,1-10-156 15,-2-4-237-15,1-3-127 0,0-3-92 16,-4 1 100-16,0-1 84 0,0 3 36 16,-4 3 96-16,-4 8-36 0,0-3 172 15,-5 9 160-15,-3 2 188 0,0 4 96 16,0 2 24-16,0 4-100 0,0 3 100 15,0 0 8-15,0 10-204 0,0 5-108 16,0 4 228-16,0 10 84 0,4 6 148 16,0 3 68-16,5-1-103 0,-1-1-53 0,-1-4-148 15,6-7-228-15,-5-9-52 0,3-3-8 16,-2-7-48-16,2-6-64 0,5 0-228 16,-4-10-161-16,8-6-239 0,-4-5-352 0,-1-5-1032 15,2 7-2460-15,-6-17-2269 0</inkml:trace>
  <inkml:trace contextRef="#ctx0" brushRef="#br0" timeOffset="19640.367">5828 6941 4028 0,'0'0'5372'0,"0"0"-3243"15,0 0-785-15,0 0 400 0,0 0 156 0,4 78-60 16,-4-52-404-16,0 0-252 0,0-8-332 16,0 4-367-16,0-5-345 15,0-4-140-15,0-4-136 0,0 0-168 0,0-2-593 16,0-4-375-16,0-3-572 0,-4 0-2136 15,4 0-1601-15</inkml:trace>
  <inkml:trace contextRef="#ctx0" brushRef="#br0" timeOffset="20095.271">5869 6794 3616 0,'0'0'5812'16,"0"0"-1583"-16,0 0-3545 0,0 0-204 0,0 0 452 15,55-66-64-15,-43 60-564 0,0 1-304 16,-4 3-300-16,8 2-328 0,-4 0-404 15,0 2-144-15,0 9-292 0,-1 2-1057 0,2 2-695 16,-5 7 136-16,-1-3 1128 16,2 7 1956-16,-5-4 2908 0,4 3-72 15,-8 4-464-15,3-4-283 0,-3 4-133 0,0-4-248 16,0 4-288-16,0-4-216 0,0-3-108 16,0-2-236-16,0-2-260 15,0-4-296-15,4-5-268 0,0-2-36 0,1-7-72 16,3 0 20-16,-1 0 48 0,10-11-56 15,-6-1-208-15,10-3-184 0,-6-2-60 16,5-1 92-16,0 1 124 0,0 4-72 16,-4 4 60-16,-4-1 84 0,-1 4 124 15,-2 3 100-15,-1 3 52 0,-4 0 60 0,-4 0 232 32,0 3 76-32,4 3 48 0,-4 1-64 0,0-1-160 0,0-2-96 0,3 3-136 15,-3-5-12-15,0 1-44 0,4-3-32 16,5 0 28-16,-1 0 40 0,-1-3-52 15,1 1 60-15,5-5 8 0,-2 0 4 16,2 4-4-16,-2-4-8 0,1 4-4 0,1 3-56 16,-2 0 8-16,2 0 4 0,-2 10-72 15,1-4-28-15,-3 7-112 0,-2-1-20 16,-3 2-300-16,4 5-324 0,-4-1-812 16,-4-1-1380-16,0 5-3305 0</inkml:trace>
  <inkml:trace contextRef="#ctx0" brushRef="#br0" timeOffset="20429.16">4904 7854 6108 0,'0'0'6297'0,"0"0"-5353"0,0 0-728 0,0 0 52 16,0 0 444-16,0 0 156 0,0 0-140 15,0 0 376-15,99-25-300 0,-47 15-272 0,8 1-212 16,4 0 148-16,3-1 400 16,6-3-256-16,2 1-212 0,1-1-24 15,0-4-71-15,4 3-85 0,-1-2-64 16,5-4-60-16,-4 5-44 0,-1 1-52 0,-8 0-4 15,2 3-180-15,-10 3-168 0,-7 1-1 16,-5 3 209 0,-6 1-492-16,-9-3-436 0,-8 3-184 0,-8-1-968 0,3-2-4025 15</inkml:trace>
  <inkml:trace contextRef="#ctx0" brushRef="#br0" timeOffset="20578.44">6904 7486 7628 0,'0'0'9265'0,"0"0"-6917"16,0 0-1660-16,0 0-360 0,0 0-316 15,0 0-12-15,0 0-352 0,0 0-976 16,0 0-2724-16,0 0-8825 0</inkml:trace>
  <inkml:trace contextRef="#ctx0" brushRef="#br0" timeOffset="21911.539">9028 8064 8824 0,'0'0'4877'16,"0"0"-3657"-16,0 0-380 15,0 0 416-15,0 0 96 0,0 0-320 16,0 0-320-16,0 0-104 0,0 0 160 0,28 86-183 16,-17-32-209-16,6 10-112 0,-2 9-32 15,-2 3 32-15,-6 6 304 0,6 4-48 16,-5 0-316-16,-1 3-204 0,1 0 0 16,-4-4 0-16,1-2-48 0,-1-1-48 15,3-9-156-15,-3-7-208 0,4-8-96 16,-4-14 60-16,-4-15-88 0,5-10-121 15,-5-8-367-15,0-11-536 0,0 0-348 16,0-17-920-16,0-8-2485 0,0 2-2007 16,-5-24 6924-16</inkml:trace>
  <inkml:trace contextRef="#ctx0" brushRef="#br0" timeOffset="22150.802">9172 8229 8112 0,'0'0'4633'0,"0"0"-2925"0,0 0-600 0,0 0 184 16,99-32 48-16,-71 32-340 0,4 7-252 0,0 8-176 16,-1 4-252-16,-3 4-92 0,0 3-116 15,-3 2-40-15,-10 4-72 0,-2 3-52 16,-13 3 40-16,0 4-72 0,-9 4-4 0,-10 6 16 16,-6-2-52-16,-3 2 4 15,-3-6 24-15,3-4 8 0,0-4 4 16,3-13 36-16,2-2-136 0,3-8-160 0,0-4-84 15,4-5-224-15,4-3-308 16,0-3-776-16,1-7-2488 0,2-2-4237 0,1-14 5745 16</inkml:trace>
  <inkml:trace contextRef="#ctx0" brushRef="#br0" timeOffset="22323.736">9737 8626 7444 0,'0'0'6981'0,"80"-9"-5781"15,-48 5 392-15,4-2 396 0,3 0-460 0,-3-1-616 16,-4 1-559-16,-4 3-353 0,4-3 0 0,-4 2-193 16,-1 1-575-1,-6 3-464-15,-6 0-404 0,-11 10-1524 0,-4 2-3081 16,-4 1-1999-16,-24 9 7713 0</inkml:trace>
  <inkml:trace contextRef="#ctx0" brushRef="#br0" timeOffset="22460.041">9801 8880 3800 0,'0'0'8589'0,"0"0"-6753"0,0 0-588 16,0 0 644-16,0 0-200 0,0 0-308 16,0 0-372-16,0 0-235 0,0 0 23 0,108 35-316 15,-73-35-328-15,9 0-156 16,0-3-144-16,-4-3-436 0,3-1-621 16,-2 1-603-16,-9 0-2760 0,3-10-5669 0</inkml:trace>
  <inkml:trace contextRef="#ctx0" brushRef="#br0" timeOffset="22782.207">10805 8290 9712 0,'0'0'6829'0,"0"0"-5533"0,-4 95-532 0,0-51 344 16,-4 10-108-16,4 4 253 0,0 2-465 16,4 3-328-16,0 1-108 0,0-1 360 15,0 3-376-15,0-5-196 0,4 0-140 16,0-11-12-16,0 1-132 0,0-10-132 15,0-5-148-15,0-8-72 0,0-9-204 0,0-6-417 16,4-13-1067-16,-5 0-2336 0,-3-20-3085 16</inkml:trace>
  <inkml:trace contextRef="#ctx0" brushRef="#br0" timeOffset="23018.579">10777 8293 12077 0,'0'0'4640'0,"0"0"-4104"16,0 0-300-16,0 0 348 0,92-76 696 16,-60 60-400-16,7 0-268 15,2 3-344-15,-2 1-124 0,-3 8-8 0,0 4-40 0,-12 7-96 16,-4 12-4-16,-8 9 4 16,-9 7 8-16,-3 10 40 0,-7 6-48 15,-17 2 0-15,0 4-84 0,-8-2-4 0,0-1-216 16,-4-1-96-16,4-2-124 15,4-9-224-15,4-1-312 0,5-13-1080 0,10-6-2620 16,-2 1-2413-16</inkml:trace>
  <inkml:trace contextRef="#ctx0" brushRef="#br0" timeOffset="23260.266">11411 9024 8096 0,'0'0'7377'0,"0"0"-6457"0,0 0-508 0,0 0 124 16,0 0 540-16,0 0-276 16,0 0-432-16,79 8-136 0,-75 5-12 0,0 4 76 15,0 4 56-15,1 2-12 0,-5-1-108 16,0 0-48-16,0 3-52 0,0-3-132 0,0-2 0 16,0-5-48-16,0-2-36 0,0-3-76 15,0-8-304-15,0-2-132 16,0 0-164-16,0-12-284 0,3-9-480 0,5 4-1208 15,-4-21-3289-15</inkml:trace>
  <inkml:trace contextRef="#ctx0" brushRef="#br0" timeOffset="23401.74">11514 8638 4516 0,'0'0'1160'0,"0"0"4453"15,0 0-4945-15,0 0 612 0,0 0 1076 16,88-2-492-16,-65-2-592 0,10-2-312 15,-6-3-548-15,5-1-412 0,1 0-1040 16,-14 1-952-16,5 0-4317 0</inkml:trace>
  <inkml:trace contextRef="#ctx0" brushRef="#br0" timeOffset="24109.737">13681 8474 11081 0,'0'0'2752'0,"0"0"-1120"15,0 0-524-15,-56 92-176 0,33-54-116 0,-5 1-212 16,-4 5-248-16,4-3-172 0,-3-3-12 16,3 3 36-16,0-5 12 0,4-3 52 15,-1 0 20-15,6-8-48 0,3-3-52 16,4-3 52-16,0-6-24 0,8-4-76 16,0 1-8-16,0 0-128 0,4-1 4 0,0 3 97 15,0 5 15-15,8 2 20 16,4 3-24-16,0 0 52 0,4 4 8 15,4-1 88-15,0 0 140 0,0-2-116 0,7-2-148 16,1-2-132-16,0-2-8 0,0-4 0 16,0-1 4-16,4-5-8 0,-4-4 0 15,0 0-60-15,0-3-96 0,-4 0-328 16,-5-3-196-16,-2-3-121 0,-6-1 13 0,-3-2-264 16,1-2-744-16,-6 3-1116 15,1-3-2193-15,-4-3-2711 0</inkml:trace>
  <inkml:trace contextRef="#ctx0" brushRef="#br0" timeOffset="24395.027">13431 8934 1252 0,'0'0'5492'15,"0"0"1801"-15,0 0-5009 16,0 0-852-16,0 0-332 0,0 0-108 0,0 0-268 15,0 0-176-15,0 0-256 0,95-28-16 0,-47 18 17 16,3-3-25-16,5 1-36 0,4 3 20 16,4-4 112-16,3 0 216 0,10 3-340 15,-2-3-152-15,5 1 92 0,4-1-72 0,-5 0-68 16,-3 1-40-16,-8-4-12 0,-1 3 0 16,-11-3-192-16,-8 4-304 0,-8-1-168 15,-12 7-112-15,-9-1-65 0,-10 3-159 16,-9 4-668-16,-5 4-1072 15,-14 6-1356-15,-9 3-177 0,4-1-1459 0,-23 7 5744 0</inkml:trace>
  <inkml:trace contextRef="#ctx0" brushRef="#br0" timeOffset="24611.819">13737 9036 6200 0,'0'0'1884'0,"0"0"3881"0,0 0-3905 15,0 0-632-15,0 0-184 0,0 0-204 16,0 0 164-16,108-16-124 0,-64 9-368 0,8 1-148 16,-1 3-59-16,9-4 143 0,0-2 48 15,3 0-336-15,5-1-112 0,0-9-48 16,0 3-52-16,-4-6-276 0,-5 3-412 16,-3-6-441-16,-8 2-323 0,-13 7-2284 15,2-12-4833-15</inkml:trace>
  <inkml:trace contextRef="#ctx0" brushRef="#br0" timeOffset="24896.745">14471 8417 6916 0,'0'0'2036'0,"0"0"2557"15,0 0-3009-15,75-7-24 0,-39 10-96 0,8 1-428 16,-1 3-252-16,6 5-112 0,3-3-184 15,-1 3-184-15,-3 5-76 16,-1-1-43-16,-6 2-53 0,-5 2-44 0,-8 2-20 16,-9 3-68-16,-3 1-44 0,-8 5 44 15,-8 1 0-15,0 7-164 0,-8 2-29 16,-12 0-3-16,-4 3-12 0,-3 1-48 16,-10 2-60-16,5 1-24 0,-3-7-28 15,3 0 28-15,0-2-16 0,4-4-76 16,4-10-36-16,5 0-248 0,2-6-1008 0,6-6-2692 15,-2-7-4385-15,5-6 8085 0</inkml:trace>
  <inkml:trace contextRef="#ctx0" brushRef="#br0" timeOffset="26482.521">17515 8369 5928 0,'0'0'272'0,"0"0"5289"16,0 0-4193-16,0 0-212 0,0 0 372 15,0 0 60-15,0 0-176 0,0 0-640 0,0 0-332 16,0 0-232-16,-84-28-148 0,56 37-56 16,-4 4-4-16,-8 3 0 15,0 6 12-15,0 1 64 0,-3 4 44 0,2-2-20 0,-2 5 32 16,7-2-20-16,-3 4-64 15,7-1 12-15,-1 4-12 0,6-3 0 16,7 3-48-16,3-3 52 0,10 0-44 0,-1-7-8 16,8 0 4-16,0-2-4 0,12-8 0 15,0-2 60-15,4-3 12 0,4-1 76 16,-5-5-88-16,6-1-48 0,-1-3-4 16,3-3-8-16,-3-4 0 0,4-5-124 15,0-1-20-15,-4-4-184 0,0-1-52 16,0-1 4-16,-4 3-28 0,-5 0 0 15,2 0-64-15,-9 7 124 0,0-1-40 16,-4 4 100-16,0-1 96 0,-8 1-60 16,-5 3-48-16,-2-3 108 0,-2 3 24 0,2-1-84 15,-1 1-132-15,-4 0-232 0,8 0-108 16,0 0-536-16,8 3 260 0,0 0-829 16,4 0-2651-16,0 6-908 0,4-3 5124 15,8 7-248-15</inkml:trace>
  <inkml:trace contextRef="#ctx0" brushRef="#br0" timeOffset="26718.323">17881 8457 11001 0,'0'0'2384'0,"0"0"-736"0,0 0 284 0,0 0-492 16,0 0-628-16,0 0-284 0,0 0-176 15,-72 77-32-15,61-45 80 0,-1 3 296 0,-1 2-295 16,6 8-109-16,3 0-64 16,0-1 4-16,4 1 0 0,0-5-132 0,0-4-100 15,12-8-60-15,-1-8-28 0,9-5-140 0,1-2-136 16,2-10-145-16,5-3-199 0,0-6-232 16,4-10-444-16,-8 4-1768 0,11-20-4537 15</inkml:trace>
  <inkml:trace contextRef="#ctx0" brushRef="#br0" timeOffset="27026.607">18092 8655 1488 0,'0'0'10061'0,"0"0"-6997"16,0 0-1376-16,0 0-444 0,0 0-104 15,0 0-232-15,0 0-272 0,0 0-308 16,0 0-328-16,96-58 0 0,-76 46-132 15,0 6-28-15,0-1-12 0,-1 7 28 16,-2 0 8-16,-6 3 136 0,1 7 0 16,1 6 88-16,-10 3 132 0,-3 6 144 15,0 1-36-15,0 2-8 0,0 1 56 16,-7-1 221-16,3-2-221 0,-1-4-172 16,-3-2-160-16,8-8-44 0,0 1-60 0,0-7-24 15,0-4-48-15,8 3-4 0,-3-5-300 16,3-5-37-16,-1-1-139 0,1-2-120 0,1-9-384 15,2 1-1112-15,-3 3-2668 16,-8-9-3325-16</inkml:trace>
  <inkml:trace contextRef="#ctx0" brushRef="#br0" timeOffset="27184.826">18284 8424 3436 0,'0'0'7501'0,"0"0"-4609"0,0 0-1032 0,0 0-272 15,0 0 108-15,0 0-496 0,0 0-456 16,0 0-504-16,95 8-240 0,-71-8-256 16,3-3-380-16,1-2-344 0,4-6-524 0,-8 2-2912 15,12-4-4277-15</inkml:trace>
  <inkml:trace contextRef="#ctx0" brushRef="#br0" timeOffset="27402.777">18857 8343 10408 0,'0'0'2645'0,"0"0"-37"0,0 0-224 16,0 0-564-16,0 0-512 0,64 67-459 16,-48-48-193-16,-1 1-100 15,2-1-108-15,-6 0-196 0,6 2-164 0,-2-1-84 16,-2 2-4-16,-5 0-8 0,-8 3 0 16,0 4-68-16,0 0 16 0,-12 6-72 15,-8 0 36-15,-1 0-36 0,2-4-268 0,-5-2-240 16,-4-4-101-16,4-6-187 15,0-3-48-15,5-9-376 0,-2-4-1148 0,10-3-2488 16,2-3-3061-16,1-10 7525 0</inkml:trace>
  <inkml:trace contextRef="#ctx0" brushRef="#br0" timeOffset="27573.806">19231 8613 13341 0,'0'0'2912'0,"0"0"-1816"0,0 0 804 0,0 0-4 16,0 0-439-16,92-44-513 0,-64 31-536 16,-4 0-408-16,0-2 0 0,0 2-444 0,-4 4-404 15,-4 0-245-15,-4 2-367 16,-5 7-1412-16,-2 0-3573 0,-5 7-4099 0</inkml:trace>
  <inkml:trace contextRef="#ctx0" brushRef="#br0" timeOffset="27733.131">19315 8731 3696 0,'0'0'9441'0,"0"0"-7021"16,0 0-1200-16,0 0 180 0,0 0-56 0,0 0-184 15,0 0-188-15,0 0-375 0,0 0-305 16,80-3-160-16,-60-4-132 0,-4 1-188 0,4-1-529 16,0-2-343-16,4 3-260 15,4 0-1004-15,-8-1-2860 0,16-5-6696 0</inkml:trace>
  <inkml:trace contextRef="#ctx0" brushRef="#br0" timeOffset="28027.258">19996 8553 9380 0,'0'0'8885'0,"0"0"-8613"15,0 0-272-15,0 0 0 0,0 0 124 16,0 0 368-16,84-77-148 0,-56 72-344 15,0-4-64-15,0 2 60 0,-5 3 4 16,-6 4 36-16,-1 6 200 0,-8 5 44 16,-4 4 12-16,-4 8 52 0,-4 5-52 15,-9 4 36-15,-2-1-24 0,-1 8-48 0,0-1 1 16,4-4 31-16,4-1 16 0,0-5 72 16,4-6-88-16,4-3-92 0,4-5-64 15,8-9 48-15,0 2 40 0,8-7-124 0,0 0-96 16,-4-7-192-16,7-9-240 0,2-3-368 15,-5-3-209-15,4-3-195 16,-9-4-1004-16,-3 7-3488 0,-3-10-5981 16</inkml:trace>
  <inkml:trace contextRef="#ctx0" brushRef="#br0" timeOffset="28181.087">20172 8255 13105 0,'0'0'4424'0,"0"0"-3644"0,0 0 404 0,0 0 48 16,0 0 57-16,0 0-489 0,80-38-688 0,-48 25-112 16,0 3-472-16,0 1-357 0,-4 2-511 15,-5 1-1588-15,1 3-7117 0</inkml:trace>
  <inkml:trace contextRef="#ctx0" brushRef="#br0" timeOffset="28927.567">22032 8010 1800 0,'0'0'7652'0,"0"0"-2983"0,0 0-3001 15,0 0-316-15,0 0-176 0,0 0-104 0,0 0 248 16,41 80-320-16,-26-29-163 16,6 9-197-16,-6 10-84 0,1 2 120 0,-4 5-144 15,1 0-256-15,-6-5-148 0,-3-5-128 16,0-4-108-16,-4-9 96 0,4-13-60 15,5-6 60-15,-2-9 12 0,-3-7 4 0,4-3 80 16,1-3-84-16,-2-7-12 16,-3-3 8-16,0 0-4 0,4-3-76 0,0 0-24 15,4-6 108-15,3-7-4 0,6-7 4 16,3-5-60-16,0-6 0 0,4-10-24 16,-1-4-40-16,1-2 52 0,0-8-108 15,4-2-36-15,-4-6-40 0,0-4-44 16,0 1-112-16,-4 2-180 15,-5 6-40-15,1 18-193 0,-8 8-311 0,-7 16-212 16,-5 7-100-16,0 5-168 0,-5 4-548 16,-7 7-489-16,-3 2-375 0,-5 4-1424 15,8-4 1093-15</inkml:trace>
  <inkml:trace contextRef="#ctx0" brushRef="#br0" timeOffset="29104.227">22232 8455 2428 0,'0'0'596'0,"0"0"5728"16,0 0-3783-16,0 0-357 0,0 0-104 0,0 0-312 16,0 0-424-16,0 0-204 15,0 0-56-15,0 0-391 0,75 21-233 0,-43-21-180 16,5 0-280-16,-1 0-108 0,3 0-252 16,1 0-409-16,4 0-251 0,-8 0-168 15,7 0-872-15,-11 0-2608 0,9 7-4489 16</inkml:trace>
  <inkml:trace contextRef="#ctx0" brushRef="#br0" timeOffset="30769.258">24025 8420 3068 0,'0'0'80'0,"0"0"5700"0,0 0-4280 15,0 0-339-15,0 0-33 16,0 0 172-16,0 0-36 0,0 0-320 16,0 0-380-16,0 0-240 0,0 0-112 15,-60-57-40-15,52 57 40 0,4 0 24 16,-3 0-52-16,-2 9-96 0,1 7-4 0,-3 6 100 16,-2 6 4-16,2 5-4 0,-2-5 0 15,5-2-12-15,1-4-24 0,3-3-64 16,0-3-76-16,0-4-8 0,4-2 0 15,0-4 0-15,0-3-12 0,0 1-48 16,0-1 48-16,0-3-36 0,0 0 44 16,0 0 4-16,0 0 0 0,0 0 8 15,0 0 40-15,4 0-40 0,-4 0 0 16,0 0-8-16,0 0-88 0,4 0-44 0,-4 0 44 16,4 0 76-16,-4 0-28 0,3 0 40 15,-3 0 0-15,4 0 0 0,-4-3-88 16,0 3 28-16,0 0 48 0,0 0-64 15,0 0 4-15,4 0 24 0,-4 0-4 0,0 0 4 16,0-4 40-16,4 4 0 16,-4 0-4-16,5 0 0 0,-5 0 8 15,0 0 4-15,0 0 4 0,0 0 4 0,0 0-8 16,0 0-8-16,0 0-80 0,0 0-36 16,0 0-72-16,0 0-16 0,4 0 40 15,-4 0 24-15,4 0 72 0,-4 0 16 16,3 0-16-16,-3 0 16 0,4 0 8 15,-4 0-24-15,4 0 76 0,0 0 8 16,-4 0 40-16,4 4-36 0,-4-4-12 16,0 3-76-16,0-3-36 0,0 0-36 15,5 4 0-15,-5-4-264 0,0 2-332 0,0-2-64 16,0 0-76-16,0 0-24 0,4 0-116 16,-4 0-28-16,0 0 59 15,3 0 165-15,-3 0 112 0,0-2 252 0,4-5-472 0,-4 3-196 16,0-2-144-16,0-4-252 15,0 4-324-15,0 0 1552 0,0-4-140 16,0 7 32-16</inkml:trace>
  <inkml:trace contextRef="#ctx0" brushRef="#br0" timeOffset="34295.083">24906 8255 2304 0,'0'0'520'15,"0"0"1944"-15,0 0 2612 0,0 0-3635 16,0 0-505-16,0 0-108 0,0 0 176 0,-84 19 56 15,60-3-128-15,-4 6-260 0,5 4-52 16,-5 2-40-16,3 3-124 0,-3 1-24 0,4 7-28 16,0-1-64-16,1 6-144 15,-5 0-84-15,8 0-40 0,4-2 24 0,4-4 4 16,4-3 20-16,8-3-8 0,0-7-52 16,12-3 24-16,4-3 76 0,0-2 144 15,4-5 73-15,8-2-181 0,-4-4-112 16,4-3-40-16,4-3-44 0,-5 0-184 15,1-3-81-15,0-6-163 0,0-2-108 16,-4 3-148-16,0-9-220 0,-5 2-688 16,-6 3-1408-16,-6-8-3321 0</inkml:trace>
  <inkml:trace contextRef="#ctx0" brushRef="#br0" timeOffset="34481.238">24582 8643 11229 0,'0'0'2520'0,"0"0"-1064"0,0 0-84 16,0 0-16-16,0 0-308 0,0 0-216 0,77 8 0 15,-42-8-236-15,1 0-232 0,4 0-156 16,0-6-87-16,-4-1-121 16,3 1-141-16,-7-2-479 0,4 1-504 0,-4 0-324 0,-8 1-1316 15,12-1-4885-15</inkml:trace>
  <inkml:trace contextRef="#ctx0" brushRef="#br0" timeOffset="34831.415">25567 7960 1552 0,'0'0'10769'0,"0"0"-8581"0,0 0-928 0,0 0 308 16,-4 72-172-16,4-33-72 0,0 5-140 0,0 7-139 16,0 2-341-16,0 4-40 15,0 8 108-15,4 1-300 0,0 1-292 16,-1 0-60-16,2 2-72 0,-5-3-48 0,0 5-12 15,0-8-48-15,-5-2 12 0,2-4-12 16,-1-10-108-16,0-2-148 0,4-10-8 16,0-10 8-16,0-2-8 0,0-10-196 15,4-4-136-15,3-6-97 0,-2-3-327 16,3-7-428-16,3-5-1520 0,-3-10-3045 16,1 6-1999-16,-1-26 6764 0</inkml:trace>
  <inkml:trace contextRef="#ctx0" brushRef="#br0" timeOffset="35110.962">25671 8080 8704 0,'0'0'5473'16,"0"0"-4413"-16,0 0-632 0,0 0-88 0,0 0 576 16,27-70 672-16,-11 64-472 0,0 3-676 15,8 3-364-15,4 0 56 0,0 9 4 16,0 7-88-16,4 3-44 0,-4 10 0 15,-4-2 8-15,-5 6 88 0,-6 2-40 16,-6 0 96-16,-7 4-92 0,-7 1 8 0,-18-1 0 16,-3 2 16-16,-7 0-80 0,-5 0-8 15,-4-6-52-15,0 0-68 0,0-3-52 16,4-7-292-16,9-3-172 0,6-6-136 16,6-2-192-16,3-9-512 0,12 2-1612 15,0-5-4341-15,4-2 1769 0</inkml:trace>
  <inkml:trace contextRef="#ctx0" brushRef="#br0" timeOffset="35459.737">26109 8826 2888 0,'0'0'11421'0,"0"0"-10173"16,0 0-1060-16,0 0-188 0,0 0 580 15,0 0 196-15,0 0-84 0,0 0-296 16,92-38-260-16,-77 38 0 0,1 0 112 16,-8 0 84-16,0 3 332 0,1 7-300 15,-6 2-168-15,1 4-96 0,-4 4-28 16,0-1-60-16,0 6 0 0,-4 0-12 15,1 1 4-15,-2-1 40 0,1-2-36 16,4-2 4-16,0-2 40 0,0-2 8 0,4-4 60 16,1-7-44-16,2 0 8 0,-3-4 24 15,4-2-108-15,0 0-72 0,0-8-548 16,4-9-544-16,-1-2-676 0,-2 0-2668 16,3-9-6309-16</inkml:trace>
  <inkml:trace contextRef="#ctx0" brushRef="#br0" timeOffset="35601.747">26360 8613 15049 0,'0'0'2396'15,"0"0"-1420"-15,0 0 44 0,0 0-88 16,0 0-512-16,0 0-420 0,91-6-840 0,-66 3-708 16,-2 3-720-16,-7 0-2580 15,-8 0-5753-15</inkml:trace>
  <inkml:trace contextRef="#ctx0" brushRef="#br0" timeOffset="36428.003">24017 8443 2952 0,'0'0'0'16,"0"0"0"-16,0 0 1680 0,0 0 2224 0,0 0-2612 15,0 0-11-15,0 0 411 0,0 0-176 16,0 0-392-16,0 0 132 0,36-7-88 16,-32 20-364-16,3 2-116 0,-2 8-40 15,-1 2-60-15,0 1-76 0,-4 5-76 16,0 1-11-16,0 3-73 0,0-3-72 15,0 3-40-15,0 0-44 0,-4-4-16 0,0 7-36 16,-1-2-8-16,-2 1-64 0,-1 1-60 16,0 0 36-16,-4 0-48 15,0-3 4-15,0-2 0 0,0 1 0 0,0-5 4 16,-4-4-8-16,4 0 0 0,0-6 4 16,4-3-4-16,0-2-12 0,-4-6 4 0,4 3-4 15,0-9-48-15,1 4-160 0,-6-6-44 16,2 0 44-16,-6 0 64 15,2 0 24-15,-2-2-160 0,-2-4-241 16,-1-8-75-16,4-2-124 0,-4-5-296 0,4-5-760 16,4 4-2072-16,-12-19-2593 0</inkml:trace>
  <inkml:trace contextRef="#ctx0" brushRef="#br0" timeOffset="38263.112">24005 8413 1212 0,'0'0'472'0,"0"0"8"0,0 0-272 16,0 0-140-16,0 0-60 0,0 0 580 15,0 0 1704-15,0 0-508 0,0 0-720 0,-40 7-184 16,32-1-52-16,-3 0 64 0,2-2 49 16,1-2-173-16,4 5-216 0,-3-3-220 15,-2-2-28-15,5 4-48 0,0-1-116 16,-3 1-140-16,3 0 48 0,0 3 80 15,-5 1-124-15,5 0-4 0,-3-1 40 0,3 1-40 16,-4-1 0-16,3-2 92 0,1 2 44 16,0-3 168-16,1 1-124 0,3-4-32 15,0 0 44-15,0 0-192 0,0 0 48 16,0 0-48-16,0 4 404 0,0-1-204 16,0-3-100-16,0 3 56 0,7-2-8 15,-3-1-24-15,1 3 76 0,3-3 36 16,-4-3-72-16,7 4-28 0,-7-4-36 15,5 0 60-15,2 0 28 0,-3 0-40 16,1 0-100-16,2 0-40 0,1 0 56 0,0-4-56 16,0 1-8-16,1 3-48 0,-2-3-16 15,1 0 64-15,0 3-8 0,-4-3-56 16,4-1 56-16,-4 4-128 0,0-3-48 16,0 0-152-16,-1 0-224 0,-2 3 40 15,3-3-4-15,-4 0-4 0,0 0-272 0,-1 3-448 16,5-4-532-16,-3 1-793 0,-1 0-679 15,-4 0-1132-15,4 0 3421 0</inkml:trace>
  <inkml:trace contextRef="#ctx0" brushRef="#br0" timeOffset="66882.031">7347 10325 6976 0,'0'0'4'16,"0"0"4437"-16,0 0-3425 0,0 0-340 0,0 0 200 16,0 0 124-16,0 0-44 15,0 0-276-15,0 0-232 0,0 0-24 16,0 0 36-16,0 0 108 0,0 0 32 0,0 74-120 16,0-55-88-16,0-5 60 0,0 5 48 15,0 4-136-15,0-1-108 0,0 0-84 16,0 7-63-16,0 6 47 0,8 7 28 15,-1 5 32-15,1 13 500 0,1 10-220 16,2 5-328-16,-7 8-120 0,4 4-48 16,-4 1-4-16,1 1-8 0,-1-3 0 0,-4 0-84 15,3-10 84-15,-3-13 0 0,4-8-84 16,0-14-12-16,0-9-16 0,5-13-56 16,-5-7-72-16,3-2-100 0,-3-7-84 15,0-3-101-15,0 0-47 0,0-13-256 16,1 1-572-16,-2-11-732 0,1-2-896 15,-4 3-2553-15,0-22-1943 0</inkml:trace>
  <inkml:trace contextRef="#ctx0" brushRef="#br0" timeOffset="67177.639">7334 10550 7824 0,'0'0'4417'0,"0"0"-2781"0,0 0-700 0,0 0 296 15,0 0 244-15,68-74-276 0,-44 63-500 16,4-3-184-16,4 6-152 16,0 1-32-16,3 3-40 0,1 1-108 0,-4 3-4 0,1 10-68 15,-6 2 20-15,-3 5-24 16,-4 5 4-16,-8 3 21 0,-8 7-49 16,-4 3-24-16,0 7 4 0,-8 2-64 15,-7 3-60-15,-6 4-60 0,-7 1-1 16,4-2-39-16,-4-3-68 0,0-3 44 15,5-4-96-15,-1-9-112 0,4-3-132 0,0-8-100 16,8-5-112-16,0-2-256 0,0-7-568 16,8 1-1068-16,0-7-2557 15,4 3-2531-15</inkml:trace>
  <inkml:trace contextRef="#ctx0" brushRef="#br0" timeOffset="67860.763">7920 11614 8520 0,'0'0'2641'0,"0"0"-873"16,0 0-192-16,0 0 168 0,0 0-164 16,0 0-248-16,0 0-404 0,0 0-424 0,0 0-260 15,0 0-40-15,0 0 4 0,0 0 12 16,4-3 24-16,9-4-3 0,-2-2-45 15,6 3-76-15,-2-5-48 0,-2 2-24 16,2 0-44-16,-4 2-4 0,2 1-8 0,-5 3-88 16,-1 3 24-16,-3 0 32 15,5 3 40-15,-5 7 84 0,4 2 24 0,-5 4 28 16,1 7-40-16,0 2-12 0,1 0-80 16,-5 4 44-16,4 3-40 0,-4-1-8 15,4 8 0-15,-4-2 8 0,0 2 52 16,0 2-48-16,-4 0 88 0,0 1-92 15,-5 2 36-15,2-3-40 0,-1 0 4 16,0 1-4-16,-1-8 8 0,6-2 72 0,-1-9-12 16,0-7-64-16,0-7 52 15,0-6 24-15,0-3-84 0,-4 0-264 16,4-9-256-16,-8-7-64 0,0-6-145 0,4-8-123 16,-4-3-324-16,0-12-1100 0,4 10-2360 15,-7-26-3073-15</inkml:trace>
  <inkml:trace contextRef="#ctx0" brushRef="#br0" timeOffset="68025.438">7836 11287 8248 0,'0'0'4113'0,"0"0"-2657"0,0 0-492 16,0 0 672-16,0 0-328 15,0 0-492-15,97-32-484 0,-70 28-284 0,1 1-48 16,0-2-160-16,3-1-444 0,1-5-488 15,5 3-688-15,-10-3-2236 0,10-1-3177 16</inkml:trace>
  <inkml:trace contextRef="#ctx0" brushRef="#br0" timeOffset="68209.473">8582 10978 13489 0,'0'0'2328'0,"0"0"-1472"16,0 0 584-16,0 0-308 16,0 0-212-16,96 7-432 0,-68-7-356 0,0-3-132 15,3-3-304-15,-4-4-356 0,1 3-516 16,-4 1-860-16,-7 0-2656 16,-6 6-3069-16</inkml:trace>
  <inkml:trace contextRef="#ctx0" brushRef="#br0" timeOffset="68379.164">8665 11207 9520 0,'0'0'4125'0,"0"0"-2293"0,0 0-112 15,0 0-176-15,0 0-464 16,0 0-272-16,0 0 32 0,0 0-219 0,0 0-345 16,100 19-156-16,-73-19-120 0,1-6-172 15,0-3-533-15,4-1-279 16,0 1-352-16,-12-1-1236 0,12 4-3993 15</inkml:trace>
  <inkml:trace contextRef="#ctx0" brushRef="#br0" timeOffset="69121.338">9737 10624 9248 0,'0'0'2657'0,"0"0"-905"0,0 0-700 16,0 0 308-16,0 0 176 0,0 0-216 15,0 0-180-15,0 0-272 0,0 0-392 0,0 0-308 16,0 0-120-16,-52 59-40 0,33-27 0 16,2 10 68-16,-2 0 8 15,2 5-23-15,6 3-53 0,-6 1 0 0,10 1-8 16,-1-8-61-16,4-6 53 0,4-10 8 16,0-9 32-16,0-6-32 0,8-7-196 15,7-3 28-15,2-3 168 0,7-3-96 0,-1-10-64 16,1-2-108-16,-4-4-36 15,5 0 24-15,-10-4 84 0,1 2 84 16,0 4 64-16,-8-2 40 0,0 7-4 0,-8 1-60 16,0 2-4-16,0 4-20 0,-8-2 84 0,0-3-64 15,-4 4-68 1,0-1 68-16,-4 1 64 0,5 3 12 0,-6 0-148 16,6 3 16-16,-6 0-4 0,6 0-48 15,-2 3-124-15,5 3-212 0,-3 0-348 0,2 1-472 16,5-1-964-16,-3 8-2921 0</inkml:trace>
  <inkml:trace contextRef="#ctx0" brushRef="#br0" timeOffset="69789.38">10199 10515 10424 0,'0'0'2365'0,"0"0"-1017"0,0 0-348 16,0 0 212-16,0 0 8 0,8 89-160 0,1-47-212 16,-2 5-184-16,1 7-104 0,-4 0-36 15,5 7-76-15,-6-1-67 16,-3 3-69-16,4-2-92 0,-4 2-76 0,0 0-72 16,-4-3-20-16,1-2-52 0,-2-7-72 15,1-10-12-15,0-5-36 0,4-15-16 16,0-5-128-16,0-9-113 0,0-4-135 0,4-3-304 15,5 0-260-15,-2-14-440 16,1-4-656-16,-4 3-1984 0,5-21-1889 16</inkml:trace>
  <inkml:trace contextRef="#ctx0" brushRef="#br0" timeOffset="70011.491">10263 10572 10348 0,'0'0'2197'15,"0"0"-641"-15,0 0-268 0,0 0 180 0,0 0-236 16,0 0-360-16,0 0-280 0,91-54-116 16,-74 54-36-16,-2 0-100 0,2 0-84 0,-2 0-144 15,-2 7-40-15,-2 2-12 0,-3 4 16 16,-4 6-28-16,-4 3-36 0,-4 8-12 16,-11 3 0-16,-2 9-196 0,-6 6-168 15,-5 0-28-15,0 2-36 0,-4-2-72 16,8-1-164-16,0-3-248 0,4-4-492 0,8-7-992 15,4-6-2773-15,5-5-2607 0</inkml:trace>
  <inkml:trace contextRef="#ctx0" brushRef="#br0" timeOffset="70259.253">10594 11237 7584 0,'0'0'4329'0,"0"0"-3497"15,0 0-80-15,0 0 720 0,0 0-224 0,0 0-348 16,80-11-392-16,-65 11-260 16,2 0-124-16,-2 0-24 0,2 4-28 15,-2 9 128-15,-2-1 340 0,-6 7 100 0,1 0-224 16,-4 3-60-16,0 0-176 0,-4 1-32 0,0-5-64 16,0 1-72-16,0-2-8 0,-4-8-4 15,4-2-352-15,-4-7-112 0,4 0-112 16,0-4-372-16,-4-8-828 0,4-1-1136 15,0-16-3493-15</inkml:trace>
  <inkml:trace contextRef="#ctx0" brushRef="#br0" timeOffset="70414.762">10693 10865 12105 0,'0'0'2056'0,"0"0"-1148"15,0 0 392-15,0 0 228 0,0 0-280 16,0 0-380-16,0 0-196 0,0 0-368 15,100 3-304-15,-72-3-36 0,0 0-292 16,3-3-492-16,1-4-496 0,-8 4-868 16,21-1-3040-16</inkml:trace>
  <inkml:trace contextRef="#ctx0" brushRef="#br0" timeOffset="70871.127">11630 10643 11177 0,'0'0'4072'0,"0"0"-2448"0,0 0-508 15,0 0 4-15,0 0-76 0,0 0-288 16,-95 60-256-16,67-35-160 0,0 4-63 16,0 6-45-16,-4 3-24 0,4 3 20 15,0 0-8-15,4 4 44 0,4-1-72 0,0 1-116 16,9-8-28-16,6-1 48 0,1-11-88 16,4-5-8-16,9-6-72 0,2-3 0 15,9-5 60-15,4-6-100 0,4 0 100 16,3-10-60-16,1-6-12 0,4-6-84 0,-4-3-28 15,-4-4-68-15,4 4-28 16,-8-4 0-16,-4 8-37 0,-5-2 25 0,-6 10 60 16,-1 0 52-16,-8 3 136 0,0 4 56 0,-8 3 108 15,-4-3 76-15,-4 3-148 16,-4-1-36-16,0 1-4 0,-4 3-108 0,4 0-8 16,4 0-16-16,4 3-228 0,1 1-112 15,2-4-148-15,5 0-364 16,-4 0-884-16,4 0-3184 0,1-7-2989 0</inkml:trace>
  <inkml:trace contextRef="#ctx0" brushRef="#br0" timeOffset="71058.914">11821 10483 5076 0,'0'0'8473'16,"0"0"-5529"-16,0 0-492 0,0 0-676 15,0 0-680-15,0 0-115 0,0 0-413 16,84 26-504-16,-61-26-64 0,5-9-244 0,0-4-204 16,4-3-292-16,-4-4-377 15,-4 1-743-15,-5 7-2212 0,2-9-3381 0</inkml:trace>
  <inkml:trace contextRef="#ctx0" brushRef="#br0" timeOffset="71222.374">12199 10153 4060 0,'0'0'8093'0,"0"0"-5509"0,0 0-544 0,0 0-48 16,0 0-384-16,-15 83-208 15,15-51-371-15,0 6-373 0,0 0-212 16,4 3-164-16,0 3-280 0,-1 1-60 16,-3-1-592-16,0 4-364 0,0-1-249 0,0-11-975 15,-7 11-3876-15</inkml:trace>
  <inkml:trace contextRef="#ctx0" brushRef="#br0" timeOffset="78814.96">1964 10626 2552 0,'0'0'9613'0,"0"0"-6761"0,0 0-868 16,0 0-376-16,0 0 124 0,0 0-151 0,0 0-465 16,0 0-464-16,-24 10-252 15,12 0-88-15,-12 6-84 0,0-2-20 0,-4 10-100 16,-4 4-68-16,-3 3-40 0,-9 4-48 16,4 3 40-16,4 1-52 0,-4 2 48 15,8 0-64-15,1-2 68 0,3 1-64 0,7 2 12 16,6-4-12-16,2 0-24 15,10 1-12-15,3-2 12 0,0 2-36 16,7-8 12-16,10-5-28 0,3-4-8 0,3-6-12 16,5-10-28-16,4-3 16 0,4-3 108 15,0-9 24-15,0-10 44 16,0 0-152-16,-4-7-112 0,-5 4-48 0,-6-4 112 16,-6 4 8-16,-3 3 63 0,-4 4 109 0,-8 1 24 15,0 5 169 1,0 4 15-16,-3-2 8 0,-10 0-32 0,-2 1-52 0,-6-1-36 15,1 1-72-15,-3-3-24 0,3 6-220 16,-1-4-32-16,2 4-29 16,7 3-267-16,-4 0-732 0,7 6-1136 0,2 1-1692 15,-5 12-1977-15</inkml:trace>
  <inkml:trace contextRef="#ctx0" brushRef="#br0" timeOffset="79185.36">2394 10912 6400 0,'0'0'4837'15,"0"0"-1861"-15,0 0-968 16,0 0-648-16,0 0 208 16,0 0-296-16,0 0-384 0,0 0-255 0,0 0-121 0,-80 95-128 0,76-59 64 15,4 2-36-15,0 0-72 0,0-4-100 16,8 2-88-16,1-7-152 0,2-1-120 15,5-3 12-15,-4-6-48 0,4-3-220 16,-4-7-96-16,4-2-72 0,0-7-136 16,3 0-245-16,-2-3-663 0,3-10-1144 15,-4 3-2196-15,-5-12-2289 0</inkml:trace>
  <inkml:trace contextRef="#ctx0" brushRef="#br0" timeOffset="79530.046">2582 11058 5320 0,'0'0'7665'0,"0"0"-5509"0,0 0-1008 15,0 0 444-15,0 0 8 0,0 0-536 0,0 0-452 16,0 0-356-16,0 0-172 0,0 0 60 16,35-34 4-16,-18 24-87 0,-2-3-61 15,1 1-57-15,0-1-15 0,0 6-40 16,-4 2-68-16,-1 0-28 0,2 5 12 0,-5 0 64 15,-1 7 132-15,-3 5 84 16,1-1 196-16,-1 4 36 0,0 1-108 16,-4 3-51-16,0 0-45 0,0 4-16 0,0 2-52 15,-4-3-44-15,0 3-8 0,4 0-64 16,0 1 24-16,0 0 36 16,0-1-40-16,0-2 48 0,4-1-4 0,0-7 0 15,4-2-88-15,-1-4-73 0,6-5-27 16,-2-1-12-16,6-3 100 0,2-3 0 15,1-10-200-15,4-6-116 0,0-7-324 0,0-2-384 16,-4-7-688-16,-5 10-1096 0,-2-17-3777 16</inkml:trace>
  <inkml:trace contextRef="#ctx0" brushRef="#br0" timeOffset="79696.705">2677 10709 5136 0,'0'0'1224'0,"0"0"4261"0,0 0-4101 0,0 0-216 16,0 0 292-16,0 0-392 0,0 0-696 15,0 0-372-15,99 13-532 0,-78-13-360 16,-2 0-964-16,1-7-3785 0</inkml:trace>
  <inkml:trace contextRef="#ctx0" brushRef="#br0" timeOffset="79928.245">3263 10807 5108 0,'0'0'5949'0,"0"0"-2981"0,0 0-800 0,0 0-188 16,0 0-380-16,63 74-564 16,-46-55-388-16,-2-7-211 0,2 7-97 0,-6-3-136 15,1 3-80-15,-4 4-52 0,-4 2-60 16,-4 0-12-16,-4 7-44 0,-8 3-272 15,-4 0-12-15,-4 2-25 0,0-1-71 16,-3-2-88-16,-1-1-12 0,0-5 72 16,-1-3-104-16,6-6-232 0,-5-6-612 15,8-3-1292-15,-4-8-4353 0</inkml:trace>
  <inkml:trace contextRef="#ctx0" brushRef="#br0" timeOffset="80959.878">3689 10982 796 0,'0'0'8384'0,"0"0"-5511"16,0 0-1109-16,0 0-624 0,0 0 172 15,0 0-116-15,0 0-304 0,0 0-216 16,0 0-196-16,0 0-164 0,96 0-120 0,-72 0-72 15,4 0-116-15,-5 0-8 16,1 0 0-16,0-4-112 0,-4 2-316 16,0-2-480-16,-4 4-340 0,-4-3-368 0,-5 3-1604 15,-7 0-4469-15</inkml:trace>
  <inkml:trace contextRef="#ctx0" brushRef="#br0" timeOffset="81110.609">3789 11160 692 0,'0'0'888'0,"0"0"8481"16,0 0-7149-16,0 0-1304 0,0 0 44 15,0 0 44-15,0 0-248 0,0 0-160 16,0 0-212-16,95 12-384 0,-71-15-320 0,4-2-340 16,0-6-308-16,0-1-696 15,-9-1-2269-15,13-6-2983 0</inkml:trace>
  <inkml:trace contextRef="#ctx0" brushRef="#br0" timeOffset="81643.631">4406 10922 11885 0,'0'0'2852'0,"0"0"-1336"0,0 0 76 0,0 0-76 15,0 0-256-15,0 0-520 0,0 0-412 0,0 0-119 16,0 0 19-16,0 0-224 0,0 3 52 15,12-10-8-15,-4 1 0 16,8-3-44-16,-9-1-4 0,6 4-8 0,-5 0-40 16,-1 1-12-16,2 3-48 0,-1-1-40 15,0 3-9-15,-1 0-15 16,2 3 88-16,-1 4 40 0,3 5 44 0,-2 1 8 16,3-1 40-16,-1 7-36 0,-2 3 72 0,2 1-12 15,-3-1-20-15,5 6-40 0,-6 5 36 16,1 2 0-16,0-1 25 15,-3 8 171-15,-1-4-112 0,-1 6-124 0,1-6 40 16,0 0-40-16,-4 0-4 0,0-2 4 16,4-7 40-16,-4 2-40 0,0-6 4 15,0 1 76-15,0-8 80 0,0 2-12 0,0-8-44 16,-4-3-28-16,0-2 0 16,0-3-12-16,-3-1-72 0,-6-3-36 15,2 0-120-15,-6-3-52 0,-2-3-128 0,-5-8-224 16,0-5-169-16,-4-6-139 15,-4-7-292-15,0-6-484 0,8 6-1240 16,-20-25-4973-16</inkml:trace>
  <inkml:trace contextRef="#ctx0" brushRef="#br0" timeOffset="81818.717">4363 10547 12085 0,'0'0'2624'0,"0"0"-1112"16,0 0-276-16,0 0-396 0,83-13-456 0,-59 10-384 16,8 0-272-16,-1-3-644 0,10-1-748 15,-14 1-1056-15,14-3-5429 0</inkml:trace>
  <inkml:trace contextRef="#ctx0" brushRef="#br0" timeOffset="82317.954">5203 11007 8308 0,'0'0'5705'0,"0"0"-3601"0,0 0-1124 16,0 0-212-16,0 0 344 0,92 0-156 15,-49 0-4-15,5 0-260 0,4-3-303 0,0-6-121 16,0 3-64-16,-5-5-92 0,1 2-52 15,1-1-60-15,-6 1 0 16,-4 0-52-16,6-4-72 0,-9 3-300 0,-8 1-341 16,-4 3-247-16,-13 3-236 0,-3 3-360 15,-8 0-912-15,0 0-1581 0,-12 9-1167 16</inkml:trace>
  <inkml:trace contextRef="#ctx0" brushRef="#br0" timeOffset="82490.092">5454 11153 5472 0,'0'0'4380'16,"0"0"-2663"-16,0 0-285 0,0 0 56 16,0 0 188-16,0 0-104 0,0 0-276 0,99 61-268 15,-63-57-196-15,5-4-248 0,-2 0-256 16,4-11-147-16,-2-1-89 0,-1-7-92 16,-5 0-172-16,6-7-193 0,-2 1-255 0,-3-3-124 15,0-4-840-15,-12 10-2144 0,-4-10-3941 16</inkml:trace>
  <inkml:trace contextRef="#ctx0" brushRef="#br0" timeOffset="82760.006">5661 10734 1620 0,'0'0'2076'0,"0"0"6181"15,0 0-5721-15,0 0-1088 0,0 0 4 16,0 0-128-16,92-3-316 0,-56 9-348 0,-1 4-184 15,10 2-28-15,-2 1 161 0,1 4-1 16,4 1-64-16,-5 1-220 0,-2 4-200 16,-5 2-112-16,-8 4 68 0,-4 2-80 0,-5 4-84 15,-11 3 0-15,-4 3-136 0,-4 4-116 16,-8 3 20-16,-8 0 96 16,-8 6-80-16,-8-1-29 0,4 1-39 0,-7-3-116 15,-1-1-52-15,0-1 20 0,0-8-24 16,4-4-308-16,0-1-812 0,9-11-1420 15,-5 1-3949-15</inkml:trace>
  <inkml:trace contextRef="#ctx0" brushRef="#br0" timeOffset="89125.558">2402 13516 6040 0,'0'0'1300'15,"0"0"-2524"-15,0 0 1224 0,-84 0-804 16,56-4 804-16,0 1 936 0,5-3-208 0,3 0 104 16,4-1 348-16,0 1 152 0,8-1 97 15,-1 5-273-15,2-5-164 0,3 4 148 16,0 3 28-16,4-3-192 0,0 3-204 16,0 0-304-16,0 0-220 0,0-4-176 15,0 4-72-15,0 0-172 0,0 0-52 16,0 0 76-16,8 0-60 0,4 0 84 0,8 0 124 15,0 0 136-15,12 0 0 0,3 0-132 16,1 0 84-16,5 0-40 0,-2 0 16 16,5 0-64-16,0 0-8 0,7 0-40 15,1-3 40-15,4-3-40 0,0 0-16 16,4-4-8-16,8 0 12 16,-5-5 60-16,9 2 64 0,4-3 8 0,-1 3-72 15,9-2-4-15,-5-2 4 0,5 5 12 0,4-1-4 16,0 1 180-16,-1 2-92 0,1 4-96 15,-1 0-60-15,1-1-40 0,4 1 92 16,-5 2-104-16,1 1 28 16,0 0 20-16,4-3 4 0,-5 3-76 15,0 0 72-15,5-4-8 0,-4 4 60 0,0 0 0 16,-1-1 8-16,-3 2 4 0,4-3 0 0,-5 3-12 16,1-1-36-16,4 0 40 15,-4-1 8-15,3-2 0 0,-3 3 4 16,3-1 0-16,1 2-4 0,4-4-48 0,0-1-116 15,-1-3-60-15,5 4 128 0,-5-3 44 16,1-1 40-16,0-3-64 16,-1 4 68-16,1-4 8 0,0 0 40 0,-1 1-28 15,1 2 60-15,0 1-72 0,3 2 4 16,-3-2-8-16,3 3 4 0,5 2-8 16,-9-2 4-16,5-1-4 0,-4 0 8 0,-1 2-88 15,1-2 80-15,0 1 0 16,-1-1 0-16,1 2 8 0,0-2 8 0,-5-3 4 0,5 5 40 15,-4-6-40-15,4 5 52 16,-6 0-52-16,2-3 36 0,-4 5-36 16,-4-2-12-16,3 3-8 0,-7-4-52 0,3 4 60 15,2-3 0-15,-2 0-12 0,-3-1 0 16,-1-2 4-16,1 3 0 16,-4-7 4-16,4 3 4 0,-1 1 0 0,-3-4 0 15,0 4 0-15,-1-4 0 0,1 0 4 16,0 1 4-16,-4 1-8 0,-5 3 0 15,5-3 8-15,-8 5-4 0,3 0 4 0,-3-1 4 16,-4 1-4-16,4 3 4 16,-4-3 0-16,-5 2 88 0,5-2-28 15,-4 3 40-15,0-3 36 0,3-1-36 16,-3 1-12-16,1 0-48 0,-2-1 32 0,1 1-8 16,-4-4 48-16,-5 4 24 0,2 0-12 15,-6 3-12-15,1-4 20 0,-4 4-140 16,-1 0 4-16,2 0 64 0,-9 3 4 15,-1-4 68-15,1 4-68 0,-8-2-8 0,1 2-68 16,-6-5 0-16,1 5 12 0,0-2-8 16,-4 2 0-16,0-3 4 15,-4 0 44-15,-1-1-4 0,2 4-40 0,-1-2 0 16,-4 2 4-16,0 0 0 0,-4-5-4 16,0 5-8-16,0 0-140 0,0 0-448 15,0-2-264-15,-4-2-308 0,-4-1-600 16,4-2-2225-16,-5-6-3895 0</inkml:trace>
  <inkml:trace contextRef="#ctx0" brushRef="#br0" timeOffset="89849.959">13881 10559 92 0,'0'0'1276'16,"0"0"-100"-16,0 0-640 0,0 0 3988 0,0 0-2732 15,-92 48-75-15,72-37-409 0,0-3 44 16,8-2-60-16,1-2-132 0,2 3-284 16,1-4-292-16,4 0-128 0,1-3-12 15,-1 2 124-15,4-2-56 0,0 0-132 16,4 0-12-16,3 7-184 0,10-3 120 0,2 5-60 16,5-4-52-16,12 6-56 0,4-5-28 15,4-3-36-15,8 1 16 0,3-4-4 16,10 0-11-16,-7-7-1 0,7 1-60 15,-1-5-12-15,-4 0-4 0,-2 1-92 16,2-2 92-16,-4 1-8 0,-8-1-109 0,-4-1-355 16,-4 5-120-16,-8-3 48 15,-9 5-40-15,-6 0-40 0,-6 6-208 16,-7-4-320-16,-4 4-300 0,-4 0-316 0,-11 4-944 16,-5-2-2093-16,-1 2-315 0,-10 2 4632 15</inkml:trace>
  <inkml:trace contextRef="#ctx0" brushRef="#br0" timeOffset="90049.431">13956 10843 600 0,'0'0'10252'15,"0"0"-8415"-15,0 0-625 0,0 0-516 16,-75 40 112-16,71-40 264 16,4 0-276-16,8 0-288 0,11 0-12 0,5 4-4 15,17-1-124-15,6-3-132 0,5 0-76 16,8 0-160-16,0 0-8 0,-9 0-4 0,1-3-100 15,-4-1 0-15,-4 2-32 16,-1-3-400-16,-6 0-36 0,-5-1-760 16,-4-4-384-16,-13 4-2797 0,-3-4-3227 0</inkml:trace>
  <inkml:trace contextRef="#ctx0" brushRef="#br0" timeOffset="90446.504">13917 10443 2516 0,'0'0'1984'0,"0"0"2788"0,0 0-3956 0,0 0-596 0,0 0 501 16,-76 82 423-16,52-60-56 15,-4 0-288-15,0 3-252 0,0 1-156 0,-7 3-4 16,-1 5-112-16,-1 1-164 0,-2 6-112 16,-1 1-76-16,-4 6-64 15,4 3 16-15,5-7 36 0,3 4 88 0,8-8 168 16,8-4 56-16,4-4 4 0,8-7 100 16,4-6 108-16,0 1 164 0,8-6 56 0,4 0-176 15,7-2-232-15,6 2-16 16,3-2 16-16,7 4-28 0,10 0 76 0,6-4 340 15,1 1-200-15,0 0-252 0,4-7-48 16,-1 0-16-16,-3-6-72 0,0 0-48 16,-1-3-60-16,1-6-48 0,-3-8-356 15,-2-4-528-15,1-4-396 0,-4-5-576 16,-13 5-2496-16,9-16-5081 0</inkml:trace>
  <inkml:trace contextRef="#ctx0" brushRef="#br0" timeOffset="90745.088">14534 10455 1840 0,'0'0'7768'16,"0"0"-5495"-16,0 0-77 0,0 0-644 16,0 0-184-16,88 26-288 0,-64-14-340 0,-1 4-176 15,2 0-172-15,3 6 72 0,3 0 172 16,5 3-272-16,-4 5-204 0,0-3-96 15,-4-2-64-15,0 5-124 0,-8-5-8 0,-1 1 48 16,-2-1-16-16,-6 0 52 16,-2 0-36-16,-9 5-124 0,0-2 60 15,-13 0-32-15,-6 4 8 0,-9 0-24 0,0 4 48 16,-4-3-36-16,-3 3 88 16,-2-4-88-16,-3 2-124 0,1-5-172 0,-2 0-284 15,2-1-80-15,3-5-276 0,8-7-900 16,-4 2-3049-16</inkml:trace>
  <inkml:trace contextRef="#ctx0" brushRef="#br0" timeOffset="95927.982">16367 10064 444 0,'0'0'4672'0,"0"0"1217"0,0 0-3669 16,0 0-496-16,0 0-340 16,0 0-164-16,0 0-192 0,0 0-476 0,0 0-220 15,0 0 48-15,20 54 244 0,-9-13 36 0,2 7-248 16,2 7-47-16,6 5 243 0,-1 3-64 16,-1 7-280-16,2 3-68 15,-1 6-64-15,-9-3-40 0,1 0-92 0,0-3-60 16,4-12 52-16,0-10-40 0,0-10 44 15,8-8-56-15,-4-12-12 16,8-9 0-16,-5-1 56 0,5-8-56 0,0-3 72 16,0-14 56-16,0 0-56 0,4-12 0 15,0-7 0-15,0-4-108 0,-4-4 60 16,4-8-24-16,-8 2 60 0,0 0-72 16,-9-4 12-16,2 0-52 0,-6-5 4 15,-7-2-96-15,0 0 8 0,-4-1-120 16,0 1 35-16,-8 4-83 0,4 6 84 15,-3 4-12-15,-2 12 96 0,1 7-12 0,4 9 76 16,1 6-64-16,-5 7-12 0,-1 3-372 16,1 3-724-16,-7 7-632 0,-5 2-1092 15,3-2-3009-15</inkml:trace>
  <inkml:trace contextRef="#ctx0" brushRef="#br0" timeOffset="96148.08">16527 10582 8112 0,'0'0'1968'16,"0"0"529"-16,0 0-1197 0,0 0 52 0,0 0 220 15,0 0-84-15,0 0-428 0,95-19-68 16,-59 13-408-16,4-1-256 0,-1 1-120 16,-2 3-124-16,-5-4-84 0,-1 7-100 15,-3-3-36-15,0 0-32 0,-4 3-40 16,4-3-292-16,-8 3-244 0,8 0-352 15,-4 0-736-15,-1 0-1300 0,-3 0-3121 0,8-3-971 16</inkml:trace>
  <inkml:trace contextRef="#ctx0" brushRef="#br0" timeOffset="101861.778">17953 10576 2364 0,'0'0'1880'0,"0"0"2332"16,0 0-1495-16,0 0-513 0,0 0-872 15,0 0-436-15,0 0 172 0,0 0-296 16,0 0-240-16,0 0-112 0,-92-51-88 16,81 51 36-16,-6 0 0 0,6 6-36 15,-2 10-40-15,-2 6-32 0,2 8 20 0,2 3 12 16,3 6 0-16,-1-4-72 0,1 3-208 16,1-6-12-16,7-7-8 15,-4-8-40-15,4-5-52 0,0-3-32 0,4-5-64 16,3-1 12-16,6-3-8 0,-1 0-4 15,8-7 12-15,-5-6 12 0,9-6-60 0,-3-3 24 16,2 1-112-16,-7-6 148 0,3 2-60 16,-6 3 184-16,-1 3-4 15,-4-1-44-15,-4 5 96 0,0 8 56 0,-4 2 80 16,4 1 12-16,-4 2-36 0,0 2-112 16,0 0-220-16,0 6 36 15,4 6 184-15,0 3 172 0,-1 5 124 0,1 5-52 16,5 1 100-16,-1 2-40 0,-4 4-20 15,-1 0-40-15,1 0-64 0,0-2 28 16,-4 3-48-16,0 2 20 0,0-3-44 0,0 3-124 16,-4 0 48-16,0 0-56 15,-3-4 0-15,-5 1-4 0,3-7-8 16,2 1 8-16,-1-3 0 0,0-9 0 0,-4 2 12 16,4-2 48-16,-5-2-12 15,6-3-48-15,-9 1-132 0,4-3 48 16,0-1-28-16,-4-3-32 0,-3 3 8 0,2-2-56 15,-2-4 44-15,-1 3 40 0,3-3 32 16,2 0 76-16,-6-7 12 0,6 1-12 0,2 0 0 16,2-1 4-16,-1-2 84 15,4 3-76-15,4-1 60 0,0 1-72 16,4-4 0-16,0 3-12 0,0 2 12 0,0-4 72 16,0 2-72-16,4-3-60 0,0 1 60 15,-1-1 88-15,6-2-36 0,3 1-48 16,-5 2 68-16,6 0 12 0,-5-1 28 15,3 4-4-15,2-1-36 0,-5 1 4 0,-1 3-64 16,6 0 72-16,-5 0-36 16,-1 3-4-16,2-3-44 0,-1 3-72 0,-1 0-76 15,1 0 16-15,1 0-52 0,-1 0-72 16,-5 0-328-16,5 0-272 0,0 0-144 16,0 0-312-16,0 0-936 0,0 0-2321 0,-4 0-3011 15</inkml:trace>
  <inkml:trace contextRef="#ctx0" brushRef="#br0" timeOffset="102995.391">18619 10566 508 0,'0'0'796'0,"0"0"-588"16,0 0-88-16,0 0 164 15,0 0-72-15,0 0 1936 0,0 0 1092 0,0 0-1448 16,0 0-552-16,0 0 73 0,-9-70-197 0,9 61-160 15,-8 3 284-15,4-1-336 16,1 1-340-16,-5 3-152 0,-5-4 148 0,6 4 120 16,-6-1-200-16,1 2-84 0,5 2-128 0,-10 0-156 15,2 0-104-15,-2 6-8 16,2 4 4-16,-5 1-4 0,4 9 8 16,0 2 52-16,-4 7-60 0,0 0 8 0,4 6 44 15,-3 0 20-15,6 2-72 0,-2 2-72 16,6-2-16-16,-3 3 76 15,9-3-60-15,3-2 8 0,0-6 60 0,0-4 4 16,7-6 76-16,6-4 96 0,-2-2-64 16,1-7 200-16,4 1-16 15,5-3-148-15,-2-1-32 0,1-3-4 0,-1 0 4 16,2-7-112-16,-1-2-36 0,-1-3-148 16,-2-2-144-16,-2-2-212 0,-2 0-172 15,-6 1-188-15,-3-5-316 0,0 2-804 0,-4-1-2201 16,-4 3-2715-16,-15-3 4636 0</inkml:trace>
  <inkml:trace contextRef="#ctx0" brushRef="#br0" timeOffset="103173.64">18359 10789 1800 0,'0'0'680'0,"0"0"5000"16,0 0-4152-16,0 0-484 0,0 0-179 16,0 0 315-16,0 0-48 0,0 0-296 15,0 0-256-15,0 0-140 0,0 0 156 16,84-13-48-16,-56 6-136 0,4 2-180 15,0-2-156-15,-4-3-76 0,4 4-100 16,3-4-96-16,-7 4-316 0,8-1-544 0,-4-2-380 16,-4 3-1144-16,-4-1-3465 15,4-6 1097-15</inkml:trace>
  <inkml:trace contextRef="#ctx0" brushRef="#br0" timeOffset="103956.617">19168 10199 5796 0,'0'0'4028'0,"0"0"-2207"16,0 0-349-16,0 0-304 0,0 0-180 16,0 0-96-16,-4 69-104 0,4-31 44 15,0 9-112-15,4 11-8 0,0 2-24 0,-4 3-44 16,4-3-80-16,-4 8-140 0,0-2-132 15,-8 0-219-15,0 2-65 0,-4-5-8 16,4-10 0-16,0-7 0 0,4-12-73 16,4-11-23-16,0-4-28 0,0-7 16 0,4-5-112 15,-4-4-328-15,4-3-256 16,0 0-216-16,4-3-324 0,-4-4-784 0,4-2-2064 16,0-13-2437-16</inkml:trace>
  <inkml:trace contextRef="#ctx0" brushRef="#br0" timeOffset="104225.241">19216 10300 4960 0,'0'0'468'0,"0"0"4996"16,0 0-3971-16,0 0 111 0,75-26 116 0,-51 23-292 0,0 0-448 15,4-1-328-15,-4 4-172 16,0 0-184-16,0 0-124 0,-8 4-116 15,0 4-56-15,0 6 0 0,-8 2 0 0,-1 3 12 16,-3 6 136-16,-4 7-148 16,-4 4-12-16,-7 1 4 0,-13 8-164 15,0 2-48-15,-4 0-88 0,-4 2-96 0,0-2-252 16,4-6-136-16,-4-3-180 16,9-3-640-16,7-9-1384 0,-5 2-3521 0</inkml:trace>
  <inkml:trace contextRef="#ctx0" brushRef="#br0" timeOffset="104523.417">19674 11032 3392 0,'0'0'10057'16,"0"0"-8929"-16,0 0-572 0,0 0 48 15,0 0 88-15,0 0-128 0,88-12-228 16,-73 6-200-16,2-1-52 0,-2 4-32 15,-2 0-40-15,-5 3-12 0,-1 0 0 16,-3 6 248-16,0 5 248 0,-4 3 132 16,0 5-124-16,0 1-212 0,-4 2-120 15,0-3-28-15,4-3-32 0,0-3-40 0,0-4-64 16,13-2 68-16,-5-4 132 0,7-3-52 16,1 0-56-16,4-10-16 0,0-3-84 15,-4-2-212-15,4-4-484 0,0-1-372 16,-9-1-424-16,2-2-640 15,-9 8-2981-15,-4-10-4403 0</inkml:trace>
  <inkml:trace contextRef="#ctx0" brushRef="#br0" timeOffset="104662.234">19781 10693 5564 0,'0'0'6541'0,"0"0"-3689"15,0 0-1480-15,0 0-620 0,0 0 224 0,0 0 256 16,88-35-252-16,-56 26-492 0,0-1-348 0,3 0-140 15,2 1-148-15,-1 0-292 0,0 2-672 16,-5-3-504-16,-3 8-2408 0,0-5-3901 16</inkml:trace>
  <inkml:trace contextRef="#ctx0" brushRef="#br0" timeOffset="105398.253">20861 11032 8944 0,'0'0'5277'0,"0"0"-4217"16,0 0-432-16,0 0-60 16,0 0 192-16,0 0 96 0,0 0-192 0,0 0-344 15,-19 80-244-15,10-64-76 0,-3 0-16 0,5 0-116 16,-6 0-212-16,2-3-400 15,3 2-212-15,-5 1-196 0,2-6-756 0,3-1-2829 16,-5 0-3219-16</inkml:trace>
  <inkml:trace contextRef="#ctx0" brushRef="#br0" timeOffset="106040.145">23209 10369 4500 0,'0'0'8233'0,"0"0"-6769"0,0 0-680 0,0 0-76 16,0 0 556-16,0 0-280 0,0 0-392 16,0 0-176-16,0 0-60 0,-97-10-96 0,70 23-16 15,-5 7 48-15,-1 1-8 0,-6 5-40 16,3 3 24-16,-3 3-24 0,3 5 24 16,-1 4-148-16,5 5 36 0,4-5-100 15,5 3-56-15,3-3-88 0,12-6-32 16,4-6-12-16,4-7-52 0,8-7 100 15,8-8-76-15,4 0 0 0,8-7-20 0,4 0 132 16,-1-7-28-16,1-2-120 0,-4-4 16 16,0 1-4-16,-7-1-36 15,-2 1-100-15,1-2-84 0,-5 1-76 0,-2 0 72 16,-1 1 72-16,-5 2 64 0,2 1 148 16,-9 3 124-16,0-1 172 15,0 1 204-15,0 0-44 0,-9-1-160 0,-2 1 0 16,-1-1 40-16,-4 5-212 0,0-3-12 0,4 3-148 15,-4 2 8-15,4 2-488 16,0 3 68-16,5 4-312 0,-2-3-1120 0,9 1-2301 16,-4 2-3127-16</inkml:trace>
  <inkml:trace contextRef="#ctx0" brushRef="#br0" timeOffset="106677.513">23826 10585 3816 0,'0'0'8349'16,"0"0"-7301"-16,0 0-308 0,0 0 208 15,0 0 224-15,-92 33-232 0,68-8-84 16,-4 6-28-16,4 4-200 0,0 3-52 16,5-3-40-16,6-6-184 0,2-4-224 0,7-10-120 15,4-1-4-15,0-11-4 0,4-3-220 16,7 0 220-16,6-3 0 0,3-4 0 15,-1-8-132-15,5-2-152 0,-3-2-32 16,-2 1 72-16,-3-5 60 0,0 4 72 16,-4 3-60-16,0 3-60 0,-1 1 120 15,-2 2 52-15,-1 4 56 0,-4 3-72 16,3-1-56-16,-7 4-56 0,9 4 188 16,-5 5 88-16,4 7 208 0,-1 3-176 0,2 9-56 15,-1 5-64-15,-1 5 72 0,-3 6-20 16,4 0 132-16,-3 7 48 0,-1 4 60 15,0-1-120-15,-4-1-84 0,0 1-40 16,0-7-40-16,0 2 40 0,0-5 0 16,-4-5 112-16,0-8-40 0,-5-3-8 0,5-3-4 15,-3-5-20-15,-1-4 44 16,-5-7 16-16,2-2-52 0,-6-1 52 0,2-6-16 16,-5 0 48-16,0-3-56 0,-8-7-27 15,4-5-13-15,-8-1-80 16,1-7-4-16,-1 2 0 0,4-5-144 0,4 0-221 15,-1-3-159-15,2 1-160 0,7 0 24 16,4 2-112-16,4-3-140 0,8 7-220 16,5 0-288-16,10 0-824 0,-3 3-1961 0,15-10-2431 15</inkml:trace>
  <inkml:trace contextRef="#ctx0" brushRef="#br0" timeOffset="107109.845">24941 10300 9336 0,'0'0'4677'0,"0"0"-4109"0,0 0-452 16,0 0 300-16,0 0 732 0,0 0-152 15,-91 34 168-15,59-2-192 0,-8 3-312 16,0 7-96-16,0 2 228 0,1 6-27 15,-2-2-233-15,2 3-144 0,3-4-88 16,0-2-116-16,8-4-88 0,4-6-92 0,9-7 4 16,6-5-8-16,5-7-8 15,4-4 0-15,4-2-124 0,12-3-40 16,0-1-8-16,8-6-12 0,8 0-88 0,4 0-132 16,-1-13-73-16,6 1 33 0,-2-4-8 15,-7 2 44-15,0-5 52 0,-8 7-16 16,-8-1 72-16,-4 5 136 0,-4-2 76 0,-4 3 96 15,-4 1 256-15,-4-1 160 16,-4 4-184-16,0 1 76 0,-8-5 20 0,1 3 88 16,-2-2-284-16,-3 3-132 0,1-4 4 15,-2 7-8-15,6-3-100 0,-5 3-240 16,3 0-140-16,2 0-240 0,-2 0-112 16,2 0-672-16,2 0-928 0,6 3-2701 0,-1 1-4519 15</inkml:trace>
  <inkml:trace contextRef="#ctx0" brushRef="#br0" timeOffset="107504.561">25121 10281 236 0,'0'0'884'0,"0"0"9141"0,0 0-7793 15,0 0-672-15,0 0 264 0,0 0-40 0,0 0-544 16,0 0-408-16,0 0-296 16,0 0-88-16,83 28 41 0,-51-28-89 0,4-6-208 15,0-4-192-15,0-7-292 0,3-1-240 16,-3-1-417-16,-4 0-287 0,0-2-868 15,-12 4-2632-15,-4-6-4441 0</inkml:trace>
  <inkml:trace contextRef="#ctx0" brushRef="#br0" timeOffset="107694.355">25491 9959 2480 0,'0'0'10209'0,"0"0"-8237"0,0 0-976 0,0 0 596 16,0 0-84-16,-28 92-144 0,28-62-316 15,0 1-500-15,0 4-343 0,4-3-133 16,0 2-72-16,4-1-253 0,-4 4-391 16,1 2-124-16,-2-2-28 0,1-2-472 15,0-5-1452-15,0 4-4169 0</inkml:trace>
  <inkml:trace contextRef="#ctx0" brushRef="#br0" timeOffset="108289.142">26180 10372 4900 0,'0'0'1300'0,"0"0"3168"0,0 0-3063 0,0 0-65 16,0 0-120-16,0 0-224 15,0 0-116-15,0 0-168 0,0 0-56 0,-84 52-76 16,65-27-24-16,-1 7 8 0,0 2 196 0,0 8-44 16,4 0-240-16,0 2-220 15,4-4-123-15,4-1-85 0,0-2 40 16,8-4-88-16,0-7-80 0,8-1-149 0,5-3-15 15,6-6-72-15,1-4-148 16,8 1-84-16,4-7-212 0,4-3-484 0,-12-3-1036 16,19 0-3813-16</inkml:trace>
  <inkml:trace contextRef="#ctx0" brushRef="#br0" timeOffset="109311.388">26635 10744 1564 0,'0'0'9373'0,"0"0"-7513"0,0 0-648 16,0 0-100-16,0 0 124 0,0 0-104 15,0 0-512-15,0 0-400 0,0 0-160 16,75-68-60-16,-51 47-12 0,0-2-88 0,0 4 0 15,-4 5 16-15,-4-3 8 16,0 7 28 0,-4 4 40-16,0-1-4 0,-8 5 0 0,-1-2 12 0,-3 4 4 15,0 0 168-15,0 0-12 0,4 0-36 16,-4 4 0-16,0 2 48 0,5 7 208 0,-1 3-184 16,0 5-132-16,0 2-56 0,-4 6 28 15,3 2-36-15,-3 1-12 0,4-1 8 0,-4 4 4 16,4 1 208-16,-4-1 60 0,0 0-36 15,0-1 16-15,0 4 80 0,0 1 0 16,0 1-60-16,0 2 0 0,-4-1-76 16,0 1-92-16,1 0-39 0,-5-2-61 15,-1-2 0-15,5 0 8 0,-3 0 52 16,-1-2-12-16,4-7 64 0,-5-1 44 0,6-3 0 16,-1-9 16-16,0-3 68 15,0-1 256-15,0-6-312 0,4-2-112 0,-4-1-24 16,4-3-48-16,-4 0-48 0,-8 0-184 15,4-7-228-15,-3-5-12 0,-2-1 24 16,1-3-37-16,-4-6-51 0,1-4-24 0,2-2 32 16,-2-7-36-16,2 0-396 15,-2-6-588-15,2-3-960 0,5 9-1333 0,-7-23-1599 16</inkml:trace>
  <inkml:trace contextRef="#ctx0" brushRef="#br0" timeOffset="109524.605">26786 10350 4668 0,'0'0'7993'0,"0"0"-5997"0,0 0-156 16,0 0 120-16,83-16-400 0,-59 13-536 0,0-3-572 15,4 3-440-15,-3-1-12 16,-2 4-244-16,1-6-364 0,-4 6-480 15,0-3-536-15,-4 0-2124 0,0 0-3089 16</inkml:trace>
  <inkml:trace contextRef="#ctx0" brushRef="#br0" timeOffset="109925.245">27324 10334 7704 0,'0'0'2744'0,"0"0"-1199"0,0 0-1109 16,0 0-128-16,0 0 432 0,0 0 440 16,0 0-144-16,72 77-420 0,-64-64-240 15,3-5 24-15,-7 3 208 0,5 1 220 0,-1-2-176 16,-5 1-40-16,1 0 60 0,0 2-64 15,0 2-144-15,0 1-135 0,5 0-37 16,-6 3-40-16,1 3-20 16,0-3-40-16,4 3-8 0,-3 4-4 0,-1-5 24 15,-1 6-32-15,1 1-4 0,-4-2 24 16,0 2-32-16,0 1-4 0,0-4-60 0,-4 1-24 16,-3-4-24-16,-2-3-48 15,1 0 4-15,1 0 4 0,-6-4-8 16,1 2-12-16,-4-8-96 0,1 5-132 15,3-9-100-15,-4 2 4 0,0-4-64 16,8-3-168-16,-4 0-161 0,4 0-307 0,3-13-676 16,2 1-1056-16,3-1-2533 0,0-10-3267 15</inkml:trace>
  <inkml:trace contextRef="#ctx0" brushRef="#br0" timeOffset="115081.658">2422 12539 4484 0,'0'0'8593'16,"0"0"-6929"-16,0 0-1072 15,0 0 40-15,0 0 332 16,0 0-8-16,0 0-324 0,0 0-388 0,23-68-168 0,-14 55 72 16,-1 7-16-16,0 3-68 0,-5 0-16 15,6 3 12-15,-5 0 44 0,0 6-100 0,0 4-4 16,3 6 72-16,-7-1 40 0,4 7-72 16,-4 4-32-16,4-1 60 0,-4 0-8 15,0 0-52-15,0 2 64 0,0 1-68 0,0-2-4 16,0-1 0-16,0-6 64 15,5 0-16-15,-1-3 0 0,0-3 48 0,3-7-96 16,-3 1-36-16,5-7 12 0,-1 0 24 16,3 0 244-16,-3-7-84 0,5-5-160 15,-2-7-12-15,5-6-696 0,-8-5-508 16,4-5-872-16,-4 10-2080 0,-4-10-3285 0</inkml:trace>
  <inkml:trace contextRef="#ctx0" brushRef="#br0" timeOffset="115258.322">2482 12268 11189 0,'0'0'2244'0,"0"0"-1180"0,0 0 172 0,0 0 132 16,0 0-404-16,0 0-628 0,0 0-184 0,0 0-152 15,83-25-64-15,-59 15-192 16,0 4-352-16,4 2-448 0,-4-3-696 0,0 5-1496 15,0-1-4749-15</inkml:trace>
  <inkml:trace contextRef="#ctx0" brushRef="#br0" timeOffset="115460.406">3040 12462 7960 0,'0'0'6421'16,"0"0"-5477"-16,0 0-652 0,0 0-28 15,0 0 440-15,91-6-256 0,-75-1-448 16,0 1-472-16,0-1-1076 0,-4 1-1340 16,4-3-5069-16</inkml:trace>
  <inkml:trace contextRef="#ctx0" brushRef="#br0" timeOffset="115625.496">3051 12627 2660 0,'0'0'10549'0,"0"0"-8345"0,0 0-1536 16,0 0 348-16,0 0 396 0,0 0-392 0,0 0-716 16,0 0-180-16,0 0-124 0,84-23-24 15,-56 16-480-15,0-1-540 0,0 2-420 16,-8-5-848-16,11 5-3289 0</inkml:trace>
  <inkml:trace contextRef="#ctx0" brushRef="#br0" timeOffset="116307.478">3880 12208 13565 0,'0'0'2668'0,"0"0"-1780"15,0 0-468-15,0 0 424 16,0 0 432-16,0 0-588 0,0 0-396 0,0 0-208 16,0 0-36-16,-84 79 40 0,65-54 68 0,3 4-80 0,-5-1 20 15,2 5 24-15,3 1-20 0,-4 1-16 16,4-3-36-16,8-1 60 0,0-5 64 16,5 0-3-16,3-8 343 0,0 1-284 0,3-6-156 15,5 3-12-15,0-6 16 0,4-1-76 16,4 1-76-16,0-7-68 15,0 0 12-15,4-3-76 0,-1 0-44 0,2-9-125 16,3-1 37-16,-5-2 60 0,1-1-24 16,-3-3 8-16,-2 3 76 15,-7 1 12-15,4 1 124 0,-8 3 44 0,0 1 40 16,0 3 96-16,-4 1 64 0,0 3 12 0,-4-3-40 16,-4 3-80-16,-4-2-44 15,0-2 76-15,-4 4-12 0,0-3-72 0,-4 3-8 16,5 0-76-16,-2 0-40 0,-2 3-8 15,6 1 32-15,2-2-20 0,3 1-112 16,-1 0-148-16,6-3-380 0,-1 0-440 16,4 0-500-16,0-6-740 0,0 0-1909 0,11-15 1153 15</inkml:trace>
  <inkml:trace contextRef="#ctx0" brushRef="#br0" timeOffset="116549.108">4000 12195 9700 0,'0'0'2601'0,"0"0"-1437"0,0 0-36 0,0 0 752 15,0 0-20-15,0 0-444 0,0 0-572 16,0 0-372-16,0 0-192 15,0 0-108-15,79 16-88 0,-59-25-84 0,1-4-248 0,3-7-348 16,-1-5-516-16,-3-4-500 16,4 1-924-16,-8 6-3429 0,0-13-3071 15</inkml:trace>
  <inkml:trace contextRef="#ctx0" brushRef="#br0" timeOffset="116729.33">4243 11868 10364 0,'0'0'1993'0,"0"0"-1581"0,0 0 60 16,0 0 1076-16,0 0 104 0,-9 69-448 16,9-46-448-16,5 6-228 0,-1-4-24 15,0 0-112-15,0 4-280 0,0-7-112 16,-1 3-160-16,1-1-232 0,5-3-332 16,-1-2-416-16,-1-1-560 15,1-1-1380-15,5-1-5337 0</inkml:trace>
  <inkml:trace contextRef="#ctx0" brushRef="#br0" timeOffset="117365.591">4896 12300 11837 0,'0'0'1980'0,"0"0"-1320"16,0 0-204-16,0 0 940 0,0 0 296 0,0 0-472 15,0 0-544-15,0 0-372 0,0 0-120 16,0 0 96-16,-63 72 36 0,55-36 172 0,-1 2 169 16,5 0-257-16,0 3-148 15,1-6-80-15,3 0-52 0,0-3-72 0,-4-7-48 16,4-3-60-16,0-3 48 0,4-9-108 16,-1-4-220-16,5-6-256 15,5 0-133-15,2-6-343 0,2-7-596 0,-6 1-1436 16,9-10-3561-16</inkml:trace>
  <inkml:trace contextRef="#ctx0" brushRef="#br0" timeOffset="117732.458">5048 12515 12389 0,'0'0'2264'0,"0"0"-1656"0,0 0 424 0,0 0 572 0,0 0-248 15,0 0-436-15,0 0-516 16,0 0-188-16,0 0-68 0,0 0-148 0,79-57-36 15,-63 48-124-15,1 3-60 0,-2 2 28 16,5 4-68-16,-4 4 64 0,-4 9 160 16,4 2 36-16,0 4 124 0,-4 6 72 0,-1 4 144 15,2-1-180-15,-5 4 24 0,-5 0-16 16,5 3-8-16,-3-3-4 16,-1 4 40-16,0-3-40 0,0 9-32 0,-4-4 57 15,0 0-9-15,0 0 228 0,0 0-36 16,0-2-208-16,0-5-12 15,0-2-60-15,0-7-12 0,0 0 16 0,0-6-40 16,-4-4-40-16,4 1 0 0,-4-7 40 16,0 1 0-16,-1-1 24 0,1-3-72 0,-3-3-44 15,-5 0-124-15,-1 0-112 0,-2 0-108 16,-1-9-144-16,-4-7-281 16,0-3-103-16,0-9-172 0,1-4-400 0,-6-3-660 15,13 3-1960-15,-11-22-3473 0</inkml:trace>
  <inkml:trace contextRef="#ctx0" brushRef="#br0" timeOffset="117892.2">5175 12243 6216 0,'0'0'8373'16,"0"0"-5869"-16,0 0-1168 15,0 0-328-15,0 0 240 0,0 0-504 0,0 0-440 16,0 0-304-16,88-6-232 0,-68-8-692 15,3 5-584-15,-2-3-1156 16,3-1-4757-16</inkml:trace>
  <inkml:trace contextRef="#ctx0" brushRef="#br0" timeOffset="118092.195">5689 12309 9336 0,'0'0'6209'0,"0"0"-4777"0,0 0-452 15,0 0 228-15,0 0-216 0,88 32-336 16,-72-23-228-16,0 5-196 0,-1 1-124 16,-2 3-24-16,-5 1 4 0,-1 1-84 15,-7 2-4-15,0 4-148 0,0 2-132 16,-7 4-232-16,-10 0-256 0,2 3-16 16,-5 0-76-16,-8 3-440 0,8-10-1292 0,-24 20-4489 15</inkml:trace>
  <inkml:trace contextRef="#ctx0" brushRef="#br0" timeOffset="126889.466">22595 12722 9700 0,'0'0'2257'0,"0"0"507"16,0 0-1368-16,0 0-68 15,0 0-80-15,0 0-156 0,0 0-284 16,0 0-296-16,0 0-172 0,92-32-148 0,-69 26-20 16,-3 0-172-16,0-1-100 0,-4 4-84 15,0-3-328-15,-4 2-304 16,0 2-104-16,-4-2-100 0,-4 4-596 0,-4 0-1400 15,0 4-4605-15</inkml:trace>
  <inkml:trace contextRef="#ctx0" brushRef="#br0" timeOffset="127059.85">22511 12884 11461 0,'0'0'1908'0,"0"0"-716"16,0 0-496-16,0 0 488 0,0 0-16 0,80 35-412 15,-48-32-352-15,7-3-316 0,1 0-88 16,0-6-208-16,4-4-436 0,-1-3-400 16,2-2-436-16,-13 2-1028 0,15-6-3505 15</inkml:trace>
  <inkml:trace contextRef="#ctx0" brushRef="#br0" timeOffset="127466.352">23731 12303 10348 0,'0'0'2081'16,"0"0"-1197"-16,0 0 80 0,0 0 552 16,0 0-164-16,0 0-372 0,-92 66-448 15,60-33-276-15,-9 1-48 0,2 8 112 0,-1-1 12 16,0 9 60-16,0 2-40 0,5-2-72 15,3 1-96-15,4-1-124 0,4-1-48 16,8-8-12-16,4-3-84 0,4-6 76 0,8-4-76 16,0-5 8-16,8-4-56 15,4-7 48-15,4-3-4 0,8-9 84 0,0 0-8 16,4 0 4-16,0-12 4 0,4-4-40 16,3 0-92-16,-3-3-84 15,0-2 64-15,-4 1 80 0,-9 1-68 0,-2 0 80 16,-10 6 64-16,-3 1-96 0,-4 2 12 0,-7 0 84 15,-10 4 0-15,2-3-100 16,-9 2 36-16,-4 1-20 0,5 0 84 0,-5 1-48 16,3 3 48-16,5 2 0 15,1 2-64-15,-1 5-60 0,3 0-180 16,2 3-92-16,7-4-160 0,-1 0-176 0,5 0-400 16,4 4-912-16,0-3-2593 0,8-1-2271 15</inkml:trace>
  <inkml:trace contextRef="#ctx0" brushRef="#br0" timeOffset="127734.951">24232 12623 13225 0,'0'0'2040'16,"0"0"-1464"-16,0 0 168 0,0 0 920 15,0 0-460-15,0 0-408 0,0 0-440 16,-76 67-176-16,68-38 88 0,4-1 76 0,1 8 165 16,-1-3-193-16,0 0-292 0,4 2-24 15,-5-7-72-15,5 4-76 0,-4-4-349 16,4-2-15-16,0-1 88 0,0-2-16 16,0-4-172-16,9-6-348 0,-1-4-900 15,3-6-1932-15,2 0-1889 0,6-6-1431 0</inkml:trace>
  <inkml:trace contextRef="#ctx0" brushRef="#br0" timeOffset="128310.281">24726 12712 10965 0,'0'0'2296'0,"0"0"-1292"0,0 0-20 16,0 0 800-16,0 0-224 0,0 0-416 15,0 0-608-15,0 0-376 0,0 0-12 16,0 0 8-16,-80 20-20 0,61-8-76 0,-5 10-56 16,3 3 80-16,-3 5 16 15,1 1-4-15,7 1 0 0,0 0-88 16,4-4-8-16,8-6-72 0,4-5 0 0,0-5-12 16,0-5-16-16,13-5 28 0,2-2 12 15,5-2-40-15,3-11-80 16,1-4-52-16,4-2 12 0,0 0 0 0,-7-3 0 15,2 7 132-15,-3-4 88 0,-8 6 60 16,-4 4 40-16,0 2 20 0,-8 1 76 0,4 6 52 16,-4 0-56-16,0 0-80 0,0 0-112 15,0 3-24-15,4 3 24 16,0 4 100-16,1 3 36 0,2-1 8 0,1 7-32 16,-4 3 80-16,8 1 124 0,-8 2-204 15,4 1-112-15,-4 2 60 0,0 4-48 16,0-1 73-16,-4 4-85 0,0 1 72 15,-12-2-72-15,4 4 0 0,-8-3-8 16,0 0 4-16,-4 0-4 0,0-4 8 16,1 2 4-16,-2-5 8 0,1 1 36 0,1-7 28 15,2 0-4-15,-2-3 12 16,-1-3-80-16,3-4 0 0,2-1 8 16,-1-5-8-16,0 0-4 0,-4-3-56 0,4 1-28 15,-4-4 36-15,0 0 44 0,4-4 0 16,-4-3-4-16,5-5-152 0,-6-4-97 15,6-6-23-15,-1-7-36 0,4-2-132 16,3-4-200-16,5-1-248 0,4 3-300 16,0 0-384-16,4 5-364 0,1 9-1200 15,7-10-3093-15</inkml:trace>
  <inkml:trace contextRef="#ctx0" brushRef="#br0" timeOffset="128857.003">25209 12579 4852 0,'0'0'5724'0,"0"0"-3823"16,0 0-521-16,0 0 84 0,0 0-4 0,0 0-292 15,0 0-452-15,0 0-264 0,-65 77-8 16,53-40 68-16,-3 11 136 0,-1 0-208 16,4 2-64-16,-1 1-59 0,6-2-85 15,7-5-40-15,0-6-192 0,4-7-60 0,8-5-136 16,7-4-193-16,6-6-255 0,-1 0-100 16,4-4-224-16,4-5-64 0,-1 0-184 15,1-7-604-15,-9 0-1000 0,14-7-2993 0</inkml:trace>
  <inkml:trace contextRef="#ctx0" brushRef="#br0" timeOffset="129293.634">25922 12522 14085 0,'0'0'1552'0,"0"0"-1112"16,0 0-300-16,0 0 512 0,0 0 748 15,0 0-24-15,0 0-628 0,0 0-492 16,0 0-148-16,0 0 40 0,0 0 72 16,-60 22-88-16,40 0-48 0,-4 7 112 0,-4 3 12 15,4 6-27-15,-7 0-33 16,3 3-28-16,-4 4-12 0,4-1-48 0,0 1-56 16,4-4 64-16,8-9-68 0,8-4-12 15,4-5-72-15,4-9-48 16,4 0 24-16,4-8-16 0,0 1 28 0,7-4-13 15,2-3 33-15,2 0-8 0,5-6-36 16,0-7 116-16,0 0-4 0,4-3-64 0,-8 1 20 16,0-2-8-16,0 2 48 15,-8 3-60-15,-1 1-36 0,-6 2-28 16,-5-1 16-16,0 4 32 0,-8 0 88 0,-4-1 36 16,-4 4-32-16,-4 0-4 0,-4 3 0 15,4 0-60-15,1 0-12 16,2 3-12-16,2 3 80 0,6-2-84 0,1-1 16 0,4-3-52 15,4 0-240-15,0 0-264 16,0-7-196-16,4 1-312 0,4-6-316 0,8-1-632 16,-8 0-2021-16,12-9-1991 0</inkml:trace>
  <inkml:trace contextRef="#ctx0" brushRef="#br0" timeOffset="129455.541">25993 12633 11941 0,'0'0'2080'0,"0"0"-1408"16,0 0 396-16,0 0 808 0,0 0-540 16,0 0-468-16,96 25-404 0,-65-25-448 0,-3-9-16 15,8-4-308-15,0 0-388 0,1-6-576 0,-6 1-532 16,-7 4-2580-16,0-5-4505 16</inkml:trace>
  <inkml:trace contextRef="#ctx0" brushRef="#br0" timeOffset="129633.321">26328 12402 10392 0,'0'0'2073'0,"0"0"-1229"0,0 0-108 15,0 0 704-15,0 0-8 0,-40 66-144 16,36-41-424-16,4 1-324 0,0-1-112 16,0 3-84-16,0 2-124 0,0-5-220 15,0 4 0-15,0-7-160 0,0 0-464 16,0 0-740-16,4-3-484 0,-4-3-2244 0,0-1-3785 15</inkml:trace>
  <inkml:trace contextRef="#ctx0" brushRef="#br0" timeOffset="130290.953">26674 12658 5744 0,'0'0'2808'0,"0"0"-724"15,0 0-283-15,0 0 31 0,0 0-228 0,0 0-364 16,-35 86-300-16,27-54-172 0,4 3-8 16,-5 0-88-16,6 3-232 0,-1-6-160 15,4-1-132-15,0-2-92 0,0-7-56 16,0-4-48-16,7-1-64 0,2-4-32 15,3-7-136-15,3 0-320 0,5-6-392 0,4 0-328 16,1-9-408-16,-6 0-1348 0,9-8-3741 16</inkml:trace>
  <inkml:trace contextRef="#ctx0" brushRef="#br0" timeOffset="130625.152">26914 12881 432 0,'0'0'9760'0,"0"0"-7895"0,0 0-1057 15,0 0 656-15,0 0-216 16,87-29-376-16,-62 20-300 0,-2-4-188 0,-3 4-60 16,0-1-40-16,-4 1 0 15,-5 4-88-15,2 3-8 0,-5 2-16 16,-5 0 12-16,-3 0 60 0,0 9 284 0,0 3-28 16,0 5-316-16,0 6-48 0,0-1-40 0,-3 6 28 15,-1 0-64-15,-4 4 60 16,-1 4 100-16,5-2-24 0,-3 5-64 0,-1-2-36 15,0 2 16-15,0-1-51 0,0-4-1 16,4 5-12-16,0-4 24 0,-4 0 148 16,4-7-76-16,0-2-44 0,0-4-88 15,-4-7-12-15,4-2-4 0,0-3 4 0,1-4-4 16,3-3-48-16,-9-3-248 0,5 0-65 16,0-6-111-16,0-3-84 15,0-8-88-15,1-1-232 0,-2-8-180 0,5-2-480 16,-4 2-1324-16,4-21-3741 0</inkml:trace>
  <inkml:trace contextRef="#ctx0" brushRef="#br0" timeOffset="130790.884">26993 12649 12685 0,'0'0'1392'15,"0"0"-912"-15,0 0 124 0,0 0 732 0,76-35 216 0,-48 29-504 16,0 0-544-16,-4 1-392 15,3-1-112-15,-7 6 0 0,1 0-272 16,-6 0-600-16,-2 0-516 0,-2 0-1072 0,-7 0-5757 16</inkml:trace>
  <inkml:trace contextRef="#ctx0" brushRef="#br0" timeOffset="131008.61">27451 12668 9772 0,'0'0'4549'16,"0"0"-3185"-16,0 0-348 0,0 0 608 16,0 0-184-16,0 0-536 0,64 73-356 15,-52-57-172-15,0-1-95 0,0 4-137 16,-8 1-144-16,0-4-40 0,0 0-80 16,-4-3-53-16,0-1-167 0,-8 1-232 0,-4-1-196 15,4-2-88-15,-4-1-192 0,4-2-568 16,-4-4-1124-16,8-3-2741 0,-3 0-2683 15</inkml:trace>
  <inkml:trace contextRef="#ctx0" brushRef="#br0" timeOffset="131279.978">27853 12481 9248 0,'0'0'2245'0,"0"0"-833"15,0 0-240-15,0 0 680 0,0 0-176 16,80-16-440-16,-68 16-316 16,1 3-188-16,-2 3 120 0,6 7-35 0,-2 3-441 15,1 0-112-15,4 6-104 0,-4 3-28 16,4 4-12-16,-4 3-112 16,0-1 4-16,-4 4-12 0,-4 0 76 0,-5 1-76 0,-3-3-60 15,-7 3-60-15,-9-1-108 0,-4-3-160 16,-4-4-12-16,-4 2-89 15,0-5-227-15,5-4-188 0,-1-2-176 0,3-9-500 16,6-3-1108-16,6-4-1989 0,9-3-1843 16</inkml:trace>
  <inkml:trace contextRef="#ctx0" brushRef="#br0" timeOffset="133072.079">28372 12281 6248 0,'0'0'4885'16,"0"0"-2781"-16,0 0-656 0,0 0 72 15,0 0 16-15,24 72 28 0,-20-53-560 16,-1 0-392-16,6 4-284 0,-1-4-180 15,0 0-52-15,-1 0-96 0,-3 7 0 0,5 2 12 16,-5 0 60-16,-4 5-60 0,0 2 0 16,-8-4-12-16,-12 4-156 0,-4 3-464 15,-12 1-652-15,-8-1-132 0,-4 3-436 16,12-9-1028-16,-31 15-3653 0</inkml:trace>
  <inkml:trace contextRef="#ctx0" brushRef="#br0" timeOffset="133705.924">22930 14477 1616 0,'0'0'10049'0,"0"0"-7633"16,0 0-688-16,0 0-16 0,0 0-180 16,99 13-492-16,-71-13-512 0,4-6-296 15,0-4-232-15,0-2-92 0,-1-1-320 16,-3 4-408-16,-4-1-336 0,-4 7-232 0,-8 0-928 16,-12 3-6277-16</inkml:trace>
  <inkml:trace contextRef="#ctx0" brushRef="#br0" timeOffset="133870.401">22917 14716 9248 0,'0'0'1616'0,"0"0"-1271"16,0 0 43-16,0 0 548 0,92 13 176 0,-48-13-392 0,3-11-504 16,6 0-216-16,3-9-292 15,7-2-544-15,1 0-136 0,-17 6-893 16,21-9-3783-16</inkml:trace>
  <inkml:trace contextRef="#ctx0" brushRef="#br0" timeOffset="134221.336">24193 14097 11621 0,'0'0'1540'0,"0"0"-1364"0,0 0 716 15,0 0 972-15,-97 63-276 0,65-34-504 16,1 3-504-16,-1 2-116 0,4 5 64 0,1-1 312 16,3 2-232-16,-1-1-231 0,1 2-161 15,5 0-80-15,3-2-88 0,4-1-44 16,3-6-4-16,9-1-60 0,0-5 12 0,9-4-28 16,3-6 16-16,8 1-36 0,-1-9-24 15,5 2-52-15,4-10-33 0,0 0 57 16,0-7-20-16,4-2-64 0,-4-10-12 15,-4 3 12-15,-5-3 0 16,-2 0 136-16,-2 3-28 0,-11 0-20 0,0 7 44 16,-4-2-8-16,-4 3-100 0,-7 4-188 15,-6-3 128-15,-2 5 132 0,-9-2-48 16,4 4 84-16,-4-2 4 0,0 2-152 16,0 0-148-16,5 6-224 0,6 1-620 0,6-1-828 15,2 0-3485-15</inkml:trace>
  <inkml:trace contextRef="#ctx0" brushRef="#br0" timeOffset="134777.278">24861 14402 2480 0,'0'0'3140'0,"0"0"-760"0,0 0-220 15,0 0-99-15,0 0-349 16,0 0-360-16,0 0-292 0,-83 3-164 16,55 16-140-16,0 9 32 0,0 7 96 0,0 3-88 15,4 3-188-15,9-2-36 0,2-4-131 16,9-7-265-16,4-3-176 0,8-9-84 15,9-7-36-15,3-2 56 0,3-7 64 0,1 0-96 16,4-9-101-16,0-7 53 16,4-3-24-16,-4-3-124 0,-4-1 8 15,4 1-32-15,-9-1 12 0,2 9 48 0,-10 1-40 16,2 2 52-16,-6 5 60 16,1 6 36-16,-4 0 148 0,0 0 24 0,5 13 356 15,-2-1-172-15,-3 7-132 0,4 4-4 16,1 6-60-16,-2 2 100 0,-3 4-16 15,4 7 16-15,-8 3-4 0,0 2 4 0,0 3 32 16,-4 4 64-16,-8-3-24 0,0 0-176 16,-4-3 0-16,4-4 52 15,-7-2-48-15,2-1 112 0,-7-6 8 0,5-4 76 16,-5-5-88-16,-1-5-112 0,6-4-8 16,-5-8-12-16,4-6-196 0,1-3-68 15,-6-3-152-15,1-9-36 0,-4-4 24 16,4-7-88-16,-4-2-36 0,0-3-28 15,1-7-304-15,-1-3-432 0,-4-7-564 0,8 13-2753 16,-8-25-2367-16</inkml:trace>
  <inkml:trace contextRef="#ctx0" brushRef="#br0" timeOffset="135044.654">24582 14268 4772 0,'0'0'4144'0,"0"0"-3276"0,0 0-236 15,0 0 593-15,0 0 271 16,0 0-504-16,0 0-372 0,-71 76-204 0,67-50-36 16,-3 2 196-16,2 7 228 0,-3 3-208 0,4 3 24 15,-4 5-64-15,0-2-152 0,4 3-156 16,-4-3-248-16,4 2-76 0,4-8-20 15,0-4-116-15,0-5-180 0,0-4-224 16,8-6-228-16,8-3-324 0,0-3-696 16,0-7-2465-16,8-6-2759 0</inkml:trace>
  <inkml:trace contextRef="#ctx0" brushRef="#br0" timeOffset="135619.254">25467 14290 3332 0,'0'0'3112'0,"0"0"-984"15,0 0-68-15,0 0-519 0,0 0-185 16,0 0-140-16,-24 89-196 0,24-54-24 16,0 3-176-16,0 3-240 0,-4 1-248 0,4 2-132 15,0-2 56-15,-4-4 4 0,4-4-64 16,0-5-192-16,0 0-4 0,8-10-172 0,5 0-72 16,-2-6-324-16,10-4-124 0,-2-2-292 15,5-4-168-15,0-3-556 16,0 0-2201-16,3-10-1167 0</inkml:trace>
  <inkml:trace contextRef="#ctx0" brushRef="#br0" timeOffset="136416.05">26260 14205 3464 0,'0'0'7412'16,"0"0"-6099"-16,0 0-853 0,0 0 444 0,0 0 632 15,0 0-456-15,0 0-416 0,-76 6-328 16,57 4-100-16,2 2 76 0,-3 7 72 16,1 0 60-16,-1 4-76 0,-1 5 0 15,-2 1-48-15,7 3-24 0,-3-1-104 16,2 1-44-16,2-1 0 0,2-1-52 16,5-2-84-16,-4-3-4 0,8-2-8 0,4-4-60 15,0-3 52-15,0-4-52 0,0 1 60 16,0-7 0-16,0 0 8 0,4 1 4 15,-4-1 60-15,5-2-12 0,-5-4 4 16,0 2 20-16,0-2 36 0,4 0-32 16,-4 0-40-16,0 0-44 0,0 0 8 0,0 0 48 15,0 0-12-15,0 0-36 16,0 0 40-16,0 0-52 0,0 0-44 0,0 0-52 16,0 0 0-16,0 0-4 0,0 0 40 15,0 0 48-15,0 0-36 0,0-2-24 16,0 2-28-16,-4 0 52 0,4 0 36 15,0 0-72-15,-5-4 8 0,5 4-20 16,0 0-4-16,0 0-8 0,0 0-16 16,0 0-36-16,0 0 4 15,0 0-4-15,0 0-48 16,0 0 8-16,0 0 40 0,0 0-12 0,0 0-36 0,0 0 60 16,0 0 76-16,0-3 72 0,0 3 64 0,0 0 20 15,0 0-32-15,0 0 20 0,0 0-20 16,0 0-52-16,0 0-52 0,0 0-8 15,0 0-88-15,0 0-64 0,0 0-96 16,0 0 48-16,0 0 48 0,0 0 76 0,0 0-40 16,0 0 16-16,0 0 48 15,0 0 60-15,0 0 52 0,0 0 0 0,0 0 76 16,0 0 24-16,0 0 0 0,0 0-100 16,0 0-52-16,0 0-108 0,0 0 36 15,0 0 0-15,0 0-92 0,0 0-188 0,0 0-136 16,0 0-52-16,0 0-4 15,-4 0 124-15,4 0-24 0,0 0-128 16,0 0-288-16,0 0-597 0,0 0-591 0,0 0-188 16,0-3-68-16,0 0 48 0,4 9 1272 15</inkml:trace>
  <inkml:trace contextRef="#ctx0" brushRef="#br0" timeOffset="137031.904">25894 14618 12 0,'0'0'8132'0,"0"0"-6732"0,0 0-896 16,0 0 80-16,0 0 469 16,0 0-117-16,0 0-460 0,0 0-412 0,0 0-28 15,0 0 272-15,35-71 148 0,-23 59 76 16,4-5-100-16,0 2-4 0,0 2-40 16,0-3-36-16,0 1-72 0,0-1-20 15,4 0 28-15,-4 0 24 0,4 3-16 16,0-2-20-16,0-2-104 0,-1 4-12 0,2-1-148 15,-2 0-12-15,1 1-60 0,0-2 8 16,-4 2 44-16,0 3-4 0,-8 1 8 16,4 3 4-16,-4-1-4 0,-4 4-8 15,-4 3 8-15,0 0 0 0,0 0 0 16,0 0-60-16,0 3 64 0,-4 4 28 0,0 2 32 16,0 4-12-16,-4 6-32 15,-4-1-4-15,5 3 72 0,-10 4 4 0,6 0-80 16,-6 4 64-16,2 2 64 0,-2 4 24 15,2-1 64-15,-2-1 8 0,2 2-24 16,-1-7 112-16,8 1-112 0,-1-7-96 0,9-3-104 16,0-6 52-16,0-1-48 15,9 1 88-15,2-6 8 0,6-4-24 0,-2-3 212 16,6 0 164-16,-2-7-192 0,5-4-168 16,4-3-56-16,0-2-44 0,0 0-60 15,4-3-28-15,-4 3-180 0,0-3-120 16,-4 3-4-16,-1-3-84 0,1 0-136 0,-4 0-224 15,-4-4-392-15,0-2-640 16,-4 9-1004-16,0-18-3197 0</inkml:trace>
  <inkml:trace contextRef="#ctx0" brushRef="#br0" timeOffset="137250.372">26308 13998 11401 0,'0'0'2008'0,"0"0"-1420"15,0 0 80-15,0 0 744 16,0 0-284-16,0 0-360 0,0 0-412 16,0 0-156-16,84-54-200 0,-60 54-52 0,-5-3-96 15,1 3-320-15,1 0-500 0,-6 0-324 0,1 6-860 16,-4-2-3109-16,8-2-2507 15</inkml:trace>
  <inkml:trace contextRef="#ctx0" brushRef="#br0" timeOffset="137640.95">26878 14274 8292 0,'0'0'4721'15,"0"0"-3941"-15,0 0-516 0,0 0 472 16,0 0 800-16,28 67-440 0,-20-48-464 16,-1-2-320-16,1 1-92 15,1 1 164-15,-2 0 56 0,-7 0 112 0,0 3-224 16,0-3-56-16,-3 4-4 0,-14 2-136 0,6-2-60 16,-10-1-72-16,6-3-40 15,-1 0-20-15,0-7-124 0,4 1-364 0,4-7-160 16,0-2-92-16,8-4-212 15,0-4-460-15,0 1-1324 0,12-13-3673 16</inkml:trace>
  <inkml:trace contextRef="#ctx0" brushRef="#br0" timeOffset="137935">27515 14059 13073 0,'0'0'2068'0,"0"0"-1452"0,0 0-228 0,0 0 1052 16,0 0 236-16,36 88-548 16,-24-58-676-16,3-2-296 0,-2 3 136 0,2 1-132 0,-2 0-28 15,-5-4-132-15,-4 4 8 16,-1-1-4-16,-3 2-4 15,-3-2-48-15,-9 4-36 16,-4 3-4-16,-9-2-32 0,-6-2-112 0,-1 1-24 16,-8-3-84-16,1 0-160 0,-6-4-100 0,2 5 32 15,-1-8-220-15,0-3-320 0,16-9-1156 0,-12-1-3361 16</inkml:trace>
  <inkml:trace contextRef="#ctx0" brushRef="#br0" timeOffset="142857.208">28057 14474 8112 0,'0'0'2740'0,"0"0"-863"0,84 7-833 15,-48-7-584-15,7 0 20 16,1 0-240-16,-4 0-240 0,0-7-64 0,0 4-60 16,0-3-180-16,-9 0-216 0,1-1-576 15,-11 1-752-15,-6 3-2113 0,-7 0-1175 0</inkml:trace>
  <inkml:trace contextRef="#ctx0" brushRef="#br0" timeOffset="143043.053">28184 14652 11325 0,'0'0'1836'15,"0"0"-1264"-15,0 0-432 0,0 0 732 0,0 0-24 16,0 0-260-16,96-16-348 15,-56 10-192-15,4-6-48 0,4-1-200 16,7 3-420-16,-3-2-668 0,-12 1-1132 0,16-1-4385 0</inkml:trace>
  <inkml:trace contextRef="#ctx0" brushRef="#br0" timeOffset="143468.573">29511 14132 5108 0,'0'0'7893'0,"0"0"-6289"0,0 0-1200 16,0 0 124-16,0 0 952 0,0 0-352 0,-88 26-524 16,60-14-456-16,1 4-72 15,-1 6 80-15,0 0 176 0,-4 7-72 16,1 2 80-16,3 7 88 0,0 0 84 0,-4 7-72 15,8-1-76-15,0-2-11 0,4 0-61 16,4-4-76-16,4-7-144 0,5-3-72 16,7-9 0-16,0-2-72 0,11-5 12 0,5-6 0 15,4 1 60-15,4-7-4 16,8 0-108 0,0-7-32-16,-1-6-36 0,5-2-113 15,0-4 13-15,-4 0 96 0,-8 3 72 0,-4-1 112 0,-4 5 72 16,-9 3-72-16,-7-1-72 0,0 3 4 0,-4 1 68 0,-3-2 12 15,-9 1-12-15,4-3-4 0,-8 4-240 16,0-3 148-16,4 2 44 16,0 4-80-16,0-1-4 0,4 4-20 0,1 0-52 15,-2 0 12-15,2 4-88 16,3 6-56-16,-1-5-188 0,2 5-152 16,7-4-276-16,0 5-472 0,0-6-696 0,0-2-2001 15,16 3-651-15</inkml:trace>
  <inkml:trace contextRef="#ctx0" brushRef="#br0" timeOffset="143719.905">29666 14402 6884 0,'0'0'2896'0,"0"0"-1103"16,0 0-385-16,0 0 432 0,0 0-240 15,0 0-416-15,0 0-516 16,0 0-324-16,0 0 16 0,0 0 140 15,0 0 372-15,-39 63-348 0,31-35-196 0,-4-3-120 16,8 1-196-16,0-6-12 0,0-1-64 16,4-7-80-16,0 1-40 0,4-7-276 0,4 1-164 15,4-4-40-15,4-3 52 16,0 0-68-16,-1-6-176 0,6-7-1028 16,-6 6-2416-16,2-8-1453 0</inkml:trace>
  <inkml:trace contextRef="#ctx0" brushRef="#br0" timeOffset="144003.146">29826 14474 9700 0,'0'0'2293'0,"0"0"-1421"0,0 0 172 16,0 0 500-16,0 0-648 0,0 0-684 0,0 0-212 16,100-66-188-16,-72 49 180 0,0 3-68 0,-5 1-104 15,1 2-120-15,0 5 60 0,-3 6 192 16,-6 0 48-16,-3 0 200 0,-4 13 188 15,-4-1 204-15,-4 11-120 0,-4 3-12 16,-4 2 48-16,0 4 232 0,-4-1-100 16,5 1-176-16,-2 1-172 0,1-5-96 15,4-3-48-15,0-3-140 0,4-2-8 16,0-5-56-16,0-2-56 0,8-6 4 16,0 0-112-16,1-5-208 0,-2-2 20 15,1-2-120-15,4-8-188 0,-4-4-300 0,4-2-616 16,-4 1-1608-16,0-11-3333 0</inkml:trace>
  <inkml:trace contextRef="#ctx0" brushRef="#br0" timeOffset="144157.774">30029 14144 2492 0,'0'0'8304'15,"0"0"-6399"-15,0 0-709 0,0 0-20 16,0 0 212-16,0 0-456 0,0 0-448 15,96-12-408-15,-57 5-76 0,2 1-436 0,2-4-708 16,-11 1-848-16,9 3-3853 0</inkml:trace>
  <inkml:trace contextRef="#ctx0" brushRef="#br0" timeOffset="144392.054">30555 14252 6948 0,'0'0'5593'15,"0"0"-4557"-15,0 0-516 16,0 0 656-16,28 66 356 0,-16-43-440 0,4 0-412 0,4 2-248 16,-4 0 96-16,4 4 268 15,-8-4-324-15,0 4-204 0,-4-1-156 0,-4 0-16 16,-4 2-96-16,-4-2-64 0,-9 1-32 16,-2-1-112-16,-9 1-96 0,0 3-52 15,-4-7 16-15,1 0-28 0,-5 1-136 16,4-7 24-16,0-3-164 0,4-7-360 15,3-3-816-15,10-6-1416 0,-2-3-3249 16</inkml:trace>
  <inkml:trace contextRef="#ctx0" brushRef="#br0" timeOffset="144905.054">31057 14377 10876 0,'0'0'1669'0,"0"0"-813"16,0 0-664-16,0 0 352 0,0 0 720 15,0 0-204-15,100 2-364 16,-68-4-360-16,0-5-260 0,4-3-68 0,-5 3-8 15,1-5-100-15,-4 6-224 0,-4-4-260 16,-4 1-524-16,-4 2-792 0,-4 1-3597 16</inkml:trace>
  <inkml:trace contextRef="#ctx0" brushRef="#br0" timeOffset="145091.894">31141 14570 12437 0,'0'0'2060'0,"0"0"-1048"0,0 0-600 16,0 0 456-16,0 0 248 0,0 0-264 0,0 0-348 15,0 0-296-15,99 2-208 0,-58-14 0 16,-2-4-476-16,5-3-660 16,0 1-576-16,-8 1-2236 0,12-5-3369 0</inkml:trace>
  <inkml:trace contextRef="#ctx0" brushRef="#br0" timeOffset="145741.635">31930 14449 11777 0,'0'0'1676'0,"0"0"-1004"0,0 0-544 16,0 0 340-16,0 0 592 0,0 0 56 15,0 0-432-15,0 0-424 0,0 0-64 0,0 0-8 16,0 0 80-16,40-25 16 0,-24 19-36 16,-4-1-52-16,-1 4-60 15,2-3-16-15,-6 2 4 0,1 1-12 0,1-1 8 16,-1 2 4-16,-1 2-28 0,1 0 28 16,1 0-28-16,-2 0-20 0,1 2 20 15,-4 2-84-15,4 3 60 0,-4-1-8 0,8 4-16 16,-8-1-36-16,0 4 36 0,3 2-36 15,-2 4 124-15,-5 7-40 16,8-1 36-16,-8 8 76 0,4 0 389 0,0 3-245 16,-4-1-244-16,4 3-60 0,-1 1-48 15,2 1 76-15,-5 5 8 0,0-4-12 16,0 1 36-16,0-2-100 0,-5-1 4 16,2-4-8-16,-1-4 8 0,0-2-8 0,0-1-4 15,-4-2-4-15,3-3 0 16,-2-2 4-16,3-4-8 0,0-5-64 15,-4 1-12-15,0-4 24 0,4 1 48 0,-4-7-76 16,0 3-20-16,1-3-36 16,2-3 0-16,-7 0-28 0,1 0 39 0,-2 0-63 15,-2-6-60-15,-2-3-60 0,2-7 24 0,-5 0-48 16,4-6-64-16,4-3-76 16,0-4-24-16,4-3-160 0,0-6-192 15,4 0-468-15,4-11-1188 0,0 15-2401 0,0-30-3003 0</inkml:trace>
  <inkml:trace contextRef="#ctx0" brushRef="#br0" timeOffset="145924.003">32121 13953 11685 0,'0'0'2100'0,"0"0"-1024"15,0 0-712-15,0 0 492 0,0 0 804 16,0 0-756-16,0 0-904 0,0 0-272 16,92-50-808-16,-77 44-584 0,-2 3-2540 15,-2-1-5221-15</inkml:trace>
  <inkml:trace contextRef="#ctx0" brushRef="#br0" timeOffset="200641.141">25643 4368 8068 0,'0'0'868'0,"0"0"2101"0,0 0-1969 15,0 0-388-15,0 0 72 0,0 0 528 16,0 0-40-16,0 0-276 0,0 0-216 15,-13-2-248-15,13 14-24 0,0 11 316 0,4 8-188 16,0 7-144-16,1 13-64 16,3 6-48-16,-1 7-60 0,6-1-88 15,-5 10-60-15,-1 0 52 0,-3 0-27 0,0-3-93 16,0-7 68-16,5-9 28 0,-6-9 68 16,5-10-96-16,4-13 64 0,0-6 224 15,0-7-164-15,8-5-88 0,-4-4 184 16,8 0-100-16,0-7-48 0,4-8-60 0,4-8-12 15,-1-2-64-15,1-11-4 16,0-2-4-16,-4-6-84 0,4 0-36 0,-8-7-60 16,4-3-28-16,-9-3 76 15,5-3-144-15,-7 3 56 0,-2-1-8 16,2 8 8-16,-6 2 100 0,1 4-88 0,0 9 27 16,-4 6-87-16,-4 4 48 0,0 6-108 0,0 6-64 15,-4-1-280-15,0 12-344 0,-8-1-504 16,-4 3-940-16,5 0-1805 15,-21 0-2371-15</inkml:trace>
  <inkml:trace contextRef="#ctx0" brushRef="#br0" timeOffset="200820.991">25619 4791 4332 0,'0'0'6893'0,"0"0"-5229"16,0 0-440-16,0 0-60 0,0 0 232 15,0 0-68-15,79-3-540 0,-31-4-244 0,4 1-240 0,3-3-60 16,5-4-244-16,-4 0 0 16,-4 7-208-16,-5-4-476 0,-6 3-328 15,-2 4-320-15,-3 0-844 0,-8 1-1845 16,8-2-1903-16</inkml:trace>
  <inkml:trace contextRef="#ctx0" brushRef="#br0" timeOffset="203340.684">27364 4514 6036 0,'0'0'844'0,"0"0"3285"0,0 0-3305 15,0 0-16-15,0 0-16 0,0 0 412 16,0 0 144-16,0 0-184 0,0 0-172 16,0 0-240-16,0 0-88 0,44-25-40 0,-44 25-88 15,0 0-96-15,0 0-76 0,0 3-120 16,-4-3-87-16,-4 0-105 0,-1 0-52 16,-6 4-108-16,-5 2-1 0,-4 3-39 0,-8 4 64 15,-4 3 72-15,0 10-48 16,-3 2 60-16,3 4 44 0,-4 2 4 15,4 4 12-15,4 4-60 0,0-4 48 0,8 0-48 16,9-6 0-16,-2-7-8 16,13-2 4-16,0-10 4 0,4-5-60 15,8-1 60-15,5 0 148 0,2-4-64 0,9-1-84 16,4-2-12-16,4-2-72 16,0-8-40-16,4-5-56 0,-5-5-28 15,1-2-144-15,-4 3 20 0,-4-3 88 0,-8 6 112 16,0 0 8-16,-8 3 52 0,-8 4 68 15,4-2 4-15,-4 3-4 0,-8 2-68 0,0-5 0 16,-4 6-64-16,-4-2-20 16,-4 4 32-16,0 3-96 15,1 0-4-15,-2 0-56 0,2 7-104 16,-1-1-608-16,3 7-536 0,2-4-860 0,2 3-1593 0,2 1-2043 16</inkml:trace>
  <inkml:trace contextRef="#ctx0" brushRef="#br0" timeOffset="203782.624">27941 4528 2764 0,'0'0'600'16,"0"0"5528"-16,0 0-4667 15,0 0-469-15,0 0-160 0,0 0 212 0,0 0-28 16,0 0 12-16,0 0-272 0,-91 28-280 15,67-6-92-15,0 7-48 0,-4 2-40 0,0 8-48 16,-4 1-16-16,8 4-72 16,0-2-60-16,5 3-4 0,6-9 104 15,10-3-16-15,3-7 144 0,3-3 200 0,10-8-76 16,2 1-256-16,9-6-100 16,1-4-88-16,3-3-8 0,0-3-48 15,-1 0-12-15,5-3-76 0,-5-7-60 0,1 1-168 16,-3-4-212-16,-1 0-224 0,-9-2-260 15,1 2-528-15,-8 1-772 0,-4-5-1897 16,-4 9-1643-16</inkml:trace>
  <inkml:trace contextRef="#ctx0" brushRef="#br0" timeOffset="204039.449">27591 4870 3808 0,'0'0'1604'0,"0"0"4033"0,0 0-3881 16,0 0-876-16,0 0-4 0,0 0 736 0,0 0-240 16,92-25-332-16,-64 15-424 0,0-2-320 15,0 2-116-15,-1 0-84 0,5 1-96 16,0-1-60-16,4 1-40 0,0 2-60 15,3 0-60-15,1 2-196 0,-4-2-240 16,4 0-520-16,-8 5-572 0,-4-4-1096 16,-8 0-2617-16</inkml:trace>
  <inkml:trace contextRef="#ctx0" brushRef="#br0" timeOffset="213690.708">28854 4375 6248 0,'0'0'3272'16,"0"0"597"-16,0 0-2257 0,0 0-392 15,0 0 336-15,0 0-236 0,0 0-264 16,0 0-228-16,0 0-112 0,20-47-35 0,-32 43-245 16,-9 4-228-16,-2 0-100 15,-9 10-24-15,-3 5-24 0,-10 11-12 16,-7 2-48-16,-3 14-4 0,-5-1-80 0,4 4-48 15,4-1 84-15,17-3 0 0,7-9 36 16,12-3-72-16,11-4-112 0,5 1 124 16,13-5 28-16,2 2 40 0,10 2-4 15,3 1-4-15,3-1-48 0,5 0-16 16,0-2 4-16,0-5 12 0,-4 2 0 16,0-1 48-16,0 0 8 0,-9-3-44 0,1-1 48 15,-4 5 56-15,-8-8-8 0,-3 4-44 16,-5 0 0-16,-4 1 0 15,-4-3 92-15,-9 2-32 0,-2 1-60 0,-6 2-4 16,-3-3-72-16,-4-1-60 0,0-2-244 16,5-4-121-16,-5 4-295 0,8-6-384 15,5-1-920-15,2-3-1100 0,5-3-3077 0</inkml:trace>
  <inkml:trace contextRef="#ctx0" brushRef="#br0" timeOffset="-209322.08">29388 4997 6292 0,'0'0'1884'0,"0"0"3541"0,0 0-4269 16,0 0-300-16,0 0 512 15,0 0-192-15,0 0-140 0,0-16-376 0,0 16-232 16,0 0-132-16,0 0-80 0,0 7-68 15,-4 8 36-15,-8 8 96 0,0 5-28 16,-8 4-43-16,-4 3 191 0,-4 3-84 16,-4-3-160-16,4 0-84 0,4-3-68 0,5-4-4 15,3-3-60-15,8-5 56 0,8-4-44 16,0-5-12-16,8 3 60 0,4-1 140 16,11-4 56-16,5 1 104 0,0-4 4 15,8-3-196-15,-4-3-60 0,3 0-36 16,2-3 0-16,-5-7-12 0,0 1-92 15,0 0-76-15,-4-4-316 0,-5-3-268 0,1 0-133 16,-8 0-151-16,0 1-620 16,-4-2-1144-16,-8 9-2525 0,-4-6-3183 0</inkml:trace>
  <inkml:trace contextRef="#ctx0" brushRef="#br0" timeOffset="-209167.144">29496 5089 10949 0,'0'0'1364'0,"0"0"-764"0,0 0 264 15,0 0 532-15,0 0-76 0,0 0-164 16,-45 72-352-16,34-30-236 0,-1 6-100 0,0 4 204 16,0 4 120-16,-4 1-512 0,-4 0-280 15,4 1-56-15,-8-1-272 0,4-3-468 16,-4 0-332-16,0-3-712 0,9-10-2692 0,-9 16-2581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22:40.90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2063 3264 6504 0,'0'0'1220'16,"0"0"-568"-16,0 0-20 0,-3-70-72 0,3 51 1617 0,-4 2-1289 16,0 5-264-16,-1-1-64 15,5 1 200-15,-4 2 112 0,4 4-40 16,-4-1-120-16,4 4-68 0,0 0-36 0,0 3-40 16,0 0-104-16,0 0-132 0,0 3-196 15,0 7-136-15,0 2 0 0,4 15 124 16,9 11 96-16,-2 9 16 0,6 13 8 15,-6 14 48-15,1 8 204 0,0 10-204 16,-4 9-168-16,4 7-120 0,-8 6 56 16,-4 8-11-16,0-2-45 0,0-3-4 0,-8-5 0 15,0-11-121-15,0-9 33 16,4-13 4-16,-4-9-72 0,8-12-160 16,0-17-52-16,0-10-68 0,0-11-20 0,8-11-108 15,-4-9-24 1,4-6-228-16,4-13-100 0,0-16 100 15,4-13-936-15,-8-19-720 0,0 11-2253 0,-8-53-1903 0</inkml:trace>
  <inkml:trace contextRef="#ctx0" brushRef="#br0" timeOffset="251.536">2095 3334 10648 0,'0'0'1057'15,"0"0"-633"-15,0 0 240 0,12-67 672 16,0 48 104-16,0 3-544 0,0 0-360 0,4 7-28 15,8-4 160-15,0 7-272 0,4 0-100 16,-1 1-212-16,-3 5-84 16,0 0-120-16,-3 7 44 0,-2 3 64 0,-3 6 0 15,-4 6-124-15,-4 3 128 0,-8 7-76 32,0 6-64-32,-8 10-112 0,-4 3-112 15,-8 5-188-15,-4 2 100 0,-3 2 124 0,-1 0-68 0,0-3 52 16,-4-3 12-16,0-2-40 0,0-11-36 0,4-3-52 15,0-10 48-15,4-9-140 0,4-12-1184 0,9-4-1413 16,-1-16-3303-16</inkml:trace>
  <inkml:trace contextRef="#ctx0" brushRef="#br0" timeOffset="596.876">2537 3667 9712 0,'0'0'1136'0,"0"0"-695"16,0 0 175-16,0 0 664 0,80-13-288 0,-60 13-688 16,0 0-304-16,0 0 100 0,0 3 156 15,0 7-156-15,-4 5-36 16,-1 5-60-16,-2 5-4 0,-1 4 124 0,-12 6-36 16,0 3-84-16,0 6 124 0,-4-5-16 0,-4-2-104 15,-5-4 56-15,6-12-16 16,3-5 104-16,0-9 48 0,4-4 12 15,0-3 32-15,0-3-32 0,0-10 260 0,8-4 584 16,-1-8-476-16,6-9-224 0,-1-5-72 16,4-8-16-16,-1 3-48 0,2 2-48 15,-2 4 24-15,2 9-24 0,-6 8-52 16,1 1-76-16,0 1-44 0,4 4-132 16,-4 2-40-16,4-3-84 0,0-1-160 15,0 5-308-15,4 3-288 0,0-1-532 0,-1 1-512 16,2 6-756-16,-10-1-1809 0,10 4-383 15</inkml:trace>
  <inkml:trace contextRef="#ctx0" brushRef="#br0" timeOffset="871.521">3183 3721 9836 0,'0'0'2033'0,"0"0"-1505"16,0 0-272-16,20 80 332 0,-12-62 556 16,-5 1-124-16,2-6-480 0,3-4-364 15,-4-2-164-15,4-7 28 0,4 0 164 16,0 0 8-16,3-7 88 0,5-5-28 15,5-7-248-15,-5-7-24 0,-1-2-348 16,1-1 136-16,0 4 112 0,-8-1 92 0,-4 4 0 16,-4 3-52-16,-4 0 44 15,0 3 16-15,-12 4 56 0,0-4 20 0,-8 7-16 16,0-2 40-16,1 3 24 0,-1 4 164 16,-1 4-4-16,-3 0-284 15,5 9-272-15,-1 0 84 0,0 10-8 0,0 1 132 0,4 5 56 16,4 1-292-16,4-1-28 15,4 0-252-15,4-2-644 0,4-7-1164 16,0-7-2225-16,20-9-727 0</inkml:trace>
  <inkml:trace contextRef="#ctx0" brushRef="#br0" timeOffset="1170.049">3745 3749 12197 0,'0'0'1912'0,"0"0"-1252"0,0 0 68 15,0 0 768-15,0 0-332 0,0 0-596 16,0 0-460-16,0 0-104 0,0 0 88 0,0 0 116 16,68 19-20-16,-40-31-188 0,-5-4-172 15,5-1-136-15,-8-1 48 16,0 2 88-16,-4 0 104 0,-4 3 68 0,-4 1 16 16,0-1-16-16,-8 1 4 0,0 5-4 15,0-2 8-15,-8 2 112 0,-5 1-44 16,-2 3-16-16,-1 0 76 0,-4 3 44 0,0 0-180 15,0 3-72-15,1 6-100 0,-6 4-148 16,5 3 36-16,1 0 0 0,2-1 8 16,2 2-220-16,6-8-532 0,5 0-420 15,1-6-1076-15,3 1-2197 0,0-4-1195 0</inkml:trace>
  <inkml:trace contextRef="#ctx0" brushRef="#br0" timeOffset="1333.061">4112 3657 3088 0,'0'0'10497'16,"0"0"-9041"-16,0 0-988 0,0 0 500 0,0 0 16 0,79-12-488 15,-55-7-484-15,0-4-12 0,8-5-572 16,0-5-224-16,4 3-96 16,3-6 336-16,1-2 140 0,-9 3-1424 0,-6 7-2825 0,-1-10-1335 15</inkml:trace>
  <inkml:trace contextRef="#ctx0" brushRef="#br0" timeOffset="1511.717">4386 3105 7264 0,'0'0'4345'0,"0"0"-3189"0,0 0-916 16,0 0 132-16,-36 79 416 0,32-34 60 15,4 8-32-15,0 9 28 0,0 7-48 16,0 4 44-16,4 6-16 0,-4 7-268 0,4 0-192 16,1 3-180-16,-5-1-140 0,0-6-44 15,0-1-144-15,-5-9-140 16,-3-5 4-16,4-10-408 0,-3-2-16 0,-2-8-176 15,1 1 48-15,-3-11-480 0,-10-1-1728 16,10-15-1709-16,-25 4-711 0</inkml:trace>
  <inkml:trace contextRef="#ctx0" brushRef="#br0" timeOffset="1812.007">1979 4791 12717 0,'0'0'1552'16,"0"0"-996"-16,-79 19-240 0,67-16 164 0,8-3 476 15,4 0-196-15,0-3-328 0,8 0-420 16,16-7 52-16,8 1-64 16,16-4 248-16,16-1 60 0,11 2-36 0,5-1-176 15,15 5-96-15,1 1-20 16,12 3 16-16,3-2 8 0,9 4-4 0,7-9 48 15,9-1-48-15,7-1-24 0,4-6 24 16,5-3 124-16,3 0 96 0,1-4-160 16,-5 1-60-16,-3-3-172 0,-9 2 72 0,-3 0 4 15,-9 4-64-15,-3-3-572 0,-14 0-584 16,-1-4-764-16,-29 7-2461 0,27-10-2667 16</inkml:trace>
  <inkml:trace contextRef="#ctx0" brushRef="#br0" timeOffset="1958.243">5884 4128 6096 0,'0'0'10081'0,"0"0"-8633"0,0 0-804 15,0 0 292-15,0 0 788 0,0 0-231 16,0 0-329-16,0 0-620 0,0 0-408 16,0 0-136-16,8 12-376 0,-16-12-396 0,-3 0-148 15,-2-3-809-15,-19-6-3963 16</inkml:trace>
  <inkml:trace contextRef="#ctx0" brushRef="#br0" timeOffset="16263.21">6956 3219 560 0,'0'0'2780'0,"0"0"-1464"16,0 0-768-16,0 0-304 0,0 0-32 0,0 0-20 15,0 0 4-15,0 0 1132 0,0 0-188 16,12-56-348-16,-8 49-16 0,-4-3 101 0,0 4 127 16,5-1-20-16,-2 4 24 0,-3 0-160 15,4-1-68-15,-4 4-136 0,4 0-204 16,0 7-80-16,0 7 436 0,0 5 4 15,4 6-280-15,4 6-56 0,-1 10-184 16,2 8-32-16,-5 5-16 0,3 6-52 0,-2 3-104 16,-1 3 20-16,-4 5-88 0,-1 1 4 15,-3-2-8-15,0-3 0 16,4-7 8-16,-4-3-4 0,0-10 0 0,4-8-8 16,1-10 64-16,-1-7-64 0,0-10 12 15,3-5 36-15,5-7-36 16,-3 0-4-16,2-3-8 0,6-4-4 0,-6-9-324 15,10 1-224-15,-2-7-120 0,-3-4-216 16,3 1-460-16,2-1-788 0,-5-5-712 16,0 11-2085-16,4-15-375 0</inkml:trace>
  <inkml:trace contextRef="#ctx0" brushRef="#br0" timeOffset="16628.169">7466 3803 4956 0,'0'0'780'15,"0"0"2492"-15,0 0-1536 0,63 74-655 16,-35-53 275-16,0-5 608 0,0-2-880 15,0-5-184-15,0-9-268 0,0 0-100 16,0-9-188-16,4-5-112 0,0-5-232 0,-4-3-112 16,0 0-480-16,0 0-88 0,-9 0-28 15,-2-1-36-15,-2 4-8 0,-6 0-84 16,-5 3-12-16,-4 0 184 0,0 4 384 16,-4-4 280-16,-5 3 36 0,-6 0 56 15,2 1 60-15,-2 2 104 0,-6 1 64 16,6 3 364-16,-2 6-292 0,2 0-24 15,-1 9 188-15,-4 4 8 0,4 9-12 16,1 3 72-16,-6 4 132 0,9 2-4 16,0 1 0-16,4 3-8 0,1-3-244 0,2-4-208 15,5-2-108-15,0-7-88 0,9-1 4 16,2-4-16-16,6-2-36 0,-2-5-48 16,9 0 0-16,-4-7-96 0,7 0-244 15,1-7-16-15,4-3-44 0,5 1-116 0,-1-7 4 16,-1-3-288-16,1-4-500 15,0-5-644-15,-1-7-1144 0,-7 10-2361 0,13-26-1091 16</inkml:trace>
  <inkml:trace contextRef="#ctx0" brushRef="#br0" timeOffset="16815.008">8371 3140 8412 0,'0'0'2549'0,"0"0"-877"15,0 0-144-15,0 0 312 0,7 89-204 16,-3-45-276-16,4 10-184 0,1 3-312 0,-2 7 97 15,5 0-389-15,1 1-344 16,-2-1-152-16,2 0-76 0,-2-1-96 0,1-8-192 16,4-11-100-16,-4-13 59 0,0-5 121 0,4-10-84 15,0-7-280-15,-4-5-12 16,-1-4-28-16,2 0-164 0,-9-11-696 16,-4-3-724-16,0 0-716 0,-12-14-2873 15</inkml:trace>
  <inkml:trace contextRef="#ctx0" brushRef="#br0" timeOffset="16971.811">8215 3626 11041 0,'0'0'2052'0,"0"0"-656"16,0 0-24-16,0 0 244 0,0 0-320 15,0 0-424-15,0 0-212 0,0 0-256 0,0 0-12 16,104-23-88-16,-56 11-128 16,3-2-176-16,1 0-180 0,4-3-164 15,0 5-168-15,4-1-428 0,-5 1-300 0,1 5-748 16,-17 0-1796-16,13 1-4709 0</inkml:trace>
  <inkml:trace contextRef="#ctx0" brushRef="#br0" timeOffset="23488.26">10554 3289 13833 0,'0'0'1972'16,"0"0"-1256"-16,0 0-216 16,0 0 184-16,0 0 204 0,0 0-432 0,0 0-160 15,0 0 144-15,75 0 244 0,-22 9 72 16,-1-2-416 0,3 2-59-16,5-6-197 0,-5 1-36 0,1-4-48 0,-3 0-84 15,-6-4-37-15,-3 1-51 0,-8-2-324 0,-4-2-336 16,-8 3-84-16,-9 4-380 15,-3 0-1212-15,-3 0-2841 0,-9 0-3683 16</inkml:trace>
  <inkml:trace contextRef="#ctx0" brushRef="#br0" timeOffset="23716.964">10968 3363 2568 0,'0'0'2828'0,"0"0"1808"0,0 0-3063 16,0 0-229-16,-43 72-108 0,30-43-72 15,2 2-84-15,3 4-32 0,-1 3-256 0,5-3-64 16,-3 0-236-16,3 4-164 16,0-4-72-16,4-1-48 0,0 2-108 0,0-8-100 15,4-3-12-15,11-6-136 0,-2 0-84 16,6-6 60-16,5-1 0 0,4-1-72 16,4-3-124-16,0-4-124 0,0 3-112 15,8-7-140-15,0 0-648 0,7 0-1164 0,-15-7-1921 16,28-9-2647-16</inkml:trace>
  <inkml:trace contextRef="#ctx0" brushRef="#br0" timeOffset="23952.576">12195 3426 12057 0,'0'0'2020'0,"0"0"-1464"0,0 0 188 16,0 0 400-16,-83 31-48 0,63-12-292 15,-4 7-212-15,4 6-128 0,8-1 4 16,0 4 140-16,4 3-120 0,4-3-280 0,4 4-112 16,0-9-44-16,0 3-52 0,4-12-88 15,4-1 40-15,4-7 0 16,0-7-88-16,8-3-204 0,-1-3-36 0,2-3-88 16,-1-6-200-16,4-4-356 0,-9-4-620 15,2 3-1480-15,-9 0-2461 0,-5 2-1743 16</inkml:trace>
  <inkml:trace contextRef="#ctx0" brushRef="#br0" timeOffset="24114.199">11984 3673 9308 0,'0'0'2617'0,"0"0"-889"0,0 0-224 0,0 0-332 16,0 0-296-16,0 0 112 0,0 0-148 0,0 0 212 16,0 0-416-16,92-3-184 0,-56 3-52 15,4-6-95-15,0-1-177 0,-1-5-128 16,1 2-132-16,4 1-209 0,-4-1-559 15,4 1-360-15,-17 2-1076 0,17-2-3692 0</inkml:trace>
  <inkml:trace contextRef="#ctx0" brushRef="#br0" timeOffset="24558.994">13514 2895 11129 0,'0'0'2104'16,"0"0"-216"-16,0 0-480 0,0 0-64 15,0 0-260-15,-28 70-76 0,8-19-264 16,1 12-292-16,-9 14-4 0,0 5-35 15,-4 7 123-15,-4 0-224 0,0 4-140 0,0-6-76 16,-4 6-84-16,1-5-12 0,7-5-48 16,0-9-168-16,12-20-172 15,8-13-124-15,4-16-33 0,8-12-91 0,8-13-72 16,8-7-112-16,4-15-560 0,4-9-1436 16,-4 6-2585-16,11-36-3831 0</inkml:trace>
  <inkml:trace contextRef="#ctx0" brushRef="#br0" timeOffset="24895.143">13483 3105 3360 0,'0'0'8477'0,"0"0"-6941"0,0 0-228 15,0 0 136-15,47 70 192 0,-38-29-352 16,2 7-36-16,-3 2-332 16,4 7-259-16,-4 4-197 0,4-4-216 0,-4 3-112 15,4-2-84-15,-4-5-48 16,-1-1-4-16,2-8-92 0,-1-6-60 15,-4-9-64-15,0-7-168 0,-1-7-73 0,-3-2-111 16,0-7-52-16,0-6-60 0,0 0-4 16,-11 0-276-16,3-9-476 0,-12-4-148 15,4-2 384-15,-8-4 592 0,0-1 316 0,0-1 296 16,-4-5 80-16,0 0 300 16,5 1 196-16,3 2 120 0,3 8 328 0,10 2-92 15,7 4 24-15,0 5-212 0,3 1-288 16,14 3-160-16,2-6 12 0,9 3-28 15,4-3-188-15,5-1-92 0,2-6-112 0,-3 1-180 16,3-2-484-16,2 0-412 16,-2-9-732-16,-11 10-2112 0,8-12-3053 15</inkml:trace>
  <inkml:trace contextRef="#ctx0" brushRef="#br0" timeOffset="25192.257">13932 3523 10756 0,'0'0'3265'0,"0"0"-1861"0,-11 68-448 16,3-36 584-16,4 2-132 0,-5 4-4 0,2-6-235 15,3 0-261-15,4-9-240 16,0-4-272-16,8-7-396 0,4-6-60 16,4 1-132-16,0-7 12 0,3 0 8 15,5-10-32-15,0-3-244 0,4-6-160 0,-3 0-21 16,2-4-19-16,-3 2 0 0,-4-2 36 16,0 4 36-16,-4-3 72 0,-5 6-116 15,-2 4 164-15,-5 2 392 0,-4 7 64 16,0 3 296-16,0 3 312 0,0 10 60 0,0 3-20 15,0 6-132-15,0 6-52 16,-4-3 36-16,4-2-48 0,0-1-52 0,0-2-107 16,4-5-293-16,4-5-12 15,3-7-172-15,5 0 3 0,0-6-63 0,4-6-196 16,8-14-144-16,0-2-344 0,4-11-660 16,-8 8-2800-16,12-19-3901 0</inkml:trace>
  <inkml:trace contextRef="#ctx0" brushRef="#br0" timeOffset="25394.704">14729 3251 12597 0,'0'0'1668'15,"0"0"-784"-15,-24 79 776 16,13-40 212-16,-1 5-72 0,3 0-363 0,5 1-493 0,1-1-384 16,3 1-284-16,0 2-252 0,0-6-24 15,0-3-192-15,0-3-268 16,3-5-184-16,6-5-97 0,-1-9 109 15,-4-7 84-15,3-3-76 0,-7-6-428 0,0 0-680 16,0-6-292-16,0-3-952 16,-3-1-2485-16,-9-9-43 0</inkml:trace>
  <inkml:trace contextRef="#ctx0" brushRef="#br0" timeOffset="25534.867">14555 3610 1044 0,'0'0'6900'16,"0"0"-4340"-16,0 0-423 0,0 0-345 15,0 0-152-15,0 0-216 0,0 0-176 0,0 0-156 16,0 0-88-16,0 0-128 15,111-68-319-15,-67 60-205 0,3-3-148 16,1-3-68-16,0-3-136 0,0 4-72 0,-5-2-244 0,-2 2-461 16,-5 3-403-16,-5 4-880 15,-11 0-2588-15,4 3-4441 0</inkml:trace>
  <inkml:trace contextRef="#ctx0" brushRef="#br0" timeOffset="25944.774">15988 3111 4912 0,'0'0'4276'0,"0"0"-2495"16,0 0 183-16,0 0-476 0,0 0-224 0,-95-19-88 15,71 38-104-15,4 10-64 0,-4 13-112 16,0 5 68-16,4 10-148 0,5 6-219 0,-6 4-125 15,2 6 120-15,3 1-132 0,-5 4-96 16,10 2-76-16,-5-5-132 16,11-4-156-16,5-10-36 0,5-5-60 0,11-11-48 15,12-4-12-15,4-9-172 0,7-10-228 16,5-12-144-16,8-10 44 0,4-6-453 16,0-17-823-16,-13 4-1824 0,22-32-2873 15</inkml:trace>
  <inkml:trace contextRef="#ctx0" brushRef="#br0" timeOffset="26261.62">16710 3146 14897 0,'0'0'2336'0,"0"0"-1444"16,-84 31-336-16,48-8 412 16,-12 9 424-16,1 6-235 0,-5 3-165 0,7 4-424 0,2-5-264 15,11-1-76-15,4-1-100 16,8-2-128-16,8-5-84 0,5-3 24 15,7-2-36-15,0-4 0 0,11 3-28 0,9-6 52 16,1 0 24-16,6 0 36 16,1 0 4-16,4-2 8 0,-1-2-72 15,1-1 24-15,-4-2-24 0,4 4 12 0,-8-4-12 16,-4 4-12-16,-4 3-28 0,-7 0 72 16,-6 1 40-16,-3 1 96 0,-8 2 16 15,-8 2-16-15,-4 0-24 0,-8 0 24 16,-8-2-12-16,5-4-12 0,-1-3-64 0,0-3-8 15,4-7-116-15,9-6-308 16,2 0-228-16,9-6-233 0,5-13-367 0,3-3-860 16,3-1-1812-16,25-21-2541 0</inkml:trace>
  <inkml:trace contextRef="#ctx0" brushRef="#br0" timeOffset="26452.291">16897 3709 8776 0,'0'0'6545'16,"0"0"-5061"-16,0 0-156 0,0 0 272 0,0 0-100 15,44 79-43-15,-44-57-453 16,4 0-424-16,-4-3-256 0,7 3-128 0,2-3-88 16,6 1-64-16,10-4-40 0,3-4 40 15,3-6-36-15,5 1-8 0,4-7-48 16,-4 0-172-16,4-11-176 0,-8-1-184 16,3-6-96-16,-7-5-220 0,0-2-297 15,-4-4-983-15,-4 7-2244 0,-8-7-3913 0</inkml:trace>
  <inkml:trace contextRef="#ctx0" brushRef="#br0" timeOffset="26644.831">17227 3638 11249 0,'0'0'2940'0,"0"0"-1788"16,-23 71-260-16,18-40 456 0,-2 6 168 0,3 5 100 16,0-1-435-16,0 4-405 0,-4-4-208 15,3 1-156-15,2-1-196 0,-5 0-216 16,4-2-92-16,0-6-76 0,0 0-316 15,0-12-400-15,4-1-65 0,0-4-207 16,0-6-1032-16,0-7-2556 16,8-10-3785-16</inkml:trace>
  <inkml:trace contextRef="#ctx0" brushRef="#br0" timeOffset="26867.378">17861 3264 14233 0,'0'0'2032'0,"0"0"-1236"16,0 0 36-16,52 95 180 15,-40-58 128-15,-4 8-16 0,-5 3-419 0,6 3-269 16,-5 3-156-16,0 3-64 0,-4-3-104 16,0 6-112-16,-17 1-4 0,-6-1-96 15,-5 0-152-15,-7-3-268 0,-10 4-77 16,-2-4-11-16,-9-7-112 0,0 2-276 15,-4-5-472-15,-3-3-832 0,10-9-2845 16,-34 4-4371-16</inkml:trace>
  <inkml:trace contextRef="#ctx0" brushRef="#br0" timeOffset="75532.436">18710 4159 7884 0,'0'0'2228'0,"0"0"2213"15,0 0-3497-15,0 0-240 0,0 0 436 16,0 0 60-16,0 0-204 0,0 0-300 0,0 0-208 15,0 0-108-15,0 0-100 0,0 0-280 16,0 0-172-16,0 0-244 16,-16-17-8-16,27 21 140 0,2-1-472 0,2 1-464 15,-2-1-964-15,2 3-3185 0,-66-9-5187 16</inkml:trace>
  <inkml:trace contextRef="#ctx0" brushRef="#br0" timeOffset="76226.777">8717 4597 5824 0,'0'0'6717'15,"0"0"-4881"-15,0 0-436 0,0 0 28 16,0 0-80-16,0 0 184 16,80 22-264-16,-33-18-331 15,13-1-65-15,8-3-196 0,0 0-216 0,4-7-136 0,-5 1-68 16,-3-4-88-16,-4-2-168 0,-4 3-108 0,-9-1-52 31,-3-3-236-31,0 1-232 0,-8-4-132 0,-5 2-272 16,-7-1-441-16,-3 2-1327 0,-10 3-2996 0,-7 1-3609 0</inkml:trace>
  <inkml:trace contextRef="#ctx0" brushRef="#br0" timeOffset="76391.617">9342 4524 444 0,'0'0'5948'16,"0"0"-615"-16,0 0-3289 0,-59 95-32 16,43-47-52-16,0 6-196 0,-4 13-128 15,8 6-351-15,-4 6-389 0,9 1-532 0,-6-4-112 16,5-11-240-16,8-3-12 15,0-21-264-15,12-9-52 0,8-17-128 16,4-12 56-16,8-6-108 0,4-12-161 0,3-14-379 16,2-6-1028-16,-9 6-2500 0,19-31-2389 15</inkml:trace>
  <inkml:trace contextRef="#ctx0" brushRef="#br0" timeOffset="76743.344">9864 4245 6432 0,'0'0'2544'0,"0"0"1809"0,0 0-2541 16,-7 101 96-16,-1-44-52 0,0 13-104 16,-1 10-147-16,-2 2-393 0,-2 7-404 15,2 0-84-15,-5 1-400 0,4-2-228 0,-4-2-96 16,4-10-116-16,0-13-40 16,8-9-12-16,4-19-124 0,4-16 100 0,12-9 0 15,4-10-96-15,4-6 80 0,8-13-8 16,0-11 8-16,0-4-44 0,-4-4 48 15,0-3 32-15,-4 3 4 0,-1 2 72 0,-3 14 96 16,-8 6 36-16,0 13 72 16,-8 3 292-16,0 13 84 0,0 7-12 0,0 5-88 15,-4 6-156-15,4-3-96 0,-4 5-8 16,0-5 56-16,4-3-24 0,0-2-88 16,0-8-68-16,4-2-108 0,0-7-36 15,4-3-12-15,3-3-76 0,2-3-224 16,-2-10-112-16,2-1-220 0,2-6-557 15,-3 1-1383-15,0-3-1516 0,-7 2-841 0,2-2-1699 16</inkml:trace>
  <inkml:trace contextRef="#ctx0" brushRef="#br0" timeOffset="77026.795">10279 5161 10648 0,'0'0'4337'16,"0"0"-2125"-16,0 0-544 0,0 0-224 0,0 0-296 16,0 0-167-16,79 65-265 0,-55-65-268 15,4-6-196-15,4-7-116 0,0-6-136 16,4-3-116-16,-4-4-316 0,-4 0-64 0,-4 1 36 15,-4 0-112-15,-5 3 219 16,-2 0 25-16,-13 3 96 0,0 3 124 16,0-1-64-16,-13 5 172 0,-7-1 88 0,1 4 208 15,-5 6-68-15,0 3 4 0,1 9 61 16,2 10 11-16,-7 10 60 0,4 9 96 16,0 9-24-16,-3 4 276 0,7 6-100 15,-4-6-332-15,12-4-280 0,0-5-92 16,12-13-116-16,0-11-260 0,16-5 68 15,3-13 4-15,9 0-16 0,9-13-84 16,2-8-405 0,5-9-939-16,0-3-1284 0,-4-3-2148 0,-8 11-309 0,3-10-254 15</inkml:trace>
  <inkml:trace contextRef="#ctx0" brushRef="#br0" timeOffset="77232.848">10797 5089 6064 0,'0'0'5581'0,"0"0"-2457"0,0 0-316 16,0 0-676-16,12 72-584 15,-12-42-355-15,0 2-153 16,-4-1-268-16,4-1-280 0,0-5-272 0,4-3-64 15,11-10-24-15,6-2-132 0,3-4 0 16,4-6-84-16,4-9-216 16,-1-7-136-16,5-7-84 0,0-2-96 0,-4 3-48 15,0-4 84-15,-1 4-5 0,-3 3 181 0,-4 3-20 0,-7 7 56 16,-6 5 284-16,-3 4 84 16,-4 0 244-16,0 13 48 0,-4 3-168 15,0 3-124-15,0 3-124 0,5 4-20 0,-1 2 80 16,3-3-8-16,5 1-452 15,0-3-1964-15,0-8-3168 0,12 5-2941 0</inkml:trace>
  <inkml:trace contextRef="#ctx0" brushRef="#br0" timeOffset="77583.102">12470 4749 11761 0,'0'0'3944'0,"0"0"-2704"16,0 0 324-16,0 0-8 0,112 23 104 16,-60-20-351-16,7-3-441 0,9-7-420 15,4-5-292-15,4-8-116 0,0 1-40 0,-1-6-120 16,-7 6-108-16,-5-3-160 0,-3 0-264 16,-12 3-352-16,-12 6-153 0,-4 0-1231 15,-16 7-2820-15,-12 3-2829 0</inkml:trace>
  <inkml:trace contextRef="#ctx0" brushRef="#br0" timeOffset="77759.008">12996 4775 8764 0,'0'0'6417'0,"0"0"-5009"0,0 0-724 15,-48 76 344-15,44-50 496 0,0 6-132 16,0-1-251-16,4 4-233 16,0 3-256-16,0-3-228 0,8 3-112 0,-4-3-104 15,9-6-132-15,-2-1-76 0,9-9-144 16,1-6-136-16,2 0-224 0,5-7-236 15,4-3-108-15,3-3-377 0,2 0-827 0,-10-6-2076 16,21-10-2537-16</inkml:trace>
  <inkml:trace contextRef="#ctx0" brushRef="#br0" timeOffset="78415.543">14929 4826 2052 0,'0'0'2296'0,"0"0"5029"0,0 0-4873 0,0 0-624 0,0 0-116 16,0 0-256-16,0 0-204 0,0 0-144 16,0 0-211-16,0 0-301 15,24 70-160-15,-20-52 20 0,-4 2 76 0,0-1-292 16,0-4-164-16,4 2-76 0,-4-8-48 0,0 0 40 15,0-2-64-15,0-1 0 16,0-2-96-16,4-4-168 0,-4 0-112 0,0 0-60 16,4 3-124-16,-4-3-241 15,7 0-943-15,2 0-1012 0,-1 0-1900 0,-1 0-1541 16</inkml:trace>
  <inkml:trace contextRef="#ctx0" brushRef="#br0" timeOffset="79293.269">14961 4842 1304 0,'0'0'1356'0,"0"0"-992"0,0 0-64 0,0 0 132 15,0 0-16-15,0 0 2136 0,0 0-772 16,0 0-524-16,0 0-236 0,0 0 189 16,8-19-29-16,-8 19-24 0,0 0 4 15,0 3-388-15,0-3-148 0,0 0-64 16,0 0 8-16,0 3 12 0,0-3-64 16,0 0-60-16,0 3-40 0,0 0-36 15,0 4-88-15,0 8 72 0,0 5 232 16,-4 6-143-16,0 5-213 0,0 3-92 0,-5 1-4 15,5-3 24-15,1-3-32 0,3-7-28 16,-4-3-36-16,4-7-60 0,0-1 0 16,0-5 48-1,4-4 12-15,-1 2 24 0,6-4-44 0,3 0-52 0,-1 0-4 16,6-6-44-16,-2-7 36 0,5-3-48 0,1-3-12 16,-2-3-12-16,1-4-36 0,0 1-4 15,-4 0 40-15,4-2 36 16,-4 2-60-16,-4 0-24 0,4 6-16 0,-4 0-20 0,-4 7 8 15,0 2 40-15,-1 7 23 16,-3 0-39-16,1 3-44 0,3 3 4 16,-1 6 176-16,-3 7 268 0,0 7 85 15,0 2-37-15,-4 7-48 0,0 0-64 0,0-1-60 16,0-2-20-16,-4-7-16 16,4-3-36-16,0-7 36 0,0-5-24 0,0-1-20 15,4-3-52-15,5-3 120 16,2 0 0-16,6-5 72 0,-2-8-108 15,9-4-96-15,0-8-124 0,4 0-44 0,0-7-84 16,-5 3-112-16,2-3-132 0,-5 1-136 0,-1-1-193 16,-3 4-127-16,0 3-212 15,-4 6-728-15,-4 6-1964 0,9 3-1937 0</inkml:trace>
  <inkml:trace contextRef="#ctx0" brushRef="#br0" timeOffset="79492.877">15797 4934 12357 0,'0'0'2420'0,"0"0"-972"15,0 0-152-15,0 0 136 0,0 86-276 0,-4-68-180 16,1-2-588-16,3-3-388 0,-4-1-12 16,4-2-60-16,0-1-76 0,-5-2-252 15,5-1-124-15,0-6-64 0,0 0-136 16,0 0-176-16,-8 0-428 0,4-2-1256 15,1-4-2569-15,-14-8-2183 0</inkml:trace>
  <inkml:trace contextRef="#ctx0" brushRef="#br0" timeOffset="79627.202">15829 4677 628 0,'0'0'6140'0,"0"0"-1067"15,0 0-3641-15,0 0 344 0,0 0-140 0,0 0-368 16,84 15-688-16,-68-11-412 15,0-2-168-15,8-2-260 0,-1 0-632 16,5-6-808-16,-4 0-2228 0,20-13-3269 0</inkml:trace>
  <inkml:trace contextRef="#ctx0" brushRef="#br0" timeOffset="79811.037">16395 4561 9368 0,'0'0'2977'0,"0"0"-1613"16,-44 84-360-16,20-45 1008 15,5 8 244-15,-5 3-104 0,0-2-623 0,3 0-705 16,6-8-488-16,2-1-336 0,6-14-24 16,7-3-132-16,0-9-208 15,7-6 112-15,10-7-100 0,3 0-156 0,3-7-125 16,1-8-231-16,4-5-652 0,0-2-1236 16,-4 3-2288-16,4-10-693 0</inkml:trace>
  <inkml:trace contextRef="#ctx0" brushRef="#br0" timeOffset="80002.522">16510 4582 7384 0,'0'0'5109'0,"0"0"-2917"16,0 0-1148-16,0 0-28 0,0 0 252 0,-3 78-160 15,-5-42 96-15,-5 2-232 0,6 3-279 0,-1 0-37 16,0 0-76-16,-1 0-204 16,2-3-256-16,3-2-120 0,0-1-48 15,4-7-120-15,4-6-124 0,4 0-180 16,4-9-364-16,4-2-321 0,4-3-495 15,-1-5-872-15,1-3-2380 0,1 0-6009 16</inkml:trace>
  <inkml:trace contextRef="#ctx0" brushRef="#br0" timeOffset="80443.21">17638 4898 3436 0,'0'0'1564'16,"0"0"3464"-16,0 0-3351 0,0 0 251 0,0 0-80 16,0 0 8-16,0 0-188 0,79 83-200 15,-70-38-324-15,-9 13-303 16,0 5-321-16,0 10-112 0,-12 5-68 0,-4 5 0 0,-4 3 56 15,0-6-168-15,-4-1-168 0,4-9-60 16,9-3-44-16,-2-14-112 16,9-2-168-16,0-9-40 0,4-11 16 0,0-8-52 15,4-8-156-15,4-8-233 16,1-7-415-16,2-17-476 0,1-11-776 0,0-9-1580 16,4-15-381-16,-4 11-1963 0</inkml:trace>
  <inkml:trace contextRef="#ctx0" brushRef="#br0" timeOffset="80652.08">17770 5051 2584 0,'0'0'5892'0,"0"0"-239"16,0 0-4301-16,0 0-420 0,0 0 340 15,95-57-176-15,-71 51-76 0,0 3-200 0,-1 3-236 16,-2 0-112-16,3 6 101 0,-9 0-113 0,2 7-288 16,-10-3-160-16,1 2-4 15,-8 4 40-15,0 6-36 0,-8 0 60 16,-7 7 24-16,-5 0-88 0,-12 2-4 15,4 1-4-15,-8 0-132 0,8-7-172 0,0-3-132 16,13-5-97-16,-2-9-99 0,14-4-112 16,3-4-272-16,0-7-416 0,11-9-1192 15,2 2-1797-15,15-19-2731 0</inkml:trace>
  <inkml:trace contextRef="#ctx0" brushRef="#br0" timeOffset="80946.846">18188 5153 8928 0,'0'0'6617'15,"0"0"-5201"-15,0 0-668 0,44 73 412 0,-33-54 248 16,2-10-152-16,-2 1-307 0,10-10-297 16,3 0-252-16,3-7-208 0,6-8-192 15,2-7-156-15,1-4-400 0,0 0-124 16,-4-2-1-16,-4 5 49 0,-4 2 48 0,-9 4 60 16,-2 2-80-16,-13 2-268 15,0-3 180-15,-4 4 296 0,-13-1 396 16,1 4 112-16,-3 2 124 0,-5 4 208 0,-1 3-112 15,1 16-36-15,-3 3 112 16,3 9 80-16,-4 7 88 0,4 7 12 0,4-1 20 16,1 3-39-16,6-6-157 0,1-6-232 15,9-7-180-15,3-5-172 0,3-8-104 16,9-5-4-16,4-7-13 0,9 0-83 16,2-10-232-16,5-6-432 0,0-5-860 0,-9 4-3192 15,10-15-2733-15</inkml:trace>
  <inkml:trace contextRef="#ctx0" brushRef="#br0" timeOffset="81176.243">18690 4988 1188 0,'0'0'9660'0,"0"0"-7911"0,0 0-741 15,0 0 652-15,0 0-68 0,28 79-212 0,-28-43-164 16,4-3-372-16,-4 6-244 16,0-7-128-16,0-1-116 0,0-5-268 0,0-4-88 0,0-3-80 15,0-7 80-15,0-1 96 16,0-8-35-16,4 0-13 0,-4-3 100 15,4 0 8-15,-1-3-12 0,10-7-144 0,2-2-40 16,6-8-104-16,3-2-40 16,4-3-289-16,4-7-283 0,-1 3-160 15,1-2-112-15,0-5-244 0,0 6-1044 0,-9 3-3085 16,5-7-4423-16</inkml:trace>
  <inkml:trace contextRef="#ctx0" brushRef="#br0" timeOffset="81912.248">19164 4961 3588 0,'0'0'2488'0,"0"0"72"0,0 0-620 16,0 0 281-16,0 0 39 0,72 77-212 16,-72-42-428-16,-9 6-356 0,-2 1 16 15,-6-4-283-15,2-3-353 0,-1-3-320 16,0-9-264-16,4-4-56 0,4-8-4 0,8-4-48 16,0-4-60-16,0-3-172 0,4 0-288 15,12-7-77-15,4-5 269 0,4-4 48 0,4-3 24 16,0-6 0-16,0 3 20 15,-4-4-8-15,-5 7 156 0,-6 0 44 16,-2 7 92-16,-3 5 196 0,-3 3 244 0,-5 4 24 16,0 0 72-16,0 0-52 0,0 4-179 15,0-1-109-15,-5 4-88 16,1-1 12-16,4-1-20 0,0 2-100 0,0-3-8 0,0-1-56 16,13-3 16-16,-2 0-132 15,9 0 84-15,4-9-64 0,0-1-9 0,4-3-27 16,-4 1 28-16,0 2 20 0,-5-2 40 15,-2 6 32-15,-2 1-20 0,-6 5 96 16,-5 5 36-16,-1 1 208 16,1 9 268-16,-4 1 33 0,0 5-157 0,0 6-96 15,0-5-52-15,0 0-32 0,0-3-40 0,0-6-128 16,4 0-40-16,0-6-48 16,5-5 40-16,2-2-212 0,6 0 4 15,2-7-208-15,5-5-216 0,4-4-225 0,4 0-123 16,-4-3-176-16,-4 4-232 15,-1 2-140-15,-3 0 444 0,-8 6 484 16,-3 0 596-16,-5 5 12 0,-1 2 556 0,-3 0 540 16,0 0-108-16,0 7-116 0,-3 2-96 15,-1 4 120-15,0 2 96 0,-1 2-116 16,1-2-219-16,0-2-221 0,4 0-172 0,0-4-128 16,4-2-76-16,5-5-60 15,2 3-84-15,10-5 36 0,-2-5-28 0,5-4-80 16,4-4-160-16,0-2-156 0,0-4-137 15,0 3-83-15,-5-3-56 0,1-1-96 16,-3 2-316-16,3-4-816 0,-5-3-680 16,1-5-1185-16,-1-5 1257 0,2-2 436 15,-1-5 768-15,-1-6 232 0,2 1-432 16</inkml:trace>
  <inkml:trace contextRef="#ctx0" brushRef="#br0" timeOffset="82261.421">20316 4724 992 0,'0'0'2556'0,"32"-76"-432"0,-21 44-432 0,6 10-60 15,-10 6 140-15,5 4-115 0,-3 7-101 16,-9 3-264-16,4 2-236 0,-4 0-132 15,0 9-156-15,0 7 280 0,0 7 68 16,0 5-176-16,0 7 117 0,-4 6-125 16,-5 7-64-16,1 0-204 0,-3-1-180 15,2 4-220-15,1 3-164 0,1-3-100 0,3-4-96 16,4-1-144-16,0-9-48 0,0-2 104 16,4-7 124-16,7-2-120 0,6-4 36 15,-6-3-72-15,6-5-52 0,-6-9-68 16,1 2-124-16,-8-5-96 0,4-2-4 0,-4 0-97 15,-4-6-319-15,0-2-176 0,-8-6-500 16,-4-8-316-16,-4-3 48 16,0-4 424-16,-8-4 840 0,5 0 488 0,-6-3 168 15,-3 1 260-15,8 4 484 0,1 6 316 16,6 2 120-16,9 11 344 16,4 2 16-16,0 7-280 0,13-1-340 0,6 2-284 15,9 2-296-15,13-7-84 0,10 3 60 16,5-4-72-16,4 1-244 15,3-5 0-15,1-1-232 0,-8-4-460 0,-4 2-384 16,-5 2-340-16,-15 0-1080 0,0-2-3425 0</inkml:trace>
  <inkml:trace contextRef="#ctx0" brushRef="#br0" timeOffset="82544.634">20806 5054 15529 0,'0'0'2248'0,"0"0"-1504"16,0 0-252-16,0 0 144 0,32 74 344 15,-13-68 164-15,9-4-527 0,4-2-617 0,4 0-48 16,4-5-192-16,0-9-249 16,-5 2-239-16,1-4-16 0,-8 4 96 0,-4-4 68 0,-12 3 12 15,-3 3 268-15,-9 1 300 16,0 3 112-16,-13 3 296 0,-6-1-28 16,-5 4 52-16,-8 4 108 0,0 11-64 15,-4 1 24-15,-1 10-88 0,2 2-60 16,3 3 13-16,4 1 35 0,0-3-60 0,13 0-204 15,2-4-136-15,9-6-76 0,4 0-80 16,13-3 60-16,6 0-64 16,9-3-216-16,4 0-133 0,8-1-87 0,4-3-196 15,-1-5-856-15,-11-1-3416 0,12-3-5281 16</inkml:trace>
  <inkml:trace contextRef="#ctx0" brushRef="#br0" timeOffset="83925.359">22547 4597 6152 0,'0'0'80'0,"0"0"5509"0,0 0-3381 0,0 0-24 0,0 0-416 16,0 0-108-16,28 108-340 0,-21-54 29 0,-7 13-321 15,0 12-312-15,0 10-260 0,-4 3-116 16,-3 0-76-16,3 3 12 0,0-2-240 15,4-5-36-15,-5-6-96 0,5 2 88 16,0-12-160-16,0-5-132 0,0-10-52 0,5-12-44 16,3-14 92-16,-1-12-68 15,1-8-224-15,5-11-216 0,-2 0-377 0,-3-19-723 16,5-4-1260-16,-6 0-2605 0,-3-24-3895 0</inkml:trace>
  <inkml:trace contextRef="#ctx0" brushRef="#br0" timeOffset="84177.399">22698 4702 6836 0,'0'0'4341'0,"0"0"-2241"0,0 0-324 0,0 0-316 16,99-32 32-16,-71 29-332 0,4 3-204 16,0 0-264-16,4 3-252 15,-4 4-136-15,0 2-120 0,-1 3-100 0,-3 7-76 0,-7 0 0 16,-5 6 89-16,-8 2 39 0,-8 8-28 15,-8-1-108-15,-12 12-132 0,-12 0-64 16,-8 6-49-16,-8 1 77 0,-4 4-112 16,-3-2-112-16,3-8-216 0,4-3-104 15,12-9-84-15,4-6-72 0,12-10-676 16,8-6-1300-16,8-7-3189 0,4-6-195 16</inkml:trace>
  <inkml:trace contextRef="#ctx0" brushRef="#br0" timeOffset="84408.741">23304 5492 9156 0,'0'0'5801'0,"0"0"-5245"16,0 0-556-16,0 0-28 0,0 0 28 0,0 0 328 16,0 0-140-16,0 0-112 0,0 0-76 0,83 42-4 15,-74-29 4-15,-5 8 64 0,-4-1 280 16,0 2 28-16,0-3 28 0,0 0 20 15,-4-6-48-15,4-7-48 0,0 0-164 0,0-6-160 16,0-3-68-16,4-10-572 16,3-5-604-16,5-11-1012 0,-3 7-3925 15,6-26-615-15</inkml:trace>
  <inkml:trace contextRef="#ctx0" brushRef="#br0" timeOffset="84545.216">23507 5007 13909 0,'0'0'2988'0,"0"0"-1848"0,0 0-276 16,0 0 572-16,0 0-304 0,87 35-259 0,-51-26-449 16,5-3-424-16,-2-2-72 0,5-4-376 15,-4 0-413-15,0 0-567 0,-16 0-1112 16,12-4-3592-16</inkml:trace>
  <inkml:trace contextRef="#ctx0" brushRef="#br0" timeOffset="85760.711">22000 4130 5944 0,'0'0'1264'0,"0"0"3113"16,0 0-2777-16,0 0-24 0,0 0-384 0,0 0-76 15,0 0-48-15,0 0-388 0,-19 73-252 16,-1-34-96-16,0 5-88 16,-7 1-48-16,-1 2-84 0,0-2-112 0,-4 5-80 15,0 5-28-15,-9-5-16 0,10 4-24 16,-1-7 4-16,9-2-16 0,6-10-136 15,10-6-12-15,7-10 36 0,11-6-132 16,9-1-168-16,8-2 176 0,8-1-4 16,4 7 100-16,4 1 164 0,-4 8 136 15,-1 6 172-15,-7 10 376 0,-4 4 260 0,-4 6 32 16,-5 0-80-16,-2-1-112 16,-6 1-84-16,2-3-176 0,-5-8-216 0,3 2-168 15,-2-7-4-15,-5-3-68 0,0-4 16 16,-1-3-80-16,5-6-184 0,-4-2-136 0,5-4-172 15,2-7-188-15,2-6-412 16,2-3-892-16,2-4-1912 0,6-19-2661 0</inkml:trace>
  <inkml:trace contextRef="#ctx0" brushRef="#br0" timeOffset="86164.054">24172 4410 5764 0,'0'0'10365'0,"0"0"-10161"16,0 0-204-16,80-26 0 0,-40 17 16 16,-4 2 620-16,-1 7-400 0,-3 0-236 15,-4 3-52-15,-4 10 52 0,-8 4 300 0,-4 1-164 16,-8 5 112-16,-4 5 148 15,-12 0 36-15,-8 8 60 0,-4 2 24 16,-11 0-164-16,-5 0-144 0,3 0-148 0,2 0 40 16,3-6-92-16,8-4 4 0,12-5-12 15,4-7-124-15,8 3-32 0,0 0-4 16,4-1 96-16,4 8 64 0,8 0 84 0,0 4 160 16,4 3 112-16,-1 2 204 15,2-3 461-15,-5 3-357 0,3 0-168 16,-2-5-180-16,-6 6-172 0,2-4-60 0,-2-4 64 15,-7 1-40-15,0-4-36 0,-4 4 0 0,0-3-24 16,0-1-48-16,-8 0-12 0,-3-3-204 16,-6-3-584-16,-3-3-444 15,-3-3-621-15,3-3-3615 0,-20-1-8577 16</inkml:trace>
  <inkml:trace contextRef="#ctx0" brushRef="#br0" timeOffset="86279.608">24842 5616 12449 0,'0'0'6220'0,"0"0"-6124"0,0 0-96 16,0 0-516-16,0 0-664 0,0 0-1636 15,-84-25-2093-15,40 15-3019 0</inkml:trace>
  <inkml:trace contextRef="#ctx0" brushRef="#br0" timeOffset="87727.555">6159 6581 4772 0,'0'0'912'0,"0"0"4761"0,0 0-3993 16,0 0-396-16,0 0 140 0,0 0-668 16,-80 13-296-16,44 10-260 0,-3 5-100 0,-5 4 76 15,8 0 44-15,8 2-8 16,5 1-40-16,6-6-72 0,6-4-24 0,7-3-76 16,4-3 4-16,8 0 0 0,12 0 112 15,3 1 220-15,14-1-188 0,2 0-68 16,5 0-80-16,4 0-48 0,-5 0 24 15,2 0 24-15,-10-3 48 0,-7 3-36 0,-8 0 0 16,-4 4 36-16,-8-2 236 16,-4 8 84-16,-4-1-60 0,-4 4-176 0,-12 3-84 15,0 1 4-15,-8-3-48 0,-4 0-4 0,5-5-64 16,-1-8-32-16,-1-5-64 16,10-5-72-16,2-7-136 0,2-3-172 15,7-3-252-15,-1-7-176 0,5-5-600 0,0-8-752 16,13-2-1857-16,-6 6-1471 15,21-16 4064-15</inkml:trace>
  <inkml:trace contextRef="#ctx0" brushRef="#br0" timeOffset="87975.417">6498 7258 144 0,'0'0'872'0,"0"0"7284"0,84 57-4955 16,-65-36-1265-16,5 6-388 0,-3-2-68 0,-2-6-208 16,-3-2-584-16,-4-12-356 0,4 2-196 15,0-7 12-15,0 0 108 0,8-12-160 16,-1-5-96-16,5-2-244 0,0-6-124 0,-4-2-12 15,-3 2-36-15,-2 3 108 0,-6 4 124 16,-6 5 96-16,-3 4 88 0,-4 2 116 16,-4 3 44-16,-7 1 244 0,-6 0-108 15,2 0-196-15,-13 0-88 0,4 3-12 16,-4 0-92-16,0 3 8 0,0 3-28 16,4 4-24-16,4-1-36 0,4 4-60 0,4-3-140 15,0 5-432-15,0 1-800 0,5 0-1384 16,3-4-3213-16</inkml:trace>
  <inkml:trace contextRef="#ctx0" brushRef="#br0" timeOffset="92713.063">8685 6991 4028 0,'0'0'8317'15,"0"0"-6621"-15,0 0-280 0,0 0 300 16,0 0-56-16,0 0-412 16,88-67-380-16,-64 49-248 0,4-8-195 0,4 5-73 15,0 0-84-15,-4 2-136 0,-1 7-84 16,-3 2-40-16,0 7 64 0,-7 3-72 16,-6 10-180-16,1 5 60 0,-8 11 116 0,0-1-92 15,-4 11 44-15,-8 5 48 16,0 3-48-16,-7 10 52 0,2 0 88 0,1 6-16 15,0 0-60-15,0 4 60 16,8-4-12-16,4-3 36 0,0-5 40 0,12-8-40 16,8-12-96-16,8-7 4 0,4-9 36 0,8-10-36 15,-1-6 4-15,6-12-8 16,-2-15-64-16,1-3-192 0,4-12-204 16,-9-3-293-16,-2-2-211 0,-1-3-356 0,-12-1-868 15,-5 15-3088-15,-10-17-4253 0</inkml:trace>
  <inkml:trace contextRef="#ctx0" brushRef="#br0" timeOffset="92926.86">9247 6736 6612 0,'0'0'5585'0,"0"0"-4041"16,0 0-772-16,0 0 188 0,-24 77 548 0,20-36-444 16,4 11-312-16,0 5-88 0,0 6 24 15,0 7-128-15,4 6-96 0,1 4-136 16,-2 2-48-16,1 3-75 0,0 2-81 15,-4-5-80-15,4 1-44 0,-4-7-96 16,0-6 20 0,0-9-217-16,0-11-275 0,4-12-140 0,5-10-64 0,2-15-24 15,1-13-268-15,8-10-708 0,4-15-604 0,-1-11-505 16,1-7-2767-16,-7 7 608 0,11-27 5036 16</inkml:trace>
  <inkml:trace contextRef="#ctx0" brushRef="#br0" timeOffset="93062.922">9773 7249 4316 0,'0'0'10917'16,"0"0"-9521"-16,0 0-708 0,91-4 560 16,-67 11 64-16,1-1-528 0,-1 0-356 15,-9 4-204-15,2-4-224 0,-2-3-156 0,1 0-416 16,-4 0-348-16,-4 0-444 0,0-3-1416 16,-4 0-4549-16</inkml:trace>
  <inkml:trace contextRef="#ctx0" brushRef="#br0" timeOffset="93196.483">9937 7461 13877 0,'0'0'4204'0,"0"0"-3588"0,0 0-76 0,0 0 476 0,0 0-224 15,0 0-328-15,0 0-208 16,75 67-256-16,-55-67-128 0,0 0-320 16,4-10-492-16,-4 0-456 0,-1 5-1252 0,1-6-4221 15</inkml:trace>
  <inkml:trace contextRef="#ctx0" brushRef="#br0" timeOffset="94646.742">11462 6859 312 0,'0'0'10168'0,"0"0"-8507"15,0 0-181-15,0 0-288 0,0 0-248 16,0 0-76-16,0 0-96 0,-11 82 120 16,3-32-216-16,-5 18-196 0,-2 4-24 0,-5 10-56 15,-1 8 4-15,-2-2 156 0,-5 1 109 16,4-6-413-16,-4-1-112 0,4-12-144 15,0-7-56-15,1-9-52 0,6-12-64 16,6-13-9-16,7-14-99 0,-1-11-184 0,5-4-316 16,0-11-384-16,9-14-128 0,6-9-480 15,5-11-436-15,5-9 340 16,-6-3-501-16,5-1-551 0,-8 2-312 0,0-4 860 16,-4 2 2372-16,-4-2 236 0,0 3 376 15,-4-1 940-15,3 7 1300 16,2 4-760-16,-5 9-152 0,4 9 209 0,-1 8-493 15,-3 7-180-15,5 9-256 0,-1 5-228 16,3 0-240-16,2 8-148 16,6 11 72-16,1 11-56 0,1 4-288 0,-2 10-140 0,1 8-8 15,0 1 24-15,-4 5 60 16,0-4 109-16,-4-4 23 0,-1-2-280 16,-2-4-120-16,-1-5-4 0,-4-11-92 0,0-2 20 15,-1-8 4-15,-3-4-84 16,0-6-196-16,0-4-209 0,0-1-119 0,0-3 8 0,-3-7 32 15,-5 2-208-15,-4-8-4 16,-4 0 68-16,0-3 312 0,0 1 472 16,-8-5 12-16,5 1 112 0,-6 0 52 0,1 0 172 15,4 3 112-15,5 3 120 0,3 4 100 16,7 3-16-16,5 6-148 0,0 0-100 16,9 0-100-16,6 0 24 0,6 0 148 15,7 3-63-15,7-3-241 0,1 0-172 16,4-3-12-16,0-7-4 0,-4 0-108 15,-1-2-325-15,1-4-367 0,-8 0-356 16,-4 4-280-16,0-4-780 0,-8 4-984 16,0-2-1829-16,-4 1-863 0,-8 4 5896 15,3 6-1771-15,-7 0 2670 0,0 3-899 0,0 3 1580 16,0 9 752-16,-3 1 5417 0,-1 9-5145 16,-4 0-644-16,4 10-340 0,0 0-256 15,4 3-208-15,0 0-255 0,0 1-285 16,0-8-108-16,4-2-72 0,8-5-156 15,-5-9-216-15,10-1-64 0,-2-8-100 0,2-3 16 16,-2 0 24-16,9-14-168 0,0-4-136 16,0-4-24-16,-4-4-24 15,4-2 64-15,-4 2 103 0,-1 4 113 0,-6 3 116 16,-5 3 16-16,4 4 80 0,-8 5 29 16,-4 0 51-16,4 7 140 0,-4 0 172 15,0 10 72-15,0 3-228 0,4 3-124 16,-4 3-68-16,4 3-76 0,-4 0 12 15,7 4 36-15,2-5-12 0,-1-4-4 16,3-2-80-16,2-5-120 0,2-10-60 0,6 0-172 16,-2-10-204-16,5-8 60 0,4-8-160 15,0-9-329-15,0 3-727 0,4-3-608 16,-4 0-704-16,0-2-973 0,0 2-139 16,-9-7 72-16,1-2 2932 0,-4-7 832 0,-4 1 600 15,0-5 572-15,-8 8-168 0,1 9 6296 16,-5 13-4023-16,3 8-301 15,1 11-652-15,0 6-724 0,4 0-376 0,0 10-88 16,0 8-152-16,0 8-248 0,0 9-132 16,4 6-36-16,-4 3 185 0,0 7 455 0,8-3-352 15,-4 3 96-15,4-7-60 16,3 1-388-16,-2-8-204 0,-2-1-60 16,-2-5-60-1,-2-5-304-15,1-4-168 0,-3-5-36 0,-2-6 12 0,-3-4-88 16,-4-4-537-16,0 1-843 0,-8-4-884 15,-8 0-1520-15,-8-4 271 0,1-3 933 0,-9-1 1044 16,-5-5 1820-16,5-4 540 0,-7-5-120 16,3 3 872-16,0-6-508 0,1 6 6668 15,3 0-5019-15,8 7-485 0,7 5-4 0,6 3 4 16,11 4-336-16,0 0-436 16,11 0-264-16,6 0 76 0,11 4 268 0,4-4-80 15,7 0-156-15,9 0-200 0,0-7-144 16,4 0-63-16,0-4-81 0,-1 1-112 15,-3-2 0-15,-4-1-172 0,0 1-169 16,-8-5-231-16,-1 4-356 0,-7 4-360 16,-3-1-868-16,-6 1-2520 0,-3 2-2917 15</inkml:trace>
  <inkml:trace contextRef="#ctx0" brushRef="#br0" timeOffset="95243.882">13765 7111 2164 0,'0'0'0'0,"0"0"0"0,0 0 3984 15,0 0-2048-15,-43-62-212 0,30 55 5 0,2 3 11 16,-2 4-268-16,6 0-436 0,-9 11-120 15,4 4-32-15,-4 13-8 16,0 14 12-16,4 9-80 0,-4 9-52 0,0 6 156 0,0 8-307 16,0-2-129-16,4 5-128 15,-4-4 40-15,4-2-208 0,0-13-140 16,8-3-40-16,4-14-108 0,0-5-12 0,8-11-24 16,5-7-40-16,6-7-116 15,9-8-148-15,4-3-112 0,12-17-21 0,0-5-151 16,4-12-540-16,-1-8-1600 0,-7 7-3381 15,12-25-3935-15</inkml:trace>
  <inkml:trace contextRef="#ctx0" brushRef="#br0" timeOffset="95558.306">14394 7077 7716 0,'0'0'8665'0,"0"0"-7297"15,0 0-676-15,0 0 12 0,-83 92 472 0,59-61-216 16,-8 4-119-16,4 1-309 0,1-1-276 15,6-7-64-15,2 4-84 0,3-7-108 16,4 3-8-16,4-5-112 0,3 2 48 16,5-3 12-16,0-3 12 0,5 4 0 0,7-4 48 15,4 3 0-15,4 0 4 16,4 3 0-16,0 5 8 0,-5-1 40 0,5-1-4 16,0-3-40-16,-3 0 76 0,-6 1-76 15,-3-4 40-15,-4 0-40 0,0-3 40 16,-8 4 24-16,0-2 24 15,-12 1-48-15,-8 3-48 0,-4-1 0 0,0-6-48 16,-8 1-108-16,4-6-232 0,-4-4-168 16,5-2-113-16,3-7-183 0,0-2-4 15,8-9-148-15,0-5-580 0,5-6-912 0,6-3-2133 16,5 3-2587-16,0-17 5192 0</inkml:trace>
  <inkml:trace contextRef="#ctx0" brushRef="#br0" timeOffset="95772.502">14598 7632 116 0,'0'0'13865'16,"0"0"-11809"-16,0 0-888 0,0 0 280 0,0 0-52 15,20 74-164-15,-20-49-491 0,-4 4-341 16,-4-1-228-16,4 1-28 16,4-1-24-16,0 1-112 0,0-7-8 0,16-3 0 15,0-3-12-15,4-6-60 0,-1-1 68 16,5-6-56-16,4-3 48 15,-4 0-108-15,4-6 12 0,-3-10-208 0,-6-4-329 16,5-2-267-16,-4-3-164 0,-4-1-936 16,-4 1-3472-16,-8 3-3525 0,-4-3 6297 15</inkml:trace>
  <inkml:trace contextRef="#ctx0" brushRef="#br0" timeOffset="95931.962">14825 7597 3676 0,'0'0'8741'0,"0"0"-5629"16,0 0-1944-16,-32 86-620 0,24-51 84 0,0 3 540 15,5 3-20-15,-1-2-80 16,4 3-451-16,0-9-281 0,4-3-176 16,-1-2-164-16,1-3-108 0,0-2-196 0,0-8-301 15,0 2-371-15,-4-12-140 0,4-2-52 16,1-3-624-16,-2-8-2528 0,-3-3-3729 16,4-10 4137-16</inkml:trace>
  <inkml:trace contextRef="#ctx0" brushRef="#br0" timeOffset="96191.844">15268 7204 5064 0,'0'0'7489'0,"0"0"-5909"16,0 0-452-16,0 0-120 0,91 85 136 16,-68-57-116-16,2 5-44 0,-5-1-140 0,0 3-244 15,-1 0-164-15,2 2-108 16,-6 5-71-16,5-1-113 0,-12 4-100 0,5-5-44 15,-10 6-88-15,-3-2-8 0,-3 0-73 16,-10-3-15-16,-2 5-24 0,-6-9-96 16,-7 1-12-16,0-3 108 0,0-10 12 15,-3-2-144-15,-5-5-224 0,4-8-148 16,0-6-464-16,0-4-964 0,1-4-2204 0,10-3-2517 16,-7-12 5753-16</inkml:trace>
  <inkml:trace contextRef="#ctx0" brushRef="#br0" timeOffset="96594.22">16120 7706 3264 0,'0'0'260'15,"0"0"5400"-15,0 0-3095 0,0 0-113 16,0 0-524-16,0 0-404 0,0 0-300 16,0 0-292-16,0 0-212 0,123 5-24 15,-58-5 169-15,6 0-357 0,8 0-216 0,5 0-280 16,0-5-12-16,-5-2 0 0,1-3-52 16,-8-1 4-16,-9-3-252 15,-7-5-296-15,-7-2-353 0,-10-6-151 0,-3-1-1216 16,-12 6-3784-16,-8-14-5105 0</inkml:trace>
  <inkml:trace contextRef="#ctx0" brushRef="#br0" timeOffset="96820.367">16997 7308 4484 0,'0'0'8745'0,"0"0"-7377"16,0 0-824-16,91 33 272 0,-55-18 52 15,4 7-184-15,-5 0 36 0,2 7 44 16,-9-4-372-16,-5 1-184 0,-3 2-48 0,-8 5 48 15,-7-5-48-15,-5 7-28 0,-13-1 28 16,-15 6-84-16,-7 0-76 16,-5 2-4-16,-4-1 0 0,-4 1-56 0,0-5-124 15,5-6-48-15,7-6-416 0,4-1-200 16,8-12-292-16,8-6-952 16,8-2-4021-16,8-11-2591 0</inkml:trace>
  <inkml:trace contextRef="#ctx0" brushRef="#br0" timeOffset="97425.44">18682 7035 704 0,'0'0'2152'15,"0"0"3860"-15,0 0-4924 0,0 0-276 16,0 0-103-16,0 0 239 0,0 0 252 16,0 0 120-16,0 0-240 0,0 0-376 0,0 0-168 15,0 0-28-15,-72-16-88 16,36 35-208-16,-3 7-128 0,-10 6-84 16,-7 6-56-16,5 0 56 0,-5 3 112 0,8-2 84 15,1-2 24-15,7-2 76 16,12-6 452-16,8-7-224 0,8-6-256 0,4-3-268 15,8-4-24-15,8 4-48 0,12-1 12 16,8 4 60-16,7 4-8 0,10-2 0 16,2 5 8-16,1 3 4 0,-4-4 68 15,0 6 12-15,-8 0 40 0,-4 5 96 16,-4-5 96-16,-9 0 437 0,-3 0-197 0,-8 2-276 16,-4-5-76-16,-4 1-48 0,0-5-80 15,-8 5-28-15,-3-4-40 0,-6-2 0 16,-2 2 0-16,-5-7-8 0,-4 2-44 15,0-5-4-15,0-2-16 0,0-4-116 16,4-3-72-16,1-3-196 16,6 0-12-16,2-3-41 0,6-7-35 15,1-2-96-15,8-7-396 0,0-3-1060 0,12-4-2256 0,1 5-2717 16,11-12 1206-16</inkml:trace>
  <inkml:trace contextRef="#ctx0" brushRef="#br0" timeOffset="99016.444">13068 8883 13073 0,'0'0'4412'0,"0"0"-3052"0,0 0-404 16,0 0 460-16,0 0-299 0,91 42-89 0,-46-33-264 15,6 1-272-15,9-4-224 0,0-6-88 16,-1-3-180-16,-3-6-12 15,0-4-400-15,-4 0-92 0,-8-3-196 0,-1 0-184 16,-11 4-345-16,-8 1-811 0,-7 5-2140 16,-10 4-1949-16,-7-2-2607 0</inkml:trace>
  <inkml:trace contextRef="#ctx0" brushRef="#br0" timeOffset="99212.427">13526 8915 4060 0,'0'0'104'15,"0"0"6909"-15,0 0-5333 0,0 0-560 0,-79 60-68 16,66-34 232-16,-2 5-36 0,2 5-136 15,2 2-228-15,-1 6-52 0,4 0 32 16,-4 0-243-16,4 1-125 0,3 0-132 16,2-7-144-16,3-5-16 0,3-8-12 15,10-4-44-15,7-4-136 0,0-5-12 16,4-5-140-16,4-5-40 0,3-2-232 0,5-7-252 16,9-5-237-16,2-3-259 0,1-5-892 15,-8 4-3268-15,16-12-4509 0</inkml:trace>
  <inkml:trace contextRef="#ctx0" brushRef="#br0" timeOffset="99673.154">15534 8941 11177 0,'0'0'2100'16,"0"0"-172"-16,16 88-420 0,-12-37-104 15,-4 3-40-15,0 4-300 0,-4-1-160 0,-3 0-211 16,-2-6-137-16,1-1-108 15,0-6-208-15,5-5-188 0,-5-4-52 16,3-10-88-16,5-6-68 0,0-3-208 0,0-9-156 0,0-5-293 16,9-2-223-16,-2 0-496 15,-3-6-1184-15,4-3-2901 0,-4-1-3179 16,1-9 8600-16</inkml:trace>
  <inkml:trace contextRef="#ctx0" brushRef="#br0" timeOffset="99840.556">15606 9340 1292 0,'0'0'10561'0,"0"0"-8909"0,0 0-272 0,0 0 408 16,0 0-52-16,104 0-372 0,-73 7-424 16,9-1-124-16,8-2-135 0,12-4-41 15,8 0-96-15,3-10-288 0,1-6-184 16,4-3-64-16,0-3-8 0,-5-4-56 0,1-2-236 16,-9-1-348-16,-7 1-293 0,-4 2-211 15,-16 1-312-15,-8 6-1220 0,-13 0-2736 16,-2 9-3165-16,-13 1 6217 0</inkml:trace>
  <inkml:trace contextRef="#ctx0" brushRef="#br0" timeOffset="100076.144">16411 9036 7980 0,'0'0'2372'16,"0"0"-867"-16,0 0-57 0,0 0-156 16,0 0 132-16,0 0-272 0,79-19-320 0,-51 19-176 15,4 3-68-15,-4 6-108 0,4 5-76 16,0 0-28-16,-1 5 40 0,-3 4 96 15,0-1-184-15,-3 4-183 0,-5-1-81 16,-9 0-64-16,1 2-48 0,-7 0-269 16,-1 2-95-16,-4 0-124 0,-13 0-148 15,-6-1-124-15,-5 5-56 0,-4-3-264 0,0-2-200 16,-8 5 96-16,4-8-524 16,0 0-1113-16,0-2-2827 0,12-11 2460 0,-12 1 2312 15</inkml:trace>
  <inkml:trace contextRef="#ctx0" brushRef="#br0" timeOffset="100883.662">18065 8985 1252 0,'0'0'1512'15,"0"0"5788"-15,0 0-5523 0,0 0-193 16,0 0-452-16,0 0-148 0,0 0-92 0,0 0-56 16,0 0-128-16,0 0-104 0,0 0-24 15,-5-16 32-15,5 16-48 0,0 3-64 0,0 0-160 16,0-3-96-16,0 7-76 0,-8-4-44 16,4 4 9-16,1 2-1 0,-5-3 16 15,-1 0-16-15,5-2-24 0,0 3-20 16,4-7-40-16,-3 5-36 0,-1-5 84 15,0 7-12-15,4-5-24 0,-9 5 24 16,5 3 4-16,-3-1 32 0,3 3 48 16,-8 5 608-16,3 2-464 0,2 0-144 15,-5 7-72-15,3-4-12 0,2 6 12 0,-1 3-32 16,0 5-16-16,0 5-44 0,4 4 4 16,-4 2 0-16,4 3 40 15,4-1-44-15,0 2-4 0,0-4-84 0,8 0-4 16,3-2-8-16,10-4-72 0,-1-3-192 15,-1-9-244-15,9-4-36 0,0-3-160 16,4-9-417-16,4-6-915 0,-8-4-2628 0,16-6-3233 16</inkml:trace>
  <inkml:trace contextRef="#ctx0" brushRef="#br0" timeOffset="101390.357">18591 9175 9344 0,'0'0'1781'16,"0"0"371"-16,0 0-212 0,15 82-268 16,-11-36-76-16,0 11-404 0,-4 3-284 0,0 7-44 15,0 9-51-15,0 0 179 0,0 3-144 16,0 2-392-16,5-6-188 16,-5-5-124-16,0-3-84 0,0-10-60 0,3-3-44 15,-3-10-76-15,0-3-136 0,4-9-32 0,-4-7 0 16,4-8-4-16,-4-8-132 15,4-6-60-15,0-3-132 0,-4-3-113 0,4-11-135 16,0-7-632-16,-4-8-964 0,0-3-2036 16,0-5-1389-16,0 5-402 0</inkml:trace>
  <inkml:trace contextRef="#ctx0" brushRef="#br0" timeOffset="101650.231">18554 9372 7808 0,'0'0'5401'0,"0"0"-4305"0,0 0-668 16,0 0 16-16,0 0 1188 0,0 0-256 16,88-47-280-16,-60 37-312 0,-4 4-268 15,4 3-68-15,0 0 4 0,-4 3-51 0,-1 3-269 16,-3 9-128-16,1 4 132 0,-10 7-76 0,1 2-56 16,-7 3 8-16,-1 1-12 0,-4 6 0 15,-4-3 12-15,-1-4 60 16,-7 1-72-16,5-4-4 0,-1-6-44 0,-5 0-24 0,2-2-256 15,-2-3-413-15,2 0-139 16,-1-4-112-16,3 2-376 0,-2-6-1496 16,3 4-3177-16,-5-4-1371 0,6 4 6056 0</inkml:trace>
  <inkml:trace contextRef="#ctx0" brushRef="#br0" timeOffset="101879.766">18973 9934 6352 0,'0'0'3036'15,"0"0"-31"-15,0 0-2009 0,0 0-248 0,0 0 140 16,88 16-148-16,-77-13-300 0,2 3-72 16,-2 1-56-16,-3 2-112 0,-4 1-40 15,1 4 148-15,-5 4 4 0,0 4-4 16,0 1-48-16,-5-2 60 0,-3 2 12 0,0-1 48 16,5-6-48-16,-1-1-184 0,0-8-148 15,4-1-8-15,0-6-80 0,0 0-96 16,0-6-588-16,4-10-176 0,0-3-508 15,7-6-1232-15,-3-5-2369 0,-3 9-1583 0,-1-10 5624 16</inkml:trace>
  <inkml:trace contextRef="#ctx0" brushRef="#br0" timeOffset="101993.162">19144 9620 1840 0,'0'0'6608'0,"0"0"-3543"0,0 0-729 15,0 0-476-15,0 0-332 0,83 6-564 16,-62 0-396-16,-1 5-284 0,-1-5-284 15,2 0-36-15,-1 1-480 0,-5-5-488 16,2-2-948-16,2 0-3861 0</inkml:trace>
  <inkml:trace contextRef="#ctx0" brushRef="#br0" timeOffset="102570.189">20077 9125 6552 0,'0'0'2388'0,"0"0"1581"0,0 0-2165 0,0 0 8 16,24 72-332-16,-17-26-64 15,1 1-328-15,-8 7-88 0,0 1-319 0,-4-3-197 16,-3-4-144-16,-1-7-172 0,3-6-168 16,1-3 0-16,0-13-84 0,4 1-60 15,0-11-244-15,0 0-341 0,0-5-207 16,4-4-212-16,5 0-416 0,-5 0-1092 0,3-6-2317 16,-3-5-1435-16,0 6 3720 0,-4-9 1308 15</inkml:trace>
  <inkml:trace contextRef="#ctx0" brushRef="#br0" timeOffset="102741.12">20124 9560 2300 0,'0'0'484'0,"0"0"4744"0,0 0-2135 0,0 0-1005 16,0 0-524-16,0 0-220 0,0 0-128 0,0 0-68 15,0 0-140-15,108-38-148 16,-69 31-216-16,10 1-144 0,2 0-39 0,1-4-37 16,4 0-168-16,4 1-168 0,-4-3-88 15,0-1-84-15,-5 0-364 16,-3-3-561-16,-5-3-371 0,-7 3-564 0,-4 0-2592 15,-16 4-3505-15,-8-1 2778 0</inkml:trace>
  <inkml:trace contextRef="#ctx0" brushRef="#br0" timeOffset="102960.49">20694 9274 3216 0,'0'0'80'0,"0"0"-80"0,0 0 6368 15,0 0-4111-15,0 0-213 16,0 0-452-16,107-6-460 0,-70 6-260 0,-1 8-168 0,3 3 120 15,-3 1-184-15,-1 4-176 16,-7 0-124-16,-3 3-84 0,-5 0-36 16,-9 4-120-16,-3-2-100 0,-8 5 0 0,0 3 4 15,-15-1 36-15,-6 4-40 0,-3 3-48 16,-8 1-124-16,1-6-268 0,-1 5-132 16,0-6-216-16,0-4-256 0,8-3-560 15,5-9-2672-15,2-3-4273 0</inkml:trace>
  <inkml:trace contextRef="#ctx0" brushRef="#br0" timeOffset="103556.575">21499 9188 1292 0,'0'0'5248'16,"0"0"-819"-16,0 0-2773 0,0 0 76 0,0 0-180 15,0 0 36-15,0 0-264 0,0 0-88 16,0 0-236-16,99 36-220 0,-67-34-111 15,0-2-221-15,5 0-196 0,-2-2-144 16,1-5-108-16,-4 0-8 0,3-2-220 16,-3 0-220-16,-4-1-280 0,-7 0-185 15,-2 1-39-15,-3 3-248 0,-8 2-644 0,-4-2-1016 16,-4 6-1557-16,0-3-1027 16,-4 3 2916-16,-11 0 1548 0</inkml:trace>
  <inkml:trace contextRef="#ctx0" brushRef="#br0" timeOffset="103759.394">21794 9192 3088 0,'0'0'820'0,"0"0"3580"16,0 0-2584-16,0 0-515 0,0 0-285 16,0 0-148-16,-48 70 148 0,40-49-96 15,0 2-176-15,0 2-216 0,-4 4-16 0,1 3-52 16,2 2-28-16,-3-3-36 0,5 5-100 16,-2-4-84-16,5-4-4 15,4-6 0-15,0 2-36 0,4-10 0 0,5-1-112 16,10-7-60-16,1 1-180 0,8-7-112 15,4 0-252-15,4-7-84 0,3-5-304 16,6-1-584-16,-6-2-1260 0,1-5-2981 16,-12 8-1262-16</inkml:trace>
  <inkml:trace contextRef="#ctx0" brushRef="#br0" timeOffset="104025.155">22408 9179 1420 0,'0'0'7976'0,"0"0"-5731"0,0 0-633 0,0 0-228 16,0 0-88-16,0 0-140 0,-73 83-92 15,58-55-224-15,2 0-128 16,6 7 44-16,-5 0-12 0,8 3-196 0,-1 0-171 16,1 4-113-16,4-4-44 0,0 0-64 15,9-3-156-15,3-9-8 0,3-1-4 16,2-10 0-16,7-2-292 0,0-6-108 0,8-7-145 15,0-4-151-15,3-8-132 16,1-4-192-16,0-4-924 0,-1-2-1980 16,-3 0-1833-16,-8 7-755 0,0-11 5825 0</inkml:trace>
  <inkml:trace contextRef="#ctx0" brushRef="#br0" timeOffset="104277.109">22778 9251 3020 0,'0'0'0'0,"0"0"0"0,0 0 4032 16,0 0-1480-16,0 0-743 0,0 0-413 15,0 0 172-15,0 0-156 0,0 0-48 16,-12 99-260-16,8-57-108 0,-4 5 132 16,0 1-216-16,0-1-219 0,0 4-245 15,0 7-156-15,-4-2-208 0,0 5-8 16,-3 3 20-16,-2 2-24 0,-3-3-72 0,1 1-4 16,2-5-8-16,-2-4 12 15,-1-1-48-15,7-10-88 0,-2-5-68 0,7-11-112 16,4-6-132-16,4-9-173 15,0-7-23-15,4-6-212 0,8 0 84 16,4-12-216-16,3-7-704 0,2-6-1036 0,-1-5-2549 16,-5 5-1963-16,2-16 7020 0</inkml:trace>
  <inkml:trace contextRef="#ctx0" brushRef="#br0" timeOffset="104527.012">22822 9293 1684 0,'0'0'11017'0,"0"0"-9833"0,0 0-980 16,0 0 516-16,0 0 336 0,75-36-188 15,-51 36-356-15,0 0-240 0,0 7-12 0,-4 5 64 16,0 5 8-16,-9 2-220 16,-2 0-112-16,-9 3 124 0,0 4-40 0,-13-1 28 15,-6 0 0-15,-1 3-40 0,-8-2-60 16,0 3-12-16,-4-4 0 0,0-2-124 15,0-1-184-15,1-5-432 0,6-3-292 16,2-1-372-16,11 0-1068 0,4-3-2977 16,8-4-723-16,4-4 5364 0</inkml:trace>
  <inkml:trace contextRef="#ctx0" brushRef="#br0" timeOffset="104758.599">23156 9744 2784 0,'0'0'10233'0,"0"0"-8641"15,0 0-876-15,0 0 164 0,0 0 220 0,0 0-356 16,0 0-52-16,76 50-100 16,-64-33-212-16,-8 1-64 0,4 4 28 0,-4 3-52 15,-4 2-36-15,4-2 12 0,-4 0 36 16,4 1 293-16,-4-4-113 16,4-3-144-16,-4-7-124 0,4-1-96 0,0-8-72 15,0-3-48-15,3 0-152 0,2-3-260 16,-1-11-180-16,0-2-201 0,3-5-155 15,6-5-264-15,-6-3-1052 0,2-2-1804 0,-6 8-1885 16,5-17-219-16</inkml:trace>
  <inkml:trace contextRef="#ctx0" brushRef="#br0" timeOffset="104885.76">23355 9451 104 0,'0'0'8888'0,"0"0"-4755"0,0 0-2445 0,0 0-456 15,88 25-352-15,-60-25-344 16,4 0-328-16,0-5-208 0,-4-2-1068 0,-4-2-1200 16,8-7-4153-16</inkml:trace>
  <inkml:trace contextRef="#ctx0" brushRef="#br0" timeOffset="105142.805">23993 9229 3964 0,'0'0'1448'0,"0"0"4629"0,0 0-3509 0,0 0-500 16,84 64-332-16,-65-42-280 0,1 1-392 16,-3 5-188-16,2-2-219 0,-2 6-365 0,-6-5-292 15,2 5-12-15,-6 0-244 16,-3 0-97-16,-4 0-159 0,0 2 28 0,-4-4-20 15,-8 1 4-15,-7 1 20 0,-9-4-96 16,-4 1-564-16,-8 0-1192 0,0-1-2077 16,4-9-3003-16,-16 6 6484 0</inkml:trace>
  <inkml:trace contextRef="#ctx0" brushRef="#br0" timeOffset="105632.312">24754 9055 1056 0,'0'0'11537'15,"0"0"-8833"-15,0 0-1048 0,44 63-612 16,-32-31 212-16,-4 6-176 0,0 0-156 0,-1 7-352 16,-3 2-291-16,1 1-125 0,-1 3 12 15,-4 0-68-15,4-7-100 0,-4 4-8 16,-4-7-92-16,-5-3-140 0,-6-3-125 15,-5 3-339-15,-8-3-408 0,-12 0-224 0,-3-4-1216 16,-10 5-2929-16,14-11-3563 16,-25 7 8560-16</inkml:trace>
  <inkml:trace contextRef="#ctx0" brushRef="#br0" timeOffset="111360.12">18885 8057 4424 0,'0'0'2044'0,"0"0"-576"16,0 0-404-16,0 0-324 0,0 0-200 0,-84 61 2121 0,69-51-1361 15,3-2-352-15,-4-1-44 0,8-3 24 16,0-1-208-16,-1 0-188 0,9-3-52 16,-3 0 48-16,3 3-72 0,0 1-200 15,7 2-196-15,6 3 160 16,2 7 88-16,9 3-28 0,4 0-136 0,0-3-8 16,4-4-64-16,0 2 48 0,0-9-112 0,0-1-8 15,0-4 12-15,3-4 40 0,1-1-40 16,-4-2 52-16,0-6-64 15,-4 5-8-15,0-6-4 0,-8 4-36 0,-5-2-16 16,2 6-20-16,-10-4-12 0,-3 4-28 16,5-4 4-16,-1 4-16 0,-4-3-44 15,-1-1-40-15,5 1 36 0,-8-4 88 16,0 3 8-16,0-2-20 16,0-1-140-16,-8-4-8 0,-3-2 12 0,-6-2 44 15,2 2 104-15,-1-4-52 0,-4 4 76 0,8-3 56 16,-4 3 4-16,8-4-108 0,0-2 44 15,8 3 64-15,0-4-124 0,0 5 128 16,12-2 0-16,0 4 8 0,0 0-12 16,8 4-76-16,-5-1 16 0,6 2 72 0,3 2 60 15,0 2 16-15,4 1 32 0,-5 3-8 16,5 3-88-16,0 3 100 0,-4 0-64 16,0 0 112-16,-1 7-160 0,-2 4-24 0,-5 6-36 15,-4-1 60-15,-5 5 96 16,2 5-84-16,-9 2 28 0,0 4-40 15,0 0 4-15,0 3-4 0,-9 0-52 0,5 0 4 16,-3 0 40-16,-1-4 8 0,-5 1 68 16,10 0-64-16,-1-6-4 0,4-7-4 15,0 0-68-15,0-4 72 0,11-2 0 16,6-7 60-16,3 4 76 0,3-10 148 16,9 0-100-16,12-3-88 0,7-10-84 15,9-3-12-15,9-6-136 0,-2 0-260 0,5-5-600 16,-1 2-952-16,-19 10-1228 0,20-8-2233 15</inkml:trace>
  <inkml:trace contextRef="#ctx0" brushRef="#br0" timeOffset="112091.433">26180 8788 6200 0,'0'0'6189'0,"0"0"-4697"0,0 0-176 0,8 83 28 16,-8-48-348-16,-4 0-300 15,-4-1-216-15,-3-5-288 0,6-4-192 0,1-3-84 16,4-5-116-16,0-9-84 0,4-1-96 16,1-3-328-16,3-4-496 0,-1-4-1320 15,-3-11-2825-15</inkml:trace>
  <inkml:trace contextRef="#ctx0" brushRef="#br0" timeOffset="112225.18">26272 8462 12269 0,'0'0'1416'16,"0"0"-1264"-16,0 0 80 0,0 0 500 0,76 0-580 15,-44-5-152-15,-5 5-1228 16,1 0-1577-16,13 0-3603 0</inkml:trace>
  <inkml:trace contextRef="#ctx0" brushRef="#br0" timeOffset="112492.491">26779 8651 14261 0,'0'0'1816'0,"0"0"-1324"0,0 0 168 16,0 0 788-16,-56 74-272 0,43-58-416 0,1-1-444 15,5 1-256-15,3 0 4 0,4-3-64 16,4-1-96-16,7 4 48 0,10-2 48 15,-2 0 32-15,5 0-28 0,0-5 0 0,4 4 4 16,0 0 64-16,-5-1-64 16,-3 1 116-16,-3 3-16 0,-2 0-24 15,-7 0 16-15,-8 6-16 16,0-3-24-16,0 4-60 0,-12-2 0 16,1-2-72-16,-6 1 24 0,2-5 48 0,-1-2-60 0,-5-3-40 15,2-4-180-15,3 0-256 0,0-6-124 16,0 0-296-16,0 0-340 0,4 0-1212 15,-4-3-3305-15</inkml:trace>
  <inkml:trace contextRef="#ctx0" brushRef="#br0" timeOffset="113077.892">27894 8690 7776 0,'0'0'2320'0,"0"0"-555"16,0 0-485-16,0 0-32 0,0 0 64 0,0 0 276 16,0 0-312-16,0 0-452 15,79 95-88-15,-66-56-164 0,-6 1-84 0,-3-1-124 16,-4-1-168-16,0-7-124 0,0-2-72 0,4-4-4 15,0-8-156-15,0-5 52 16,4-5 12-16,4-5-16 0,4-2 16 0,8-9 48 16,0-8-48-16,8-1 20 0,-4-10-80 15,3-1 8-15,1 0 16 16,-4 4 44-16,-4-1 28 0,-8 5 0 0,-4 2-64 16,-4 5-36-16,0 5 64 0,-4 6 84 15,-4 3-60-15,0 0-40 0,0 7-48 16,0 5 160-16,0 1 160 0,0 6 108 0,0-4-60 15,4 5 0-15,-4-8 84 0,4 1-24 16,4-7-60-16,4-2 12 16,-4-4 8-16,8-4-43 0,0-5 11 0,3-4-16 15,2-9-72-15,-1 0-104 16,-1-3-4-16,5-1-120 0,-7 0-172 16,2 1-193-16,-3 0-159 0,-4-4-236 0,4 4-396 15,0 2-932-15,-5 4-1844 0,10 3-2517 16</inkml:trace>
  <inkml:trace contextRef="#ctx0" brushRef="#br0" timeOffset="113428.359">28783 8843 13341 0,'0'0'2016'0,"0"0"-1048"16,0 0 316-16,0 0 124 0,-13 72-292 0,17-66-520 15,8-6-280-15,8 0 244 0,4-9-183 0,4-4-233 0,8-6-144 16,-1-4-208-16,6-2-181 0,-6 0 49 15,-7 3-12-15,0 0 68 16,-8 3 116 0,-12 3 8-16,-4 0-36 0,-4 0 24 0,-4 3 16 0,-8 4 32 15,-7-1-36-15,-2 8 160 0,-3 2-12 0,4 2 48 16,-3 14-36-16,-1 3 136 0,3 7 72 0,2 5 72 16,3 4 28-16,0 3 104 0,4 4-80 15,0 2 8-15,8-6-36 0,4-3-171 16,0-6-69-16,8-8-64 0,7-4-12 15,10-10-32-15,6-5 40 0,1-4 0 16,9-9-141-16,-2-8-183 0,1-3-220 16,4-3-160-16,-4 0-112 0,-4-7-192 15,-1 0-388-15,1 0-460 0,-4-3-616 16,-8 10-1605-16,4-19-1523 0</inkml:trace>
  <inkml:trace contextRef="#ctx0" brushRef="#br0" timeOffset="113589.987">29483 8407 5092 0,'0'0'5592'0,"0"0"-3859"16,-12 73-317-16,9-35 316 0,-10 4 196 16,2 2-260-16,3 1-288 0,-5-1-564 0,6-3-424 15,-1-3-308-15,0-6-84 0,8-4-244 16,0-9-292-16,0-2-60 0,8-9 60 16,0-1-52-16,4-7-224 0,4 0-404 15,0-9-560-15,3-8-848 0,-6 5-1949 16,10-16-1123-16</inkml:trace>
  <inkml:trace contextRef="#ctx0" brushRef="#br0" timeOffset="113788.153">29850 8122 3544 0,'0'0'5628'0,"0"0"-4256"16,0 0-275-16,0 0 335 0,0 0 184 0,4 72-196 15,-8-34-232-15,0 6-148 0,-4 2 8 16,0 4-80-16,0 2-224 0,0 0-284 15,-4 6-192-15,-4-1-219 0,1 1-49 0,-6-4-61 16,5-1 49-16,-3-5-136 0,6-7-288 16,2-6-184-16,7-6-176 15,4-10-160-15,0-3-564 0,7-10-1484 0,10-3-3801 16</inkml:trace>
  <inkml:trace contextRef="#ctx0" brushRef="#br0" timeOffset="114449.644">30456 8851 3920 0,'0'0'3112'15,"0"0"-828"-15,0 0-399 0,0 0-153 16,0 0-420-16,0 0-188 0,0 0-68 0,0 0-120 15,0 0-80-15,0 0-192 0,0 0-208 16,-49 17-128-16,26 14 200 0,3 4 80 16,-4 6-36-16,0-6 25 0,8 0-125 15,0-6-204-15,4-7-224 0,8-6-44 16,4-7-48-16,0-5-24 0,8-4 24 16,9 0 48-16,6-9 132 0,5-8-132 0,4-2-84 15,8-10-232-15,0 2-96 0,-1-3 11 16,2-1 109-16,-2-1 72 0,1-3-12 15,-1-4-96-15,-2-5-160 16,-1 0 84-16,-4 0 48 0,-4-5 220 0,-9 2 124 16,-3 3 0-16,0 0 12 0,-8 2 64 15,-4 5 24-15,0 1 32 0,-4 7 28 0,0 4 72 16,0 9 16-16,-4 7 44 0,0 5 24 16,0 4 0-16,-4 0-108 15,0 10-60-15,-8 12 8 0,0 7 52 0,0 12 120 16,-7 7 25-16,-1 9-53 0,-4 3-32 15,0 4-24-15,0 3-64 0,0-1-72 16,0-5-96-16,8-4-12 0,4-7-120 0,4-8-16 16,5-4-188-16,7-10-176 15,0-5-117-15,11-8-115 0,5-5-100 16,8-7-520-16,0-3-436 0,8-6-1012 0,-8-1-2273 16,8-11-563-16</inkml:trace>
  <inkml:trace contextRef="#ctx0" brushRef="#br0" timeOffset="114724.054">30822 9020 7400 0,'0'0'5349'0,"0"0"-3049"0,0 0-728 16,0 0-216-16,0 0-52 0,8 76-200 0,0-63-396 16,4-6-140-16,8-5 41 15,8-2-269-15,7-6-136 0,6-10-204 16,-2 0-104-16,1-7-284 0,-4 4-84 0,-5 1-65 16,-6 2 89-16,-5 0 20 0,-5 3-12 15,-6-2 108-15,-5 2 136 0,-4 0 100 16,0 4 96-16,-13-4 136 0,2 4-40 15,-5 2 136-15,0 4 160 0,-4 3-172 16,0 10-48-16,-4 5-4 0,4 5 40 16,-3 2-36-16,3 3 72 0,8-3-76 0,-1 0-60 15,6 0-100-15,3 1-8 0,4-7 0 16,4 0-96-16,3-6-60 0,10-1 32 16,-2-6 28-16,2-3 36 0,6 0-232 15,-3-3-344-15,4-4-392 0,0-2-972 16,-4 3-1900-16,8-7-2877 0</inkml:trace>
  <inkml:trace contextRef="#ctx0" brushRef="#br0" timeOffset="115116.496">31320 9076 7824 0,'0'0'8249'0,"0"0"-6737"0,0 0-1128 0,0 0 872 0,0 0-164 16,92-21-388-16,-60 9-120 0,7-5-319 15,2-2-265-15,-2 0 0 0,1 0-121 16,-4 0-439-16,-5-3-416 0,1 3-224 0,-8 0-432 15,1 0-500-15,-10-1-624 0,-6 1-113 16,-5 4-63-16,-4-5 328 0,-4 2 308 16,-5-1 1148-16,-6 3 1148 0,-2 0 1240 15,2-4 532-15,-2 8 0 0,6 3-80 16,-1 2-188-16,0 3-184 0,8 4-376 0,-4 0-195 16,0 11 43-16,0 1 220 15,4 4 80-15,-4 7 140 0,0 2 172 16,4 6-240-16,-4 4-252 0,0 7-140 0,0 2-196 15,-4 7-104-15,0 0-116 16,-4 6-188-16,0 3-44 0,5-2-48 0,-6 1-76 16,2-1-88-16,2-4 4 0,2 0 84 15,-2-3-48-15,9-7 44 0,1-3-108 16,3-6 104-16,0-6 8 0,0-3 0 0,0-12-12 16,3 0-100-16,-3-4 40 0,0-8-36 15,0 2-40-15,4-4-264 16,-4-4-212-16,0-5-172 0,5-3-340 0,3-7-428 15,0-7-948-15,3 8-2861 0,9-28-2799 0</inkml:trace>
  <inkml:trace contextRef="#ctx0" brushRef="#br0" timeOffset="115268.72">32026 9109 13521 0,'0'0'1896'0,"0"0"-1528"16,-8 66 60-16,-5-40 1004 0,2 2-12 15,-2-2-404-15,2-5-564 0,3-1-440 0,-5-4-8 16,6-3-8-16,-1-4-136 0,4-5-484 16,-4-4-492-16,3 0-532 0,2-4-1068 15,-1-12-5497-15</inkml:trace>
  <inkml:trace contextRef="#ctx0" brushRef="#br0" timeOffset="115841.971">32046 8997 13773 0,'0'0'2628'0,"0"0"-2052"0,0 0 784 16,0 0-44-16,0 0-544 0,0 0-528 16,83 4-180-16,-71-1-64 0,4 3-156 15,-4 1-52-15,-4 0-100 0,0 5-168 16,-8 3-88-16,0 5 108 0,-8 2 172 16,-8 6 100-16,0 1-4 0,-4-4 152 15,4 1 36-15,4-3 396 0,4-9 308 16,4-3-228-16,4-5-328 15,4-4-100-15,8-2-12 0,8 0 188 0,0 0-44 16,8-8-180-16,8-5-548 0,-4 1 44 16,-4-2 60-16,0 1 12 0,-5 1-36 15,-3 2 8-15,-4 4 112 0,-8 3 208 0,0 0 140 16,-8 3 288-16,0 0 432 0,0 3 36 16,-8 0-168-16,-4 7 52 15,4-1-188-15,-4 0-196 0,9 4-108 0,-2-6-76 0,1-4-72 16,4 1-60-16,0-4-16 0,4 0 28 15,4 0 48-15,4 0 328 16,4-7-72-16,0-6-244 0,4 1-12 0,4-5-168 16,-4-1-40-16,4-1 36 0,4-7-96 15,0-3-84-15,4-3-80 0,-1-2-68 16,1-8-20-16,4-5-84 0,0-7-280 16,-1-3-220-16,2-7-268 0,-1 1 12 0,-4 2-612 15,-5 4-1045-15,-3 13 3017 0,-8 15 312 16,-8 13 1876-16,-4 7 97 15,-1 9-505-15,-3 0-308 0,0 2-248 0,0 9-332 16,0 1 8-16,0 11 384 0,-3 5-380 16,-5 4-199-16,4 3-113 15,-8 3-144-15,-4 3-108 0,1 1-100 0,-6 2-60 16,1 3-120-16,-8 4-12 0,5 0-48 16,-1 0-4-16,0-4-4 0,0-2-40 15,8-3 0-15,0-1-108 0,4-6-328 0,0-10-640 16,8-6-901-16,0-4-4183 0</inkml:trace>
  <inkml:trace contextRef="#ctx0" brushRef="#br0" timeOffset="115979.303">32965 9369 16525 0,'0'0'3152'0,"0"0"-2416"15,0 0-384-15,0 0-352 0,0 0-48 0,0 0-452 16,0 0-812-16,0 0-1560 0,-91-76-6617 15</inkml:trace>
  <inkml:trace contextRef="#ctx0" brushRef="#br0" timeOffset="133093.956">8335 12278 3664 0,'0'0'10081'0,"0"0"-8373"15,0 0-1192-15,0 0-176 0,0 0 508 16,0 0 380-16,0 0-196 0,0 0-88 16,92 9-276-16,-45-6-216 0,5 0-172 15,0-3-51-15,3 0-21 0,1-6-40 0,0-3-36 16,0-4-132-16,4-3-112 0,-4 0-116 16,-5-1-113-16,-3-4-375 0,-8 5-360 15,-8 3-236-15,-8 0-744 0,-13 4-2188 16,-7-1-2793-16</inkml:trace>
  <inkml:trace contextRef="#ctx0" brushRef="#br0" timeOffset="133334.94">8829 12216 6704 0,'0'0'2092'0,"0"0"245"0,0 0-1217 16,0 0-264-16,0 0 476 0,0 0 44 15,-56 81-136-15,48-59-308 0,4 6-276 16,-4 4-216-16,0 5-32 0,0 5 32 15,-4 6-124-15,0-1-144 0,1 8-12 0,2-1-88 16,-3-4-24-16,9-2-44 0,-1-6-4 16,4-8-96-16,0-2-28 15,4-10 4-15,7 0-16 0,2-6 28 0,6-3 44 16,1-3 16-16,4-8-24 0,12 3-124 16,-4-5-504-16,11-7-200 0,2-5-28 15,2-5-516-15,-11 4-1508 0,23-6-4217 16</inkml:trace>
  <inkml:trace contextRef="#ctx0" brushRef="#br0" timeOffset="133641.487">9777 12284 432 0,'0'0'8748'0,"0"0"-4531"0,0 0-3405 16,0 0-596-16,0 0 188 0,0 0 680 0,0 0-4 15,-92 44-236-15,80-22-252 0,1 11-112 16,-2 0 24-16,5 7-28 0,1 4-108 16,3 6-160-16,-5 4-48 0,5 4-88 0,0-5-64 15,4-2-4-15,0-9 44 0,4-4-24 16,9-9-24-16,2-4-72 0,2-6-12 15,6-6-40-15,1-4 28 0,4-3-100 16,0-6-380-16,8-3-196 0,-5-7-316 16,-3 1-872-16,12-7-4197 0</inkml:trace>
  <inkml:trace contextRef="#ctx0" brushRef="#br0" timeOffset="134471.572">10893 12176 432 0,'0'0'10765'0,"0"0"-9097"16,0 0-560-16,0 0-144 0,0 0 548 16,0 0-308-16,0 0-484 0,0 0-264 0,-104 26-88 15,64-7 12-15,1-1 144 0,-10 8 64 16,2 2-212-16,-1 4-72 0,1 0-84 0,2 6 0 15,2 3-75-15,-2 4-45 16,6 2-88-16,3 4 0 0,0 0 36 0,12-3-44 16,4-4 8-16,5-6 60 0,11-7-24 15,-1-6 0-15,5-5-48 0,5-4 4 16,6-6 4-16,1-1 4 0,4-5 84 16,5-1-96-16,2-3-8 0,1 0-100 0,8-7 0 15,-4-2-48-15,3-7-89 16,1 0-23-16,0-3-12 0,-4-3-48 0,-4 2-12 15,-4-2 56-15,0 7 104 0,-12-2 80 16,4 5 88-16,-8-1 12 0,-4 4 24 16,0-1 112-16,-8 4-52 0,0-3-36 15,-4-1-44-15,-4 3 8 16,4 4 96-16,-3 0-96 0,-2 3-12 0,2 0-160 16,2 0-72-16,-2 6-60 0,6 1-64 15,-3 3-12-15,5-1-248 0,7-3-660 0,0 1-1224 16,0-1-2645-16,4-6-2003 0</inkml:trace>
  <inkml:trace contextRef="#ctx0" brushRef="#br0" timeOffset="134730.755">11168 12290 3132 0,'0'0'9065'0,"0"0"-7585"0,0 0-440 15,0 0 104-15,0 0 48 0,99 57-124 16,-78-35-256-16,2 4-284 0,1 0-148 0,4 5-136 16,-4 1-84-16,0 3-84 15,-1 3-64-15,-6 0 0 0,-2 0-12 16,-6 0-8-16,-5-3-336 0,-4 3 172 0,0-6 12 16,-9 0 28-16,-3-1-76 0,-3-2-28 15,-5-4-84-15,-5 4-160 16,1-4-348-16,-7-3-268 0,3-2-456 0,4-7-1184 15,-12 1-2849-15</inkml:trace>
  <inkml:trace contextRef="#ctx0" brushRef="#br0" timeOffset="147298.667">12195 12284 5184 0,'0'0'5256'0,"0"0"-3403"0,0 0-549 15,0 0-288-15,0 0-20 0,0 0 296 16,0 0-176-16,0 0-128 0,0 0-252 0,0 0-124 16,0 0-100-16,17 95-52 0,-13-58 185 0,0 9-173 15,-1 4-132-15,1 4-96 16,-4 7-52-16,4 2 40 0,-4 7 32 16,0 0 160-16,0 0-100 0,-4-1-252 0,-3 2-72 15,-1-5-4 1,3-6-56-16,1-3 0 0,0-5-24 0,4-5 0 15,-4-9 0-15,4-3 0 0,0-7-76 0,0-5-32 16,4-4 12-16,4-7-112 16,-3-2-168-16,3-4-12 0,-5-6 24 0,1 0-89 15,0 0-155-15,0-6-384 0,0-6-612 16,1-8-248-16,-5 5-1140 0,0-27-3605 0</inkml:trace>
  <inkml:trace contextRef="#ctx0" brushRef="#br0" timeOffset="147625.705">12184 12319 5976 0,'0'0'336'0,"0"0"3856"0,0 0-3135 16,0 0 87-16,0 0 220 15,0 0 76-15,23-70-260 0,-18 60-296 0,6 4-304 16,1 0-232-16,1 0-40 0,6 1-112 15,5 3-76-15,0-1-56 16,0 3-56-16,8 5 76 0,-4 6-32 0,-1 1-52 16,-3 7 8-16,0 1 4 0,-7 5-12 15,-6 4-4-15,-3-1-4 0,-4 3 16 16,-4 5-8-16,-4-1 48 0,-8 0-36 0,-4 0 88 16,-3 2-92-16,-2-2 36 15,1-3-44-15,-3-3-8 0,-1-1-104 0,0-2-132 16,8-6-384-16,-4-6 24 0,4 2-104 15,4-6-76-15,-4-3-300 0,4-2-648 16,4-5-1293-16,1 0-2931 0</inkml:trace>
  <inkml:trace contextRef="#ctx0" brushRef="#br0" timeOffset="148742.609">12646 13144 1332 0,'0'0'12'0,"0"0"248"0,0 0 276 16,0 0-56-16,0 0 4140 0,0 0-2648 16,0 0-368-16,0 0-383 0,0 0 7 15,0 0-72-15,83-51-32 0,-67 42-144 0,-4-4-256 16,4 4-164-16,-8 2-80 16,4 1-108-16,-4 3-92 0,-4 0-68 15,-4 3-80-15,4 0-20 0,-4 0 72 0,0 0 24 16,0 6 24-16,0 3-12 0,0 8-60 15,0-2-40-15,0 7 4 0,0 5-28 16,-4 0-84-16,0 2 64 0,1-1-28 16,-2 4-44-16,1-3-4 0,4-7 48 15,0 0 12-15,0-3-12 0,0-6 16 16,0-1-60-16,4-1 44 0,4-5-36 0,-4-4 60 16,8-2-60-16,0 0 48 15,0 0-12-15,3-8-48 0,2-9-172 16,3 2-108-16,-4-11-320 0,0 1-364 0,-5-4-368 15,-3 1-600-15,-4 1-2320 0,-4-6-3393 16</inkml:trace>
  <inkml:trace contextRef="#ctx0" brushRef="#br0" timeOffset="148890.157">12749 12856 3924 0,'0'0'1292'0,"0"0"3740"0,0 0-3231 16,0 0-469-16,0 0-164 0,0 0 156 15,0 0-320-15,0 0-348 0,0 0-396 16,80 12-260-16,-64-12-244 0,4 0-748 0,-1 0-456 16,-6 0-1412-16,2-6-6005 0</inkml:trace>
  <inkml:trace contextRef="#ctx0" brushRef="#br0" timeOffset="151536.553">13702 12281 508 0,'0'0'456'0,"0"0"668"0,0 0 4892 16,0 0-4348-16,0 0 89 0,0 0-373 0,0 0 192 16,0 0-100-16,0 0-88 0,0 0-212 15,0 0-232-15,15-3-124 0,-15 3-160 16,0 0-124-16,5-4-123 0,3 1-133 16,3 3-64-16,9-3-44 0,0 0-40 0,13-4-36 15,-2 7-44-15,1-2-52 16,4-2 0-16,-4 1 0 0,0 3-4 15,-1-3-68-15,-3 0-12 0,0-3 0 0,-4 2-48 16,-8-2-160-16,4 2-305 0,-8-3-267 16,-4 7-224-16,0-2-424 15,-8 2-1124-15,0 0-2425 0,0 0-2031 0,-12 0 3761 16</inkml:trace>
  <inkml:trace contextRef="#ctx0" brushRef="#br0" timeOffset="151763.754">14001 12249 3136 0,'0'0'480'15,"0"0"5924"-15,0 0-5359 0,0 0-209 16,0 0 60-16,0 0 568 0,0 0-112 0,0 0-308 16,0 0-400-16,-60 70-108 0,56-50 56 15,-1 1 172-15,5 5-212 0,0-1-148 0,-4 3-136 16,4 4-108-16,-3 3-76 16,-1-2-24-16,0-3-48 0,0-2-12 0,0-2-4 15,4 0-56-15,0-7-64 16,0-3 28-16,0-3-52 0,12-4-32 15,-1-3-324-15,6-3 24 0,3-3-184 0,7-6-188 16,6-3-316-16,-1-10-876 0,-5 6-1020 16,9-16-3005-16</inkml:trace>
  <inkml:trace contextRef="#ctx0" brushRef="#br0" timeOffset="152011.675">14530 12166 2644 0,'0'0'10905'0,"0"0"-9573"0,0 0-1040 0,0 0 172 16,0 0 1016-16,0 0-20 0,-72 77-500 15,64-55-436-15,5 6-132 0,-5 7 108 16,8 3 268-16,-4 7-235 0,0 2-265 0,-5 4-124 16,6 0-92-16,-5 0-52 0,4-4-12 15,0-8-36-15,4-4-12 0,8-10-48 16,3-6-28-16,6-6-140 0,2-5-129 15,9-3-191-15,0-5-36 0,4-5-152 16,0-6-396-16,4-9-892 0,-9 7-1756 16,10-21-2525-16</inkml:trace>
  <inkml:trace contextRef="#ctx0" brushRef="#br0" timeOffset="152361.308">15028 12216 1420 0,'0'0'8848'0,"0"0"-4235"0,0 0-3793 16,-52 77-280-16,29-48 820 0,3 6 328 0,0-1-340 16,0 5-508-16,0-4-391 0,8 0-193 15,-8 4-88-15,9-6-84 16,-6 6-84-16,9-4-4 0,0-7-56 0,8-2 0 16,0-7-60-16,8-6 0 0,8-4-64 15,8-3 39-15,0-6-27 16,8 0 4-16,-4-6-16 0,8-7-144 0,-8-3-124 15,0 1 108-15,0-4 28 0,-9-1 108 16,-3 1 12-16,0 3-12 16,-8 1 48-16,-4 2 160 0,-4 4 76 0,0-1 36 0,-8 0 144 15,-4 4 52-15,-3-1 120 0,-6 7-160 16,1 0-48-16,1 0-16 0,-5 7-200 16,0 5-8-16,3 2-56 0,-2-3-12 15,7 6-36-15,0-4-64 16,4-1-132-16,4-2-420 0,4-1-272 0,4-5-952 0,0-4-1084 15,8 0-2941-15,12-4-427 0</inkml:trace>
  <inkml:trace contextRef="#ctx0" brushRef="#br0" timeOffset="152741.719">15518 12246 5844 0,'0'0'52'0,"0"0"2328"0,0 0 801 0,0 0-1021 0,0 0-540 0,76 73-12 16,-68-48-268-16,-4 7-268 0,0 3-188 15,-4 3-80-15,-4 3-136 0,-4-3-227 16,-4 0-153-16,0-7-104 0,0 5-100 16,-4-7-72-16,0-1-12 0,1-3-8 0,-2-1-136 15,6-10-88-15,-2 2-156 16,2-6-221-16,3-3-255 0,0-4-204 0,-4-1-420 15,0-2-788-15,4 0-1808 0,-4-8-1681 16</inkml:trace>
  <inkml:trace contextRef="#ctx0" brushRef="#br0" timeOffset="158656.702">15769 11849 13761 0,'0'0'2048'0,"0"0"-1120"16,0 0-304-16,0 0 316 16,0 0 96-16,0 0-72 0,0 0 124 15,0 0-483-15,84-16-265 0,-56 9-72 0,0-3-172 16,-5 5-40-16,2-2-56 0,-1 0-120 15,-4 5-36-15,-1-4-268 0,1 0-285 16,-8-5-227-16,4-1-512 0,-4-4-1356 16,1-3-3645-16,-6 3-1915 0,1-9 7268 15</inkml:trace>
  <inkml:trace contextRef="#ctx0" brushRef="#br0" timeOffset="158843.495">16211 11446 912 0,'0'0'10357'0,"0"0"-8101"15,0 0-712-15,0 0 128 0,0 0-208 16,0 0-256-16,0 0-276 0,-7 73-240 16,7-51-144-16,3 6-147 15,1 0-1-15,5 8-192 0,-5 2-184 0,0 3-24 16,0 0-220-16,-4 1-228 0,0 0-197 0,0-1-47 16,0-4-176-16,0 1-520 0,0-6-1384 15,0-3-3329-15,0-6-2299 0,0 2 8100 16</inkml:trace>
  <inkml:trace contextRef="#ctx0" brushRef="#br0" timeOffset="160039.941">16626 12421 2688 0,'0'0'1340'0,"0"0"4540"0,0 0-3971 16,0 0-349-16,0 0-392 0,0 0 80 15,0 0-56-15,0 0-236 0,0 0-216 16,0 0-52-16,0 0-200 0,56-24 4 15,-33 16-68-15,5-2-144 0,4-3-180 16,-4-3-100-16,0 5-92 0,-4-3-176 0,-4 4-364 16,-4 1-56-16,-4 3-108 0,-8 3-368 15,0 3-1052-15,-4 0-2869 0,0 0-1947 16,0 6 4200-16</inkml:trace>
  <inkml:trace contextRef="#ctx0" brushRef="#br0" timeOffset="160206.815">16718 12497 2852 0,'0'0'1068'0,"0"0"4208"0,0 0-3455 0,0 0-625 16,0 0-172-16,0 0 132 0,0 0 4 15,0 0-116-15,0 0-484 16,0 0-224-16,64 60-100 0,-33-60-188 0,5 0-48 0,0-4-236 16,-1-2-372-16,2-2-244 15,-1 1-736-15,-8 0-3333 0,8-3-3907 0</inkml:trace>
  <inkml:trace contextRef="#ctx0" brushRef="#br0" timeOffset="162560.82">18355 11851 9560 0,'0'0'2229'0,"0"0"-937"16,0 0-84-16,0 0 32 0,0 0-96 0,0 0 48 15,4 71-192-15,0-33-360 16,5 6-16-16,-2 10-16 0,-3 7-36 16,4 3-132-16,0 9-147 0,-4 3-77 0,0 3-88 15,-4 3-124-15,-4 4 236 0,-8 0-232 16,-4 0 52-16,-4-4-60 0,4-6-60 15,0-6-120-15,0-9 32 0,8-11 40 16,4-8 12-16,1-10-16 0,3-10-20 16,0-4-113-16,7-8-71 0,1-3-156 15,5-7-116-15,-2-5-108 0,6-9-252 16,-2-12-624-16,1-9-1008 0,-4-6-2505 0,-4 6-2339 16</inkml:trace>
  <inkml:trace contextRef="#ctx0" brushRef="#br0" timeOffset="162812.993">18403 11976 352 0,'0'0'10496'0,"0"0"-8427"0,0 0-481 16,0 0-328-16,0 0-28 0,87-42-352 16,-59 40-348-16,4-2-212 15,0 4-148-15,-4 0 12 0,0 4-184 0,-4 5-12 16,-4 0-60-16,-4 7 72 0,-9 7 12 15,-2 4 124-15,-5 6 8 0,-8 11-20 0,-8 4-124 16,-12 6-12-16,-4 0-136 0,-3 6-172 16,-10 0-84-16,6-2 68 15,-1-7-168-15,8-7-56 0,8-9-276 0,8-9-524 16,4-7-1260-16,8-7-3873 0,4-3 1353 16</inkml:trace>
  <inkml:trace contextRef="#ctx0" brushRef="#br0" timeOffset="176232.046">18941 13068 836 0,'0'0'560'16,"0"0"-300"-16,0 0 248 0,0 0 28 16,0 0-144-16,0 0-184 0,0 0-144 0,0 0-64 15,0 0-88-15,0 0-52 0,0 0 140 16,0 0 116-16,-8 3 28 0,8-3-16 15,0 0 16-15,-4 0 104 0,4 0 1720 16,0 0-576-16,0 0-172 0,-5 0-276 16,5 0-76-16,0 0 189 15,0 0-133-15,0 0-92 0,0 0-80 0,5 0 44 16,-1 0 24-16,-4 0-24 0,4 0-96 0,-4 0-116 16,0-3-92-16,0 3 16 0,4 0 8 15,-4 0-96-15,0 0-92 0,0 0-96 16,0 0-60-16,0 0-36 0,4 0-40 15,0 0-84-15,-1 0 36 0,6 0 64 16,3 0 120-16,4 0 0 0,3-3-4 0,2 0 176 16,3-4-99-16,-1 1-161 15,-3 0-60-15,4-1-12 0,0-2-24 0,0-2-48 16,-4 3-8-16,0-2-88 0,-1 1-24 16,-2 3-40-16,-6-1-9 15,2 0-63-15,-5 4-204 0,-4 3-188 0,-1-2-96 16,-3 2-152-16,0 0-324 0,0 0-740 15,-3 2-1068-15,-5 1-2417 0,-5 7-1115 0</inkml:trace>
  <inkml:trace contextRef="#ctx0" brushRef="#br0" timeOffset="176501.915">19132 13027 6080 0,'0'0'2868'0,"0"0"-1380"0,0 0-803 16,0 0 251-16,0 0 140 15,0 0-440-15,0 0-304 0,0 0-192 16,0 0 76-16,0 0 188 0,-24 57 176 0,24-35-68 16,-4 0-116-16,4 3-24 0,-4 1 28 15,0-1-52-15,4 1-12 0,-4 2-116 0,1 1-60 16,-1-4-108-16,0 2-52 16,4-6 0-16,0-5-12 0,0-1-52 0,0-1-20 15,4-5 20-15,0-2 64 16,7-1-84-16,2-3 68 0,2-3-108 15,1 0-208-15,0 0-228 0,4-7-168 0,-1-2-292 0,6-3-588 16,-13 1-2277-16,11-4-2775 16</inkml:trace>
  <inkml:trace contextRef="#ctx0" brushRef="#br0" timeOffset="176809.571">19547 12991 7192 0,'0'0'1532'0,"0"0"-756"0,0 0 92 16,0 0 369-16,0 0-261 0,0 0-224 0,0 0-280 16,0 0-40-16,-56 77 188 0,43-55 36 15,2 7-156-15,-1-1-8 0,0 4 8 16,4 0 44-16,-4 3-84 0,4-3-100 15,0 2-92-15,4-2-80 0,0-4-80 16,4-2-44-16,0-3-64 0,8-4-68 16,4-7 68-16,4-2-4 0,4-4-108 15,-1-3-320-15,9-3-136 0,0-3-180 16,4-10-268-16,0-2-492 0,-8 2-1504 16,12-12-3845-16</inkml:trace>
  <inkml:trace contextRef="#ctx0" brushRef="#br0" timeOffset="177189.001">19897 13065 10468 0,'0'0'1685'0,"0"0"-877"0,0 0-172 0,0 0 644 16,0 0-112-16,-56 74-264 0,48-55-416 15,1 6-216-15,-2-4-76 16,1 8 52-16,1 3-52 0,-1-4-44 0,-1 4-44 15,1-6-20-15,1-5 36 0,3-2-4 16,4-5-8-16,0-3 0 16,0-4-4-16,4 0-56 0,7-4 20 0,6-3-72 0,2 0-136 15,1-6-108-15,8-5-112 0,-4-3-240 16,0-2-96-16,0-1 108 16,0 1 196-16,-8 2 60 0,0 0 76 0,-9 8 188 15,-2-1 64-15,-1 4 316 16,-4 0 188-16,0 3 8 0,-9-3-92 0,-2 0-84 15,-1 0 48-15,0-1 8 0,-8 1-96 16,4 3-124-16,0 0-72 0,0 7-40 0,-4-1-52 16,4 3-8-16,5 1-8 0,-6 2-200 15,6-2-40-15,2-3-280 0,1 2-440 16,5-3-296-16,-1-6-412 0,0 3-1104 16,4-3-2893-16</inkml:trace>
  <inkml:trace contextRef="#ctx0" brushRef="#br0" timeOffset="177423.786">20204 13049 11249 0,'0'0'2164'0,"0"0"-1348"0,0 0-236 16,0 0 628-16,0 0 108 0,0 0-488 15,0 0-320-15,71 73-300 0,-54-51-200 16,-6 0 32-16,-2 3-40 0,-1 0-12 15,-4 2 0-15,-4 1 0 0,0 4-72 0,-8-3-64 16,-9 3-164-16,-3-1-8 0,1-5 0 16,-9-1 44-16,0-6-120 0,0-3-188 15,0-4-312-15,0-5-304 0,9-4-864 16,-9-3-3853-16</inkml:trace>
  <inkml:trace contextRef="#ctx0" brushRef="#br0" timeOffset="178323.939">20730 12964 6280 0,'0'0'2452'0,"0"0"-1196"15,0 0-235-15,0 0 391 16,0 0-96-16,0 0-240 0,0 0-256 0,-84 79-76 0,72-57 16 15,5 3-88-15,3 7-144 0,-1 4-96 16,5 1-76-16,0 1 0 16,0 0-12-16,5 0-36 0,-1-3-112 0,3-3-100 15,1-3-88-15,1-4-8 0,2-6-4 16,1-3-80-16,0-6-76 0,4-1-84 16,-4-6-272-16,4-3-296 0,-5 0-348 15,6-3-544-15,-6-4-1504 0,2-8-4453 0</inkml:trace>
  <inkml:trace contextRef="#ctx0" brushRef="#br0" timeOffset="178609.017">20881 13271 10768 0,'0'0'2145'16,"0"0"-1761"-1,0 0-196-15,0 0 68 0,0 0 532 0,0 0-272 0,96-69-516 16,-72 58-12-16,0-1-52 0,-1 5 56 0,-6 4-92 15,3 0-52-15,-9 3 152 0,-3 6 164 16,1 11 276-16,-9 2 264 0,0 6-76 16,0 4-40-16,-5 6 56 0,-7 0 0 15,5-1-164-15,-6 2-148 0,5-5-112 16,1 1-60-16,3-7 24 0,4-6-40 16,0-6-84-16,0-3 4 0,8-8 68 15,-1 5-68-15,6-7-64 0,-5 0-320 0,3-7-168 16,6-5-288-16,-6-7-532 0,2 3-848 15,-6-13-3393-15</inkml:trace>
  <inkml:trace contextRef="#ctx0" brushRef="#br0" timeOffset="178773.461">21037 12964 10904 0,'0'0'5989'0,"0"0"-4773"0,0 0-956 15,0 0 576-15,0 0-100 0,0 0-284 0,0 0-124 16,76-6-328-16,-40-5-388 0,3 3-408 16,-3-6-436-16,-4 1-804 0,7 1-3329 15</inkml:trace>
  <inkml:trace contextRef="#ctx0" brushRef="#br0" timeOffset="178960.285">21714 13030 12645 0,'0'0'1896'0,"0"0"-1340"16,0 0-168-16,0 0 420 0,67 70 200 15,-46-48-424-15,-6 0-548 0,2 0-36 0,-6 3-84 16,-7 5 72-16,-4-2-288 16,-8 7-420-16,-11 3-172 0,-9 6 152 0,-13 4-424 15,6-13-1432-15,-25 28-3881 0</inkml:trace>
  <inkml:trace contextRef="#ctx0" brushRef="#br0" timeOffset="192214.51">11845 14005 4544 0,'0'0'140'15,"0"0"2008"-15,0 0-184 0,0 0-312 16,0 0-207-16,0 0-385 0,0 0-12 0,-5 82-200 16,5-50-56-16,0 9-200 0,0-3-216 0,0 7-128 15,0-1-72-15,-3 1-88 16,-1-5-88-16,0-4-52 0,4-8-20 16,-4-9-128-16,4-6-416 0,0-10-240 0,4-3-256 15,0-3-964-15,12-22-3873 16</inkml:trace>
  <inkml:trace contextRef="#ctx0" brushRef="#br0" timeOffset="192391.111">12008 14018 8880 0,'0'0'2545'0,"0"0"-637"0,0 0-676 15,-4 76 152-15,4-45-32 0,-3 8-408 0,3 2-352 16,-4 0-312-16,-1 3-200 0,5 1-80 15,-4-1-172-15,4 1-308 0,-4-1-260 16,4-3-344-16,-4 1-564 0,0-10-1584 16,-3 6-3753-16</inkml:trace>
  <inkml:trace contextRef="#ctx0" brushRef="#br0" timeOffset="193776.386">9299 15430 2568 0,'0'0'9597'16,"0"0"-7913"-16,0 0-632 0,0 0-220 16,0 0 360-16,0 0-112 0,0 0-328 15,0 0-212-15,0 0-132 0,0 0 56 16,28 0 84-16,-4 0-232 0,4 0-24 16,8 0-12-16,7 0-11 0,5 0-61 0,4-3-4 15,0-3-48-15,0-1-44 0,-1-2-104 16,1 0-8-16,-4-8-84 0,-4 4-28 15,-1-2-56-15,-6 1-160 0,-9 3-233 16,-5 1-95-16,-3 1-188 0,-12 6-408 0,0-4-684 16,-8 7-980-16,0-4-1357 0,0 4-259 15,-8-3-367-15</inkml:trace>
  <inkml:trace contextRef="#ctx0" brushRef="#br0" timeOffset="194024.217">9805 15319 7340 0,'0'0'2440'0,"0"0"-663"0,0 0-289 16,0 0 48-16,0 0-188 0,-36 86-192 0,28-61-436 16,0 4-164-16,5 3-52 0,-6 0-88 15,1 3-120-15,4 3-88 0,-3 3-84 16,3 1 8-16,-5 2-72 0,5-1 0 0,0-1-60 16,0-1 0-16,1-6 72 15,3-3 28-15,0-4-28 0,0-9-72 16,7 1 0-16,1-7-48 0,5-7-88 0,2 0-48 15,9-3-132-15,8-3 32 0,7-3 28 16,14-9-224-16,3-4-164 16,3-3-208-16,1-4-944 0,-16 8-2861 0,19-8-3975 15</inkml:trace>
  <inkml:trace contextRef="#ctx0" brushRef="#br0" timeOffset="195074.433">10650 15304 6472 0,'0'0'2404'0,"0"0"-1044"16,0 0-663-16,0 0-377 0,0 0 1448 16,0 0 36-16,0 0-744 0,0 0-492 15,0 0-32-15,-49 54 120 0,38-42-124 0,-2 7-272 16,6 0-124-16,-5 3-36 15,4 3 8-15,0 7 16 0,4 4 12 0,0 4-24 16,0 5-28-16,4 6-84 0,4 2-12 16,0 5-112-16,4-1-36 0,4-3-48 15,0-4-112-15,4-4-200 0,-4-8-112 0,4-10-16 16,-1-6-144-16,2-6-456 16,2-6-980-16,-2-8-929 0,11-4-1667 15</inkml:trace>
  <inkml:trace contextRef="#ctx0" brushRef="#br0" timeOffset="196580.942">11331 15389 6352 0,'0'0'1896'0,"0"0"216"16,0 0-347-16,0 0-133 15,0 0-264-15,0 0-132 0,0 0-152 0,0 0-20 16,0 0-144-16,0 0-468 0,0 0-180 15,0 0-164-15,-60 70-60 0,40-42-40 16,1 4-8-16,2 3-48 0,2 2-48 0,-2 2-16 16,6-7 28-16,2-3 28 0,1-1 52 15,4-9-44-15,4 4-36 0,0-11 36 16,4 4-16-16,4-7-92 0,1 1-4 16,6-3 0-16,2-1-136 0,2-6 76 0,5 0 108 15,4-6-96-15,0-7 8 0,-4-3-48 16,0 0 0-16,-8 0-12 15,0 0 12-15,-4 1 76 0,-5 4 72 0,-3 5 100 16,-4 0 24-16,0-1-24 0,-8 5 0 16,-3 2 188-16,-5-4 160 0,-4 1-216 15,-4 3-132-15,0 0-12 0,-4 0-176 16,8 7 16-16,0-5-92 0,4 3-172 16,1 1-280-16,7 2-976 15,-1-4-1020-15,5 6-2425 0</inkml:trace>
  <inkml:trace contextRef="#ctx0" brushRef="#br0" timeOffset="197165.836">12044 15337 9804 0,'0'0'1625'0,"0"0"-253"16,0 0 16-16,0 0-340 0,0 0 248 16,80 71-212-16,-57-49-340 0,5 3-328 15,-4 4-156-15,-3-4-112 0,-2 3-12 0,-7-2-76 16,0 2 36-16,-8 2-80 0,0-2 92 15,-4 2-108-15,0-3-8 0,-12-2-64 16,1 5-152-16,-6-5-92 0,-2-3-92 0,-1-3-124 16,3-3-100-16,2-10-64 0,2 1-284 15,-2-7-496-15,7 0-1296 16,-8-4-3429-16</inkml:trace>
  <inkml:trace contextRef="#ctx0" brushRef="#br0" timeOffset="197891.29">12641 15433 2460 0,'0'0'7584'0,"0"0"-5971"15,0 0-653-15,0 0 200 0,0 0 196 16,0 0-452-16,0 0-236 0,0 0-168 16,0 0-80-16,0 0-72 0,84 4-16 0,-56 2-60 15,4-3-76-15,0 3-96 0,4-3-40 16,-5-3-60-16,1 0-12 0,-4 0-112 15,4-6-292-15,-4-6-476 0,-4-1-368 0,-4-3-416 16,-8 4-1260-16,0-5-3309 0</inkml:trace>
  <inkml:trace contextRef="#ctx0" brushRef="#br0" timeOffset="198091.495">12897 15430 8612 0,'0'0'2236'0,"0"0"-895"0,0 0-269 0,0 0 224 16,-16 74-160-16,16-49-496 0,-4 4-252 16,4-1-64-16,0 4 12 0,0-1 0 15,0 1-100-15,0-4-140 0,0-2-8 0,4-5 12 16,3 0-100-16,2-9-136 16,6-3-76-16,2-2-72 0,2-7-40 15,9 0-236-15,0-9-380 0,0-4-576 0,-4 0-1048 16,12-6-2905-16</inkml:trace>
  <inkml:trace contextRef="#ctx0" brushRef="#br0" timeOffset="198352.291">13367 15293 7372 0,'0'0'3200'16,"0"0"-1427"-16,0 0-941 0,0 0-44 16,0 0 340-16,-32 84-300 0,28-56-260 0,4 4-132 15,0 3-24-15,0 2 20 0,0 5-108 16,0 3-164-16,4-4-112 0,4 1 16 16,4-5 72-16,0-9-16 0,4-2-120 15,7-10-72-15,5-6-248 0,4-8-336 16,4-2-252-16,8-15-604 0,-12 2-1052 0,15-16-3333 15</inkml:trace>
  <inkml:trace contextRef="#ctx0" brushRef="#br0" timeOffset="198810.926">13805 15366 2812 0,'0'0'6888'0,"0"0"-5211"16,0 0-929-16,0 0 4 15,0 0 624-15,0 0-756 0,0 0-332 0,0 0-108 16,0 0-44-16,80 13-36 0,-68-13-84 15,0-2 56-15,-8 2-64 16,4 0 4-16,-4-4-4 0,-4 4 92 0,3 0 60 0,-3 0-20 16,0 0 0-16,0 0 24 15,0 0 12-15,-3 0-16 0,-5 0 4 16,0 4-64-16,-1-2 12 0,6-2 36 0,-5 4 64 16,8-4 36-16,-4 0-52 15,4 0-72-15,0 0-60 0,0 0-60 0,0 0 0 16,0 0-4-16,0 0-96 0,4 0-152 15,0 0-12-15,3 0 160 0,2 0 100 16,7 0 276-16,0-4-4 0,7 2-188 0,1-5-80 16,0 0-4-16,4-2-136 15,0 3-284-15,0-7-264 0,0 4-132 16,-5-5-392-16,2 2-572 0,-9 2-2325 0,-4 1-3535 16</inkml:trace>
  <inkml:trace contextRef="#ctx0" brushRef="#br0" timeOffset="199033.373">13980 15411 5896 0,'0'0'3156'0,"0"0"-1372"0,0 0-611 16,0 0 143-16,0 0 168 0,-7 76-176 16,7-51-340-16,0 4-276 0,-4 7-124 15,4 2-12-15,0-1-52 0,-5 4-208 16,5-3-64-16,0-3-100 0,0-3-68 15,9-9-4-15,-2-11-60 0,9-2-72 16,0-7-88-16,5-3-108 0,-2-6-40 16,9-10-72-16,0-6-112 0,0-7-336 0,4-6-520 15,-12 9-1316-15,12-18-3197 16</inkml:trace>
  <inkml:trace contextRef="#ctx0" brushRef="#br0" timeOffset="199273.464">14295 15129 8748 0,'0'0'3073'0,"0"0"-981"0,0 0-660 0,0 0 60 16,0 0-300-16,0 0-340 0,0 0-472 15,0 0-60-15,0 0-272 0,88 29-48 0,-68-29-96 16,3 0-272-16,-2-4-260 16,-5-3-424-16,3-5-448 0,-2 2-1232 15,-2-8-3745-15</inkml:trace>
  <inkml:trace contextRef="#ctx0" brushRef="#br0" timeOffset="199436.862">14542 14913 8612 0,'0'0'3153'0,"0"0"-1237"0,0 0-284 16,0 0-172-16,0 0-368 0,4 78-264 15,5-58-436-15,-2 2-368 0,1-3-24 16,-4 3-304-16,0-3-276 0,0 4-388 16,0-4-748-16,-4-7-2772 0,0 4-4685 0</inkml:trace>
  <inkml:trace contextRef="#ctx0" brushRef="#br0" timeOffset="200397.38">14881 15284 7008 0,'0'0'2760'0,"0"0"-1183"16,0 0-361-16,0 0 36 0,0 0-112 16,0 0-348-16,-64 79-224 0,60-53-92 0,4-1 72 15,-4 10-16-15,4 3-124 0,0 8-100 16,0 0-196-16,0 5-112 0,0-2-8 0,4-2-92 15,0-10 16-15,0-9-104 0,5-4-156 16,-2-12-300-16,5-6 84 0,0-2-296 16,8-4-288-16,-4-10-852 0,0 4-1993 0,12-19-2067 15</inkml:trace>
  <inkml:trace contextRef="#ctx0" brushRef="#br0" timeOffset="200756.167">15188 15402 9440 0,'0'0'2361'16,"0"0"-937"-16,0 0-132 0,-4 79-56 16,4-44-132-16,0 3-268 0,0 6-332 0,0 1-156 15,4 3-28-15,-1 5-12 0,1 1-76 16,-4 4-96-16,0 2-64 16,0 1-72-16,-7 2-8 0,-1-3-40 0,0 1-100 15,-1-11-124-15,6-5-132 0,-5-10 20 16,8-14-108-16,-4-4 196 0,4-11-40 0,0-6-212 15,0-4-444-15,8-8-624 16,-1-7 32-16,2 0-965 0,-1-19-2083 16</inkml:trace>
  <inkml:trace contextRef="#ctx0" brushRef="#br0" timeOffset="200980.597">15152 15526 7564 0,'0'0'2904'15,"0"0"-1067"-15,0 0-725 0,0 0 248 16,0 0-128-16,0 0-416 0,0 0-316 0,0 0-168 16,92-54-180-16,-72 54 20 0,-1 0-12 15,1 9-160-15,1 1 0 16,-6 6 0-16,-3 3 4 0,-4 3 0 0,-8 9-4 16,0 1-64-16,-4 9-100 0,-12-2-56 0,1 5-116 15,-6-2-100-15,1-1-224 16,1-7-376-16,2 1-724 0,10-13-2317 15,-1-2-3747-15</inkml:trace>
  <inkml:trace contextRef="#ctx0" brushRef="#br0" timeOffset="201175.924">15522 15874 5836 0,'0'0'3028'0,"0"0"-831"15,0 0-453-15,0 0-228 0,0 0-432 0,0 0-404 16,0 0-188-16,0 0-292 0,0 0-132 15,84 13-68-15,-76-9-100 16,-4 5-12-16,0 0 0 0,-4 1-48 0,0 6-60 16,0-3-4-16,-4 2-140 0,-4-1-100 0,0-2-80 15,0-5-140-15,4-5-120 16,-4-2-580-16,4 0-1689 0,0-6-3671 0</inkml:trace>
  <inkml:trace contextRef="#ctx0" brushRef="#br0" timeOffset="201317.932">15610 15526 9548 0,'0'0'1717'15,"0"0"-1357"-15,0 0 668 0,0 0 540 16,0 0-796-16,0 0-772 0,0 0-872 16,0 0-988-16,79-45-2285 0,-58 36-3623 15</inkml:trace>
  <inkml:trace contextRef="#ctx0" brushRef="#br0" timeOffset="201588.881">15936 15255 8960 0,'0'0'2129'0,"0"0"-777"15,0 0 416-15,0 0-12 16,0 0-344-16,0 0-348 0,0 0-400 15,0 0-208-15,0 0 20 0,88 54 172 16,-75-40-244-16,-2 0-200 0,1 7-156 16,0 0 4-16,0 8 44 0,-3 0-84 15,-6-1-4-15,1 4-8 0,-4-3-48 0,0 3-64 16,0-4-152-16,-7 1-104 0,-6-4-216 16,5-3-264-16,1-5-296 0,-6-3-864 15,9-3-2044-15,-4-9-1977 0</inkml:trace>
  <inkml:trace contextRef="#ctx0" brushRef="#br0" timeOffset="201862.502">16451 15177 11233 0,'0'0'2228'16,"0"0"-1136"-16,0 0 244 0,0 0 252 0,67 78-120 16,-47-52-484-16,1 0-436 0,-6 2-244 15,1 0-84-15,4 0-120 16,-8 2-88-16,0 1 0 0,-4 1-12 0,-5 0-12 16,-3 0-52-16,-7 6-104 0,-9-3-40 15,-4 3 12-15,-8 1-108 0,0-2-212 16,-4 1-144-16,0-3-116 0,-3 0-204 0,-9 1-724 15,16-15-1356-15,-28 10-4177 0</inkml:trace>
  <inkml:trace contextRef="#ctx0" brushRef="#br0" timeOffset="203203.783">17304 14983 5672 0,'0'0'1184'0,"0"0"-716"0,0 0 388 16,0 0 3049-16,0 0-2677 16,0 0-452-16,0 0 20 0,0 0 148 15,-68 69-164-15,52-40-232 0,0 2-12 0,4 4-140 16,0 4 8-16,4 2 80 0,8 0-8 15,0 7-72-15,4 2-96 16,4 2-136-16,7 2-64 0,6-3-96 0,-1-1-12 0,-1-2-12 16,5-4-84-16,0-9-28 15,0-6 16-15,-4-7 8 0,0-7-96 0,4-8-196 16,-5-3-208-16,6-4-264 0,-1-14-340 16,0-8-608-16,-5 7-820 15,9-27-2149-15</inkml:trace>
  <inkml:trace contextRef="#ctx0" brushRef="#br0" timeOffset="203523.014">17670 15129 4984 0,'0'0'1824'0,"0"0"-1384"0,0 0-112 16,0 0 2080-16,0 0-139 0,0 0-1005 16,0 0-340-16,0 0 0 0,92 0 8 15,-64 3-120-15,8 0-80 0,-1-1-188 16,5 2-88-16,0 2-272 0,-4-2-184 0,-4-4-76 15,0 0-144-15,-4 0-284 16,-5-4-376-16,1-2-424 16,-4 0-788-16,-8-4-2149 0,0-3-2055 0</inkml:trace>
  <inkml:trace contextRef="#ctx0" brushRef="#br0" timeOffset="203744.422">17996 15163 8112 0,'0'0'2240'0,"0"0"-619"16,0 0-353-16,-11 86 76 0,7-54-44 0,4-1-384 15,0 5-404-15,0-1-140 0,0 0-152 16,0-4-20-16,0-1-132 0,0-5-68 16,8-6-96-16,-1-5-68 0,6-7 156 15,2-3-200-15,6-4-68 0,3 0-308 16,4-11-244-16,0-3-292 0,-1-2-452 15,-3 0-1149-15,8-7-2243 0</inkml:trace>
  <inkml:trace contextRef="#ctx0" brushRef="#br0" timeOffset="203940.35">18567 15084 1668 0,'0'0'7156'0,"0"0"-5228"15,0 0-539-15,-40 77-125 16,27-47 120-16,2 6-28 0,-2 2-164 0,6 4-276 16,-1-1-252-16,4 0-160 0,0-6-220 0,4 3-192 15,0-7-92-15,0-1-84 16,0-9-124-16,8-2-336 0,3-5-416 16,10-12-296-16,3-2-692 0,-5-2-2921 0,22-24-3675 15</inkml:trace>
  <inkml:trace contextRef="#ctx0" brushRef="#br0" timeOffset="204258.753">18993 15135 5032 0,'0'0'260'0,"0"0"5809"0,0 0-3905 0,0 0-380 16,-60 73-340-16,44-41-288 0,-4 2-268 0,8 4-76 15,-3-2-176-15,6-1-196 0,-3-4-172 16,8-2-156-16,1-10-112 0,3 0-60 15,0-7 12-15,0-5-36 0,7 0-28 16,5-7-32-16,0 0-100 0,8 0-88 0,0-3 16 16,0-10 8-16,4 1-12 15,-4-5-72-15,0 4-64 0,-5-3 36 0,-2 4 108 16,-9 2 200-16,0 1 112 0,-4 5 88 16,0 2 172-16,-4 2 48 0,-9 0 124 15,-2 0-148-15,-6 0-244 0,2 0-40 16,-1 0-76-16,3 0-60 0,-2 2-48 15,7 2-148-15,4-1-264 0,0-3-288 16,4 0-876-16,4 0-1288 0,0 0-3145 0</inkml:trace>
  <inkml:trace contextRef="#ctx0" brushRef="#br0" timeOffset="204673.746">19467 15014 900 0,'0'0'9544'0,"0"0"-6999"15,0 0-1109-15,0 0-324 0,7 79-44 16,-7-53-148-16,0 6-312 0,-3-4-276 15,-1 1-184-15,-4-4-104 0,4 4-44 0,-5-4-4 16,2 0-12-16,-5 0 4 0,0 1-208 16,4-6-128-16,-4-1-268 15,0-3-308-15,0-4-232 0,5-5-260 0,3-7-268 16,4 0-737-16,-5-7-3967 0</inkml:trace>
  <inkml:trace contextRef="#ctx0" brushRef="#br0" timeOffset="204876.201">19611 14938 7856 0,'0'0'4877'0,"0"0"-2689"15,0 0-628-15,0 0-404 0,0 0-276 16,87 23-452-16,-64-23-288 0,-2 0-140 0,7-10-148 15,-4-3-256-15,-1 0-312 0,1-5-604 16,-4 1-1432-16,5-8-4989 0</inkml:trace>
  <inkml:trace contextRef="#ctx0" brushRef="#br0" timeOffset="205055.12">19953 14652 2916 0,'0'0'8801'0,"0"0"-7241"0,0 0-784 15,0 0 780-15,0 0 96 0,-8 89-168 16,8-60-720-16,4-1-568 0,4-2-196 0,0-1-52 16,-5-2-104-16,6 2-312 15,-5-3-332-15,-4 6-380 0,0-3-728 16,0-6-2168-16,-8 14-2909 0</inkml:trace>
  <inkml:trace contextRef="#ctx0" brushRef="#br0" timeOffset="205309.614">20232 14991 2492 0,'0'0'9433'0,"0"0"-7757"0,0 0-520 15,0 0 112-15,0 0-52 0,0 0-88 16,84 58-368-16,-69-42-328 0,2 0-164 15,-6 3-48-15,-3 0-24 0,1 6 12 16,-5 3 12-16,-4 2-12 0,0 5 0 16,-9 2-88-16,-3 1-72 0,-8 1-48 15,-3-1-60-15,-9 0-292 0,0-6-172 0,-5 0-140 16,-2 0-292-16,-4-7-256 16,-6-7-828-16,10-1-2048 0,-21-9-2617 0</inkml:trace>
  <inkml:trace contextRef="#ctx0" brushRef="#br0" timeOffset="206863.81">21351 15309 7052 0,'0'0'948'15,"0"0"2309"-15,0 0-1805 16,0 0-356-16,0 0-184 0,0 0-232 0,0 0 216 16,0 0-48-16,0 0-340 0,0 0-148 0,64-2 36 15,-27-1 24-15,6-4-64 16,-4 7-308-16,2-4-48 0,-5 4-380 15,-4 0-188-15,-4 0-224 0,0 0-328 0,-13-3-1116 0,5 0-3901 16</inkml:trace>
  <inkml:trace contextRef="#ctx0" brushRef="#br0" timeOffset="207022.039">21510 15427 2948 0,'0'0'7264'0,"0"0"-5779"0,0 0-869 15,0 0 224-15,0 0 292 0,84 10-536 16,-35-10-584-16,2-7-12 0,5 1-684 0,-4-4-688 16,-17 4-1253-16,10-4-4063 0</inkml:trace>
  <inkml:trace contextRef="#ctx0" brushRef="#br0" timeOffset="209437.191">22161 14998 5976 0,'0'0'1312'0,"0"0"5065"0,0 0-4681 16,0 0-240-16,0 0 32 0,0 0-440 0,0 0-132 15,0 0-136-15,0 0-84 16,0 0-235-16,95 10-193 0,-67-10-148 0,-1 0-84 16,1 0-36-16,0-6-120 0,0 2-88 15,0-3-253-15,0 2-195 0,-4-4-40 16,4 2-60-16,-9-2-352 0,-2-1-1000 0,-6 0-1836 16,2 1-2077-16</inkml:trace>
  <inkml:trace contextRef="#ctx0" brushRef="#br0" timeOffset="209673.921">22468 14922 4764 0,'0'0'1004'0,"0"0"4937"0,0 0-4253 16,0 0-468-16,-37 69-352 0,29-46-72 16,0 0-36-16,-4 2-188 0,4 0-128 0,0 0-96 15,5 4-52-15,-1-4-24 16,0 0-52-16,-1 5-112 0,5-5 4 0,-4 1-52 15,4-1-44-15,0 1-16 0,0-1-76 16,9-3-36-16,2-3 52 0,1-3-88 16,4-3-232-16,4-1-236 0,4-9-4 15,8-3-176-15,-1-3-148 0,10-13-316 16,2-2-664-16,-11 1-1309 0,17-8-2975 16</inkml:trace>
  <inkml:trace contextRef="#ctx0" brushRef="#br0" timeOffset="209950.165">23145 14897 6216 0,'0'0'3168'0,"0"0"-1836"0,0 0-239 15,0 0 699-15,0 0-120 0,0 0-744 0,0 0-276 16,0 0-64-16,-60 69-108 0,44-37 76 15,0 3-36-15,0 6-28 0,-1 4 92 16,2 6 100-16,3 0-256 0,0 0-172 0,8-7-100 16,0 1 4-16,4-8-63 15,0-5-85-15,12-7-12 0,4-6 0 0,3-2-245 16,5-11-107-16,4 1-172 0,0-7-124 16,8-4 12-16,-4-5-320 0,-8-1-956 15,12-12-3664-15</inkml:trace>
  <inkml:trace contextRef="#ctx0" brushRef="#br0" timeOffset="210521.994">23973 14897 3496 0,'0'0'6880'0,"0"0"-4155"15,0 0-1457-15,0 0-632 0,0 0 28 16,0 0-56-16,0 0 128 0,-87 89 60 16,63-57-180-16,0 5-160 0,-4 5-28 15,3 5-44-15,2 5 16 0,3 1 64 16,0-2-168-16,1 0-64 0,6-6 8 0,5-11-56 15,4-5-64-15,4-9-60 0,0-6-48 16,8-3 40-16,9-6-52 16,-2-5-112-16,9 0-192 0,0 0 12 0,4-12 36 15,-1-4-12-15,-3-3-12 0,0 0 60 16,-3-3-36-16,-2 3 24 0,-6 0 72 16,-2 6 124-16,-7 1 36 0,-4 2 72 15,0 3 64-15,0 1 72 0,-4 0 36 0,-4-4-48 16,-4 3-124-16,-4 2-72 0,0 2-60 15,1-1-24-15,-2 4-112 0,2 0-88 16,-2 4 28-16,2 1-100 0,-2 2-172 0,6 3-412 16,3-1-888-16,4-3-2404 15,-4 7-3381-15</inkml:trace>
  <inkml:trace contextRef="#ctx0" brushRef="#br0" timeOffset="210941.121">24479 15072 2720 0,'0'0'2308'0,"0"0"-992"0,0 0 4617 15,0 0-4021-15,0 0-308 0,0 0-264 16,0 0-164-16,0 0-376 0,0 0-272 0,84 25-160 16,-52-25-136-16,0 0-84 0,4-7-148 15,-1 1-36-15,-3-4-224 0,-4 1-240 16,0-1-176-16,-4 1-372 0,-8 3-508 16,-5-1-880-16,-2 1-2441 0,-9 3-2091 15</inkml:trace>
  <inkml:trace contextRef="#ctx0" brushRef="#br0" timeOffset="211159.575">24722 15037 5044 0,'0'0'524'0,"0"0"2608"15,0 0 109-15,0 0-1341 0,0 0-684 16,-20 82-96-16,16-57 80 0,4 3-220 0,0 2-84 16,0 1-220-16,0-2-236 0,0-1-148 15,4-2-96-15,0-5-112 0,4-4-84 16,0-8-64-16,0 1-84 0,4-6-48 15,4-4 16-15,0-4-40 0,4-6-184 0,0-5-112 16,3-4-160-16,1-6-216 16,4-5-680-16,-11 8-1388 15,6-16-4337-15</inkml:trace>
  <inkml:trace contextRef="#ctx0" brushRef="#br0" timeOffset="211319.099">24997 14783 5532 0,'0'0'392'0,"0"0"-120"0,0 0 4825 0,0 0-3241 15,0 0-140-15,0 0-636 16,0 0-536-16,0 0-344 0,79 41-200 16,-58-41-112-16,3-6-656 0,4-4-416 0,-9-2-800 15,9-7-3549-15</inkml:trace>
  <inkml:trace contextRef="#ctx0" brushRef="#br0" timeOffset="211507.421">25299 14589 7060 0,'0'0'584'0,"0"0"3361"0,0 0-2689 15,0 0 156-15,0 0 52 0,0 0-648 0,-15 73-688 16,15-58-128-16,0 5-264 0,0 1-152 15,4 5-376-15,0 0-600 0,0 2-1144 16,-4-8-1921-16,0 14-1655 0</inkml:trace>
  <inkml:trace contextRef="#ctx0" brushRef="#br0" timeOffset="212144.206">25488 15024 2584 0,'0'0'2568'16,"0"0"1904"-16,0 0-2615 0,0 0-153 0,0 0-16 15,0 0-508-15,0 0-336 0,0 0-160 16,0 0-80-16,-60 85 52 0,51-50-56 16,5 0-144-16,-4 4-140 0,1 2-12 15,3-3-24-15,-1 2-84 0,5-4-36 0,0-4-160 16,0-7-24-16,0-3-136 15,9-6-96-15,2-3 36 0,6-7-48 0,2-2-232 16,1-4-40-16,8-12-224 0,0-5-412 16,4-5-804-16,-13 3-2352 0,13-13-3093 15</inkml:trace>
  <inkml:trace contextRef="#ctx0" brushRef="#br0" timeOffset="212491.217">25798 15027 2600 0,'0'0'1240'0,"0"0"4992"15,0 0-4519-15,0 0-445 0,0 0 4 0,0 0 52 16,0 0-344-16,0 0-244 0,0 0-116 15,0 0-128-15,0 0-24 0,4 73 48 16,0-48-60-16,-4 4-92 0,0 3-68 16,0 3-92-16,0 3-92 0,0 7 8 0,0 2-108 15,-4 10 136-15,0 7-140 16,0 5 52-16,-4 5-60 0,0 2 0 0,0-4-96 16,4-2 8-16,1-5-180 0,3-12 0 15,0-6 48-15,0-12 0 0,3-9 0 16,5-6-172-16,0-15-136 0,4-5-260 15,-4-5-292-15,4-12-776 0,-5-2-1232 16,6-19-3441-16</inkml:trace>
  <inkml:trace contextRef="#ctx0" brushRef="#br0" timeOffset="212774.199">25818 15125 3740 0,'0'0'912'0,"0"0"4208"0,0 0-3803 0,0 0-365 16,0 0 812-16,91-51-8 0,-71 42-464 16,8 3-444-16,0 2-168 0,-3 1-140 15,2 0-84-15,1 3-152 0,0-3-168 0,-4 3-76 16,-4 0-56-16,-1 3 44 0,-2 7-48 16,-10-1 0-16,1 4 72 0,-8 6-12 15,0 0 4-15,0 6-16 0,-12 1 12 16,-4 6-48-16,-3-4 48 0,-5 7-20 15,-4-3-40-15,0 0-112 0,-4-3-192 0,4-1-336 16,5-3-72-16,2-6-152 16,5 0-432-16,8-6-1036 0,1-3-2673 15,7-1-2147-15</inkml:trace>
  <inkml:trace contextRef="#ctx0" brushRef="#br0" timeOffset="212986.075">26284 15561 3436 0,'0'0'324'0,"0"0"6212"0,0 0-5259 0,0 0-165 16,0 0 64-16,0 0 176 15,0 0-256-15,0 0-296 0,80 57-204 16,-69-48-152-16,-2 1 24 0,-1 2-36 0,-5 1-112 16,1-1-136-16,-4 5-100 0,0-2-84 15,0-5-56-15,-4 0-240 0,4-5-132 0,-3-5-64 16,3 0-204-16,0-5-620 0,-4-9-1008 15,4 0-2893-15,0-12-3383 0</inkml:trace>
  <inkml:trace contextRef="#ctx0" brushRef="#br0" timeOffset="213119.244">26427 15196 6824 0,'0'0'8073'0,"0"0"-6829"0,0 0-640 0,0 0 132 0,0 0 32 15,0 0-768-15,80 22-88 16,-52-35-1300-16,-8-1-1080 0,12-14-3957 0</inkml:trace>
  <inkml:trace contextRef="#ctx0" brushRef="#br0" timeOffset="213341.088">26854 14979 6064 0,'0'0'6041'0,"0"0"-3177"16,0 0-1720-16,32 67-140 0,-21-45 420 0,6 3-244 0,-6 1-412 16,6-1-388-16,-6 3-212 15,2 2-104-15,-2-2-64 0,-7 1-4 0,-4 2-180 16,0-2-244-16,-8 3-184 0,-4 0-160 16,-7-1-224-16,-2-2-196 15,-7 0-416-15,0-4-624 0,-3 1-2233 0,7-12-2339 16,-12 7 5240-16</inkml:trace>
  <inkml:trace contextRef="#ctx0" brushRef="#br0" timeOffset="214258.672">27969 14884 888 0,'0'0'9244'0,"0"0"-6763"16,0 0-1181-16,0 0-296 16,0 0 36-16,0 0 16 0,0 0-212 0,0 0-324 0,0 0-40 15,-56 86-40-15,33-54 52 16,3 6 120-16,-4 3-76 0,0 7-72 16,0-5 69-16,4 9 27 0,4-2-236 0,0-5-152 15,5-3-164-15,6-12-8 16,5-7-4-16,0-7 4 0,5-3-124 0,10-10-20 15,2 0-184-15,6-3 64 0,1-3-41 16,4-6-23-16,-4-7 0 0,4 0 24 16,-9 0 24-16,1-3 48 0,-8 3 84 15,1-1 12-15,-2 6-20 0,-7 1 68 16,0 1 52-16,-4-1 36 0,0 3 48 0,0 1-40 16,-8 1-8-16,-3 0-84 0,-2-1-112 15,1 0 0-15,-4-1 24 0,1 4-24 16,3 3 24-16,-4 0 96 0,0 3-120 15,0 4 0-15,4 3 32 0,0-1-244 16,4-3-848-16,4 4-1060 0,4-7-2373 16,0 1-3355-16</inkml:trace>
  <inkml:trace contextRef="#ctx0" brushRef="#br0" timeOffset="214562.716">28201 14846 3148 0,'0'0'1500'15,"0"0"4164"-15,0 0-2939 0,0 0-621 16,0 0-568-16,0 0-344 0,0 0-204 0,0 0-276 16,0 0-272-16,0 0-208 15,0 0-108-15,60 51-124 0,-45-51-48 0,5-4-356 16,4-5-296-16,-4-1-336 0,4-5-564 16,-9 2-2748-16,6-6-4809 0</inkml:trace>
  <inkml:trace contextRef="#ctx0" brushRef="#br0" timeOffset="214726.492">28463 14716 692 0,'0'0'3168'0,"0"0"2944"0,0 0-4075 0,0 0-33 16,0 0-352-16,-4 82-296 0,4-53-316 16,0-1-360-16,0 4-300 0,0-3-196 15,4-4-184-15,0 0-184 16,0-5-480-16,1-1-388 0,2-3-512 0,-3-4-2392 0,8 1-4965 15</inkml:trace>
  <inkml:trace contextRef="#ctx0" brushRef="#br0" timeOffset="-214518.504">28966 14961 4652 0,'0'0'8837'0,"0"0"-7529"16,0 0-652-16,0 0 636 0,64 82 160 0,-49-60-540 16,5 3-408-16,-4-3-296 0,0 1-120 15,0 3 20-15,-8-1-108 0,0 0-36 16,-4 4-100-16,-4 5 16 0,-17 1 8 0,-6 7-8 16,-9 3-68-16,-4-1-68 0,-8 3-164 15,-12 3-344-15,0 2-628 16,-11-1-916-16,-5-7-2817 0,17-9-2443 0,-33 12 7268 15</inkml:trace>
  <inkml:trace contextRef="#ctx0" brushRef="#br0" timeOffset="-210890.387">24953 16151 9248 0,'0'0'724'0,"0"0"2361"16,0 0-1877-16,0 0 104 0,0 0-228 0,0 0 144 15,0 0-228-15,0 0-436 16,0 0-196-16,16 45 148 0,4-43 152 16,0-2-204-16,8 4-100 0,-4-4-47 15,4 0-101-15,-5 3 16 0,1 0-4 0,0 0 4 16,1 1-76-16,-1 2-36 0,3-3-44 15,1 3-76-15,4-3 0 0,4-3-52 16,4 0-32-16,7 0 76 0,1-3-64 16,8-6 0-16,0-1 60 0,-1 1-48 15,5-1-36-15,-4 4 36 0,-4 0-4 16,-1 3 64-16,1 3-4 0,-7 0 4 16,-2 0-8-16,-3 0 8 0,4-4-96 0,-4 4-120 15,3-3-28-15,1-4 112 0,4 0-64 16,0-1 27-16,4 2 69 0,-1-5 96 15,-3 3 0-15,0 1-92 0,-4 0 36 16,-4 4-76-16,-5 1 76 0,-3-2 56 0,-8 4-4 16,0 0-36-16,-8 0 44 0,-4 0 0 15,0 0-92-15,-4 0-20 0,-3 0-20 16,-2 0 8-16,1 0 52 0,0 0-12 16,-4 0-28-16,0 0-32 0,0 0-76 15,0 0-124-15,-4 0-232 16,0-2-432-16,-4 2-620 0,-4-5-816 0,4 3-2349 0,-12-2-3423 15</inkml:trace>
  <inkml:trace contextRef="#ctx0" brushRef="#br0" timeOffset="-208310.131">25830 16304 940 0,'0'0'6080'0,"0"0"-4924"16,0 0 2777-16,0 0-3073 0,0 0 284 16,0 0-184-16,0 0-228 0,0 0-104 15,28-58-40-15,-28 58 232 0,0 6 68 16,0 4-200-16,0 7-88 0,0 2 36 15,-5 2-76-15,1 8-148 0,1-1-179 16,-5 4-161-16,4-3-72 0,-4-1-60 0,3 0-85 16,2-5-39-16,-1-1 12 0,4-6-228 15,0-3-196-15,0-7-272 0,4-6-192 16,4 0-464-16,4-10-424 0,-1-2-1968 16,10-16-1197-16</inkml:trace>
  <inkml:trace contextRef="#ctx0" brushRef="#br0" timeOffset="-208150.422">26117 16233 11249 0,'0'0'1924'0,"0"0"-1036"0,0 0-544 0,0 0 576 15,0 0 164-15,-8 79-520 0,-1-46-364 16,5-5-200-16,1 7-148 0,-5-3 100 16,4 0-152-16,-4-4-312 0,3 3-512 15,-2 1-492-15,-1-9-2953 0,0 12-4247 0</inkml:trace>
  <inkml:trace contextRef="#ctx0" brushRef="#br0" timeOffset="-204757.486">25435 16837 6948 0,'0'0'2620'0,"0"0"-1728"0,0 0 689 16,0 0 271-16,0 0-484 16,0 0-540-16,0 0-276 0,0 0-176 15,0 0-64-15,0-16-64 0,0 13-88 0,4 3-156 16,4-3 72-16,1-1 468 0,10 4-116 16,1-3-240-16,-4 3-80 15,4 0-44-15,-8 7-64 0,0 2-4 16,-4 7-8-16,0 3-132 0,-5 3 144 0,-3 7 40 15,0-1-40-15,0 1-48 0,0 6 40 16,0-7-68-16,0 4-24 0,0-1-32 16,0-1 20-16,0-8-60 0,5 0 60 15,3-3 48-15,0-6 52 0,3-7 4 0,2 0 12 16,2-6-4-16,5 0 88 0,1-3 48 16,-2-6-48-16,5-4-20 0,-4-3-68 15,0-3-60-15,0-6-88 16,4-3-348-16,-5-2-472 0,-2 2-276 15,-2-4-500-15,-2 4-788 0,-6 6-2121 0,1-7-987 16</inkml:trace>
  <inkml:trace contextRef="#ctx0" brushRef="#br0" timeOffset="-204518.427">25778 16745 6096 0,'0'0'2328'16,"0"0"-736"-16,0 0-419 15,0 0 215-15,0 0-164 0,0 0-108 0,-20 82-388 16,16-53-72-16,0 6 144 0,0 3-92 0,0 6-376 0,0 4-124 16,-4 3-32-16,0 3-84 0,-4 0-92 15,5 0-60-15,-6-1 12 0,5-2-16 16,1-3-36-16,-2-7-96 0,5-9 108 16,4 0-144-16,-4-11-276 0,4-2-68 0,4-5-140 15,0-5-176-15,9-5-552 16,-2-4-884-16,2-4-789 0,6-12-1515 15</inkml:trace>
  <inkml:trace contextRef="#ctx0" brushRef="#br0" timeOffset="-204270.063">26141 17015 6232 0,'0'0'2932'0,"0"0"-1380"16,0 0-663-16,0 0 163 0,0 0 44 16,0 0-384-16,-41 66-296 0,34-41-64 0,3 4 40 15,-4 3 136-15,8 3 48 16,-4 0-112-16,4-4-204 0,0 1-176 0,4-3-84 16,0-7-124-16,4-6-84 0,-1-3 32 15,6-4-260-15,2-6-144 0,5-3-136 16,-3-6-296-16,6-4-604 0,-7 1-1357 15,9-13-1603-15</inkml:trace>
  <inkml:trace contextRef="#ctx0" brushRef="#br0" timeOffset="-204074.297">26320 17065 9608 0,'0'0'2401'16,"0"0"-1469"-16,0 0 112 0,0 0 564 0,0 0-92 0,0 0-376 15,83 3-512-15,-63-3-320 16,5 0-148-16,-10 0-112 0,5-6-48 0,1 0-152 16,-6-3-228-16,1-1-644 0,0 0-432 15,0 1-500-15,-8 6-2181 0,-4-4-2931 16</inkml:trace>
  <inkml:trace contextRef="#ctx0" brushRef="#br0" timeOffset="-203893.429">26511 17126 6020 0,'0'0'6309'0,"0"0"-4957"16,0 0-832-16,0 0 440 0,-39 73 700 15,30-57-516-15,5 3-588 0,4-6-384 0,0-4-172 16,0-3-64-16,0 0-72 16,4-2-12-16,5-4-108 0,2 0 68 0,-3-10-196 15,5-3-136-15,-2-2-156 0,1-4-380 16,0-1-580-16,-4 1-1040 0,0 4-1633 15,-1-1-87-15</inkml:trace>
  <inkml:trace contextRef="#ctx0" brushRef="#br0" timeOffset="-203374.5">26865 16830 8036 0,'0'0'2304'0,"0"0"-883"16,0 0-409-16,0 0 324 0,0 0-8 15,0 0-160-15,0 0-320 0,64 76-304 0,-55-59-172 16,-2-2-28-16,1 5-100 16,-4-2-96-16,-4 5-96 0,0-1 32 15,0 6-16-15,-4-2-68 0,-4-3-12 0,-3 2-184 16,-2-6-84-16,2-3-204 0,3-4-208 0,-5-2-164 15,6-4-176-15,-1 0-392 0,-1-6-1012 16,6 0-3869-16</inkml:trace>
  <inkml:trace contextRef="#ctx0" brushRef="#br0" timeOffset="-202535.132">27336 16738 7868 0,'0'0'2976'0,"0"0"-1099"16,0 0-665-16,0 0 28 0,0 0-108 15,0 0-344-15,0 0-528 0,0 0-124 16,0 0 88-16,-52 83 160 0,48-55 96 0,0 7-60 15,-4 0-152-15,0 7-20 0,0-1 56 16,1 6 248-16,-2-3 80 0,1 1-228 16,0-3-140-16,8-5-67 0,0-5-65 15,0-6-84-15,8-8-48 0,5 1-124 0,2-5-193 16,5-9-155-16,4 2-248 16,0-3-212-16,8-4-172 15,-4-4-820-15,-8-3-2056 0,12-5-2801 16</inkml:trace>
  <inkml:trace contextRef="#ctx0" brushRef="#br0" timeOffset="-202224.66">27690 16865 10844 0,'0'0'2605'0,"0"0"-1525"16,0 0-224-16,0 0 500 0,0 0-300 0,-7 80-436 15,7-52-384-15,0 7-128 0,0 4 76 16,3-2 88-16,5 8-76 0,-4-4-72 16,5 6-112-16,-2 4 220 0,-3 0-160 0,-4 0-68 15,0 0 4-15,0-7-8 16,0-3-4-16,0 1-80 0,-4-7-196 15,1-6-140-15,-1-7-144 0,4-7-204 0,0-5-228 16,0-7-512-16,4-3-800 16,-1-8-2233-16,5-19-2019 0</inkml:trace>
  <inkml:trace contextRef="#ctx0" brushRef="#br0" timeOffset="-201983.87">27778 16872 9864 0,'0'0'1805'0,"0"0"-1241"0,0 0-308 0,0 0 728 0,0 0 372 15,0 0-548-15,0 0-408 16,92-13-196-16,-77 13-28 0,6 3 64 16,-5 0 8-16,-5 7 100 0,-3-1-88 15,-4 7-60-15,-4 3 36 0,-4 7 20 16,-11 2-228-16,-5 4-28 0,-5 6-200 0,-3-6-60 15,5 3-72-15,-1-7-104 0,0-5-264 16,9-1-220-16,-2-6-468 16,9-4-912-16,5-6-2957 0</inkml:trace>
  <inkml:trace contextRef="#ctx0" brushRef="#br0" timeOffset="-201671.637">28081 17345 9108 0,'0'0'2661'0,"0"0"-1753"0,0 0-128 0,0 0 476 16,0 0-312-16,0 0-440 0,0 0-224 15,0 0-20-15,0 0-12 0,0 0 40 16,0 0-64-16,40 28-28 0,-40-21-20 16,0 5 20-16,0-2 16 0,0 0-64 15,-4-1-72-15,0-3-76 0,0 1-124 0,0-7-220 16,-1 0-212-16,2-4-344 16,-1-5-432-16,4-7-252 0,0 3-1517 15,0-12-2959-15</inkml:trace>
  <inkml:trace contextRef="#ctx0" brushRef="#br0" timeOffset="-201550.207">28149 17117 9096 0,'0'0'3185'0,"0"0"-2429"0,0 0-604 16,0 0 244-16,0 0 136 0,0 0-532 16,0 0-1120-16,0 0-1785 0,67-74-4587 15</inkml:trace>
  <inkml:trace contextRef="#ctx0" brushRef="#br0" timeOffset="-201323.061">28480 16731 8868 0,'0'0'2417'0,"0"0"-1417"0,0 0 340 0,0 0 812 16,0 0-416-16,0 0-388 15,91 27-392-15,-75-15-344 0,0 4-236 0,0 0-32 16,-4 3-28-16,-4 3-88 0,0 3-116 15,-5 0-51-15,1 5-61 0,-4 1-8 0,0 1-137 16,-7 3-51-16,-1-4-60 0,-4 4-180 16,-4-3 20-16,-4 3-112 15,0-3-120-15,-4-1-240 0,0 1-188 0,0-2-616 16,5-9-1492-16,-13 5-5089 0</inkml:trace>
  <inkml:trace contextRef="#ctx0" brushRef="#br0" timeOffset="-197486.558">23834 15789 432 0,'0'0'1448'0,"0"0"-172"0,0 0-456 0,0 0-780 16,0 0-40-16,0 0-176 0,0 0 176 0,0 0 232 16,0-16-152-16,0 16-80 0,0-3-300 15,0 3 92-15,0 0 128 16,0 0-88-16,0 0-132 0,0 0 92 0,0-4 208 15,0 4 24-15,0 0 56 0,0 0-20 16,0 0-60-16,4 0-236 0,-4 0-872 16,-4 7-600-16</inkml:trace>
  <inkml:trace contextRef="#ctx0" brushRef="#br0" timeOffset="-181877.069">19263 12583 4916 0,'0'0'184'16,"0"0"-184"-16,0 0 2912 15,0 0-1824-15,0 0-180 0,0 0-108 0,-79-14-3 16,63 11 39-16,4-3-160 0,0 3-116 15,0-4-152-15,0 1-28 0,0 3-28 0,0-4 104 16,1 1-116-16,-6 3-52 0,10 0-24 16,-5 0-112-16,-1 3-24 0,6 0-56 15,-6 0-72-15,2 0 4 0,-1 6 8 16,-4-3 52-16,4 8-16 0,-4-6 16 16,4 4-64-16,-1 2 4 0,-2 1-4 15,-1 1-88-15,0 0-36 0,0 1-52 0,-3 6-16 16,-2 6 56-16,-3-1 84 0,1 7-48 15,-1-4 12-15,0 8 28 16,-4-3-4-16,0 0 64 0,4 2-64 16,0-3 60-16,-3 3 4 0,2-3 0 0,5-4 0 15,5 4-48-15,-6 0-56 0,10 2-60 0,3-2 4 16,-1 6 56-16,9-1 92 0,0 5-76 16,0 3 76-16,9 3-64 15,-1 3 76-15,3 2 12 0,6-2 116 0,-6 1-64 16,6-2 36-16,2-3 48 0,-2-3-8 15,2-2 48-15,1-4-60 0,4-3-68 16,4 0-56-16,4 0 4 0,4 0 0 16,7-1-8-16,9 2-76 0,0-2 68 15,12 2-4-15,0-1-104 0,-1-4 68 16,9 2-76-16,4-5 120 0,-1-3 4 0,1-3 0 16,7-3 64-16,1-3 36 15,12-7 176-15,-1 1 0 0,10-3-96 16,2-4-116-16,5 0 8 0,-1-3-72 0,4 0-188 15,5-3-40-15,4-7 180 0,-1-3 48 16,4 1 72-16,5-4 108 0,0 0-16 16,3-3 112-16,-4-3 60 0,1-1 0 15,-4-8 8-15,-1-1-156 0,-7-6-148 0,-4-6-40 16,-6-5-96-16,-1-1-44 0,-10-4-32 16,0 0-112-16,-11-7-68 0,0 2 128 15,-13-2 52-15,-2 0-40 0,-14 1 56 16,-4 0 156-16,-6-1 40 15,-10 4 128-15,-7 1 84 0,-8-1 56 0,-4 0-32 16,-4 2 196-16,-8 1-88 0,-8 1-40 16,0 2-108-16,-4 0-100 0,-8 0-136 0,-4-3-4 15,-7 0-44-15,-2-6-152 16,-6 2-60-16,-5-1-160 0,-12 1 112 0,-8 1-64 16,-8 3 60-16,-7 6 236 0,-13 7 68 15,-8 6-68-15,-11 3 76 0,-9 9-136 16,-8 2-20-16,-3 2 156 0,-1 3 140 15,-3 3 60-15,3 0-192 0,-3 4 128 0,0-1-24 16,3 1 0-16,-3 0-112 16,7 2 52-16,-3-2-4 0,11-1 16 0,8 1 48 15,5-1-104-15,11 1 52 0,8 3-60 16,5-1 8-16,2 3-8 16,10 4 0-16,-1 0-4 0,8 4-40 0,1 5-20 15,3 4 60-15,0 6-8 0,5 3 12 16,-9 4 4-16,0 2 4 0,0 8-4 15,-4 2 4-15,0-1-8 0,5 2-12 16,3-4 4-16,0-1 8 0,9 2 4 16,3-8 0-16,3-2 4 0,9-4 0 15,5-3 44-15,3-1-52 0,0-5-24 0,8 0 24 16,0-4 4-16,4-2 0 0,4-4 8 16,-4 3-12-16,8-6 0 15,-4 3-12-15,4-3 8 0,0 0-8 0,0 0-116 16,0 0-208-16,0 0-352 0,0 0-484 0,4 0-248 15,0 3-200-15,0-3-521 0,0 4-1843 16,0 3-1839-16</inkml:trace>
  <inkml:trace contextRef="#ctx0" brushRef="#br0" timeOffset="-160911.594">5609 17773 3436 0,'0'0'8325'16,"0"0"-7213"-16,0 0-716 0,0 0-392 15,0 0 520-15,0 0 992 0,0 0-368 16,108 7-388-16,-53-4-164 0,5 3-228 0,4 0-32 16,4-2-152-16,0-4-36 0,-8 0-76 15,0-4-68-15,-5-2-4 16,-3 0-12-16,-4-4-184 0,-9-2 36 0,1 2-136 16,-8 1-312-16,-8 3-248 0,-4 1-188 15,-8 3-328-15,-8 2-1244 0,-4 0-2489 16,0 0-1023-16</inkml:trace>
  <inkml:trace contextRef="#ctx0" brushRef="#br0" timeOffset="-160723.227">5832 18027 520 0,'0'0'9472'16,"0"0"-8027"-16,0 0-813 0,0 0-620 15,0 0 1024-15,84 22-4 0,-32-12-8 0,8-3-248 16,0-5-308-16,0-2-256 15,-5 0-148-15,-3-9-64 0,-4-1-136 0,-1-5-152 16,-6-5-508-16,-2 1-392 0,-14 1-952 16,-2-8-3341-16</inkml:trace>
  <inkml:trace contextRef="#ctx0" brushRef="#br0" timeOffset="-160441.771">6187 17577 1368 0,'0'0'4744'0,"0"0"-2040"16,0 0-764-16,0 0-643 0,0 0 123 15,0 0 304-15,103-26-692 0,-62 26-420 16,2 0-212-16,6 3-104 0,-6 4-120 0,0-1 60 16,-2 7-100-16,-5-4-132 0,-1 7-4 15,-7 0-12-15,-7 6-124 16,-6 3 132-16,-7 5-148 0,-8 8-8 0,0 3 24 15,-12 6-76-15,-4 1 0 0,-3-1 212 16,-6 1 8-16,-3-3 56 0,-3-1-28 0,-1-2-36 16,0-9-396-16,0 3 84 15,-4-8-180-15,5-2 152 0,3-4-468 16,0-9-752-16,7-3-1301 0,-2-8-3719 0</inkml:trace>
  <inkml:trace contextRef="#ctx0" brushRef="#br0" timeOffset="-159425.981">7817 17675 8808 0,'0'0'4105'15,"0"0"-2885"-15,0 0-660 0,0 0-220 16,0 0 316-16,99 0 796 0,-50 0-644 0,2 0-316 16,8-10-296-16,1 1-120 0,0-4-76 15,-4-3-60-15,-4 3 52 0,-5-2-240 16,-7 2-160-16,-3 4-348 0,-14 2-296 0,-3 4-520 16,-12 3-1172-16,-4 0-3285 0,-8 3 194 15</inkml:trace>
  <inkml:trace contextRef="#ctx0" brushRef="#br0" timeOffset="-159208.66">8208 17684 1228 0,'0'0'844'0,"0"0"7108"16,0 0-6199-16,0 0-281 0,-21 77-240 16,21-52 192-16,0 3-396 0,0 1-504 0,8 3-228 15,0-1-136-15,-3 1-24 0,2 0 64 16,5-3-40-16,-4-4-112 0,0-2-48 15,4-4-160-15,4-6-60 0,0-1 44 16,0-9-60-16,7 1-84 0,1-4-328 0,4 0-196 16,0-11-428-16,0 3-596 0,-7-5-797 15,6-6-1683-15</inkml:trace>
  <inkml:trace contextRef="#ctx0" brushRef="#br0" timeOffset="-158955.739">8829 17551 288 0,'0'0'744'0,"0"0"5444"0,0 0-3260 0,0 0-1059 15,0 0-501-15,0 0 92 0,0 0 88 16,-44 67-416-16,36-38-316 16,0 3-200-16,0 1-72 0,4 3 40 0,0-1-168 15,0 3-124-15,4-3-132 0,0 3 12 0,0-3-172 16,4-3-56-16,4-1 44 15,0-5-192-15,0-4-16 0,4-6-48 16,0-4-236-16,3-1-268 0,6-11-52 0,-1 0-128 16,3-7-652-16,1-9-1068 0,-3 3-2189 15,3-12-3119-15</inkml:trace>
  <inkml:trace contextRef="#ctx0" brushRef="#br0" timeOffset="-158585.316">9295 17627 3100 0,'0'0'468'0,"0"0"4984"0,0 0-3399 0,0 0-613 15,0 0-408-15,0 0 188 0,0 0-200 16,0 0-392-16,0 0-216 0,-48 83-76 0,32-62-12 16,0 6-28-16,1-2-84 15,2 0-64-15,-2 1 12 0,2-1 0 16,5-3 112-16,4 1 84 0,1-4-24 0,3-4-232 15,0 1-64-15,3-3-36 0,5-7-48 16,1 1-136-16,2-7-76 0,10 0 88 16,-2-3 100-16,1-7-16 0,4-6-108 15,0 1-312-15,-4-9-160 0,0 6 84 16,-5-1 172-16,-2 0 168 0,-5 6 124 16,-8 4 120-16,4-1 100 0,-4 4 40 15,-4 0 48-15,0-1 24 0,-9 4 0 0,2-4-44 16,-1 4-160-16,-4 0 48 0,0 3 152 15,0 0 104-15,1 3-168 0,-2 7-144 16,6 2 0-16,-2 1-4 0,1 0-36 16,0 1-160-16,8-3-272 0,-4-1-380 15,8-4-720-15,0-3-2265 0,0-3-2251 0</inkml:trace>
  <inkml:trace contextRef="#ctx0" brushRef="#br0" timeOffset="-158367.936">9613 17577 3828 0,'0'0'900'0,"0"0"4328"0,0 0-1099 0,0 0-2137 0,40 66-604 16,-31-50-288-16,-5 0-348 16,-1 0-276-16,1 3-280 0,-4 0-196 0,0 3-24 15,-4 0-24-15,-3 0-100 0,-2-3-220 16,-3-3-260-16,1 1-100 0,-2-5-112 15,2 1-176-15,-1-4-280 0,0-3-568 0,4-2-2013 16,4-4-1387-16</inkml:trace>
  <inkml:trace contextRef="#ctx0" brushRef="#br0" timeOffset="-157740.437">9992 17706 8080 0,'0'0'2820'0,"0"0"-279"0,0 0-1817 16,0 0-220-16,0 0 644 0,0 0-56 0,0 0-532 15,0 0-436-15,0 0-120 16,0 0-4-16,0 0-4 0,80-63 4 16,-80 60 44-16,0 3 68 0,0 0 60 0,0 0 28 15,0 0-16-15,0 3 16 0,0-3 92 16,0 4-56-16,0-4 20 0,0 0-56 15,0 0-80-15,0 0-32 0,0 0 44 16,0 0 28-16,0 0 12 0,0 0-12 0,0 0-52 16,0 0-36-16,0 0-72 0,0 0-76 15,0 0-32-15,0-4 32 0,4 4 68 16,-4 0-4-16,0 0 4 0,0 0-4 16,0 0 8-16,0 0-8 0,0 0 12 15,0 0 4-15,0 0-4 0,0 0-8 0,0 0-80 16,0 0 40-16,0 0 0 0,0 0 36 15,0 0-32-15,0 0 44 16,0 0 84-16,0 0 4 0,0 0-16 0,0 0-64 16,0 0 52-16,0 0 28 0,0 0 8 15,0 0 0-15,0 0 28 0,0 0-124 0,0 0-56 16,0 0-44-16,4 0 28 16,-4 0 28-16,3 0 44 0,-3 0 48 15,5 0 0-15,-5 0-40 0,4 0 4 0,-4 0 36 16,0 0 4-16,0 0 8 0,0 6 0 15,0 7 124-15,0 4 36 0,0 2-112 16,-4 6-48-16,-1 3-60 0,2 1 60 16,3-1-60-16,0-2-48 0,0-6 48 15,0-6 0-15,3-3-108 0,2-9-64 0,-1 1-48 16,4 0 112-16,-4-3 60 0,-1 0 0 16,5 0-24-16,1-3 72 15,-5 0 208-15,3-3-152 0,1-1-52 0,1-5-8 16,-1 3-68-16,3-8-356 0,-2 1-256 15,-5 1-288-15,3-4-436 0,-3 0-1052 16,0 0-2669-16,-4-6-3007 0</inkml:trace>
  <inkml:trace contextRef="#ctx0" brushRef="#br0" timeOffset="-157585.018">10036 17434 4700 0,'0'0'716'0,"0"0"5033"16,0 0-3661-16,0 0-628 0,0 0-516 16,0 0-236-16,0 0-484 0,0 0-224 15,0 0-428-15,0 0-300 0,79 3-524 0,-74-10-1212 0,3-2-3113 16</inkml:trace>
  <inkml:trace contextRef="#ctx0" brushRef="#br0" timeOffset="-157324.325">9785 17443 104 0,'0'0'4292'16,"0"0"-2496"-16,0 0 3661 0,0 0-3449 0,-8 83-464 15,8-61-84-15,0 7-244 0,0-1-264 16,4 1-328-16,0 2-196 0,-4 2-180 15,4-2-176-15,-4 1-72 0,0-1-84 0,4 1-40 16,0-7-24-16,0 1-48 16,3-10-72-16,6-1-296 0,-2-4-364 0,6-9-364 15,2-2-484-15,-2-7-832 0,3-1-2337 16</inkml:trace>
  <inkml:trace contextRef="#ctx0" brushRef="#br0" timeOffset="-157146.87">10354 17573 3860 0,'0'0'2280'16,"0"0"3521"-16,0 0-3785 0,60 83-476 0,-43-55-32 15,-2-2-220-15,-2 2-376 16,-2-2-448-16,-3-4-292 0,-4-3-172 0,1-3-44 16,-5 0-28-16,0-6-200 0,0-1-280 15,0 0-212-15,-9 1-376 0,-3-1-504 16,5-6-1280-16,-10 1-3217 0</inkml:trace>
  <inkml:trace contextRef="#ctx0" brushRef="#br0" timeOffset="-156583.694">12152 17504 4908 0,'0'0'260'0,"0"0"4752"15,0 0-3043-15,0 0-537 0,0 0-64 0,0 0-56 16,0 0-20-16,0 0-228 0,-84-39-140 16,68 46-288-16,0 2-100 0,0 8-120 15,-3 4-64-15,-2 8-24 0,5 9 25 16,0 6-25-16,0 7-40 0,8 4-128 15,1-5-64-15,7 1-96 0,0-7 0 0,0-6-144 16,7 1-232-16,6-11-124 0,2-2-181 16,6-8-255-16,3-8-240 15,8-10-528-15,3-6-724 0,-7-7-2105 0,16-19-3107 16</inkml:trace>
  <inkml:trace contextRef="#ctx0" brushRef="#br0" timeOffset="-156279.84">12491 17640 11509 0,'0'0'2808'0,"0"0"-1532"0,0 0 216 0,0 0 372 16,0 0-440-16,0 0-428 0,0 0-191 15,-69 86-165-15,61-61-144 16,5-6-244-16,-1 0-252 0,4-9-120 0,0-4-112 16,4-6-216-16,3 0-72 0,6-3 47 0,2-10 85 15,6-3-64-15,-6-3-60 16,1-4 96-16,0 2 12 0,-4 2 96 15,-4 7 100-15,0-2 72 0,-4 5 64 0,4 2 72 16,-4 5-100-16,0 2 28 0,-4 0 72 16,4 2 428-16,0 5 320 15,4 5-160-15,-4 4-64 0,4 4-172 0,-4-5-60 0,0 2-23 16,0-5-129-16,0 1-140 16,-1-7-196-16,2 0-181 0,-1-6-283 15,0 0-228-15,0 0-216 0,4-6-1068 0,-5 3-2080 16,6-13-2969-16</inkml:trace>
  <inkml:trace contextRef="#ctx0" brushRef="#br0" timeOffset="-155972.098">12789 17608 10552 0,'0'0'2937'0,"0"0"-1177"0,0 0 360 15,0 0 4-15,4 71-416 0,-4-52-675 16,0-5-561-16,0 0-436 0,0-4-36 15,0-4-156-15,0-3-136 0,0-3-289 0,5 0-307 16,2-3-164-16,-3-8 120 0,8 3-92 16,-4-9-588-16,4 5-60 0,-4-3 580 15,-1 1 540-15,2 5 376 0,-1 2 72 16,0 1 104-16,-1 6 280 0,6 0 412 0,-2 0 184 16,2 0 68-16,-2 6 188 0,-3 4-148 15,5-1-288-15,-2 4-192 0,-3 4-72 16,5 2-4-16,-6 0 96 0,-3 3 16 15,0 0-248-15,5 0-292 0,-9-3-12 16,4 0-452-16,-1-3-440 0,1-7-228 0,0 1-344 16,0-6-1164-16,0-4-3845 15</inkml:trace>
  <inkml:trace contextRef="#ctx0" brushRef="#br0" timeOffset="-155141.712">13969 17151 1604 0,'0'0'4076'0,"0"0"2913"0,0 0-5297 16,0 0-808-16,0 0-16 0,0 0 348 0,-13 83 168 15,13-38-388-15,4 7-264 0,5 12-72 16,-9 0 68-16,4 0-83 0,-4-4-309 16,0-3-176-16,0-6-160 0,0-6-68 15,0-8-116-15,-4-5-108 0,4-7-20 16,0-8 56-16,0-8 11 0,0-9 77 16,0 0-124-16,0-7 72 0,8-2-120 0,3-10 336 15,2 0-8-15,2 0 8 0,2 0-108 16,-2 3-108-16,1 6 72 15,-4 8 88-15,4 2 60 0,-4 0 8 0,0 6 140 16,-4 3 232-16,0 4 56 0,-4 0 4 16,0 2-188-16,-4 1-103 0,0 3-65 0,-8-3-12 15,-5 3-72-15,2 0-108 16,-5-2-161-16,0-3-59 0,-4 3 0 16,0-4-12-16,4-1-112 0,4-5-148 0,0-7-236 15,8 0-560-15,0-10-1064 0,0-3-520 16,4-15-2593-16</inkml:trace>
  <inkml:trace contextRef="#ctx0" brushRef="#br0" timeOffset="-154872.474">14319 17792 12105 0,'0'0'3908'0,"0"0"-2632"0,0 0-284 0,0 0 484 16,0 0-220-16,0 0-415 0,88 55-417 0,-69-59-192 15,5-9-184-15,1-5-48 0,6-11-352 16,-3-6-173-16,4-3-299 0,-8 3 16 15,-4 0 48-15,-4 9 36 0,-8 7 108 16,-4 4 232-16,-4 2 284 0,-8 10 100 16,-8 0 260-16,-4 3 136 0,0 9 244 15,1 7-124-15,2 6-60 0,-3 4-64 16,4 5-64-16,0 5-84 0,5 1-36 16,-6 2-88-16,9 2-56 0,5-3-52 15,-1 0 72-15,4-3-36 0,0-6-48 0,4-7-108 16,12-7-64-16,3-5-48 0,5-7-48 15,8-3 12-15,0-6-504 0,4-4-160 16,-1-5-704-16,-10-1-3012 0,6-7-6817 0</inkml:trace>
  <inkml:trace contextRef="#ctx0" brushRef="#br0" timeOffset="-154225.08">15447 17761 4940 0,'0'0'4960'0,"0"0"-2927"0,0 0-533 15,0 0-296-15,0 0 220 0,83-42-212 16,-63 35-296-16,-4 7-272 0,0 0-116 0,0 7-64 15,0 5-48-15,-1 11 0 0,-2 6-76 16,-1 2-12-16,-9 4-72 0,2 0-136 0,-5 4-56 16,0-4-52-16,0-4 36 15,0 1-44-15,-5-6 4 0,5-7-4 16,-3-6 9-16,3-8 35 0,0-2-48 0,0-3-8 16,0 0-65-16,0-3-159 0,0-6-156 15,0-10 60-15,8-10 36 0,0-6 48 16,4-6 8-16,0-4-128 0,4 1-116 15,0 3 0-15,-1 6 24 0,6 3-48 16,-2 9-292-16,1 2-508 0,0 9-604 16,-4 1-1013-16,0 5-2815 0</inkml:trace>
  <inkml:trace contextRef="#ctx0" brushRef="#br0" timeOffset="-153702.626">15981 17777 468 0,'0'0'8780'0,"0"0"-6391"16,0 0-1341-16,0 0 240 0,0 0 128 0,0 0-244 15,0 0-488-15,0 0-424 0,0 0-160 16,91 41-52-16,-75-47-48 0,4-11-120 15,0-5-200-15,0 0-280 0,-4-6-116 0,-1 3-140 16,-2 2 72-16,-5 4 288 16,-4 3 496-16,-4 3 40 0,0 0 164 15,-4 4 72-15,-4-1-20 0,-5 1 60 0,-2 3 72 16,-1 3 116-16,-4 3 28 0,0 0-108 0,5 3 60 16,-6 12-148-16,1 4-48 15,5 10 44-15,-2 7 136 0,6 4 160 16,-6 5-88-16,10 5-124 0,3-2-100 0,0-6-168 15,4-4-144-15,0-7-4 16,4-9-72-16,3-9-124 0,6-3-160 0,2-10-316 16,2 0 56-16,2-6-112 0,1-7-400 15,1-9-668-15,-10 6-2284 16,9-14-3281-16</inkml:trace>
  <inkml:trace contextRef="#ctx0" brushRef="#br0" timeOffset="-153476">16271 17630 744 0,'0'0'8764'16,"0"0"-6123"-16,0 0-1097 0,0 0 328 15,20 80 32-15,-16-54-348 0,4 2-540 16,1-3-404-16,2 4-212 0,-3 0-84 0,4-1-48 16,-4 1-47-16,0-4-113 15,0-3-100-15,0-3 52 0,0-3 52 0,0-3-100 16,-1-4-12-16,2-5-84 0,-1-4-149 15,3 0-143-15,-2-4 84 0,7-5-124 16,4-10 76-16,-5-3-188 0,9-5-268 16,-3-6-300-16,-6 0-596 0,1 11-2184 15,-4-9-4089-15</inkml:trace>
  <inkml:trace contextRef="#ctx0" brushRef="#br0" timeOffset="-151140.039">16482 17510 4584 0,'0'0'2460'0,"0"0"-616"15,0 0-280-15,0 0-67 0,0 0-233 16,0 0-372-16,0 0-272 0,0 0-116 16,0 0 36-16,0 0 132 0,0 0 60 0,0 0-72 15,-3 2-56-15,-1 3-12 16,-4-3-164-16,-1 5-144 0,-2-2-64 0,-1 6-88 16,0 1-8-16,0 1-40 0,-1 3 28 15,-2-4 8-15,3 7-32 0,0-3-76 16,0 3 36-16,0 4 12 0,4-1-12 0,0 3-36 15,1 4 52-15,3 0-56 16,-1-1 4-16,5 4 48 0,0-4-56 16,0-2-4-16,0 0 0 0,5-7-8 0,-1-1-52 15,3-2 12-15,5-6 32 16,4 2-68-16,-4-2 24 0,4-4 48 16,0 0-100-16,0-2-8 0,0-4-100 0,0 0-72 15,3 0-124-15,-2-10 8 16,-2 1-84-16,5-4-248 0,1-3-316 0,-6-6-728 15,-2 5-1196-15,6-4-3169 0</inkml:trace>
  <inkml:trace contextRef="#ctx0" brushRef="#br0" timeOffset="-150789.153">16782 17656 9520 0,'0'0'3193'0,"0"0"-1313"0,0 0-380 15,0 0 160-15,0 0-376 0,0 0-268 0,-8 70-260 16,8-48-220-16,0 3-96 0,0-6-63 16,0 1-161-16,8-8-160 0,-5 1-52 15,5-7-8-15,5 0-36 0,-6-1-32 16,9-5-132-16,-4-5-77 0,9-4-71 16,-2-7-24-16,1-3-76 0,-1 0-96 15,-2-3 8-15,-2 0 0 0,-2 6 72 16,-5 0-28-16,-5 4 16 0,-3 5 132 0,0 0 348 15,0 4 112-15,-3 3 332 0,-5-2-48 16,-5 2-12-16,-2 0-112 0,3 0 120 16,-4 2 12-16,0 4-160 0,4 1-204 15,0 3-40-15,5 3-88 0,-6-4-44 0,5 3 8 16,4-2-84-16,1-4-248 16,-2-2-556-16,5-1-680 0,0-3-1344 15,0 0-3381-15</inkml:trace>
  <inkml:trace contextRef="#ctx0" brushRef="#br0" timeOffset="-150541.953">17144 17459 1840 0,'0'0'8192'0,"0"0"-5707"16,0 0-577-16,0 0 12 16,0 0-96-16,64 89-260 0,-52-57-332 0,0-4-392 15,4 4-259-15,-5-4-193 0,2-2-120 16,2-3-136-16,-2-9-132 15,-6 0 0-15,5-5-12 0,0-2 8 0,0-4-44 0,1 0-84 16,-6-3-100-16,1-6-8 16,4-7-100-16,0-6-97 0,4-4-3 15,-4-2 40-15,4-2-64 0,-4-3-112 0,0 1-96 16,-1-2-92-16,-2 3-188 16,3-4-400-16,-5 3-752 0,-3 8-1865 0,9-6-1563 15</inkml:trace>
  <inkml:trace contextRef="#ctx0" brushRef="#br0" timeOffset="-150242.67">17590 17595 8776 0,'0'0'5929'15,"0"0"-4005"-15,0 0-840 0,0 0 248 16,0 0 88-16,20 67-480 0,-8-67-431 0,0 0-241 16,4-6-220-16,0-7-48 15,4-6-304-15,0-6-269 0,0-1-119 0,-4-2 44 16,0 2 24-16,-4 5-4 0,-9 2 60 15,1 5 236-15,-4 3 332 0,0 0 48 16,-7 2 236-16,-1 5 188 0,-5 1 164 16,-2 3-108-16,2 7 48 0,-2 6-296 0,-2 2-172 15,2 10 40-15,2 7 0 0,-2 3 20 16,3 3-32-16,0 4-52 0,0-1-76 16,5 1 52-16,-2-5-52 0,1-5-8 15,8-10-12-15,0-6-144 0,0-6-64 0,0-7-148 16,8-3-32-16,4-3-140 15,4-10-96-15,4-6-348 0,-1-6-1084 16,-2 2-3144-16,7-8-4129 0</inkml:trace>
  <inkml:trace contextRef="#ctx0" brushRef="#br0" timeOffset="-149989.601">17897 17510 6748 0,'0'0'4293'15,"0"0"-2805"-15,0 0-504 0,0 0 260 16,0 0 12-16,71 73-304 0,-54-54-268 0,-2 3-164 15,-2 3-100-15,-2 1 220 0,2 0 244 16,-9-1-204-16,0 0-168 16,-1-3-160-16,-3 0-131 0,0-5-25 0,0-5-40 15,0-2-48-15,0-4-108 0,0-3-12 0,0-3-96 16,4 0-136-16,-4-6-205 0,8-4 25 16,1-9 80-16,2-6 100 15,1-4 100-15,4-6-16 0,4-3-48 0,-4-3-60 16,4 3-148-16,-1 0-188 0,2 3-212 15,-1 4-476-15,-5-2-812 16,-2 15-1945-16,2-5-2435 0</inkml:trace>
  <inkml:trace contextRef="#ctx0" brushRef="#br0" timeOffset="-149341.147">18458 17738 3892 0,'0'0'4612'0,"0"0"-2284"0,0 0-619 15,0 0-317-15,28 80-4 16,-15-68-68-16,2-2-412 0,-2-3-496 16,2-7-192-16,6-4-20 0,-2-5-28 0,5-7-88 15,0-7-84-15,0-5-220 0,-1-3-224 16,-2-1-276-16,-5 0-204 0,0 0-120 15,-4 6 160-15,-8 4 212 0,0 3 340 0,-4 7 332 16,-4 2 52-16,-5 4 276 16,-2 3 180-16,-1 3 252 0,-4 0-180 0,0 6 12 15,0 7-152-15,0 6-4 0,-4 6 36 16,9 7 60-16,-6 6 36 16,2 4 108-16,2 5 20 0,6-3-168 0,-1-3-188 15,3-6-340-15,5-9 0 0,0-7-196 16,9-10 12-16,6-5-156 0,2-4-88 15,7-11-12-15,3-8 68 0,4-6-328 0,2-8-368 16,3-9-800-16,-8 0-808 0,4 3-1449 16,-13 6 825-16,1 3 340 15,-4 9 848-15</inkml:trace>
  <inkml:trace contextRef="#ctx0" brushRef="#br0" timeOffset="-149255.613">18877 17621 1008 0,'0'0'2712'0,"0"0"1256"0,0 0-1172 0,0 0-483 16,0 0-721-16,0 0-368 15,0 0-308-15,-11 66-316 0,11-66-564 16,0 0-36-16,4-3-312 0,3-13-112 0,9-5-244 15,4-12-540-15,-9 8-1292 16,14-19-3417-16</inkml:trace>
  <inkml:trace contextRef="#ctx0" brushRef="#br0" timeOffset="-149055.895">19089 17037 6868 0,'0'0'4429'0,"0"0"-2801"0,0 0-608 0,0 0 180 15,0 0-76-15,0 0-176 16,0 0-416-16,-21 75 60 0,17-36 344 0,1 2 32 15,-1 10-320-15,0 4-344 0,4 1-196 16,-4 5-100-16,4-1-8 0,0-4-84 16,0-1-24-16,8-7-136 0,-1-10-124 15,5-4-156-15,1-4-360 0,6-8-200 16,-3 0-408-16,0-7-1184 0,-4-5-2693 16,8 3-3110-16</inkml:trace>
  <inkml:trace contextRef="#ctx0" brushRef="#br0" timeOffset="-148626.608">20032 17764 11901 0,'0'0'3120'0,"0"0"-1200"16,0 0-468-16,45 70-52 0,-17-55-276 0,11 1-372 16,4-9-191-16,10-7-281 0,6-10-280 15,-3-12-24-15,0-6-220 0,0-11-277 16,-5 2-163-16,-6-5-132 0,-6-3-236 15,-7 4-652-15,-11 10-1308 0,-6-10-3741 16</inkml:trace>
  <inkml:trace contextRef="#ctx0" brushRef="#br0" timeOffset="-148408.161">20419 17351 6444 0,'0'0'4537'15,"0"0"-2817"-15,-24 66-524 0,20-27 308 16,4 11 116-16,0 8-12 0,0 5-404 15,0 1-396-15,4 3-296 0,0-1-196 16,1-3-112-16,-5 1-104 0,0-7-100 0,0-6-60 16,0-4 8-16,-5-8-8 0,1-4 12 15,0-10 36-15,4-6-72 0,-4-6-124 16,0-7-192-16,4-6-224 0,-3 0-232 16,-1-3-140-16,-1-10-632 0,-3-2-28 15,4-8-516-15,0 7-733 0,4-19-1719 0</inkml:trace>
  <inkml:trace contextRef="#ctx0" brushRef="#br0" timeOffset="-148109.43">20734 17691 11401 0,'0'0'3252'16,"0"0"-1076"-16,0 0-1156 0,12 86 164 0,-12-64 332 15,0-3-344-15,4-10-663 16,0-2-509-16,0-7-112 0,7 0-12 0,6-10 28 15,-2-6 23-15,5-3-267 0,5-6-148 16,-5-8-60-16,-5 6-136 16,2-2-76-16,-6 3 44 0,-3 4 272 0,-4 7 256 15,-4-2 188-15,0 2 140 0,-4 5 48 16,-8 1 120-16,-4-1 124 0,1 7 120 16,-2 3-60-16,2 0-52 0,-2 10-184 0,2 5-72 15,-2 7-76-15,2 1-48 16,2 2-60-16,6-6-60 0,-1 0-72 0,4-6-332 15,-1-3-380-15,1-4-352 0,4-4-860 16,0-2-1084-16,4-2-2053 0,5-4 909 0,6-14 996 16</inkml:trace>
  <inkml:trace contextRef="#ctx0" brushRef="#br0" timeOffset="-147691.505">20930 17517 5320 0,'0'0'4288'0,"0"0"-2079"0,0 0-409 15,0 0-240-15,0 0-204 16,79 47-284-16,-63-28-220 0,-4 0-16 0,-1 3-52 0,2 1 60 15,-6-2-320-15,1-2-392 16,-4-2-132-16,1-2-12 0,-1-5 4 16,-4-1 8-16,4-2-48 0,-4-4-88 0,0-3-152 15,3 0-312-15,5-10-292 16,1 1 228-16,6-8 124 0,2-4-4 16,2 2-152-16,1-4-216 0,-1 4 20 0,-2 3 260 15,3 7 404-15,-4 6 228 16,-4 3 164-16,-4 0 632 0,-4 12 212 15,0 4-112-15,-4 3-228 0,0 0-200 0,-4 7-48 16,-4-3 132-16,4-4 172 0,-1-1-272 16,1-5-440-16,4-7-12 0,0-2-232 15,0-4-100-15,9 0 16 0,3-4 120 16,3-5 108-16,2-7-56 0,3-1-40 0,-1-4-40 16,5 2-20-16,-3-4-52 15,3 9 0-15,-5-3 136 0,-3 7 132 0,0 4 28 16,0-1 76-16,-4 7 120 0,-5 0 200 0,2 10 244 15,-1 3 48-15,-4 4-152 16,3-3-280-16,-3 5-84 0,5-2-16 16,-5-2-108-16,0 2-48 0,0-8-240 15,3 0-360-15,2-2-268 0,3-7-180 0,-1 0-528 16,-2 0-2336-16,2 0-3785 0</inkml:trace>
  <inkml:trace contextRef="#ctx0" brushRef="#br0" timeOffset="-139135.199">21527 17698 872 0,'0'0'3944'0,"0"0"-3280"0,0 0-572 16,0 0 2092-16,0 0 456 16,0 0-1171-16,0 0-429 0,0 0-188 0,0 0-292 15,-32-7-168-15,32 0-128 0,4-2-112 16,3-4 112-16,6 0 316 0,-1 4 172 15,-1-4-252-15,6 0-128 0,-1 1-52 0,3 2-36 16,-2-2-136-16,2 2-48 0,1 1-36 16,-3-1-52-16,-2 4-4 15,-3 6-8-15,0 0-76 0,0 0 76 0,0 13 68 16,0 2-20-16,-1 7 100 0,2 4-60 0,-1-4-12 16,0 3-76-16,-4-2-124 15,3-4-96-15,-3-3-200 0,5-4-608 16,-2-5-164-16,2-7-108 0,-2-3-556 0,-3-3-949 15,5-13-2331-15</inkml:trace>
  <inkml:trace contextRef="#ctx0" brushRef="#br0" timeOffset="-138824.622">22200 17319 10556 0,'0'0'2737'0,"0"0"-1797"0,0 0-636 0,0 0 176 16,0 0 312-16,0 0-48 0,0 0-272 16,0 0-312-16,0 0-60 0,0 0 24 15,84-13-72-15,-68 13-44 0,-5 6-4 16,-2 8 44-16,-1 5 224 0,-5 3 124 16,1 13-136-16,-4 3-36 0,0 6-4 15,0 3-48-15,0 5-12 0,0-1 112 16,0-1 168-16,0-3-88 0,4-8-144 0,9-10-48 15,2-10-16-15,2-7-68 0,11-5-16 16,0-7-48-16,7-13-12 0,5-12-148 16,-1-7-324-16,2-12-252 0,-2-4-184 0,-3 0-404 15,-8 1-656-15,-11 12-2480 16,-2-10-3537-16</inkml:trace>
  <inkml:trace contextRef="#ctx0" brushRef="#br0" timeOffset="-138646.106">22519 17281 12209 0,'0'0'2076'0,"0"0"-1644"0,-28 70 60 16,20-35 604-16,4 6 88 15,0 4-316-15,4 6-252 0,0-1-164 0,0 1-36 16,0 4-108-16,0-5-200 0,4 4-108 16,0-3-40-16,-4-1-252 15,0-3-372-15,0 2-284 0,0-8-404 0,0-3-128 16,0-3-556-16,0-10-1161 0,-4 4-2015 15</inkml:trace>
  <inkml:trace contextRef="#ctx0" brushRef="#br0" timeOffset="-138122.469">23089 17370 5472 0,'0'0'1692'0,"0"0"-124"0,0 0 64 15,0 0 181-15,0 0-229 0,0 0-404 16,0 0-248-16,-52 79-104 0,44-47 44 16,-1 10-144-16,2 5 0 0,3 7-212 0,0 3-224 15,0 0-108-15,4 0 12 0,0 2 0 16,0-9-100-16,8-3-96 0,-1-9-8 0,6-9-160 16,2-10-16-16,6-7-88 15,7-7 28-15,0-5-60 0,4-11-200 0,3-8-4 16,-3-3-172-16,-4-3-440 15,0-7-504-15,-4 10-1188 16,-1-10-3261-16</inkml:trace>
  <inkml:trace contextRef="#ctx0" brushRef="#br0" timeOffset="-137606.353">23379 17599 2632 0,'0'0'8244'0,"0"0"-6203"0,0 0-781 16,0 0 268-16,0 0-148 0,0 0-340 16,0 0-388-16,0 0 76 0,0 0-144 15,84 19-144-15,-48-19-60 0,0 0-112 0,-1-10-164 16,2-3-104-16,-1 1-108 0,-4-4-428 15,-4-3-76-15,0 0-12 0,-5 0-188 16,-7 3-436-16,-1 1-492 0,-6 1-592 16,-5 5-1645-16,-4 2-803 0</inkml:trace>
  <inkml:trace contextRef="#ctx0" brushRef="#br0" timeOffset="-137441.035">23686 17491 1528 0,'0'0'5516'0,"0"0"-3256"0,0 0-439 15,0 0-193-15,-47 70-148 0,38-45-308 16,5 1-236-16,0-1-64 0,1 6-32 15,-1-1-112-15,4-2-12 0,0 0 16 16,0-2-232-16,4-4-232 0,7-3-268 0,-2-6 0 16,6-4-232-16,-3-9-132 15,8 0-152-15,0-6-204 0,5-10-340 16,2-6-732-16,-7 3-2320 0,4-16-3781 16</inkml:trace>
  <inkml:trace contextRef="#ctx0" brushRef="#br0" timeOffset="-137226.667">24045 17367 5744 0,'0'0'7257'0,"0"0"-6325"15,0 0-844-15,36 76 304 0,-21-47 668 16,5-3 248-16,-3 2-476 0,-2 0-388 16,2-2-208-16,-2 2 12 0,-7 1-64 0,4-1-136 15,-8 8-44-15,-4-1-4 0,-4 2-48 16,-8 2-100-16,-7 3-112 15,-6 2-172-15,-3-6-212 0,0-1-104 0,0-5 116 0,1-3 68 16,-5-7-204-16,9-6-1064 16,-18-4-3429-16</inkml:trace>
  <inkml:trace contextRef="#ctx0" brushRef="#br0" timeOffset="-129658.263">26001 3057 4396 0,'0'0'8041'0,"0"0"-6537"16,0 0-380-16,0 0-344 0,64-69 176 0,-40 50 148 0,4 6-200 16,-4-3-328-16,0 6-256 15,3 3-152-15,-3-2-32 0,0 6-36 0,-4 0-88 16,-4 3-12-16,0 0-100 0,-4 6 40 15,-1 10 60-15,-2 10 132 16,-5 6 92-16,0 12-152 0,-4 3-60 0,0 14 48 16,0 2-60-16,0 4 72 0,0-3-72 15,0-10 4-15,11-4 44 16,6-15 36-16,7-13-72 0,4-5 120 0,8-15-92 0,-1-4-36 16,5-15-8-16,8-8-212 15,-1-13-532-15,-2-6-452 0,-6-4-396 0,-11 6-1196 16,0-15-3601-16</inkml:trace>
  <inkml:trace contextRef="#ctx0" brushRef="#br0" timeOffset="-129408.29">26511 2807 4712 0,'0'0'5784'0,"0"0"-3547"0,0 0-1369 15,0 0-500-15,0 0 228 0,0 0 148 16,-28 72 264-16,28-43 16 0,4 3-368 15,0 10-284-15,0 2-116 0,0 12-20 16,-4 8 108-16,0 13-160 0,-8 9-48 16,-4 8 36-16,-4 5-52 0,1 6-60 15,-6 0 4-15,1-7-64 0,8-6-40 16,9-12-12-16,3-17-68 0,7-19-128 16,17-9-252-16,8-17-240 0,12-11-176 15,4-7-156-15,4-15-304 0,3-14-1400 16,-7 3-3325-16</inkml:trace>
  <inkml:trace contextRef="#ctx0" brushRef="#br0" timeOffset="-129129.24">27133 3117 4316 0,'0'0'7113'0,"0"0"-5537"0,0 0-620 16,0 0 156-16,0 0 236 16,-36 96 20-16,36-49-256 0,0 7-216 0,0 7-164 15,0 2-48-15,4 4-112 0,4-4-159 16,-5-2-197-16,6-8-216 16,3-5-24-16,-1-13 12 0,2-6-36 0,2-10 44 15,5-6-56-15,1-7-24 0,2-6-341 16,1 0 9-16,4-16-156 15,4-6-184-15,-4-4-248 0,0-5-764 0,0-4-1388 0,-9 6-3789 16</inkml:trace>
  <inkml:trace contextRef="#ctx0" brushRef="#br0" timeOffset="-128930.119">27415 3337 5348 0,'0'0'10677'0,"0"0"-8669"15,0 0-948-15,0 0-276 16,0 0 720-16,0 0-231 0,100 12-281 0,-56-21-304 16,8-4-316-16,-1-5-164 0,5 1-128 15,-7-2-80-15,-6 0-132 0,-7 0-220 16,-1 0-204-16,-10-1-180 0,-1 1-160 16,-9 5-317-16,-6-3-1411 0,-5 8-2632 15,-4-5-3913-15</inkml:trace>
  <inkml:trace contextRef="#ctx0" brushRef="#br0" timeOffset="-128740.55">27739 3314 1812 0,'0'0'11509'0,"0"0"-9481"0,-25 77-708 16,18-45 56-16,-2 2 224 0,-3 4-72 0,5-3-471 16,-2 0-365-16,5-4-380 15,4-8-176-15,0-1-136 0,0-6-180 0,4 0-24 16,5-10-16-16,2 1-180 15,2-4-133-15,2-3-63 16,6-7 96-16,-2-5-244 0,1-7-632 0,0-3-792 0,0 3-996 16,0-14-2853-16</inkml:trace>
  <inkml:trace contextRef="#ctx0" brushRef="#br0" timeOffset="-128495.464">28117 3073 4212 0,'0'0'11741'0,"0"0"-9889"0,0 0-1076 0,0 0-296 16,0 0 560-16,24 73 268 15,-9-48-83-15,2 0-489 0,2 2-420 0,-3 1-172 16,5 3-144-16,-10 1 0 0,1 0-84 16,-7 4-48-16,-5 1-24 15,0 1-124-15,-13 0-48 0,-2 1 16 0,-6-5-52 0,1 1-1 16,1-6 25-16,-5-4 12 15,7-3-100-15,-2-6-208 0,7-6-588 16,-4-10-1156-16,4 0-2720 0,-4-3-2985 0</inkml:trace>
  <inkml:trace contextRef="#ctx0" brushRef="#br0" timeOffset="-127907.037">28783 2965 9916 0,'0'0'1933'0,"0"0"-285"0,0 0-48 16,0 0-268-16,0 0-224 0,0 0-32 15,31 89-300-15,-19-51-224 0,3 10-188 16,2 3 4-16,-6 3 48 0,2-1 104 0,-1 8-143 15,-5 3-97-15,-2-1-148 0,-1 3-32 16,-4 1 8-16,0 3-24 0,0-7-84 0,0-2-52 16,0-10-44-16,4-10-136 0,4-9-241 15,-1-6-63-15,6-14-24 16,2-5 12-16,2-7-164 0,-2-7-296 0,5-12-264 16,-4-9-776-16,-4-5-1172 15,0 5-2717-15,-3-20-58 0</inkml:trace>
  <inkml:trace contextRef="#ctx0" brushRef="#br0" timeOffset="-127644.108">28933 2965 7840 0,'0'0'5221'0,"0"0"-4353"0,0 0-200 15,0 0 28-15,0 0 676 16,84-67-92-16,-60 58-172 0,8 2-408 0,-4 4-332 0,4 3-124 15,0 3 12-15,-4 10-172 16,-4 6-84-16,-1 4-100 0,-3 9 100 16,-3-1 120-16,-10 7 16 0,-3 0 20 0,-4 3-8 15,-11 0-88-15,-6 4 112 16,-7-3 20-16,1-5-44 0,-1-2-124 16,-4-3-24-16,0-4-100 0,0-2-228 0,4-6-196 15,1-5-120-15,2-2-44 16,5-4-160-16,0-2-448 0,4-7-1444 0,4 3-4309 15,0-3-51-15</inkml:trace>
  <inkml:trace contextRef="#ctx0" brushRef="#br0" timeOffset="-127445.035">29388 3559 6048 0,'0'0'9597'15,"0"0"-8253"-15,0 0-788 0,0 0 236 16,0 0 524-16,0 0-496 0,0 0-332 15,0 0-280-15,0 0-196 0,0 0-12 0,63 76 12 16,-70-54-12-16,-1 7 0 16,0-3 0-16,-1-4 0 0,6-7-64 15,3-5-84-15,0-6-72 0,7-4-292 0,6-14-480 16,2-8-188-16,2 4-880 0,7-21-3757 16</inkml:trace>
  <inkml:trace contextRef="#ctx0" brushRef="#br0" timeOffset="-127304.785">29571 3396 13601 0,'0'0'4020'16,"0"0"-3264"-16,0 0-324 0,0 0 608 15,0 0-184-15,0 0-772 0,99 7-84 0,-71-16-816 16,0-3-336-16,-4-5-580 0,-7 8-2544 16,-10-1-5597-16</inkml:trace>
  <inkml:trace contextRef="#ctx0" brushRef="#br0" timeOffset="-127035.236">28643 3032 52 0,'0'0'1540'0,"0"0"-888"15,0 0 6992-15,39 98-5311 0,-22-53-521 0,-10 6-220 16,-3 5-200-16,0 6-140 0,-4 1-352 16,0-3-240-16,0 0-220 0,0-3-160 15,0-6-192-15,0-9-88 0,5-10-232 0,3-7 48 16,3-10-304-16,6-8-348 16,2-7-236-16,1-4-236 0,8-14-884 15,4-7-2477-15,-8 2-2947 0,20-25 6572 0</inkml:trace>
  <inkml:trace contextRef="#ctx0" brushRef="#br0" timeOffset="-126823.409">29771 2835 912 0,'0'0'12077'0,"0"0"-10197"0,79 35-736 0,-51-10 284 15,7 3-120-15,-3 12-140 0,-4-3-340 16,-4 8-340-16,-3-1-280 15,-6 0-160-15,-7 5-48 0,-3-5-136 0,-5 0-264 16,-9 0-64-16,-7-2-120 0,-4-2 20 16,1-4-52-16,-1-11-260 0,-1-3-680 15,10-12-1608-15,3-7-3253 0,3-9 97 0</inkml:trace>
  <inkml:trace contextRef="#ctx0" brushRef="#br0" timeOffset="-126693.5">30348 3149 15177 0,'0'0'2764'0,"0"0"-1888"0,0 0-264 16,0 0 808-16,0 0-668 0,80 26-351 15,-60-26-401-15,3 0-545 16,-3-4-587-16,1 2-316 0,-10-4-1524 0,-3 1-5569 16</inkml:trace>
  <inkml:trace contextRef="#ctx0" brushRef="#br0" timeOffset="-126549.999">30296 3365 9804 0,'0'0'7001'0,"0"0"-5413"0,0 0-1120 0,0 0 392 15,0 0 252-15,0 0-408 16,96-2-279-16,-68-9-425 0,0 3-401 0,0-6-463 16,-9 1-456-16,1 7-1264 0,-4-7-5141 15</inkml:trace>
  <inkml:trace contextRef="#ctx0" brushRef="#br0" timeOffset="-125738.987">30926 2711 1172 0,'0'0'92'0,"0"0"6232"16,0 0-2311-16,0 0-1813 15,0 0-468-15,0 0-216 0,0 0-28 0,0 0-64 16,16 83-252-16,-12-49-359 0,4 5-241 16,-5 8-160-16,1 4-16 0,5 3 208 15,-5 3-204-15,0 4-208 0,0-2-120 0,-4 5 12 16,0 3-72-16,-4 6 36 0,-4 0-36 16,-5-4-12-16,6-1-164 0,-1-8-64 15,4-9-84-15,-1-7-52 0,5-8-12 16,5-11-8-16,-1-6-76 0,4-10-148 15,-4-6-453-15,3-6-835 0,6-9-1240 0,-5-1-3441 16</inkml:trace>
  <inkml:trace contextRef="#ctx0" brushRef="#br0" timeOffset="-125450.97">30998 2746 1280 0,'0'0'8044'0,"0"0"-6183"16,0 0-577-16,0 0-48 16,0 0 8-16,79-54-36 0,-51 51-256 0,4 0-172 15,0 3-112-15,0 6-4 0,3 6-40 16,-3 5-96-16,0-1-224 0,-4 5-12 16,-4 5-108-16,-8 0-76 0,-4 2-24 0,-8 1 0 15,-4 2-84-15,0 1-12 16,-12 1 12-16,-4-2 76 0,-3 1-40 0,-6-1-36 15,-3 1-120-15,1-7-100 16,2 1 60-16,-3-10-8 0,4-1-164 0,5-2-68 16,-5-6-264-16,7-2-280 0,2-1-320 15,-5-4-920-15,4 0-2949 0,4-4-3991 16,-4-4 8852-16</inkml:trace>
  <inkml:trace contextRef="#ctx0" brushRef="#br0" timeOffset="-122358.086">31500 3917 10544 0,'0'0'2069'0,"0"0"-805"0,0 0-452 0,0 0 132 15,0 0 248-15,0 0-272 0,0 0-328 16,0 0-196-16,0 0-136 15,79-12-64-15,-55-7 0 0,0 0-188 0,0-3-8 16,-1-7-160-16,1 1-172 0,1-1-36 16,-5 0-52-16,-1 1 24 0,-2-1-28 15,-2 1 140-15,-3 2 60 0,0 1 124 0,-4-4-24 16,0 1-40-16,-4 3-64 16,4-5 52-16,-8 5 64 15,4 3 36-15,-4 0 76 16,0 3 124-16,0 7-36 0,0 1 36 0,-4 5 108 0,0 4-108 0,-4 2-36 15,0 0 60-15,4 2 140 0,-8 4 24 16,5 5-28-16,-2 3-24 0,-3 6 0 16,5 5-100-16,-2 4-96 0,-3 3 20 15,5 0-48-15,-1 5-36 0,-5 2-72 0,6 2 64 16,-10 6-204-16,6 1-96 16,3 2 48-16,-1-1 112 0,5 1 148 15,4-5 100-15,13-3 12 0,6-5 220 0,2-5-36 16,3-4-168-16,8-5-128 15,-1-8-260-15,9-2-332 0,-1-9-292 0,10-4-184 16,3-4-1132-16,-16-2-2685 0,27-9-3275 0</inkml:trace>
  <inkml:trace contextRef="#ctx0" brushRef="#br0" timeOffset="-119030.877">24719 13919 1068 0,'0'0'12657'16,"0"0"-10585"-16,0 0-1204 0,0 0-248 15,0 0-60-15,31-73 132 0,-11 41-16 16,4 1-124-16,0-8-272 0,4 4-204 16,0-6-76-16,-5 3-124 0,1 3-132 15,0-2-188-15,0 1-256 0,-8 7-336 0,4 1-568 16,-12 9-1228-16,4 0-3421 0</inkml:trace>
  <inkml:trace contextRef="#ctx0" brushRef="#br0" timeOffset="-118856.23">25017 13906 6776 0,'0'0'6417'15,"0"0"-4689"-15,0 0-824 0,0 0-284 0,0 0 560 16,0 0-20-16,0 0-472 0,0 0-440 15,0 0-248-15,40-63-100 0,-17 22-304 16,-2-1-420-16,3-6-252 0,0-6-516 0,-5 12-1168 16,5-21-4089-16</inkml:trace>
  <inkml:trace contextRef="#ctx0" brushRef="#br0" timeOffset="-118509.821">24929 12350 5044 0,'0'0'6357'0,"0"0"-3673"16,0 0-1044-16,0 0-736 0,0 0-44 0,0 0 820 15,104-16-712-15,-68 14-396 16,7-5-232-16,-6 1-228 0,2 2-112 0,-3-2-124 16,-4 0-180-16,-4 0-280 0,-4-1-128 15,-5 1-100-15,-2 0-248 0,-6-1-592 16,-2 4-1360-16,-1 0-3289 0,-8 3-219 15</inkml:trace>
  <inkml:trace contextRef="#ctx0" brushRef="#br0" timeOffset="-118301.558">25260 12353 3708 0,'0'0'156'16,"0"0"5908"-16,0 0-3975 0,-24 70-365 0,20-37-368 15,0-5 4-15,-4 7 20 16,8-4-184-16,-4 5-364 0,4-6-392 15,0 3-208-15,0-8-168 0,0-2-60 0,4-8 4 16,0 1-4-16,8-3-4 0,0-7-112 16,4 0 40-16,4 1-196 15,4-1-392-15,8-3-56 0,0-3-72 0,3 0-280 16,5-3-676-16,4-3-1372 0,-12-1-3337 16,19-12 1105-16</inkml:trace>
  <inkml:trace contextRef="#ctx0" brushRef="#br0" timeOffset="-117958.903">26041 12139 3980 0,'0'0'352'0,"0"0"7465"0,0 0-5701 16,0 0-1132-16,0 0-380 16,0 0-108-16,0 0 0 0,-91 50 116 0,78-25-68 15,5 4-160-15,1 9-16 0,3 3 28 16,4 3 32-16,0 4 84 0,8 0-132 15,7-4-172-15,1-3-144 0,0-5-64 16,8-5-8-16,0-6-52 0,0-6-48 16,-1 1-200-16,5-8-400 0,4-2-352 15,0-7-424-15,-4 0-1336 0,20-9-4909 0</inkml:trace>
  <inkml:trace contextRef="#ctx0" brushRef="#br0" timeOffset="-117298.218">26766 12016 288 0,'0'0'6828'0,"0"0"-2179"0,0 0-2529 16,16 81-640-16,-8-39-260 15,0 8-212-15,4 10-156 0,-4 0 48 16,0 7-180-16,-4-4-156 0,0 1-88 0,-1-3-172 16,-3-4-136-16,0-4-168 0,0-5-60 15,0-10-196-15,0-7-156 0,-3-8 116 16,3-7-116-16,0-10-40 0,0-3-248 0,-4-3-348 16,4-9-1164-16,0-7-2621 15,-4 4-3823-15</inkml:trace>
  <inkml:trace contextRef="#ctx0" brushRef="#br0" timeOffset="-117064.193">26774 11978 4248 0,'0'0'1940'0,"0"0"1908"16,0 0-2455-16,0 0-341 0,0 0 364 15,100-41-76-15,-68 41-472 0,0 4-252 16,0 8-216-16,-1 4-216 0,-6 4 28 0,-2 2 0 15,-11 4-28-15,-4-1 88 0,-4 6 64 16,-4 1-128-16,-8 3-96 0,-8 2-16 16,0 3-96-16,-8-6-52 0,4 4-220 15,-8 0-404-15,9-2-296 0,-6-3-268 0,5-3-692 16,1-2-2325-16,6-5-1659 0,6-5 3008 16,-5 1 2296-16</inkml:trace>
  <inkml:trace contextRef="#ctx0" brushRef="#br0" timeOffset="-116692.412">27153 12734 10484 0,'0'0'2005'0,"0"0"-549"0,0 0 8 16,0 0 332-16,0 0-584 0,0 0-192 0,75 13-456 15,-55-32-320-15,0-3-244 0,0-10-48 16,0-3-332-16,0 0-268 15,0-3-16-15,-4 0-16 0,4 0-104 0,-8 4-28 0,-4-1-56 16,-1 3 112-16,-7 0 324 16,0 3 152-16,0 7 192 0,-7 3 88 15,-1 6 228-15,3 7 204 0,-2 3 136 0,3 3-76 16,-4 0-116-16,0 6-8 16,3 4-156-16,-2 6 0 0,-1 2 12 0,0 6 64 0,0 1-4 15,-4 6 40-15,4 1 20 16,0 3-84-16,4 3 12 0,-4 3 24 15,8-3-76-15,0-1-104 0,4-4-108 16,8-1 44-16,8-7 60 0,0-3 20 16,8-6-132-16,0-7-92 0,8-2-240 15,-1-7-532-15,9-9-300 0,-4-8-500 0,-8 2-2364 16,12-7-3617-16</inkml:trace>
  <inkml:trace contextRef="#ctx0" brushRef="#br0" timeOffset="-115784.607">26483 12097 1864 0,'0'0'1148'0,"0"0"4288"15,0 0-3352-15,0 0-463 0,0 0-433 16,0 0-96-16,0 0-196 0,0 0-228 16,0 0 100-16,0 0-272 0,0 0-112 15,-84 79-124-15,65-47 36 0,-5-1-12 16,4 8 88-16,4-5 56 0,-4-2-96 0,8 0-220 16,4-6-112-16,0-5-4 0,8-5-108 15,0-6 28-15,0-7-28 0,4 1 40 16,4-4-164-16,0 0 116 0,0 0 56 15,4-4-180-15,0-5-116 0,4-1-8 16,-8-2-92-16,4-1-60 0,-1 0-20 16,-2 1 12-16,-1-2-88 0,-4 5 100 15,-4-1 136-15,0 4 140 0,0 3 240 0,-4-4 212 16,-4 5 156-16,-1-2-356 16,2 1-12-16,-5 3-644 0,8 0-656 0,-1 0-1153 15,5 7-1531-15,5 2 1380 0,7 0-844 16</inkml:trace>
  <inkml:trace contextRef="#ctx0" brushRef="#br0" timeOffset="-115371.272">27902 11953 1184 0,'0'0'2100'15,"0"0"2440"-15,0 0-659 0,0 0-2029 0,0 0-420 16,-36 84-8-16,20-53-180 0,0 7-240 0,-4 3-120 16,0 1-88-16,4 2-200 0,5-3-96 15,-2-3-172-15,5 0-147 16,8-9-81-16,0-6 8 0,0-4-48 0,8-10-60 15,8 0-232-15,0-9 15 0,8 0-295 16,0-3 36-16,8-12 28 0,-4-2-116 16,8-4-124-16,-8-5-76 0,0 3-200 0,-9 4 68 15,-3 1 376-15,-4 5 372 16,-8 3 120-16,-4 4 28 0,0 0 228 16,-8 2 76-16,-4 2-168 0,-4-2-136 0,-3 4-136 15,-2 0 44-15,1 0-8 16,1 0-88-16,-1 6-52 0,-1 4-124 0,6 0-748 15,2-4-644-15,6 0-641 0,3-3-2315 16,0 1-124-16,0-1 4345 0</inkml:trace>
  <inkml:trace contextRef="#ctx0" brushRef="#br0" timeOffset="-114877.304">28205 11893 3204 0,'0'0'612'0,"0"0"5992"0,0 0-3831 0,0 0-605 16,0 0-324-16,0 0-16 0,0 0-176 16,0 0-275-16,0 0-385 0,0 0-448 15,0 0-340-15,71 64-192 0,-55-64-12 16,-4-4-108-16,4-5-208 0,-4-7-312 15,0-6-389-15,0-3-471 0,0-5-1304 16,-1 9-3340-16,-6-8-4393 0</inkml:trace>
  <inkml:trace contextRef="#ctx0" brushRef="#br0" timeOffset="-114706.756">28400 11655 5460 0,'0'0'7333'0,"0"0"-5209"0,0 0-1044 0,0 0-440 15,0 0 296-15,-16 77 384 0,16-45-484 0,8-1-432 16,0 7-404-16,-1 0-80 16,2-3-104-16,-1 0-192 0,-4-4-252 0,-1 1-408 15,1-6-296-15,0 0-952 0,1-8-3017 0,-1-5-1563 16</inkml:trace>
  <inkml:trace contextRef="#ctx0" brushRef="#br0" timeOffset="-114501.901">28783 12134 8220 0,'0'0'6133'0,"0"0"-4417"15,0 0-800-15,27 70-72 0,-19-44 672 16,4 0-220-16,-4-1-276 0,0 0-411 16,0 1-401-16,0-5-208 0,-4-2-136 0,-4 4 52 15,0-4-208-15,-4 0-205 16,-12 4-223-16,-4-1-160 0,-4 3-200 0,-4-3-316 15,-4-3-116-15,4 1-600 0,-4-12-873 16,9 3-1779-16,-9-11-1255 0</inkml:trace>
  <inkml:trace contextRef="#ctx0" brushRef="#br0" timeOffset="-113911.01">29288 12147 2964 0,'0'0'7900'0,"0"0"-5399"15,0 0-793-15,0 0-332 0,0 0 16 0,0 0-232 16,0 0-388-16,80 10-344 0,-57-10-184 16,2-4-244-16,-1-2-76 0,0-7-292 15,-5 4-428-15,-3-4-324 0,0 4-724 0,-7-1-2600 16,-9 4-3729-16</inkml:trace>
  <inkml:trace contextRef="#ctx0" brushRef="#br0" timeOffset="-113759.937">29305 12278 756 0,'0'0'756'0,"0"0"7476"16,0 0-5503-16,0 0-781 0,0 0-284 0,0 0-424 15,0 0-560-15,103 25-680 0,-71-35-124 16,3-2-868-16,-3-4-732 0,-4 3-2500 15,8-2-4997-15</inkml:trace>
  <inkml:trace contextRef="#ctx0" brushRef="#br0" timeOffset="-111887.475">29627 11830 2632 0,'0'0'1744'0,"0"0"5057"0,0 0-4713 15,0 0-704-15,0 0-464 0,88 41 24 16,-57-34 252-16,5 2-208 0,0-6-176 16,3 0-252-16,2-3-276 0,-5 0-212 0,3-3-72 15,-7-6-160-15,0-4-132 0,0 0-308 16,-8-3-236-16,0-3-416 0,0 3-716 15,-8 1-2392-15,-9 2-2241 0</inkml:trace>
  <inkml:trace contextRef="#ctx0" brushRef="#br0" timeOffset="-111641.253">30018 11900 2980 0,'0'0'8045'16,"0"0"-6017"-16,0 0-1024 0,0 0-128 15,-25 83 472-15,18-58-92 0,3 0-252 0,-5 0-428 16,5 1-304-16,4 2-88 16,-3-1 24-16,3 3 48 0,0-2 12 15,3 2 16-15,1-1 20 0,9-1-36 0,-6-6-124 16,9 4 28-16,-4-11-120 0,8 2-52 16,0-5-184-16,8-2-216 15,0-7-148-15,4-3-260 0,4-6-248 0,-1-8-480 16,-3 2-980-16,16-13-3709 0</inkml:trace>
  <inkml:trace contextRef="#ctx0" brushRef="#br0" timeOffset="-110874.022">30858 11589 1736 0,'0'0'208'0,"0"0"2228"16,0 0 3160-16,0 0-3575 0,0 0-637 0,0 0-180 15,0 0-20-15,0 0-92 0,0 0 100 16,0 0-340-16,-16 25-164 0,8-13-100 16,0 11-184-16,-3 6-4 0,-2 2-36 0,1 7 28 15,0 7-151-15,-3 0-33 16,2 2-16-16,1 3-92 0,1 5-4 0,2-5-96 16,1-2-4-16,5-3-80 0,3-8 20 15,0-2-68-15,3-6-96 16,10-6-41-16,2-1 13 0,2-7-192 0,6-2-336 15,1 0-328-15,4-7-568 0,4-3-864 16,-8 1-2261-16,8-4-2563 0</inkml:trace>
  <inkml:trace contextRef="#ctx0" brushRef="#br0" timeOffset="-109433.372">31575 11414 6048 0,'0'0'5053'0,"0"0"-3093"15,0 0-448-15,0 0-200 0,-4 92 116 16,4-51-132-16,0 4-176 0,-4 6-264 15,4 2-236-15,-4 8-136 0,4 5-55 16,-4 4-41-16,-4 3-40 0,0 0-116 0,0-3-208 16,1-3-24-16,-2-13-168 15,5-6-16-15,0-14-92 0,4-5-4 16,0-10-109-16,4-7-111 0,0-8-228 0,1-4-240 16,-1 0-716-16,0-10-1448 0,3-12-3641 15</inkml:trace>
  <inkml:trace contextRef="#ctx0" brushRef="#br0" timeOffset="-109142.623">31611 11411 3060 0,'0'0'2592'0,"0"0"-840"0,0 0 12 0,0 0-184 15,0 0-167-15,80-42 211 0,-60 42-272 16,3 0-320-16,1 0-244 0,0 7-176 15,-3 6-216-15,-2-1-200 0,-3 5-48 16,-4 4-72-16,-8 2 32 0,0 5-8 16,-4 1 24-16,-12 2 36 0,-3 2-76 0,-6 2 52 15,-7-4 0-15,0 4-64 16,0-7 52-16,-3 1-116 0,3-3-8 16,3-10-108-16,2-4-212 0,7-6-184 0,0-3-92 15,4-3-320-15,0-3-704 0,5-3-3053 16,-6-11-5267-16</inkml:trace>
  <inkml:trace contextRef="#ctx0" brushRef="#br0" timeOffset="-108292.929">32054 12030 2952 0,'0'0'168'0,"0"0"-168"16,0 0 5484-16,0 0-3248 0,0 0-451 15,0 0-153-15,0 0-16 16,0 0-40-16,0 0-232 0,0 0-276 0,0 0-408 16,0 22-280-16,-13-9-172 0,-2 6-76 15,-6 3-84-15,-3 0-36 0,-3 3 88 0,3 5-4 16,0-5-12-16,0 4-76 0,0 2-8 15,4-2 0-15,4-4-96 0,0 0-64 16,9-6 76-16,2-6 0 16,1-3-16-16,4-4-128 0,0 1-16 0,4-5 84 15,5 2-244-15,2-4 12 0,1 0 12 0,4 0-100 16,0-4-24-16,0-3 8 0,-1-1 24 16,6 2 76-16,-5-5 48 15,-4 3 148-15,4-3 60 0,-4 2 92 0,-5 4 48 16,1-6 116-16,-3 8 48 0,-5-3-40 15,0 6 24-15,0-4-140 16,0 1 68-16,0 3-12 0,-9 0-64 0,2 0-188 16,-1 0 76-16,0 3 12 0,-4 1 0 15,0-1 24-15,4 3-16 0,-4-2-20 16,4-2-176-16,0-2-228 0,3 5-608 0,-2-5-852 16,3 0-2001-16,0 0-1447 15,4 0 4476-15</inkml:trace>
  <inkml:trace contextRef="#ctx0" brushRef="#br0" timeOffset="-108059.838">32252 12141 92 0,'0'0'4764'15,"0"0"688"-15,0 0-3767 0,0 0-137 16,-63 73 48-16,47-48-112 0,4 4-252 0,0 0-392 15,-1-1-200-15,6 4-176 0,-1 0-144 16,0-5-128-16,4 0-192 0,4-5-136 16,0-3 24-16,0 0-108 0,12-7-148 15,0-2-208-15,4-7-276 0,4 1-264 16,0-4-704-16,-4 0-1300 0,7-10-4045 0</inkml:trace>
  <inkml:trace contextRef="#ctx0" brushRef="#br0" timeOffset="-107576.098">32312 12468 1664 0,'0'0'1252'0,"0"0"756"0,0 0 2208 0,0 0-2896 16,0 0-315-16,0 0 175 16,0 0 16-16,0 0-244 0,0 0-296 0,84-47-356 15,-64 28-288-15,0 0-12 0,0 0 76 16,-1-1-68-16,-2-2 4 16,-1 3-12-16,-4 0-76 0,-1-3-88 0,2-1-76 0,-9 0-112 15,-1 2 72-15,1 2 52 16,-4 0 116-16,0 1 36 0,0 4 76 15,-4 1 88-15,-3 4 52 0,3 3 88 0,-5 2 76 16,5 4-4-16,-3 0-48 0,-1 4-52 16,4 2-124-16,-5 0 24 15,2 0 52-15,-1 4 28 0,-1 6 44 0,1 0 48 16,-3 3 16-16,-2 0 48 0,6 7 72 16,-5 2 88-16,-1 1 56 15,6-1-208-15,3 5-72 0,-4-3-152 0,8-2-20 16,0 2 84-16,0-5 84 0,8 1-24 0,0-7-24 15,8-4-220-15,-4-2-72 16,4-6-160-16,3-7-184 0,2 0-220 16,-1-4-204-16,-1-5-308 15,1-7-432-15,1 0-1128 0,-10 3-2921 0,6-5-1639 16</inkml:trace>
  <inkml:trace contextRef="#ctx0" brushRef="#br0" timeOffset="-107241.48">32791 12112 6020 0,'0'0'208'0,"0"0"5757"15,0 0-4701-15,0 0-616 0,15 73 312 16,-7-47 416-16,-3 0-172 0,-1 2-448 16,3-3-388-16,-3 4-96 0,-4-1-112 15,0-3-160-15,0 0-56 0,0 1-144 0,-4-6-92 16,-3-1-116-16,-6 0-188 0,-2-3-200 15,2-7-208-15,-6 0-672 0,6-5-1188 0,-2-1-2749 16</inkml:trace>
  <inkml:trace contextRef="#ctx0" brushRef="#br0" timeOffset="-106728.683">33038 11392 2504 0,'0'0'1616'16,"0"0"5000"-16,0 0-4111 0,0 0-933 0,0 0-488 15,71 73-132-15,-55-48 44 0,8 4-168 16,-4 2-204-16,4 8-180 0,-5 2-16 16,2 3 36-16,-1 4 204 0,-1 2-156 15,-6-2-295-15,-6 3-33 0,-3 0-136 16,-4-7-48-16,-4 4-108 0,-3-6-160 0,-14-5-281 15,1 2-71-15,-7-2-112 0,-10-2-140 16,2 0 60-16,-9 0-416 16,-4 0-704-16,12-5-2176 0,-31 10-3313 0</inkml:trace>
  <inkml:trace contextRef="#ctx0" brushRef="#br0" timeOffset="-105339.505">29702 13223 300 0,'0'0'11401'0,"0"0"-9053"0,0 0-268 15,0 0-704-15,0 0-300 0,97 17-300 16,-74-17-348-16,5-4-428 0,-4-5-36 0,4-4-332 16,0-3-356-16,-4 1-416 0,-1-2-612 15,-7 9-2788-15,-8-3-4097 0</inkml:trace>
  <inkml:trace contextRef="#ctx0" brushRef="#br0" timeOffset="-105193.201">29782 13427 10156 0,'0'0'2317'16,"0"0"-1117"-16,0 0-352 15,0 0 276-15,0 0-192 0,0 0-932 16,80-25-212-16,-44 12-848 0,0-4-520 0,-12 5-2257 16,11-4-3655-16</inkml:trace>
  <inkml:trace contextRef="#ctx0" brushRef="#br0" timeOffset="-100876.712">30364 13278 4680 0,'0'0'1188'15,"0"0"3532"-15,0 0-3331 0,0 0-301 0,0 0 120 16,0 0 192-16,0 0-204 16,0 0-376-16,84-67-276 0,-72 58-224 15,-1-2 36-15,2 6-108 0,-6-5-28 0,5 6-96 16,-7 4-52-16,-1 0-72 0,-4 0-4 15,3 11-44-15,1 1 48 0,-4 7 132 16,0 7-8-16,0 5 0 0,0 7-116 16,-4 6 76-16,1 1 8 0,-6 0-88 0,5-1 92 15,4-6-92-15,0-10 132 16,0-2 132-16,9-3-52 0,-2-11-20 0,1 1-196 16,5-7 0-16,-2-6-44 0,5 0 44 15,0-3 0-15,4-11-200 16,0 0-116-16,4-12-196 0,-4 1-188 0,-1-7-136 15,-2 0-280-15,-6 0-812 0,2 0-2116 16,-5 7-2493-16</inkml:trace>
  <inkml:trace contextRef="#ctx0" brushRef="#br0" timeOffset="-100628.177">30679 13147 168 0,'0'0'2520'0,"0"0"6685"0,0 0-7633 16,0 0-1128-16,0 0 104 0,0 0 512 15,0 0 144-15,-25 83-308 16,25-58-300-16,0 7-276 0,0 3-76 0,0 9 40 16,4 4 36-16,-4 6-52 0,0 10-132 15,0 2-12-15,-4 4-16 0,-3 1-60 16,-1-5-40-16,-5-3-4 0,2-3-4 16,3-11-136-16,4-8-48 0,4-10-60 15,0-12 8-15,0-3-244 0,12-13-260 16,-1-3-224-16,10 0-104 0,-1-13-328 0,4-2-728 15,-5-8-2233-15,2 5-2295 16,7-14 5157-16</inkml:trace>
  <inkml:trace contextRef="#ctx0" brushRef="#br0" timeOffset="-100407.463">31017 13395 444 0,'0'0'796'15,"0"0"8592"-15,0 0-7899 0,0 0-897 0,0 0 196 16,-47 95 620-16,34-57 156 0,6 4-284 16,-1 9-376-16,-1-1-364 0,5 4-52 15,4-2-8-15,0-2-64 0,4-6-176 16,9-6-240-16,2-6-168 0,6-9-88 16,7-10-52-16,-1-7-108 0,1-6-220 15,0-4-176-15,4-11-268 0,-4-8-1028 16,-8 4-3253-16,0-16-3355 0</inkml:trace>
  <inkml:trace contextRef="#ctx0" brushRef="#br0" timeOffset="-100227.791">31153 13591 1068 0,'0'0'12921'0,"0"0"-10725"15,0 0-1532-15,0 0 132 0,0 0 636 16,0 0-60-16,79 36-520 15,-54-36-668-15,6 0-184 0,-3-11-352 0,0-3-148 16,0-2-380-16,0-4-496 0,-5-2-956 16,-2 6-2969-16,-5-6-4031 0</inkml:trace>
  <inkml:trace contextRef="#ctx0" brushRef="#br0" timeOffset="-100056.811">31344 13687 6340 0,'0'0'6481'0,"0"0"-4545"0,0 0-704 15,-28 90-104-15,21-65 812 16,2 0-164-16,1-3-587 16,0-3-581-16,4-3-396 0,-4-3-212 15,4-4-84-15,0-3-144 0,8-6-272 0,1 0-205 0,6 0-87 16,-2-13-76-16,6-2-568 16,1-4-948-16,-4 0-1856 0,4-13-1413 0</inkml:trace>
  <inkml:trace contextRef="#ctx0" brushRef="#br0" timeOffset="-99915.057">31492 13725 1212 0,'0'0'10845'0,"0"0"-8765"0,0 0-1192 16,-24 73-524-16,24-60-364 0,0-10-112 15,0-3-924-15,4 0-1456 0,0-6-3641 16</inkml:trace>
  <inkml:trace contextRef="#ctx0" brushRef="#br0" timeOffset="-99660.27">31743 13436 11405 0,'0'0'2160'16,"0"0"-1132"-16,0 0-180 0,0 0 372 15,0 0-188-15,0 0-340 0,0 0-384 16,83 70-224-16,-71-48-76 0,0 3 116 0,-4 1-68 16,-4 3-56-16,0-1-64 15,-4 4 56-15,-4 3-56 0,-4 1-60 16,-8-3-100-16,-4 3-44 0,-4-1-80 0,1-4-296 16,-5 4-128-16,0-5-276 0,-4-3-876 15,12-7-2005-15,-12 2-2287 0</inkml:trace>
  <inkml:trace contextRef="#ctx0" brushRef="#br0" timeOffset="-98564.887">32452 13566 4052 0,'0'0'236'0,"0"0"4624"0,0 0-3708 0,0 0-636 16,0 0 89-16,0 0 691 0,0 0-200 16,0 0-284-16,-76 70-308 15,64-44-164-15,0-1 176 0,4 7 236 0,0 0 44 16,0 6-4-16,5 3-52 0,-6 0 56 0,5 0-172 15,4 5-172-15,-4-6 48 0,4 2-51 16,0-5-205-16,4-2-136 16,4-6-108-16,0-6-44 0,8-4-128 0,0-7-313 0,4-2-39 15,0-4-208-15,4-6 24 16,0 0-140-16,-1-6-760 0,5-8-1452 16,-7 6-3685-16,3-9-566 0</inkml:trace>
  <inkml:trace contextRef="#ctx0" brushRef="#br0" timeOffset="-98130.354">32695 13475 392 0,'0'0'9924'0,"0"0"-7723"16,0 0-965-16,4 66-348 0,-4-35-4 15,4 2 420-15,0 2-284 0,-4 2-292 16,4 8-148-16,-1-1-200 0,1 6 36 0,1 5 60 16,-5 2 156-16,0 1-276 15,0 2-188-15,0 0-60 0,-5 0-108 0,1-2-72 16,-3-1 12-16,-1-6-120 0,-1 0 32 16,2-4-168-16,3-6 0 15,4-5 72-15,0-8-100 0,0-5-24 0,0-9-60 16,0-3-88-16,0-11-424 0,0-4-708 15,4-9-1092-15,-1 0-2145 0,-3-15-1635 16</inkml:trace>
  <inkml:trace contextRef="#ctx0" brushRef="#br0" timeOffset="-97816.746">32651 13497 340 0,'0'0'1968'0,"0"0"716"15,0 0-1040-15,0 0-348 0,0 0-284 16,72-67-132-16,-60 58-64 0,8 2-71 0,-8 7-37 16,3 0 84-16,1 0-164 0,0 7-132 0,0 8 252 15,1 1 56 1,-2 7-240-16,-7 5-244 0,4 1-84 0,-8 5-36 15,0 2-40-15,-4-2-48 0,0-2 0 0,-8 3-36 16,-4-3-68-16,0 3 28 0,-4-3-36 16,-3-4-124-16,-6 0-12 15,1-2-376-15,-4-1-68 0,0-6-196 0,0 0-112 16,-4-6-816-16,9-3-2689 0,-17 6-2415 16</inkml:trace>
  <inkml:trace contextRef="#ctx0" brushRef="#br0" timeOffset="-96064.655">33113 14179 4652 0,'0'0'1276'16,"0"0"3612"-16,0 0-3091 0,0 0-777 15,0 0 200-15,0 0 352 0,0 0-176 16,0 0-276-16,0 0-320 0,0 0-276 0,-12 16-180 16,0-3-152-16,4 3 16 0,-7 3-60 15,2 6-4-15,2 1 4 0,3 2-16 16,-5 3-48-16,2 2 16 0,-2-1-88 15,5-1-12-15,1-3 0 0,-1-2 0 16,8-7-76-16,-4-2 72 0,4-5-8 0,0-3-108 16,4-5-36-16,0-2-16 0,7-2 0 15,2 0-8-15,-1-6-296 16,8-7-148-16,-5 1 84 0,2-5-76 0,-2 2-48 16,1-1-56-16,-8 3-92 0,0 4 96 15,-4-1 236-15,0 7 216 16,-4 0 100-16,0 3 164 0,0 0 88 0,0 0 316 15,-4 0 24-15,-4 0-28 0,0 0-232 0,-4 3-80 16,4 0 0-16,0 1-52 16,1-1-36-16,-2 0-88 0,5 0-72 0,-4 0-132 15,5 0-160-15,-1 0-244 0,0 1-916 16,-1 2-540-16,5-3-941 0,0-3-1115 16,0 3 1372-16</inkml:trace>
  <inkml:trace contextRef="#ctx0" brushRef="#br0" timeOffset="-95778.418">33229 14307 432 0,'0'0'1748'16,"0"0"3464"-16,0 0-3008 0,0 0-795 0,0 0-469 15,0 0 68-15,0 0 76 0,0 0-108 16,0 0-312-16,0 0-248 0,-12 72-48 16,3-46-8-16,6 2 64 0,3 4 184 15,-4-4-176-15,4-3-160 0,0 1-260 16,0-6-12-16,4-5-196 0,-1-5-16 16,6-1 16-16,3-5-340 0,-5-4-84 0,6 0-160 15,-1 0-148-15,4-4-264 0,-1-5-336 16,-3 3-777-16,4-7-2423 0</inkml:trace>
  <inkml:trace contextRef="#ctx0" brushRef="#br0" timeOffset="-95410.894">33324 14516 5916 0,'0'0'2884'16,"0"0"1621"-16,0 0-3249 0,0 0-460 0,0 0 384 15,0 0-156-15,0 0-544 0,0 0-480 16,0 0-36-16,0 0-136 0,0 0-376 16,72-86-212-16,-56 58-144 0,-4 3-44 15,4-1-244-15,-4 3 56 0,-5 2-8 16,2 1 279-16,-9 1 457 0,0 0 408 16,0 6 284-16,0 1 180 0,-9 2 197 0,2 4 119 15,3 6-48-15,-4 0-172 0,4 6-176 16,-5 7-44-16,2 0-160 0,3 6 36 15,-4 3-16-15,4 4 16 0,-4 2 172 16,4 3 180-16,-4 5 48 0,-4 2-28 16,4-4 8-16,4 4-40 0,-4-6 24 15,8-4-128-15,0-5-192 0,0-7-260 0,4-6-24 16,8-4-224-16,0-3-156 16,0-3-324-16,8-12-200 0,-5-4-176 0,10-3-608 15,-13 0-2441-15,7-13-3051 0</inkml:trace>
  <inkml:trace contextRef="#ctx0" brushRef="#br0" timeOffset="-95203.81">33635 14202 6816 0,'0'0'3900'16,"0"0"-2499"-16,0 0-505 0,0 0 212 15,0 0 256-15,0 0-256 0,39 82-324 16,-34-63-324-16,-5 3-300 0,0 0-148 0,0 1-12 16,-5-4-60-16,-2 0-188 0,-1 0-200 15,0-3-288-15,0 0-448 16,0-7-804-16,0 0-2653 0,0-2-2455 0</inkml:trace>
  <inkml:trace contextRef="#ctx0" brushRef="#br0" timeOffset="-94775.045">33655 13411 2952 0,'0'0'572'15,"0"0"668"-15,0 0 4712 0,0 0-3399 0,0 0-713 16,0 0-620-16,72 66-36 0,-52-37-44 15,-5 9-256-15,2 4-16 16,2 5-296-16,-6 7-132 0,2 0-88 0,-6 3-23 16,-2 0-161-16,1 0-168 0,-8 1-84 15,0-7-208-15,-4-1-181 0,-7-2-199 0,-6-3-96 16,-3-1-140-16,1 0-64 0,-9-2-484 16,0 3-532-16,0-5-112 15,-4 2-525-15,-8-4-59 0,0 0 136 0,0 0-1400 16,5-9 3740-16,-21 12-331 0</inkml:trace>
  <inkml:trace contextRef="#ctx0" brushRef="#br0" timeOffset="-93473.979">30699 14907 10352 0,'0'0'1929'15,"0"0"-805"-15,0 0-132 0,0 0 508 16,95 0-160-16,-63 0-388 0,0 0-532 15,-4 0-420-15,-4 0-96 0,-5-3-412 16,-2-1-396-16,-9 1-488 0,3 3-632 0,-2-4-2161 16,-5 4-1747-16,-4 0 2768 0</inkml:trace>
  <inkml:trace contextRef="#ctx0" brushRef="#br0" timeOffset="-93334.158">30850 15065 2672 0,'0'0'184'15,"0"0"4920"-15,0 0-2672 0,0 0-527 0,0 0-717 0,8 67-296 16,7-58-172-16,6-6-596 16,7-3-124-16,4-3-632 0,3-6-688 15,1-4-936-15,-8 1-3401 0</inkml:trace>
  <inkml:trace contextRef="#ctx0" brushRef="#br0" timeOffset="-92985.762">31619 14709 4956 0,'0'0'8849'0,"0"0"-7709"0,-20 70-1136 0,16-31 312 15,0 11 780-15,4 7 756 0,0 7-392 16,4 6-628-16,4 6-488 0,0 3-88 16,0-3-16-16,0 4-80 0,-4-4-160 15,-4-3-84-15,0-6-88 0,0-7-292 16,0-8-60-16,-4-12-24 0,0-5 128 15,0-10 40-15,4-5-88 0,-4-11-188 16,4-9-448-16,0-3-1228 0,0-3-3529 16,-4-23-2630-16</inkml:trace>
  <inkml:trace contextRef="#ctx0" brushRef="#br0" timeOffset="-92728.169">31563 14779 4072 0,'0'0'5944'0,"0"0"-2667"0,0 0-1805 16,0 0-704-16,0 0 88 0,0 0 536 16,0 0-280-16,88-40-288 0,-60 40-276 0,4 0-240 15,-4 5-52-15,4 2-88 16,-4 2-132-16,-1 1-36 0,-3 3-84 0,-4 0-12 16,-8 5-212-16,-5 1 104 0,-7 3 104 15,-3 7-8-15,-13 3-16 0,-4 3-36 16,-8 3-24-16,-4 0 28 0,0 0 44 15,-3-6-36-15,3-4-96 0,4-2-212 16,4-11-300-16,0 2-548 0,12-11-1360 16,-7 1-4161-16</inkml:trace>
  <inkml:trace contextRef="#ctx0" brushRef="#br0" timeOffset="-92190.062">32046 15726 3584 0,'0'0'1340'0,"0"0"4320"16,0 0-4219-16,0 0-661 0,0 0 152 0,0 0 144 15,0 0-308-15,75-52-340 0,-67 52-240 16,4 0-44-16,-4 0-8 15,0 10 76-15,-1 4 60 0,-2 4-32 0,-1 1 8 16,-4 7 0-16,0-1-64 0,0 0-184 16,0-3-172-16,-4 1-152 0,4-5-284 0,-8 1-776 15,8-6-1332-15,-8 7-5669 0</inkml:trace>
  <inkml:trace contextRef="#ctx0" brushRef="#br0" timeOffset="-92077.02">32161 16272 14665 0,'0'0'2176'16,"0"0"-1812"-16,0 0-104 0,0 0-136 15,0 0-124-15,0 0-372 0,0 0-896 0,0 0-1436 16,0 0-5185-16</inkml:trace>
  <inkml:trace contextRef="#ctx0" brushRef="#br0" timeOffset="-53359.872">26264 1057 6492 0,'0'0'2452'0,"0"0"749"16,0 0-2369-16,0 0-616 15,0 0-24-15,0 0 280 0,0 0 288 0,0 0 96 0,-91-9-292 16,66 22 316-16,-3-1-308 0,-3 4 120 15,-5 3-320-15,0 6-140 0,1 0-96 16,-6 1 24-16,1 3-84 0,1 2-72 16,-2 8-4-16,2-2 4 0,-1 5 4 0,-4 5 68 15,4 5-72-15,5 1-4 16,3 7 0-16,4 4 8 0,8 0 104 0,12 3-108 16,8-4 80-16,0-3 28 15,16-3-40-15,12 1-72 0,8-8-60 16,7 1-76-16,13-3-24 0,12-1-24 0,8-5 0 15,7-1-36-15,9-6 24 0,3-4 72 16,13-2 72-16,8-3 52 0,8-1 68 16,7-3 80-16,4 0 48 0,12-6-148 0,5-4-32 15,7-2-16-15,5-3-16 16,3-7-116-16,9 0-192 0,-5-10 16 0,0-3 36 16,-4-6 88-16,5-3 184 0,-9-3 12 15,0-4 112-15,1-3-124 0,-9-6-12 16,-3-3-76-16,-5-3-184 0,-8-8-4 0,-3-5 16 15,-9-2 136-15,-4-8-8 16,-7-2 132-16,-12-8 0 0,-12 1 364 16,-17-1-4-16,-19 4-12 0,-24 3-148 0,-16 1 84 15,-20 5-284-15,-24 0-24 16,-27 1-448-16,-29 3 76 0,-28-3-116 16,-23-1-56-16,-28 3 256 0,-25 5 200 0,-19 1 112 15,-24 8 136-15,-28-1 64 16,-16 7 108-16,-20 6-304 0,-16 6 168 15,-11 10-172-15,-17 13-160 0,-8 6-648 0,-4 22-304 16,1 12-540-16,-1 21-585 0,92-10 65 16,-111 43-2688-16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29:07.6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11873 4264 6320 0,'0'0'6501'0,"0"0"-6269"0,0 0-220 16,0 0 204-16,0 0 448 0,0 0 8 15,0 0 72-15,-88-63-116 0,72 56-188 16,-3 4-16-16,-2 0 24 0,-3 3 88 16,-4 0 104-16,0 0-96 0,-7 8-164 15,3 3-148-15,-4 1-84 0,-3 4-40 0,-2 6-108 16,5 0-4-16,-3 8-56 0,3 1 24 16,0 4 36-16,0 0 56 0,0 6-52 0,8-3-4 15,-4 1 0-15,8-6 4 16,5 0 80-16,-2-1 24 15,10-7-20-15,3 1-80 0,0-7 124 0,4-4-44 0,4 2-16 16,0-5-12-16,12 4 16 0,0-4-28 16,3 8 12-16,9-5 0 15,4 5 0-15,0-1-52 0,4 0-4 0,0-1-4 16,4 1-12-16,-4 0-48 0,3-2 20 16,-2 2 40-16,-1 0 0 0,4-3 0 15,-1 3-8-15,-3-3-52 0,0-1 12 16,-4 4-16-16,0 1-36 0,-9-5 92 15,1 4 8-15,-8 1 0 0,1-1 48 16,-6-1-40-16,1 5 116 0,-4-4 8 0,-4 0-60 16,0-3-20-16,0 0 44 0,0 0 0 15,-4-4 4-15,-8 2-28 0,1-3 12 16,-2-1-72-16,-2 0 76 0,-5-1 8 16,3 1 36-16,-2-2-84 0,-5-1-44 0,8-3-4 15,-8-1-120-15,4-3-100 16,0 0-72-16,0 0-108 0,4 0 8 15,1-7-108-15,2 5-40 0,5-5-188 0,1 4-100 16,3-3-452-16,4 3-940 16,0-4-1685-16,0 3-1671 0</inkml:trace>
  <inkml:trace contextRef="#ctx0" brushRef="#br0" timeOffset="390.993">12175 5048 4712 0,'0'0'7169'15,"0"0"-5905"-15,0 0-92 0,0 0-48 16,0 0-280-16,0 0-208 0,0 0-252 15,0 0-48-15,0 0 12 0,0 0-188 16,-19 73-36-16,6-51-24 0,2 3-92 16,3 1 0-16,-4 3 76 0,0-1-32 15,4 0 32-15,0 4 28 0,0-3-12 0,4-1 20 16,0 1 40-16,4-10 88 0,0 0 328 16,4-3-124-16,4-6-232 0,4-1-4 15,0 0-32-15,8-4 24 0,-1-3-12 16,9 1-16-16,0-3-60 0,0 0-108 15,0-3-12-15,0-4-44 0,-4-2-172 16,-4-4-76-16,0 4-172 0,0-4-184 16,-4-2-220-1,-5 2-228-15,2-6-644 0,-2 3-1272 0,-7 3-2177 0,-4-6-1939 16</inkml:trace>
  <inkml:trace contextRef="#ctx0" brushRef="#br0" timeOffset="615.276">12319 5147 1880 0,'0'0'4544'0,"0"0"-640"0,0 0-2731 0,0 0-29 16,0 0 80-16,0 0 4 0,0 0-172 0,-48 63-228 0,44-44-260 15,0 3-32-15,4 0-116 0,-4 3-28 16,0 5 40-16,0 3-104 0,1 3-132 16,-6 5-132-16,1 5-64 0,-3-2-12 15,-2 3-76-15,-2 4-8 0,2-4-176 16,5-3-144-16,-3-2-64 0,7-7 12 15,0-3-52-15,4-4-80 0,0-5-136 16,4-4-232-16,4-6-576 0,3-5-824 16,-2-1-1861-16,10-7-2387 0</inkml:trace>
  <inkml:trace contextRef="#ctx0" brushRef="#br0" timeOffset="3151.065">13084 4873 1852 0,'0'0'9865'15,"0"0"-8597"-15,0 0-860 0,0 0-40 16,0 0 344-16,0 0-208 0,0 0 40 0,0 0-32 16,0 0-44-16,100-31-120 15,-69 24-148-15,5 1-76 0,5 0 0 0,2 3 16 16,5-4 8-16,3 1 0 0,-2 2-36 16,2 2 12-16,5-2-28 15,0 1-32-15,0-3-60 0,-4 6-4 0,-1-4 0 16,-3 1-8-16,-4 0-92 0,-4 0 16 15,-4 0-80-15,-1-3-96 0,-3 1-60 16,-4 0-80-16,0-2-24 0,-8 0-68 16,0-1-124-16,-4 2-156 0,-8-5-296 15,0 3-412-15,-4-3-805 16,-4 2-2167-16,0-1-755 0</inkml:trace>
  <inkml:trace contextRef="#ctx0" brushRef="#br0" timeOffset="3433.021">13984 4566 6776 0,'0'0'612'15,"0"0"2108"-15,0 0-1839 0,0 0-521 16,0 0 296-16,0 0 352 0,0 0-76 16,84-5-364-16,-68 5-264 0,4 0-152 15,0 7-12-15,0 0 24 0,-4 2-40 16,-1 4-36-16,2 3-76 0,-6 0 52 15,-3 3 48-15,-3 3 16 16,-5 0-4-16,0 7-116 0,-5-1 44 0,-6 1-52 0,-5 3 0 16,0 0 0-16,-5-1-4 0,2 1-224 15,-1-3-184-15,4-4-56 0,4-3 36 16,4-2-124-16,4-5-184 0,0-2-424 16,4-4-573-16,0-2-1155 0,4-1-2808 15</inkml:trace>
  <inkml:trace contextRef="#ctx0" brushRef="#br0" timeOffset="4151.711">15698 3953 4852 0,'0'0'1092'0,"0"0"3296"0,0 0-2983 16,0 0 3-16,0 0-136 15,0 0-160-15,-48 66-156 0,32-37-108 0,-4 9-144 16,-4 10-160-16,-4 6-124 0,-4 12-76 16,0 11-124-16,-3 8-72 0,-9 10-4 15,0 4-20-15,0 5-4 0,-4 5-56 16,1-4 8-16,2-1-68 0,6-8-4 15,3-11-96-15,8-14 8 0,8-19-8 16,4-10 36-16,9-17-28 0,2-8-60 16,1-11-60-16,4-6-172 0,0-6-212 15,13-11 40-15,2-8-56 0,5-13-352 0,4-10-792 16,-4 7-1312-16,8-42-2273 0</inkml:trace>
  <inkml:trace contextRef="#ctx0" brushRef="#br0" timeOffset="4442.344">15487 4142 3440 0,'0'0'208'15,"0"0"-92"-15,0 0 4760 0,0 0-3504 16,0 0 497-16,0 0-449 0,0 0-188 16,0 0-288-16,95 54-136 0,-71-24 16 15,-1 8-192-15,5 3-136 0,0 10-104 16,4 9-32-16,-4 8-16 0,0 4-88 0,-8 4-132 15,0 3-124-15,-8-2-8 0,0-8 8 16,-3-2 12-16,-6-10 36 0,5-6-44 16,-8-10 44-16,4-9-40 0,-4-6 0 15,0-7-8-15,0-8 4 0,0-4-8 16,0-3 0-16,0-4-80 0,0 0-296 16,-4 0-308-16,-7-4-192 0,-6-5-512 0,-3-3-712 15,1-4-1801-15,-2-1-895 0,-14-8-600 16</inkml:trace>
  <inkml:trace contextRef="#ctx0" brushRef="#br0" timeOffset="4589.319">15502 4975 680 0,'0'0'2228'16,"0"0"-1300"-16,0 0 4700 16,-83-41-4336-16,74 35 213 0,2-1-293 15,7 3-44-15,0 1-400 16,7 0-240-16,10-3-48 0,11-3 196 0,8-1-44 16,7 1-88-16,5-1-40 0,4 0-132 15,-4 1-104-15,-4 3-268 16,-1-1-8-16,-7 1-104 0,0 0-20 0,0-1-264 15,0 1-652-15,-4-1-676 0,-8 1-2200 0,8-7-3213 16</inkml:trace>
  <inkml:trace contextRef="#ctx0" brushRef="#br0" timeOffset="4998.397">16347 4734 4652 0,'0'0'988'0,"0"0"4501"0,0 0-4257 0,0 0-4 16,0 0 176-16,0 0-28 0,8 69-156 16,-4-40-268-16,-4 0-336 0,0 6-200 15,0 0-72-15,-4 2-76 0,0-2-120 16,-4-3-148-16,5-6 0 0,3-8-76 0,0-5-8 16,0-7-28-16,3-1 40 0,5-5-76 15,8-5-48-15,0-9-36 0,8-6-12 16,4-9-140-16,0-5-72 0,4-6-88 15,-5 7-24-15,1-6 80 0,-8 4 188 16,0 7 300-16,-8 3 40 0,0 2 148 16,-8 11 36-16,0 2 296 0,0 10 188 0,-4 0-20 15,0 0-84-15,0 5-88 16,0 6-100-16,0 5 56 0,0 9 176 0,0 4-163 16,0 2-121-16,4 1-84 0,-4 3-124 15,4-7-96-15,4 1-60 16,0-10-132-16,0-3-36 0,7-6-28 0,-2-4-144 0,2-6-133 15,6-6-51-15,3-10-120 0,-5-3-252 16,5-10-768-16,-7 7-2280 16,11-25-2749-16</inkml:trace>
  <inkml:trace contextRef="#ctx0" brushRef="#br0" timeOffset="5201.825">17021 4235 8868 0,'0'0'4165'0,"0"0"-3073"15,0 0-520-15,0 0 108 0,-20 67 576 16,16-33 52-16,4 8-40 0,0 6-240 16,0 10-416-16,0 0-248 0,0 10-132 0,0 1-124 15,0 1-100-15,-4-3-8 0,4-6-108 16,0-7 8-16,4-17 16 0,3-4 12 16,10-14-24-16,-2-7-100 0,2-6-72 15,-6-6-36-15,9 0-40 0,-8-9-108 16,4-7-372-16,-4-6-588 0,-4 3-1312 0,-4-13-3073 15</inkml:trace>
  <inkml:trace contextRef="#ctx0" brushRef="#br0" timeOffset="5360.829">16813 4645 7948 0,'0'0'4773'16,"0"0"-3309"-16,0 0-440 0,0 0-196 16,0 0 228-16,0 0-200 0,0 0-128 15,0 0-164-15,0 0 100 0,0 0-116 0,80 12-280 16,-32-9-120-16,0-3-148 15,3-3 0-15,1-3-332 0,-4-7-180 0,0 4-112 16,4-4-200-16,-5 0-548 0,-10 1-1608 16,10-7-4857-16</inkml:trace>
  <inkml:trace contextRef="#ctx0" brushRef="#br0" timeOffset="5616.164">17762 4134 7628 0,'0'0'7725'16,"0"0"-6145"-16,0 0-1156 0,0 0 8 16,0 0 236-16,0 0 380 0,-73 76-192 0,58-41-212 15,2 12-192-15,-2 10 9 16,3 10 267-16,-8 13-148 0,0 6-216 16,1 2-124-16,2 3-80 0,2-4-88 15,6-14-64-15,5-13-8 0,4-12 12 0,17-13-12 16,7-10-220-16,8-9-152 15,7-7-184-15,5-9-160 0,0-5-37 0,3-15-27 16,5-8-616-16,-12 5-1636 0,16-27-3689 0</inkml:trace>
  <inkml:trace contextRef="#ctx0" brushRef="#br0" timeOffset="5954.65">18479 4102 13477 0,'0'0'4300'15,"0"0"-3396"-15,0 0-412 0,0 0 280 0,-104 80 484 16,73-49 81-16,-6 4-441 0,1 3-356 16,1 0-236-16,3-1-112 15,4-2-84-15,4-2-100 0,8-5 4 0,5-6-8 16,6-3-4-16,5 0 8 0,0 0 40 16,8 4-48-16,8 0-4 0,0 2-80 15,4-3 12-15,8 0-24 0,-4 0 0 16,4 1-60-16,0-5-76 0,0-1-44 15,0-1-40-15,-5-2 76 0,-3 3 8 16,-8-4 88-16,-4-1 108 0,-4 5 36 16,-4-2 72-16,0 4 88 0,-12 0-16 15,-8 4-60-15,4 2 60 0,-12 1-24 16,0-1-44-16,-4-3-76 16,0 0-4-16,4-3-204 0,5-6-164 15,3-7-64-15,4-6-52 0,8-3-109 0,4-13-279 0,4-9-1048 16,16-10-1180-16,-4 9-1629 0,24-14-1627 0</inkml:trace>
  <inkml:trace contextRef="#ctx0" brushRef="#br0" timeOffset="6154.026">18817 4667 6584 0,'0'0'6909'0,"0"0"-5881"16,0 0-220-16,0 0 100 0,0 0 128 16,0 0 4-16,0 80-68 0,-16-46-296 15,1-2-224-15,-6 3-12 0,10 1-16 16,-1-6-108-16,7-1-168 0,5-4-15 15,9-5 75-15,6-5 20 0,6-2 40 16,3-6-64-16,8-7-156 0,3 0-48 0,5-7-132 16,4-8-184-16,-4-5-216 0,-1-2-249 15,-7-3-131-15,0 0-216 16,-12 0-852-16,-4 5-2892 0,-12-6-3689 0</inkml:trace>
  <inkml:trace contextRef="#ctx0" brushRef="#br0" timeOffset="6336.374">18969 4679 4072 0,'0'0'9405'0,"0"0"-7669"0,0 0-768 16,-12 93 84-16,7-55 372 0,2 6 204 0,-1-2-116 15,0 2-567-15,0-3-473 0,0 1-192 0,0-4-136 16,-1-1-96-16,5-4-48 0,0-8-60 16,0-6-12-16,5-6-136 15,7-4-336-15,-1-5-388 0,6-4-113 0,-2-4-375 16,2-5-1400-16,11-11-3509 0</inkml:trace>
  <inkml:trace contextRef="#ctx0" brushRef="#br0" timeOffset="6580.055">19598 4232 7160 0,'0'0'6781'0,"0"0"-5921"0,0 0-128 15,60 73 460-15,-48-42 28 0,-4 4 108 16,0 4-188-16,-4 2-508 0,-1 0-288 0,-3 3-116 16,0 4-80-16,0-3-100 15,0-1-48-15,-7 0 0 0,-1-2-12 0,-4 2-72 16,-8-2-52-16,-4-1-72 0,-4 1-96 16,-8-4-120-16,-7-1-100 0,-5-2 44 15,-4 4 52-15,1-5-200 0,-5-2-644 16,7-7-1632-16,-18 8-4393 0</inkml:trace>
  <inkml:trace contextRef="#ctx0" brushRef="#br0" timeOffset="9860.835">12331 6569 5080 0,'0'0'468'0,"0"0"4412"0,0 0-3719 16,0 0-61-16,0 0-28 0,-80 35 56 0,60-26-96 16,1 7-264-16,-1 0-244 0,-1 3-164 15,2 6-64 1,-5 3 88-16,4 5-52 0,4 5 64 16,4-3-128-16,0 1-20 0,8-3-40 0,0-3 36 0,4-2-48 15,0-6 24-15,0-3-76 0,8-3-56 0,0 1-40 16,0-9-44-16,4 2 8 0,0-7-12 15,4 1-96-15,3-4 8 0,-2 0-132 16,2-4 36-16,1-6 52 0,-3 1-28 0,-2-4 12 16,2-3-36-16,-6 4-36 15,-3-1 84 1,1 0 16-16,-2 1-16 0,-3 1 48 0,-4-1 76 0,0 3 12 16,0-3 0-16,-4 1 0 0,-3-1-36 0,-6 2-64 15,1 1-12-15,0 2 40 16,0 5 12-16,-3 2-64 0,2 0-236 0,-2 2 52 15,6 5-64-15,-2 2-364 0,3 5-852 16,8-9-1560-16,0 9-3413 0</inkml:trace>
  <inkml:trace contextRef="#ctx0" brushRef="#br0" timeOffset="10300.9">13419 6509 4548 0,'0'0'7889'0,"0"0"-6705"0,0 0-396 0,0 0-208 0,60 95 176 16,-49-54 76-16,-3 3-48 16,1 1-28-16,-9 3-312 0,4-4-172 0,-4-3-140 15,0-5-132-15,3-5-80 0,-3-9-116 16,4-6-112-16,4-6-112 16,0-4-288-16,0-6-356 0,8 0-596 0,-4-6-1444 15,4-13-4041-15</inkml:trace>
  <inkml:trace contextRef="#ctx0" brushRef="#br0" timeOffset="10480.755">13698 6750 7096 0,'0'0'4801'0,"0"0"-2389"16,0 0-1392-16,0 0-240 0,0 0 472 0,0 0-324 16,88 6 56-16,-53-3-284 0,9-3-384 15,8 0-216-15,4 0-100 0,4-6 0 16,-1-6-100-16,1 2-180 0,-5-6-260 15,-3 0-108-15,0 1-216 0,-8-8-528 16,-8 10-1384-16,-1-13-3281 0</inkml:trace>
  <inkml:trace contextRef="#ctx0" brushRef="#br0" timeOffset="10703.711">14323 6480 5380 0,'0'0'6725'0,"0"0"-5637"0,0 0-516 0,0 0-88 15,0 0 376-15,0 0 312 0,0 0-176 0,71 73-412 16,-46-57-360-16,3 0-140 0,-4-1-72 16,0 2 28-16,-5 1-40 0,1 1-52 15,-8 4 48-15,-3-1-56 16,-6 3-112-16,-3 1-52 0,-12 2-12 0,-4 4-36 0,-12 0 48 16,-3 3 60-16,-9 3-24 0,-4 0-264 15,0 0-304-15,4-3-468 0,0-7-740 16,12-8-1093-16,-4-2-3043 0</inkml:trace>
  <inkml:trace contextRef="#ctx0" brushRef="#br0" timeOffset="11822.859">15518 6261 8304 0,'0'0'2588'0,"0"0"-879"0,0 0-625 16,0 0 20-16,0 0-36 0,0 0-160 0,0 0-252 15,0 0-24-15,0 0-36 0,-63 92-20 16,59-57-24-16,0 6-160 0,-1 3-40 15,1 7-96-15,-3 3-24 0,3 3-108 16,-4 0-40-16,-1-2 24 0,6 2-104 16,-1-2-4-16,4-8-56 0,0 0-4 15,0-9-24-15,7-5-40 0,2-5-32 16,7-6-100-16,0-4-88 0,3-4-144 0,5-5 8 16,8-7-60-16,8-2-88 15,4 0-264-15,0-11-888 0,8-3-2188 0,-13-1-2341 16</inkml:trace>
  <inkml:trace contextRef="#ctx0" brushRef="#br0" timeOffset="15040">16312 6556 1684 0,'0'0'756'0,"0"0"-744"0,0 0 264 0,0 0-268 16,0 0 80-16,0 0 56 0,0 0 3168 16,0 0-1792-16,0 0-704 0,0 0-76 15,0 0 216-15,3-47 25 0,-3 41 47 16,0-1 4-16,0-3-52 0,0 1-148 16,0 2-228-16,0-2-136 0,0 0-28 0,0 2-44 15,-3-3-32-15,-6 4-8 0,5 3-96 16,-4-1 12-16,4 1 52 0,1 1-8 0,-6 2-44 15,1 0-172-15,-3 5-52 0,-2 8-40 16,2 6 52-16,-5 4 52 16,4 5-40-16,4 3 76 0,-5 2-68 0,9-2-80 15,1-2-48-15,3-10-60 0,0-3-16 16,0-7 12-16,0-5 16 16,3-1-40-16,1-3 40 0,5 0 80 0,3 0 12 15,0-3 4-15,0-4-4 0,-1-2-4 0,6-4-40 16,-6 0-24-16,6 4-52 15,-2 0 0-15,-2-1-12 0,2 7-36 0,1 3 36 16,4 0 136-16,-4 13 36 0,8-1 16 16,-4 4 20-16,-4 6-64 15,3 0 104-15,2 4-104 0,-5 2-4 0,-1-2 48 16,-3 5 32-16,1 1 4 0,-2 0-84 16,-7 3 104-16,5 0 28 15,-9-3 12-15,0 2 36 0,0-2-100 0,-9 3-72 16,-3-3 36-16,1 0-44 0,-6-4 8 15,2-2 72-15,-1-7-8 0,-5-4 80 0,10-5-8 16,-10-1 24-16,6-5 0 16,-1-4 8-16,0 0-128 0,0-4-40 0,0-5 0 15,0-3-8-15,0-5-4 0,0 2-68 16,4-4-64-16,0 0 48 16,4 3-64-16,-3-4-36 0,3 1-12 0,3 4 36 0,-3-3-48 15,8 1 12-15,0 1 60 16,0 0 28-16,4 0 44 0,9 0 64 15,-2 4 0-15,-3-1 100 0,8 1-4 0,-4 2 28 16,4 1-48-16,-4-2-76 0,4 6-64 16,-4-2-8-16,0 4-28 0,0-4-60 15,0 4-120-15,4 1-352 0,-4-2-212 16,0 1-220-16,0-4-724 0,-1 1-1460 16,2 3-3521-16</inkml:trace>
  <inkml:trace contextRef="#ctx0" brushRef="#br0" timeOffset="15363.483">16917 6381 5076 0,'0'0'2328'0,"0"0"3561"16,0 0-4597-16,0 0-508 0,0 0 360 15,8 73-24-15,-8-41-32 0,0 4 28 0,0 1-456 16,0-2-256-16,-5-7-172 0,2 4-112 16,-1-2-76-16,4-9-44 15,-4 2-12-15,0-8-120 0,4-2 56 0,-4-3-68 16,4-4-112-16,0-3-172 0,-4-3-208 15,4 0-172-15,0 0-208 16,0 0-704-16,0-3-1292 0,0 0-1709 0,0-7-795 16</inkml:trace>
  <inkml:trace contextRef="#ctx0" brushRef="#br0" timeOffset="15530.916">16997 6642 3160 0,'0'0'5300'16,"0"0"-995"-16,0 0-2817 15,0 0-440-15,0 0 412 0,0 0-60 0,0 0-180 16,0 0-108-16,84-10-220 0,-65 10-187 15,5 0-329-15,4 0-172 0,8 0-120 16,-1-3-76-16,10-7-4 0,-6 1-4 0,1-4-252 16,0-3-260-16,-4 1-313 15,0-1-79-15,-8 0-220 0,-4-1-1168 16,-5 9-2780-16,-2-12-2737 0</inkml:trace>
  <inkml:trace contextRef="#ctx0" brushRef="#br0" timeOffset="15743.399">17474 6369 4572 0,'0'0'808'16,"0"0"5793"-16,0 0-5577 16,0 0-412-16,0 0 480 0,0 0 168 15,0 0 16-15,0 0-200 0,0 0-420 0,97 70-264 16,-74-57-136-16,-3 2-120 0,0-2-76 16,0-1-52-16,-8 5-8 0,0-4-60 15,-4 6-100-15,-5-4-12 0,-3 7 36 16,-3 0-84-16,-5 4-88 0,-9 0-60 0,2 2 60 15,-5-3-52-15,0 1-60 0,0-4-4 16,5-3-52-16,-2-6-316 0,1-7-800 16,4-3-1156-16,5 0-2349 0</inkml:trace>
  <inkml:trace contextRef="#ctx0" brushRef="#br0" timeOffset="16339.694">18335 6239 2824 0,'0'0'56'0,"0"0"8173"0,0 0-6793 0,0 0-452 15,0 0-272-15,0 0 32 0,0 0-112 16,-79-20-180-16,62 30-100 16,2 3-88-16,-1 6-52 0,-9 4-64 0,6 8 40 0,-5 4 60 15,0 3 48-15,0 6 324 16,5 1-104-16,-6 0-208 0,5-4-64 16,5-7-108-16,2-5 36 0,9-7-12 0,4-6-28 15,0-7-80-15,0-2-44 0,13-3-8 16,2-4-80-16,6 0-52 0,3 0-52 15,-1-11-76-15,10-1-8 0,-6-1-112 16,-3-3-4-16,0 1 76 0,-9 2 112 16,2 3 44-16,-6 1 80 0,-6-1 72 15,-1 4 0-15,-4 0 0 0,0 2 0 0,-4 1-132 16,-8 0 32-16,4 0-36 16,-9 3 24-16,6-3 104 0,-1 3-116 0,0 0-40 15,4 0-24-15,-4 3-24 0,8 0-204 16,-4 0-476-16,4 4-1224 15,0-7-2425-15,4 3-3071 0</inkml:trace>
  <inkml:trace contextRef="#ctx0" brushRef="#br0" timeOffset="16798.45">18662 6391 6232 0,'0'0'5349'0,"0"0"-2809"0,0 0-924 0,0 0-272 0,0 0 152 16,0 0-440-16,0 0-272 0,0 0-248 15,0 0-172-15,0 0-144 0,-67 51-64 0,50-29 5 16,6 6-41-16,-2-3-44 0,5-1-68 16,4-6-8-16,1-5-8 15,3-7-116-15,0-3 27 0,3-3-75 0,9 0-168 16,1-3-12-16,7-6-100 0,3-7 76 15,-3-3-52-15,4 0-64 16,-1 3-88-16,5 3 40 0,-7 0 92 0,-1 10 188 0,-1 3 260 16,-2 3 0-16,-6 10 236 0,2 6 100 15,-2 4 108-15,-3 8-88 0,1 4-132 16,-1 0-64-16,-5 9 60 0,5-2-48 16,-4 2 0-16,0 1 8 0,-4-1 16 15,5 0 64-15,-5-2-68 0,0-7-8 0,0 0-36 16,0-4-16-16,-5-2-8 15,-3-4 44-15,0-5 4 0,1-1-16 0,-6-6-32 16,2-7-76-16,-2-3-48 0,-6-3-136 16,-2-3-92-16,-3-10-176 15,5 1-8-15,-5-11-200 0,4-2 160 0,-4-4-324 0,8-6 112 16,1-3-240-16,6-3-612 16,1 9-1324-16,8-15-2733 0</inkml:trace>
  <inkml:trace contextRef="#ctx0" brushRef="#br0" timeOffset="17191.906">19547 6252 1552 0,'0'0'12613'0,"0"0"-10697"15,0 0-1064-15,0 0-192 0,0 0 108 16,0 0 4-16,-96 84 64 0,76-48-264 16,0-1-144-16,4 6-52 0,0 3-36 0,4-2 209 15,5-4-125-15,-2-3-232 16,9-7 16-16,0-4-64 0,0-6-72 0,13-9-72 16,6-6-104-16,1-3-224 15,4 0-20-15,4-9-52 0,0-4-113 0,0-2-59 16,-1-8 72-16,-7 4 0 0,5 0 24 15,-10 3 32-15,-2 0 164 0,-10 0 280 16,-3 7 108-16,0-1 52 0,-11 3-72 16,-9 1 144-16,-5 4 148 0,-3-2-220 15,0 4 60-15,-3 6-24 0,3 5 84 16,0 1-48-16,1 4-64 0,6-3-32 0,1-1-136 16,5 1-120-16,-2-4-196 0,10 1-404 15,3-7-336-15,4 0-872 0,0-3-1856 16,0-3-1269-16,15-16-1903 0</inkml:trace>
  <inkml:trace contextRef="#ctx0" brushRef="#br0" timeOffset="17380.754">19718 6322 6280 0,'0'0'9749'0,"0"0"-8125"16,0 0-956-16,0 0-224 0,80 6-88 0,-56-12-48 15,-5-1 60-15,5 1-124 0,0-5-244 16,0-1-316-16,0-4-520 0,-4-2-336 0,-4-2-740 16,0 4-3221-16,-5-9-5047 0</inkml:trace>
  <inkml:trace contextRef="#ctx0" brushRef="#br0" timeOffset="17558.446">20024 5978 5216 0,'0'0'7593'0,"0"0"-5609"0,-3 70-548 0,-1-34-164 16,4 2 136-16,0-1-220 15,-4-2-172-15,4 0-396 0,0-7-499 0,-4-1-121 16,0-6-317-16,4-4-207 0,0-3-96 0,0-3-64 16,0-5-324-16,0-3-1076 15,8-3-3088-15,0-3-4161 0</inkml:trace>
  <inkml:trace contextRef="#ctx0" brushRef="#br0" timeOffset="17831.047">20411 6172 6764 0,'0'0'132'0,"0"0"6429"0,0 0-5165 15,16 63-452-15,-12-34 236 0,0-1 20 16,0-3-276-16,4 5-152 0,-4 1-208 16,0-2-224-16,0-1-108 0,-1 4-60 15,-3 0-124-15,0 3 24 0,0 0-68 16,0-4 4-16,-11 4-8 0,-1-3-60 16,0 0-184-16,-7-3-120 0,-6-4-212 0,1 0-132 15,-4-3-264-15,-4 1-752 16,4-8-2712-16,-11 6-3777 0</inkml:trace>
  <inkml:trace contextRef="#ctx0" brushRef="#br0" timeOffset="19672.016">20279 4657 4544 0,'0'0'64'0,"0"0"836"16,0 0 3356-16,0 0-2475 0,0 0-373 15,0 0-44-15,0 0-116 0,0 0 44 0,0 0-320 16,-4-6-380-16,4 6 84 0,0 0 108 16,0 0-340-16,4 0-104 0,1 0-72 0,-1 3-24 15,7 0 48-15,10 0 72 16,3 1 13-16,8-1-85 0,11 0-88 16,5-3-84-16,7 0-112 0,14-6 56 0,2-1-64 15,4-2 0-15,13-1-52 16,4 4-8-16,7 0 12 0,2-1 40 0,6 1-4 15,1 3-36-15,-5 0-24 0,4-1-88 16,-6-2-128-16,-6 3 32 0,-11-3 47 16,-9 0-19-16,-7-1 8 0,-16-2-24 15,-5 2-12-15,-15-3-84 0,-4 1-112 16,-12-3-136-16,-4-2-300 0,-3-2-412 0,-5 2-856 16,-4 0-2709-16,-4-11-4227 0</inkml:trace>
  <inkml:trace contextRef="#ctx0" brushRef="#br0" timeOffset="19964.354">22000 4289 4596 0,'0'0'1028'0,"0"0"5201"16,0 0-3753-16,0 0-976 15,0 0-456-15,0 0 392 0,0 0-512 0,88 9-236 16,-60 2-92-16,0 1-192 0,0 1-124 15,4 2-84-15,-4-3-100 0,-4 9-92 16,-1-7 0-16,-2 6 0 0,-1-1-8 16,-9 0-88-16,-3 4 80 0,1 2-88 15,-9 1-20-15,0 5 20 0,-13 4 4 0,-6 3-24 16,-5 3 8-16,-12 3-108 0,1 0 52 16,-10 2 116-16,2-5 48 15,-2 0-8-15,6-9-108 0,-1-4-148 0,4-2-148 16,9-7-200-16,2-6-444 0,9-4-1168 15,1-2-3237-15</inkml:trace>
  <inkml:trace contextRef="#ctx0" brushRef="#br0" timeOffset="20884.012">24225 3777 2644 0,'0'0'1080'0,"0"0"-1076"0,0 0 3228 0,0 0 817 16,0 0-1997-16,0 0-300 15,0 0-112-15,0 0-260 0,0 0-172 16,0 0-192-16,35-40-196 0,-35 40-32 0,-4 0-311 15,-8 3-137-15,-4 3-172 0,-12 4-48 16,-11 5 4-16,-2 5 8 16,-6 8 72-16,-1 4-20 0,1 6-40 0,-2 3-12 0,6 4-84 15,-2-1-48-15,6 4-12 16,7-6-48-16,8-9 12 0,4 0 0 16,8-12-12-16,8-1 48 0,4-1-36 0,0-3 36 15,4 3-100-15,4 0 108 16,12 1 4-16,0-1 4 0,3-1-4 0,9 2 0 15,0-2-4-15,5 1-8 0,2 1 0 16,-3-5-36-16,4 7-72 0,0-3 48 16,-4 4 68-16,3-1 4 0,-7 3 0 15,-4 1 108-15,0 0 12 0,-7-4-36 16,-2 3-20-16,-3 0-60 0,-4-6 44 16,-4 3-44-16,0 0 4 0,-8-2 40 0,0-1-44 15,0 0 8-15,-5-3 0 0,-6 0 72 16,-1 0-36-16,0-4-44 0,-8 1 8 15,-4-3-12-15,0-1-48 0,-8 1-48 16,-3-3-88-16,-1-1-164 0,-5-4-244 16,-2-2-125-16,-4 0-111 0,-2 0-420 15,-3 0-1008-15,13 0-3112 0,-21 0-4005 0</inkml:trace>
  <inkml:trace contextRef="#ctx0" brushRef="#br0" timeOffset="22314.355">20376 4324 1696 0,'0'0'2256'0,"0"0"-2048"16,0 0 104-16,0 0 4452 0,0 0-3268 15,0 0 9-15,0 0-37 0,0 0-84 16,0 0-280-16,0 0-128 0,0 0-108 0,35-19-40 16,-35 19-56-16,0 0-72 15,0 0-200-15,0 0-136 0,0 0-60 16,0 0-72-16,0 0-99 0,0 0-129 15,0 0-4-15,0 4 0 0,0-4-12 16,0 0-85-16,-3 2 21 0,-10 1-104 16,1 7-100-16,-4 0 108 0,-3 2 76 0,-2 1 24 15,1 6 16-15,1-1 52 0,-1 5 4 16,-1-4-4-16,6 3 4 0,-2-3 0 16,6 0 4-16,-1-3-4 0,4 1 4 15,0-1 56-15,-4-4-12 0,9 1 0 16,-2-3 64-16,5-4-56 0,-4 0-56 0,4-3-60 15,0 1-16-15,0 2-8 0,4-3 84 16,8 6 12-16,0-2 60 0,0 2-8 16,4 1-64-16,4-4 0 0,-1 0 0 15,5-3 4-15,1 1-4 0,3-4-52 16,0 0-8-16,0 0-112 0,0 0-56 16,-1-7-224-16,0 1-236 0,1 0-184 0,0-1-268 15,0 1-748-15,-7 0-1336 0,11-4-3409 16</inkml:trace>
  <inkml:trace contextRef="#ctx0" brushRef="#br0" timeOffset="23817.31">24388 5229 6460 0,'0'0'5485'16,"0"0"-3941"-16,0 0-348 0,0 0-140 16,0 0 76-16,0 0-128 0,0 0-40 15,0 0-168-15,0 0-256 0,0 0-236 16,43 74-12-16,-19-68-12 0,0-1-24 0,8-2-12 16,-4-3-48-16,4-3-75 0,-4-6-49 15,4 0-64-15,-4-8-8 0,0 2-96 16,4-4-185-16,-4 0 89 0,-1-4-28 15,1 5 12-15,-4-6 0 0,-4 6 76 16,-1-1-4-16,-6 0-20 0,-2 0-16 16,-3 0 24-16,-3 0 36 0,-5 0 100 0,0 0-144 15,-9 0 8-15,-2 0 148 0,-6 0-84 16,6 0 8-16,-1-1 76 16,-4 4 12-16,8 2 124 0,0 0-64 0,3 5 64 15,2-1 0-15,3 1-52 0,0-1-76 16,0 1 80-16,8-4-88 0,4-3-72 15,3 3 24-15,5-2 44 0,5 2 4 16,-1-4 88-16,4 9 36 0,0-6-28 16,-1 5 16-16,1 0 20 0,-4 2-20 0,-4 4-68 15,-1 3-44-15,-2 0-8 0,-2 0 8 16,-2 3 8-16,2 6 36 16,-2 4-40-16,-2 7 4 0,-3 5 64 0,-4 3 40 15,1 4-4-15,-5 6-8 0,-5 4 20 16,-7-4-60-16,-3 6 0 0,-2-2-8 15,6-8-40-15,-2 1 60 0,9-10 36 0,1-5-40 16,3-4-64-16,3 0-4 0,5-4 8 16,9-2 68-16,3-1-28 15,3 1 37-15,9-4-1 0,5-3-8 0,-2-3-40 16,9 0-36-16,4 0-100 0,-1-3-217 0,1-7-291 16,-4 1-148-16,4-4-320 15,-5 0-640-15,-11 4-2560 0,13-10-3705 16</inkml:trace>
  <inkml:trace contextRef="#ctx0" brushRef="#br0" timeOffset="33165.811">26535 2908 3512 0,'0'0'6960'15,"0"0"-5687"-15,0 0-437 0,0 0-212 16,0 0 128-16,0 0 464 0,0 0-96 16,0 0-172-16,0 0-216 0,-48 44-164 15,52-33 48-15,4 3 412 0,0 5-188 16,-4 1-268-16,4 2-135 0,4-3-61 0,-8 0-120 16,4-3-176-16,0-6-76 15,0-1 40-15,4-3-44 0,0-2 48 0,4-4-40 16,3-4 140-16,2-5-40 0,-1-4-96 15,3-6 36-15,1-3-8 0,-4 0-40 16,0-3-60-16,0-5-180 0,-4 2-88 16,-4 0-12-16,0-1 12 0,-8-3-1 15,4 4 73-15,-4-4 100 0,0 1-16 16,0 1 4-16,-4 5 100 0,4 3 64 0,-1 0 4 16,6 0 0-16,-1 6-4 0,0-3-100 15,4 2 32-15,7 2 8 16,2-1-8-16,3 0-12 0,4 0-16 0,4 4-8 15,3-5 32-15,5 8 68 0,-1 0-76 16,2-1 12-16,-2 7 72 0,1 0 0 16,-4 3-8-16,-4 0-80 0,-4 6 40 0,0 7 48 15,-8 0 44-15,-5 2-44 16,-6 7 0-16,-1 4 88 0,-8 3-28 16,0 5 148-16,-12 5-124 0,-12 2-36 0,4 3-40 15,-8-2 8-15,4-4 140 16,0-7-20-16,4-2-64 0,9-10 4 15,2-7-68-15,9 2 72 0,0-7-32 0,0 1 36 16,9-2 28-16,2 5-40 0,6-5-24 16,2 1-48-16,5-5 0 0,0-2-208 15,-5 0-364-15,6 0-76 0,-13-9-124 16,0 3-760-16,-9-7-824 0,1 3-2249 0,-15-9-1991 16</inkml:trace>
  <inkml:trace contextRef="#ctx0" brushRef="#br0" timeOffset="33407.218">26173 2463 7824 0,'0'0'4777'15,"0"0"-4165"-15,0 0-176 0,0 0 348 16,0 0 276-16,0 0 72 0,0 0 236 15,0 0-368-15,-8 108-132 0,3-53-84 16,-7 8-200-16,1 11-172 0,2-2-179 16,-2 1-37-16,3 1-196 0,8-11-124 15,0-10-133-15,11-5-323 0,6-12-324 0,11-15 108 16,8-5 8-16,3-9-536 0,-7-7-1236 16,24-16-2989-16</inkml:trace>
  <inkml:trace contextRef="#ctx0" brushRef="#br0" timeOffset="33641.582">27591 2289 7112 0,'0'0'6397'0,"0"0"-5309"0,0 0-1036 15,0 0 240-15,0 0 512 0,52 69 440 16,-44-39-44-16,0 10-152 0,-8 8-276 15,0 9-332-15,0 6-256 0,-12 4-76 0,-4 7-108 16,0-1-256-16,0-4-148 0,0-4-340 16,8-13-44-16,4-3-152 15,4-18-56-15,12-9-288 0,8-6-256 0,-4-9-380 0,8-7-2381 16</inkml:trace>
  <inkml:trace contextRef="#ctx0" brushRef="#br0" timeOffset="33845.656">28049 2682 6644 0,'0'0'8049'0,"0"0"-7053"16,0 0-708-16,0 0 304 0,104-9 340 15,-77 6-92-15,1-4-468 0,0 4-372 0,-3 3-208 16,3 0-64-16,-1 0-448 0,1 0-828 15,-8 0-1224-15,4 3-3965 16</inkml:trace>
  <inkml:trace contextRef="#ctx0" brushRef="#br0" timeOffset="34001.436">28042 2940 13269 0,'0'0'4144'0,"0"0"-3512"0,0 0-556 16,0 0 504-16,0 0 464 0,99 18 56 15,-63-18-432-15,7-2-460 0,9-8-208 16,0-6-148-16,3 3-132 0,5-6-448 16,-4 0-596-16,4 0-416 0,-16 4-2492 0,16-14-4933 15</inkml:trace>
  <inkml:trace contextRef="#ctx0" brushRef="#br0" timeOffset="34264.854">29217 2435 11249 0,'0'0'4940'0,"0"0"-4940"0,0 0 280 15,0 0-56-15,0 0 696 16,0 0 264-16,0 0-396 0,-60 86-372 0,32-49-84 16,-4 12 68-16,0 4 208 0,0 4-340 15,4-3-184-15,8 1 4 16,9-8 21-16,7-6 23 0,4-6 4 0,11-9-76 0,13-5 108 15,4-4 52-15,4-4-112 16,4-1-108-16,7-9-128 0,2-3-224 16,-2 0-293-16,5-6-83 0,-4-6-116 0,0-4-344 15,0-7-572-15,-12 8-1068 0,7-21-3293 16</inkml:trace>
  <inkml:trace contextRef="#ctx0" brushRef="#br0" timeOffset="34469.769">29404 2479 8624 0,'0'0'5061'15,"0"0"-4377"-15,-32 67-36 0,20-32 960 0,-4 12 228 16,0 4-128-16,0 7-708 0,0 5-416 16,-3 4-267-16,-2 3-137 0,5 0-84 15,0-1-4-15,0-1-92 0,1-2-192 16,3-3-477-16,0-2-487 0,-4 1-252 0,4 6-944 15,4-15-2968-15,-12 26-2801 0</inkml:trace>
  <inkml:trace contextRef="#ctx0" brushRef="#br0" timeOffset="47763.075">1729 9334 3312 0,'0'0'6944'0,"0"0"-5591"0,0 0-213 15,0 0 236-15,0 0 292 0,0 0-104 16,0 0-316-16,0 0-276 0,0 0-276 0,16-22-60 16,-12 22-88-16,0 6-75 0,3 7-25 15,6 9 48-15,2 10-156 0,2 12 48 16,-6 14-100-16,-3 15-80 0,1 16-4 16,-9 12-104-16,0 11-100 0,-5 8-48 0,-7 4 44 15,1-1-8-15,2-5-60 16,1-10-12-16,5-16-72 0,3-15-148 0,0-25 4 15,0-10-124-15,0-13 36 0,0-12-36 16,0-9-101-16,3-4-43 0,-3-4-200 16,4-12-704-16,0-11-1200 0,0 4-2492 15,5-32-3657-15</inkml:trace>
  <inkml:trace contextRef="#ctx0" brushRef="#br0" timeOffset="48007.477">1785 9363 14853 0,'0'0'1936'0,"0"0"-1564"16,0 0 12-16,0 0 448 0,0 0 16 15,87-57-200-15,-55 54-168 0,4 3-140 0,0 0-60 16,3 12-108-16,-7 4-100 0,1 6-24 16,-6 7-48-16,-7 9 48 15,-8 6-48-15,-8 7 0 0,-4 6-4 0,-4 10-68 16,-16 3-160-16,-8 0-48 0,-3-3-108 15,-5-4 168-15,0-9-40 0,-1-13 4 16,6-6-112-16,7-17-36 0,0-4-300 16,8-11-436-16,4-6-884 0,8-13-1224 15,-3-3-673-15,7-23-3315 0</inkml:trace>
  <inkml:trace contextRef="#ctx0" brushRef="#br0" timeOffset="48264.634">2342 9617 10856 0,'0'0'1825'0,"0"0"-929"16,0 0-72-16,0 0 1016 0,92 15-256 0,-76-4-452 16,-4 1-356-16,-1 4-228 0,-7 3-204 15,1 6-136-15,-5 7-52 0,-5 6-20 16,-10 6-64-16,-2-2-16 0,2 2-56 16,-5-9-60-16,8-3 60 0,0-13 68 0,4-9 68 15,4-4 92-15,4-6-20 0,0-4 85 16,4-8-149-16,4-7 64 0,8-4-208 15,-1-8-168-15,10-4-84 0,3-3-5 16,3 0-119-16,1 3-260 0,0 3-388 16,0 4-600-16,0 2-1036 0,-8 6-1140 0,4 1-2153 15</inkml:trace>
  <inkml:trace contextRef="#ctx0" brushRef="#br0" timeOffset="48517.925">2733 9757 12057 0,'0'0'2716'0,"0"0"-1596"16,-16 79-316-16,12-47 512 0,4-4 28 15,0-6-572-15,4-6-408 0,12-6-228 16,-1-10 352-16,10 0 20 0,3-7-191 16,0-8-145-16,7-8-172 0,-3-2-156 0,4-6-377 15,-4-1 9-15,-4-4-24 0,-4 8 120 16,-4-1 60-16,-5 7 60 16,-7 7 40-16,1 2 268 0,-9 7 224 0,-5-1 168 15,-3 3 124-15,-7 4-52 0,-5 0 96 16,-1 6-184-16,-2 8-84 0,-5 5-87 15,4 3-81-15,0 3 92 0,5-2 52 0,2-1-256 16,9-5-12-16,-4-5-280 0,8-3-337 16,4 0-199-16,0-2-160 15,0-4-300-15,13-3-860 0,-6 0-1760 0,17-15-1729 16</inkml:trace>
  <inkml:trace contextRef="#ctx0" brushRef="#br0" timeOffset="48814.706">3203 9744 13477 0,'0'0'2376'0,"0"0"-1780"0,0 0-48 16,0 0 1148-16,0 0-80 16,0 0-736-16,0 0-636 0,0 0-4 0,0 0-31 15,75 31-209-15,-47-53-53 0,0-3-459 16,4-4-292-16,0 1-100 0,-8 0-4 16,4 5-56-16,-8 4 132 0,-4 6 116 0,-9 0-212 15,2 4 296-15,-9 6 632 16,0 3 516-1,-4 0 76-15,-8 3 88 0,-4 3-104 0,4 10-128 0,-4 3-52 16,0 6 160-16,0 5 168 0,4 1 24 0,4-2-184 16,4-7-320-16,4-6-244 0,0-10-232 0,16-3 172 15,0-3 60-15,12-9 168 16,0-11-48-16,8-5-120 0,-1-3-512 16,-3-4-272-16,0-3-224 0,-4 0-208 0,0 0-212 15,-8 3-724-15,-4 7-1013 0,-4-17-2247 16</inkml:trace>
  <inkml:trace contextRef="#ctx0" brushRef="#br0" timeOffset="48997.019">3633 9210 6280 0,'0'0'5017'0,"0"0"-2765"0,0 0-920 0,0 0-148 15,0 0 388-15,-43 86-176 0,34-38-392 16,5 9-236-16,0 4 36 0,1 2-171 0,3 0-113 16,-4 4-144-16,4 3-284 15,-4-1-92-15,4 8-48 0,0-1-48 0,0 1 36 16,0-8 52-16,0-3-344 15,0-7 72-15,0-3-20 0,-9-5-153 0,-6-4-507 0,-6-1-288 16,-3-9-628-16,-3-5-440 0,3-10-1696 16,-24-3-1269-16</inkml:trace>
  <inkml:trace contextRef="#ctx0" brushRef="#br0" timeOffset="49232.557">1792 10703 12 0,'0'0'14193'0,"0"0"-12301"0,0 0-1400 16,-79 19 56-16,79-19 616 0,4-4-472 16,11-2-128-16,13-3-332 0,17-7 220 15,15 0 84-15,11-4 148 0,13-2-259 0,11 0-133 16,5 3 48-16,3 0 48 0,9 0 120 16,4-3-400-16,-1 3-108 15,4-3-96-15,5 3 88 0,-8 0-56 0,-1-1-32 0,-4 4-84 16,-10 2-208-16,-10-3-108 15,-8 4-125-15,-10 1-195 0,-10-1-332 16,-3 3 92-16,-9-2-556 0,-19 5-3500 0,13-5-3657 16</inkml:trace>
  <inkml:trace contextRef="#ctx0" brushRef="#br0" timeOffset="49847.641">6299 9445 13033 0,'0'0'4208'0,"0"0"-3688"0,0 0-520 16,0 0 0-16,0 0 272 0,0 0 532 0,0 0 444 16,0 0-344-16,0 0-624 0,0 0-96 15,-68 77-4-15,32-27 16 0,-4 7-39 16,5-3 27-16,3-3-40 0,8-6-8 0,3-11-76 16,10-8-52-16,7-8-8 0,4-4-8 15,4-2-80-15,11-2 88 0,6 0 64 16,7-1-4-16,7-3-52 0,1 1 40 15,4-1-44-15,0-3-4 0,3 3-8 16,-2 1 8-16,-1 3 0 0,-9-1 4 16,-3 4 8-16,-8 0 120 0,-4 2 64 15,-8 2 44-15,-8-2 64 0,0 3 336 16,0-1-292-16,-8-1-180 0,-3 0-84 0,-10 0-72 16,5-4-12-16,-3-2-8 0,2-4-136 15,2-3-180-15,2-3-184 16,5 0-120-16,1-9-340 0,3-1-397 0,4-9-483 15,0-6-868-15,0 3-2436 0,15-20-2165 16</inkml:trace>
  <inkml:trace contextRef="#ctx0" brushRef="#br0" timeOffset="49991.773">6784 9779 10844 0,'0'0'3925'16,"0"0"-2237"-16,0 0-308 0,0 0 552 0,77 60-628 15,-70-42-3-15,-7 6-405 16,0-6-48-16,0 1-260 0,-3 0-248 0,-1-3-212 0,-4 0-128 15,-1-3-216-15,-2-3-436 16,-2-3-412-16,5-2-461 0,1-5-979 16,-1 0-2712-16,-1-16-4281 0</inkml:trace>
  <inkml:trace contextRef="#ctx0" brushRef="#br0" timeOffset="50147.329">6801 9468 6280 0,'0'0'9313'0,"0"0"-7737"0,0 0-668 15,0 0 616-15,0 0 40 0,0 0-507 16,92-23-501-16,-77 23-452 0,1 0-104 16,4 0-244-16,-4 0-412 0,4 6-257 15,0 0-123-15,0 8-448 0,0-2-980 0,-4 1-2520 16,0 9-2409-16</inkml:trace>
  <inkml:trace contextRef="#ctx0" brushRef="#br0" timeOffset="50410.132">7108 9709 10496 0,'0'0'3961'16,"0"0"-2261"-16,-13 73-264 0,9-44-164 15,0-1 4-15,1-3-144 0,-1-2-171 0,4-4-357 16,0-7-264-16,0-2-208 0,4-4-132 16,-1-3-4-16,10-3-44 15,-1 0 40-15,3-6-112 0,1-7-12 0,5-2-76 16,2-5-56-16,-3 1-28 0,0 1-48 16,-4 4 71-16,0 6 53 0,0 1 32 15,-4 3 0-15,0 4 88 0,-5 0 96 16,6 4 64-16,-5 5 216 0,-1 1 120 0,1-3-131 15,1 1-73-15,-5-2-64 0,0 1-60 16,-1 0-64-16,1-4 4 16,0-1 32-16,0 3-44 0,-4-3-12 0,5 2-48 15,-5-1-12-15,0 0-120 0,0 0-405 16,0 7-267-16,4-4-324 0,-4 0-1420 16,11 1-3981-16</inkml:trace>
  <inkml:trace contextRef="#ctx0" brushRef="#br0" timeOffset="50764.882">7741 9703 13241 0,'0'0'2292'0,"0"0"-1588"15,0 0 72-15,0 0 684 0,0 76-32 16,-4-56-368-16,4-8-536 0,0 1-356 16,0-8-168-16,9 2-108 0,2-4-12 0,1-3 44 15,4 0-152-15,3 0-52 0,5-3-16 16,1-7-92-16,3 1-4 15,0-7-12-15,0 3-88 0,0-6-112 0,0 0 36 16,-5 0 84-16,1 0 72 0,-8 3 136 16,0-4 104-16,-9 8-20 0,-3-1 76 15,-4 5 116-15,0-3 344 0,-11 8-196 0,-10 3 152 16,2 0 12-16,-1 10 24 16,-4 6 260-16,-4 10 8 0,5 8-100 0,-5 4-100 15,3 3 24-15,5 1 72 0,5-7 24 16,2-3-168-16,5-10-252 0,8-7-104 15,0-2-136-15,4-7 64 0,13-6 72 16,2 0 0-16,9-6-24 0,0-7-108 16,8-9-296-16,0 0-196 0,8 0-208 15,-5-3-496-15,-2 5-1136 0,6-2-3945 16</inkml:trace>
  <inkml:trace contextRef="#ctx0" brushRef="#br0" timeOffset="51350.491">10491 9690 5408 0,'0'0'520'15,"0"0"3400"-15,0 0-2964 0,0 0 85 16,0 0 227-16,0 0 256 0,0 0 216 15,0 0-36-15,0 0-192 0,0 0-352 16,0 0-416-16,-49-51-343 0,29 61-61 0,1 9 72 16,-5 9 60-16,-1 13 12 0,-2 10-112 15,7 4-56-15,0 1-28 0,5-2-20 16,2-6-64-16,5-3-112 0,4-10-92 16,4-7-48-16,0-9-60 0,4-7-84 15,8-5-220-15,8-4-72 0,8-3-252 16,4-10 48-16,4-5-177 0,-1-4-595 0,1-4-1496 15,-8 4-2708-15,4-9-3061 0</inkml:trace>
  <inkml:trace contextRef="#ctx0" brushRef="#br0" timeOffset="51629.996">10721 9944 10468 0,'0'0'6261'0,"0"0"-4933"0,0 0-672 0,0 0 508 16,0 0 204-16,0 0-163 15,0 0-69-15,96 3-484 0,-68-22-316 0,0-3-156 16,0-8-172-16,0 3-8 0,0-2-132 15,-4-3-108-15,-1 7 12 0,-3-1-16 16,-8 7 76-16,-4 4 84 0,-4-1 24 16,-4 5 60-16,0 6 4 0,-12-2 56 15,-8 5-48-15,0-3-4 0,-4 5 88 16,1 0-24-16,-5 7 0 0,4 10 16 16,0 8 8-16,3 6 0 0,-2 7-12 0,3 4 60 15,0 5 48-15,4-2 28 0,0 3-40 16,8-6-120-16,4-9-60 0,0-3-120 15,4-9-208-15,4-8-20 0,8-10-76 16,8-3 88-16,4-3-232 0,8-12-160 16,8-9-329-16,-1-4-1023 0,-7 6-2624 15,9-16-3613-15</inkml:trace>
  <inkml:trace contextRef="#ctx0" brushRef="#br0" timeOffset="51909.766">11215 9734 12585 0,'0'0'4876'0,"0"0"-3544"16,0 0-728-16,0 0 252 15,0 0 632-15,8 70 73 0,-8-45-389 0,0-3-376 0,-4-2-280 16,4-4-248-16,0-7-268 16,0 1 0-16,4-4-292 0,1-6 52 0,6 0 48 15,1 0-108-15,4-6-28 0,5-7 100 16,2-4-156-16,-3-4-16 16,4 2 60-16,-8 3 100 0,0 0 72 0,-1 6 80 15,-2 1 40-15,-2 6-36 0,-3 3 84 16,1 3 172-16,-1 6 444 0,-5 4-108 15,5 4-280-15,-4 2-48 0,0 2-120 16,1-2 24-16,-5 1 48 0,4-5 40 16,-1-2-172-16,1-4-112 0,0-5-44 15,0-1-120-15,4-3-244 0,4-10-288 0,0-9 104 16,8-3-549-16,0-10-1455 0,-4 7-2496 16,12-20-3993-16</inkml:trace>
  <inkml:trace contextRef="#ctx0" brushRef="#br0" timeOffset="52112.392">11840 9138 14101 0,'0'0'4064'0,"0"0"-3484"16,0 0-344-16,0 0 280 0,0 0 1072 15,9 100 61-15,-9-48-549 0,4 5-376 16,-4 3-72-16,4 1 168 0,0-1-412 16,3 4-384-16,-2-5-24 0,-5-1-348 15,0-1-196-15,0-10-80 0,4-5-4 0,-4-14 180 16,4-5 88-16,0-11-148 15,0-5-464-15,-4-1-413 0,0-6-515 0,0 0-620 16,-4 0-56-16,-4 0-2105 16,-8-6-1135-16</inkml:trace>
  <inkml:trace contextRef="#ctx0" brushRef="#br0" timeOffset="52262.175">11698 9807 5168 0,'0'0'4652'0,"0"0"-2179"0,-68-73-609 16,48 51-276-16,3 3-120 0,6 2 64 0,11 12-120 15,0 2-536-15,11 3-256 16,14 0 221-16,6 0 175 0,10 0-268 0,6 0-376 15,5-11-176-15,4 3-112 16,-1-9-44-16,-3-2-40 0,-3 0-132 0,-2-3-316 16,1 0-420-16,-8 0-260 0,-1 0-429 15,-7 9-1547-15,-12 1-3112 0,1 5-3953 16</inkml:trace>
  <inkml:trace contextRef="#ctx0" brushRef="#br0" timeOffset="52563.284">12239 9632 13241 0,'0'0'2744'15,"0"0"-1280"-15,0 0-292 0,0 71 276 16,9-56-8-16,-2-2-371 0,9-7-405 0,0-3-240 0,4-3-24 16,8-3-76-16,-1-9-324 0,5-7-72 15,0-4-352-15,1-3-204 0,-6-2-84 0,-3 6-153 16,0-3-59-16,-4 3 96 0,-8 2-68 16,-4 5-16-16,0-1 440 15,-8 3 472-15,0 4 312 0,-8 3 352 0,0-1 236 16,-4 7-32-16,0 0-200 0,-4 9-156 15,0 7-268-15,-3 10 13 0,2 2 79 16,-7 7 188-16,5 3-4 0,-1 0-100 0,3 1-56 16,2-5-136-16,7-2-228 0,-1-7-84 15,6-6-340-15,3-6-180 16,3-3 12-16,10-10 48 0,6 0 47 0,5-12-175 16,4-5-644-16,0-8-1464 0,-4 6-3080 15,8-13-2677-15</inkml:trace>
  <inkml:trace contextRef="#ctx0" brushRef="#br0" timeOffset="52753.176">12738 9572 12537 0,'0'0'3196'0,"0"0"-1468"16,0 0-752-16,0 0-116 0,19 77 208 15,-19-45-192-15,0 2-123 0,-8 1-61 16,8 0-40-16,-4-3 64 0,4-6-440 0,0-7-236 16,0-7-40-16,4-3-8 0,0-5 0 15,4-4-64-15,4 0-96 0,4-6-16 0,4-11 4 16,0 2-132-16,4-10-88 15,0-5-96-15,8 2-64 0,-5-7-49 16,5-3-303-16,0 2-740 0,-4 3-1284 16,-4 8-2449-16,4-8-3307 0</inkml:trace>
  <inkml:trace contextRef="#ctx0" brushRef="#br0" timeOffset="53938.966">14052 9617 5824 0,'0'0'220'0,"0"0"4669"16,0 0-3517-16,0 0-308 0,0 0-48 16,0 0 444-16,0 0 44 0,0 0-8 0,24 66-528 0,-20-24-392 15,4-1-124-15,-8-3-64 0,4-3-132 16,0-10-88-16,-4-6-168 16,4-9-24-16,0-7-144 0,8-3 8 0,4 0 160 15,-1-6 0-15,10-10-232 16,-1-3 4-16,0-7-164 0,-5-4 64 15,1 0 92-15,-8 1 68 0,0 7 80 0,-4 0 80 16,-4 7 8-16,-4 2 160 0,-4 7 156 16,-4-5-44-16,-8 9-104 15,1-4-104-15,-6 2-16 0,-3 4-96 0,1 0 36 0,-1 7-136 16,0-2-36-16,7 8 12 16,2-6-36-16,7 3-48 0,0-8-160 15,4 5-360-15,0-1-812 0,4 1-1488 0,0-1-3921 16</inkml:trace>
  <inkml:trace contextRef="#ctx0" brushRef="#br0" timeOffset="54085.83">14574 9624 13833 0,'0'0'2096'0,"0"0"-1016"16,99-17-236-16,-67 9 132 0,5-9-424 16,-5 1-220-16,-1-6-200 0,1 0-132 15,0-7-76-15,0-2-268 0,-4-2-936 0,-4 5-572 16,-8-4-1108-16,-5 10-2833 15,-2-7-1703-15</inkml:trace>
  <inkml:trace contextRef="#ctx0" brushRef="#br0" timeOffset="54316.246">14857 9188 7460 0,'0'0'2632'0,"0"0"-455"0,0 0-377 16,0 0-312-16,0 0-296 0,0 0-96 16,-72 74-72-16,68-33-228 0,0 9-208 0,4 7-28 15,0 9 232-15,4 8-147 0,0 8-245 16,0 4-156-16,-4 7-76 0,0-1-48 15,0-1-24-15,0-9-88 0,-4-8 100 16,-4-6-92-16,8-12-16 0,-3-5-88 0,-1-10 28 16,-1-6-144-16,5-7-100 0,0-8-156 15,0-7-161-15,-4-7 41 16,4-6 92-16,0-6 12 0,0-13-88 0,0-11-40 16,9-14-208-16,2-7-32 0,5-12-620 15,4-13-796-15,-4 19-2925 16,8-48-2655-16</inkml:trace>
  <inkml:trace contextRef="#ctx0" brushRef="#br0" timeOffset="54647.785">15913 9038 15233 0,'0'0'3012'16,"0"0"-1392"-16,0 0-132 0,0 0-115 15,0 0-237-15,0 0-376 16,-64 80-408-16,36-41-184 0,0-2 48 0,1 7 60 0,-1-2-120 15,0 3-104-15,0-4-52 16,8 0-48-16,0-5-84 0,7-3-168 0,6-3 144 16,3-8 24-16,4 3 24 0,8-3-12 15,8-3 8-15,8 4-20 0,4-4 24 16,4 0 0-16,4 0 60 16,-5-3 0-16,5 0-72 0,-4 0 36 0,-4-1 28 15,-8-2 56-15,-4 0 0 0,-5 3 72 16,-11-1-24-16,0 4 96 0,-4 0 12 15,-11 4-12-15,-5 3-96 0,-8-1-48 16,0 0-4-16,-4-3-44 0,0 0-120 0,0-3-108 16,0-2-160-16,4-4-96 15,5-8-108-15,3-2-285 0,7-3-647 0,2 0-2116 16,11-15-2769-16</inkml:trace>
  <inkml:trace contextRef="#ctx0" brushRef="#br0" timeOffset="54861.933">16387 9599 14221 0,'0'0'2592'0,"0"0"-992"0,0 0-456 16,0 0 468-16,0 0-339 15,-36 88-377-15,12-53-388 0,5 0-204 0,-2 2-100 16,1 1-60-16,9-2-48 0,7-1-92 16,4-7-4-16,4-2-8 0,11-4 8 0,5-7 84 15,12-2-72-15,4-7 12 0,3-2-24 16,2-4-192-16,2-13-108 0,2-6-184 15,-6-7-376-15,1-5-317 0,-1-1-467 16,-14 7-2284-16,6-14-3729 0</inkml:trace>
  <inkml:trace contextRef="#ctx0" brushRef="#br0" timeOffset="55014.531">16550 9651 6748 0,'0'0'6969'0,"0"0"-5945"0,-36 67-416 0,25-28 324 16,3 5 312-16,-1 4 104 0,2 2-160 15,3 1-416-15,0 0-324 0,0 3-108 0,0-3-208 16,-5 0-132-16,6-4-292 16,-9-2-536-16,4-4-336 0,0-6-560 0,0-10-2072 15,-4 7-3745-15</inkml:trace>
  <inkml:trace contextRef="#ctx0" brushRef="#br0" timeOffset="55541.179">18275 9636 6492 0,'0'0'8081'0,"0"0"-6277"0,0 0-884 15,13 92-124-15,-13-51 396 16,4 7-188-16,-1-1-76 0,-3-2-295 0,0-4-401 16,0-9-232-16,4-3-72 0,0-11-24 15,0-4-1-15,1-6-219 16,-1-2-304-16,3-6-272 0,-3 0-300 0,0-6-476 16,0 1-2264-16,-8-15-4093 0</inkml:trace>
  <inkml:trace contextRef="#ctx0" brushRef="#br0" timeOffset="55688.18">18176 9462 6852 0,'0'0'6101'0,"0"0"-4385"15,0 0-244-15,0 0-32 0,0 0-232 16,0 0-372-16,67-77-604 0,-35 64-232 16,5-2-364-16,2-2-536 0,9 5-996 15,-17 2-2672-15,25-2-4725 0</inkml:trace>
  <inkml:trace contextRef="#ctx0" brushRef="#br0" timeOffset="55940.356">18949 9429 15369 0,'0'0'1704'15,"0"0"-1108"-15,-56 70 124 0,29-41 680 16,-1 3 100-16,-4 0-235 0,12-7-577 0,-1 1-516 16,14-7-172-16,3-5-88 15,4 6 84-15,11-4-8 0,6 3 12 16,11-3 64-16,4 3-64 0,3-3 0 0,1-4 0 15,3 5-144-15,2-4 0 0,-5-1-12 16,-1 3 44-16,-7 2 112 0,-7-2 0 16,-2 5 12-16,-11-1 100 0,-4-4 44 15,-4 5 0-15,-4-2-48 0,-8 1-108 16,-8-2-184-16,1-2-228 0,-2 2-60 0,2-9-173 16,3 3-179-16,-1-9-252 15,6-2-772-15,7 0-928 0,0-2-3609 0</inkml:trace>
  <inkml:trace contextRef="#ctx0" brushRef="#br0" timeOffset="56174.148">19949 8969 12077 0,'0'0'2128'0,"0"0"-1556"16,19 69 232-16,-14-24 652 0,-5 16 488 15,-5 12-196-15,2 6-299 0,-5 4-493 16,8 0-304-16,0-1-60 0,4-6-328 16,0-3-264-16,8-9-132 0,0-4-120 0,-1-6 0 15,6-13 20-15,-2-13 28 0,-2-5-4 16,2-14-104-16,-2-6-256 16,-6-3-89-16,1-6-391 0,-4-6-836 0,-4-1-2280 15,-4-13-3305-15</inkml:trace>
  <inkml:trace contextRef="#ctx0" brushRef="#br0" timeOffset="56341.43">19555 9579 15517 0,'0'0'1764'0,"0"0"40"15,0 0-748-15,0 0-276 0,0 0 509 16,99-57-29-16,-51 47-188 16,3 4-396-16,9-4-256 0,-4 1-152 0,4 3-136 15,-4-4-132-15,-4 1-92 0,-1-2-140 16,-3 5-344-16,-4-3-328 0,0 2-100 15,-8 2-96-15,0-6-801 0,-12 8-3063 0,0-6-4709 16</inkml:trace>
  <inkml:trace contextRef="#ctx0" brushRef="#br0" timeOffset="56681.116">20499 9399 9940 0,'0'0'3125'0,"0"0"-1661"16,0 0-748-16,0 0 384 0,0 0 180 16,44 77-44-16,-41-60 0 0,1-1-440 0,0 0-272 15,1-1-39-15,-1-2 315 0,0 3-364 16,0 3-184-16,-4 0-164 0,0 3 20 16,0 0-96-16,-4 3 72 0,0 2 36 0,-9 1-60 15,6 1 12-15,-5-4-24 0,3 1 28 16,2-8 68-16,3-1-36 0,0-8 36 15,4-2-24-15,0-7 48 0,0 0 40 16,0 0 104-16,4 0 144 16,3-11-336-16,10-8-56 0,7-2-52 0,-1-15 0 15,5-5-12-15,4-3-184 0,-4-3-140 16,4-8-144-16,-8 1-160 0,0-4-156 16,0 6-572-16,-5-6-1093 0,-6 17-2739 15,-1-8-4201-15</inkml:trace>
  <inkml:trace contextRef="#ctx0" brushRef="#br0" timeOffset="56888.105">21029 9417 1552 0,'0'0'10869'0,"0"0"-8945"15,0 0-736-15,0 92 156 0,0-57 216 0,0 0-72 16,0-1-328-16,-4 2-504 0,4-2-291 15,-4-2-29-15,4-3 16 0,0-4 168 16,0-2-228-16,0-2-292 0,0-5-84 16,0-2-328-16,0-2-304 0,-5-5-265 15,5-5-571-15,-4-2-1484 0,4 0-3917 16</inkml:trace>
  <inkml:trace contextRef="#ctx0" brushRef="#br0" timeOffset="57113.166">21016 9062 17773 0,'0'0'3132'0,"0"0"-1915"0,0 0-1037 0,0 0-96 16,0 0-72-16,92-58-12 0,-68 48-192 15,0 8-293-15,0-2-247 0,-4 4-352 16,4 6-652-16,-12 1-2404 0,0 9-4381 0</inkml:trace>
  <inkml:trace contextRef="#ctx0" brushRef="#br0" timeOffset="57530.545">21248 9534 17109 0,'0'0'2248'0,"-12"65"-1784"0,4-32-328 15,0 9 460-15,-4 6 769 0,0-7-141 16,8-5-560-16,0-6-444 16,4-10-64-16,4-1 48 0,4-11-72 0,8-1-36 15,-1-3 12-15,10-8-108 0,3-8-4 0,3-8-116 16,9-7 36-16,-3-9-60 0,6-5-120 15,-3 0-268-15,4-3-196 16,-8-1-32-16,-1 0-177 0,-3 1 93 16,-8-1-132-16,1 5-504 0,-6 1-432 0,-7 10 20 15,0 11 248-15,-8 8 360 0,0 7 795 16,-4 3 281-16,0 6 208 0,-4 4 621 16,0 5 239-16,0 2 228 0,4 1 196 15,0 1 44-15,0 3 64 0,0 3-128 16,0-2 52-16,0 6-132 0,0-4 9 0,0-3-101 15,0 2-344-15,0-3-372 0,0-5-256 16,0-1-120-16,0-2 0 0,0-1-60 16,0-5-36-16,0 3-340 0,0-7-336 0,0-3-272 15,4 0-101-15,4 0-643 16,4-9-1004-16,-4 3-2453 0,7-11-3047 16</inkml:trace>
  <inkml:trace contextRef="#ctx0" brushRef="#br0" timeOffset="57696.542">21738 9399 13745 0,'0'0'2060'0,"0"0"-1516"15,0 0 328-15,0 0 564 0,0 0-172 16,0 0-312-16,0 0-600 0,0 0-352 0,84 30-148 16,-61-39-288-16,9-7-236 0,-4-3-296 15,4-3-440-15,0-1-608 16,-1-2-1080-16,-6 6-2833 0,14-15-355 0</inkml:trace>
  <inkml:trace contextRef="#ctx0" brushRef="#br0" timeOffset="58004.228">22311 9036 3332 0,'0'0'10697'0,"0"0"-8113"15,0 0-748-15,5 70-204 0,-21-26-412 16,-5 7-3-16,2 3-189 0,3 0-316 16,0-6-328-16,12-6-140 0,4-12-160 0,0-4-60 15,12-7-24-15,8-10-144 0,3-5-148 16,9-4-224-16,9-13-140 15,-2-6 28-15,1-10-196 0,0-3-101 0,-4-2-123 16,0-5 104-16,-8-2 92 0,0-3 332 0,-4 0 460 16,-1-4 60-16,-3 0 84 15,-3 1 4-15,-6 5 88 0,1 10 144 16,-3 7 196-16,-6 16 136 0,-3 9-212 16,0 9 40-16,0 13 200 0,-8 13 16 0,0 9-55 15,0 8 207-15,-3 5 132 0,2 0-148 16,1 2-256-16,4 3-324 0,1-8-248 15,3-3-4-15,3-4-60 0,5-6-156 16,9-6-156-16,-2-2-136 0,5-6-252 16,-4-2-108-16,0-2-308 0,-8-10-1473 15,-1-1-4503-15</inkml:trace>
  <inkml:trace contextRef="#ctx0" brushRef="#br0" timeOffset="58156.443">23479 9801 20541 0,'0'0'3725'0,"0"0"-2857"16,0 0-316-16,0 0-552 0,0 0-588 0,0 0 128 15,0 0-152-15,0 0-92 0,0 0-444 16,0 0-1253-16,0 0-4475 0</inkml:trace>
  <inkml:trace contextRef="#ctx0" brushRef="#br0" timeOffset="60781.951">24934 8226 4304 0,'0'0'1288'0,"0"0"-700"0,0 0-288 15,-13-85 1464-15,13 55 284 0,0 2-479 16,0 2-45-16,0 1-104 15,0 10-60-15,0 2-48 0,0 3-28 0,0 7-240 16,0 0-224-16,0 3-224 0,0 0-160 16,-4 3-179-16,-3 3-109 15,-6 10-4-15,-2 7 0 0,-10 5 28 0,1 9 44 0,-4 9-44 16,1 1 80-16,-1 4 304 16,0 5-204-16,4 9-160 0,0 5 12 15,0 6-84-15,1 13 24 0,-1 6-144 16,-4 3 4-16,4 7-4 0,4 3 0 15,0 1-4-15,4-5-68 0,12-9 12 0,4-9 52 16,9-13 4-16,10-13-56 0,13-15-72 16,12-7-252-16,7-9-100 0,5-7-36 15,8-9-220-15,-1-7-109 0,1-6-235 0,5-4-908 16,-22-5-1848-16,20-16-3273 16</inkml:trace>
  <inkml:trace contextRef="#ctx0" brushRef="#br0" timeOffset="62204.062">25619 7728 5684 0,'0'0'964'16,"0"0"-652"-16,0 0 1700 0,0 0-59 15,0 0-785-15,0 0-488 0,0 0-156 16,0 0-44-16,0 0 168 0,0 0 84 16,0 0-88-16,-8-3-116 0,8 3 36 0,0 0 144 15,0 0-76-15,0 0-104 0,0 0-96 16,0 0-100-16,0 0-112 16,0 0-48-16,0 0-64 0,0 0-8 0,0 0-16 15,0 0 28-15,0 0-16 0,0 0-36 16,0 0 12-16,0 0 28 15,4 0 20-15,-4 0-8 0,0 0-28 0,0 0-24 0,4-3-52 16,0-1-4-16,3 1 0 16,10-1 60-16,-2-1 32 0,9-2-36 15,4-3-12-15,4 1-40 0,4 3-4 0,3 0-4 16,2 2-4-16,6 1 0 16,9-1-4-16,0 1 8 0,0 1-12 0,4-1-96 15,-5-1 96-15,-3 4-48 0,-8 0 8 16,-8-2-68-16,-8 2-16 0,-5 0 4 15,-10 0-16-15,-6 2-84 0,-3 5-12 0,-4 5 84 16,0 2 152-16,-11 4 4 16,-9 8 4-16,-5 2-144 0,-6 4 20 15,-1 5 124-15,-4 1-48 0,0 1-24 0,-3 6-52 16,-6-1 60-16,-2 3 64 0,-1 4 56 16,-3 0 16-16,-1 3 100 0,-4-4 0 15,4 2 48-15,0-4-84 0,8-4 72 16,4-6-28-16,9-7 52 0,10-11 60 15,6-4-36-15,6-6-72 0,9-8-76 16,0 2-108-16,5-1-60 0,10-1 60 16,10 2 244-16,6 2 641 0,9-2-329 0,8-1-228 15,0-3-112-15,0 0-96 0,-5 0 16 16,2 0-32-16,-6 0-104 0,1 0-60 16,-5 0-52-16,-3 0-20 0,-4 0-156 15,0-3-124-15,-4-1-364 0,0-2-121 16,1-3-371-16,-2-1-1156 0,-7 0-2308 15,16-16-2961-15</inkml:trace>
  <inkml:trace contextRef="#ctx0" brushRef="#br0" timeOffset="62462.658">26826 7734 10424 0,'0'0'1353'0,"0"0"-1161"0,0 0 588 16,0 0 736-16,-60 70 224 0,40-36-352 0,0 8-288 16,0 6-272-16,1 2 200 0,-1 4-68 15,-1 7-327-15,6-1-173 0,2 0-144 16,2 1-84-16,3-4-52 0,8-13-108 16,0-6-12-16,16-6 12 0,0-13-72 15,12-3-72-15,4-6 12 0,3-7-204 0,9-3-380 16,0-6-217-16,4-10-443 0,-4-4-884 15,-5 5-3224-15,9-24-6157 0</inkml:trace>
  <inkml:trace contextRef="#ctx0" brushRef="#br0" timeOffset="62799.512">27479 7654 2916 0,'0'0'14625'15,"0"0"-12897"-15,0 0-1408 0,0 0 132 0,-83 52 380 0,51-27 189 0,-1 7-161 16,2-1-436-16,4 4-244 0,-1 0-8 16,0 4-40-16,7-6-132 0,6 6-8 15,2-4-4-15,6-2-132 0,7-5 44 16,0 0-68-16,11-5 72 0,9-4 96 0,5 3-8 16,3-3 0-16,3 0 8 15,5-3 0-15,-4-4 0 0,4 4 0 0,-5-6-72 16,-3 6 68-16,0-4-8 0,-12-2-48 15,0 5 60-15,-12-1 52 0,-4 2 92 16,0 2 72-16,-8 1-44 0,-8 3-76 16,-8 5-40-16,-3-6-56 0,-5-2-72 0,4 0-144 15,-4-5-184-15,4-5-144 16,4-3 20-16,4-3-169 0,1-3-195 16,2 0-324-16,6-3-1016 0,-2-3-2708 0,1-13-4497 15</inkml:trace>
  <inkml:trace contextRef="#ctx0" brushRef="#br0" timeOffset="63927.352">27802 8343 9564 0,'0'0'4281'0,"0"0"-2773"0,0 0-680 0,0 0-24 16,0 0 408-16,0 0-52 15,0 0-208-15,0 0-388 0,0 0-116 0,0 0 113 16,0 0-53-16,0 0-96 0,24 81-84 15,-24-60-172-15,-8-2-72 0,4 0-24 16,0-3-60-16,0-7-4 0,4-2-72 16,-4-4-8-16,4-3 0 0,0 0 0 15,0 0-208-15,8 0-240 0,8-10-161 0,0 1 145 16,8-7 60-16,4-3-96 0,4-2-40 16,-4-2 80-16,0 0 164 0,-1 5 220 15,-7 2 108-15,0 3 52 0,-4 6 88 16,-4 7 96-16,-4 0 212 0,0 0 132 15,-4 7 0-15,4 6-52 0,-4-1-76 16,0 4-92-16,0 3-104 0,0-3 40 16,0 3 12-16,-4-2-99 0,3-5-33 15,-3 1-124-15,0-7-48 0,0 4-112 16,4-7-97-16,-4 3-339 0,0-6-268 0,0 3-228 16,0-3-612-16,0 0-968 0,0-3-2669 0,0-6-3679 15</inkml:trace>
  <inkml:trace contextRef="#ctx0" brushRef="#br0" timeOffset="64195.862">28495 7817 11129 0,'0'0'2204'0,"0"0"-1252"0,0 0 712 15,0 0 124-15,80 28-492 0,-61-12-376 16,9 3-260-16,-3 0-308 0,3 7-48 0,3 5-84 16,-3 1 229-16,-4 6-157 15,1 4-196-15,-6-4-88 0,-7 6-8 0,-4 0-48 16,-8-2-60-16,-8 5-12 0,-8-2-209 16,-8 2 85-16,-8-2 36 0,-8-1-108 15,5-2-88-15,-5-5-156 0,0-1-384 0,8-5-748 16,13-9-2248-16,-2-3-3549 0</inkml:trace>
  <inkml:trace contextRef="#ctx0" brushRef="#br0" timeOffset="64847.198">29559 7906 11221 0,'0'0'1920'16,"0"0"-1128"-16,0 0-108 0,0 0 676 16,0 0 300-16,79-26-300 0,-58 26-428 0,-5 6-372 15,3 7-60-15,2 10 328 0,-10 2-123 16,-3 10-221-16,-3 2-136 0,-5 5-68 15,0 3-40-15,-9-4-68 0,1-6-28 16,1 0-60-16,-1-7-84 0,3-5 0 16,5-4-72-16,0-7 60 0,0-5-60 0,5-1-48 15,-1-3-52-15,4 0-212 16,3-3-212-16,2-3 160 0,6-6 60 0,-3-7-61 16,5 0 13-16,-6-3 68 0,5-4 76 15,-4 1 36-15,4 0 184 0,-5-3 48 16,6-4-84-16,-1 1 84 0,-1-7-64 15,2 0-72-15,-1 3 28 0,-5 3 12 16,5 7 108-16,-4 5 76 0,-4 9 20 16,-4 2 248-16,0 6 20 0,1 0-8 15,-6 3-76-15,1 6 180 0,0 7 137 16,0 3-149-16,0 3-96 0,-4 4-4 0,0 2 16 16,0 1-84-16,-4-4-88 0,0 4-112 15,0-4-80-15,0-3-96 0,1 4-24 16,-2-3-256-16,1 2-360 0,0 0-248 15,0 2-169-15,-4 3-499 0,0-8-2256 16,0 10-3065-16</inkml:trace>
  <inkml:trace contextRef="#ctx0" brushRef="#br0" timeOffset="65333.385">30527 7794 10648 0,'0'0'5513'0,"0"0"-4141"16,0 0-960-16,0 0 20 0,0 0 660 16,0 0 192-16,0 0-456 15,0 0-499-15,0 0-325 0,0 0 116 0,0 0 160 0,99 16-24 16,-62-9-148-16,-1 2-60 16,7-3 24-16,-2 7 40 0,2-4-104 0,1 1 4 15,-4 4 60-15,-4-6-24 0,-4 5-48 16,-4-6-4-16,-9 2-56 15,-7-2-12-15,-4-1 72 0,0-3 8 0,-8 0 52 0,0 4 36 16,-4 2-84-16,-11 4 120 16,-6 6 12-16,-7 3-44 0,-11 0-52 15,-6 6 24-15,-2-2-72 0,-9 2 12 0,4-2-12 16,-3 3 8-16,3-4-8 16,4-6-244-16,4 0-68 0,9-7-220 15,7 1-345-15,7-7-191 0,6 1-488 0,6 0-1528 16,9-7-4849-16</inkml:trace>
  <inkml:trace contextRef="#ctx0" brushRef="#br0" timeOffset="66133.21">31077 8153 8372 0,'0'0'3229'0,"0"0"-1653"16,0 0-852-16,0 0 240 0,0 0 496 15,0 0 148-15,0 0-428 0,0 0-652 16,0 0-256-16,0 0 56 0,-56 41 100 16,33-22 144-16,-1-3-148 0,-4 4-143 0,-4-5-133 15,4 4-4-15,-8-3-60 0,4 3-36 16,-3-3-48-16,-2 3-8 0,1-3-40 31,1 0-60-31,3-4-100 0,8 1-205 0,4-3-99 0,12-6-48 16,8-2-160-16,0-2-408 0,12-6-668 0,0-1-1052 15,12-12-3673-15</inkml:trace>
  <inkml:trace contextRef="#ctx0" brushRef="#br0" timeOffset="66562.795">31492 7810 12985 0,'0'0'1728'0,"0"0"-1676"0,0 0 112 16,95-16 740-16,-59 13 448 15,-4 3-76-15,-4 0-428 0,-9 0-380 0,2 6-200 16,-5 1 16-16,-8-1-116 0,-4 3-32 16,-4 1 132-16,-4 4 180 0,-13 0-132 15,-2 3-107-15,-5 2-53 0,-8-1-44 0,-4 5-52 16,1-4 12-16,2-3-60 16,6 0-12-16,7-7-52 0,8 1 4 0,7-4-48 0,1 1-64 15,4 2-33-15,0 1 45 16,9 3 28-16,3-1 60 0,3 7-16 15,1 0-20-15,5 4 24 0,-6 2 12 0,1 0 48 16,-4 4-32-16,-4-1 44 16,-4 4 280-16,0-3 12 0,-4-1-23 15,-4-5 59-15,-4-1-136 0,4-6-128 0,-4-1-60 16,1-5-4-16,2-1-60 0,1-5-60 16,0-4-561-16,-4 0-463 15,4-4-104-15,1-5-792 0,-2-1-2228 0,5-9-2841 16</inkml:trace>
  <inkml:trace contextRef="#ctx0" brushRef="#br0" timeOffset="67424.112">26698 9366 9380 0,'0'0'3921'0,"0"0"-2729"16,0 0-496-16,0 0 612 0,0 0 504 15,0 0-224-15,40 77-284 0,-32-49-479 16,0 4-325-16,-4 2-100 0,-4-2-64 0,0-2-44 16,0-5-180-16,0-6-112 15,0-5-72-15,4 0-36 0,-4-4-52 0,0-4-164 16,0-3-368-16,0-3-389 0,0 0-371 16,0 0-1348-16,0-9-3865 0</inkml:trace>
  <inkml:trace contextRef="#ctx0" brushRef="#br0" timeOffset="67580.332">26966 9024 16173 0,'0'0'2164'0,"0"0"-1204"16,0 0-688-16,0 0 156 0,0 0-84 0,0 0-344 0,0 0-124 15,0 0-84-15,0 0-860 0,83 33-464 16,-67-26-620-16,16 0-3309 0</inkml:trace>
  <inkml:trace contextRef="#ctx0" brushRef="#br0" timeOffset="67841.849">27391 9274 12345 0,'0'0'2924'0,"0"0"-2048"16,0 0-320-16,0 0 996 0,-60 73 168 0,45-60-624 16,3 2-632-16,0 2-464 0,4-5-184 15,4 4 136-15,4 0 44 16,0-3-4-16,0 2-64 0,0-3 72 0,4 5 196 15,8-4 80-15,0 3-19 0,4-4-37 16,0 4-136-16,3 0-40 16,6-3-44-16,-5 0-12 0,-1-1-60 0,1-3-48 0,-8 4 20 15,-3-3 52-15,-2 3 4 16,-7 0 44-16,-4 1 4 0,-8 3 92 16,0-4 16-16,-8 3-40 0,1-4-72 0,-1 1-80 15,4-3-104-15,0-1-97 16,4-3-227-16,0-3-164 0,8-3-208 0,0 0-412 15,4-3-788-15,0-3-2692 0,16-20-2085 16</inkml:trace>
  <inkml:trace contextRef="#ctx0" brushRef="#br0" timeOffset="68109.908">28435 9076 13313 0,'0'0'4100'0,"0"0"-3256"16,0 0-572-16,0 0 428 0,0 0 476 15,0 0 16-15,-23 93-427 0,11-49-389 0,-4 7-48 16,4 6 288-16,4 1 348 0,4-5-564 16,0 2-256-16,4-8-144 0,4-6-12 15,4-3-60-15,3-5-36 0,2-11-72 16,2-3-172-16,2-7-104 0,3-5 140 15,-1-7-108-15,-2 0-264 0,-2-10-285 16,1-5-1087-16,-8 2-3028 0,-8-9-5173 16</inkml:trace>
  <inkml:trace contextRef="#ctx0" brushRef="#br0" timeOffset="68296.409">28069 9379 15205 0,'0'0'3808'16,"0"0"-2328"-16,0 0-67 0,0 0 91 15,0 0-348-15,0 0-288 0,0 0-520 0,0 0-200 16,76-19-16-16,-37 12-12 16,6-2-84-16,-6 3-36 0,-3-4-120 0,0 0-96 15,-8 4-448-15,0 0-264 0,-4-1-172 16,-5 4-573-16,1 0-2031 0,-8 3-1760 16,0 0-6137-16</inkml:trace>
  <inkml:trace contextRef="#ctx0" brushRef="#br0" timeOffset="68563.741">28647 9353 12569 0,'0'0'2148'0,"0"0"-1504"0,0 0 612 16,0 0 444-16,0 0-568 0,0 0-188 15,0 0-248-15,80 67-344 16,-73-48-184-16,1 4 137 0,-4-2 83 0,1 5 144 16,-5-1-168-16,0 1-96 0,0-1-64 0,0-3-48 15,-9 0 0-15,1 0 40 0,4-5 80 16,1-4 172-16,-1-7-112 15,0 0-144-15,4-3-84 0,-5-3 12 0,5 0-36 16,0 0-12-16,0 0 4 16,0 0-76-16,5-3-136 0,3-9 40 15,3-1-12-15,6-9-36 0,-2-7 48 0,9-3-24 16,0-3-48-16,4-3-292 0,-5 2-228 16,5 5-96-16,0-1-392 0,-3 7-1153 15,-5 6-3367-15,-1-6-5597 0</inkml:trace>
  <inkml:trace contextRef="#ctx0" brushRef="#br0" timeOffset="68765.792">29161 9417 12985 0,'0'0'3976'0,"0"0"-2872"0,0 0 328 16,0 0 408-16,0 0-103 0,11 70-721 0,-7-54-500 15,-4 3-200-15,0-1-76 0,5 2 0 16,-5-1 0-16,0 1-60 0,0-2-180 15,0-3-8-15,0 2-148 0,0-9-144 16,0-1-156-16,0-3-100 0,0-4-192 16,0 0-220-16,4 0-309 0,0-4-787 0,0-3-2588 15,0-4-3581-15</inkml:trace>
  <inkml:trace contextRef="#ctx0" brushRef="#br0" timeOffset="68930.854">29264 9179 9700 0,'0'0'6417'0,"0"0"-4545"0,0 0-1008 16,0 0 484-16,0 0 260 0,0 0-383 15,80 9-513-15,-61-5-580 0,2 1-132 16,-5-1-300-16,0-1-316 0,0 3-280 0,-1-3-213 16,-2 1-651-16,-2-1-1356 0,-7 1-2913 15,0 1-3227-15</inkml:trace>
  <inkml:trace contextRef="#ctx0" brushRef="#br0" timeOffset="69121.825">29455 9344 11357 0,'0'0'2836'16,"0"0"-1672"-16,0 0-376 0,-8 76 752 15,8-47 100-15,-3-2-248 0,-1 0-480 16,4-5-363-16,0-3-89 0,4-3 192 16,-1-7 24-16,5 1-300 0,5-4-148 0,-2-3-120 15,6-3-36-15,2 0-68 0,1-6-4 0,4-4-52 16,4-2-8-16,0-8-84 0,-5 2 0 15,5-1-24-15,-3-8-184 16,-1 2-180-16,0-2-132 0,-5-5-112 16,1-3-257-16,-4-4-867 0,-4 14-2280 0,0-11-3805 15</inkml:trace>
  <inkml:trace contextRef="#ctx0" brushRef="#br0" timeOffset="69331.375">30037 9315 13657 0,'0'0'3976'0,"0"0"-3420"0,0 0-368 0,0 67 696 15,-8-39 684-15,4 1-279 0,-3-4-525 16,-2 4-440-16,1-4-168 0,4-3 52 16,-3-2-164-16,3-8-44 15,4 1-108-15,-4-4 36 0,4-4-100 0,0-3-528 16,-5-2-417-16,5 0-359 0,-4 0-1360 0,4-7-3653 15</inkml:trace>
  <inkml:trace contextRef="#ctx0" brushRef="#br0" timeOffset="69481.959">29958 9236 12165 0,'0'0'2600'16,"0"0"-1064"-16,0 0 168 0,0 0 92 15,0 0-332-15,0 0-383 0,0 0-449 0,83-39-408 16,-67 43-224-16,1 2-180 0,-2 0-232 15,1 1-597-15,0-1-343 0,-5 4-1080 16,2-8-3012-16,-1 9-4869 0</inkml:trace>
  <inkml:trace contextRef="#ctx0" brushRef="#br0" timeOffset="69936.002">30368 9350 11297 0,'0'0'5988'0,"0"0"-4540"0,0 0-724 0,-56 76 1000 16,28-51 409-16,0 0-489 15,9-5-548-15,2-4-580 0,10-10-336 0,3 1-108 16,4-4-24-16,0-3-48 0,4 0-84 16,3 0-156-16,10 0-132 0,2-6 192 15,5-1-100-15,8-5-152 0,-4-1-48 0,0-3 68 16,-8 4 148-16,-1-1 116 16,-2 3 108-16,-9 3 40 0,-5 4 52 0,1 3 104 15,-4 0 276-15,0 0 76 0,0 3-112 16,0 1-24-16,-4-1-200 15,4 3-28-15,-3 0 12 0,3 0-12 0,0-1-96 0,0-3-36 16,0 2 0-16,0-4-8 16,7 0 48-16,-2 0-52 0,3 0-72 15,3 0-72-15,6-6-168 0,-2-5-112 0,5-1-68 16,1-1-40-16,-6-3-68 16,9-2-20-16,-4-5-152 0,4-6-125 15,4 1 9-15,-4-8-104 0,0 5-88 0,-5-4 268 16,2 4 612-16,-10 2 200 15,-2 10 260-15,-1 6 408 0,-8 7 32 16,0 6-136-16,0 0 96 0,0 0-52 0,0 6 37 16,-4 4 23-16,-5 3-136 0,1 6 60 15,1 3 132-15,-5 0-192 16,-1 3-280-16,2 1-252 0,-2 2-72 0,2 1-436 0,-6-1-228 16,6 1-316-16,-5 1-353 0,4-5-1151 15,8-10-2544-15,-4 8-2173 0</inkml:trace>
  <inkml:trace contextRef="#ctx0" brushRef="#br0" timeOffset="70804.219">32149 7582 4972 0,'0'0'9797'16,"0"0"-8097"-16,0 0-1204 0,0 0-344 16,0 0 420-16,0 0 552 0,0 0 224 15,0 0-556-15,0 0-512 0,0 0-184 16,32 35 136-16,-21-16 109 0,6 9 291 16,2 1-196-16,-2 6-208 0,3 6-72 0,-1 3 16 15,1 7 32-15,-4 7-36 0,-4 8 16 16,0 3-28-16,-4 10-72 0,-8 4-72 15,0 4-12-15,0 1-40 0,0-2-32 0,-12 0-108 16,0-3-280-16,-4-7 36 16,-3-7 60-16,-1-6 52 0,-5-2 20 0,1-4-85 15,1-8 85-15,-5-2 144 0,-4-6 40 16,0 0-24-16,-8-2-88 16,-3-5-172-16,-2 4-180 0,-10-6-632 0,15-7-1632 15,-24 4-4597-15</inkml:trace>
  <inkml:trace contextRef="#ctx0" brushRef="#br0" timeOffset="70956.271">32046 9369 13921 0,'0'0'0'0,"0"0"-5497"0</inkml:trace>
  <inkml:trace contextRef="#ctx0" brushRef="#br0" timeOffset="76835.415">11228 11737 4788 0,'0'0'2344'0,"0"0"3349"15,0 0-3193-15,0 0-1116 0,0 0-328 16,0 0-16-16,-17-72-172 15,10 58-180-15,3 6-252 0,-9-2-92 0,5 3 8 0,-3 1 61 16,-6 0 219-16,2 3-232 16,-5 3-124-16,0 0-8 15,0 0-16-15,0 7-84 0,-4-2-20 0,0 5-16 0,-3 3-36 16,-1 3-24-16,0 0 0 16,-4 2-24-16,-4 5-36 0,3-1 0 0,-2 4 0 15,-1 4-4-15,0 3-8 0,4 2 4 16,1 0-4-16,3-1-8 0,3-2-36 15,14-3 44-15,3-4 12 16,3-2-4-16,5-1-4 0,9-3-4 0,6 0 4 16,6-3 0-16,3 4 44 0,8-2-36 15,0 1 96-15,7 0 112 0,1 0-16 0,4 0-84 16,-4 0-72-16,-1 0-44 16,2 0 36-16,-6 3-40 0,-3 0 0 0,0-3 0 15,-4 4 0-15,-4-8 0 0,-1 2-8 16,-10-2 4-16,2-2 4 0,-7 0-8 15,-3 0 4-15,-1-1 4 0,-4-2 0 16,0-1-12-16,0 4 4 0,-4-4 8 16,-5 4-4-16,-2 0-4 0,-6 3 0 0,-2-4-100 15,-1 2-24-15,-1-6-88 16,2 3 4-16,-5-9-84 0,4 2-16 0,0-1-68 16,0-3 8-16,1 0-120 15,2-3 12-15,1-1-233 0,4-5-355 0,5 3-312 16,3 0-260-16,4-1-372 0,0 3-1084 15,8-4-2693-15</inkml:trace>
  <inkml:trace contextRef="#ctx0" brushRef="#br0" timeOffset="77094.223">11383 12350 10965 0,'0'0'2220'15,"0"0"-1140"-15,0 0-360 16,0 0 856-16,0 0 236 0,0 0-388 0,23 83-544 15,-23-58-440-15,0 1-148 0,-4-1-4 0,0 5-43 16,1-3-13-16,-1-2-28 16,4 0-32-16,0 2-28 0,7-5-24 0,6-3 28 15,2-3-28-15,6-4-12 0,-2-2-24 0,5-4-84 16,4-6-4-16,-4 0-4 16,8 0 0-16,-4-6-64 0,0-10-144 15,0 0-244-15,-1-3-136 0,-3-3-229 0,0-4-263 16,-7 0-720-16,-2 1-660 0,-7 6-2032 15,1-2-1677-15</inkml:trace>
  <inkml:trace contextRef="#ctx0" brushRef="#br0" timeOffset="77280.48">11638 12386 10020 0,'0'0'1433'0,"0"0"-933"16,0 0-28-16,0 0 832 0,0 0-128 15,-13 66-32-15,13-37-240 0,5 5-232 0,-1 8-40 16,4 3 216-16,-1 2-100 0,2 4-220 15,-1 0-188-15,-4 0-108 0,-4-4-148 16,0-3-84-16,0-3-64 0,0 1-8 0,0-7-88 16,0-3-280-16,0-4-196 15,0-6-196-15,0-6-244 0,3-3-228 16,5-3-688-16,-4-3-1252 0,9-7-3873 0</inkml:trace>
  <inkml:trace contextRef="#ctx0" brushRef="#br0" timeOffset="77965.272">12446 12532 3220 0,'0'0'616'15,"0"0"5856"-15,0 0-4195 0,0 0-573 16,0 0-592-16,0 0 96 0,0 0 12 0,0 0-124 15,0 0-320 1,92-39-240-16,-56 30-192 0,8 3 32 0,7-4 232 16,9-2-159-16,9-5-133 0,6 1-120 0,9-3-88 15,-1 1-24-15,1-2-72 0,3 1 36 16,-3 4 0-16,4-2 16 0,-1-1-28 16,1 2-36-16,0-3-124 0,-12 0-252 0,-9 3-217 15,-7-3-87-15,-12 2-52 16,-8 2-284-16,-4-4-264 0,-13 3-584 15,-3 3-804-15,-12 0-2093 0,-8-2-2103 0</inkml:trace>
  <inkml:trace contextRef="#ctx0" brushRef="#br0" timeOffset="78196.25">13845 11983 9460 0,'0'0'2245'0,"0"0"-493"15,0 0-408-15,0 0 28 0,59 69-160 0,-42-50-232 16,-1 0-328-16,-4 0-200 16,-1 4-168-16,2-2-136 0,-6 5-148 0,-7 3-28 15,0 0-92-15,-7 2 60 0,-13 1-188 16,-1 2-168-16,-7-2-40 0,-4-1 72 16,5-1-84-16,-1-8-116 0,4-3-52 0,-4-6-256 15,4-4-624-15,5-2-1400 0,-13-7-3197 16</inkml:trace>
  <inkml:trace contextRef="#ctx0" brushRef="#br0" timeOffset="78480.602">12753 11626 3768 0,'0'0'8321'0,"0"0"-5457"0,0 0-616 16,0 0-828-16,-11 83-216 0,7-51-8 0,4-1-295 16,0 5-429-16,0-1-192 0,0-4-160 15,0 1-120-15,0-10-56 0,0-3-52 0,4-6-124 16,-1-4-104-16,5-2-117 15,0-7-95-15,4 0-192 0,0 0-292 16,4-10-568-16,-4 4-1372 0,8-10-3561 0</inkml:trace>
  <inkml:trace contextRef="#ctx0" brushRef="#br0" timeOffset="78781.505">12964 11808 1384 0,'0'0'1016'0,"0"0"6024"0,0 0-5371 16,0 0-65-16,0 0 200 0,0 0 252 15,0 0-244-15,12 76-596 0,-3-73-604 0,2 0-380 16,6-3-84-16,-2 0 156 16,5-9-60-16,4-1-244 0,0-10-196 15,0 6-244-15,0-9-96 0,-5 4 20 0,2 2 24 16,-10 3 148-16,2 0 36 0,-10 5 224 16,1 0 84-16,-4 2 308 0,0 1 84 15,-4-1-48-15,-7 1-96 0,-5 0 92 16,4-1-96-16,-4 7 4 0,0 0 20 15,4 0-124-15,-4 3-136 0,7 4 104 0,-2 2-60 16,7-2-52-16,0 2-208 16,0-3-48-16,4 1-96 0,-4-1-212 0,4-3-332 15,0 0-220-15,4-3-444 0,0 0-500 16,4 0-1965-16,8-9-1951 0</inkml:trace>
  <inkml:trace contextRef="#ctx0" brushRef="#br0" timeOffset="79101.58">13267 11643 3616 0,'0'0'92'16,"0"0"2460"-16,0 0 680 0,0 0-1011 0,0 0-201 16,0 0 0-16,0 0-8 0,0 0-496 15,0 0-388-15,0 0-444 0,0 0-380 16,48 66-240-16,-48-66-64 0,4 3-60 0,-4-3-88 16,4 0 4-16,0 0-112 0,-4 0-76 15,8 0-44-15,0-6 56 16,-1 3 28-16,6-4-88 0,-1 1 96 0,-4 0 112 15,4 0 72-15,-4 2 52 0,-1 4 24 16,2 0 24-16,-5 0 256 0,4 0 100 0,-5 4 76 16,1 2 32-16,0 3 24 0,1 4-144 15,-1-4-124-15,0 1-64 16,-4 2 52-16,0-2-28 0,0 0-92 0,0-3-84 16,3 1-4-16,-3-4-124 0,0 3 28 15,0-5-88-15,4 2-44 0,-4-4-176 16,4 0-196-16,0 0-132 0,5 0-252 15,2 0-392-15,-3 0-860 0,1-6-2201 16,6-1-2171-16</inkml:trace>
  <inkml:trace contextRef="#ctx0" brushRef="#br0" timeOffset="79346.678">13745 11560 2568 0,'0'0'1344'0,"0"0"3528"0,0 0-2195 16,0 0-617-16,0 0-640 0,16 66-36 16,-16-43 184-16,4-1-164 0,-4 0-360 0,0 4-328 15,-4 2-204-15,1 1-123 0,-10-1-109 16,5 1-160-16,-3-4-120 0,2 1-8 16,1-4-88-16,1-6-12 0,3-6-52 15,0-1-145-15,4-6-251 0,-4 0-248 16,-1-3-16-16,1 0-28 0,-3 0-292 15,-1-10-788-15,4-2-1168 0,-5 2-2421 16,6-12-855-16</inkml:trace>
  <inkml:trace contextRef="#ctx0" brushRef="#br0" timeOffset="79486.636">13670 11448 3588 0,'0'0'6956'0,"0"0"-3991"15,0 0-877-15,0 0-784 0,0 0 220 16,79-47-88-16,-51 41-508 0,0 0-548 15,4-1-380-15,0 3-36 0,3 2-148 0,-2-2-500 16,-1 4-540-16,0 0-480 0,-4 0-1136 16,-1 4-3897-16</inkml:trace>
  <inkml:trace contextRef="#ctx0" brushRef="#br0" timeOffset="80620.92">15395 11578 272 0,'0'0'1476'16,"0"0"6540"-16,0 0-5543 0,0 0-469 0,0 0-480 16,0 0 92-16,0 0-268 15,0 0-536-15,0 0-116 0,0 0 36 16,-64 103-244-16,44-50-136 0,5 10 1 0,-2 11-1 16,-7 5 240-16,1 1-276 0,-5 2-220 15,-4 1-48-15,0-4-48 0,0-9-60 16,8-10 12-16,8-12-40 0,4-16 40 0,8-13-36 15,4-10-144-15,0-9-404 0,0 0-289 16,8-6-175-16,9-7 164 0,-2-9-472 16,9-3-1092-16,-8 2-2040 0,12-17-1217 0</inkml:trace>
  <inkml:trace contextRef="#ctx0" brushRef="#br0" timeOffset="80835.473">15311 11928 784 0,'0'0'5168'0,"0"0"-2192"16,20-79-831-16,-16 60-565 0,4 3-40 15,0 6-152-15,0 10-416 0,0 0-188 0,7 12 280 16,-2 9-32-16,7 4-296 0,-4 13-188 16,0 3 24-16,3 3 365 0,-2 8-381 15,-2-2-216-15,5 2-172 0,-4-2-120 16,4 0-48-16,0-2 0 0,-4-3-56 16,4-8-100-16,-4-4-48 0,0-12-64 0,-1-5-60 15,2-9-72-15,-6-4-293 0,2-3-207 16,-5-3-424-16,-4-10-804 0,-4 1-2048 15,0-12-2097-15</inkml:trace>
  <inkml:trace contextRef="#ctx0" brushRef="#br0" timeOffset="80959.399">15543 12223 2916 0,'0'0'5496'0,"0"0"-3076"0,0 0-403 16,0 0-173-16,0 0-208 0,0 0-316 16,0 0-368-16,0 0-348 0,0 0-140 0,0 0-180 15,0 0-112-15,67-59-172 0,-39 48-64 16,4-1-300-16,0-4-804 15,0 0-520-15,-12 4-1248 0,16-11-4665 0</inkml:trace>
  <inkml:trace contextRef="#ctx0" brushRef="#br0" timeOffset="81263.932">15988 12100 11521 0,'0'0'2172'0,"0"0"-1384"0,0 0-92 15,-3 69 1148-15,-1-47 368 0,4 3-316 0,-4-2-623 16,4-4-449-16,0-3-328 0,0-3-228 15,4-7-244-15,0 1-24 0,7-7-100 0,2 0-32 16,-2 0-256-16,9-10-56 16,0-2 32-16,0-4-112 0,0-3-57 15,-4 3-15-15,0 0 56 0,-8 2 28 0,0 6 60 16,-5 4 216-16,-3 2 236 0,0 2 148 16,0 0 24-16,0 6 280 0,0 0-12 15,-3 7-48-15,3 2 36 0,0 5-76 16,0 2-60-16,0-3 97 0,3-3-125 15,6-4-104-15,3-5-160 0,-1-4-76 16,10-3-228-16,3-7-293 0,0-8-167 0,4-7-448 16,0-7-1292-16,-9 3-2696 0,9-12-3365 15</inkml:trace>
  <inkml:trace contextRef="#ctx0" brushRef="#br0" timeOffset="81435.764">16482 11684 744 0,'0'0'4836'0,"0"0"476"15,0 0-3923-15,0 0-317 0,0 0 492 0,0 66-68 16,8-24-64-16,1 5-112 0,-1 7 0 16,-1 3-176-16,6 1-267 0,-5-1-261 15,-1-3-412-15,1-4-204 16,1-8-72-16,2-7-216 0,1-10-320 0,4-6-97 16,-4-6 1-16,4-10-224 0,-4 0-1012 15,-8-3-2576-15,-4-3-4169 0</inkml:trace>
  <inkml:trace contextRef="#ctx0" brushRef="#br0" timeOffset="81590.431">16347 12100 10244 0,'0'0'1365'0,"0"0"-465"16,0 0-60-16,0 0 468 0,0 0-24 0,0 0-128 16,0 0-192-16,84-13-112 15,-36 7 20-15,4-4-248 0,7-5-396 0,1-4-228 16,-5-4-588-16,1 0-636 15,0-2-860-15,-16 6-3276 0,16-6-5617 0</inkml:trace>
  <inkml:trace contextRef="#ctx0" brushRef="#br0" timeOffset="81963.321">17614 11448 6612 0,'0'0'1612'0,"0"0"3037"0,0 0-3145 16,0 0-368-16,0 0 268 16,-28 86-152-16,17-35-192 0,-6 7-336 0,6 5-212 15,-2 7-84-15,2 0-28 0,-1-1 209 16,-1 1-49-16,10-6-260 0,-1-4-288 0,4-12-12 16,7-10-60-16,14-6-36 0,3-13-36 15,8-9-464-15,3-10-49 0,9 0-35 16,-4-13-116-16,4-9-456 0,-1-8-1164 15,-11 8-3109-15,20-22-4051 0</inkml:trace>
  <inkml:trace contextRef="#ctx0" brushRef="#br0" timeOffset="82278.744">18312 11448 9216 0,'0'0'6477'0,"0"0"-5185"0,0 0-832 16,0 0 60-16,0 0 712 0,-104 89 176 0,79-54-288 15,-2 4-539-15,3-1-241 16,0-3-48-16,8 0-64 0,0-1-36 16,5-2-148-16,6-3-44 0,1-4 0 0,4 1 40 15,4-4-36-15,9-3-4 0,-2-3-12 16,9 3-52-16,1-3 16 0,-2 3-12 16,5 0 60-16,-4 0-84 0,3-3 0 0,-2 3 72 15,-5 3-72-15,0-3 84 0,-13 0 12 16,1 0 0-16,-4 0 48 15,-4 3-12-15,-11-2 36 0,-1 2-12 0,-9-3-72 16,2-3-8-16,-1-4-100 0,4 1-108 16,1-6-232-16,2-7-357 15,9 0-119-15,5-4-148 0,-2-5-676 0,5-4-880 16,5 0-1352-16,10-10-2665 0</inkml:trace>
  <inkml:trace contextRef="#ctx0" brushRef="#br0" timeOffset="82459.885">18546 11957 5852 0,'0'0'6133'0,"0"0"-4357"0,0 0-332 0,0 0 376 16,41 80 0-16,-41-49-276 0,0 1-376 0,0 2-343 15,0-2-49-15,0-1-16 0,0-5-216 16,4-6-344-16,11-7-200 0,5-4-48 16,4-6 36-16,3-3-252 0,10-6-48 0,3-10-332 15,-5-7-140-15,5-5-141 16,1 2-475-16,-10-2-984 0,-3 9-1868 15,0-10-2033-15</inkml:trace>
  <inkml:trace contextRef="#ctx0" brushRef="#br0" timeOffset="82638.598">18857 11881 3920 0,'0'0'6624'0,"0"0"-4991"0,0 0-253 0,-28 95 556 0,20-51 156 15,4 1-208-15,1-1-540 0,3 0-468 16,0-6-95-16,0 1-69 0,0-7-276 15,7-7-312-15,1-3-124 0,1-3-192 16,-2-3-292-16,5-7-268 0,-3-2-121 16,2-3 9-16,1-4-360 0,0 0-988 15,0-7-2764-15,-1-11-4985 0</inkml:trace>
  <inkml:trace contextRef="#ctx0" brushRef="#br0" timeOffset="82828.886">19443 11767 612 0,'0'0'7356'0,"0"0"-5088"15,20 76-223-15,-16-45-197 0,-4 7-208 0,0 0-472 16,0 1-296-16,-8-2-304 0,-5 5-260 16,-2-4-140-16,-9 3-168 15,-4 1-260-15,-8-1-592 0,-3 3-428 0,-13 1-484 16,16-11-2053-16,-32 15-2651 0</inkml:trace>
  <inkml:trace contextRef="#ctx0" brushRef="#br0" timeOffset="94288.268">21037 11811 8324 0,'0'0'6101'0,"0"0"-4373"0,0 0-688 0,0 0-224 16,-40 82-136-16,36-47 104 15,4 6-24-15,0 4-260 0,0-1-196 0,8-2-72 16,-4-3-36-16,3-6-100 0,2-3-96 16,-1-5-48-16,-4-6-12 0,0-7 48 15,-4-5-136-15,3-1-216 0,-3-6-284 16,0 0-316-16,0-6-592 0,0-1-1464 16,-3-14-4357-16</inkml:trace>
  <inkml:trace contextRef="#ctx0" brushRef="#br0" timeOffset="94451.753">20981 11506 4924 0,'0'0'7973'0,"0"0"-5905"0,0 0-900 16,0 0-324-16,0 0 72 16,87-16 60-16,-55 13-596 0,0 0-380 0,8-3-24 15,-4 2-272-15,0 1-444 0,4 0-748 16,-16 3-1628-16,11 3-4325 0</inkml:trace>
  <inkml:trace contextRef="#ctx0" brushRef="#br0" timeOffset="94716.171">21575 11637 9920 0,'0'0'2025'0,"0"0"-529"16,0 0 188-16,0 0 76 16,-60 72-384-16,40-49-404 0,0-2-308 0,4-2-252 15,0 1-192-15,4-1-180 0,5 0-40 16,7-3-124-16,0 3-72 0,3 0 76 15,13 0 120-15,8 0-52 0,0 0-8 16,12 0-60-16,-1 4 68 0,5-2-4 16,4 5 56-16,-4 0 84 0,-4-1 36 15,-8 0-116-15,-8 1-4 0,-9-8 84 16,2 1 64-16,-13 1 0 0,0-5-52 16,-4 2-12-16,-8-5-84 0,-4 1-96 0,0-3-244 15,-5-4-140-15,2-3-180 0,3 0-92 16,0 0-192-16,4-3-368 0,4 0-964 15,4 0-3117-15,4-3-2195 0</inkml:trace>
  <inkml:trace contextRef="#ctx0" brushRef="#br0" timeOffset="94921.401">22870 11934 8080 0,'0'0'8405'16,"0"0"-7073"-16,-48 82-692 0,32-49 480 0,0 5 284 16,4-3-175-16,0 0-453 15,8-7-512-15,0-2-264 0,4-7-40 16,4 0-56-16,7-6-268 0,-2-4-252 0,3-6-249 16,4-3-111-16,-4-6-752 0,-1-4-3216 15,-6-11-4805-15</inkml:trace>
  <inkml:trace contextRef="#ctx0" brushRef="#br0" timeOffset="95079.442">22810 11583 15117 0,'0'0'3072'0,"0"0"-1852"16,0 0-548-16,0 0-156 0,0 0-200 15,0 0-316-15,0 0-36 0,87-5-320 0,-54 3-684 16,2 2-880-16,-11 0-3444 15,12 0-5833-15</inkml:trace>
  <inkml:trace contextRef="#ctx0" brushRef="#br0" timeOffset="95396.769">23132 11947 9200 0,'0'0'7093'0,"0"0"-6133"16,0 0-156-16,-15 83 576 15,15-64-24-15,0-6-295 0,0-1-505 16,0-2-336-16,4-1-160 0,3-2-48 0,1-4-12 15,1 0-12-15,6-3-388 0,-3 0 12 16,4-9-13-16,0-1-51 0,0-3-8 16,-4 1 68-16,8-4 36 0,-4 3 28 15,0 3 92-15,0 1 116 0,0 3 60 16,0 2 60-16,-8 4 52 0,3 0 192 0,-3 0 112 16,1 4 24-16,-5 2 84 0,3 0-16 15,-3 0-44-15,-4 5-88 0,4-5-11 16,-4 3-65-16,0-3-44 0,0 4-4 15,0-7-60-15,0 4-56 0,0-1-64 16,0-3-12-16,-4 3-64 0,0 4-236 16,0-4-308-16,-3 7-257 0,-2-1-171 15,1 1-448-15,1 0-2808 0,-1 3-4849 16</inkml:trace>
  <inkml:trace contextRef="#ctx0" brushRef="#br0" timeOffset="95662.154">23918 12100 16613 0,'0'0'2944'0,"0"0"-2040"0,-5 85-512 0,5-43 68 15,0 9 453-15,0 10-89 0,5-3-244 16,-5 7-192-16,4-2-148 0,-4 3-24 15,0-1-12-15,-9-2-144 0,-3-6-60 16,-8-3 12-16,1-3-12 0,-2-7-156 16,-3-5-24-16,1-8 60 0,-1-10-96 0,0-7-148 15,0-8-120-15,5-9-132 0,-6-16-112 16,5-12-1-16,-4-18-295 16,9-14-932-16,-2 13-2540 0,-2-49-3093 0</inkml:trace>
  <inkml:trace contextRef="#ctx0" brushRef="#br0" timeOffset="95810.743">23714 11839 848 0,'0'0'12213'0,"0"0"-9981"15,0 0-352-15,112-2 84 0,-72 2-260 0,-1 2-720 16,9 2-499-16,-4-4-337 0,0 3-148 16,0-3-232-16,-5 0-365 0,-2 3-387 15,-5-3-264-15,-13 2-1372 0,1 5-4217 0</inkml:trace>
  <inkml:trace contextRef="#ctx0" brushRef="#br0" timeOffset="96111.799">24280 12202 8140 0,'0'0'8141'0,"0"0"-7169"16,0 0-724-16,0 0 236 0,52 69 860 0,-32-62 84 16,3-7-187-16,10 0-477 0,3-7-400 15,3-8-268-15,5-8-96 0,0-2-308 16,-1 0-360-16,-7-5-85 0,-4 2 45 15,-8 6-12-15,-8 3 12 0,-8 3 68 0,-8 4 320 16,0-1 268-16,-16 0 52 0,0 3 348 16,-12 4 192-16,0 3-124 0,-4 3 76 15,4 5-116-15,-3 16 28 0,3 0-16 16,0 5 16-16,5 9 21 0,2-1 35 16,1 2 72-16,8-2 0 0,1-1-132 15,2-5-208-15,5-6-156 0,4-6-36 0,0-4-144 16,13-5 60-16,-2-1-16 0,10-6-224 15,-2-3-292-15,9-9-268 0,0-5-249 16,4-8-1055-16,-4 6-4016 0,11-13-5593 16</inkml:trace>
  <inkml:trace contextRef="#ctx0" brushRef="#br0" timeOffset="96295.4">25021 12100 13073 0,'0'0'4904'0,"0"0"-4092"0,-44 66 232 16,24-37 640-16,1 9-107 0,2-3-417 15,6 0-220-15,7-6-520 0,4-1-264 16,0-5-156-16,15-4-4 0,2-5-152 16,2 0-132-16,9-5 84 0,0-5-120 15,4-4-160-15,-1-13-192 0,5-6-48 0,1-6-320 16,-1-8-1141-16,-1-1-2031 0,-7 8-833 16,4-21-2855-16</inkml:trace>
  <inkml:trace contextRef="#ctx0" brushRef="#br0" timeOffset="96511.24">25647 11378 7324 0,'0'0'7869'0,"0"0"-6297"15,0 0-928-15,-9 100 212 0,1-53 752 16,-3 11 40-16,3-2-203 0,-1 8-417 0,2 0-344 16,3 2-188-16,-4-3-268 0,4 1-228 15,-4-4 0-15,8 1-48 0,0-8-36 16,0-4 24-16,8-11-72 0,4-7-84 15,-1-9-28-15,-2-3-176 0,-1-6-148 16,-1-7-108-16,-7-3-272 0,0-3-645 16,-7-6-791-16,-10-3-2352 0,-6-7-1773 15,-5-3 85-15,8 3 6065 0</inkml:trace>
  <inkml:trace contextRef="#ctx0" brushRef="#br0" timeOffset="96640.907">25340 12065 1616 0,'0'0'720'0,"0"0"9865"0,0 0-7461 15,0 0-940-15,0 0-636 0,0 0-280 16,0 0-307-16,0 0-257 0,0 0-64 15,0 0-156-15,92-32-168 0,-36 32-184 16,7-7-120-16,-3-3-12 0,0-5-48 16,-5-1-292-16,-3-3-588 0,-9 0-333 15,-6-3-655-15,-14 6-3328 0,-3-3-5137 16</inkml:trace>
  <inkml:trace contextRef="#ctx0" brushRef="#br0" timeOffset="96797.129">26085 12014 9128 0,'0'0'6141'0,"0"0"-4409"0,4 67-580 16,-4-42 436-16,-4 3 32 16,0 2-247-16,4-5-549 0,0-3-536 0,0-3-248 15,8-6-40-15,-1 0-120 0,2-11-436 16,-1 2-436-16,-1-4-345 0,-3 0-843 16,0-13-4084-16</inkml:trace>
  <inkml:trace contextRef="#ctx0" brushRef="#br0" timeOffset="96976.646">26117 11706 8596 0,'0'0'5889'0,"0"0"-4341"0,0 0-420 16,0 0 384-16,63 70 92 0,-42-49-216 0,-6 5-111 16,1-6-529-16,0-1-360 0,0-7-160 15,0 1-84-15,0-4-100 16,3-2-44-16,-2-4-336 0,-1 0-596 0,4-3-352 15,-8 0-129-15,3 0-1215 0,-7 0-2888 16,1 0-3257-16</inkml:trace>
  <inkml:trace contextRef="#ctx0" brushRef="#br0" timeOffset="97184.505">26416 12043 6656 0,'0'0'6269'0,"0"0"-3105"0,0 0-1976 16,0 0-492-16,19 76 276 0,-3-61 196 0,0-2-36 15,4 0-147-15,0-4-465 16,4-2-192-16,0-4-28 0,0-3-56 0,0 0-40 15,4-3-32-15,-5-7-16 0,5 1-12 16,-4-4-108-16,4-3-36 0,-4 0-48 16,0-3-108-16,0-3-208 0,-4-3-252 15,4-5-112-15,-5-3 63 0,1-3 57 16,1 1-4-16,-10 1-268 0,2 2-704 16,-2 9-488-16,-3 8 128 0,-4 4-404 0,-4 6-2513 15,0 5-1527-15,0 3 5929 0</inkml:trace>
  <inkml:trace contextRef="#ctx0" brushRef="#br0" timeOffset="97438.076">27009 11960 132 0,'0'0'11057'0,"0"0"-8841"0,0 0-1352 15,0 0-28-15,100-16 448 0,-69 4-212 0,1-5-380 16,-4 2-320-16,-4-1-224 0,0 0 0 16,-12-1 84-16,-4 5 24 0,-8-1 16 15,-12 3 32-15,-12 5-44 0,-8 5 44 16,-7 5 148-16,-13 12-52 0,0 5-24 15,0 7 281-15,0 2 143 0,13 1-76 16,-1 4-144-16,8-5-316 0,4 1-228 16,8 0-36-16,5-4-96 0,10-2 48 15,5-1 48-15,16 1 96 0,12-5 4 16,19 5 20-16,13-7 96 0,8 0-216 0,4-6-96 16,0-4-328-16,-5-6-228 0,2 1-168 15,-14-4-232-15,-15 0-861 0,3 0-4487 16</inkml:trace>
  <inkml:trace contextRef="#ctx0" brushRef="#br0" timeOffset="97589.1">27515 12237 19269 0,'0'0'4277'15,"0"0"-4277"-15,0 0-36 0,0 0-920 0,0 0 79 16,0 0 269-16,-87-68 36 0,59 63-836 15,8 1-1404-15,-20 4-3197 0</inkml:trace>
  <inkml:trace contextRef="#ctx0" brushRef="#br0" timeOffset="101162.42">15227 12246 144 0,'0'0'7964'0,"0"0"-5792"15,0 0-943-15,0 0-217 0,0 0 352 16,0 0-24-16,0 0-204 0,80-35-500 0,-63 32-28 16,2-3-224-16,1 1-40 0,4-1-84 15,-1 0-76-15,2 4-36 0,3-5-84 16,-4-3-4-16,0 4 24 0,-1-1-68 15,1 1 56-15,-4 0 0 0,0 4-60 16,-8-5-12-16,4 3-8 0,-8 4-112 16,0-3-28-16,-4 3-24 0,0 0-52 0,-4 0-120 15,0 0-460-15,0 0-536 16,0 0-1272-16,-4 7-3965 0</inkml:trace>
  <inkml:trace contextRef="#ctx0" brushRef="#br0" timeOffset="102313.261">10407 14532 4548 0,'0'0'7829'15,"0"0"-5893"-15,0 0-788 0,0 0-432 16,0 0 200-16,0 0 384 0,0 0-132 0,15 66-164 16,-10-24-336-16,3 11-108 0,-1 8 45 15,1 9-69-15,1 3-164 0,2 2-44 16,-3 2-52-16,1 6-264 0,-2-1-12 15,-3 11-4-15,0-2-44 0,-4 2 0 0,0-1-108 16,0-3 0-16,-4-13-88 0,4-9-168 16,-4-14-24-16,4-15-24 0,0-15 23 15,4-14-63-15,8-9-168 0,0-3-264 0,8-16-288 16,4-13-972-16,4-12-1956 16,-8 6-2593-16,8-33 1622 0</inkml:trace>
  <inkml:trace contextRef="#ctx0" brushRef="#br0" timeOffset="102536.443">11191 14693 8160 0,'0'0'3025'16,"0"0"-745"-16,0 0-1252 0,0 0-80 16,0 0 808-16,-19 93-420 0,10-49-416 15,5 10-356-15,-4 6-160 0,-3 7 12 0,2 1 168 16,-2 4-135-16,-1 1-169 0,-4 0-136 15,0 3-144-15,-4-6 0 0,4-4-180 16,0-5-173-16,0-13-219 0,8-10-100 16,0-15 12-16,8-18-272 0,0-5-700 15,4-12-712-15,4-17-2249 0,8-12-1043 16,-4 9 1044-16,4-29 4465 16</inkml:trace>
  <inkml:trace contextRef="#ctx0" brushRef="#br0" timeOffset="102878.605">11120 14852 964 0,'0'0'6160'0,"0"0"-3036"0,0 0-2067 0,0 0-657 0,0 0 456 0,0 0 892 16,59 70-500-16,-31-22-180 0,-3 6-24 15,-2 9-140-15,5 11-152 16,-4-2-128-16,-4 7-296 0,-4-2-204 16,0-4-16-16,-1-2-20 15,-2-13-88-15,-5-3-60 0,3-10-36 0,-2-10-136 16,-5-10-36-16,3-6-16 0,-3-10-96 0,-4-2-124 0,0-4-148 15,0-3-4-15,0-3 20 16,-11-6-256-16,-2-5-328 0,-2-1 64 16,-2-4 496-16,-6-1 56 0,3-2-164 0,-4 3 164 15,5-3 523-15,-2 3 81 16,5 0 657-16,4 2 231 0,1 3-108 0,6 3-4 0,1 3-68 16,4 1-64-16,0 0-16 15,4 0 216-15,5 3 24 0,6-3-64 16,5 0-152-16,4 0-64 0,8 2-172 0,4-5-324 15,3 4-92-15,6-6-136 16,-2-8-412-16,6 1-596 16,-2-3-720-16,-4 0-2500 0,-10 5-3317 0</inkml:trace>
  <inkml:trace contextRef="#ctx0" brushRef="#br0" timeOffset="103165.732">11825 15389 7988 0,'0'0'5741'16,"0"0"-3985"-16,0 0-1116 0,-4 76 52 15,4-44 724-15,0 4-148 0,4-3-436 16,0 3-360-16,0-8-204 0,3-2-48 0,-2-3-84 16,3-9-136-16,4-1-48 15,0-3 32-15,0-7-44 0,4-3-60 0,-1-3-208 16,6-9 20-16,2-8-128 0,1-5-80 16,-4-4-12-16,1 1 48 0,-6 3 172 15,1 6-24-15,-8-2 168 0,-4 13 164 16,0 2 12-16,0 6 188 0,-4 0 380 15,0 10-28 1,0 1 40-16,0 11-128 0,0 3-148 0,0 5-48 0,0-2-12 16,0 2-48-16,0-3-48 0,0-7-84 15,0-2-76-15,4-8-124 0,4-8 4 0,4-2-88 16,4-8-316-16,7-14 84 0,9-13-220 16,0-13-608-16,-8 10-1844 0,16-26-4929 0</inkml:trace>
  <inkml:trace contextRef="#ctx0" brushRef="#br0" timeOffset="103362.324">12554 14951 5108 0,'0'0'9437'0,"0"0"-7889"15,0 0-1044-15,-12 89 132 0,8-48 724 0,4 3-32 16,0 3-292-16,4 5-416 16,5-2-267-16,2 2-73 0,1-5-136 0,0 1-144 15,0-4-56-15,4 0-40 0,0-5-208 16,0-10 159-16,-4-4 57 0,-1-9-152 15,-2-4-200-15,-5-9-352 0,-4-3-264 16,0 0-672-16,-8 0-2416 0,-12-3-3577 16</inkml:trace>
  <inkml:trace contextRef="#ctx0" brushRef="#br0" timeOffset="103516.828">12299 15437 2796 0,'0'0'12249'0,"0"0"-10413"0,0 0-1216 16,0 0 84-16,0 0 332 0,0 0 128 15,0 0-92-15,95-23-391 0,-50 11-417 0,2-1-176 0,1-3-88 16,-4 1-52-16,-4-6-168 16,0 7-365-16,-5-2-435 0,-3-1-228 15,-4 1-1176-15,-4 7-2748 0,4-1-3869 0</inkml:trace>
  <inkml:trace contextRef="#ctx0" brushRef="#br0" timeOffset="103751.638">13195 14925 7416 0,'0'0'2292'0,"0"0"617"0,0 0-1469 0,0 0-540 16,0 0 972-16,0 73 72 0,0-28-620 16,0 2-348-16,0 10 25 0,0 1-9 0,0 5-60 15,0-2-332-15,0-1-236 0,0-6-184 16,0-6-180-16,13-4-60 15,2-9-120-15,5-3-268 0,4-10-108 0,8-3 36 16,-4-6-72-16,8-10-144 0,-4-3-225 0,4-13-615 16,-12 0-2412-16,11-22-3205 0</inkml:trace>
  <inkml:trace contextRef="#ctx0" brushRef="#br0" timeOffset="104095.542">13921 14716 7564 0,'0'0'9037'0,"0"0"-7409"16,0 0-1236-16,-28 86-156 0,4-39 548 0,-4 11 852 16,-4 1-311-16,0 5-577 0,0-4-384 15,4-3-172-15,1-2-32 16,3-8-88-16,8-6-72 0,4-5-4 0,8-8-4 16,4-5 4-16,8-4 4 0,7-4 0 15,9 1 0-15,8-3 36 0,0-4-36 16,4-3-8-16,0 4-52 0,0-1 0 0,-4 1-16 15,-4-1 16-15,0 2 16 16,-5 1 44-16,-7 5 84 0,-4-2 88 16,-8 0 8-16,-4 5 12 0,0-1-60 0,-8 3-48 15,-7 0 16-15,-5 0-56 0,-5 1-40 0,-3-5-8 16,0-1-52-16,5-5-100 0,-5-2-84 16,4-7-256-16,8 0-72 15,0-3-72-15,5-13-52 0,6-9-97 0,1-6-151 16,4-11-900-16,13-2-1952 0,-2 7-1985 15,13-10-2931-15</inkml:trace>
  <inkml:trace contextRef="#ctx0" brushRef="#br0" timeOffset="104248.302">14092 15398 1708 0,'0'0'13769'0,"0"0"-10985"16,0 0-1528-16,0 0-12 0,0 0-15 0,87 61 139 16,-74-46-472-16,2 2-476 15,-2-4-260-15,2-1-148 0,2 1-12 16,-2-5-4-16,9 3-60 0,0-5-128 0,0-2-156 15,8-4-160-15,0 0-168 0,-4-7-88 16,4-3 11-16,-4-5-171 0,-5-2-596 16,-3-1-580-16,-4 6-2044 0,0-15-3585 0</inkml:trace>
  <inkml:trace contextRef="#ctx0" brushRef="#br0" timeOffset="104428.223">14419 15309 10064 0,'0'0'6669'0,"-25"68"-5809"0,22-37-664 16,3 7 424-16,-4 7 928 0,4-7-328 16,4-1-491-16,8-5-449 0,-4-3-232 15,7-7-48-15,-2-3-212 0,2-6-369 16,2-3-235-16,-2-10 204 0,1 0 12 0,0-4-508 16,-4-4-1912-16,0-3-3725 0</inkml:trace>
  <inkml:trace contextRef="#ctx0" brushRef="#br0" timeOffset="104680.474">14821 14951 3252 0,'0'0'5768'15,"0"0"-407"-15,0 0-4377 0,0 0-456 16,76 79 40-16,-57-63 524 0,2-3-88 0,-1 2-428 15,-5 4-316-15,2-3-100 16,-6 7-148-16,-3-1-12 0,-4 1 0 16,-4 2-4-16,0 3 0 0,-4 1 4 0,-8-1-124 15,-4 4-24-15,1 0 52 0,-6 0-260 16,2-1-324-16,-1-2-136 16,3-4-144-16,2-6-476 0,3-2-980 0,0-5-2301 15,4-2-1323-15,0-3 5272 0</inkml:trace>
  <inkml:trace contextRef="#ctx0" brushRef="#br0" timeOffset="105377.275">15470 14503 156 0,'0'0'1056'0,"0"0"6624"0,0 0-5187 15,0 0-405-15,0 0-212 0,0 0-456 0,45 69-68 16,-34-20-256-16,-3 11-8 0,-3 17-64 16,-5 11-159-16,0 10-297 15,4 4-24-15,-4-1-72 0,3-2-228 0,5-10-112 16,0-10-132-16,8-12-72 0,-4-4 0 15,0-9-352-15,-4-3-180 0,-4-7 44 16,0-2-105-16,-4-4-79 0,0-6-304 16,-8-4-696-16,-4-9-2220 0,0-6-3461 15,-3-4 594-15</inkml:trace>
  <inkml:trace contextRef="#ctx0" brushRef="#br0" timeOffset="106358.535">9722 15405 1668 0,'0'0'548'0,"0"0"9313"16,0 0-7605-16,0 0-892 0,0 0-496 16,0 0 388-16,86-26 196 0,-37 13-520 15,-1 5-372-15,-1-6-292 0,-2 5-144 0,-10 0-124 16,1-1-220-16,-12 3-120 0,-1 2-432 15,-6-2-356-15,-10 7-592 0,-3 0-2544 16,-4 0-3133-16,0 10 2082 0</inkml:trace>
  <inkml:trace contextRef="#ctx0" brushRef="#br0" timeOffset="106512.581">9808 15462 980 0,'0'0'1028'0,"0"0"6820"0,0 0-5339 16,0 0-1105-16,0 0-528 0,0 0-32 15,0 0 252-15,0 0-424 0,0 0-176 0,0 0-408 16,97 6-88-16,-61-6-472 0,-1 0-448 16,1-3-844-16,-8 0-3097 15</inkml:trace>
  <inkml:trace contextRef="#ctx0" brushRef="#br0" timeOffset="108014.198">9924 14865 860 0,'0'0'260'0,"0"0"6884"0,0 0-4055 0,0 0-773 15,0 0-368-15,0 0-184 0,76 7-268 16,-68-5-244-16,-4 5-180 0,0-4-123 16,-4 0-161-16,4 3-148 0,-4 1-72 0,0 2-232 15,-4 1-108-15,-8 6-140 0,-4 3-28 16,-3 6-60-16,-6-2-8 16,-6 5-92-16,3-3-68 0,-4 1 36 0,0 2 0 15,0 0 0-15,0 5 0 0,0-1 8 16,4-4 76-16,4-3 36 0,4-1 0 15,1-6 12-15,6-3 4 0,2-4-4 16,7-2 0-16,0-6-48 0,4-1 0 16,0-2-12-16,8 4-72 0,8-1 124 15,3 1 0-15,9-1-64 0,8 0 72 16,5-3 72-16,2 4-60 0,0-1 60 16,2-1 0-16,2 5 12 0,-6-4-36 0,-2 1-48 15,-3-2-60-15,-4-2 0 0,-4 4-60 16,-4-4-112-16,-5 3-92 15,1-3-124-15,-7 3-72 0,-5-3-41 0,-5 0-195 16,-3 0-268-16,0 2-328 0,-11 3-904 16,-6 1-536-16,-3 0-2681 0,-12 4-983 15,9-1 5924-15,-21 4-120 0</inkml:trace>
  <inkml:trace contextRef="#ctx0" brushRef="#br0" timeOffset="108194.37">9621 15516 312 0,'0'0'12137'0,"0"0"-10277"16,0 0-1268-16,0 0 616 0,0 0 216 16,0 0-164-16,0 0-168 0,97 47-392 15,-70-33-116-15,13-2 60 0,0-3-183 0,3 1-133 16,2-7-148-16,-2 1-132 0,-2-4-48 16,2 0-276-16,-7-4-296 0,-1-5-205 15,1 3-295-15,-8-4-316 0,-8 3-1436 16,-3 5-4337-16</inkml:trace>
  <inkml:trace contextRef="#ctx0" brushRef="#br0" timeOffset="108862.987">5987 15043 2996 0,'0'0'9529'0,"0"0"-7773"16,0 0-228-16,0 0-136 0,0 0 68 15,0 0-236-15,0 0-256 16,0 0-204-16,73 101-167 0,-54-49-149 0,1 4 0 0,-3 8 0 16,-2 6-148-16,-3 3-128 15,0 1-52-15,-4-2-108 0,5 2 24 16,-9-2-36-16,-1-2-60 0,1-7-36 0,-4-5-16 16,4-11-116-16,0-6-244 0,0-12-276 15,0-7-129-15,4-5-219 0,4-9-496 16,-4-5-924-16,8-3-2060 0,-4-5-2945 15,12-20 4689-15</inkml:trace>
  <inkml:trace contextRef="#ctx0" brushRef="#br0" timeOffset="109218.808">7351 15033 4440 0,'0'0'12697'15,"0"0"-10573"-15,0 0-1668 0,0 0-360 16,0 0 420-16,-96 46 456 0,65-25-203 16,-1 8-493-16,-1 3-204 0,1 3 28 0,-4 6 56 15,8 3-12-15,0-2-44 16,13 1-88-16,-2-4 84 0,10-4-84 0,7-7 36 16,0-3-44-16,7-2-4 0,10-4-8 15,7 0-64-15,4-3 24 0,8 0-76 16,7 0-44-16,5-3 84 0,3-1 80 0,5 1-56 15,-7-4 56-15,-2 4-44 16,-10-1 36-16,-5 5-76 0,-6-2 88 16,-9 5 12-16,-6 2 48 0,2-4 64 0,-13 7 68 15,0-1 28-15,-4 4-52 0,-5-6-60 16,-6 4 24-16,-5-5 28 16,1-2-40-16,-2-2-60 0,-3-2-12 0,0-5-48 15,5-3-92-15,-5-1-308 0,-1-6-216 16,6 0-196-16,3 0-137 0,-1-9-27 15,6-1-856-15,7-9-2800 0,0 2-2841 0</inkml:trace>
  <inkml:trace contextRef="#ctx0" brushRef="#br0" timeOffset="109426.221">7933 15579 2752 0,'0'0'11705'15,"0"0"-9713"-15,0 0-1048 0,0 0 564 16,4 89 0-16,-13-57-328 0,-3-1-487 0,5 1-353 15,-1 1-232-15,3-8-100 16,1-3-4-16,4-3-4 0,0-2-48 16,13-9 0-16,6-2 48 0,5-1 4 0,8-5-4 15,4-7-232-15,4-10-68 0,4 2-141 16,-1-7-91-16,1-4-80 0,0-2-72 16,-4-4-344-16,-4 0-1240 0,-8 11-2352 0,-5-15-3413 15</inkml:trace>
  <inkml:trace contextRef="#ctx0" brushRef="#br0" timeOffset="109611.527">8215 15512 2480 0,'0'0'11905'0,"0"0"-9977"0,-28 77-1340 16,21-42-116-16,2 9 640 0,5 4 204 16,0-1-288-16,5 1-336 0,6 0-243 15,6-1-37-15,-6 1 12 0,5-4-96 16,-4-2-200-16,0-8-128 0,-4 1-324 15,4-2-284-15,-8-8-217 0,4 4-187 0,-5-7-396 16,1-3-1104-16,1-4-2492 0,-1-2-3101 16,0-4 6385-16</inkml:trace>
  <inkml:trace contextRef="#ctx0" brushRef="#br0" timeOffset="109996.652">8681 14966 6824 0,'0'0'7781'0,"0"0"-6157"0,0 0-800 0,0 0-140 16,0 0 820-16,0 0 100 15,0 0-279-15,0 0-441 16,0 0-304-16,0 0-108 0,0 0 324 0,48 48-208 16,-28-25-152-16,0 5-40 0,3 0-24 15,-2 1-108-15,-1 7-96 0,-1-3-36 16,-2 6-36-16,3 3-36 0,-9 2 48 0,1 6-108 16,1 2-4-16,-6 2-8 15,1 7 4-15,-4 2-112 0,1 0-48 0,-5 4-108 0,0-2-84 16,0 3-132-16,-5-8-16 15,1-6-56-15,4-6-40 0,0-13-144 16,0-4-352-16,0-9-565 0,4-2-763 0,5-11-2504 16,-6 1-3561-16,1-10 4157 0</inkml:trace>
  <inkml:trace contextRef="#ctx0" brushRef="#br0" timeOffset="111137.156">5398 15507 9868 0,'0'0'3021'0,"0"0"-1149"15,0 0 188-15,0 0-400 0,0 0-320 16,0 0-252-16,0 0-212 0,0 0-247 0,88 26-181 15,-68-24-144-15,-1 0-148 0,5 2-148 16,-3-4-8-16,-2 0-144 0,1 0-292 16,-3-6-412-16,-2-3-405 0,-2-1-439 0,-6 3-2780 15,-3-5-3885-15</inkml:trace>
  <inkml:trace contextRef="#ctx0" brushRef="#br0" timeOffset="111265.378">5259 15731 7656 0,'0'0'2580'0,"0"0"-227"0,0 0-1689 0,0 0-332 0,0 0 480 16,0 0-132-16,0 0-680 0,99 17-160 0,-55-30-844 15,-4-3-1628-15,-8 3-5213 0,8-9 6173 16</inkml:trace>
  <inkml:trace contextRef="#ctx0" brushRef="#br0" timeOffset="112811.214">3661 15712 3340 0,'0'0'2252'0,"0"0"1716"15,0 0-2547-15,0 0-509 16,0 0 84-16,0 0 344 16,0 0-216-16,0 0 56 0,0 0-380 0,0 0-84 0,0 0 40 15,64-14-132-15,-56 9-108 0,4 3-52 0,-4 2-88 16,0-4-20-16,-5 4-152 0,1-3-80 16,0 3-40-16,-4 0-80 0,5 0 4 15,-5 0 4-15,0 0 72 0,0 0-76 16,0 0 44-16,0 0-4 0,0 0-44 15,0 0 0-15,0 0 44 0,0 0-48 0,4 0 49 16,-4 0 11-16,4 0 0 16,-4 0 28-16,4 0-28 0,-4 0-48 0,3 0 48 15,-3 0-12-15,4 0-36 0,0 0 36 16,1 0-44-16,3 0 0 16,-4 0-4-16,3 0 0 0,-3 3 0 0,5-3 0 15,-1 4-4-15,-5-4-4 0,5 2 0 16,-4 3 0-16,5-3 8 0,-5 2 8 0,3-2-8 15,1 4 0-15,-4 5-72 0,4-3-12 16,0 5 12-16,-4 4-28 0,0-1 4 16,-4 3-37-16,0 3-3 0,0 0-20 15,-8 3 20-15,-3 3-80 16,-6 5-52-16,-3 2 48 0,-3 0-12 0,-5-1-76 16,4 4-44-16,-4 0 56 0,0 1 76 0,0-1 144 15,8-6 68-15,0-4 8 16,4-6 100-16,8-3-12 0,4-10 44 0,0-4 76 15,4-3 40-15,0-2 20 0,4 0 172 16,8-2-88-16,12-5 36 0,8 0-60 0,7-5-47 16,6-4-73-16,2 3-28 0,-3-6-32 15,0 3-28-15,-4 4-64 16,0-4-56-16,-4-1-60 0,-5-1-124 16,1 2-433-16,-4-7-407 0,0 1-404 15,-12 6-1120-15,8-15-4405 0</inkml:trace>
  <inkml:trace contextRef="#ctx0" brushRef="#br0" timeOffset="113079.168">4546 15252 1512 0,'0'0'5868'0,"0"0"-447"16,0 0-3401-16,12 67-520 0,-12-35-552 15,0 6-128-15,0 0-8 0,0 7-236 16,0-1-220-16,-4 6-88 0,4 5-32 16,0 5-20-16,0 0 104 0,0 4 204 15,4-4-88-15,7-2-167 0,2-11 43 0,2-9-44 16,5-9 24-16,5-14-16 0,2-5-68 16,9-10-208-16,4-13-48 15,3-15-256-15,5-10-216 0,1-16-281 0,-10-10-331 16,1 4-276-16,-8-1-828 0,-12 8-2236 15,-9 5-2397-15</inkml:trace>
  <inkml:trace contextRef="#ctx0" brushRef="#br0" timeOffset="113269.02">4741 15449 6672 0,'0'0'5301'0,"0"0"-3665"15,0 0-824-15,-12 92-104 0,12-50 700 16,4 5 96-16,4 7-124 0,3 3-424 15,2 7-432-15,2 3-268 0,-2 3-172 16,2 3-84-16,-7 5 0 0,1 2-304 0,-5 3-452 16,0-1-272-16,-4-2-8 15,0-5-232-15,-4-5-1172 0,0-18-4161 0,0 17-1151 16</inkml:trace>
  <inkml:trace contextRef="#ctx0" brushRef="#br0" timeOffset="116822.262">16837 14764 9460 0,'0'0'2641'0,"0"0"-905"15,0 0-280-15,0 0-512 0,0 0 156 16,-52 73-248-16,28-51-408 0,0 0-268 16,-3 1-176-16,-1-2-4 0,0 1-8 15,-4-3-36-15,4 4-48 0,-4-1-28 0,5 4 0 16,-1-8 12-16,3 6 24 0,10-6 88 15,2-6 64-15,2-2 20 0,7-4 52 16,0-2-60-16,4-1-4 0,0-3 28 16,0 3 48-16,8 3 36 0,3 0-96 0,2 1 168 15,2 2 76-15,6-2 36 16,-2-5-188-16,5 5-180 0,0-3-148 16,-4 2-208-16,0-4-196 0,-4 3-188 0,0-3-112 15,-8 2-672-15,-4-1-2380 0,-4 0-2849 16,0 3 1409-16</inkml:trace>
  <inkml:trace contextRef="#ctx0" brushRef="#br0" timeOffset="116995.171">16319 15391 1852 0,'0'0'928'0,"0"0"5524"0,0 0-4003 0,0 0-809 0,0 0-432 16,96 77 12-16,-64-54-16 0,0-5-396 15,-1-1-436-15,-3-6-372 0,4 0-252 0,0-5-728 16,-4 1-680-16,0-5-2220 16,-8-2-3993-16,0 3 6217 0</inkml:trace>
  <inkml:trace contextRef="#ctx0" brushRef="#br0" timeOffset="117640.052">17446 14516 468 0,'0'0'11101'16,"0"0"-8765"-16,0 0-756 0,0 0-284 0,17 92-104 16,-10-48-144-16,2 13-8 15,-1 11-244-15,0 7-260 0,3 8-124 0,-2 3-83 16,-5 5-13-16,0 2-40 0,-1-1 136 15,-3 2-184-15,4-1-116 0,-4-11-112 16,4-2-148-16,5-14-248 0,2-8-200 16,1-13-109-16,1-17-11 0,2-6-152 15,1-8-716-15,-4-9-2252 0,4-5-2929 0</inkml:trace>
  <inkml:trace contextRef="#ctx0" brushRef="#br0" timeOffset="118296.096">18825 14566 10904 0,'0'0'2805'0,"0"0"-893"16,0 0-596-16,0 0 184 0,0 0-172 0,0 0-168 15,0 0-432-15,0 0-203 0,0 0-185 16,0 0-76-16,-19-6-80 0,-9 23-124 16,-4 4-12-16,-9 11 0 0,-2 3 84 15,0 4 40-15,-2 4 44 0,2-1 376 16,-5 6-268-16,4-4-132 0,0 0-92 0,0 3-28 15,5-1-72-15,2-2-48 0,5-6 0 16,13-3 36-16,6-7 0 16,10-5-64-16,3-1 32 0,12-6 44 0,16 0 8 15,4-1-4-15,8-2 4 0,7 0 0 16,5-1-4-16,-4 4 4 16,3 4-4-16,-6 2 44 0,2 4-48 0,-7-5 8 0,-8 5 44 15,0-1-52-15,0 0-8 0,-13-2 0 16,2 3 0-16,-6-5-92 15,-2 1 28-15,-2-2-72 0,-7 2 36 0,1-3 24 16,-5 0-72-16,0 0-88 0,-9-3 136 16,-2 1 24-16,-6-6-24 0,-2 3-84 15,-5-6 44-15,0-1-140 0,-8-1-148 16,-4-2-76-16,-4-4-145 0,-4 0-463 0,-3-10-1252 16,11 3-3728-16,-20-8-5437 0</inkml:trace>
  <inkml:trace contextRef="#ctx0" brushRef="#br0" timeOffset="119432.001">18945 15900 11737 0,'0'0'2324'0,"0"0"-996"0,0 0-44 16,0 0 180-16,56 77-136 15,-28-62-360-15,4-5-272 0,3-7-128 0,9-3 113 16,-4-3-25-16,4-13-344 16,4-3-164-16,-9-4-108 0,1-5-40 0,-3-1-208 15,-10 1 28-15,-3-1-60 0,-4 1-40 0,-5 5-132 16,-11 0-37-16,5 5 193 16,-9 6 108-16,0 2 40 0,-13 0-36 15,2 2-16-15,-6 1-12 0,2-3 120 0,-5 3 52 16,4-2 0-16,0 0 0 15,1-1 0-15,6 1-4 0,1-1 4 0,8-2 0 16,0-5-72-16,8 2-28 0,4-2-20 16,9 2 36-16,-2-1 72 0,5 4 12 15,0 5 36-15,-1 0 120 0,5 7 100 16,-4 0 52-16,-3 0-16 0,-2 3-112 0,-3 4-12 16,1 3-168-16,-6-2-52 0,-3 3-20 15,-4 2-12-15,0-1-36 0,-4 6-16 16,0 6 52-16,-12 1 12 0,1 3-52 15,-6 4-60-15,6-1 16 0,-2 1 108 16,5-9 44-16,5-4 8 0,3-3 8 16,3-10 0-16,9-3 52 0,8-3 140 15,4 0-180-15,4-9-12 0,8-10-256 16,4-6-232-16,0-4-172 0,4-7-436 0,-5 3-692 16,2-3-1216-16,-10 8-2801 0,1-17-743 15</inkml:trace>
  <inkml:trace contextRef="#ctx0" brushRef="#br0" timeOffset="119711.983">20184 14459 6048 0,'0'0'4828'0,"0"0"-1655"0,20 69-1229 15,-12-31-692-15,0 10-76 16,4 6 212-16,-1 3-324 0,6 9-140 16,-6 8-243-16,2-1-185 0,-1 3-136 0,-1 3 4 15,-2 0-232-15,-1-2-120 16,-5 0-12-16,-3-1-144 0,0-10-244 16,0 1-144-16,-3-6-180 0,-1-8-93 0,4-2-71 15,0-10-176-15,0-3-492 0,0-6-956 0,7-6-1604 16,-3-14-2345-16,4-2 4093 15</inkml:trace>
  <inkml:trace contextRef="#ctx0" brushRef="#br0" timeOffset="120359.533">21149 15154 6584 0,'0'0'4501'0,"0"0"-1569"0,0 0-336 16,0 0-796-16,99 0-132 16,-60 0-276-16,6-3-395 0,-2-1-369 0,-3 1-252 15,0-4-196-15,0 2-180 0,-1-2-40 16,-3-2-216-16,-4 0-420 15,-4-1-309-15,-4-3-143 0,-4 8-392 0,-8-2-1180 16,-8 3-2841-16,0 1-3271 0,-12 3 6817 0</inkml:trace>
  <inkml:trace contextRef="#ctx0" brushRef="#br0" timeOffset="120516.302">21343 15246 912 0,'0'0'9868'16,"0"0"-7175"-16,0 0-893 15,0 0-20-15,0 0-244 0,0 0-208 0,0 0-280 16,0 0-292-16,104 66-367 0,-68-55-377 16,4-8-12-16,-1-3-377 0,1 0-487 15,8-3-236-15,-8-4-436 0,-5 0-2408 16,14 2-4117-16</inkml:trace>
  <inkml:trace contextRef="#ctx0" brushRef="#br0" timeOffset="121880.164">22487 15052 1316 0,'0'0'4096'0,"0"0"416"15,0 0-2743-15,0 0-541 0,0 0-120 0,0 0 332 16,84-25-172-16,-69 22-496 0,5 0-348 16,1 3-128-16,-6 0-112 0,2 3-96 15,-6 0-16-15,2 3-72 0,-6 1-8 16,-3-1-104-16,0 3 100 0,-4 4-48 0,0 6-12 15,-4 3 72-15,-12 4 40 16,-3 5-40-16,-6 5-120 0,-6 2-152 16,-1 3-264-16,-4 4 216 0,-5-1 32 15,6-3-12-15,3-3 12 0,4-3 124 16,9-10 100-16,6-5 60 0,5-8 4 0,8-2 112 16,0-7 92-16,4 1 208 0,9-1 36 15,6 2-112-15,5-1 24 0,8-4 36 0,0 3-40 16,4-3-84-16,3 0-76 15,6-7-108-15,-2-1-88 0,1-2-48 16,0-1-356-16,0 0-236 0,0-6-32 0,-5 1-892 16,2-3-660-16,-2-6-2545 15,-11 6-2211-15,8-13 6408 0</inkml:trace>
  <inkml:trace contextRef="#ctx0" brushRef="#br0" timeOffset="122158.611">23372 14979 520 0,'0'0'10797'15,"0"0"-8873"-15,0 0-1112 0,0 0 176 0,0 0 436 16,0 64-440-16,-4-35-464 0,0-1-260 16,4 4-140-16,0-1 16 0,0 2 52 15,0-2-16-15,8 1-24 0,7-1-40 16,5-5 76-16,8-1 248 0,4-3 324 15,4-2-304-15,3-5-196 0,2-5-76 0,2-4-68 16,-3-2-104-16,4-4-8 16,0-7-120-16,0-6-144 0,-4-2-248 15,-5-5-504-15,1-6-460 0,-8 5-1412 0,-4-8-2845 16,-7 10-2739-16,-6-12 7844 0</inkml:trace>
  <inkml:trace contextRef="#ctx0" brushRef="#br0" timeOffset="122366.354">23750 14904 9384 0,'0'0'1977'15,"0"0"-785"-15,0 0 616 0,-19 101 248 16,19-54-292-16,0 10-444 0,0 6-368 0,3 5-232 16,-3 8-344-16,0 6-228 0,0 4-148 15,-12 7-156-15,0 2-52 0,-8-1-192 16,5 2-124-16,-6-4-160 0,1-9-104 15,12-11-160-15,-3-4-1036 0,11-15-2092 16,0-15-2985-16,0 6 4661 0</inkml:trace>
  <inkml:trace contextRef="#ctx0" brushRef="#br0" timeOffset="124948.001">10725 17376 508 0,'0'0'260'0,"0"0"3484"16,0 0 684-16,0 0-2720 0,0 0 93 0,0 0-245 15,0 0-216-15,0 0-384 0,0 0-268 16,-8-31 68-16,36 24 504 0,8-5-256 15,12 3-52-15,7-4-248 0,1 0-299 16,0 1-249-16,-4-2-96 0,-4 1-60 16,-4-2 0-16,-5 2-56 0,-7 0-212 15,-4 1-145-15,-4-1-195 0,-4 3-172 0,-8 1-104 16,0 3-88-16,-8 3-528 16,-4-1-916-16,0 4-664 0,-8 0-1805 15,-12 7-439-15,8-1 4932 0,-20 10-248 0</inkml:trace>
  <inkml:trace contextRef="#ctx0" brushRef="#br0" timeOffset="125080.937">10921 17454 9824 0,'0'0'1769'0,"0"0"-413"15,0 0-448-15,0 0-48 0,0 0 212 0,0 0-108 16,99 58-16-16,-59-53-456 16,-1-5-356-16,2-7-136 0,-2-9-196 0,1-3-224 15,-8-9-140-15,5-4-148 16,-10-7-540-16,1-6-884 0,-4 1-3317 0,-13 6-2166 15</inkml:trace>
  <inkml:trace contextRef="#ctx0" brushRef="#br0" timeOffset="125338.03">11151 16802 6704 0,'0'0'1988'0,"0"0"-720"0,0 0 241 16,0 0 119-16,64 70-436 0,-32-38-344 15,4 2-68-15,4 1-88 0,0 3-80 0,-1 0-16 16,-3 0-228-16,-8 6-96 0,-8-2-196 16,-4 6-76-16,-11 3 0 0,-5 3-64 15,-9 3 64-15,-14 3-84 16,-1 3-152-16,-8-2 88 0,0-1 36 0,0-3-12 0,4-12 52 16,0-7-80-16,8-13 16 0,4-9-172 15,8-10-368-15,0-6-356 0,8-2-840 16,0-18-2921-16,0-2-3 15,0 0 3180-15,13-20 52 0</inkml:trace>
  <inkml:trace contextRef="#ctx0" brushRef="#br0" timeOffset="125885.837">12972 16983 364 0,'0'0'8600'16,"0"0"-6031"-16,-4 82-1033 0,4-35-340 16,-4 11 132-16,4 6-224 0,-3 6-408 0,-5 6-260 15,-1-2-164-15,-2-5-88 16,-6-6-48-16,6-6-64 0,-1-9-72 0,0-13-48 15,4-13-12-15,4-9-100 0,4-7-248 16,0-6-452-16,0-9-368 0,4-7-452 16,0-7-516-16,3-5-761 0,-3-7-1579 0,5-3 1616 15,-5 6 1888-15</inkml:trace>
  <inkml:trace contextRef="#ctx0" brushRef="#br0" timeOffset="126227.809">12992 17119 1800 0,'0'0'640'0,"0"0"-184"0,0 0 4572 15,0 0-2772-15,0 0-751 0,0 0-489 0,0 0-124 0,0 0 96 16,0 0 336-16,0 0-444 16,84 96-372-16,-68-39-24 0,0 2 100 0,-4 2-180 15,-1-6-240-15,-2-4-164 0,3-11-84 16,-5-5-4-16,2-6-20 16,-1-7 20-16,-4-3-48 0,0-8 60 0,-1-6-72 0,1-2-136 15,-4-3-248-15,0 0-88 16,-4 0-212-16,-3 0-288 0,-5-6-772 15,0-3-665-15,-8-4-267 0,0 0 300 0,0 0 816 16,-4 0 928-16,4 1 780 16,-4 2 848-16,4-2 640 0,1 2-4 15,2 1-16-15,2-2-16 0,11 9 124 0,-1-1-59 16,5 3-493-16,0 0-364 0,5 0-152 0,6 0-140 16,10 5-4-16,2 0 140 15,9-3-416-15,-4-2-88 0,7 0-480 16,2-9-388-16,-1-3-456 0,-1-7-880 0,-3 0-2513 15,-4-1-1015-15,4-2 5181 16</inkml:trace>
  <inkml:trace contextRef="#ctx0" brushRef="#br0" timeOffset="126681.611">13387 17389 3444 0,'0'0'964'0,"0"0"2960"0,0 0-1440 16,-28 73-571-16,19-44-449 0,2-3-100 15,3 2-120-15,0-3-288 0,0-3-240 16,4-6-260-16,0-3-404 0,4-7-52 15,4-6-76-15,4 0-132 0,4 0 12 0,4-6 84 16,-1-3 12-16,-2-1-24 0,3-6-96 16,-9 3 44-16,1 4 52 0,-3 3 52 15,-5 2 60-15,-1 1 12 0,-3 3 24 16,0 0 88-16,0 3 220 0,0 4 16 16,0 2-28-16,4 1-196 0,-4 2-4 15,4 1-108-15,-4-4-12 0,4-2-8 0,0-4-88 16,1 0-100-16,6-3 32 0,-3-3-388 15,5-7 192-15,2-2 36 0,1-4-260 16,0-6-172-16,4-4-388 0,-1-2-496 16,6-3-745-16,-1-5-567 0,0 1-1016 15,0-6 1388-15,-1 3 2344 0,1-7 196 0,-4 4-364 16,-8 0 404-16,1 0-12 0,-10 3 12 16,1 6 1488-16,0 6-836 0,-4 10 196 15,0 7 1664-15,0 9 644 0,0 3-1359 16,0 10-653-16,0 10 212 0,0 8-304 15,0 10-68-15,0 10-104 0,0 6-120 16,4 3 184-16,0 4 52 0,0-7-308 16,4-3-368-16,-4-10-320 0,8-2-124 15,-4-14-208-15,4-2-84 0,0-11-36 0,-5-2-32 16,2-7-156-16,-5-6-444 0,0 0-1020 16,-4-6-2065-16,0 0-1403 0,-8-13 821 15</inkml:trace>
  <inkml:trace contextRef="#ctx0" brushRef="#br0" timeOffset="126822.011">13674 17500 2832 0,'0'0'936'0,"0"0"340"0,0 0 3652 0,-80-28-2699 0,64 24-481 16,8 1-220-16,8 3-244 15,0 0-452-15,0 0-276 0,16 0-160 16,8-3-100-16,12 0 72 0,8 0 184 0,7-6-344 16,1-4-208-16,0 0-60 0,3-6-580 15,1 3-268-15,-4-3-444 0,4 0-1340 16,-8 2-3065-16,-13 5-2391 0,14-3 7756 0</inkml:trace>
  <inkml:trace contextRef="#ctx0" brushRef="#br0" timeOffset="127096.916">14534 16993 2752 0,'0'0'1840'0,"0"0"5525"0,0 0-5705 0,-35 94-188 0,14-43-200 15,1 10-116-15,1 2-92 0,2 6-192 16,2 2-148-16,2-5-212 0,6-3-148 16,3-8-220-16,4-7-144 0,0-10-148 15,11-9-240-15,6-11-356 0,3-6 104 16,3-5-308-16,5-7-540 0,4-7-824 0,-4-5-2641 15,-4-1-3759-15,4-9 8284 0</inkml:trace>
  <inkml:trace contextRef="#ctx0" brushRef="#br0" timeOffset="127600.907">15216 16954 3160 0,'0'0'1292'0,"0"0"1972"0,0 0-1020 0,0 0-363 15,0 0-373-15,0 0-400 0,0 0-476 16,-68 86-244-16,44-54-84 0,-4 2-32 0,4 2 48 16,1-2-8-16,6 1-112 0,6-6-76 15,2-1-112-15,9-5 64 16,12 3 96-16,9-5 76 0,2 2 0 0,9-4 24 15,3 0 0-15,-3-3-48 0,1-1-28 16,-1 2-108-16,-5-5-28 0,-3 1-52 16,-4-1 64-16,-8 2-56 0,0-2 44 0,-8 4 88 15,-4-4 36-15,0 8 428 0,-4-5-320 16,-8 4-144-16,0 1-100 0,-4-5-48 16,0 1-4-16,0-3-80 0,-3-4-236 15,-1-2-168-15,-5 0-164 0,6-7-88 16,-1 0 36-16,3 0-168 0,2-7-524 15,7-3-468-15,0-5-741 0,0-5-1339 16,8 7-1676-16,0-12 4776 0</inkml:trace>
  <inkml:trace contextRef="#ctx0" brushRef="#br0" timeOffset="127820.782">15710 17275 7688 0,'0'0'5849'16,"0"0"-4593"-16,0 0-464 0,0 0-96 15,7 89 376-15,-14-58-108 16,-1 1-284-16,0 0-276 0,-4-4-280 0,8 2-124 0,4-9-52 16,0-5-32-16,4 0-64 0,12-6 64 15,3-4 80-15,9-6-84 0,8 0-24 16,1-9-84-16,2-7-320 0,1-7-116 16,-5-3-212-16,-3 1-400 0,-8 0-936 0,1 0-1749 15,-10 5-911-15,-6-2 648 16</inkml:trace>
  <inkml:trace contextRef="#ctx0" brushRef="#br0" timeOffset="128013.505">15829 17298 6704 0,'0'0'2712'16,"0"0"301"-16,0 0-1277 0,-24 91-952 15,24-50-320-15,-4 4 28 0,4 3 364 0,0 2 64 16,0 4-192-16,4-2-260 0,0-5-224 15,0-3-124-15,-4-2-120 16,5-5-124-16,-5-7-368 0,3-5-472 16,-3-6-228-16,4-6-900 0,0-4-2789 0,0-6-3003 0,0-3 7480 15</inkml:trace>
  <inkml:trace contextRef="#ctx0" brushRef="#br0" timeOffset="128344.842">16347 17002 2600 0,'0'0'5072'16,"0"0"-503"-16,0 0-3621 15,0 0-504-15,0 0 52 0,0 0 340 0,0 0 132 16,84 70-288-16,-72-42-304 0,-1 3-204 16,2 2-36-16,-5-2 4 0,-1 4 32 15,-7-6-84-15,0 3-28 0,0 0-60 16,0-4-88-16,-7 1-356 0,-10-1-404 0,2 1 52 16,-5-1-136-16,0 5-32 15,-4-5-120-15,0 0-264 0,4-2-473 0,0-1-603 16,0-6-872-16,9-6 1564 0,2-3 1380 15,5-10-236-15</inkml:trace>
  <inkml:trace contextRef="#ctx0" brushRef="#br0" timeOffset="129400.282">12602 16967 8200 0,'0'0'4653'0,"0"0"-3877"0,0 0-392 0,0 0 300 15,0 0 360-15,0 0 12 0,0 0-88 16,0 0-264-16,0 0-40 16,44 76 404-16,-16-28-288 0,-1 6-148 0,-3 6-119 15,-7 3-125-15,-2 4-136 0,-2 3-128 16,-6 4-120-16,1 1-4 0,-8 1 0 15,0 4-4-15,0-1-12 0,0 4-104 16,-8-4-220-16,4 0-108 0,1-5-173 16,3-8-83-16,0-9-200 0,7-9-376 15,5-6-1184-15,8-11-2420 0,-4-12-2981 0,12 3 6885 16</inkml:trace>
  <inkml:trace contextRef="#ctx0" brushRef="#br0" timeOffset="129986.97">17116 16917 1460 0,'0'0'4944'0,"0"0"-2348"0,0 0-615 16,0 0-505-16,0 0-304 0,0 0 8 0,0 0 140 15,8 76-216-15,-4-45-152 0,4 10-52 16,0 6-152-16,0 8-196 0,4 5-272 16,0 6-108-16,0 5-64 0,-5-1-12 15,2 0-92-15,-1-7-4 0,-4-3-12 0,-4-6-108 16,0-6-148-16,0-7-172 0,0-9-72 15,0-4-68-15,0-9-220 16,4-3-40-16,-4-9-724 0,3-7-1092 0,1 0-3637 0,5-16 29 16</inkml:trace>
  <inkml:trace contextRef="#ctx0" brushRef="#br0" timeOffset="134686.86">17311 17440 5672 0,'0'0'6061'0,"0"0"-4921"16,0 0-576-16,0 0-120 0,0 0 216 0,0 0-220 15,100-67 4-15,-65 58-80 16,6 3-204-16,-2 2-144 0,6 1 260 0,-2 0 0 0,1 0-24 16,4-4-104-16,-5 0-148 15,2-1-36-15,-2-5-28 0,-3 1 64 16,0-5-88-16,-4 1-184 0,-4 3-260 0,-8 4-260 16,-9 3-296-16,-2 6-388 15,-13 0-1305-15,0 0-1539 0,-4 6-364 0</inkml:trace>
  <inkml:trace contextRef="#ctx0" brushRef="#br0" timeOffset="134859.681">17661 17459 8520 0,'0'0'1504'0,"0"0"-251"0,0 0 43 16,0 0-200-16,0 0-536 0,0 0-320 0,0 0 480 16,0 0 424-16,0 0-532 0,84 60-140 15,-52-48-236-15,4-5-160 0,1 0 60 16,-2-4-136-16,5 0 0 0,-1-3-112 15,6-3-212-15,6-7-208 0,-3-2-448 16,8-8-620-16,-12 5-900 0,19-17-3605 16</inkml:trace>
  <inkml:trace contextRef="#ctx0" brushRef="#br0" timeOffset="135262.552">18997 17021 10544 0,'0'0'1597'0,"0"0"-369"15,0 0-276-15,107 0 172 0,-63 6-484 0,0 7-400 0,-5-1-140 16,-2 4-100-16,-9 3-32 16,-9 0 32-16,-2 1 0 0,-10 5 8 15,-7-3 80-15,0 7-76 0,-16 3 12 0,-3-1-24 16,-5 4-72-16,-4 3 60 0,-4 4-40 0,-4-1 44 16,0 0 8-16,8 1 4 15,0-1 60-15,8-3 48 0,9-7 36 16,3-2 28-16,8-4-88 0,4-9-76 0,7-2-8 15,17-6-4-15,4-8-12 0,8 0-64 16,8-12 76-16,4-7-64 0,3-9-196 16,1-5-28-16,0-1-556 0,0-4-472 15,-17 8-1172-15,10-10-3893 0</inkml:trace>
  <inkml:trace contextRef="#ctx0" brushRef="#br0" timeOffset="135470.841">19877 17202 4092 0,'0'0'8045'0,"0"0"-5777"0,0 0-968 15,0 0-620-15,0 0-304 0,0 0-52 16,0 0 308-16,0 0-112 0,0 0-360 16,5 82-148-16,-5-54 88 15,0-2-16-15,7 3 4 0,5-7-16 0,0 1 4 16,8-1 8-16,4-2-8 0,0-9-76 16,8-1-56-16,-4-6 52 0,4-4-192 0,0-4 124 15,-1-9-40-15,1 0-148 0,0-6-248 16,-8 1-112-16,-1-8-52 15,-2 4-248-15,-1-7-696 0,-9 11-840 16,6-15-2729-16</inkml:trace>
  <inkml:trace contextRef="#ctx0" brushRef="#br0" timeOffset="135649.697">20299 17037 11429 0,'0'0'2024'0,"0"0"-1200"0,-15 80-128 16,10-43 84-16,1 11-48 0,0 6 4 15,4 2-44-15,0 8-184 0,0 3-324 0,0 0-132 16,0 3-52-16,0-1-188 0,0-1-180 16,0-2-240-16,-3-2-264 15,3-5-336-15,0-4-232 0,-4-14-1040 0,0 0-4497 16</inkml:trace>
  <inkml:trace contextRef="#ctx0" brushRef="#br0" timeOffset="135857.82">21160 17767 14249 0,'0'0'4952'16,"0"0"-3912"-16,0 0-492 0,0 0-156 15,-103 0-392-15,71-9-232 0,-4-1-464 16,8-2-504-16,0-5-728 0,8 2-2820 0,-4-14-2809 16</inkml:trace>
  <inkml:trace contextRef="#ctx0" brushRef="#br0" timeOffset="139389.381">11315 3032 6368 0,'0'0'860'0,"0"0"-784"0,0 0 80 15,0 0 236-15,0 0 1356 0,0 0-660 16,0 0-343-16,0 0-89 0,0 0-104 0,0 0 84 16,36 79 40-16,-24-57-68 0,-1 3-180 15,-2 5-12-15,-1 5 12 0,-4 2-188 16,-4 1-100-16,0 8-128 0,0-6 40 15,0-1-52-15,0-5 0 0,0-2-24 16,0-4-108-16,0-5-44 0,0-4-352 16,0-1-216-16,0-4-140 0,0-2-164 0,0-5-272 15,0-1-589-15,0-3-595 0,0-3-532 16</inkml:trace>
  <inkml:trace contextRef="#ctx0" brushRef="#br0" timeOffset="139594.474">11168 3542 5956 0,'0'0'1460'0,"0"0"-476"16,0 0-348-16,-13 68 452 0,13-43 85 0,0-3-109 15,4 3-460-15,5-5-312 0,2-8-100 16,10-5-16-16,-2-5 244 0,1-2 228 16,4-9-220-16,4-7-264 0,0-5-64 0,4-5-100 15,0-9-176-15,-4 1-468 16,-1-2-716-16,-7 7-884 15,8-12-2593-15</inkml:trace>
  <inkml:trace contextRef="#ctx0" brushRef="#br0" timeOffset="140002.251">10865 2549 3556 0,'0'0'4816'0,"0"0"-3368"0,0 0-364 0,0 0 229 15,0 0-469-15,75-10-208 16,-55 10-188-16,-4 0 32 0,0 0-232 15,0 5-248-15,-8 0-88 0,0 4 0 0,-8 4 76 16,0 7 12-16,-4 5 72 0,-12 4-72 16,-3 2-344-16,-6 1-152 0,5 4 140 15,1-9-12-15,-1-4 328 0,3-4 40 16,9-6 80-16,1-4 60 0,3-3-76 16,4 1-64-16,0-1 0 0,4 0 24 15,7 4 624-15,2-4-16 0,6-3-188 0,1 0 44 16,5-3-172-16,-1 0 24 15,3-6-88-15,-3-3-252 16,0-4-12-16,4 0-64 0,-8-7-516 16,3 6-528-16,1-5-952 0,-7 2-2581 0,2-8-2671 15</inkml:trace>
  <inkml:trace contextRef="#ctx0" brushRef="#br0" timeOffset="140194.855">11319 2479 6644 0,'0'0'2308'0,"0"0"-1052"0,0 0-479 0,0 0 223 16,0 0 76-16,0 0-148 0,0 0-320 0,0 73-164 16,0-56-192-16,4-5-252 15,4 1 24-15,0-7-24 0,8-3-60 0,0-3 60 16,0 0 348-16,8-12-124 16,-5-2-48-16,5 0-176 0,-3-10-76 15,-2 6-260-15,1-1-752 0,-4-1-464 0,-4 8-1041 16,0-10-2907-16</inkml:trace>
  <inkml:trace contextRef="#ctx0" brushRef="#br0" timeOffset="140349.207">11454 2344 7324 0,'0'0'1584'0,"0"0"-692"0,0 0 513 16,-20 82 83-16,20-51-108 0,0 1-396 15,0-4-404-15,0-1-104 0,4 4-232 0,5-3-244 16,-5 7-8-16,3 3-184 15,-3 3-424-15,0 7-712 0,0 3-1120 16,1-10-45-16,-5 23-6407 0</inkml:trace>
  <inkml:trace contextRef="#ctx0" brushRef="#br0" timeOffset="141102.773">17025 3245 6320 0,'0'0'6085'0,"0"0"-5165"15,0 0-156-15,0 0 132 16,0 0 516-16,4 69-292 0,-1-37-168 16,-3-1-176-16,0 5-284 0,0 2-152 0,0-3-108 15,0-4-108-15,4-2-16 0,-4-4-108 16,4-5-116-16,0-4-80 0,5-10-108 15,-2 0-152-15,1-6-392 0,0 0-636 16,0 0-1688-16,-4-16-4105 0</inkml:trace>
  <inkml:trace contextRef="#ctx0" brushRef="#br0" timeOffset="141483.521">16510 2537 1120 0,'0'0'7796'16,"0"0"-5483"-16,0 0-865 0,100-39 108 16,-68 33-384-16,-1 6-324 0,-6 0-252 0,-1 0-160 15,0 6-112-15,-9 0-88 16,2 1-100-16,-6 3-52 0,2-4-20 15,-9 6 8-15,-1-2-72 0,-3-1-8 0,0 8 8 16,-3-1 8-16,-10 3-8 0,-2 3-72 16,-6 6-140-16,-3-2-60 15,1 2 24-15,3-5 200 0,3-4 48 0,6-6 160 16,3-7 52-16,4-4-40 0,4 2-68 16,0-4-104-16,0 0 0 15,8 0 24-15,7 0 224 0,10 0 12 0,-1-4-64 0,4-2-48 16,4-2-148-16,-1-6-260 0,1 2-220 15,0-4-312-15,-4-1-384 16,0 2-384-16,-9 5-1220 0,5-12-2949 0</inkml:trace>
  <inkml:trace contextRef="#ctx0" brushRef="#br0" timeOffset="141676.481">17116 2489 9744 0,'0'0'1817'0,"0"0"-1057"16,0 0 376-16,0 0 648 15,0 0-88-15,0 82-380 0,4-65-432 0,0-2-316 16,8-2-180-16,-4-3-140 0,8-4-236 16,4 0 0-16,-1-6 132 0,2 0-56 15,3 0-4-15,0-10-84 0,-1 1-340 16,-3-3-248-16,0-1-260 0,0-4-484 16,-8 3-796-16,-4 3-2741 0,4-11-4295 15</inkml:trace>
  <inkml:trace contextRef="#ctx0" brushRef="#br0" timeOffset="141820.83">17359 2363 9440 0,'0'0'1965'0,"0"0"-773"0,0 0 400 0,-16 78 172 0,12-49-212 16,4-4-352-16,0 1-512 16,0-3-356-16,8 4-332 0,1 2-52 0,-6 3-192 15,5 6-344-15,4 3-700 0,-4 11 96 16,-4-15-1804-16,8 20-6153 0</inkml:trace>
  <inkml:trace contextRef="#ctx0" brushRef="#br0" timeOffset="142527.908">23698 3117 6188 0,'0'0'1960'16,"0"0"-1000"-16,0 0 1585 0,0 0-1201 0,0 0-248 31,0 0 368-31,0 0 40 0,0 0-300 0,52 74-416 16,-36-42-420-16,-4 2-60 0,-5 4-88 0,2 1-48 0,-5-2-4 15,0 2-168-15,-4-4 0 0,0-4-108 16,0-5 20-16,0-5-264 0,0-4-348 0,0-5-200 16,0-5-416-16,0-3-1264 0,0-4-4149 0</inkml:trace>
  <inkml:trace contextRef="#ctx0" brushRef="#br0" timeOffset="142915.345">22962 2621 5612 0,'0'0'3984'0,"0"0"-2343"0,0 0-409 0,79-52 488 15,-48 35-292-15,1 4-336 0,4 1-248 0,1 6-148 16,-5 6-240-16,-1 0-212 16,-3 0-96-16,-8 3-148 0,-4 6-8 15,-4 2-4-15,-1 1-48 0,-6 7 60 0,-5-3-100 16,0 3 16-16,-9 6 24 0,-6-3 56 16,-2 3-40-16,-2 1-44 0,-5 3 88 15,4-3 0-15,1-5 96 0,6-2-20 16,1-6-76-16,5 3-4 0,2-7-104 15,5 1 108-15,0-4 48 0,5 4 124 0,-1-4-36 16,3 0 24-16,5 1-12 16,-3-4-76-16,6-3-60 0,1 0 12 0,4-3-24 15,0-7-488-15,4-6-512 0,-1-3-428 16,-3 4-1008-16,8-11-3705 0</inkml:trace>
  <inkml:trace contextRef="#ctx0" brushRef="#br0" timeOffset="143101.349">23766 2489 10676 0,'0'0'2301'0,"0"0"-1321"15,0 0 512-15,0 0 288 0,0 0-248 0,0 0-512 16,-52 74-520-16,52-62-256 0,0 4 24 16,0-4-48-16,8 4-36 0,8-3-88 15,0-4 88-15,8-2 120 0,4-4-159 16,0-3-145-16,0 0-4 0,0-3-105 15,0-4-267-15,-5 1-260 0,1-8-180 16,0 3-240-16,-8-3-948 0,4-7-3260 0</inkml:trace>
  <inkml:trace contextRef="#ctx0" brushRef="#br0" timeOffset="143246.854">23957 2470 4072 0,'0'0'7449'0,"0"0"-6553"0,0 0-116 0,-28 82 1124 0,24-50 400 15,1 3-576-15,3 0-880 16,0 6-580-16,0 8-268 0,3 1-96 0,1 7-652 16,0-10-1336-16,-4 24-3368 0</inkml:trace>
  <inkml:trace contextRef="#ctx0" brushRef="#br0" timeOffset="149180.483">22053 17456 4644 0,'0'0'400'15,"0"0"4232"-15,0 0-3187 0,0 0-329 16,-64-67-16-16,52 51 272 0,4 4-176 16,0-1-144-16,0 3-156 0,8 3-228 15,-4 2-68-15,4 2-20 0,0 3-92 0,0 0-184 16,8-4-96-16,8 4 84 15,8 0-12-15,11 0-96 0,10 0-16 0,2 4-160 16,5 2-8-16,0 0-76 0,-5 1 68 0,2-4-44 16,-6 0-32-16,-2-3-52 15,2 0 4-15,-3 0-212 0,-9-3-216 16,1-4-64-16,-11 4-52 0,-1-3-348 0,-12 3-832 16,-1 0-1120-16,-7-1-1973 15,-4 2-1703-15</inkml:trace>
  <inkml:trace contextRef="#ctx0" brushRef="#br0" timeOffset="149382.387">22013 17529 4516 0,'0'0'5848'16,"0"0"-4663"-16,0 0-349 0,0 0-276 0,0 0 40 16,0 0 176-16,0 0 20 0,0 0 96 15,0 0-376-15,107 44 48 0,-55-44-32 16,4 0-172-16,4 0-276 0,-9-6-68 15,-3 3-32-15,-4-7-68 0,-4 4 20 16,0-4-120-16,-8 1-88 0,0-3-440 16,-4-1-340-16,-4-4-756 0,-9 2-996 15,-2 2-1881-15,-9-9-1459 0</inkml:trace>
  <inkml:trace contextRef="#ctx0" brushRef="#br0" timeOffset="149664.936">22463 17062 3572 0,'0'0'16'0,"0"0"5324"0,0 0-4136 15,0 0-159-15,0 0 815 0,0 0-424 16,108 55-416-16,-73-37-276 16,1 1-256-16,5 0-224 0,-6 3-112 0,1 0-152 15,-4 4-12-15,0-1-64 0,-4 5 16 16,-4-5-28-16,-9 3 84 15,-3 1 4-15,-12 3 0 0,0 3 0 0,-8 2-56 16,-3-2-116-16,-10 7-116 0,-3-8-232 16,1 1-68-16,-5-3-20 0,0-3 64 0,4-3-268 15,0-12-700-15,1 0-1613 16,6-8-2887 0,-3-3 3349-16</inkml:trace>
  <inkml:trace contextRef="#ctx0" brushRef="#br0" timeOffset="150279.871">24491 17131 4216 0,'0'0'1588'0,"0"0"3036"15,0 0-2835-15,0 0-573 0,0 0 164 16,-79-25-120-16,58 25-232 0,1 11-212 16,1 3-368-16,-1 13-80 0,4 7 24 0,0 8-96 15,-1 8-112-15,6 1-96 0,3 0-40 16,0-7 48-16,8-2-96 0,0-14-132 15,0-9-16-15,8-12-84 0,4-7-16 16,8-7 104-16,4-8 140 0,4-10 0 16,4-11-44-16,0-5-236 0,0-3-196 15,-1-2 32-15,-3 2 176 0,-4 0 136 16,0 6 136-16,-4 6 0 16,-5 7 64-16,-6 8-60 0,-5 9 8 15,0 4 100-15,-4 4 172 0,0 4 248 0,0 11-148 0,0 4-40 16,0 10-112-16,0 3-12 0,0 6-36 15,-4-3 60-15,0-1-48 0,-1-5-80 16,5-6-116-16,0-11-196 0,0-6-160 16,13-6 0-16,-2-6 76 0,6-10-80 15,7-12-380-15,-1-7-388 0,1-7-848 0,-4 10-2005 16,8-18-2135-16</inkml:trace>
  <inkml:trace contextRef="#ctx0" brushRef="#br0" timeOffset="150460.772">24846 16479 184 0,'0'0'716'0,"0"0"5184"0,0 0-2712 0,0 0-1307 16,0 0-473-16,0 88 116 15,0-34-12-15,4 12-292 0,-4 8-104 16,0 2-220-16,0 4-432 0,-4-2-464 0,0-5-24 16,-1-6-380-16,5-13-444 15,0-13-152-15,9-15 204 0,6-17 172 0,6-9-384 0,3-3-1056 16,-1-19-813-16,1 3-1955 15,8-22-699-15</inkml:trace>
  <inkml:trace contextRef="#ctx0" brushRef="#br0" timeOffset="150662.073">25288 16380 900 0,'0'0'8248'0,"0"0"-6079"0,0 0-477 16,8 92 36-16,-8-48-176 0,0 7-196 15,0 12-304-15,0 5-96 0,3 4-160 16,-3 7-320-16,0 3-344 0,0 5-132 16,0-5-216-16,5-2-224 0,-1-8-636 0,4-7-540 15,3-15-864-15,2-9-1684 16,2-15-569-16,6-6-1595 0</inkml:trace>
  <inkml:trace contextRef="#ctx0" brushRef="#br0" timeOffset="151461.622">26029 16884 6916 0,'0'0'2800'15,"0"0"-1531"-15,0 0 219 0,0 0-48 16,0 0 28-16,91 61 28 0,-74-39-528 16,2 4-376-16,-6-4-220 0,-6 3-216 0,1-3-156 15,-4-5-24-15,-4-3-124 16,4-3-144-16,-4-5-292 0,5-4-208 16,-1-2-68-16,3-8-60 0,10-5 388 0,-2-10 216 15,9-5 64-15,-4-4 24 0,0-3 228 16,0 4 12-16,-1-1 164 0,-6 3 64 15,2 7 80-15,-2 3 56 0,-2 6 80 16,-7 7-44-16,0 3-96 0,0 3 124 16,-4 6 292-16,0 7-236 0,0 6-152 15,0 6-168-15,0-2-164 0,-4 2 124 0,0 0-124 16,0-9-12-16,1-3-104 0,3-7-144 16,0-2-232-16,3-4 84 15,9 0 396-15,1-7 0 0,2-3 0 0,5-8-164 16,1-2 116-16,-2 1 48 0,1 4-12 15,-4-2-64-15,4 5 16 0,-4 5 60 0,0 1 60 16,-4 6 128-16,-4 0 84 16,4 10 100-16,-5 2-16 0,-2 4-84 15,-1 3-100-15,0 0 52 0,0 1-52 0,-4 2 12 16,0-3 24-16,0-3-100 0,0-1-108 16,0-5-68-16,3-1-92 0,-3-2-184 15,4-4 12-15,4 0-12 0,5-3-272 16,-6 3-168-16,10-3-168 0,2 0-636 15,-3-3-1452-15,12-7-3177 0</inkml:trace>
  <inkml:trace contextRef="#ctx0" brushRef="#br0" timeOffset="151774.231">27144 16742 11597 0,'0'0'2276'0,"0"0"-1188"0,0 0-384 15,0 0 588-15,0 0-112 0,-79 73-368 0,55-39-196 16,4 1-116-16,0 0 52 15,4-6-16-15,8-4-244 0,1-5-292 16,-2-11-80-16,9-3-112 0,0-3-52 0,0-3 60 16,9 0-168-16,2-9 228 0,1-4 40 15,4-3-112-15,4-6 36 16,-4 0-24-16,4-3 40 0,-4 5 44 0,-4 4 16 16,-4 4 8-16,0 2-20 0,-5 7 20 0,1 3 0 15,-4 0 76-15,5 3 256 16,-1 7 52-16,-4 6 156 0,4-1-208 15,0 2-120-15,-4 2-28 0,4-7-44 0,-1 1-64 16,1 0-52-16,1-4-56 16,-1-3-64-16,7 1-12 0,-3-4-84 0,9-3-296 15,-6 0-384-15,6-3-480 0,-2-4-684 0,-6 1-1761 16,10-3-2335-16</inkml:trace>
  <inkml:trace contextRef="#ctx0" brushRef="#br0" timeOffset="152045.155">27471 16881 10937 0,'0'0'2064'0,"0"0"-600"15,0 0 564-15,-4 73-180 16,1-38-468-16,-1 6-588 0,-1 8-436 0,1 7-100 15,-4 11 36-15,1 3-124 0,-6 0-60 16,5 0 16-16,4-3-124 0,1-8-48 16,-1-5-292-16,4-6-184 0,0-7-124 15,4-5 88-15,3-11-80 0,1-3-224 16,5-9-376-16,2-10-404 0,1-3-548 0,-4-3-853 16,8-20-2503-16</inkml:trace>
  <inkml:trace contextRef="#ctx0" brushRef="#br0" timeOffset="152278.828">27634 16898 13937 0,'0'0'1916'16,"0"0"-1716"-16,0 0-136 0,0 0 180 0,0 0 116 16,0 0-12-16,0 0-84 0,0 0-180 15,0 0 28-15,88 8 76 16,-75-2 8-16,-2 5-144 0,-7-3-52 0,0 6-8 0,-4 5 4 15,0 0-108-15,-12 3-124 16,-8 3-112-16,-4 1-36 0,-4 2 20 16,1-8 12-16,-5 2-100 0,4-6-28 15,0-7-340-15,0 1-568 0,8-7-1101 16,-8-3-3343-16</inkml:trace>
  <inkml:trace contextRef="#ctx0" brushRef="#br0" timeOffset="153256.069">28137 17015 184 0,'0'0'8556'0,"0"0"-7056"16,0 0-547-16,0 0-297 0,0 0 304 0,0 0-92 15,19-70-448-15,-15 67-256 0,-4-1 88 16,0 1 244-16,5 3 184 0,-5 0-88 16,0 0-104-16,0 0 72 0,0 7-16 15,-9-1-196-15,2 4-340 0,-5 2 88 16,0-2 40-16,4 3 12 0,0-4-72 15,8 0-76-15,0 1-56 0,4-1-80 0,4 4 28 16,8 0 44-16,0-1-20 0,4 1 8 16,4-3 64-16,-5 3-60 15,-2-7 72 1,-2 1 44-16,1-1 40 0,-4 0-20 0,-4 3-4 16,-3-2 16-16,-2 2 84 0,1 4 60 0,-4 0-60 0,0-1-72 15,0 1 24-15,-4-1-112 0,-4 1-40 16,0-3-132-16,4-1-184 0,-4-2-64 15,1-1-12-15,-6-3-28 0,5 0-112 16,-4-3 16-16,0 0-68 0,1 0-196 0,-2-3-144 16,-2-3-388-16,2-1-749 0,6 2-579 15,-5-8-1804-15</inkml:trace>
  <inkml:trace contextRef="#ctx0" brushRef="#br0" timeOffset="155211.14">7239 5517 3392 0,'0'0'7484'0,"0"0"-4703"15,0 0-1513-15,-36-72-528 0,25 37 240 16,6 0-72-16,-3-9-176 0,4-8-264 16,4-4-196-16,0-11-124 0,0-3-148 0,8-6-76 15,1-3-32-15,2 5-4 0,5 8-60 16,0 9 0-16,-1 12-16 0,6 13 104 16,-5 7 84-16,3 12-12 0,2 4-76 0,-1 9 84 15,7 3 4-15,1 10 200 0,9 9-28 16,-2 9-100-16,5 14 88 0,-1 9-72 15,6 13-76-15,-9 5 24 0,-1 12-36 16,-3-1-112-16,-4-6 40 0,-4-6 72 16,-8-14 72-16,0-10 224 15,-8-11-212-15,-1-14-84 0,-7-6-52 0,0-10-44 16,0-2-224-16,-15-4-312 0,-5 0-96 16,-4 0 56-16,-8-7 260 0,-8 4 304 15,5-4-116-15,-5 1-40 0,-4-3 116 16,0 2-44-16,-4-2 16 0,1-4 40 0,-5-3 136 15,-1-3 212-15,2-2-48 16,3-5-64-16,5 0-12 0,6 1 64 0,10 2 148 16,11 5 92-16,8 5 72 0,8-3-268 15,4 0-128-15,16-3-60 0,7-6 72 0,14-7 180 16,6-3-136-16,13-3-84 16,-1-4-40-16,9 2-48 0,1 1-28 0,2-2 28 15,-4 6-76-15,1 2-24 0,-4 6 72 16,-5 2-24-16,-6 5 40 15,-10 8-56-15,-15 2 32 0,-8 10 20 0,-8 0-36 16,-8 6 100-16,-4 13 188 0,-4 3 36 16,-12 11-12-16,-8 4-52 15,-4 11 88-15,-11 9-48 0,-6 3-16 0,-6 7 4 16,-5 1 56-16,0-2-20 0,-4-3 72 16,4-3-52-16,2-9-160 0,-2-3-68 15,3-10 52-15,6-6-68 0,3-7-136 0,4-3-244 16,8-8-324-16,8-6-324 15,4-4-616-15,8-2-3145 0,1-2-5331 0</inkml:trace>
  <inkml:trace contextRef="#ctx0" brushRef="#br0" timeOffset="155521.816">6466 4879 5256 0,'0'0'416'16,"0"0"5145"-16,-28 68-3829 0,17-30-472 15,2 12 52-15,5 4-80 0,4 10-152 16,0-1-228-16,13 7-164 0,10 0-212 15,5 0-192-15,3 7-188 0,10-2-96 16,2-2-180-16,6-2-16 0,2-15-60 16,1-12-124-16,4-18-236 0,4-20-12 0,0-9-116 15,3-22-432-15,-16-1-1060 16,26-38-2789-16</inkml:trace>
  <inkml:trace contextRef="#ctx0" brushRef="#br0" timeOffset="155715.388">8212 4651 13269 0,'0'0'2016'15,"0"0"-1112"-15,75 80-424 0,-47-45-56 0,4 9 504 16,-4 3 24-16,-4 7-424 16,-5 3-284-16,-3 4-240 0,-8 2-4 15,-4 6-48-15,-4 5-4 0,-8 0-20 16,-3 2-124-16,-10 0-124 0,-3-3-356 0,-4-4-168 0,-4 1-248 15,-3-3-596-15,7-19-2961 0,-32 18-3103 16</inkml:trace>
  <inkml:trace contextRef="#ctx0" brushRef="#br0" timeOffset="157093.527">29053 16935 10612 0,'0'0'2173'0,"0"0"-217"16,0 0-116-16,0 0-856 15,0 0-428-15,80 86-224 0,-65-60-132 0,-2 2-4 16,-2-5-100-16,-2-2-48 16,-5-2-48-16,0-3-64 0,0-6-20 15,-4-4-152-15,0 0-208 0,0-6-236 0,0 0-192 16,0-3-260-16,-8-3-856 0,-1-7-961 15,-2-3-2731-15,-1 1 817 0,0-15 4863 16</inkml:trace>
  <inkml:trace contextRef="#ctx0" brushRef="#br0" timeOffset="157247.173">29058 16662 912 0,'0'0'444'0,"0"0"9153"0,0 0-7685 0,0 0-436 15,0 0-52-15,0 0 8 0,0 0-568 0,86-19-468 16,-58 19-396-16,-3 3-88 0,-5 3-12 15,3-2-136-15,-3 2-568 0,0 0-424 16,-4 1-348-16,0 2-844 0,-4 0-1985 16,-8-2-975-16,-4 10 3476 0</inkml:trace>
  <inkml:trace contextRef="#ctx0" brushRef="#br0" timeOffset="157492.65">29352 16893 3940 0,'0'0'988'0,"0"0"5173"0,0 0-5133 0,24 83-168 15,-20-60 172-15,4-1 220 0,-5 0-232 16,1-3-196-16,1-2-240 0,-5-5-324 15,4-5-212-15,0-5-48 0,0-2-112 16,3 0-12-16,2-9 120 0,7-3 0 0,4-15 4 16,-1-1-148-16,1-3-52 0,4-4 16 15,1 0 84-15,-2 3 12 16,1 6 76-16,-4 7-64 0,-1 7-36 0,-2 2 100 16,-6 7 12-16,2 3 184 0,-5 3 360 15,-1 7 64-15,-3 5-52 0,0 1-16 16,5 3-332-16,-5 3-200 0,0 1-8 0,-1-1-84 15,5 0-76-15,5 0-124 0,-2-2-604 16,6-5-216-16,6-2-728 16,-7 0-2004-16,16-7-3617 0</inkml:trace>
  <inkml:trace contextRef="#ctx0" brushRef="#br0" timeOffset="158234.373">30411 17138 3040 0,'0'0'11193'0,"0"0"-11193"0,0 0-20 16,0 0 20-16,13-76 712 16,-2 38-336-16,10-3-220 0,3-11-156 0,4-4-76 0,0-4-12 15,7-7 0-15,-3 3 24 16,4-2 16-16,-4-1-20 0,-4 7 64 16,0 6 4-16,0 6 0 0,-5 10 96 0,-3 6 44 15,0 11 324-15,-4 7 80 0,-4 4 16 16,0 8-136-16,-4 2-64 0,4 0-12 15,0 12-52-15,4 2-124 0,-4 0-164 16,-1 9 4-16,2 5 88 0,-5 5-16 16,-1 1 40-16,-3 4-72 0,-4 0-40 15,0 1-12-15,-4-1-4 0,-3 0-196 16,-1-3-192-16,-5 0 120 0,-2-3 176 16,-1-4 96-16,0-3 12 0,0 1 52 0,4-10-60 15,0-4-4-15,0-5-100 0,0-7-272 16,4 0-300-16,-8-10 16 0,5-2 16 15,-9-7 64-15,-1-4-552 0,2 1 324 16,-5-3 204-16,4-3 344 0,-5-2 180 16,2 5 76-16,7 3 348 0,0 6-220 15,8 4 332-15,4 5-12 0,4 1-308 0,0 2-140 16,8 1 328-16,4 0 92 0,7-4-64 16,9 0-104-16,0 2-176 0,4-4-68 15,9-2 40-15,-6 3-48 0,5-5 4 16,0 1-12-16,-4-2-60 0,0 4 20 15,-8 1-76-15,-5 6 124 0,-3 0 8 0,-3 0 4 16,-2 3 76-16,-3 0 212 0,-4 0-160 16,-4 3 48-16,-4 0 24 15,0 3 64-15,0-2 32 0,0 3 88 0,-7 1 80 16,-10 5-156-16,2-1-96 0,-5 7-76 16,-8-2 136-16,0 5 40 15,-8 1-96-15,4-1-228 0,-4 3-48 0,4 0 36 16,1 3-88-16,-1-2-48 0,0 6-196 15,-5-3-240-15,9 2-148 0,-4-2 52 0,9-7-84 16,-1 0-592-16,13-6-1368 0,-10-6-2781 16</inkml:trace>
  <inkml:trace contextRef="#ctx0" brushRef="#br0" timeOffset="158662.836">30404 16405 1172 0,'0'0'10461'16,"0"0"-9193"-16,0 0-708 0,0 0 280 0,0 0 444 15,0 0-276-15,0 0-284 0,0 0-440 16,-80 57 52-16,72-15 56 15,4 8 16-15,4 4-40 0,0 6-12 16,0 1 48-16,4-4 196 0,1 0-260 0,2-2-232 16,1-8-108-16,4-3-84 0,0-3-112 15,4-9-392-15,8-7-196 0,4-6-28 16,4-8-300-16,3-9-604 0,6-9-552 16,-9-5-2101-16,15-29-1671 0</inkml:trace>
  <inkml:trace contextRef="#ctx0" brushRef="#br0" timeOffset="158859.502">31328 16326 10272 0,'0'0'2469'16,"0"0"-1857"-16,0 0-164 0,0 0 668 0,88 76 164 16,-68-54-364-16,-5 3-296 0,2-2-224 15,-2 3-136-15,-2 2-188 0,-5 0-72 16,-8 4-12-16,0 6-456 0,-12 3-300 15,-8 6-336-15,-8 8-216 0,-8-1-636 16,-4 4-553-16,9-14-1395 0,-25 16 608 16</inkml:trace>
  <inkml:trace contextRef="#ctx0" brushRef="#br0" timeOffset="160185.614">25798 18136 1684 0,'0'0'1616'0,"0"0"3956"0,0 0-4020 16,0 0 97-16,0 0-653 0,-76-7-320 0,64 7-168 16,5 0-104-16,-2 9 52 0,1 1 324 15,4 9-140-15,1 3-412 0,-1 7-92 16,4 7 0-16,0-3 12 0,0 3 40 15,7-4-40-15,-3-7-36 0,4-3-24 16,-4-10-88-16,1-5-64 0,-1-1-120 16,3-6-52-16,-3 0 60 0,8 0 164 0,0-8-100 15,9-9-12-15,-6-5-64 0,5-3-12 16,0-11-64-16,-4 4 12 0,-1 1-24 16,-2 2 100-16,-2 7 96 0,-7 3 80 15,0 6 124-15,1 4 40 0,-5 6-36 0,0 3-124 16,0 0 68-16,4 0-72 15,0 6 76-15,3 7 416 0,1 2-164 16,1 4-80-16,2 4-36 0,-3-1 24 0,5 3-52 16,-6 1-60-16,1-7-112 0,0 0-12 15,-3-6-60-15,2-4-116 16,-7-6-84-16,4 1-148 0,0-4-116 0,0 0-260 16,0-7 4-16,5-2-440 0,-6-4-672 0,1 1-1209 15,0-7-2027-15</inkml:trace>
  <inkml:trace contextRef="#ctx0" brushRef="#br0" timeOffset="160450.101">26057 18161 4940 0,'0'0'2424'15,"0"0"-764"-15,0 0 124 0,0 0-267 0,0 0-433 16,84 12-384-16,-60-2-256 0,-1 2-52 16,1 5-64-16,0-2 12 0,-8 1-64 0,0 0-76 15,-4 4-32-15,-4-5-8 0,-4 4 64 0,0-1-36 16,-4 2-36-16,0 2-68 15,0-6-20-15,-4 3-60 0,0-6-4 0,4-3-60 16,-4-8-12-16,4 2-40 0,0-4-52 0,0 0-60 16,0-4-40-16,4-2 264 15,0-7 152-15,8-2 172 0,-4-4-100 16,4 0-48-16,0 0-28 0,-5 0-24 0,2 0-80 16,3-1-44-16,-8 2-148 15,3-1-472-15,2-1-540 0,-1 1-264 16,-1-3-596-16,-3 9-1865 0,9-9-1371 0</inkml:trace>
  <inkml:trace contextRef="#ctx0" brushRef="#br0" timeOffset="160731.84">26515 18192 5260 0,'0'0'2832'0,"0"0"-1484"0,0 0-324 16,0 0 225-16,0 0 31 0,44 67-476 16,-32-67-412-16,0 0-124 0,4 0-56 0,0-10-108 15,-4-2 8-15,3-4 4 0,2-3-116 0,-2-3-16 16,-2 0-32-16,-5 2-28 15,-1 1 0-15,-3 6 76 0,0 8 100 16,-4-2 28-16,0 7 124 0,-4 0 48 16,-4 0-136-16,-8 0 0 0,4 7 60 0,-4 4 44 15,1 3-144-15,3 5-60 16,-4 6 8-16,4 4 4 0,3 3 124 0,2 5 24 16,-1 1 76-16,4 1-92 15,4-1-56-15,0-2-152 0,8-8-8 0,8-6-212 16,4-7-40-16,11-1-4 0,5-8-8 15,8-6-372-15,9 0 396 0,2-10-748 16,-11 0-1048-16,23-18-4033 0</inkml:trace>
  <inkml:trace contextRef="#ctx0" brushRef="#br0" timeOffset="161137.933">28169 18231 3312 0,'0'0'6508'0,"0"0"-4071"16,0 0-577-16,0 0-320 0,0 0-24 15,0 0-300-15,0 0-416 0,32 88-336 16,-21-52-156-16,6-2-64 0,-2 1-72 0,-2 0-124 15,-2-7-48-15,-3-5-52 16,-4-4-48-16,0-10-168 0,1-2-320 16,-5-4-224-16,0-3-252 0,0-6-612 0,0-5-1016 15,0-14-2633-15</inkml:trace>
  <inkml:trace contextRef="#ctx0" brushRef="#br0" timeOffset="161296.188">28125 17977 7384 0,'0'0'2760'0,"0"0"-583"0,0 0-1117 0,0 0-172 16,0 0 664-16,76-29-548 0,-41 17-692 15,5-5-312-15,4 2-128 0,-8 2-348 0,0-3-704 16,0 3-696-16,-5 0-1009 0,-7 7-2159 16,8 3-503-16</inkml:trace>
  <inkml:trace contextRef="#ctx0" brushRef="#br0" timeOffset="161555.631">28643 17898 5380 0,'0'0'4332'0,"0"0"-2459"0,0 0-297 16,0 0-40-16,7 72-204 0,-10-56-240 0,-5 3-272 16,0 0-104-16,-1 4-176 0,2-2-220 15,-1-2-200-15,0 4-120 0,3-4-4 0,5 0 4 16,0-3 76-16,0 0 44 16,0-1 28-16,9-5 0 0,3-1 8 0,0 1-32 15,4-1-4-15,4-2-32 0,-1 0 44 16,1 0-72-16,-3-2-56 0,-2 2 12 15,2 2 32-15,-10-3-44 0,1 7 4 0,-4-3 52 16,0 3 24-16,-4 1-84 16,-4 0 0-16,-8 2-108 0,0-4-52 15,0-2-48-15,-3-1-48 0,-2-6 76 0,1 1-224 16,5-4-200-16,-1 0-144 0,-1-7-184 16,6-5-164-16,-1-1-440 0,8-6-704 15,0 2-1729-15,4-1-907 0</inkml:trace>
  <inkml:trace contextRef="#ctx0" brushRef="#br0" timeOffset="161828.185">28850 18192 7036 0,'0'0'2972'0,"0"0"-799"0,0 0-233 15,0 0-248-15,0 0-524 0,0 0-400 16,0 0-236-16,0 0-236 0,79 70-156 0,-66-64-140 16,-5-1-148-16,3-5 12 15,2 0 136-15,2-5 112 0,5-4 24 0,-4-7-64 16,4-3-72-16,-4-3-8 0,4 0-104 15,-8 0-36-15,4 2-84 0,-9 1-76 16,2 4 108-16,-5 2 28 0,-4 1 8 16,0 5 164-16,0 1 100 0,-8-1 124 0,-4 4 72 15,0 1-124-15,0 2-8 0,-4 0-44 16,5 8-68-16,-6 9-28 16,6-2-24-16,-2 8-124 0,1-2-24 0,5 5-12 15,2-7-88-15,1 0-212 0,4-7-496 16,0 1-520-16,0-7-936 0,0 4-3245 0</inkml:trace>
  <inkml:trace contextRef="#ctx0" brushRef="#br0" timeOffset="162994.641">29436 17898 900 0,'0'0'8172'0,"0"0"-6287"0,0 0-113 16,0 0-512-16,0 0 44 0,0 0-452 15,0 0-432-15,0 0-220 0,39 79-88 16,-31-48-40-16,-4-2-72 0,1 2-60 16,-1-5-80-16,-4-3-108 0,0-4 24 0,3-7-8 15,-3-2 32-15,0-7 12 0,4 0-76 16,0-3 0-16,4-6 264 0,1-4 88 15,6-7 164-15,1-4-124 0,0-5 32 0,0 1-160 16,0 3 0-16,4-1-36 0,-5 4-88 16,2 4-4-16,-6 8 52 15,-2 4-48-15,3 3 56 0,-8 3 68 0,3 10 252 0,-3 6 48 16,-4 0 16-16,0 6 112 16,0-2-164-16,0 3-28 0,0-5 0 15,0-2-24-15,-4 1-52 0,4-8 24 0,0-2-8 16,0-4-176-16,0-6-36 15,0 0-264-15,4 0-160 0,5 0 288 16,2-6 20-16,1-1 80 0,4-5-16 0,-4-1 88 16,0 3 0-16,-4-2 0 0,4 3 0 15,-7 2 4-15,-2 1-4 16,1 3-4-16,-4 3-48 0,0 0-8 0,4 0-40 16,-4 0 0-16,8 3 100 0,0 5 76 0,0-1 36 15,4 5-112-15,-1-1-8 16,-2-5-220-16,3 4-188 0,0-7-148 15,0 0-144-15,-1 0-52 0,-2-3-208 0,-1 0-480 16,0 0-737-16,-5 0-695 0,5-6-1436 16</inkml:trace>
  <inkml:trace contextRef="#ctx0" brushRef="#br0" timeOffset="163269.024">30097 18030 6716 0,'0'0'4865'16,"0"0"-3277"-16,0 0-444 15,0 0 192-15,4 87-144 0,-4-68-384 0,0-4-252 16,4-2-232-16,0-7-324 0,4-6-76 16,0 0-8-16,4-3-104 0,8-10 28 15,-4-3 100-15,3-5-252 0,2-5-60 16,-5 1-24-16,-1-1 132 0,-3 4 52 16,0 3 8-16,-8 0 92 0,4 6 24 15,-8 0 24-15,0 4 64 0,0 2 44 16,-4 0 284-16,-4 5-16 0,-8 2 12 0,1 2-260 15,-6 9 60-15,-3 5-24 0,9 3 8 16,-5 6-108-16,0 3-44 0,8-2 36 16,-4-1-108-16,8-2-32 0,0-8-188 0,4-3-644 15,4-1-712-15,-4-8-1457 0,4-3-2683 16</inkml:trace>
  <inkml:trace contextRef="#ctx0" brushRef="#br0" timeOffset="163512.29">30321 17879 6156 0,'0'0'2740'0,"0"0"-643"0,0 0-581 0,0 0-368 0,0 0-476 16,0 0-280-16,83 63-164 0,-71-41-28 15,0 6 64-15,-5-2-60 16,2 3 72-16,-1-4-200 0,-4 1-28 0,0-5 16 16,-4-2-52-16,0 1 64 0,0-5 64 15,0-8-28-15,0-4-36 16,0-3-76-16,0 0-76 0,3-3 76 0,-3-10 128 15,8-3 84-15,1-6-116 0,2-3-96 16,1-7-128-16,0 3-332 0,4 0-284 16,-4 1-240-16,4 0-452 0,-4 8-1429 0,12-1-3107 15</inkml:trace>
  <inkml:trace contextRef="#ctx0" brushRef="#br0" timeOffset="163759.502">30675 17862 7248 0,'0'0'2504'0,"0"0"-815"0,0 0-189 16,-4 96-200-16,12-55-228 0,-5 3-100 16,6 7-160-16,-1 3-120 0,0 3 100 0,-5 0-92 15,1 0-464-15,0-3-152 0,1-6-84 16,-5 0-268-16,0-11-116 0,0-1-84 15,0-8 0-15,4-6-128 0,-4-6-60 16,0-10 24-16,0-6-172 0,4-6-1172 16,0-13-1221-16,-1 3-2075 0,1-26 393 0</inkml:trace>
  <inkml:trace contextRef="#ctx0" brushRef="#br0" timeOffset="163933.853">30763 17868 6460 0,'0'0'2352'0,"0"0"-348"0,0 0-207 15,0 0-329-15,0 0-420 0,0 0 20 0,0 0-440 16,0 0-340-16,0 0-16 0,0 0-24 16,63 70-60-16,-59-44-40 15,-4 2-52-15,0-2 28 0,0-1-40 0,-4-2-84 16,-4-2-88-16,0-4-280 0,0-4-492 16,0-4-420-16,1-9-308 0,3 0-980 15,4-9-2041-15,0-24 689 0</inkml:trace>
  <inkml:trace contextRef="#ctx0" brushRef="#br0" timeOffset="164363.219">30989 17408 12 0,'0'0'7600'0,"0"0"-5536"0,0 0-347 0,0 0 203 0,0 0-460 16,45 73-744-16,-38-35-400 16,-3 13 48-16,0 0 100 0,-4 7 348 0,0-6-168 15,0 6-288-15,-4-7-208 0,0 0-148 16,-3-6-172-16,3-8 12 15,-1-5-24-15,5-10 20 0,0-6 28 0,0-5 12 16,0-9-72-16,0-2-116 0,9 0-172 16,2-7 320-16,1-2 164 0,8-4-4 0,-4 0-124 15,0 1-92-15,4-1 8 0,-4 4 76 16,-4-1 84-16,-4 7 52 16,0 0 100-16,-5 3 52 0,1 0 164 0,1 0 48 15,-1 0-80-15,-4 0-8 0,4 3-64 16,0-3-60-16,0 3-152 15,-1 0-124-15,5 4 0 0,1-4 36 0,-1 0 80 0,3 3-92 16,-2-3 0-16,2 1 0 16,1-4 16-16,4 0-4 0,-4-4 36 15,4-2 52-15,0-3 0 0,-4-4 0 0,8 0-76 16,-4-3-188-16,-1 1-164 0,2-4-504 16,-2 6-436-16,-2 1-164 0,-2 1-41 15,-2 5-79-15,-5 3-36 0,0 0 424 16,0 3 756-16,-4 0 508 0,0 0 172 15,0-7-172-15,0 1-156 0,7-7-928 16,-3 4-608-16,9-13-995 0</inkml:trace>
  <inkml:trace contextRef="#ctx0" brushRef="#br0" timeOffset="164639.35">31751 17672 7828 0,'0'0'3953'0,"0"0"-2177"0,0 0-228 0,0 0-128 0,-40 76-400 16,24-54-300-1,-5 3-80-15,6 1 72 16,3-4 48-16,0 0-396 0,4 0-364 16,0-5-172-16,8-9-172 0,0 3-60 0,0-5-48 0,4-4-152 0,4 3 12 15,3-3 172-15,2-2 148 16,2 0 48-16,2 0 112 0,-2-2 112 0,2 2 60 16,3 0-24-16,-8 0-24 0,3 0 36 15,-2 0 40-15,-2 2 12 0,-2 5 208 0,-2-4-48 16,1 3-136-16,-4 1-60 15,-4-1-64-15,0 0-40 0,0 1 28 16,-8 2-48-16,1-3-64 0,-6 1-48 0,-2-1-200 16,2-2-140-16,-6-4-316 0,-1 0-860 15,8 0-2733-15,-16-4-2695 0</inkml:trace>
  <inkml:trace contextRef="#ctx0" brushRef="#br0" timeOffset="165662.574">31922 17729 6988 0,'0'0'2168'0,"0"0"-424"0,0 0 169 16,0 0-81-16,0 0-308 0,0 0-276 16,0 0-304-16,0 0-144 0,55 70-116 0,-55-45-192 15,4 7-188-15,-4-4-172 0,0-6-120 16,0 1-12-16,0-10-120 16,0-4-100-16,0-6-184 0,0 1-60 0,9-4-112 15,2-7-104-15,10-8-24 0,-2-4 96 16,5-7 120-16,-4 0 228 0,0 1 116 15,-4 3 88-15,-4 6 56 0,-4 3 100 0,0 7 140 16,-4 0 136-16,0 6 60 16,-4 0 256-16,0 0 100 0,0 6-140 0,0 3-164 15,0 4-388-15,-4 0-96 0,0-4-4 16,4 4-88-16,0-4-44 0,0-4-152 0,0-3-108 16,8-2 24-16,-1 0 180 15,10-7 128-15,-6-2 56 0,6-1-8 16,2-2 0-16,-6-1 4 0,2 7 4 0,-2 2 4 15,-2 1 244-15,2 3 128 16,-2 0 80-16,1 10 4 0,0 0-164 0,4-1-120 16,-4 4-132-16,0 0-40 0,0-1-60 15,4 1-224-15,-4-1-340 16,0-2-200-16,0-3-40 0,4-2-452 0,-4-1-1464 16,3-4-3493-16</inkml:trace>
  <inkml:trace contextRef="#ctx0" brushRef="#br0" timeOffset="165995.275">32930 17459 4120 0,'0'0'7045'16,"0"0"-5609"-16,0 0 272 0,0 0 972 15,0 0-616-15,0 0-840 0,0 0-736 0,-20 70-232 16,8-41-24-16,-4 2 12 0,0 1-88 15,0-4-144-15,4-2-12 0,0-3-8 16,5-4-88-16,2-5 12 0,1 0 0 16,4-5-100-16,4 1-12 15,5-1 28-15,2 1 20 0,5-1 40 0,0 1-40 16,4 2-72-16,-4-2-60 0,4 3 36 16,0 4 48-16,-4-3 36 0,-4 2 152 0,0 1 8 15,-5-1 64-15,1-2 60 0,-8 3-64 16,0-1-60-16,0 0-284 0,-4-4-84 15,-3 4-136-15,-5 0-412 0,-4 0-472 16,0-2-476-16,0 0-716 16,0-3-1645-16,-4 4-635 0</inkml:trace>
  <inkml:trace contextRef="#ctx0" brushRef="#br0" timeOffset="166169.462">33152 18154 14161 0,'0'0'2992'0,"0"0"-2992"0,0 0-1000 0,0 0-44 16,0 0-1192-16,0 0-3881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32:23.21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2514 8388 4500 0,'0'0'6661'0,"0"0"-4445"16,0 0-784-16,0 0-564 0,0 0 64 16,0 0 596-16,0 0-260 0,0 0-168 15,0 0-320-15,0 0-280 0,32-22-99 16,-9 19 375-16,5 3-356 0,9 0-176 16,2-3-64-16,5-1-24 0,0 1 40 15,7-3-4-15,1 0-60 0,0-4-60 16,-1-3-12-16,2 1-60 0,-5-1 0 0,-1-4-44 15,-7 2-16-15,-4 3-108 0,-8-1-244 16,-5 3-168-16,-10 3-132 16,-5 5-113-16,-4-2-159 0,-4 4-768 0,0 0-2248 15,-4 0-1661-15,-13 6-2719 16</inkml:trace>
  <inkml:trace contextRef="#ctx0" brushRef="#br0" timeOffset="225.049">2801 8325 3816 0,'0'0'1564'0,"0"0"3540"16,0 0-3687-16,-25 76-149 15,22-45 256-15,3 1 164 0,0 7-120 0,0-1-300 0,0 3-412 16,7 1-256-16,-7 5-100 16,4 3-184-16,-4 4-148 0,0 0-156 15,0 7-12-15,-8-1 0 0,5 3 0 0,-5-5-12 16,0-4-96-16,3-10-12 0,1-12-4 15,1-9-32-15,3-11-248 0,0-10-388 16,3-2-412 0,6-6-380-16,3-22-824 15,-1 3-2269-15,6-26-3435 16</inkml:trace>
  <inkml:trace contextRef="#ctx0" brushRef="#br0" timeOffset="451.393">2856 8476 8036 0,'0'0'5873'0,"0"0"-4845"0,0 0-564 16,0 0 104-16,0 0 720 0,-3 93 124 0,3-58-308 16,3 6-504-16,5 7-296 15,-4 0-84-15,4 2-12 0,-3 4-40 0,-5 4-96 16,0 2-72-16,0 3-8 0,0 4-64 16,-9 0-12-16,1-3 24 0,0-5-88 15,5-11-120-15,-6-7-232 0,5-12-172 16,0-6 68-16,4-8-12 0,0-3-200 15,0-6-356-15,0-6-656 0,-4 0-556 16,4 0-1865-16,-3-6-1887 0,-1 0 5312 0,0-10 160 16</inkml:trace>
  <inkml:trace contextRef="#ctx0" brushRef="#br0" timeOffset="720.855">2748 9166 2884 0,'0'0'4'0,"0"0"4172"0,0 0-2604 16,0 0-292-16,0 0-155 0,0 0 95 15,0 0 248-15,0 0-240 0,0 0-184 16,0 0-40-16,0 0-88 16,77-57-24-16,-58 54 112 15,5 0-272-15,0-1-120 0,0-2-140 0,4 0-119 0,-1-1-61 0,1-2-84 16,0 0-40-16,0-4-116 0,0 0-52 15,0 1-48-15,-4-2-48 16,0 5-12-16,0-4-172 0,-4 0-245 0,0 1-143 16,-1 2-4-16,-2 1-416 0,-9 3-740 15,-1 2-1248-15,-7 4-1821 0,0 0-1231 0</inkml:trace>
  <inkml:trace contextRef="#ctx0" brushRef="#br0" timeOffset="1315.261">3390 9518 6020 0,'0'0'440'15,"0"0"4697"-15,0 0-3229 0,0 0-576 16,0 0-100-16,0 0 20 0,0 0-140 16,0 0-176-16,0 0-324 0,24 99-172 0,-16-54-112 15,0 5-24-15,0 4-36 0,0 4-60 16,-4 1-76-16,-4-2-68 16,0 2 32-16,0-3-51 0,0-5-45 0,-4-4-8 15,0-6-101-15,0-9 57 0,4-3 4 16,-5-10-48-16,5-6-124 0,0-4-240 15,0-9-248-15,0-3-284 0,5-9-428 16,-1-11-1184-16,-4-6-2873 0,4 7-2447 0,-4-22 7468 16</inkml:trace>
  <inkml:trace contextRef="#ctx0" brushRef="#br0" timeOffset="1549.689">3461 9599 3768 0,'0'0'8817'0,"0"0"-7617"0,0 0-656 0,0 0 328 15,0 0 524-15,0 0-376 0,0 0-276 16,0 0-376-16,0 0-220 16,84 33-24-16,-76-26-16 0,-3 0-60 0,3 2-48 0,-8 0 0 15,0 3 8-15,0 5 40 16,-13 2-48 0,2-3-60-16,-6 3-128 0,2-3-104 0,-2-4-92 15,2-5-160-15,-2-1-112 0,2-6-300 0,2 0-476 16,2-9-976-16,3-7-2445 0,0 3-1427 15,0-12 5836-15</inkml:trace>
  <inkml:trace contextRef="#ctx0" brushRef="#br0" timeOffset="1900.892">3736 9392 11125 0,'0'0'1988'16,"0"0"-792"-16,0 0 240 0,0 0 80 0,0 0-228 15,13 70-564-15,-13-58-452 0,0 1-164 16,0-1-44-16,0 1-64 0,0 0-52 16,0-4-168-16,-4-3-160 0,4 1-36 15,0-7 56-15,0 0-60 0,0-3-136 16,0-4-8-16,8-2 280 16,0-7 4-16,-1 0 184 0,2-4 96 0,3-1 48 15,-1 2-40-15,2 0 4 0,-2 3-8 0,-3 9 248 16,1 1 172-16,-2 3 76 0,-3 3-16 15,0 0-16-15,0 7 0 16,0 0 124-16,-4 4-40 0,5-1-52 0,-5 6-36 16,0-1-136-16,0 5-84 0,0-1-76 15,-5-3-132-15,1 3-36 0,0-4-120 16,0-2-304-16,-3 0-284 0,3 0-88 16,0-7-124-16,4-3-304 0,-5-3-868 15,5 0-2000-15,0-9-1945 0,0 2 1053 0</inkml:trace>
  <inkml:trace contextRef="#ctx0" brushRef="#br0" timeOffset="2282.41">4075 9357 4152 0,'0'0'2188'0,"0"0"4281"0,0 0-4825 0,0 0-548 16,0 0 656-16,0 0 164 0,9 75-240 16,-14-58-571-16,1-2-437 15,0-3-316-15,4-1-196 0,-4-5-156 0,4 0 0 0,0-6-96 16,0 0-48-16,0 0-184 15,8-3-84-15,1 0-173 0,2-7 197 16,1 1 240-16,1-1-8 0,2-3-28 0,1 1 0 16,-4 2 64-16,0 5 48 15,0 5 60-15,-8 0 12 0,4 0 48 16,-8 2 340-16,3 4 160 0,-3 1-96 0,0 3-123 16,0-2-17-16,0 3-128 15,5-5-76-15,-5 1-108 0,0-5-60 0,4-2-60 16,0 0 8-16,4 0-68 0,-1 0 96 15,6-7 76-15,-1 5-52 0,4-8-16 0,-1 3 16 16,6 1 12-16,-6 0-49 0,5 4 37 16,1-2-28-16,-2 4 76 15,-3 0-36-15,0 0 0 0,-4 4 48 0,-4 4 4 16,0 3 4-16,-1-2 52 0,-2 3-60 16,-1 4-52-16,-4 0-204 0,0 3-228 15,-4 4-116-15,-4 2-356 0,-8 3-992 16,8-6-2396-16,-16 20-2561 0</inkml:trace>
  <inkml:trace contextRef="#ctx0" brushRef="#br0" timeOffset="2700.412">3128 10925 5168 0,'0'0'2836'0,"0"0"1353"0,0 0-2569 16,0 93-252-16,0-63 328 0,0 5-236 16,7 1-264-16,1 2-524 0,4 2-244 15,0 6-88-15,4 4 24 0,-8 1-72 16,4 6-84-16,-4 0-111 0,0 0-93 16,0 4-4-16,-4 0-92 0,-4-5-17 0,4-5-111 15,0-3-220-15,-1-3 100 16,-3-8-112-16,4-5 12 0,1-6-84 0,-5-5-180 15,4-5-232-15,0-7-1016 0,0-2-2320 16,-4-3-2069-16,0-4 3185 0</inkml:trace>
  <inkml:trace contextRef="#ctx0" brushRef="#br0" timeOffset="3158.54">2717 12865 6888 0,'0'0'4893'0,"0"0"-2965"16,0 0 248-16,0 0-564 0,0 0 4 15,104 57-196-15,-57-45-79 0,5 1-385 0,8-2-288 16,8-9 8-16,-1-2-148 0,1 0-176 16,-5-7-124-16,-3-5-108 15,-4-1-60-15,-8-3-48 0,-8 1-12 0,-1-1-72 16,-7-3-120-16,-8 3-304 0,-7 3-32 16,-9 1-88-16,-1 2-88 15,-7 3-116-15,0 5-497 0,-4-5-703 0,-11 7-1708 16,-1-4-533-16,-1 4-599 0</inkml:trace>
  <inkml:trace contextRef="#ctx0" brushRef="#br0" timeOffset="3342.836">3235 12887 3464 0,'0'0'912'0,"0"0"4848"0,-32 85-3791 16,20-43-461-16,4 12-328 0,4 3 4 16,-4 4 56-16,8 2-288 0,0 0-64 0,0 4-188 15,0 0-248-15,0-7-232 0,0-2-84 16,4-11-100-16,0-6-36 15,0-6-124-15,-1-10-168 0,6-2 24 16,-5-11-76-16,0-1-112 16,-4-9-332-16,4-2-276 0,-4 0-728 0,0-7-808 15,0-5-2213-15,0-1-1611 0,-4-9 6268 0</inkml:trace>
  <inkml:trace contextRef="#ctx0" brushRef="#br0" timeOffset="3513.792">3155 13297 3544 0,'0'0'9697'0,"0"0"-7593"0,0 0-1212 16,0 0-40-16,0 0 544 0,91 31-276 16,-63-20-128-16,0-6-264 0,4-2-240 15,0 1-219-15,0-4-161 0,3-4-108 0,-2-4-24 16,-1-6-441-16,8 1-139 16,-8-6-176-16,-1 4-40 0,-3-5-708 0,-4 8-1640 15,-8-1-3197-15</inkml:trace>
  <inkml:trace contextRef="#ctx0" brushRef="#br0" timeOffset="4334.032">2860 12897 820 0,'0'0'1516'0,"0"0"-252"16,0 0 4048-16,0 0-3348 0,0 0-295 0,0 0-317 15,0 0-188-15,0 0-120 16,0 0-128-16,36 92-120 0,-20-58 4 16,-4 8 24-16,3 2-124 0,-2 0-152 0,2 7-96 15,-2 0-100-15,2 0-148 0,-2 3-55 16,-5-6-145-16,3 2-4 0,-7 1-4 16,5-2-117-16,-1 1-3 0,-1-6 16 0,-3 1-256 15,9-1-172-15,-6-8-112 0,1-5-52 16,1-3-100-16,2-9-276 0,-3-6-528 15,8-4-900-15,-4-9-2109 0,4 0-1783 16,-4-3 5116-16</inkml:trace>
  <inkml:trace contextRef="#ctx0" brushRef="#br0" timeOffset="5100.563">3912 13602 3768 0,'0'0'9621'0,"0"0"-8137"16,0 0-816-16,0 0-116 0,-12 82 376 0,4-57 76 15,4 5-288-15,0-3-260 0,4 2-176 16,-4-1-132-16,0-2-48 0,4-1-92 15,-3-2-8-15,-1-1 0 0,4-2-64 0,-9-6 60 16,9-1-4-16,-4-2 0 16,4-5 4-16,0-3 4 0,0-3 0 15,0 0 0-15,0 0-76 0,0 0-48 0,0 0 4 16,4-7 20-16,-4 5-36 16,4-5 0-16,1 1 88 15,-1 0 44-15,-1-1-4 0,-3-3-4 0,4 1-36 0,0 2 44 16,-4 4 0-16,0 0 4 0,0 0-8 15,0 3-4-15,0 0 0 0,0 0 0 0,0 0-60 16,0-4-40-16,0 4 16 16,0 0 20-16,0 0 68 0,-4 0 8 15,4-3 0-15,0 3 12 0,0 0 64 0,-4 0-16 16,4 0-52-16,0 0-8 0,-3-3-68 16,3 3 4-16,0 0 4 0,-4 0 48 15,4-3-52-15,-5 3-60 0,5-4-48 16,-4 2 0-16,4-5-4 0,-4 4 16 15,0-3 60-15,4 2 40 0,-4-2 8 16,1 0 44-16,3 3-4 0,-4-1-112 16,4-2-64-16,-4 0-60 0,-1 0-40 0,5-1-16 15,-4-3-32-15,4 1 20 0,0 0 100 16,0-1 92-16,0-2 124 16,0 1 12-16,0 3 100 0,4-3 116 0,1 5 76 15,-5 0 96-15,4 4-20 0,0-5 16 16,-4 3 28-16,3 1-16 0,-3 3-36 15,0 0-40-15,4 0-36 0,-4 0 36 16,0 3 148-16,0 1 60 0,0 5-152 0,0 8-168 16,0 8-72-16,0 3-4 0,4 7 40 15,0 6 24-15,-4 0 56 16,9 1 201-16,-9 2-89 0,4 4-208 0,-4 2-96 16,0 8 24-16,0-1 40 0,0 0-128 15,-4-9-8-15,-1-3-8 0,1-8-76 0,4-8-16 16,0-4 28-16,0-9-132 15,0-7-64-15,4-5-168 0,1-4-293 0,-5-10-175 16,4-6-260-16,3-9-280 0,-3-7-532 16,0-5-508-16,0-5-1769 0,-4 7-1775 15,0-16 3165-15</inkml:trace>
  <inkml:trace contextRef="#ctx0" brushRef="#br0" timeOffset="5326.069">3908 13671 4128 0,'0'0'68'0,"0"0"256"15,0 0 4500-15,0 0-2823 0,0 0-489 16,0 0-100-16,84-6-100 0,-65 6-240 0,-2 6-216 16,-2-3-176-16,2 4-160 15,-2-1-140-15,-2 4-60 0,-2-1-64 0,-7 1-8 16,5 2 44-16,-5 4 148 0,-4 4-136 16,0-1-108-16,-4 3-88 15,-5 3-108-15,-6 3-36 0,-2-2-112 0,2-1-180 16,-5-2-244-16,-1-8-40 0,2-2-40 15,3-7-148-15,0-6-328 0,4 0-920 16,0-8-740-16,0-9-217 0,4-8-2943 16,0 3 3312-16,8-23 2085 0</inkml:trace>
  <inkml:trace contextRef="#ctx0" brushRef="#br0" timeOffset="5618.881">4286 13408 836 0,'0'0'2712'15,"0"0"3672"-15,0 0-4027 0,0 0-89 16,0 0-592-16,13 67-380 0,-13-45-332 16,-5 0-396-16,1 0-272 0,0 1-100 15,1-8-128-15,-1 1-68 0,0-6-60 16,4-4-76-16,0-6-72 0,0 0-172 16,0-3-88-16,8-3-40 0,-1-7 0 15,6 0 136-15,2-3 120 0,2 3 104 0,-2 0-4 16,2 7 84-16,-2 0 68 0,5 3 12 15,-4 3 200-15,-4 0 112 0,4 9 24 16,-8 7-64-16,-4 4-72 0,0 2-80 16,0 6-132-16,-4 7-336 0,-4 0-96 0,-4 6 84 15,-4 4-52-15,-4 1-220 16,-4 6-616-16,0-8-1440 0,-20 30-4157 16</inkml:trace>
  <inkml:trace contextRef="#ctx0" brushRef="#br0" timeOffset="5948.976">3362 14798 5592 0,'0'0'2744'0,"0"0"501"16,0 0-2309-16,16 74-452 15,-12-46 448-15,0 4 608 0,4 6-384 0,-4 0-432 16,4 6-328-16,-4 1 36 0,0 5 148 16,0 5-184-16,0-2-224 15,4 8-124-15,-5 0 76 0,-3-5-124 0,5 2-8 16,-5-8-116-16,0-2-184 0,0 0-96 0,0-6-16 15,-5-9-112-15,5 3-200 0,0-11-336 16,-3 0-852-16,3-5-2861 16,-4-8-3155-16,0 4 7248 0</inkml:trace>
  <inkml:trace contextRef="#ctx0" brushRef="#br0" timeOffset="6433.987">2793 16516 80 0,'0'0'10256'16,"0"0"-8219"-16,0 0-341 0,0 0-196 15,91 10-92-15,-47-7-96 0,8-1-364 0,-1-2-140 16,5 0 12-16,0 0-212 16,0-5-183-16,0-9-241 0,-5 0-124 15,-3-5-12-15,-8-1-48 0,-1-2-413 0,-6 0-319 16,-10 3 16-16,2-4-144 0,-9 4-308 15,-8 0-1012-15,-4 7-1980 0,-4 1-957 0,0 5-1715 16</inkml:trace>
  <inkml:trace contextRef="#ctx0" brushRef="#br0" timeOffset="6633.073">3239 16437 2764 0,'0'0'3244'0,"0"0"2757"0,-32 92-4213 0,24-45-572 16,0 14-160-16,8 2 180 0,0 7-344 15,0 0-272-15,4 0-228 0,0 0-136 16,4-3-108-16,-1-4-36 0,2-6-52 0,-5-7-60 16,4-8-8-16,-1-10-116 15,-3-11-316-15,1-10 36 0,-1-8-340 0,4-3-108 16,-1-7-60-16,1-12-664 0,5-9-316 16,-6-7-1209-16,1-10-2055 0,-4 7 581 15,-4-23 4575-15</inkml:trace>
  <inkml:trace contextRef="#ctx0" brushRef="#br0" timeOffset="6847.356">3319 16535 7036 0,'0'0'2128'15,"0"0"917"-15,0 0-1805 0,0 0-744 0,0 80 528 16,4-39 352-16,-1 7-444 16,5 2-336-16,5 7-76 0,-2 0 132 0,-3 1 96 15,1-4-332-15,-2 0-256 0,-3-7-100 0,0 3-60 16,0-5-4-16,-4 0-192 15,4-1-280-15,0-5-16 0,-4-5-120 16,0-11-92-16,0-4-180 0,0-13-408 0,0-3-908 16,0-3-565-16,0-3-1975 0,0-10-428 15,-8 4 4724-15,4-17 380 16</inkml:trace>
  <inkml:trace contextRef="#ctx0" brushRef="#br0" timeOffset="7053.565">3347 17056 10416 0,'0'0'1853'0,"0"0"-829"0,0 0-188 0,0 0 452 15,0 0-264-15,0 0-280 0,107 3-60 16,-68-3-40-16,6-10-104 0,-2 1-268 0,5-7-40 16,0 0-232-16,-4-3-136 0,-4 3-356 15,-5-3-60-15,-3 3-304 0,-4 4-428 16,-8 3-1000-16,-4 2-2181 0,-4 7-2575 15</inkml:trace>
  <inkml:trace contextRef="#ctx0" brushRef="#br0" timeOffset="7301.123">3900 17234 1228 0,'0'0'6468'0,"0"0"-3440"0,0 0-1739 15,12 89-561-15,-4-54 116 0,0 6 132 16,0 3-332-16,4 4-292 0,-5 6-152 16,6 0-24-16,-1 3-112 0,0 4-64 0,0 2 0 15,-5-3-4-15,6 4-140 0,-5-7 144 16,-1-4 100-16,1-5-12 16,-3-6 92-16,-1-8-40 0,0-5-140 0,-4-10-212 15,0-10-276-15,0-2-52 16,0-7-344-1,0-16-608-15,0-3-717 0,-4-12-2119 0,-5-7-488 0,5 6 4464 16,-7-26-224-16</inkml:trace>
  <inkml:trace contextRef="#ctx0" brushRef="#br0" timeOffset="7547.103">3932 17291 10572 0,'0'0'1221'16,"0"0"-849"-16,0 0 332 0,0 0 632 0,0 0-324 0,0 0-520 15,0 0-156-15,79-70-40 16,-62 64 0-16,-6-1 68 0,2 7-80 0,-5-3-48 16,-1 3-72-16,1 3-16 15,1 0-72-15,-5 7-76 0,0 3-112 0,-4 0-60 16,0 5-112-16,0 4-104 0,-13 1-72 0,1-2 44 16,-8 2 40-16,5-1 48 15,-6-6-12-15,-3 0-292 0,5-3-488 16,-5-4-736-16,4-2-2145 0,-4-1-71 15,8-6 2076-15,-12 4 1580 0</inkml:trace>
  <inkml:trace contextRef="#ctx0" brushRef="#br0" timeOffset="26167.764">8004 7741 8928 0,'0'0'1036'0,"0"0"1897"0,0 0-1537 15,0 0-344-15,0 0-32 0,0 0-324 16,0 0 52-16,8 66 16 15,4-21-88-15,4 18-160 0,-5 10 168 0,2 15 60 16,-9 11-208-16,0 16-159 0,-4 5-137 0,0 1-92 16,-8-1-148-16,-5-5-88 15,6-13 4-15,3-17 0 0,0-18-12 0,4-16-160 16,0-16-181-16,0-13-183 0,8-12-116 0,-1-10-204 16,6-13-604-16,-2-16-396 15,2 4-1856-15,2-36-1213 0</inkml:trace>
  <inkml:trace contextRef="#ctx0" brushRef="#br0" timeOffset="26380.49">8103 7857 1812 0,'0'0'8768'16,"0"0"-6483"-16,56-79-693 0,-28 57-220 16,8 0-4-16,-4 6-328 0,4 4-400 0,-5 9-320 15,-3 3-136-15,-3 5-24 16,-5 12-28-16,-9 5-32 0,1 6-52 15,-8 10 28-15,-4 10 44 0,-8 2 52 0,-11 8-64 16,-5 2-108-16,0-3-12 0,-4-2 8 16,-4-8-44-16,4-9-60 0,0-7-88 0,5-1-160 15,-5-11-272-15,4-7-184 16,3-2-20-16,2-4-64 0,3-6-276 16,4-3-728-16,-1-6-821 0,2-1-1695 0,3-12-132 15</inkml:trace>
  <inkml:trace contextRef="#ctx0" brushRef="#br0" timeOffset="26650.558">8390 8125 7324 0,'0'0'2372'0,"0"0"-515"0,84-3-421 0,-56 3 64 0,0 0-212 16,4 3-312-16,-8 6-216 0,0 7-128 0,-9 0-360 16,2 3-136-16,-6 0 12 15,-3 6 24-15,-4 1-172 0,-4 2-44 0,0 1-20 16,-4 2 52-16,-4-2-48 0,-3 0-28 15,-2-6 88-15,6-4 96 0,-1-11-12 16,4-2 76-16,-1-6 52 0,5 0-52 16,0-6-160-16,0-9-160 0,9-4 72 15,6-10 76-15,2 1-136 0,2-7 24 16,5 0-36-16,4 2 52 0,-4 2-92 16,0-1-120-16,3 4-264 0,-3 3-248 15,4-1-236-15,-3 4-896 0,-10 5-985 0,9 2-3459 16</inkml:trace>
  <inkml:trace contextRef="#ctx0" brushRef="#br0" timeOffset="27233.77">9000 8185 11741 0,'0'0'2404'15,"0"0"-992"-15,0 0-432 0,9 91 512 0,-6-66-196 16,1 2-160-16,4-8-476 0,-4-10-392 16,4-5-208-16,8-4-60 0,-5-7 0 15,10-8 0-15,-1-5-88 0,3-5-188 0,-3-4-276 16,1 1 4-16,-2-4 108 15,-6 3 72-15,2 4-76 0,-7 3-48 16,-3 5 108-16,-5 5 384 0,0 3 88 0,-9 5 280 16,-3 1 112-16,-4 3 0 15,-3 0-100 1,-6 3-108-16,5 7 20 0,-3 2 36 16,7 5 4-16,0-1-76 0,4 3-40 0,0-1-44 0,8-2-172 0,0 0-36 15,4-2-244-15,0-9-148 0,8 2-8 16,4-5-188-16,4-2-112 0,7-2-140 15,-3-8-464-15,12-6-144 0,0-3-608 0,4 0-333 16,4 0-71-16,0 7 2000 0,3 2 496 16,-2 7 664-16,-2 3 164 15,-3 3 464-15,-8 7 473 0,0 5 83 0,-12 4 4 16,4 0-560-16,-9 4-156 0,-2-8-104 16,-1-2-184-16,-1-3-252 0,2-8-184 15,-5-2-216-15,8-6 12 0,-1-7 1 16,6-8-209-16,-2-8-377 0,5-6-135 15,-3 0-60-15,-2 3 48 0,-2 0-40 16,-6 4 48-16,-3 6 108 0,-4 6 100 0,0 3 212 16,-11 4 96-16,-6 3 148 0,1-1 84 15,-3 7 76-15,-6 0 112 0,10 7-164 16,-1 5-192-16,0 7-52 0,4 3 120 16,8 8 128-16,0-5 44 0,4 0-156 15,0-7-148-15,0-1-64 16,11-4-104-16,2-11 164 15,2-2 4-15,6-2 156 0,7-14-44 0,4-3-68 0,-1-7-44 16,5-3-108-16,4-3 44 0,0 4-120 0,0-3-60 16,3 2-160-16,-7 1-236 0,1-1-36 15,-2 0-728-15,-7 3-1016 0,-8 8-2609 16,4-14-2499-16</inkml:trace>
  <inkml:trace contextRef="#ctx0" brushRef="#br0" timeOffset="27407.633">10036 7569 10256 0,'0'0'2097'0,"0"0"-933"0,0 0-24 16,0 0 56-16,0 0 72 0,-64 83-68 0,61-46-80 16,-1 8-128-16,-1 9-248 15,1 3-88-15,0 9 61 0,-4 8-305 16,1 5-208-16,-6 4-204 0,-2 2-44 0,-2 1-272 16,-2-3-384-16,-1-8-81 15,3-4 29-15,-2-8-56 0,-1-5 24 16,0-11-576-16,8-12-1460 0,-20 3-3757 15</inkml:trace>
  <inkml:trace contextRef="#ctx0" brushRef="#br0" timeOffset="27738.027">7398 8997 7916 0,'0'0'1748'0,"0"0"-403"0,0 0-241 15,0 0-116-15,0 0-20 0,96-15-196 16,-48 15 852-16,12 0-544 16,11 0-164-16,13 0 44 0,8 3-212 0,7-3-176 15,13 0 36-15,8 0-71 0,11-10-125 16,17-5-84-16,3-4 72 0,12-4 156 15,4-5-520-15,1 0-36 0,-1-5-144 16,5 1 144-16,-6 1 24 0,-6 6-24 16,-9-4-248-16,-15 7-260 0,-16 3 108 15,-21-1-12-15,-11 7 23 0,-13 1-99 0,-15 6-144 16,-8-1-592-16,-20 4-1488 0,-9 3-3817 16</inkml:trace>
  <inkml:trace contextRef="#ctx0" brushRef="#br0" timeOffset="52578.579">10957 8128 10316 0,'0'0'2661'0,"0"0"-581"0,0 0-880 0,0 0-440 16,0 0 48-16,0 0 4 0,0 0-440 15,0 0-372-15,63 22-64 0,-51-16-132 16,0 1-284-16,0-1-460 0,0 3-588 0,-4-2-1360 16,0 2-4293-16</inkml:trace>
  <inkml:trace contextRef="#ctx0" brushRef="#br0" timeOffset="52733.258">11020 8426 7644 0,'0'0'2616'0,"0"0"-735"0,0 0-325 16,0 0 76-16,0 0-296 0,0 0-604 0,0 0-432 16,0 0-300-16,84 64-124 0,-57-64-760 15,1 0-236-15,-4 0-800 16,16-3-3369-16</inkml:trace>
  <inkml:trace contextRef="#ctx0" brushRef="#br0" timeOffset="53443.343">12343 7785 4152 0,'0'0'5112'0,"0"0"-2915"0,0 0-713 0,0 0 284 16,0 0 32-16,0 0-172 0,0 0-372 15,0 0-276-15,0 0 4 0,0 0-215 16,40-13-297-16,-9 7-96 0,5 0-40 16,5-4-44-16,2 1-52 0,1-1-32 15,-4 1-124-15,-4-2-84 0,3 6-60 0,-7-2-52 16,0-3-68-16,-4 4-24 15,0 1-112-15,-4-2-192 0,-5 0-204 0,-6 4-165 16,-5-1-295-16,-4 4-1016 0,-4 0-2320 16,-4 7-2393-16</inkml:trace>
  <inkml:trace contextRef="#ctx0" brushRef="#br0" timeOffset="53699.464">12551 7747 4548 0,'0'0'1820'0,"0"0"12"0,0 0-32 0,0 0-59 16,0 0-205-16,0 0-228 0,-5 72-248 16,5-39-92-16,0 1-36 0,0 8-152 15,5-1-212-15,-5 0 8 0,0 3-144 16,0 3-128-16,0 2-48 0,-5-2-84 0,-3 1-148 16,4-6-20-16,0-1-8 15,0-3-152-15,-4-7 0 0,4-4-52 0,4-2-24 16,0-10-112-16,0-3-284 0,0-5-260 15,0 0-240-15,0-4-304 16,0-3-288-16,4-6-556 0,4-5 263 0,-4 3-699 0,8-15-1420 16</inkml:trace>
  <inkml:trace contextRef="#ctx0" brushRef="#br0" timeOffset="53839.194">12582 8236 4028 0,'0'0'4028'16,"0"0"-1920"-16,0 0-407 15,0 0-217-15,0 0 204 0,0 0-204 0,0 0-312 0,76-32-284 16,-56 32-124-16,3-3-68 15,-3-1-208-15,4 1-244 0,1-3-244 16,-2-4-60-16,1 1-292 0,0 0-408 0,4-4-272 16,-4 0-604-16,-8 7-1296 15,4-4-4441-15</inkml:trace>
  <inkml:trace contextRef="#ctx0" brushRef="#br0" timeOffset="54135.312">12985 8255 13389 0,'0'0'2012'0,"0"0"-1320"0,0 0-388 0,0 70 680 16,0-48 868-16,0-3-456 16,7-6-668-16,1-1-556 0,5-6-112 15,2-2 36-15,5-4-96 0,0-4-36 0,4-8-168 16,4-4-272-16,4-6-168 0,0-3-164 16,-8-4-188-16,0 4 28 0,-5 2-24 15,-3 4 48-15,-8 0 340 0,-4 6 300 16,-4 1 64-16,-4 5 240 0,-7 1 504 15,-2 0 316-15,-6 3-380 0,2-1 60 16,-3 4-12-16,1 7 20 0,-1 5-12 16,4 7-52-16,0 4-76 0,0-2-36 0,4 2-52 15,4-4-116-15,4-2-164 0,0-2-232 16,0-2-136-16,4 0-396 0,0-1-236 16,0-6-540-16,4-2-1552 0,4-1-3513 15,7-10 394-15</inkml:trace>
  <inkml:trace contextRef="#ctx0" brushRef="#br0" timeOffset="54349.603">13371 8201 3344 0,'0'0'8733'0,"0"0"-6921"16,0 0-560-16,0 0 172 0,80 54-268 15,-65-33-132-15,-2 4-4 0,-6 5-264 16,-3-5-168-16,4 1-116 0,-8-4-167 0,4 0-225 16,-4-3-80-16,5-7-12 0,-5-1 4 15,0-5 4-15,0-4-56 0,4-2 60 16,-4 0-8-16,3-2-45 0,5-8 41 15,0-3-48-15,8-9-4 0,0-6-44 16,8-4-60-16,0-3-236 16,4-2-204-16,0-3-164 0,0 7-372 0,4 0-804 15,-9 11-2816-15,9-6-4673 0</inkml:trace>
  <inkml:trace contextRef="#ctx0" brushRef="#br0" timeOffset="55012.29">14972 8251 6096 0,'0'0'80'0,"0"0"5525"0,0 0-3765 16,0 0-320-16,0 0-208 0,0 0-268 15,0 0-192-15,-56-63-136 0,49 63-104 16,-1 0-120-16,-5 6-16 0,2 10-88 15,-5 10 16-15,4 9 45 0,0 2 83 0,0 8 64 16,4-1-224-16,4-3-236 0,4-5-136 16,0-11-44-16,0-9-80 15,0-6-32-15,4-7 24 0,4-3-48 0,8 0 92 16,4-10 28-16,7-2-120 0,1-11-160 16,4-5-85-16,-4-1-15 15,-4-3 212-15,-3 7 80 0,-6-1 52 0,-2 8 84 16,-6 5 8-16,-3 2 4 0,-4 9 72 15,0 2 60-15,0 0-68 0,4 0 216 16,-4 7-124-16,0 5 28 0,4 4 93 0,-4 6 3 16,4 1-48-16,1-1-28 0,-5 1-84 15,3-4-120-15,1-7-44 16,0 1-76-16,-4-7-184 0,4 0-277 0,0-3-135 16,4-3-152-16,0-3-308 0,4-3-916 0,-4-4-3516 15,8-9-4853-15</inkml:trace>
  <inkml:trace contextRef="#ctx0" brushRef="#br0" timeOffset="55375.779">15303 8207 10364 0,'0'0'2341'0,"0"0"-205"0,-11 69 12 0,2-33-60 16,1 2-412-16,1 0-335 0,-2-6-397 15,1-3-448-15,8-7-340 0,0-6-156 0,0-6-168 16,4-4-40-16,9-3-44 15,-2-3 108-15,9 0 32 0,5-9-116 0,-6-8-40 0,5 1-132 16,0-5-13-16,-5 2 37 16,-2-1 156-16,-6 1 60 0,2 3 52 15,-5 0 48-15,-1 4-16 0,-3-1 76 0,0 3 12 16,-4 7 148-16,5 0 60 16,-5-1-52-16,0 4-168 0,0 0 4 15,0 4 48-15,0 6 116 0,0 2 52 0,4 7 120 16,-4 3 97-16,0 4-1 0,0-1-12 15,0-2-244-15,4-8-180 0,-4 1-64 16,0-6-68-16,4-3 24 0,-1-5 24 16,-3-2-40-16,8 0-188 0,-3 0-112 15,3 0 55-15,-1-2-55 0,1-2-208 16,5-2-372-16,-6-1-704 0,5 3-856 16,-3 4-2277-16,6 0-2071 0</inkml:trace>
  <inkml:trace contextRef="#ctx0" brushRef="#br0" timeOffset="55911.822">15813 8338 11969 0,'0'0'2032'15,"0"0"-1336"-15,-16 72 324 0,12-39 668 16,1-2-92-16,3-6-604 0,0-6-676 0,0-6-300 16,7-3 116-16,5-8-120 0,8-2-12 15,0 0-12-15,8-9-136 16,-1-7-132-16,5-5-184 0,5-5-112 0,-1 0-68 16,-5 1 64-16,1-1 24 0,-8 1 144 15,4 6 100-15,-8 3-4 16,-4 7 12-16,0 2 180 0,-4 7 124 0,-4 10 0 0,0 5 668 15,-1 8-8-15,-7 8-224 16,5 4-200-16,-5 9-12 0,0 5-152 16,0 5 4-16,-5 5 156 0,-2 9 116 0,-5-2 92 15,-1 7-32-15,-2-3-52 0,-5-3-52 16,-4-6 24-16,4-5 28 0,-4-5 68 16,4-9-36-16,1-8-95 0,-2-9-37 15,1-5-88-15,5-8-32 0,-6-2-52 0,6-10-84 16,-1-3-120-16,0-11-28 15,0 0 4-15,0-12 140 0,4-3-4 16,0-9-40-16,4 0-12 0,5-6-40 0,3 2-69 16,0 4-51-16,11 3 16 15,5 7 44-15,0 5 4 0,8 1-16 0,4 3 60 16,4 1 40-16,4-6-24 0,-1 6 8 16,9-5 4-16,0 1-48 0,0 3-64 15,-4 1-272-15,0-2-376 0,-5 5-1052 16,-7 5-2220-16,0-7-2353 0</inkml:trace>
  <inkml:trace contextRef="#ctx0" brushRef="#br0" timeOffset="56662.9">17511 7893 3588 0,'0'0'1524'16,"0"0"376"-16,0 0 2209 15,0 0-2389-15,0 0-244 0,0 0-116 0,0 0-80 16,0 0-176-16,0 0-92 0,0 0-264 16,0 0 156-16,47 41-184 0,-11-34-87 15,4-1 91-15,-4 0-276 0,0-3-216 0,0-3-76 16,-1 0-36-16,-3-6-48 0,4-1-60 16,-4-2-12-16,-4 0-12 0,0-5-132 15,0 2-268-15,-8-1-288 0,-5 1-89 16,2-1-211-16,-13 4-428 0,-1 2-972 15,-3 5-1772-15,0-5-1389 0</inkml:trace>
  <inkml:trace contextRef="#ctx0" brushRef="#br0" timeOffset="61773.907">17957 8219 2180 0,'0'0'2020'0,"0"0"-456"0,0 0-448 16,0 0-428-16,0 0-496 0,0 0-188 0,0 0 84 16,28-66 196-16,-24 54 92 0,-4-4-220 15,0 2 620-15,3 2 324 0,-3-1-183 16,0 1-185-16,0-1 212 0,0-3-204 0,0 3-196 15,0 0-176-15,0-2 376 0,0-1 112 16,0 3-456-16,0-2-400 0,-3 2-4 16,-1 7-4-16,0-4 0 0,4 7 8 15,-4 0 84-15,4 0 28 0,0 3 52 16,0 0-4-16,-4 6 76 0,4 0 88 16,-5 7 96-16,1 6 72 0,-3 0 12 15,3 3-12-15,-4 0-16 0,-1 0-132 16,2 1-16-16,-1-1-120 0,0 4-112 15,0-1 12-15,0 0-44 0,0 7-16 0,0 2-44 16,0 4 4-16,-4 1-8 0,8-1-4 16,0-3-72-16,4-6 4 0,0-1 60 0,4-9-120 15,4-3-4-15,4-3 40 0,0-3-76 16,4-7-24-16,4-1-48 16,0-2-84-16,3-5-260 0,5-8-188 0,0-3-324 15,0-3-776-15,-4 2-2208 0,8-4-1873 16</inkml:trace>
  <inkml:trace contextRef="#ctx0" brushRef="#br0" timeOffset="62065.779">18698 7960 8624 0,'0'0'2317'0,"0"0"-445"15,0 0-256-15,0 0 84 0,0 0-200 16,0 0-312-16,0 0-316 15,0 0-432-15,0 0-160 0,-64 85-60 0,49-54-24 16,-2 1-4-16,6 3-68 0,-2 0 8 16,5 4-20-16,5-1-4 0,3-3 0 15,0 0-48-15,3-10-36 0,9 0-24 0,4-6-72 16,5-6 0-16,2-3 68 16,5-3-4-16,0-2-52 0,0-5-12 15,0 0-28-15,-4-5-120 0,-1-2-168 0,-3 0-236 16,1-2-244-16,-6-1-340 0,-2 1-600 15,-6-4-932-15,-3 7-2205 16,-4-4-631-16</inkml:trace>
  <inkml:trace contextRef="#ctx0" brushRef="#br0" timeOffset="62240.54">18626 8251 7776 0,'0'0'1984'16,"0"0"-343"-16,0 0-77 0,0 0-92 15,0 0-160-15,0 0-320 0,0 0-416 0,0 0-268 16,0 0 408-16,0 0-100 0,0 0-220 15,44 13-200-15,-9-13-36 0,10-7-64 16,-6-1-12-16,1-3-84 0,-3 2-52 0,-6-3-20 16,-4 5-160-16,-2-2-124 15,-5 2-260-15,-5 1-348 0,2 3-320 0,-10 0-936 16,1 3-2109-16,-3-4-1783 0</inkml:trace>
  <inkml:trace contextRef="#ctx0" brushRef="#br0" timeOffset="62883.761">17813 8036 1708 0,'0'0'2100'0,"0"0"-680"16,0 0-340-16,0 0 388 0,0 0 168 0,0 0-192 16,0 0-247-16,0 0-273 15,0 0-108-15,0 0 8 0,0 0-44 16,-23-17-64-16,23 15-212 0,0 2-192 0,0-4-64 16,0 4-12-16,0 0 0 0,0 0-72 15,0 0-156-15,4 0-4 0,3 0 64 16,5 0 180-16,4 4 60 0,5-4 88 15,2 0 548-15,5 0-528 0,-4 0-184 16,4-4-96-16,0-2-28 0,0-4-100 16,4 1-4-16,0 3-4 0,-1-4-108 15,-3 4-52-15,4-4-144 0,-4 4-284 16,0-1-176-16,-5 0-224 0,-2 5-368 16,-1-4-548-16,-9 6-876 0,-3-3-1885 15,-4 3-1191-15</inkml:trace>
  <inkml:trace contextRef="#ctx0" brushRef="#br0" timeOffset="63903.015">19913 7953 3436 0,'0'0'7813'0,"0"0"-6273"0,0 0-544 0,-16-79 28 16,8 54 348-16,-4 2-48 0,4 4-172 15,0 3-304-15,-3 3-200 0,2 4-100 0,1 3-72 16,1 3 32-16,-6-1-167 0,-2 4-97 16,-2 7-124-16,-6 8-108 15,-1 11 52-15,-4 2 20 0,0 14 36 0,0 2-24 16,4 7 28-16,5 4-52 0,-2 4 36 15,5 5-96-15,1-4 36 0,7 4 0 16,-1-7-48-16,9-3 0 0,0-7-60 16,9-2 48-16,2-7-36 0,10-9-108 15,-6-1 44-15,5-9 52 0,1-6-12 16,-6-4-12-16,5-6-124 0,0-3-300 16,-4 0 47-16,-1-6-111 0,2-7-236 15,-6 1-444-15,-7-1-780 0,1 0-980 0,-5 0-2213 16,-5 1-899-16</inkml:trace>
  <inkml:trace contextRef="#ctx0" brushRef="#br0" timeOffset="64198.535">19579 8382 9336 0,'0'0'2133'0,"0"0"-97"15,0 0-704-15,0 0 292 0,0 0-156 16,0 0-348-16,0 0-300 0,0 0-96 0,0 0-116 16,99-7-124-16,-67 7-239 0,0-9-245 15,0-1-125-15,-1 1-155 0,-3-4-352 16,-3 4-468-16,-6-4-288 0,-7 2-500 15,0 7-648-15,-4-3-717 0,-8 0-1039 0,0 7 1384 16,0 0 160-16,-8 0 2524 16,-4 0 224-16,5 10 3000 0,-2 3 112 0,-3-1-164 15,5 4-695-15,3 3-553 0,-1 3-280 16,1 4-144-16,0-3-216 16,4 4-196-16,0-2-36 0,0-2-204 15,0 0-156-15,4-2-128 0,5-1-84 0,-1-4-256 16,3-4-104-16,2 1-68 0,2-7-536 15,5-6-228-15,8 0-24 0,4-6-308 16,0-10-928-16,-4 3-2457 0,12-15-2827 0</inkml:trace>
  <inkml:trace contextRef="#ctx0" brushRef="#br0" timeOffset="64401.768">20447 7934 8704 0,'0'0'3149'0,"0"0"-1561"0,0 0-548 0,0 0 296 15,0 0-44-15,-80 67-188 0,61-36-268 16,-2 8-212-16,10 1 12 0,-6 2 208 0,6 6-248 16,-2 0-207-16,6 0-137 15,3-2-104-15,0-1-148 0,4-7-4 16,0-2-96-16,4-11-68 0,3-6-12 16,14-3-89-16,3-10-107 15,4 0-232-15,4-6-76 0,3-6-176 0,5-10-356 16,-4 1-808-16,-8-2-1912 0,7-12-1585 0</inkml:trace>
  <inkml:trace contextRef="#ctx0" brushRef="#br0" timeOffset="64590.84">20762 7925 11205 0,'0'0'2396'0,"0"0"-688"0,0 0 148 15,0 0 124-15,0 0-256 16,0 0-471-16,87 35-393 0,-62-29-440 0,6 0-224 0,1-3-112 15,0-3-84-15,4 0-144 16,-4 0-376-16,-4-6-292 0,0 0-137 16,-8-4-379-16,-5 4-912 0,-11 0-1900 0,0 1-1753 15,-8 3-1251-15</inkml:trace>
  <inkml:trace contextRef="#ctx0" brushRef="#br0" timeOffset="64883.944">20902 8029 9036 0,'0'0'2389'0,"0"0"-709"0,-28 70-16 0,20-38 60 15,-5 6 28-15,2 3-204 0,-2-2-460 0,5 2-372 16,-3-6-327-16,2-7-365 0,5 1-24 16,-3-7-181-16,3-2-343 0,4-6-108 15,0-1-124-15,0-7-336 0,0-1-556 16,0-3-420-16,0-2-348 0,0-2 283 0,4-9-67 16,-1-2 84-16,1 1 8 0,0-4 1260 15,5-3 848-15,-1 0 2020 0,-1 3 724 16,6 1 12-16,-2-1-499 0,6 3-477 15,2 2-244-15,1 7-216 0,5-3-284 16,1 0-360-16,2 0-248 0,9 2-132 16,-10-2-160-16,5 0-136 0,-4 1-132 15,-4 0-140-15,-7 4-340 0,-6-3-420 0,-7 5-432 16,-4 0-564-16,-4 7-1865 0,-7-3 773 16,-17 15-1728-16</inkml:trace>
  <inkml:trace contextRef="#ctx0" brushRef="#br0" timeOffset="64994.748">20898 8417 3196 0,'0'0'3008'0,"0"0"56"0,0 0-251 15,-65 70-669-15,57-58-468 0,8-5-336 16,4-1-264-16,5-3-336 0,14 0 44 0,5-3-36 16,8-3-348-16,8-9-216 15,8-4-184-15,3-7-24 0,5 2-524 0,-4-5-212 16,4-3-284-16,0 1-400 0,-17 9-1344 16,17-16-4493-16</inkml:trace>
  <inkml:trace contextRef="#ctx0" brushRef="#br0" timeOffset="65199.467">21757 7903 7188 0,'0'0'5365'0,"0"0"-3873"0,0 0 164 16,-39 85 280-16,23-44-24 0,0 6-252 0,-3 5-383 16,-5 8-361-16,3 1-236 0,-7 2 68 15,0 4-220-15,-4-1-276 0,1-5-252 16,-1-7 0-16,4-4-216 0,9-9-192 15,2-9-76-15,9-7-108 0,8-2-156 0,0-10-268 16,4-7-629-16,8-6-771 0,0 0-1552 16,13-22-2445-16</inkml:trace>
  <inkml:trace contextRef="#ctx0" brushRef="#br0" timeOffset="65364.808">21671 8379 10288 0,'0'0'3145'0,"0"0"-1057"0,0 0-424 16,75-23 488-16,-47 20-392 0,4 0-363 15,3-4-529-15,6 2-456 0,-2-5-260 0,1 0-152 16,-4 0-156-16,-1-1-256 16,2 1-168-16,-10-3-220 0,1 0-245 15,-8 3-567-15,-3 2-776 0,-6-3-776 0,-7 5-2117 16,-4-1-963-16</inkml:trace>
  <inkml:trace contextRef="#ctx0" brushRef="#br0" timeOffset="65537.615">21993 8293 6216 0,'0'0'3996'0,"0"0"-1987"0,-40 76-233 15,28-44-100-15,0 10-60 0,1-2-292 0,-2 2-292 16,1-1-64-16,1-3-32 0,2-4-219 16,1 2-269-16,1-7-216 0,3-4-148 15,4-3-80-15,0-3-4 0,0-6-72 0,0-4-76 16,0-3-372-16,0 1-389 0,0-4-179 16,0-3-36-16,4 0-356 0,0 0-620 15,-1-3-920-15,1-7-1137 16,4 4 93-16,1-13 1156 0</inkml:trace>
  <inkml:trace contextRef="#ctx0" brushRef="#br0" timeOffset="65653.08">21925 8588 6360 0,'0'0'2768'0,"0"0"-459"0,0 0-325 0,0 0-360 15,0 0-276-15,0 0-228 0,0 0-92 16,79-16-120-16,-46 13-320 0,7 0-244 0,-1-3-148 16,1-4-196-16,4-2 0 0,0-4-308 15,-4 0-644-15,4-7-480 0,-5 4-528 16,-7 0-2368-16,4-6-5065 0</inkml:trace>
  <inkml:trace contextRef="#ctx0" brushRef="#br0" timeOffset="65888.132">22870 7969 1420 0,'0'0'10921'0,"0"0"-8593"16,0 0-600-16,43 76-64 0,-26-45-88 15,-6 1-292-15,1 7-215 0,-3-1-401 16,-2 6-232-16,-3 1-108 0,-4 3-64 16,0-1-72-16,-11 1-192 0,-6 3-40 0,-3-1-68 15,-8-2-84-15,1-1-292 0,-5-5-160 16,-9-1-217-16,6-3-111 0,-5-6-180 16,-4-1-660-16,16-8-1160 0,-16 0-2973 15</inkml:trace>
  <inkml:trace contextRef="#ctx0" brushRef="#br0" timeOffset="66999.168">14399 10792 7200 0,'0'0'6141'15,"0"0"-4013"-15,0 0-896 0,96 26-536 16,-49-24 208-16,5-2 216 0,0 0-288 16,3-2-308-16,1-9-340 0,-4-2-184 15,-4 1-36-15,0-4-136 0,-9-3-488 16,-3 3-468-16,-4 0-340 0,-8 1-1140 0,-8 2-3133 16,-8-3-3159-16</inkml:trace>
  <inkml:trace contextRef="#ctx0" brushRef="#br0" timeOffset="67199.197">14888 10722 5684 0,'0'0'3156'0,"0"0"993"0,-35 67-2685 0,23-38-128 16,-4 2 388-16,4 3-280 0,1 1-352 16,-2 4-348-16,5-1-220 0,4-1-148 15,1 2-119-15,-1-1-121 0,-1-3-96 0,5-7-40 16,0 1-100-16,0-4-68 0,9-5-53 15,2-4-263-15,1-4-360 16,8-3 136-16,8-2-116 0,4-4-472 0,4-3-996 0,-8 0-2165 16,24-12-3015-16</inkml:trace>
  <inkml:trace contextRef="#ctx0" brushRef="#br0" timeOffset="67450.09">15730 10646 6704 0,'0'0'6701'0,"0"0"-5457"0,0 0-224 16,0 0 660-16,-96 69-172 0,72-37-320 15,8 3-356-15,0 7-224 0,4 2-99 16,4 6 15-16,4 1-52 0,4 4-148 16,0 2-128-16,0-1-124 0,12 2-72 15,0-10-72-15,4-4-12 0,8-9-280 16,4-10-12-16,8-6-36 0,3-9-73 0,6-8-99 15,2-2-256-15,1-9-472 0,0-10-992 16,0-3-1724-16,-13 3-2429 0,13-25 937 0</inkml:trace>
  <inkml:trace contextRef="#ctx0" brushRef="#br0" timeOffset="67670.638">16482 10563 8220 0,'0'0'6117'0,"0"0"-3797"0,-28 66-868 16,13-27-196-16,-5 5 212 0,-4 10-71 0,0 6-369 15,-4 7-364-15,0 4-240 0,-3 2-100 16,-10 5-116-16,5-1-76 0,1-1-132 16,3-7-124-16,8-5-108 0,4-10-104 15,12-13-148-15,8-9-300 0,0-16-112 16,8-10-125-16,8-6-567 15,4-19-1132-15,-1-3-2144 0,9-25-3233 0</inkml:trace>
  <inkml:trace contextRef="#ctx0" brushRef="#br0" timeOffset="67934.44">16454 10655 2812 0,'0'0'10369'0,"0"0"-8265"15,0 0-1032-15,0 0-200 0,0 0 168 16,0 0-216-16,0 0 84 0,36 92-176 0,-19-45-84 15,-6 5 45-15,6 2-185 0,-6-1-220 16,2 5-152-16,-6-4-76 0,-3-4-48 16,-4-1 60-16,4-12-64 0,0-1 4 0,5-15 84 15,-2-1 24-15,1-11-56 16,4-3-60-16,0-6 8 0,7-10 96 16,2-8 36-16,3-15-108 0,8-7-36 0,0-11-240 15,3-9-196-15,5-3-132 16,-4-8-28-16,0 0-181 0,-8 6-211 15,-5 1-348-15,1 4-884 0,-11 22-1992 0,2-4-1297 16</inkml:trace>
  <inkml:trace contextRef="#ctx0" brushRef="#br0" timeOffset="68197.66">16920 11211 7432 0,'0'0'6509'0,"0"0"-3925"16,0 0-608-16,0 0-640 0,88 7-200 0,-60-2-444 15,4-2-299-15,0 1-189 0,0-2-124 16,-4-2-80-16,4 0-72 0,-4 0-96 15,-4-6-405-15,4-6-327 0,-9-1-200 16,-3 1-564-16,-8-5-2200 0,1 5-3113 16,-14-4-7-16</inkml:trace>
  <inkml:trace contextRef="#ctx0" brushRef="#br0" timeOffset="68599.2">16901 11309 548 0,'0'0'2020'16,"0"0"8489"-16,-36 80-7897 0,28-51-788 15,0-4-280-15,4 3-308 0,0-9-356 16,4-6-432-16,0-4-448 0,0-2-144 16,4-4-500-16,4 0-28 0,1-3-188 15,-2 0-296-15,1 0-660 0,0-6-580 0,0-1-717 16,-4-2-7-16,4-1 1184 0,-4 1 1936 16,0-1 884-16,3 4 1324 15,2 0 569-15,-1-1-453 0,7 0-556 0,2 5 108 16,3-1-396-16,3-3-364 0,5 2-360 15,4 1-184-15,0-4-219 0,0 2-317 16,-1 1-36-16,-3-2-157 0,-3 2-195 0,-5 1-236 16,-12 3-300-16,-1 0-180 15,-7 3-292-15,0 4-240 0,-11 5 516 0,-10 4 160 16,-3 3 480-16,-8 1 444 0,1 2 444 16,-1 3 304-16,-4-3 124 0,12-2 156 0,1 2 316 15,6-7-48-15,10-1-280 16,3-9-356-16,4 2-212 0,4 0 40 15,7-5-111-15,10-2-185 0,7 0-92 0,3-6-100 16,1-7-116-16,8-6-296 16,-1 1-305-16,-2-5-247 0,-1-3-212 0,-8 1-764 15,-4 6-2360-15,-1-16-3965 0</inkml:trace>
  <inkml:trace contextRef="#ctx0" brushRef="#br0" timeOffset="68800.588">17714 11147 1488 0,'0'0'10033'0,"0"0"-7949"0,0 0-628 16,-64 90 180-16,36-49 176 0,0 3-168 15,0 3-476-15,0 4-375 16,1 3-141-16,3 3-96 0,-8 1-144 0,4-1-172 16,-4-3-104-16,4-1-136 0,0-5 0 0,-4-3-160 15,8-7-200-15,0-3-76 0,5-4-192 16,6-3-345-16,6-5-379 0,7-1-1132 15,0-12-564-15,0-4-1749 0,3-12-2347 16</inkml:trace>
  <inkml:trace contextRef="#ctx0" brushRef="#br0" timeOffset="68985.157">17562 11620 4744 0,'0'0'8613'0,"0"0"-6901"15,0 0-424-15,0 0 612 0,92-19-72 16,-64 15-292-16,4-1-515 0,-1-2-417 15,5-2-300-15,5-3-160 0,-2-2-144 16,-3-5-60-16,3 0-268 0,-2 0-276 16,-5 0-341-16,-4 3-163 0,-5 1-484 0,-6 2-1224 15,-10 1-1644-15,-3 5-1465 16,-8 4 357-16</inkml:trace>
  <inkml:trace contextRef="#ctx0" brushRef="#br0" timeOffset="69118.055">17921 11471 80 0,'0'0'2268'0,"0"0"-1592"16,0 0 7405-16,-68 86-6249 0,52-54-940 0,1 2-320 0,-2 5 172 15,2 2 416-15,-2 0-176 16,6 0-276-16,-2 0-228 0,6 1-72 16,-5-7-4-16,8-1-108 0,-5-7-76 0,9-6-136 15,-3-9-84-15,3-1-96 16,0-5-380-16,0-4-560 0,0 2-616 16,-4-4-1400-16,0-4-6789 0</inkml:trace>
  <inkml:trace contextRef="#ctx0" brushRef="#br0" timeOffset="69262.047">17777 11797 8748 0,'0'0'8069'0,"0"0"-6493"0,0 0-752 0,0 0 496 15,76-12-176-15,-48 5-291 16,4 1-345-16,0-6-292 0,4-1-216 0,0-2-224 16,-5-2-384-16,1-2-409 0,-4 4-275 15,-8-1-984-15,4-3-3708 0</inkml:trace>
  <inkml:trace contextRef="#ctx0" brushRef="#br0" timeOffset="69559.579">18383 10811 4104 0,'0'0'8553'15,"-35"65"-6253"-15,14-23-888 0,1 12-244 0,-3 13 636 16,6 0 76-16,2 3-339 0,2-3-369 16,10-7-556-16,3-6-300 0,0-10-184 15,12-6-128-15,0-9-4 0,8-10-144 16,3-6-148-16,1-7-140 0,8-6-208 15,4-3-88-15,-4-13-168 0,3-6-689 16,-11 0-2099-16,12-17-2433 0</inkml:trace>
  <inkml:trace contextRef="#ctx0" brushRef="#br0" timeOffset="70133.165">19388 10947 5392 0,'0'0'524'0,"0"0"7569"0,7 79-5609 0,-3-47-744 15,0 3-512-15,-4 0 104 0,0 3-247 16,0 0-261-16,0 4-340 0,0-5-304 0,-8 5-168 16,-4-3-12-16,-4-2-180 15,0 1-244-15,-3-6-228 0,-2-3-117 16,1-4-19-16,5-6-44 0,-2-6-360 0,6-6-920 16,3-4-1700-16,-5-6-2189 15</inkml:trace>
  <inkml:trace contextRef="#ctx0" brushRef="#br0" timeOffset="70543.952">19913 10776 10196 0,'0'0'6173'0,"0"0"-5177"0,0 0-524 16,40 73 96-16,-28-39 784 0,-4 5-84 0,-4 3-195 16,4 1-577-16,-4 5-220 0,-4 0-56 15,4-1-76-15,-4 0-24 0,0-1-56 16,-8-6-64-16,4-1-4 0,-9-1-180 0,2-3 52 16,-6-4 12-16,2 1-136 15,-5 0-96-15,-3-7-60 0,-5 4 11 16,0-6-147-16,-4-1-184 0,-4-3-160 0,-1-4-576 15,9-5-1432-15,-7-4-3869 0</inkml:trace>
  <inkml:trace contextRef="#ctx0" brushRef="#br0" timeOffset="70997.839">20599 10887 7324 0,'0'0'7409'16,"0"0"-5793"-16,0 0-1008 0,103-4-244 16,-68 4-56-16,-3 0-24 0,-4-7-268 15,0 7-16-15,-4-5-400 0,1 5-780 0,-6-3-348 16,-7 3-1092-16,0 0-4593 0</inkml:trace>
  <inkml:trace contextRef="#ctx0" brushRef="#br0" timeOffset="71153.151">20546 11271 1528 0,'0'0'11197'0,"0"0"-8849"0,0 0-576 0,0 0-272 0,0 0-220 16,100 12-484-16,-56-17-368 16,3-5-260-16,6-7-168 0,3 3-112 15,3-5-256-15,5 2-668 0,-4-2-764 0,-17 6-2772 16,13-6-5753-16</inkml:trace>
  <inkml:trace contextRef="#ctx0" brushRef="#br0" timeOffset="71612.634">22116 10620 3464 0,'0'0'9089'16,"0"0"-6797"-16,0 0-596 0,0 0-240 15,0 0-188-15,116 9-92 0,-48-9-44 0,12 0-295 16,11 0-193-16,5-5-160 0,3-6-124 15,4-3-56-15,-2-7-172 0,-2 2-60 16,-7-3-72-16,0 0-72 0,-9 0 0 0,-3 0-108 16,-13 2-220-16,-3 5-252 15,-16-1-268-15,-8 7-213 0,-16-1-503 0,-9 8-912 16,-10-3-2648-16,-14 5-3817 0</inkml:trace>
  <inkml:trace contextRef="#ctx0" brushRef="#br0" timeOffset="71814.918">22861 10531 1032 0,'0'0'9436'15,"0"0"-7007"-15,-11 76-397 0,7-32-308 16,0 8-52-16,0 2-48 0,-1 7-76 0,1 2-527 16,-3 0-513-16,3 0-268 0,-4-2-188 15,4-7-52-15,4-7-96 0,-5-9-36 16,5-8-124-16,5-12-180 0,3-5-341 15,7-10-51-15,-2-3-88 0,2-6-1000 16,-2-4-2648-16,6-22-4945 0</inkml:trace>
  <inkml:trace contextRef="#ctx0" brushRef="#br0" timeOffset="71994.922">23037 10607 2740 0,'0'0'1656'0,"0"0"4616"0,0 0-3971 0,0 0-245 15,0 0-508-15,-12 86-192 0,12-42-152 16,8 8-40-16,3 10-28 0,2 5-155 16,-1 4-253-16,-1-2-328 0,2 1-284 0,-9-3-116 15,3 0-96-15,-3-4-244 16,0-6-448-16,1-2-329 0,3-8-223 0,-1-9-752 16,-3-10-1772-16,5-2-2897 0</inkml:trace>
  <inkml:trace contextRef="#ctx0" brushRef="#br0" timeOffset="73089.465">24571 10493 4800 0,'0'0'700'0,"0"0"5225"16,0 0-4053-16,0 0-640 0,0 0-160 15,0 0 292-15,0 0-60 0,0 0-184 0,0 0-336 16,0 0-344-16,15-6-112 16,-26 19 36-16,-1 5-72 0,-12 8 49 15,0 2-97-15,-4 4-40 0,0 7-44 0,-4 1 32 16,0 5-96-16,0 9 40 0,-3 3-40 16,3 4 60-16,-4-2 0 0,8 2-80 15,0-7-72-15,8-9-4 0,12-14-8 16,4-5 8-16,4-13 96 0,8-1-36 15,5-9-48-15,10 0-12 0,1-3-48 16,8-6-36-16,0-6-64 0,3-8-20 0,-3 1-72 16,0 0-16-16,0-3-120 0,-4 0 24 15,-4 0-25-15,-4 3-95 16,-4-1 92-16,-4 8 4 0,-8-3 104 0,0 5 64 16,-4-1 184-16,-4 2 24 0,-4 4 100 0,-4-6 32 15,0 5-128-15,-4-4-4 16,4 4-56-16,-4 0-4 0,0-1-124 15,0 4 100-15,4 3-112 0,5 0-112 0,-2 0-208 16,1 0-860-16,4 3-628 16,1 1-1136-16,-1 5-3617 0</inkml:trace>
  <inkml:trace contextRef="#ctx0" brushRef="#br0" timeOffset="73496.142">25132 10594 3956 0,'0'0'6020'0,"0"0"-3651"16,0 0-965-16,0 0-164 0,0 0 160 15,0 0-56-15,-67 74-244 0,59-46-96 16,-4 7-232-16,4 0-200 0,0 0-124 0,4 0 17 15,0 0-165-15,4-6-116 0,0-7-112 16,0 0-60-16,4-7-8 0,4-2-4 16,0 0-144-16,3-3-136 0,-2-4-157 0,-1 0-171 15,3-2-24-15,2-1-128 16,2-3-248-16,-2 0-660 0,2 0-1124 0,-7 0-2961 16,8-13-2471-16</inkml:trace>
  <inkml:trace contextRef="#ctx0" brushRef="#br0" timeOffset="74301.261">25662 10703 5236 0,'0'0'4608'0,"0"0"-2895"0,0 0-317 16,0 0-84-16,0 0-12 0,0 0-344 0,0 0-208 15,0 0-164-15,0 0-176 16,0 0-40-16,-39-38-132 0,27 38-40 0,-8 6 0 16,3 4 64-16,-2 5 120 0,-5 7 132 15,0 7-12-15,5 0-40 0,-2 2 4 16,1 1-39-16,1-3-85 15,6-4-124-15,5 0-44 0,1-9-16 0,3 0 0 16,4-7-96-16,0-2-52 0,0-1 4 16,0 0-4-16,4-2-8 0,3-4 0 15,-3 3-60-15,4-3-48 0,1 0-60 0,2 0-64 16,1-3 64-16,-3-1 48 0,2-2 8 16,-3 0-8-16,4 4-48 0,-4-5 44 15,0 3-20-15,1-2 35 0,-6 6-3 16,1-3 28-16,0 0 12 0,0-4-64 15,0 4 16-15,4-3 24 0,0-4-16 16,0 4-20-16,4-3-4 0,-4-1 64 0,0 3 24 16,-4-2-12-16,3 6 20 15,-3-3 40-15,-4 6 76 0,0 0-28 0,4-3 12 16,-4 3 0-16,0 0 52 0,0 0-40 16,0 0-72-16,0 0 0 15,0 0-108-15,0 0-4 0,0 0 4 0,0 0 8 16,0 0 52-16,0 0 0 0,0 0 40 15,0 0-88-15,0 0-4 0,0 0 28 0,0 0 68 16,0 0 4-16,0-4 84 16,5 4 16-16,-1-7-100 0,0 5-4 15,3-4-8-15,-3-1-88 0,4 3 16 0,1-2-4 16,-2 0 16-16,1 0 12 0,-4-1-28 16,1 1-32-16,-1 4-28 0,0-3 60 15,-4 3 76-15,3 2-48 0,-3-3 60 16,0 3-48-16,0 0-4 0,0 0 52 15,0 0 132-15,0 5 52 0,0 2 24 0,0 3 60 16,-3-1-72-16,3 3 24 0,0 2-12 16,0 2-36-16,-4-2-4 0,4 3 136 0,0 2-60 15,0 0-48-15,0 0-15 0,0-3-21 16,4 3-76-16,-1-3-12 16,5 1 0-16,5-5-24 0,-2-3-48 0,1-2-60 15,4-2-36-15,0 2-304 0,4-7-149 16,0 0-167-16,0 0-228 15,4-7-284-15,-4 2-960 0,-5-4-2464 0,6-4-3037 16</inkml:trace>
  <inkml:trace contextRef="#ctx0" brushRef="#br0" timeOffset="74539.889">26284 10649 3940 0,'0'0'9361'16,"0"0"-7273"-16,0 0-804 0,0 0-240 0,44 85-8 15,-40-55-140-15,-4-2-308 0,0 0-272 16,0 1-264-16,-8-2-4 0,-1 0-48 16,-6 1-84-16,-5-2 8 0,-3 2-228 15,-9-2-172-15,-9 2-152 0,2 1-24 16,-10-4-424-16,-6-3-688 0,15-3-2696 15,-28 0-5169-15</inkml:trace>
  <inkml:trace contextRef="#ctx0" brushRef="#br0" timeOffset="75449.485">21411 10522 380 0,'0'0'4928'16,"0"0"837"-16,0 0-3637 16,0 0-756-16,0 0-312 0,0 0 296 0,0 0-104 15,84 41-232-15,-45-32-272 0,2 1-284 16,-1-4-196-16,-5-6-108 15,-3 4-148-15,0-4-12 0,-8 0-84 0,4 0-100 16,-9-4-184-16,2-2-364 0,-5 0-388 16,-4-1-480-16,-1 1-1236 0,-7-7-3701 0</inkml:trace>
  <inkml:trace contextRef="#ctx0" brushRef="#br0" timeOffset="75684.979">21746 10544 4000 0,'0'0'428'0,"0"0"4488"16,0 0-3392-16,-21 74 29 0,18-46-61 16,3 2-276-16,0 3-68 0,0 2-212 15,0 3-244-15,-4 0-84 0,0 4-116 0,0-4-148 16,-4 3-88-16,0-6-156 0,4-4-100 16,0-6-88-16,4-6-20 15,0-2-52-15,4-4-52 0,5-7-56 0,6 0-400 16,-4 1-284-16,10-7-252 0,-1 0-696 0,-8 0-2005 15,12-13-1791-15</inkml:trace>
  <inkml:trace contextRef="#ctx0" brushRef="#br0" timeOffset="76001.357">22244 10192 3312 0,'0'0'2452'0,"0"0"1532"15,0 0-1679-15,0 0-833 0,0 0-268 16,0 0-32-16,-60 70-204 0,41-39-188 16,2 7-100-16,-2 3-52 0,6 11-136 15,-2 0-100-15,2 9-84 0,2 6-76 16,-2 3-48-16,2 6-100 0,3 4 48 15,0-1-20-15,-1 4-28 0,9 3-24 0,0-4-60 16,9 1 0-16,3-4-72 0,3-6-24 16,9-6-4-16,8-10-32 0,0-7 8 15,9-11-96-15,2-8-132 0,0-5-176 16,6-7-136-16,-1-7-100 0,3-5-216 0,5-7-412 16,-4-3-736-16,-9-7-1969 0,25-18-2487 15</inkml:trace>
  <inkml:trace contextRef="#ctx0" brushRef="#br0" timeOffset="76466.889">26945 9969 5092 0,'0'0'1316'0,"0"0"-288"0,0 0 4053 16,0 0-2829-16,0 0-540 0,0 0 28 16,68 88-436-16,-55-49-228 0,-6 5-236 15,-3 4 9-15,4 7-49 0,-4 2-112 16,0 0-12-16,-4 4-180 0,0-3-184 0,-4 3-48 16,-8 3-96-16,1-3-24 15,-10 2-144-15,-7-3-76 0,0 1 4 16,-7-1-36-16,-5-2-144 0,-4-2-36 0,-4-2-40 15,-4-3-44-15,0-4-28 0,1-1 4 16,3-6-52-16,4-2-72 0,0-9-124 16,1-1-461-16,-2 1-795 0,13-14-2044 15,-15 8-2417-15</inkml:trace>
  <inkml:trace contextRef="#ctx0" brushRef="#br0" timeOffset="77317.666">20638 12789 8188 0,'0'0'5721'0,"0"0"-3965"16,0 0-676-16,0 0-492 15,84-10 536-15,-37 3-236 0,2-1-324 0,3-3-320 16,-9-1-244-16,0 5-88 0,-6-2 4 15,-5 3-148-15,-9-1-384 0,-3 7-480 0,-3-3-456 16,-9 3-1136-16,-8 0-2369 0,0 3-2831 16</inkml:trace>
  <inkml:trace contextRef="#ctx0" brushRef="#br0" timeOffset="77485.237">20825 12932 1448 0,'0'0'8680'0,"0"0"-6491"0,0 0-813 15,0 0-172-15,0 0-20 16,0 0-156-16,0 0-172 0,0 0-68 0,0 0-236 0,108 57-244 16,-64-57-308-16,0-3-24 0,3-7-788 15,2 3-396-15,2-2-684 0,-11 7-2232 16,24-12-2701-16</inkml:trace>
  <inkml:trace contextRef="#ctx0" brushRef="#br0" timeOffset="78364.029">23196 11753 3756 0,'0'0'3140'0,"0"0"2257"16,0 0-3889-16,0 0-380 0,0 0-200 16,0 0-84-16,0 0-48 0,0 0-288 0,-84 11-200 15,61 3-48-15,-5 5 12 0,0 4-4 16,4 3-20-16,0-1 20 0,1 4 100 15,6 3 60-15,-3-4-124 0,8 7-108 16,1-4-52-16,-2-1-80 0,9-2-52 16,0-6-12-16,4-3 0 0,0-5-12 0,0-6-112 15,8-2 16-15,5-2 20 16,2-4-240-16,2 0-12 0,2 0-64 0,1-4-212 16,-4-2-84-16,4-7-56 0,-9 4-88 15,2-1-108-15,-5 1-56 0,-5 3 148 16,-3 3 348-16,0-4 512 0,-3 7 188 15,-1-3 256-15,-8 3 64 0,0-3-280 16,-4 3-16-16,0 0-20 0,-3 0-56 0,2 3-8 16,2-3-44-16,6 3-84 15,1 0-128-15,4 1-72 0,1 2-152 0,3-3-116 16,0 0-600-16,3 3-1717 0,18-6-2875 0</inkml:trace>
  <inkml:trace contextRef="#ctx0" brushRef="#br0" timeOffset="78603.023">23456 11884 4348 0,'0'0'508'0,"0"0"6225"0,0 0-4001 0,0 0-676 16,0 0-812-16,0 0-268 0,0 0-104 16,-69 76-232-16,54-47-116 0,2 2-36 0,1-2 8 15,5 0-203-15,3-1-173 0,4-2-120 16,0-5-8-16,0-5 0 15,4 0-40-15,7-4-12 0,-3-5 0 0,5 0 47 16,2-4-207-16,5-1 76 0,-3-2-76 16,2 0-180-16,5-5-284 15,0-4-272-15,-4-4-796 0,-4 3-2320 0,4-3-3677 16</inkml:trace>
  <inkml:trace contextRef="#ctx0" brushRef="#br0" timeOffset="78767.634">23428 12043 6340 0,'0'0'232'0,"0"0"5401"0,0 0-3989 16,0 0-100-16,0 0 164 0,0 0-64 16,0 0-588-16,0 0-408 0,0 0-148 0,0 0-88 15,83 6-216-15,-56-6-196 0,9 0-196 16,-3-6-240-16,3 0-260 16,-1-8-248-16,-3 5-448 0,-4-1-1132 0,4-3-5069 15</inkml:trace>
  <inkml:trace contextRef="#ctx0" brushRef="#br0" timeOffset="79070.774">24176 11747 52 0,'0'0'12049'0,"0"0"-9781"15,0 0-1520-15,0 0-20 0,0 0 612 0,0 0-212 16,0 0-500-16,0 0-220 0,0 0-28 15,-84 64 168-15,61-36 208 0,-1 7 0 16,0 3-127-16,0 3-141 0,5 1-8 16,-6 2 100-16,5-2-180 0,0-4-160 15,8-4-96-15,8-8-20 0,1-3-28 16,3-4 0-16,3-7-12 0,9-2 12 0,1-4-8 16,6-3-88-16,5 1-72 0,0-4-84 15,4-7-84-15,0-3-160 0,0-2-192 16,-5-4-72-16,-3 2-36 0,-3 0-89 15,-6 3-139-15,-7 3-392 0,-4-3-924 16,-4 5-1836-16,-7-2-973 0,-2 1 605 16,-6 0 801-16</inkml:trace>
  <inkml:trace contextRef="#ctx0" brushRef="#br0" timeOffset="79198.617">23993 12106 964 0,'0'0'6128'0,"0"0"-2924"0,0 0-723 0,0 0-421 16,0 0-88-16,0 0-496 0,0 0-244 15,0 0-244-15,0 0 0 0,0 0-103 16,43 22-361-16,-26-22-284 0,7-3-112 15,-5-3-128-15,1-4-360 0,1-2-284 16,-6 2-317-16,2-3-379 0,-6 4-952 0,-3 2-2308 16,-3 1-2729-16</inkml:trace>
  <inkml:trace contextRef="#ctx0" brushRef="#br0" timeOffset="79348.055">24156 12134 10941 0,'0'0'2372'15,"0"0"-1140"-15,0 0 328 0,0 0 276 16,-12 68-312-16,12-54-420 0,0 3-340 0,0-7-288 15,4 3-207-15,4-7-245 0,-3 0-24 16,6-3-353-16,-3 0-331 16,5 1-108-16,-2-4-224 0,5 0-600 0,-4-4-1152 15,4-5-3641-15</inkml:trace>
  <inkml:trace contextRef="#ctx0" brushRef="#br0" timeOffset="79576.894">24650 11851 6216 0,'0'0'4256'0,"0"0"-2175"15,0 0-309-15,0 0-60 16,-68 77-24-16,49-41-356 0,3 1-228 0,4 1-216 0,0 1-59 16,4 2-53-16,0-7-184 15,4 2-240-15,1-4-196 0,-2-7-96 0,5-3-56 16,0-6-4-16,5-3-8 0,2-4-136 15,-3 0-244-15,4-5-372 0,4-1-105 16,0-3 41-16,0 0-204 0,0-3-1028 0,0-1-2140 16,4-8-2989-16</inkml:trace>
  <inkml:trace contextRef="#ctx0" brushRef="#br0" timeOffset="79769.128">24805 11906 5592 0,'0'0'8521'0,"0"0"-5889"0,0 0-1044 0,0 0 220 16,0 0-236-16,0 0-335 0,88 26-441 15,-60-24-372-15,0-2-220 16,4 0-120-16,0 0-84 0,0-6-140 0,-4-3-404 16,-4-1-252-16,0 1-224 0,-9 2-293 0,-7 1-1131 15,-3 3-2388-15,-5 0-2737 0</inkml:trace>
  <inkml:trace contextRef="#ctx0" brushRef="#br0" timeOffset="79914.272">24966 11953 5016 0,'0'0'468'16,"0"0"5189"-16,0 0-3453 0,0 0-288 0,-25 84 28 15,25-63-32-15,0 2-356 16,0-4-412-16,0-4-623 0,0-2-397 16,4-2-124-16,-4-3-124 0,4-2-140 0,-4-2-189 15,0 3-215-15,0-5-284 0,0 1-384 16,0-3-972-16,0 0-1776 0,0 3-1605 15,0-3-547-15</inkml:trace>
  <inkml:trace contextRef="#ctx0" brushRef="#br0" timeOffset="80152.946">24997 12160 4304 0,'0'0'7233'0,"0"0"-4969"0,0 0-824 0,0 0 220 0,0 0-148 16,96-10-356-16,-72 7-396 16,-5-3-456-16,-2 4-304 0,-2-3-12 0,-7 3-196 0,-3-2-232 15,-5 4-236-15,0 0-84 16,-9 6 4-16,-3 4 460 0,-8 6 296 15,-3 0 36-15,-5 3 40 0,4 0 244 0,-4 0 164 16,4 0-28-16,5-3-52 16,2 0-36-16,6-3-48 0,2-4 32 15,9-3-44-15,0-3-128 0,5 1 52 0,6-1-36 16,5-3-112-16,4 0-84 0,8-3-300 0,0-7-344 16,0-2-176-16,4-4-388 15,-4-3-480-15,-5 6-1428 0,10-13-4373 0</inkml:trace>
  <inkml:trace contextRef="#ctx0" brushRef="#br0" timeOffset="80348.944">25407 11995 3512 0,'0'0'1592'0,"0"0"2336"0,0 0-895 0,0 0-701 16,0 0-304-16,-48 73-264 0,33-48-396 0,3 7-148 15,0-4 9-15,0 4-233 16,-4-1-296-16,0-1-228 0,-4-2-292 0,5-2-180 15,-6-1-128-15,1-3-272 0,-4 0-156 16,8-5-240-16,0-1-201 0,4-10-355 16,1-3-1260-16,7 0-3160 0,-1-3-3769 15</inkml:trace>
  <inkml:trace contextRef="#ctx0" brushRef="#br0" timeOffset="80502.736">25424 12230 11057 0,'0'0'2828'0,"0"0"-1388"0,0 0 604 0,79-16 212 16,-55 10-484-16,0 0-607 0,-1-1-549 16,5-3-384-16,-4-3-232 0,1 1-52 15,-1-1-320-15,-5-2-236 0,1 2-205 16,-4 0-247-16,-4 4-764 0,-4-1-1016 0,-4 7-1508 16,0 0-777-16,-4 0 49 15</inkml:trace>
  <inkml:trace contextRef="#ctx0" brushRef="#br0" timeOffset="80674.442">25686 12093 5320 0,'0'0'4212'0,"0"0"-2303"15,0 0-205-15,0 0-164 0,0 0-20 0,-56 83-308 16,52-62-172-16,-3 5-152 0,3 3-8 16,0 0-28-16,4-1-156 15,0 2-151-15,0-5-85 0,0-3-156 0,0-4-88 16,0-1-80-16,4-5-132 0,0-2-4 16,0-4-100-16,-1-3-248 15,1 1-368-15,-4-4-209 0,4 2-71 0,0-2-364 16,-4 0-772-16,0 0-980 0,0 0-2685 15,0 0-859-15</inkml:trace>
  <inkml:trace contextRef="#ctx0" brushRef="#br0" timeOffset="80781.224">25666 12386 8220 0,'0'0'3885'0,"0"0"-2441"16,0 0-136-16,0 0 0 0,0 0-368 0,76-39-284 0,-52 31-160 16,0-6-128-16,4 1-256 0,0 1-112 15,-4-1-72-15,4-3-484 0,-4 1-500 16,-9 2-776-16,5-7-3325 0</inkml:trace>
  <inkml:trace contextRef="#ctx0" brushRef="#br0" timeOffset="80989.315">26252 11932 6776 0,'0'0'6537'0,"0"0"-5393"16,0 0-440-16,0 0 1080 0,24 88 208 15,-16-59-520-15,-8 0-608 0,4 2-440 16,0 1-251-16,0-1-41 0,-4 1-20 0,0 1-112 16,-4 1-60-16,-8-2-257 0,-4-1-195 15,-8 4-132-15,-8-2-236 0,-7 1-328 16,-10-2-624-16,14-7-2276 0,-37 10-3809 16</inkml:trace>
  <inkml:trace contextRef="#ctx0" brushRef="#br0" timeOffset="82277.535">21854 13332 3860 0,'0'0'7016'0,"0"0"-4591"15,0 0-577-15,0 0-448 0,0 0 324 0,0 0-236 16,0 0-208-16,0 0-451 0,0 0-209 15,0 0-160-15,0 0-52 0,87-13-44 16,-43 13 96-16,12 0-52 0,-1 0-176 16,5 0-40-16,0 0-84 0,3 3-100 15,2 0 48-15,-1-3-56 0,-4 0-96 16,-6-6-36-16,-5-4-136 0,-2-2-212 16,-6-1-196-16,-10 0-148 0,-3 0-293 0,-4 4-835 15,-12-4-2280-15,-4 0-1917 0,-8 4-1615 16,0-1 6269-16</inkml:trace>
  <inkml:trace contextRef="#ctx0" brushRef="#br0" timeOffset="82481.159">22344 13334 1148 0,'0'0'11085'0,"0"0"-8881"0,-41 87-904 15,34-50 240-15,-5 11 228 0,3-1-336 16,2 5-348-16,3-2-451 0,4-6-377 15,0-2-148-15,0-4-108 0,0-6-4 16,0-10-276-16,4-6-317 0,3-3-83 16,2-10 0-16,3-3-252 0,3 0-756 0,-2-10-2304 15,-2-2-3201-15,6-10 929 16</inkml:trace>
  <inkml:trace contextRef="#ctx0" brushRef="#br0" timeOffset="82652.145">22511 13443 3088 0,'0'0'7804'0,"0"0"-6019"16,0 0-533-16,0 0-368 0,0 0 300 16,0 76 20-16,0-42-204 0,0 8-272 0,0-1-224 15,4 4-136-15,0-1-24 16,3 1-40-16,-2-4-120 0,3 0-184 0,-4-3 0 16,0-3-304-16,-1-2-580 15,1-5-248-15,-4-3-332 0,0-9-1192 16,0 0-4209-16</inkml:trace>
  <inkml:trace contextRef="#ctx0" brushRef="#br0" timeOffset="83481.866">23451 13449 7536 0,'0'0'3881'0,"0"0"-2381"0,0 0-496 16,0 0-216-16,0 0 180 16,0 0 200-16,0 0-260 0,0 0-288 15,0 0-92-15,0 0 24 0,0 0 208 0,108 6-164 16,-76-3-132-16,3-3-76 15,1 0-71-15,0 0-85 0,0 0-148 0,-4 0-84 16,0-3-68-16,-4 0-52 0,0-3-76 16,-5 3-169-16,1-4-195 0,-7 1-208 15,-6-1-236-15,-3 0-452 0,1 5-944 16,-9-1-2053-16,0-6-2087 0</inkml:trace>
  <inkml:trace contextRef="#ctx0" brushRef="#br0" timeOffset="83715.498">23810 13427 1264 0,'0'0'2544'0,"0"0"-1592"0,0 0 4108 16,0 0-2919-16,-25 82-377 15,18-52-296-15,-1 1-336 0,0 7-232 16,0-3-120-16,0 3-52 0,4 0-64 16,0 1-148-16,0-8-100 0,4-4-148 15,0 0-112-15,0-8-80 0,8-4-68 0,0-2 4 16,0-4 52-16,4-2-64 0,3-4-100 15,2 0-192-15,2-3-316 0,1 0-92 16,5-6-28-16,-5-3-196 0,-1 2-212 0,1-6-728 16,-4 7-2181-16,4-10-2883 0</inkml:trace>
  <inkml:trace contextRef="#ctx0" brushRef="#br0" timeOffset="84071.021">24527 13436 4376 0,'0'0'4388'0,"0"0"-539"0,0 0-2257 15,0 0-76-15,0 0-12 0,0 0-352 0,0 0-404 16,0 0-328-16,0 0-224 0,-80 86-36 16,64-55 84-16,-3 5 84 15,2 2 88-15,2 0-4 0,2 3-156 0,2-6-72 16,3-6-15-16,3-8 3 0,5-1-52 15,0-8-24-15,9 1-24 16,-1-6-72-16,7-4-132 0,5-3-148 0,1 0-145 16,3-3-111-16,-1-7 0 0,1 0-52 15,-4 1 24-15,0-3 124 0,-4 1 96 16,-4 6 8-16,-4 2 40 0,-4-1 236 0,-4 2 60 16,0 2 248-16,0 0-16 15,-9-5 64-15,-2 3-160 0,-1-2-136 0,0 2-136 0,0-2-36 16,-4 2-136-16,4 2-52 15,1-5-84-15,-2 5-268 0,1 0-632 16,5 5-684-16,-2-3-941 0,1 8-2195 0,152-3 56 16</inkml:trace>
  <inkml:trace contextRef="#ctx0" brushRef="#br0" timeOffset="84439.084">25232 13408 5368 0,'0'0'548'0,"0"0"5133"16,0 0-3229-16,-64 76-472 0,45-48-404 0,-5 1-132 0,3 6-184 15,2 0-184-15,3 3-359 0,4 0-293 16,0-3-208-16,4 3-56 0,4-3-64 16,4 3-96-16,0-3-4 0,8-6-56 15,3-1-64-15,2-2-188 0,7-7-200 16,-1-3 39-16,2-4 21 0,7-2-180 15,-5-4-128-15,10-2-320 0,-6-4-1064 16,-3-4-2448-16,12-12-3885 0</inkml:trace>
  <inkml:trace contextRef="#ctx0" brushRef="#br0" timeOffset="85100.293">25694 13598 4212 0,'0'0'236'0,"0"0"116"16,0 0 5100-16,0 0-3547 0,0 0-641 16,0 0-172-16,0 0 196 0,0 0-148 15,0 0-244-15,0 0-156 0,0 0-40 0,-60-22-112 16,41 32-24-16,-1 9-40 16,-4 3-12-16,-4 6-3 0,1 7 99 15,2 0-28-15,1-2-72 0,4-2-120 0,5-4-124 16,7-7-144-16,3-4-108 15,5-6-12-15,0-4 0 0,5-3-132 0,10 0-132 16,6-3-124-16,7-6-144 0,0-7-36 16,-1-6-40-16,4-1-73 0,-3-1-23 15,-4-2-44-15,-3 4-96 0,-2 1-268 16,1-1 8-16,-8 2 348 0,0 2 368 16,-4 5 388-16,0 1 260 0,-8 2 268 0,4 7 84 15,-4 0-28-15,0 4-88 0,0 5-176 16,5 7 420-16,-5 6-212 0,3 4 80 15,-3 3 100-15,4-4 24 0,0-3-139 0,0 0-349 16,4-6-244-16,0-3-116 0,4-4-188 16,4-3-293-16,4-6-183 15,0-3-304-15,-5-3-1236 0,13-13-5213 16</inkml:trace>
  <inkml:trace contextRef="#ctx0" brushRef="#br0" timeOffset="85315.263">26232 13506 6400 0,'0'0'584'0,"0"0"6097"15,0 0-4585-15,36 73-740 0,-20-44-352 16,0-1-56-16,4 4-248 0,-4-3-308 0,-4 2-248 16,0-1-80-16,-4 1-4 15,-8-4-56-15,0 3-4 0,-4-2-152 0,-8 1-188 16,-8 0-164-16,-4-1-184 0,-4 1-224 15,-12 0-432-15,1-1-864 0,3-9-2445 16,-20 10-2967-16</inkml:trace>
  <inkml:trace contextRef="#ctx0" brushRef="#br0" timeOffset="90031.326">22387 14446 2752 0,'0'0'1824'0,"0"0"-1120"15,0 0 76-15,0 0 3716 0,0 0-2451 16,0 0-529-16,0 0-468 0,0 0-280 16,0 0-88-16,0 0-144 0,12-25-100 0,-12 25-64 15,0 0-64-15,-4 0-88 0,0 0 104 16,0 0 68-16,-3 0-96 0,-2 0-116 16,1 0 56-16,-3 3-68 0,-6 0-8 15,-2 3-12-15,-5 4-52 0,0 2-96 0,0 1-12 16,-4 6-84-16,-4 3-28 15,0 4 52-15,0 3 16 0,4 2 56 0,5 4 84 16,3 3 28-16,3 1-16 0,6-5 0 16,7-3 40-16,4 2 8 15,0-8-56-15,11-6 20 0,6 0 40 16,7-8-136-16,-1-3-4 0,5-2 0 0,0-6-8 16,4 0-64-16,-4-3-108 15,0-6-96-15,-4 0-48 0,0-4 20 0,-5-3 28 16,2 0-24-16,-1 0-4 0,-8 1-124 15,-1-4-84-15,-2 0-40 0,-5 0-28 0,0 2 100 16,-4 2 96-16,0-2-68 16,0 4-84-16,-8 4 0 0,-1 3 328 0,-2-1 188 15,-6 1 8-15,2 6-272 0,-9 0 60 16,3 3-4-16,2 10 220 0,-1-1 268 16,1 1-80-16,6 4-188 0,5-6-40 15,-4 3-160-15,8-2-552 0,4-5-1941 16,0 2-2939-16</inkml:trace>
  <inkml:trace contextRef="#ctx0" brushRef="#br0" timeOffset="90317.486">22782 14544 28 0,'0'0'8384'16,"0"0"-5551"-16,0 0-809 0,-40 80-436 0,28-49 48 15,4 4-208-15,1 0-304 0,2 0-364 16,1-4-260-16,4-1-48 0,0-5-60 0,0-6-40 16,4-3-72-16,8-4-87 0,-4 2-9 15,0-8-184-15,4-6-48 0,0 3-148 16,-1-3-193-16,2-3-183 0,2-3-208 15,-2-4-236-15,-5-3-480 0,3 1-944 16,-2-1-2237-16,-1-3-2127 0</inkml:trace>
  <inkml:trace contextRef="#ctx0" brushRef="#br0" timeOffset="90480.239">22746 14744 8516 0,'0'0'2769'0,"0"0"-977"15,0 0-380-15,0 0 112 16,0 0 28-16,0 0-516 0,0 0-372 0,0 0-88 15,0 0-112-15,0 0-244 0,92 22-84 16,-65-22-136-16,5-2-60 0,1-4-308 16,-6-8-72-16,5 2-136 0,-5-2-384 0,-2 3-604 15,-5-3-1352-15,8-2-4153 0</inkml:trace>
  <inkml:trace contextRef="#ctx0" brushRef="#br0" timeOffset="90758.87">23368 14395 9984 0,'0'0'2101'0,"0"0"-1385"0,0 0-140 0,0 0 528 0,0 0-68 16,0 0-348-16,0 0-272 0,0 0-4 16,0 0 124-16,-80 79 388 0,68-50 24 15,4 9-140-15,-4 4-64 0,0-1-184 16,0 7-59-16,4-4-117 0,0 0-92 15,1-2-72-15,2-4-88 0,5-6-60 16,0-4-72-16,8-3 0 0,0-3-12 16,4-6-36-16,0-2-48 0,0-8-88 0,0 0 4 15,0-6-64-15,3 0-8 0,2-3-53 16,-2-6-183-16,2-7-228 0,-6-4-264 16,-2-2-656-16,-1 3-936 0,-5 3-2521 15,-3-3-2051-15</inkml:trace>
  <inkml:trace contextRef="#ctx0" brushRef="#br0" timeOffset="91031.168">23264 14777 2692 0,'0'0'8333'16,"0"0"-5973"-16,0 0-840 0,0 0-32 15,0 0-8-15,0 0-380 0,0 0-512 0,0 0-320 16,0 0-132-16,0 0-136 0,83-38-76 16,-66 28-412-16,-9-3-276 0,3 4-200 15,-2-1-28-15,-5 0-192 0,0 4-240 0,-4-1-376 16,0 5 75-16,0-2 537 0,0 4 1072 15,0 0 116-15,0 6 892 16,0 4 241-16,0 3 87 0,7 6 184 0,-3 4-52 16,0 2-68-16,5 2-140 0,-5 6-80 15,-1 2-80-15,1-1-116 0,0-2-40 16,0 1-295-16,0-12-277 0,0-2-256 16,8-6-36-16,0-3-184 0,4-7-229 0,4-3-219 15,7 0-212-15,1-6-372 0,-7-4-1020 16,14-12-3489-16</inkml:trace>
  <inkml:trace contextRef="#ctx0" brushRef="#br0" timeOffset="91258.38">23953 14541 1696 0,'0'0'7712'0,"0"0"-5775"15,0 0-605-15,0 0 740 0,-48 67 4 0,40-32-364 16,-3 6-484-16,2 7-360 15,5-1 152-15,-3 1-23 0,7-3-113 0,0-1-280 16,0-9-292-16,0 0-208 0,7-7-104 16,1-9-72-16,5 0-48 0,-2-9-268 15,6 0-116-15,-2-3 32 0,5-7-48 0,1 0-88 16,-2-5-145-16,-3-4-347 16,0-7-940-16,-4 4-1752 0,0-11-2257 0</inkml:trace>
  <inkml:trace contextRef="#ctx0" brushRef="#br0" timeOffset="91411.481">24081 14722 13441 0,'0'0'4096'0,"0"0"-3092"0,0 0 52 16,0 0 336-16,0 0-467 0,80 7-149 16,-48-14-400-16,-5-1-328 0,5-9-48 15,-4-3-388-15,-4-2-316 16,-4 0-293-16,-9 3-539 0,-3 0-1212 0,1 7-2820 15,-9-1-2937-15</inkml:trace>
  <inkml:trace contextRef="#ctx0" brushRef="#br0" timeOffset="91564.506">24208 14684 10184 0,'0'0'3081'0,"0"0"-941"0,-11 76-944 0,7-45 432 16,-1 8 56-16,1 3-296 0,4-7-559 15,-4-4-405-15,4-6-280 0,0-5-144 16,-4-1-44-16,4-7-248 0,-4-2-413 0,1-1-291 15,-1-2-252-15,0-4-812 16,-1 0-2192-16,-3-3-3321 0</inkml:trace>
  <inkml:trace contextRef="#ctx0" brushRef="#br0" timeOffset="91830.801">24228 14913 9548 0,'0'0'4109'0,"0"0"-2793"0,0 0-408 15,0 0 752-15,76-41-252 0,-52 31-608 16,-4 3-520-16,-5 1-280 0,2 0-120 15,-6 0-360-15,-3 2-356 0,1 4-300 0,-9 0-280 16,0 0-588-16,-5 4-964 16,-7 5-217-16,-4 4 389 0,-3 7 580 0,-5-6 2216 15,-1 6 460-15,1-1 1728 0,1 0 320 16,3-4-280-16,5 2-271 0,2-4 71 16,5-4-8-16,8 0-368 0,0-2-404 15,0-1-256-15,8 0-224 0,0-2-100 0,12-4-267 16,0 0-281-16,3-7-120 15,1-2-100-15,4-7-81 0,0-3-295 0,4-4-216 16,-4-2-104-16,0-6-272 0,0 3-676 16,-4 1-1200-16,8-7-3877 0</inkml:trace>
  <inkml:trace contextRef="#ctx0" brushRef="#br0" timeOffset="92033.19">24774 14509 9652 0,'0'0'3053'15,"0"0"-1389"-15,0 0-388 16,-52 99 516-16,36-58 96 0,1 3-436 0,-2 4-552 16,2 2-267-16,-2 2-77 0,-2 2 220 15,-1 0-232-15,-4-3-256 0,-4-4-208 16,4-6-80-16,-3-2-96 0,6-7-132 16,-3-7-256-16,9-6-240 0,2-3-172 0,2-10-65 15,7-3-211-15,0-3-660 0,4 0-1028 16,0-6-2525-16,4-13-1791 0</inkml:trace>
  <inkml:trace contextRef="#ctx0" brushRef="#br0" timeOffset="92197.177">24631 14900 3024 0,'0'0'10649'16,"0"0"-8009"-16,0 0-1268 0,88-13 216 16,-49 7 248-16,1-3-343 0,4-4-381 0,3-3-556 15,2-3-316-15,-6-3-192 0,1-3-48 16,-4 2-324-16,-8-2-412 0,-4 3-244 15,-4 2-165-15,-9 5-499 0,-3 2-1448 16,-3 6-2316-16,-9 4-1405 0</inkml:trace>
  <inkml:trace contextRef="#ctx0" brushRef="#br0" timeOffset="92341.536">25061 14747 1160 0,'0'0'9676'0,"0"0"-6843"16,0 0-1161-16,-40 93-368 0,28-61 384 0,4 5-100 15,-4-2-404-15,8 0-419 0,-4 0-293 16,4-3-72-16,4-4-12 0,-4-2-136 15,4-7-172-15,0-3-80 0,0-4-100 16,0-1-116-16,0-6-184 0,0 2-192 16,0-5-237-16,0 3-119 0,0-3-536 15,-3-2-1364-15,-1 0-3057 0,-1 0-3747 0</inkml:trace>
  <inkml:trace contextRef="#ctx0" brushRef="#br0" timeOffset="92491.856">24981 15024 11789 0,'0'0'4092'15,"0"0"-2804"-15,0 0 348 0,0 0 212 0,0 0-303 0,0 0-457 16,95-16-568-16,-70 13-352 16,3-6-104-16,0-1-64 0,0-4-184 15,-4 0-348-15,3-3-288 0,-3 1-141 0,-4-2-111 16,-1 1-840-16,-6 6-2100 0,2-9-2573 16</inkml:trace>
  <inkml:trace contextRef="#ctx0" brushRef="#br0" timeOffset="92691.247">25555 14577 10664 0,'0'0'3013'0,"0"0"-1217"0,0 0-812 15,24 69 616-15,-20-38 24 16,4 6-120-16,-4 0-591 0,-1 1-357 0,1 3-60 16,-4-3 168-16,0 3-60 0,0 1-280 15,-7-4-152-15,-9 3-172 0,-8-6-100 16,-4 4-312-16,-4-2-276 0,-7-1-256 15,-2-2-125-15,-2-2-623 0,-2-1-2000 16,14-8-1468-16,-13 6-4441 0</inkml:trace>
  <inkml:trace contextRef="#ctx0" brushRef="#br0" timeOffset="95880.836">27029 13783 8988 0,'0'0'5377'16,"0"0"-3537"-16,0 0-516 0,0 0-420 16,0 0 180-16,104 0-192 0,-76 0-224 15,3-6-240-15,1-5-308 0,-4 3-120 16,0-6-256-16,0 2-132 0,-8-1-440 0,0 0-460 16,-9 1-832-16,-6 5-2568 0,-5-3-4225 15</inkml:trace>
  <inkml:trace contextRef="#ctx0" brushRef="#br0" timeOffset="96038.267">27017 13916 6764 0,'0'0'1688'0,"0"0"3153"0,0 0-3737 16,0 0-408-16,0 0-132 0,84 6 92 15,-52-9-68-15,-1-4-588 0,1 1-728 16,0-3-708-16,-8 2-1304 0,8-2-4169 0</inkml:trace>
  <inkml:trace contextRef="#ctx0" brushRef="#br0" timeOffset="98203.677">27703 13325 3908 0,'0'0'56'15,"0"0"-48"-15,0 0 3292 0,0 0-1472 16,0 0-536-16,0 0-91 0,0 0 43 0,0 0 40 16,0 0-56-16,0 0-120 15,8 0-248-15,-1 0-120 0,10 0-24 0,2 0 232 16,13 0-204-16,8 0-208 0,4 0-132 0,3-6-116 16,5-1-127-16,-4-5-153 0,0 2-8 15,-4-2-97-15,0-4-15 16,0 3-80-16,-5-3-64 0,-3-1-184 0,-4 5-132 15,0-3-112-15,-8 2-240 0,-5-3-288 16,-2 7-604-16,-13 2-844 16,-4 2-2157-16,0 0-1411 0</inkml:trace>
  <inkml:trace contextRef="#ctx0" brushRef="#br0" timeOffset="98397.575">28141 13306 3332 0,'0'0'5752'0,"0"0"-3247"16,-20 73-957-16,12-31-224 0,0 5 0 0,0 10 104 16,0 7-352-16,0-1-116 0,0 1-336 15,0-3-328-15,-4-5-176 0,4-5-120 16,5-13-24-16,-2-9-72 0,5-10-40 16,0-10-156-16,0-2-408 0,8-7-212 15,0-3-192-15,4-10-652 0,0 3-2200 0,4-22-3601 16</inkml:trace>
  <inkml:trace contextRef="#ctx0" brushRef="#br0" timeOffset="98581.849">28296 13405 4456 0,'0'0'664'16,"0"0"3236"-16,0 0-1035 15,0 79-645-15,0-41-592 0,0 6-384 0,4 4-80 16,4 0-80-16,-4 2-176 0,0 2-312 15,0-5-364-15,-4-3-232 0,0 0-192 0,0 1-516 16,-4-3-504-16,0-1-744 0,-4-9-2220 16,0 12-4061-16</inkml:trace>
  <inkml:trace contextRef="#ctx0" brushRef="#br0" timeOffset="98830.665">27726 14687 8644 0,'0'0'5797'15,"0"0"-4409"-15,0 0-384 0,0 0-380 0,108 6 264 16,-68-12 112-16,3-4-168 15,-2 1-368-15,-6-4-368 0,1-2-96 16,0-1-280-16,-4 3-320 0,-8-3-232 0,-4 0-464 16,-5 1-1004-16,-6 4-2993 0,-9 2-3447 15</inkml:trace>
  <inkml:trace contextRef="#ctx0" brushRef="#br0" timeOffset="99013.579">28053 14598 3556 0,'0'0'5280'0,"0"0"-2103"0,0 0-1621 0,-16 76-500 0,12-46-136 16,4 5 172-16,-4-4-108 16,4 1-352-16,0-4-264 0,0-3-180 0,0-1-180 15,0-13-8-15,4 3-156 0,0-9-80 16,4-1-184-16,4-4-400 0,0-6-568 16,4-4-584-16,-4 0-3069 0,4-5-2327 15</inkml:trace>
  <inkml:trace contextRef="#ctx0" brushRef="#br0" timeOffset="99417.362">28452 14547 2948 0,'0'0'704'0,"0"0"4548"0,0 0-4592 16,0 0-340-16,0 0 316 0,0 0 341 0,0 0 243 16,0 0-340-16,0 0-436 0,0 0-216 15,0 0 228-15,28 58 416 0,-28-42-28 16,-4 3-72-16,-5 0 8 15,5-1-140-15,-7 2-208 0,3-1-112 0,-1-3-88 16,5-1 36-16,1 2-84 0,-1-4-132 16,4 1-48-16,0 0-4 0,7-5 12 15,1 1-4-15,5-1 112 0,2-2-56 0,1-4 8 16,0 3-12-16,0-6 64 0,0 0-40 16,0 0-24-16,0 0 0 0,0-3-48 15,-1-3 76-15,2-1-28 0,-6 1-52 16,-2 0-8-16,-1 3-132 0,-4-4-64 15,0 4 24-15,-1 0 100 0,-3 3 64 16,0-3 8-16,0 3 80 0,0 0 44 0,-3 0 8 16,-1 0-12-16,-8 0-120 15,3-4-76-15,-2 2 28 0,-1-3-60 16,-4 0-124-16,0-2-248 0,0 0-32 0,1 5-68 16,-2-2-184-16,6 2-128 0,-2 2-360 15,5 0-720-15,1 0-880 16,3 0-1945-16,-5 2-1315 0</inkml:trace>
  <inkml:trace contextRef="#ctx0" brushRef="#br0" timeOffset="100870.415">28918 13553 5804 0,'0'0'5565'0,"0"0"-3989"16,0 0-328-16,0 0-364 0,0 0 24 15,0 0 320-15,0 0-224 16,0 0-240-16,87-12-152 0,-62 5-232 0,3 5-208 16,-1-2-96-16,-3 1-76 0,-4-3-48 15,-1-1-136-15,-6 1-268 0,-2 0-312 16,2-4-284-16,-5 1-512 0,-4-1-1132 0,-1 1-3433 16,-3-1-963-16</inkml:trace>
  <inkml:trace contextRef="#ctx0" brushRef="#br0" timeOffset="101051.07">29081 13493 5024 0,'0'0'416'0,"0"0"3896"0,0 0-2467 15,-23 65-217-15,18-34-244 0,1 1 112 16,4 2-72-16,0-2-296 0,0 0-256 0,0-4-300 16,4-5-312-16,1-7-220 0,2-4-40 15,1-5-232-15,4-1-296 0,0-6-148 16,4-3-296-16,4-7-520 0,-5-5-804 15,6-2-2573-15,-9 2-2067 0</inkml:trace>
  <inkml:trace contextRef="#ctx0" brushRef="#br0" timeOffset="101379.603">29455 13398 5692 0,'0'0'496'0,"0"0"2964"16,0 0-1807-16,0 0-205 15,0 0 4-15,0 0-124 0,0 0-260 0,-15 83-372 16,7-61-248-16,4 0-40 0,-5 4 24 16,2 2 160-16,-1-2-104 0,-1 2-96 0,5 1-96 15,-3-1-4-15,3-2 12 0,0-3 120 16,4-4 161-16,0-5-269 16,0-3-120-16,4-5-128 0,0 0-68 0,3-3-124 15,2-3-8-15,7 0-112 0,-4-3-81 16,7-6-43-16,-2-5 4 15,2 2-100-15,-3-4-24 0,-4 0 24 0,1 7 84 0,-6-4 72 16,-3 6 12-16,-4 5-24 16,0-1 0-16,-8-1 292 0,1 1-20 0,-6 3 48 15,2-3-160-15,-6 3-100 0,6 0-28 16,-2 0-160-16,5 0-332 16,-3 0-212-16,7 3-492 0,0-3-488 0,-1 3-717 15,1 1-1819-15</inkml:trace>
  <inkml:trace contextRef="#ctx0" brushRef="#br0" timeOffset="101732.543">30081 13258 5004 0,'0'0'1352'31,"0"0"1608"-31,0 0-959 0,0 0-281 0,0 0-184 16,0 0-164-16,-84 83-316 0,69-52-312 0,-1 8-140 0,-1 2 236 15,2 7 104-15,7-1-32 0,-5 1-192 16,6 3-223-16,7-7-121 0,0-2-96 15,0-8-112-15,7-5-84 0,10-3-84 0,-2-7-48 16,6-7-208-16,-1-2-116 0,3-10-188 16,5 0-49-16,-4-7-59 0,4-5-152 15,-4-4-640-15,0-3-1408 0,-8 2-3101 16,4-4-3263-16</inkml:trace>
  <inkml:trace contextRef="#ctx0" brushRef="#br0" timeOffset="102549.3">30587 13379 1632 0,'0'0'1668'0,"0"0"3160"15,0 0-4296-15,0 0 828 16,0 0-355-16,0 0 411 0,0 0 76 0,0 0-468 15,0 0-344-15,0 0-228 0,0 0 88 16,-75 23 148-16,51 5 152 0,-1 7 96 0,1 0 44 16,5-1-76-16,-1 2-236 0,4-8-215 15,8-3-165-15,4-8-56 0,0-8-88 16,4-3-144-16,0-6-48 0,4 0-244 16,8-3-204-16,4-6-49 0,4-7-67 15,4-3-216-15,3-6-352 0,-3 0-640 16,0-1-632-16,0 0-212 0,-4 4 187 15,-4 6 737-15,0 0 976 0,-8 4 764 0,0 2 984 16,-4 3 588-16,-4 7 157 16,0 0-61-16,0 0-140 0,0 4-104 0,0 2-432 15,0 7-84-15,0 3 68 0,4 3 8 16,0 3-28-16,-1-3-8 16,2 0-255-16,3-7-413 0,-4-5-280 0,4-3-108 0,4-4-316 15,-4 0-257-15,3-6-183 16,2-8-716-16,-1 4-2500 0,4-12-4421 15</inkml:trace>
  <inkml:trace contextRef="#ctx0" brushRef="#br0" timeOffset="102698.82">30965 13287 8552 0,'0'0'3269'16,"0"0"-1417"-16,0 0-80 0,0 0 292 0,0 0-372 0,45 89-396 15,-45-54-444-15,0 3-364 16,0 6-183-16,0 2-41 0,-12-6-56 0,-4 4-112 15,-5 1-96-15,-7-4-120 0,-7 3-268 16,-5-2-425-16,-8-1-247 16,-7 0-400-16,14-9-956 0,-30 12-3317 0</inkml:trace>
  <inkml:trace contextRef="#ctx0" brushRef="#br0" timeOffset="103191.761">28746 14716 3404 0,'0'0'548'16,"0"0"428"-16,0 0-364 16,0 0-220-16,0 0 2348 0,88-48-980 15,-76 48-447-15,4 0-145 0,-9 4 16 0,6 1-248 16,-5 2-220-16,-4-1-136 0,-1 1-104 15,-3 3-152-15,0-3-324 0,0 1-24 16,0 2-764-16,0-3-700 0,-3-2-1288 0,-9 5-4205 16</inkml:trace>
  <inkml:trace contextRef="#ctx0" brushRef="#br0" timeOffset="103651.27">29312 14391 3420 0,'0'0'2424'16,"0"0"3529"-16,0 0-4377 0,0 0-752 15,0 0-368-15,-88 58 200 0,72-42 428 0,-3 3-160 0,-5 4-292 16,0 2-240-16,4 1-32 16,-4 2 204-16,8 0 208 0,-4 1-172 15,4 2-112-15,4 2-52 0,0 1 1 0,4-3 111 16,4 2-196-16,0-5-76 0,4 1-84 15,0-4 16-15,4-3-100 0,0-2 0 16,8-5-36-16,-4 2-60 0,8-6 0 16,0-4-12-16,4 0-44 0,0-4-64 15,4-3-132-15,0 0-88 0,4-3 0 16,-5-4-56-16,1-6-44 0,0 5 27 16,-4-6-59-16,-4-1-136 0,-4-1-336 15,-4 0-692-15,-4 0-924 0,-4 3-2425 0,-4-6-3323 16</inkml:trace>
  <inkml:trace contextRef="#ctx0" brushRef="#br0" timeOffset="103830.563">29121 14684 11509 0,'0'0'2884'0,"0"0"-1548"0,0 0-644 0,0 0 292 16,0 0 560-16,0 0-120 0,40 74-692 15,-16-62-392-15,8-3-112 0,0-2-55 16,-1-4-29-16,5-3-108 0,0 0-36 15,-4-3-329-15,0-6-239 0,-4-2-140 16,-4-1-408-16,0-3-844 0,-9 5-2100 0,5-5-3657 16</inkml:trace>
  <inkml:trace contextRef="#ctx0" brushRef="#br0" timeOffset="104548.287">29926 14558 1720 0,'0'0'1320'0,"0"0"-668"0,0 0-92 16,0 0 4080-16,0 0-2920 0,0 0-343 16,0 0-197-16,0 0-88 15,0 0-916-15,0 0 1300 0,12-26-696 0,-9 16-296 16,1 0-136-16,-4 5 76 0,0-5 144 16,0 6-52-16,0 1-124 0,-4 3-12 0,1 0-72 15,-5 0 32-15,0 3-24 16,-1 7 16-16,-6 3-116 0,2 6 16 15,-6 10-24-15,3 2 45 0,0 10 39 0,4 0-24 16,4 4 60-16,0-1 128 0,4 1-188 16,4-7-28-16,0-3-92 0,4-6-16 15,4-7-24-15,4-3-96 0,0-7-12 16,0-6-84-16,0 1 12 0,0-3 24 16,-4-4-148-16,0 0-44 0,0 0-64 0,-4 0-144 15,4 0-120-15,-5-6-125 0,1-1-231 16,1-2-396-16,-1-5-804 0,0-1-868 15,-4 8-1997-15,0-9-503 0</inkml:trace>
  <inkml:trace contextRef="#ctx0" brushRef="#br0" timeOffset="104833.575">29910 14859 888 0,'0'0'6444'0,"0"0"-3244"0,0 0-723 15,0 0-497-15,0 0-232 0,0 0-24 16,0 0-408-16,0 0-252 0,0 0-420 16,0 0-267-16,0 0-193 0,63 20-40 15,-43-20-144-15,1 0-72 0,2-11-317 16,-3 2-159-16,0-4-172 15,0-3-148-15,-4 4-312 0,-4-1-320 0,0 4-248 16,-8-1-368-16,0 1-493 0,-4 2 85 16,0 3 756-16,-4 4 1768 0,-5-2 948 0,2 2 560 15,-5 0 72-15,4 2-151 0,0 2 83 16,4 3-24-16,0 5-332 16,-4 1-200-16,4 3-172 0,4 3-40 15,-3-1-44-15,3 8-96 0,0-3-16 0,0-2-64 16,3-2-184-16,1-5-340 0,4-2-12 15,0-5-268-15,0-1-268 0,0-6-64 0,8 0-272 16,-4-4-576-16,0-5-1016 0,12-7-2985 16</inkml:trace>
  <inkml:trace contextRef="#ctx0" brushRef="#br0" timeOffset="105048.669">30448 14564 12913 0,'0'0'2672'0,"0"0"-1176"0,0 0-904 16,0 0 496-16,0 0 456 0,-28 76-336 16,24-39-371-16,-1 2-205 0,5-1-124 0,5-1-76 15,3 2-92-15,0-10-160 0,-1-1-104 16,6-2-76-16,-5-4-60 0,-1-3-120 16,2-3-124-16,-1-7-92 0,-1 1-100 15,5-3-72-15,-3-5-40 16,2-2-49-16,2-2-171 0,-6-8-396 0,5-4-816 15,1-4-1156-15,-6 5-2705 0,5-12-1899 16</inkml:trace>
  <inkml:trace contextRef="#ctx0" brushRef="#br0" timeOffset="105200.144">30675 14636 6596 0,'0'0'6985'0,"0"0"-4305"0,0 0-1164 15,0 0 12-15,75 10 136 0,-47-7-375 16,4-3-381-16,-4 0-496 0,0 0-352 0,4-9-60 15,-8-4-400-15,0 0-276 0,-9 1-189 0,2-4-315 16,-6 2-1088-16,-2 2-2448 16,-5-1-3105-16</inkml:trace>
  <inkml:trace contextRef="#ctx0" brushRef="#br0" timeOffset="105566.116">30818 14687 5260 0,'0'0'7813'15,"0"0"-5629"-15,-31 71-1356 0,22-46-164 0,1 0 640 16,8 0-48-16,-4-3-384 0,4-5-676 15,0-8-196-15,4-3-368 0,-4-3-232 16,8-3-28-16,-8 0-124 0,5 0-140 0,-5 0 108 16,4 0-252-16,-4 0-48 15,0-3 268-15,0 0 524 0,0 3 292 16,0-3 244-16,0 3 96 0,0 0 4 0,0 0-28 16,3 0 52-16,5 0 240 15,0-2-208-15,4-3-208 0,0 3-192 16,4-5-112-16,-4 4-24 0,3 0-40 0,-6-1-92 15,-1 1-172-15,-4 3-16 0,-4 0 24 16,0 0-64-16,0 3-140 0,-4 7 164 0,-8-1 472 16,0 1 484-16,-4 6 180 15,4 0-68-15,0 0-88 0,1-4 36 16,2 2 96-16,1-6-8 0,8 3 180 0,0-9 92 16,8 5 80-16,4-7-200 0,4 0-208 15,0 0-296-15,7-3-24 0,2-8-72 16,-1-3-184-16,4-3-152 0,-4-5-336 15,0 0-268-15,-1-3-300 0,1-1-440 16,-4 7-1120-16,8-12-3101 0</inkml:trace>
  <inkml:trace contextRef="#ctx0" brushRef="#br0" timeOffset="105781.089">31364 14436 3420 0,'0'0'7593'0,"0"0"-5389"15,0 0-920-15,0 0 28 0,0 0 328 16,0 0 36-16,-4 99-388 0,-8-55-252 16,1 7-91-16,-10 3-49 0,1 1-36 0,1-3-112 15,-5 3-340-15,-4-8-156 0,0-2-240 16,0-6-12-16,0-2-228 16,0-5-252-16,4-6-124 0,4-8-96 0,4-1-64 15,8-12-48-15,0-5-257 0,8 0-643 16,0-12-976-16,0 2-1824 0,16-15-2217 15</inkml:trace>
  <inkml:trace contextRef="#ctx0" brushRef="#br0" timeOffset="105920.502">31264 14814 9984 0,'0'0'4453'0,"0"0"-2789"0,0 0-376 16,0 0 612-16,104-23-224 0,-77 15-495 16,5-3-637-16,-4-1-312 0,4-1-232 0,-4-2-76 15,-4-3-248-15,0 1-296 16,-3-3-133-16,-6 5-151 15,-3-1-468-15,-4 6-1044 0,-8 1-2492 0,0 6-2617 0</inkml:trace>
  <inkml:trace contextRef="#ctx0" brushRef="#br0" timeOffset="106071.398">31455 14791 10920 0,'0'0'3861'0,"0"0"-2629"0,-39 90-492 0,27-52 344 16,0 1 356-16,0 1-180 15,0-1-456-15,8-11-364 0,0 0-187 16,4-9-69-16,0-6-64 0,4-6-120 0,4-4-120 15,-4-3-208-15,4-3-169 16,0-7-211-16,0-3-528 0,4-3-884 0,-4 4-2164 16,-1-10-4293-16</inkml:trace>
  <inkml:trace contextRef="#ctx0" brushRef="#br0" timeOffset="106205.323">31551 14846 12377 0,'0'0'3948'0,"0"0"-2752"16,0 0-328-16,0 0 740 15,0 0-400-15,0 0-395 0,80 3-461 0,-60-12-352 16,-1-4-472-16,2-3-245 0,-1-6-187 16,-5-1-468-16,6 1-1080 0,-10 3-3357 15,6-9-4203-15</inkml:trace>
  <inkml:trace contextRef="#ctx0" brushRef="#br0" timeOffset="106382.075">31966 14507 11849 0,'0'0'3988'0,"0"0"-3056"0,0 0-412 0,11 76 976 16,-11-45 52-16,0 4-332 0,0 3-583 16,-4-3-317-16,-3-3-184 0,-5 3-48 15,-4 0-84-15,-12 0-24 0,-4 3-204 16,-12 0-224-16,-4 4-433 0,-8-5-387 16,-4 4-892-16,17-9-2856 0,-37 13-4645 0</inkml:trace>
  <inkml:trace contextRef="#ctx0" brushRef="#br0" timeOffset="107110.779">21639 16408 7900 0,'0'0'5637'15,"0"0"-3813"-15,83 13 380 16,-35-7-956-16,4 0-380 0,3-2-120 0,-7-1-332 0,-4-3-392 16,0 0-24-16,-8-3-356 15,-1-7-240-15,1 4-128 0,-8-4-212 16,0 4-664-16,-11 3-1468 0,-2-1-4161 16</inkml:trace>
  <inkml:trace contextRef="#ctx0" brushRef="#br0" timeOffset="107280.129">21905 16637 2752 0,'0'0'1604'0,"0"0"4232"0,0 0-3635 0,0 0-593 0,0 0-548 15,0 0-204-15,0 0-12 16,80 22-236-16,-44-16-188 0,3-6-232 0,2 0-188 16,-2 0-112-16,1-3-296 0,1-7-192 15,-6 1-264-15,5 0-408 16,-8 2-1416-16,20-9-4861 0</inkml:trace>
  <inkml:trace contextRef="#ctx0" brushRef="#br0" timeOffset="107858.919">23168 16049 4468 0,'0'0'728'0,"0"0"1136"0,0 0 3401 0,0 0-3201 16,0 0-740-16,0 0-468 0,0 0-136 16,0 0 172-16,0 0 72 0,0 0-60 15,-12 93-184-15,5-49-184 0,-6 13-48 0,2 10 93 16,-6 9 87-16,2 6-332 0,-9 4-188 15,3 3-64-15,-2-1-24 16,-5-4-60-16,4-6-4 0,8-10-92 0,4-14-88 16,4-13 40-16,8-13-48 0,0-12-28 15,8-4-252-15,0-12-401 0,4 0-271 16,4-8-536-16,-4-5-1312 0,8-22-2985 16</inkml:trace>
  <inkml:trace contextRef="#ctx0" brushRef="#br0" timeOffset="108132.996">23212 16287 3008 0,'0'0'5980'0,"0"0"-3115"0,0 0-1545 0,0 0-88 0,0 0 520 16,0 0-80-16,0 0-244 16,83 61-412-16,-62-29-416 0,-1 6-260 15,-1 0 0-15,-6 4 25 0,2-2 23 0,-6 2-84 16,-1-4-136-16,-1-7-96 0,1 1 28 15,-4-13 56-15,5 0 48 0,-2-9-20 16,-3-10-4-16,4 0-32 0,4-6-148 16,4-13-144-16,4-6-48 0,0-11-100 15,3-5-36-15,2-5-120 0,-1-4-72 0,0 0-77 16,-1-1-119-16,-3-3-460 16,-8 7-784-16,0 2-1208 0,-4 13-2105 15,-4-6-1495-15</inkml:trace>
  <inkml:trace contextRef="#ctx0" brushRef="#br0" timeOffset="108559.478">23782 16793 7096 0,'0'0'1520'0,"0"0"3169"0,0 0-2577 16,0 0-692-16,0 0-228 0,63 72 52 0,-35-62-8 16,4-1-176-16,4-2-75 0,8-5-369 15,-4-2-228-15,4-2-172 0,-8-10-216 16,3-5-200-16,-7-2-104 0,-4-3-300 0,-4 3-233 15,-4-7-211-15,-8 8-700 16,-4 2-2028-16,-8 0-2641 0</inkml:trace>
  <inkml:trace contextRef="#ctx0" brushRef="#br0" timeOffset="108716.637">24045 16872 2824 0,'0'0'8905'0,"0"0"-6657"0,-24 70-808 0,20-42-132 16,-4 4 156-16,-4 3-84 15,4-7-524-15,0-2-760 0,0-7-96 16,0-3-524-16,4-7-212 0,0-2-136 0,0-7-256 16,4 0-448-16,0-4-908 15,0-3-1889-15,8-7-787 0</inkml:trace>
  <inkml:trace contextRef="#ctx0" brushRef="#br0" timeOffset="108963.48">24025 17015 2644 0,'0'0'5180'0,"0"0"-2240"0,0 0-527 15,0 0-321-15,0 0-436 0,80-22-416 16,-69 18-376-16,1 4-348 0,1 0-312 15,-6 0-204-15,-3 0-356 0,0 0-296 0,-4 4-272 16,0 5-296-16,0 0-692 0,-8 4-804 16,-3 3-1173-16,-6 3 1185 0,-2 3 1076 15,-1 1 1628-15,-4 2 820 0,0-3 744 16,4 0 528-16,4 0 4 0,4-6-87 16,0 0-125-16,12-6-128 0,0 0-244 0,0-1-424 15,8-6-276-15,0 3-4 0,12-3-76 16,-4-3-320-16,8 0-376 0,4-6-36 15,-4-4-60-15,3-5-132 0,1-5-248 16,4-5-380-16,-4-3-504 0,4-5-1052 16,-12 8-3049-16,16-13-5179 0</inkml:trace>
  <inkml:trace contextRef="#ctx0" brushRef="#br0" timeOffset="109130.384">24646 16742 8140 0,'0'0'4485'0,"0"0"-1629"0,0 0-1612 0,-64 92-820 16,40-51 112-16,5 7 536 0,-5 2-112 16,4 7-228-16,4 0-196 0,-4 1-160 0,1-1-96 15,-5-3-212-15,-1 0-68 0,1-6-244 16,-4-1-208-16,0-3-240 16,-3-2-192-16,-5-4-656 0,12-13-2340 0,-16 10-4205 15</inkml:trace>
  <inkml:trace contextRef="#ctx0" brushRef="#br0" timeOffset="109331.705">24447 17215 1344 0,'0'0'11053'16,"0"0"-8825"-16,76-7-856 0,-41 4-268 0,6-3 320 15,-2-1-196-15,1-2-252 0,-4-4-476 16,4 1-488-16,-8-4-12 0,0-3-352 15,-8 0-272-15,-1-1-132 0,-3 1-280 16,-8 3-512-16,-3 4-968 0,-2 2-1877 16,-7 4-1671-16</inkml:trace>
  <inkml:trace contextRef="#ctx0" brushRef="#br0" timeOffset="109481.726">24710 17148 6432 0,'0'0'1128'0,"0"0"4621"16,-19 67-4113-16,10-35-680 0,1 2-28 15,0 8 424-15,5-1-244 0,-1 0-248 16,4 1-384-16,0-8-208 0,0-5-36 16,0-8-232-16,0-4-160 0,7-7-340 15,-3-7-88-15,0-3-160 0,0-3-272 0,5-7-796 16,-5 4-2916-16,-1-13-3641 0</inkml:trace>
  <inkml:trace contextRef="#ctx0" brushRef="#br0" timeOffset="109629.936">24758 17351 1472 0,'0'0'11605'16,"0"0"-9045"-16,0 0-1368 0,0 0-72 0,0 0 76 16,88 0-216-16,-60-6-396 0,0-1-340 15,-1-2-244-15,1-8-96 16,-4 3-380-16,4-9-404 0,-4 0-352 0,-5 1-368 16,-2 3-2328-16,3-6-5049 0</inkml:trace>
  <inkml:trace contextRef="#ctx0" brushRef="#br0" timeOffset="109908.461">25419 16230 3512 0,'0'0'5404'0,"0"0"-27"0,0 0-3725 0,-36 68-896 16,21-28-20-16,2 8 648 0,6 12-12 15,-1 4-116-15,8 2-311 0,0 4-61 16,0-4-256-16,0-5-360 0,4-7-268 0,0-9-172 16,3-11-420-16,2-5-292 0,3-13 107 15,3-6-75-15,9-10 44 0,0-3-552 16,4-17-1108-16,-7 1-3421 0,10-21-4419 15</inkml:trace>
  <inkml:trace contextRef="#ctx0" brushRef="#br0" timeOffset="115575.735">18949 11237 6492 0,'0'0'1648'0,"0"0"-688"0,0 0-104 15,0 0 421-15,0-68 171 0,0 52-8 16,-8 4-616-16,0-1 432 0,-4 0-516 16,4 1-328-16,-4-1-188 0,0 4-40 15,4-1 28-15,0 4-76 0,1 6 84 0,2 0 4 16,-7 0-60-16,1 9-156 16,-10 10-8-16,1 7 100 0,-3 5 48 15,-1 8 72-15,-4 2-48 0,4 3-88 0,0 1-72 16,8-7-12-16,4-10-56 0,8-9-92 15,4-5-36-15,4-12-24 16,12-2 108-16,4-2 92 0,8-8 0 0,4-9-140 16,0-1-172-16,4-5 36 0,-4 3 136 15,-4 0-12-15,-9 5 20 0,-3 5 68 0,-4 6 64 16,-5 3-68-16,-7 3-48 0,5 3 124 16,-5 10 12-16,0 2 276 15,4 4-4-15,-4 6-48 0,4 4 108 0,0 0-132 16,0-1-156-16,0 0-56 0,8-1-48 15,4-2-140-15,4-6-464 0,8-4-432 16,4-5-296-16,7-4-892 0,-7-2-981 0,16-4-1611 16</inkml:trace>
  <inkml:trace contextRef="#ctx0" brushRef="#br0" timeOffset="120097.124">25918 16627 8856 0,'0'0'1692'16,"0"0"-1035"-16,0 0-245 0,0 0 64 0,0 0 1504 16,0 0-1296-16,0 0-320 0,0 0-240 15,-52-57-36-15,52 57 76 16,-4 0 88-16,4 3-12 0,0 4 0 0,-4 2 460 16,-5 10-176-16,-2 7-276 0,-6 5-88 15,2 4-12-15,3 0 64 0,-4-3-152 0,8-6-48 16,4-11-12-16,4-2-4 0,0-7-180 15,16-3-100-15,0-3 132 0,7 0 16 16,2-9-36-16,6-7 164 0,-3-3-80 16,0-6 40-16,0-1-140 0,-4-3-36 15,1 7-52-15,-14 0 28 0,1 9 104 0,-4 4 144 16,-4 6 4-16,-4 0 164 0,0 3 20 16,0 3-112-16,0 6-76 15,4 4 0-15,0 7 68 0,4-1-68 0,-1 0-8 16,6 2 8-16,-1-5-100 0,-5 0 16 15,6-3-56-15,-2-7-116 0,2 1-68 16,-2-7-192-16,1 0-88 0,1-7-236 16,-2-9-408-16,2 1-785 0,-6-1-763 15,5-14-2540-15</inkml:trace>
  <inkml:trace contextRef="#ctx0" brushRef="#br0" timeOffset="120310.871">26463 16452 10965 0,'0'0'1492'15,"0"0"-1020"-15,0 0 140 0,44 83 428 16,-28-57 232-16,0 2-428 0,0-2-372 16,4-1-344-16,-5 0-128 0,6 1-12 0,-10 0-172 15,2-5-116-15,-9 2-136 0,-4-1-408 16,0 6-456-16,-12 1-524 0,-4 3-621 15,-8 0 97-15,-4 2 632 0,0-2 296 0,8-7-144 16,-15 7-1212-16</inkml:trace>
  <inkml:trace contextRef="#ctx0" brushRef="#br0" timeOffset="123603.148">11339 17599 196 0,'0'0'1212'16,"0"0"-716"-16,0 0-184 0,0 0-312 15,0 0-196-15,0 0-740 0,0 0-147 16</inkml:trace>
  <inkml:trace contextRef="#ctx0" brushRef="#br0" timeOffset="123714.832">11339 17599 1148 0,'-100'-87'624'0,"100"87"-608"0,-4-2-16 16,4-2-260-16,-3-2-80 16,3 6-312-16</inkml:trace>
  <inkml:trace contextRef="#ctx0" brushRef="#br0" timeOffset="123779.86">11179 17481 1032 0,'0'0'1016'0,"0"0"-220"0,0 0-472 0,0 0-100 15,0 0-224-15,0 0-68 0,0 0-556 16,0 0-888-16</inkml:trace>
  <inkml:trace contextRef="#ctx0" brushRef="#br0" timeOffset="124831.347">11120 17180 5288 0,'0'0'1576'0,"0"0"-1056"0,0 0 12 0,63-76 1504 16,-46 51-283-16,-2-5-753 0,-2 5-236 16,-2 0-12-16,-3 2 220 15,-4 8-56-15,-4 2 112 0,0 3-100 0,0 3 12 0,-4 5-32 16,-4-1-288-16,-3 3-204 15,-6 0-52-15,2 3-96 0,-5 10-120 16,-1 3-104-16,-3 6-40 0,5 3 0 0,-5 4 4 16,0 2 0-16,8 2 36 15,-4 0-44-15,5 6-12 0,2-4-84 16,1 3-4-16,5-2 28 0,2-5 0 0,5-6 24 16,0-2 0-16,9-8-64 15,2-2 16-15,13-4 36 0,-4-2-16 16,11 3 76-16,2-1 12 0,-1-3 0 0,4 7 32 15,-4 1-40-15,-1-3-4 0,1 8 8 16,-8 1 64-16,0-1-60 0,-4 3-4 16,-4 3 52-16,-4 0 40 0,-8 1-40 15,0 0-48-15,-4-5 48 0,0 2-48 0,0-2 0 16,-8-2 48-16,0-2 0 0,-4 2-52 16,0-6 68-16,-4 2-64 15,4-5-12-15,-8-3-8 0,8-1-80 0,-4-3-8 16,0-3-100-16,0 0-180 0,0 0-24 15,0-7-28-15,-3-5-12 0,6-1-260 16,-2-3-100-16,7-6-268 0,3 0-436 16,5-3-608-16,5 5-917 0,14-15-2619 0</inkml:trace>
  <inkml:trace contextRef="#ctx0" brushRef="#br0" timeOffset="124996.576">11510 17491 10676 0,'0'0'2033'0,"0"0"-1141"0,0 0-372 15,0 0 756-15,0 79 292 16,0-60-328-16,0 4-472 0,-3-8-304 16,3 1-144-16,0-3-200 0,0-4-120 0,0 1-208 15,0-4-72-15,3-3-112 0,1 0-400 16,-4-3-396-16,4 0-468 16,-4-8-1136-16,0 1-2333 0,4-11-2251 0</inkml:trace>
  <inkml:trace contextRef="#ctx0" brushRef="#br0" timeOffset="125148.529">11566 17323 4136 0,'0'0'7685'0,"0"0"-6037"0,0 0-1268 0,0 0 420 15,0 0 736-15,0 0-436 0,0 0-428 16,0 0-352-16,0 0-320 0,92-17-176 0,-73 17-84 16,5 0-348-16,1 0 84 15,-1 6-1336-15,-5 5-1392 0,-3-5-2357 16,-4 16 149-16</inkml:trace>
  <inkml:trace contextRef="#ctx0" brushRef="#br0" timeOffset="125422.227">11789 17602 11293 0,'0'0'1832'0,"0"0"-1424"0,0 0 140 15,0 0 864-15,0 0-16 0,0 0-616 16,4 66-504-16,0-62-212 0,4-4-64 16,4 0 0-16,-4 0-12 0,4 0-200 0,-4 0-96 15,0-4-16-15,-4 1-36 0,-4 3 12 16,4-3 28-16,-4 3 32 0,4 0 0 15,-1 0 72-15,2 0 16 0,-1 0 48 16,0 0 92-16,4 0-4 0,-5 0 0 16,1 0-76-16,0 0-88 0,1 0 52 0,-1 0 100 15,0 0 64-15,0 0 4 16,-1 0 8-16,1 0 4 0,0 3 84 16,0 0 0-16,1 4-88 0,3-1-172 0,-1 0-492 15,-3 1-432-15,4 0-228 16,1-2-277-16,2 1-435 0,-3-1 32 15,4-5 36-15,0 0-768 0</inkml:trace>
  <inkml:trace contextRef="#ctx0" brushRef="#br0" timeOffset="125799.244">12244 17621 9864 0,'0'0'1497'15,"0"0"-1201"-15,0 0 164 0,0 0 680 0,0 0 344 16,0 0-524-16,0 0-584 0,0 0-160 15,0 0 84-15,0 0-76 0,0 0-88 16,87 44-56-16,-67-50-80 0,0-4-60 16,-4 4 44-16,4-3-96 0,-1 2 0 15,-3-2-36-15,-4-1 12 0,4 4 60 0,-8-4 76 16,0 1 8-16,-3-1 192 0,-1 4 0 16,-1-3 0-16,-3-1-16 0,0 4 16 15,0 2 36-15,0 2 12 0,-3 2-64 16,-1 0 40-16,-1 0-28 0,1 2-120 15,0 8 144-15,-4 6-220 0,1 6 0 0,-2 4 148 16,-3 5 72-16,5-2-36 0,-2-3-36 16,1-1-100-16,8-6-48 15,0-3-172-15,0-4-40 0,4-2 28 0,9-4 184 16,2 3 0-16,5-5 196 0,-4-1-136 16,8 0-60-16,-4-3-64 15,4 0-8-15,-4-3-112 0,4-4-284 0,-4 1-336 0,3-6-180 16,1-1-312-16,-7 0-1176 15,7-7-4697-15</inkml:trace>
  <inkml:trace contextRef="#ctx0" brushRef="#br0" timeOffset="126627.657">13204 17008 10736 0,'0'0'1877'16,"0"0"-753"-16,0 0-476 0,0 0 108 0,0 0 952 0,95 0-244 15,-39 3-428-15,-1 1-352 16,1 2-268-16,0 0-88 0,-4 1-320 0,-8-4-8 16,0-3-72-16,-4 0 0 0,-5 0-76 15,-3-10-144-15,-4 1-248 0,-8-1-268 16,-4-3-304-16,0 1-156 0,-8 2-168 16,-4-2-632-16,0 2-1201 0,-4 1-1779 0</inkml:trace>
  <inkml:trace contextRef="#ctx0" brushRef="#br0" timeOffset="126832.912">13646 16976 5260 0,'0'0'2080'0,"0"0"-32"15,0 0-263-15,-28 99-133 0,24-51-160 0,4 5-192 16,0 8-220-16,0 2-184 0,4 4-264 16,-4 6-312-16,4-3-236 0,-4 0-8 15,3-10-76-15,-3-2-124 0,5-14-48 16,-1-9-40-16,4-13 16 0,0-9-100 15,4-7-276-15,-4-6-140 0,3-4 184 0,2-8-240 16,2-10-384-16,-2-7-1004 0,-2 4-2341 16,1-20-627-16</inkml:trace>
  <inkml:trace contextRef="#ctx0" brushRef="#br0" timeOffset="127030.189">13713 17084 8432 0,'0'0'1848'0,"0"0"-235"0,0 0-769 0,0 0 0 15,0 0 260-15,0 0 16 0,0 67-504 16,9-32-192-16,-5 9-88 0,3 1 88 16,-3 6 120-16,0-1 0 0,-4 4-260 15,0-3-152-15,0-1-132 0,0-1-12 0,0-8-136 16,-4 0-208-16,4-9-508 16,0-9-120-16,0-9-44 0,0-3-248 0,4-11-940 15,0 0-2337-15,0-13-627 0</inkml:trace>
  <inkml:trace contextRef="#ctx0" brushRef="#br0" timeOffset="127169.342">13749 17551 8068 0,'0'0'2873'0,"0"0"-937"0,0 0-864 0,0 0-148 15,0 0 612-15,0 0-168 0,0 0-624 16,96 0-448-16,-60 0-136 16,0-9-160-16,7-4-76 0,2-6-332 0,2-4-556 15,5 1 68-15,-4 0-1156 0,-16 3-3017 16,8 0-3859-16</inkml:trace>
  <inkml:trace contextRef="#ctx0" brushRef="#br0" timeOffset="127333.807">14271 17621 10768 0,'0'0'2233'0,"-8"66"-1849"0,4-30-284 16,4 5 652-16,0 9 420 0,0 1-340 15,0 1-516-15,4-2-168 0,0 1-24 0,9-1-36 16,-10 1-88-16,5-6-56 0,-4-4-192 15,4-6-368-15,-3-7 188 0,-2-9-492 16,1-8-476-16,0-11-448 0,-4 0-793 16,0-14-1447-16</inkml:trace>
  <inkml:trace contextRef="#ctx0" brushRef="#br0" timeOffset="127533.055">14252 17640 8140 0,'0'0'4625'0,"0"0"-3301"15,0 0-1008-15,0 0 380 0,0 0 452 16,0 0-464-16,0 0-188 0,83-10-108 16,-55 10-328-16,0 4-52 0,-4 2-16 0,0 1-132 15,-5 2 64-15,-6 0-20 0,-6 7-56 16,-7 7 56-16,0 2-168 0,-11 7 80 16,-9 2-56-16,-8 5-132 0,0-1-236 15,-4-4-108-15,4-4-184 0,0-8-452 0,5-10-613 16,6-5-727-16,6-14-1648 0</inkml:trace>
  <inkml:trace contextRef="#ctx0" brushRef="#br0" timeOffset="127682.837">14654 17443 8960 0,'0'0'3289'0,"0"0"-2025"0,0 0-376 15,79 0 572-15,-55 0-292 0,0 0-524 16,4-6-440-16,0-1-204 0,0-8-236 0,0 2-720 15,-1-3-984-15,-6 6-2897 0,-9 1-4515 16</inkml:trace>
  <inkml:trace contextRef="#ctx0" brushRef="#br0" timeOffset="127827.081">14714 17665 13521 0,'0'0'2336'15,"0"0"-1580"-15,0 0-120 0,0 0 428 0,0 0-200 16,0 0-448-16,0 0-184 0,91 39-36 15,-63-42-108-15,8-7-88 0,-4-2-292 16,0-5-36-16,0 4-300 0,-1-2-360 0,-6 2-696 16,-10 4-3120-16,5-1-5501 15</inkml:trace>
  <inkml:trace contextRef="#ctx0" brushRef="#br0" timeOffset="128354.53">15713 16954 5396 0,'0'0'6529'0,"0"0"-4637"0,0 0-804 16,0 0-16-16,0 0 428 0,0 0-264 0,0 0-292 15,0 0-256-15,0 0-216 0,64 67-92 16,-23-67-40-16,-2 0-11 0,13-3-185 15,-4-13-68-15,0 3-76 0,-1-6-40 0,-3-3-108 16,-4 0-325-16,-4 0-211 16,-4 2-84-16,-12 4-200 0,-5 0-304 0,-11 7-516 15,-4 3-1136-15,0 3-2733 0,-15 3-1263 16</inkml:trace>
  <inkml:trace contextRef="#ctx0" brushRef="#br0" timeOffset="128519.616">15964 17072 10364 0,'0'0'1893'16,"0"0"-1025"-16,-15 95-396 0,15-57 240 0,-4 9 460 0,4 5 24 16,0-2-312-16,0 1-340 0,8-7-284 15,-4 1-260-15,-1-8-52 0,1-1-96 0,1-8-236 16,-1-5-236-16,0-7 12 0,0-10-124 0,0-3-112 16,-4-3-168-16,0 0-580 15,0-9-701-15,3-1-923 0,-3-15-1664 0</inkml:trace>
  <inkml:trace contextRef="#ctx0" brushRef="#br0" timeOffset="128714.149">16088 17059 10997 0,'0'0'2384'0,"0"0"-1636"0,0 0-748 16,0 0 596-16,8 72 412 0,-4-36 120 15,-4 5-416-15,4 3-280 0,0 2-60 16,0-2-28-16,-4 0-84 0,4 0-80 15,0-6-180-15,-4 0-124 0,0-6-148 0,0-3-332 16,0-1-212-16,0-9-80 0,0-3-228 16,0-3-532-16,0-9-1177 0,0-4-2339 15</inkml:trace>
  <inkml:trace contextRef="#ctx0" brushRef="#br0" timeOffset="128870.896">16065 17319 12865 0,'0'0'2224'16,"0"0"-1812"-16,0 0-336 0,0 0 476 0,0 0 404 16,0 0-112-16,0 0-500 0,91 54-244 15,-64-54-40-15,10 0-60 0,-1-9-384 0,-1-1-484 16,-3 1-372-16,0-5-700 16,-12 6-2857-16,3-3-4406 0</inkml:trace>
  <inkml:trace contextRef="#ctx0" brushRef="#br0" timeOffset="129115.308">16423 17627 12881 0,'0'0'1692'0,"8"67"-1412"16,0-30 8-16,0 12 480 0,-8 8 348 15,4 0-284-15,-4 3-300 0,0-6-176 16,0 0-36-16,-4-4 60 0,0-4-132 0,0-5-248 16,0-7 0-16,0-8-332 15,4-6-320-15,0-8-236 0,0-5-568 16,0-7-828-16,4-7-2361 0,4-16-1987 0</inkml:trace>
  <inkml:trace contextRef="#ctx0" brushRef="#br0" timeOffset="129318.746">16518 17640 8476 0,'0'0'1512'0,"0"0"-956"0,0 0-220 15,0 0 321-15,0 0 623 0,0 0-80 0,0 0-428 16,0 0-216-16,0 0-68 0,0 0 144 16,41 79 16-16,-38-60-188 0,-3 1-188 15,0-1-112-15,-3 3-112 0,-6-3-48 16,1 3-60-16,1 0-76 0,-6 0-236 15,1-2-460-15,1-1-200 0,-6-4-320 0,10-5-1124 16,-5-4-2885-16,7-6-815 16</inkml:trace>
  <inkml:trace contextRef="#ctx0" brushRef="#br0" timeOffset="129615.861">16673 17523 12673 0,'0'0'2100'0,"0"0"-1584"16,0 0-64-16,9 66 640 0,-9-43 348 16,0-8-456-16,0 1-504 0,0-3-480 0,0-7 0 15,4-3-208-15,-4-3-76 0,0 0-12 16,4 0-256-16,-4-3 108 16,4-3 156-16,3-10 288 0,2-3 112 0,3-3 12 15,-1-4-116-15,2 4 44 0,2 0-40 16,-2 5 60-16,-2 9-8 0,-3 4 132 15,5 2-12-15,-6 2 16 0,1 2 96 0,0 4-88 16,0 5 0-16,0 1-72 16,0 1-136-16,-4 3-40 0,4-1-108 0,-4 1-208 15,0-3-408-15,-4-1-328 0,0 1-524 16,0-6-1264-16,0 2-3913 0</inkml:trace>
  <inkml:trace contextRef="#ctx0" brushRef="#br0" timeOffset="131880.432">16993 15912 7900 0,'0'0'1632'0,"0"0"-584"15,0 0-367-15,0 0 551 0,0 0 32 0,0 0-124 0,0 0-384 16,0 0-268-16,0 0-120 16,0 0 20-16,-60-63-52 0,47 66-40 15,6 7 128-15,-5 7-316 0,0 8 44 0,4 9 80 16,0 8-60-16,4 2 40 0,0 6-28 16,1 2-88-16,3-1-92 0,0 2-4 15,0-2-12-15,0-6-60 0,0-8-16 16,3-4 80-16,5-11-76 0,0-10 0 15,0 1 84-15,0-10 0 0,4 0-100 16,-1-3 0-16,2 0 100 0,-1-6 64 16,0-4-64-16,0-2-60 0,-5-1-248 15,-3-2-136-15,0 2-68 0,1 0-72 16,-5 2-144-16,0 3-328 0,0 2-392 0,-5-5-664 16,-3 6-821-16,1 2-1375 0</inkml:trace>
  <inkml:trace contextRef="#ctx0" brushRef="#br0" timeOffset="132030.502">16885 16281 7096 0,'0'0'3176'0,"0"0"-887"16,0 0-961-16,0 0-152 0,0 0-16 16,0 0-184-16,0 0-396 0,0 0-256 0,0 0-40 15,0 0-64-15,91 12-84 16,-74-18-136-16,-2 0-108 0,2-7-76 0,-6 1-668 16,2-1-456-16,-2-3-572 0,-7 0-1132 15,4 7-2309-15,-8-1 89 0</inkml:trace>
  <inkml:trace contextRef="#ctx0" brushRef="#br0" timeOffset="132164.515">17008 16237 7744 0,'0'0'2368'0,"0"0"-999"16,0 0-457-16,0 63 212 0,4-40-60 15,1-1-368-15,3 0-156 16,-4-3-72-16,7 0-32 0,-2 0-88 0,2-6-208 16,-3-1-140-16,5-2-224 0,-6-7-200 15,5 3-296-15,0-6-248 0,0 0-452 16,4-3-964-16,-4-3-2625 0,3-10-1050 0</inkml:trace>
  <inkml:trace contextRef="#ctx0" brushRef="#br0" timeOffset="132435.071">17483 15944 8896 0,'0'0'2429'16,"0"0"-1261"-16,0 0-196 0,0 0 460 15,0 0-236-15,0 0-368 0,0 0-208 16,-80 36-184-16,68-18-116 0,0 5-96 0,0 8 44 16,8 1-32-16,0 3 32 15,1 2-8-15,3 5 44 0,0 0-72 16,0-1-224-16,7-3 36 0,1-3-44 0,4-3-12 16,0-7-64-16,4-6 4 15,4-3-88-15,-5-3 52 0,6-4-64 16,3-5-196-16,0-4-124 0,-1 0-176 0,5-7-424 15,-4-6-552-15,0 1-1012 0,-4-4-2329 16,0-3-2299-16</inkml:trace>
  <inkml:trace contextRef="#ctx0" brushRef="#br0" timeOffset="132768.937">17710 16062 10208 0,'0'0'2021'0,"0"0"-1165"0,0 0 24 0,0 0 700 15,0 0-148-15,0 0-528 0,0 0-384 16,0 0-248-16,0 0-76 0,88-3-48 16,-68-7-52-16,-5-2-96 0,5 2-356 0,-4-2-12 15,-4-1-228-15,0 7-220 0,-4-4-128 16,-8 7-224-16,0 3-432 16,0 0-500-16,-8 0-385 0,-4 6-279 15,0 1 340-15,-4 5-356 0</inkml:trace>
  <inkml:trace contextRef="#ctx0" brushRef="#br0" timeOffset="132923.978">17762 16079 2964 0,'0'0'2632'0,"0"0"-444"0,0 0-220 0,0 0-279 15,-17 77-161-15,14-47-92 0,-5-1-124 16,0-1-172-16,3 3-244 16,1-1-252-16,1-5-164 0,3 0-196 0,0-6-284 0,0-3-112 15,3-3-184-15,1-4-124 16,9-2-568-16,-5-4-96 0,3 0-116 15,2-3-524-15,-6-3-1085 0,6-10-2247 0</inkml:trace>
  <inkml:trace contextRef="#ctx0" brushRef="#br0" timeOffset="133215.642">17841 16211 9672 0,'0'0'2537'0,"0"0"-1093"15,0 0-1012-15,0 0 416 0,0 0 512 0,0 0-424 16,0 0-516-16,84-22-300 0,-64 13-120 0,-1 2-100 15,-2 1-72-15,-2-5-424 16,-2 6-560-16,-2 2-244 0,-7 3-396 0,-4 0-969 16,0 6-1343-16,-7 7 2060 0,-10 6-64 15,-2 3 597-15,-5 3 1515 0,0 4 227 16,-1 0 1977-16,2-1 204 0,-1-2 92 16,8-1-192-16,4-2-423 0,5-5-337 0,3-5-248 15,4 0-268-15,0-7-172 0,4-3-124 16,11 0-80-16,1-3-208 15,8-6-80-15,3-7-132 0,1-6-236 0,4-6-124 16,5-5-380-16,-5-3-116 0,4 1-188 16,-5-3-288-16,-3 0-508 0,-8 10-1481 15,8-10-3443-15</inkml:trace>
  <inkml:trace contextRef="#ctx0" brushRef="#br0" timeOffset="133399.565">18355 15887 10648 0,'0'0'2629'0,"0"0"-2005"0,0 0-92 16,0 0 440-16,0 0 288 0,-43 90-404 0,30-56-248 16,2 4-128-16,-6 4 24 0,6 5 196 15,-6 1-112-15,-2 3-308 0,-1 3-172 0,-1 0-108 16,2-6-76-16,-1-1-68 16,1-3-236-16,-2-2-268 0,5-7-200 0,1 0-164 15,2-10-236-15,5-3-552 0,1-6-1340 16,7-13-2785-16</inkml:trace>
  <inkml:trace contextRef="#ctx0" brushRef="#br0" timeOffset="133555.883">18224 16376 12437 0,'0'0'2404'0,"0"0"-1436"0,0 0-704 16,0 0 724-16,0 0 612 15,0 0-496-15,0 0-468 0,99-15-368 0,-74 5-124 0,6-3-128 16,-3-2-16-16,4-4-452 15,-4 2-356-15,-5-2-224 16,-2 7-568-16,-5-1-1256 0,-8 3-4137 0</inkml:trace>
  <inkml:trace contextRef="#ctx0" brushRef="#br0" timeOffset="133735.396">18415 16342 11357 0,'0'0'2304'0,"0"0"-1544"0,0 0-176 16,-12 69 572-16,12-40 92 0,0-4-392 15,0 1-376-15,0-5-272 0,0-2-208 16,0-2-12-16,4-4-84 0,-4-4-128 0,4 1-316 16,-4-4-168-16,0-3-40 15,4 1-220-15,-4-1-496 0,0-3-1644 0,0 0-3341 16</inkml:trace>
  <inkml:trace contextRef="#ctx0" brushRef="#br0" timeOffset="133860.234">18419 16512 10981 0,'0'0'2968'0,"0"0"-1576"0,0 0-664 16,0 0 272-16,0 0 352 16,0 0-504-16,95-40-504 0,-70 24-308 0,3 0-36 15,-4-3-156-15,4-4-360 0,-5 1-448 16,1-3-452-16,-8 5-1028 0,0-7-3529 16</inkml:trace>
  <inkml:trace contextRef="#ctx0" brushRef="#br0" timeOffset="134081.15">18838 16037 10032 0,'0'0'2217'0,"0"0"-1285"16,0 0-360-16,0 0 608 16,35 72 332-16,-27-52-532 0,4 5-456 0,-4-2-340 0,4 2-112 15,-4 3 4-15,0 7-28 16,0 6-36-16,-4 4 40 0,-4 0-52 0,0-1-172 15,-8-3-112-15,-8 4-388 0,-4 2-628 16,-4 1-416-16,-7 6-696 0,3-17-1541 0,-21 24-2111 16</inkml:trace>
  <inkml:trace contextRef="#ctx0" brushRef="#br0" timeOffset="142393.766">19790 18014 4712 0,'0'0'6989'0,"0"0"-5989"16,0 0-312-16,0 0 404 0,0 0 356 0,0 0-292 15,0 0-364-15,0 0-336 0,0 0-132 16,0 0-32-16,0 0 128 0,-5 40 44 16,5-15-132-16,0 8-324 0,0 0-8 15,-4 2-76-15,-3-1 28 0,-1-5-172 0,0-4-108 16,-1-9-200-16,6-2-116 16,3-8-84-16,0-6-192 0,0-3-740 15,0-11-1320-15,0 6-1925 0,0-24-1419 0</inkml:trace>
  <inkml:trace contextRef="#ctx0" brushRef="#br0" timeOffset="142781.088">20260 17392 4456 0,'0'0'7621'0,"0"0"-6725"15,0 0-540-15,0 0-36 0,0 0 440 16,0 0-16-16,0 0-300 0,0 0-384 0,88 16-8 16,-73-12-16-16,-2-1 28 15,-2-1 60-15,-3-2 76 0,-4 4-32 0,-4-1 108 16,0 0 24-16,0 0 36 0,0 7-16 16,-4-3-20-16,0 2-52 15,-4 0-40-15,5-2-84 0,-1 0-36 0,-1-2-40 16,1 2-48-16,0 2 4 0,0 1-4 15,0 6 0-15,1 3 8 0,-1 3-8 16,-5 6 0-16,5 1-12 0,-4 6-36 0,5 0-40 16,-5 0 0-16,-1 0 4 15,5 3-52-15,-3-10-36 0,3-2-216 16,4-3-120-16,0-11-304 0,0-2-184 0,0-7-12 16,0-1-88-16,0-2-260 0,0-2-981 15,0-4-2027 1</inkml:trace>
  <inkml:trace contextRef="#ctx0" brushRef="#br0" timeOffset="143083.889">20331 17351 3192 0,'0'0'8225'0,"0"0"-7097"16,0 0-768-16,0 0 224 0,0 0 356 15,0 0-132-15,0 0-428 0,0 0 236 16,0 0-76-16,0 0-68 0,80 96-124 15,-64-59-164-15,0 8-32 0,0 3-56 16,-4 2 4-16,4-5-52 0,-4 0-48 0,0-11-84 16,4-2-28-16,-8-10 104 0,3-6-128 15,-3-7 44-15,1-2 92 0,-5-4 12 0,3-3 76 16,-3 0 24-16,0 0 60 16,5-10 64-16,-5-2 120 15,7-11-24-15,-3-2-164 0,5-7-168 16,-2-2-88-16,2-8-44 0,2 4-52 0,-7-3-152 0,8 0-20 15,-4 3 32-15,4-1 40 0,-4 11-88 16,4 3-252-16,-4 5-344 0,-5 11-624 16,2 2-964-16,-5 7-3497 0</inkml:trace>
  <inkml:trace contextRef="#ctx0" brushRef="#br0" timeOffset="143312.782">20838 17926 4348 0,'0'0'8177'16,"0"0"-7157"-16,0 0-916 0,0 0 48 0,0 0 736 16,0 0 168-16,0 0-224 0,87 12-432 15,-59-12-216-15,0 0-172 16,3 0-12-16,-3-7-60 0,-3 2-128 0,-1-4-716 0,-5-4-292 15,-3 3-388-15,-8 3-1397 16,-4-1-2139-16</inkml:trace>
  <inkml:trace contextRef="#ctx0" brushRef="#br0" timeOffset="143444.378">20984 18037 10364 0,'0'0'1313'0,"0"0"-941"15,-11 67-36-15,7-45 60 0,4 0-332 0,0-3-64 16,0-6-524-16,0-7-1085 0,0-3-2519 16,4-3-876-16</inkml:trace>
  <inkml:trace contextRef="#ctx0" brushRef="#br0" timeOffset="143581.003">21009 18075 9216 0,'0'0'2377'16,"0"0"-1697"-16,0 0-244 0,0 0 164 15,0 0 72-15,84 12-276 0,-64-12-396 0,3 0-140 16,-3-3-600-16,-4 0-380 0,-4 3-785 16,-4 0-1179-16,-8 0-1352 0</inkml:trace>
  <inkml:trace contextRef="#ctx0" brushRef="#br0" timeOffset="143720.581">21029 18247 9244 0,'0'0'2425'0,"0"0"-1129"16,0 0-240-16,0 0 20 0,0 0-172 15,0 0-124-15,0 0-232 0,0 0-176 0,0 0-136 16,103 19-236-16,-75-29 0 16,0-9-560-16,4-4-524 0,0-2-52 15,-4-3-484-15,-4 5-1589 0,0-14-2911 0</inkml:trace>
  <inkml:trace contextRef="#ctx0" brushRef="#br0" timeOffset="143929.817">21459 17849 11909 0,'0'0'1968'0,"0"0"-1512"0,0 0-64 0,0 0 504 0,-24 87 296 16,16-50-384-16,1 4-300 0,2 4-236 15,-3 0-112-15,-3 5-24 0,2 1 12 16,-3 3-28-16,1 0-72 0,-6 0-48 16,2-2-12-16,-2-2-64 0,2-2-32 0,-1-4-4 15,8-6-72-15,-5-10-260 0,6-1-340 16,3-12-380-16,0-6-220 15,4-6-1764-15,0-6-3525 0</inkml:trace>
  <inkml:trace contextRef="#ctx0" brushRef="#br0" timeOffset="144100.919">21387 18361 8856 0,'0'0'1472'0,"0"0"-683"15,0 0 635-15,0 0 44 0,0 0-396 16,88-25-228-16,-68 20 100 0,4 3-124 15,4-4-168-15,-5 2-48 0,1-2-76 0,0-3-268 16,1-1-260-16,-6 0 0 16,1-6-88-16,4 2-268 0,-8-7-468 15,0 0-364-15,-1-2-464 0,-2 7-2192 0,-9-3-2917 16</inkml:trace>
  <inkml:trace contextRef="#ctx0" brushRef="#br0" timeOffset="144269.798">21662 18199 1068 0,'0'0'7524'0,"0"0"-6232"0,0 0-736 0,-12 80 425 16,8-49 559-16,1 10-4 0,3 0-324 15,-4 0-256-15,-1 1-308 0,5 2-216 16,-4-5-220-16,4-1-212 0,0-10-72 16,0-5-140-16,-4-11-356 0,4-9-536 0,0 1-1156 15,0-11-4889-15</inkml:trace>
  <inkml:trace contextRef="#ctx0" brushRef="#br0" timeOffset="144426.556">21667 18466 12845 0,'0'0'2560'15,"0"0"-1400"-15,0 0-524 0,0 0-80 16,0 0 224-16,0 0-68 0,0 0-368 16,0 0-172-16,0 0-12 0,86 25-40 15,-69-25-120-15,-2 0-56 0,2-7-128 16,-6-2-492-16,6 0-136 0,-6-3-512 15,2 2-588-15,-9-1-2092 0,0-1-4117 0</inkml:trace>
  <inkml:trace contextRef="#ctx0" brushRef="#br0" timeOffset="144932.131">22311 17904 2748 0,'0'0'572'0,"0"0"-272"15,0 0-128-15,0 0 348 0,0 0 404 16,0 0 260-16,5-74 0 0,-5 65-160 0,0 0-24 15,0-1-44-15,0 3-15 0,0 1 19 16,0 3 24-16,0 0-32 0,0 3-168 16,0 0-4-16,0 3 160 0,0 3-196 15,-5 7-260-15,1 6-324 0,0 16-24 0,1 10 12 16,-1 9 0-16,4 6 88 16,0 1-16-16,0-4-220 0,4-4-116 0,-1-9-92 15,10-4-100-15,-5-12-348 0,7-10-212 16,2-11 44-16,7-7 44 0,4-7-676 15,4-14-856-15,-9 4-2413 0,17-24-1691 16</inkml:trace>
  <inkml:trace contextRef="#ctx0" brushRef="#br0" timeOffset="145284.203">22790 17849 11641 0,'0'0'2196'0,"0"0"-840"15,0 0-404-15,0 0-36 0,0 0 88 16,-88 68-312-16,73-27-200 0,2 3-76 15,1 3 12-15,9 2 220 0,-1-9-184 16,4-1-312-16,0-11-152 0,7-6-216 16,5-6-88-16,1-10-16 0,-2 1-20 0,1-7 120 15,4-2 60-15,4-9-72 0,-4-5-124 16,4-9 12-16,-1 0-136 16,-2-4-40-16,-2 0 112 0,-2 4 108 0,-6-1 236 15,1 5 64-15,-4 1 100 0,1 7 96 16,-5 1 64-16,0 5 164 15,-5-2-32-15,1 6-60 0,4 3-36 0,-4 0-12 16,4 0 20-16,0 3-44 0,0 6-260 16,0 4-100-16,0 6 100 0,4 3 40 15,5 8 132-15,-1-3 72 0,3 3-108 0,2-5-136 16,-2 0-136-16,1-3-32 16,4-6-140-16,-8-3-392 0,5-3 0 0,-6-8-168 15,1-2-504-15,4 0-1076 0,-4-6-2353 16,4-13-1271-16</inkml:trace>
  <inkml:trace contextRef="#ctx0" brushRef="#br0" timeOffset="145495.57">23232 17879 10392 0,'0'0'1305'0,"0"0"-705"0,0 0 500 0,0 0 648 16,87 79-64-16,-66-51-416 0,-6 4-368 15,2-1-300-15,-6 4-100 0,-2 0-156 16,-1 0-184-16,-5 0-156 0,-3 0 0 16,0 0-4-16,0 4-88 0,-7-6-104 0,-2 3-252 15,-3-8-56-15,1-2 56 0,-2-3-24 16,-2-8-272-16,-2-5-292 0,2 0-528 16,2-8-2444-16,-10-2-2989 0</inkml:trace>
  <inkml:trace contextRef="#ctx0" brushRef="#br0" timeOffset="146672.946">23997 18221 1280 0,'0'0'6216'0,"0"0"-5112"16,0 0-1104-16,0 0 416 0,0 0 320 0,0 0-232 15,0 0-156-15,0 0 77 0,0 0 155 16,0 0 152-16,0 0 112 16,16-3 236-16,-16 3-108 0,0 0-92 0,0 0 88 15,0 0-140-15,0 0-232 0,0 0-228 16,0 3-112-16,0-3-84 0,0 0-24 16,0 0-48-16,0 0-100 0,0 0 0 15,0 0-100-15,0 0 28 0,0 0-40 0,0 0-8 16,0 0 32-16,0 0 88 15,0 0 0-15,0 0 100 0,0 0 8 0,0 0 4 16,0 0-16-16,0 0 4 0,0 0-4 16,0 0-20-16,0 0-68 15,0 0 0-15,0 0 52 0,0 0-60 0,0 0-4 16,0 0-92-16,0 0-16 0,0 0 16 0,0 0 44 16,0 0-8-16,0 0 52 0,0 0 8 15,0 0 44-15,0 0 20 16,0 0-4-16,0 0-12 0,0 0 40 0,0 0-16 15,0 0-24-15,0 0-40 0,0 0 4 16,0 0-12-16,0 0-48 0,0 0-36 16,0 0-40-16,0 0 12 0,0 0 28 0,0 0 36 15,0 0-16-15,0 0 4 16,0 0-52-16,0 0 4 0,0-3-76 16,0 3-112-16,0-4-148 0,0 4 32 15,0 0 92 1,0-2 60-16,0-2-152 0,0 1-168 0,4 0-84 0,0-4 44 15,4 1-548-15,-4 3-1701 0,4-3-3795 0,-36 47 2560 16</inkml:trace>
  <inkml:trace contextRef="#ctx0" brushRef="#br0" timeOffset="147281.303">24328 17989 8564 0,'0'0'2200'0,"0"0"-735"0,0 0-465 16,0 0-8-16,0 0 204 0,0 0-188 16,0 0-272-16,0 0-140 0,-84-3-248 15,65 12 48-15,-2 4-140 0,1 0-108 16,1 6 0-16,-5 0-48 0,3 3-4 16,-3 1-20-16,5 4 32 0,-1 3 4 15,-1-2-40-15,6 4-60 0,-1 1-4 16,4-3-8-16,8 3-4 0,4-5 4 15,0-3 0-15,4 0 0 0,8-8-68 0,4-2 56 16,4-5-100-16,-4-3 112 0,8-2 0 16,0-5 52-16,-1 0-4 0,-3-9-48 15,4 0-60-15,-8-1-244 0,4-3 92 16,-3 0-104-16,-6-2-180 0,1-4-124 16,0 3-164-16,-8 0-320 0,0-3-576 0,0 3-940 15,-4 3-2097-15,0-2-771 16</inkml:trace>
  <inkml:trace contextRef="#ctx0" brushRef="#br0" timeOffset="147450.22">24120 18205 8824 0,'0'0'1864'0,"0"0"-683"0,0 0-309 16,0 0 20-16,0 0-80 16,0 0-104-16,0 0 160 0,0 0-140 0,0 0-116 15,88 57-228-15,-60-51-136 0,0-1-148 0,4-5-100 16,-4 0-112-16,4 0-36 15,-4-11-372-15,0 3-480 0,0-6-284 16,-1-2-556-16,-3 4-2153 0,8-11-2551 0</inkml:trace>
  <inkml:trace contextRef="#ctx0" brushRef="#br0" timeOffset="147611.584">24957 17938 12137 0,'0'0'1876'0,"0"0"-1232"15,0 0 76-15,0 0 424 0,84 13 88 16,-56-13-340-16,7 0-256 0,-3 0-412 0,4-3-116 16,1-7-108-16,-2 1-44 0,-3-3-228 15,-4-1-660-15,0 0-320 0,-9 1-380 16,-2 1-1160-16,-6-1-3557 0</inkml:trace>
  <inkml:trace contextRef="#ctx0" brushRef="#br0" timeOffset="147802.306">25181 17881 10336 0,'0'0'1881'0,"0"0"-1013"0,0 0 64 16,0 0 520-16,-45 92-196 0,41-57-284 15,1 6-292-15,-1 4-28 0,0 3 256 16,4-1-92-16,0 1-196 0,0-6-252 0,0-4-296 16,0-7-72-16,0-6-184 0,4-6-168 15,0-6-160-15,-1-4-24 16,1-4-16-16,0-5-160 0,5 0-284 0,-5-11-1016 0,3-2-936 15,1 1-2349-15,-4-16-1163 16</inkml:trace>
  <inkml:trace contextRef="#ctx0" brushRef="#br0" timeOffset="147985.735">25149 17961 8624 0,'0'0'2701'15,"0"0"-1761"-15,0 0-404 0,0 0 152 0,-9 86 292 16,9-54 4-1,4 6-76-15,5-1-172 0,-5 4-116 0,-1 1-112 16,1-4-188-16,0-3-320 0,0 0 0 16,-4-7-348-16,4-6-432 0,1-3-276 0,-5-6-40 15,7-3 44-15,-7-3-64 16,8-4-448-16,-8-3-1277 0,4 0-2047 0</inkml:trace>
  <inkml:trace contextRef="#ctx0" brushRef="#br0" timeOffset="148153.425">25236 18233 7220 0,'0'0'4961'0,"0"0"-3237"16,0 0-836-16,0 0-120 0,0 0-100 15,0 0-168-15,0 0 124 0,0 0 44 16,0 0-332-16,100-9-212 0,-72 3-124 16,-1-4-148-16,1 1-332 0,0-4-752 15,0 0-340-15,-4-2-700 0,-4 2-2817 0,-4-1-2331 16</inkml:trace>
  <inkml:trace contextRef="#ctx0" brushRef="#br0" timeOffset="148282.361">25591 18148 8248 0,'0'0'2781'0,"0"0"-2097"0,0 0-504 0,-8 76 588 16,8-46 404-16,0 3-320 0,0 6-148 0,-4 2-12 15,-1 0 36-15,2 7-156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45:56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21291 898 6460 0,'0'0'5109'0,"0"0"-4561"0,0 0-548 15,-91 51 16-15,68-31-16 0,-9-1 344 16,4 0 220-16,0 2-28 15,-4-1-132-15,4 2-24 0,-4-3 28 0,0 3 96 0,4 0-52 16,-4 0-52-16,1-3-32 16,-1 3 56-16,4-2-100 0,0 2-88 0,-4 3-100 0,8-2-76 15,-4 5 64-15,0 2-24 16,0 3 36-16,0 3-60 0,1-1-4 0,-1 3-64 16,0 0 92-16,0 0 0 0,4-4-40 15,3 2 28-15,-2-1 36 16,11 0-4-16,-4-4 152 0,9 7 612 0,2-2-604 0,5 1-268 15,0 8-8-15,0-1 4 16,9 4 68-16,6 3-68 0,9 2 52 16,4 1-48-16,8 3 0 0,3-2 0 0,13 2-12 15,4-2 0-15,12-2-40 16,3-2-20-16,13 3 60 0,12 0 4 0,7-3 80 16,17 2 0-16,8-2-8 0,15 0 56 15,8-4-84-15,8-2-48 16,17-7-12-16,4-5 0 0,11-12 0 15,7-2 4-15,10-7 8 0,11-8-8 0,5-4-140 16,6-4 64-16,10-4 12 0,3-9 72 0,0-2-48 16,-1-6 24-16,-7-4-136 0,-8-6 156 15,-3-2 4-15,-9-5 108 16,-8-5-108-16,-11-8-36 0,-9-6 32 0,-12 3 4 16,-4-16 84-16,-8-2-84 0,-7-7 76 15,-13-6-76-15,-11-3-148 16,-17-6 148-16,-15-7 96 0,-20-3-48 0,-17-3 12 0,-23-3 24 15,-20-1 160-15,-20 1-232 16,-32 0 76-16,-23 2-88 0,-29 5-36 0,-31 2-28 16,-25 10 16-16,-31 2-84 15,-29 11-112-15,-26 12 72 0,-30 6-280 0,-23 14 32 16,-19 6-96-16,-21 9 24 16,-20 10 344-16,-11 8-48 0,-13 11 84 0,-8 6 72 15,-3 16-20-15,0 12-52 0,11 14-124 16,4 12-172-16,16 10-1352 0,92-14-1112 15,-87 39-4225-15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35:08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2804 1016 2888 0,'0'0'3308'0,"0"0"-2084"0,0 0-836 0,0 0 0 16,0 0 2809-16,0 0-1381 16,0 0-568-16,0 0-188 0,0 0-56 15,-3-16-156-15,3 16-192 0,3 0-136 16,1-4-116-16,4 4-132 15,8 0 24-15,5-2 228 0,7 2-72 0,3-4-96 16,5 2-200-16,0-3-20 0,7 3-124 0,2-5 120 0,-2 2-60 16,5-6-72-16,-4 2-4 15,-5-1-68-15,2 1 60 0,-9 3-72 0,-4-1 24 16,-9 1-172-16,1 3-208 16,-4 0-184-16,-8-1-220 0,0 4-316 15,-4 0-716-15,0 0-1212 0,-4 0-2289 16,-4 7-447-16</inkml:trace>
  <inkml:trace contextRef="#ctx0" brushRef="#br0" timeOffset="250.24">2984 1048 4516 0,'0'0'2604'0,"0"0"-1164"16,0 0-156-1,8 72 265-15,-1-43-117 0,2 12-512 0,3 4-160 16,-5 9-204-16,2 9-188 0,3 6-80 0,-5 8-36 0,-3 13 76 16,0 1 220-16,1 4 348 15,-5-6-576-15,0-8-168 0,0-16-152 0,4-11-12 0,-4-15-108 16,4-11-44-16,3-12-56 16,-3-6 8-16,9-8-172 0,-6-2-452 15,5-6-188-15,4-9-100 0,0-11-944 16,-4 4-2213-16,4-29-1431 0</inkml:trace>
  <inkml:trace contextRef="#ctx0" brushRef="#br0" timeOffset="643.728">3128 1184 1488 0,'0'0'1996'0,"0"0"-148"0,0 0-232 16,0 0-240-16,0 0-212 0,0 0-116 15,0 0-183-15,0 0-185 16,0 0-180-16,0 0-104 0,0 25-40 0,0-13 52 15,3 8 112-15,1 6 36 0,0 5-64 16,0 8-40-16,0 5-24 0,0 10-76 0,0 3-176 16,-4 6 60-16,0 3-160 15,0-2-12-15,0-3-24 0,0-7-40 16,0-6 0-16,4-7 40 0,0-9 72 16,0-7-100-16,0-8-12 0,0-6-60 0,0-4-116 15,0-4-232-15,-1 1-48 0,-3-4-172 16,5-4-328-16,-1-3-340 0,-4-5-188 15,4 3-1005-15,-4-17-2503 0</inkml:trace>
  <inkml:trace contextRef="#ctx0" brushRef="#br0" timeOffset="844.397">3123 1520 2996 0,'0'0'5148'0,"0"0"-3760"16,0 0 277-1,0 0 363-15,0 0-292 0,76-9-504 0,-56 9-204 16,0-3-64-16,4 0-200 0,4-4-208 0,-4 4-276 0,4 0-180 16,-5-3-100-16,1-1-120 0,0 4-64 0,-5-3-148 15,-2 3-332-15,-1 3-324 0,-4 0-284 0,-4 0-796 16,-1 6-3325-16,-7 7-3023 16</inkml:trace>
  <inkml:trace contextRef="#ctx0" brushRef="#br0" timeOffset="6121.139">3637 2021 4272 0,'0'0'756'0,"0"0"-640"15,0 0-100-15,0 0 76 0,0 0 544 0,0 0 92 16,0 0-24-16,0 0 36 0,0 0 76 16,0 0-180-16,-24 17-108 0,24-17 52 0,0 0-127 15,0 0-117-15,0 0-80 0,0 0 40 16,0 0 36-16,0 0 40 16,0 0-64-16,0 0-132 0,0 0-84 0,0 0 8 15,0 0 52-15,0 0 40 0,0 0 64 16,0 0-4-16,0 0-60 15,0 0-40-15,0 0-64 0,0 0 24 0,0 0 16 16,0 0 36-16,0 0 36 0,0 0 40 16,0 0 76-16,0 0 96 15,0 0 68-15,0 0-84 0,0 0-72 0,0 0-64 0,0 3-84 16,0 0-40-16,0 4-124 16,9 9 124-16,-6 6 24 0,5 6 12 15,4 11 12-15,4 1 76 0,-4 9 60 0,4-2 24 16,0 7-76-16,-4 0-72 15,4 0-84-15,-4 0-16 0,0 1-84 0,-5-5-8 0,1-3-4 16,-3-3-8-16,3-2-4 16,-4-7-72-16,-1-3 72 0,1-7-100 15,0-6 40-15,1-3-64 0,-5-7-144 0,4-2-164 16,-4-4-208-16,0-3-188 16,0 0-332-16,4 0-224 0,-4-6-420 15,0-7-464-15,0 3-1589 0,0-15-355 0</inkml:trace>
  <inkml:trace contextRef="#ctx0" brushRef="#br0" timeOffset="6404.736">3693 2105 9932 0,'0'0'1357'0,"0"0"-961"31,0 0 172-31,0 0 404 0,0 0 132 0,0 0-320 15,0 0-268-15,0 0-92 0,0 0-56 0,0 0 20 0,92-57-40 16,-77 60-36-16,2 3 36 0,-2 7-88 0,-2 2-4 16,-6 2-44-16,1 5-16 0,-4 3-120 15,1 3-76-15,-5 2-64 0,-5 1-8 16,-3-2 20-16,0-1 52 0,-8-2 76 16,4-1-76-16,-3-6 0 0,-5 4-212 15,-4-8-108-15,3 1 36 0,-2 0-36 16,-1-6-92-16,4-4-124 15,0-3-204-15,0-3-104 16,0 0-220-16,1-9-516 0,2-4-945 0,2 0-755 0,-2-15-1392 16</inkml:trace>
  <inkml:trace contextRef="#ctx0" brushRef="#br0" timeOffset="6994.173">4039 1796 4396 0,'0'0'5320'0,"0"0"-4132"0,0 0-607 16,0 0 343-16,0 0 480 15,0 0-276-15,0 0-448 0,0 0-104 16,0 0 4-16,25 71 204 0,-22-40 20 0,-3 4-412 15,0 1-132-15,4-5-88 0,-4 1-108 16,0-7-64-16,0-2-12 0,0-8-100 16,0-5 100-16,0-1-84 0,0-6-28 15,4-3 12-15,-4 0-72 0,0 0-136 0,4 0-212 16,-4-3-12-16,9-3 244 16,-5-4 112-16,3-6 176 0,1-3 4 0,1 0-56 15,-2-6 60-15,1 2-96 0,-4 1 40 16,5 0 60-16,-2 3 0 0,-3 3 0 15,0 4-52-15,4 2 4 0,-4 4 48 16,0 2 36-16,0 4 216 0,0 0-80 16,0 0 16-16,0 0 24 0,0 7 0 15,0-1 144-15,-1 4 4 16,2 3-88-16,-5 3-36 16,4 3-140-16,-4 2-96 0,0 2-356 0,-4 3-276 15,-1-1-424-15,2-6-236 0,3-4-672 0,-4-5-2133 0,4-7-1747 16</inkml:trace>
  <inkml:trace contextRef="#ctx0" brushRef="#br0" timeOffset="7368.445">4458 1800 7096 0,'0'0'4517'0,"0"0"-3477"15,0 0-632-15,0 0 408 16,0 0 740-16,-9 80-240 0,2-58-456 0,3 0-452 0,0-2-272 15,0-1-124-15,0-1-12 0,4-5-108 16,-4-5-100-16,4-1-40 0,0-7-76 0,4 0-200 16,0 0-104-16,4 0 352 15,0-2 216-15,4-5-56 0,0-2 68 0,0-1 48 16,-4 0 48-16,4 2-48 0,-5 3 0 0,2 3 0 16,-5 2 76-16,0 0 224 0,0 0 120 15,-1 7-48-15,1-1-120 16,0-1-28-16,5 2-76 0,-5 3-96 15,0-7-52-15,-1-1-60 0,1 2-40 0,5-4 12 16,-5 0 88-16,4 0 12 16,-5 0 112-16,5 0-12 0,1-4-12 0,-1 4-100 15,-1 0-68-15,1 0-56 0,1 0 124 16,2 11 128-16,-3-2-28 0,0 10-16 16,-4 0-84-16,0 7-448 0,-4-1-260 15,0 3-336-15,0 4-320 0,-4-9-1140 16,-8 15-2905-16</inkml:trace>
  <inkml:trace contextRef="#ctx0" brushRef="#br0" timeOffset="7714.323">3570 3207 12117 0,'0'0'1472'0,"0"0"-1204"16,0 0-208-16,0 0 488 0,35 72 108 16,-27-46 172-16,8 6-36 0,-4 0-192 15,4 6-80-15,-4 3-100 0,4 3-88 0,-4 10-60 16,-1 3-172-16,-2 4-52 0,-1 2-40 15,-4 6-8-15,3 2 0 0,-3-1 0 16,5 3-48-16,-5-6-52 0,4-2 0 16,-1-4-96-16,-3-4-76 0,5-3-48 15,-1-7-124-15,-5-5-268 0,5-7 8 0,1-3-36 16,-1-4-116-16,-5-9-400 0,1-2-1092 16,0-11-2341-16,-4-4-1287 0</inkml:trace>
  <inkml:trace contextRef="#ctx0" brushRef="#br0" timeOffset="8405.723">3186 5131 8476 0,'0'0'2637'0,"0"0"-1301"16,0 0-508-16,0 0 316 0,0 0 308 15,0 0-200-15,0 0-312 0,0 0-344 16,0 0-204-16,0 0-108 0,0 0 120 0,116 3-12 16,-67-3-16-16,-6-6-180 15,5-5-132-15,-8 3-64 0,-5-5-156 16,-3-4-272-16,-4 5-196 0,0-4-248 0,-8 3-180 15,-4 1-356-15,0 2-992 0,-8 1-2941 16,-8 3-1543-16</inkml:trace>
  <inkml:trace contextRef="#ctx0" brushRef="#br0" timeOffset="8611.593">3418 5153 5488 0,'0'0'4664'0,"0"0"-3115"0,-12 92-217 0,12-51 244 0,0 7 88 15,0 6-408-15,0 0-340 16,0 2-276-16,0-1-196 0,0 2-116 0,0 0-132 16,0-2-136-16,0-5-60 0,0-6-64 0,-4-3-44 15,4-9-100-15,0-10-36 16,0-5-88-16,0-9-112 0,0-4-260 16,0-4-352-16,4 0-424 0,4-9-712 0,-4 0-1069 15,4-17-2395-15</inkml:trace>
  <inkml:trace contextRef="#ctx0" brushRef="#br0" timeOffset="8843.48">3461 5279 4440 0,'0'0'5652'0,"0"0"-4916"0,0 0-103 0,0 96 123 15,0-55 380-15,5 4 108 0,-1 5-308 16,0 5-448-16,0-1-348 0,0-1-48 15,-4 2-88-15,0-2-4 0,0-2 0 16,-4 1-144-16,0-5 132 0,0-6-76 16,0-3 12-16,-1-3-36 0,2-7-100 15,3-3-92-15,-4-6-136 0,0-5-104 0,4-9-92 16,0-5-256-16,0-2-544 0,0-8-645 16,0-3-1947-16,0-12-1104 15</inkml:trace>
  <inkml:trace contextRef="#ctx0" brushRef="#br0" timeOffset="9141.83">3426 5722 10888 0,'0'0'1413'0,"0"0"-1141"15,0 0-80-15,0 0 700 0,0 0 424 0,95-17-184 0,-58 15-340 16,6-5-244-16,1-3-40 16,0 1-128-16,0-4-232 0,0 0-144 0,-1 1-4 15,1-1-60-15,-4 0-64 0,0 0 40 16,-4 1-116-16,-8 5-492 15,-4-2-308-15,-4 5-372 0,-5 4-700 0,-11 0-2909 16,0 4-1723-16</inkml:trace>
  <inkml:trace contextRef="#ctx0" brushRef="#br0" timeOffset="10144.177">2458 5457 6080 0,'0'0'4901'0,"0"0"-3181"16,0 0-688-16,0 0 44 0,0 0 156 15,0 0-52-15,92 7-188 0,-64-1-376 16,3-3-176-16,-3 1-192 0,0-4-164 0,-4 0-76 16,0 0-8-16,-4 0-92 15,-1-7-156-15,2 1-440 0,-10 3-400 16,2-4-464-16,-6 4-1192 0,-3 0-3505 0</inkml:trace>
  <inkml:trace contextRef="#ctx0" brushRef="#br0" timeOffset="10294.898">2473 5654 5336 0,'0'0'6309'0,"0"0"-4749"0,0 0-580 0,0 0 32 0,0 0 72 16,0 0-236-16,0 0-140 0,0 0-56 15,77 32-328-15,-53-34-324 0,-5-2-148 0,5-6-260 16,-7 4-360-16,-6-1-340 0,-3 4-668 16,-4 3-1364-16,-4 0-3777 0</inkml:trace>
  <inkml:trace contextRef="#ctx0" brushRef="#br0" timeOffset="10552.967">1502 5284 9608 0,'0'0'2901'0,"0"0"-1409"0,0 0-748 15,0 0 204-15,0 0-180 0,0 0 64 16,107-7 308-16,-63 7-328 0,0 0-548 15,-5 0-264-15,2 0-124 0,-9 2 0 0,-1-2 0 16,-6 0-220-16,-2 0-456 16,-3 0-204-16,0 5-692 0,-4-5-1188 0,-5 0-2849 15</inkml:trace>
  <inkml:trace contextRef="#ctx0" brushRef="#br0" timeOffset="10737.735">1773 5361 2720 0,'0'0'4000'15,"0"0"-1780"-15,0 0-23 0,0 0-313 16,-9 100-356-16,13-58-256 0,1 5-104 16,-5 3-276-16,0 1-164 0,4 1-272 0,-4-2-272 15,0-3-184-15,0-2-8 16,0-6-152-16,0-8 0 0,0-6-160 0,0-6-196 16,0-6-192-16,0-4-264 0,0-2-376 0,0-7-808 15,0 0-2253-15,8-7-799 0</inkml:trace>
  <inkml:trace contextRef="#ctx0" brushRef="#br0" timeOffset="10875.26">1800 5750 7644 0,'0'0'2488'0,"0"0"-427"15,0 0-137-15,0 0-296 0,92-45-448 16,-68 38-112-16,0 1-156 0,-4 0-396 16,-4 4-456-16,0-2-60 0,-4 4-208 15,-1 0-148-15,-2 0-468 0,-5 4-492 0,0 4-712 16,-4 3-2225-16,-4 17-2307 15</inkml:trace>
  <inkml:trace contextRef="#ctx0" brushRef="#br0" timeOffset="11028.022">1824 5994 7340 0,'0'0'2100'0,"0"0"-355"0,0 0-13 0,0 0-28 0,0 0-408 0,0 0-428 15,0 0-72-15,104-9-92 0,-72 2-332 16,4 1-288-16,0-3-84 0,3 2-208 15,-3-2-412-15,8-2-460 16,0 6-716-16,-9-4-2905 0,25 2-5543 0</inkml:trace>
  <inkml:trace contextRef="#ctx0" brushRef="#br0" timeOffset="11594.012">3828 5997 4608 0,'0'0'8333'0,"0"0"-6757"15,0 0-552-15,0 0-216 0,4 83 384 16,1-52-88-16,-1 8-284 0,0 2-220 15,-4 7-172-15,3 2-148 0,1 8-96 0,-4 2-184 16,0 0-12-16,0 4-36 0,0-4 36 16,4-9-36-16,-4-7-76 0,4-13-36 15,0-5-68-15,1-13-92 0,-1-6-132 16,-4-7-284-16,3 0-192 16,1-13-500-16,-4-6-744 0,4 3-2221 0,-4-22-1915 0</inkml:trace>
  <inkml:trace contextRef="#ctx0" brushRef="#br0" timeOffset="11807.592">3869 6064 3676 0,'0'0'8921'0,"0"0"-7533"15,0 0-932-15,0 0 40 0,0 0 320 16,0 0-8-16,0 0-272 0,0 0-188 0,0 0-4 16,0 0-132-16,67-7-112 15,-59 14-16-15,-4 2 4 0,0 4 12 16,-4 4 48-16,0 2 0 0,-4 6-148 0,-8 3-4 15,-4 1-156-15,0-1-88 0,-4-3 112 16,5-5 60-16,-2-5-72 16,-3-4-260-16,8-9-288 0,-3-2-208 0,-1 0-320 0,4-9-1104 15,3-1-2497-15,2-15-279 0</inkml:trace>
  <inkml:trace contextRef="#ctx0" brushRef="#br0" timeOffset="12127.442">4112 5728 10816 0,'0'0'1465'0,"0"0"-849"15,0 0 72-15,23 69 756 16,-19-37 192-16,1 0-456 0,-5-1-500 16,0 1-312-16,0-3-208 0,0-4-120 0,0-3-40 15,0-6-4-15,0-6-44 16,0-7 0-16,0-3-100 0,0 0-224 15,7-9-156-15,1-7-20 0,4-3 252 0,4-7 108 16,4 1-24-16,0-4-100 0,0 4 32 16,0 2 104-16,-1 11 64 0,-2 2 112 15,-6 7 324-15,6 3 208 0,-9 0-8 0,-1 10 68 16,1-1-8-16,1 7-192 16,-5 1-168-16,-1 4-128 0,-3 2-96 15,0 2-160-15,0 0-244 0,-3 7-424 0,-10 3-456 16,1 0-544-16,5-6-2741 0,-21 21-4951 15</inkml:trace>
  <inkml:trace contextRef="#ctx0" brushRef="#br0" timeOffset="12436.709">3673 7213 14781 0,'0'0'1676'0,"0"0"-1640"16,0 0-24-16,4 90-12 16,0-57 536-16,-4 9 136 0,8 6-164 0,0 0-92 0,0 2 164 15,4 1 8-15,0 3-256 0,-5 0-200 16,6-1-56-16,-5 5-64 0,-4-3-12 15,3-1 0-15,-3-4-4 0,1-2-144 16,-5-4-256-16,4-9-136 0,0-7-124 0,0-5-76 16,-4-7-128-16,0-7-552 0,0-2-1048 15,-4-7-3453-15</inkml:trace>
  <inkml:trace contextRef="#ctx0" brushRef="#br0" timeOffset="13041.038">3402 8699 2904 0,'0'0'7940'16,"0"0"-6243"-16,0 0-637 0,0 0-208 15,0 0 420-15,0 0-32 0,0 0 112 16,0 0-220-16,104 35-56 0,-72-25-136 0,7-4-307 16,6-3-113-16,-2-3-96 0,0 0-336 15,-2-9-88-15,-1-1-108 16,-5-6-184-16,-3 4-72 0,-4-4-144 0,-4 0-65 15,-4 4-119-15,-4 1-240 0,-8 3-640 16,-5 1-1216-16,-3 3-2581 0,-11 4-2003 16</inkml:trace>
  <inkml:trace contextRef="#ctx0" brushRef="#br0" timeOffset="13213.446">3562 8782 10756 0,'0'0'1529'0,"0"0"-517"16,-24 92-452-16,20-48 236 0,4 13 476 0,0 4 68 15,4 2-176-15,3-2-328 0,-3-1-296 16,5-4-196-16,-1-4-136 16,-4-5-132-16,-1-5-76 0,1-14-220 0,-4-2-344 0,4-14 112 15,-4-2-212-15,4-7-240 16,-4-3-204-16,0-3-680 0,5-9-912 16,-5-1-1913-16,8-23-755 0</inkml:trace>
  <inkml:trace contextRef="#ctx0" brushRef="#br0" timeOffset="13425.897">3689 8788 10124 0,'0'0'1945'0,"0"0"-1129"15,8 63-432-15,-4-27 176 0,0 5 416 0,-1 3 168 16,6 8-88-16,-5-2-248 0,-4 7-228 16,0-3-100-16,0 4-136 15,0-5-184-15,0 1-152 0,0-3-8 0,0-7-208 16,-4-2-348-16,0-7-132 0,4-7-108 15,-5-9 84-15,5-6-232 0,0-10-432 16,0-3-692-16,0-10-1065 0,0-2-963 16,-3-20 1292-16</inkml:trace>
  <inkml:trace contextRef="#ctx0" brushRef="#br0" timeOffset="13545.389">3753 9153 8988 0,'0'0'2429'0,"0"0"-597"15,0 0-272-15,0 0-452 16,0 0-304-16,88 0-132 0,-65 0-136 0,-3 0-120 15,8 4-228-15,-4-4-140 0,4-4-48 0,-5-2-260 16,5-3-244-16,0-1-68 0,0 0-224 16,-4 4-652-16,-3 3-1496 0,-2 3-4389 15</inkml:trace>
  <inkml:trace contextRef="#ctx0" brushRef="#br0" timeOffset="13762.406">4183 9451 9924 0,'0'0'5045'0,"0"0"-4137"0,4 93-796 0,4-49 216 16,-4 11 320-16,4 8 260 0,-4 6-316 15,4-1-260-15,-4 1-84 0,0 1 36 16,-4-6-76-16,0-4-92 0,0 0-116 16,0-8-4-16,0-8-104 0,-4-6-40 0,-4-10 12 15,4-6-196-15,0-13-232 0,-4-5-192 16,4-8-500-16,0-14-576 15,0-14-1192-15,0 4-1949 0,4-35 625 0</inkml:trace>
  <inkml:trace contextRef="#ctx0" brushRef="#br0" timeOffset="13935.959">4346 9569 10016 0,'0'0'1701'16,"0"0"-753"-16,0 0-56 0,0 0 12 15,0 0 28-15,0 0 64 0,0 0-336 16,80 41-372-16,-76-31-128 0,0 6-96 0,0-1-4 15,-4 2-60-15,-4 2-12 16,-4 0 0-16,-4 0-136 0,-7-4-88 0,-2 2 12 16,-3-5-276-16,-4 1-572 0,0-3-240 15,-8-1-628-15,12-6-2417 0,-23 4-3211 16</inkml:trace>
  <inkml:trace contextRef="#ctx0" brushRef="#br0" timeOffset="14541.825">2928 8944 9592 0,'0'0'4669'15,"0"0"-3621"-15,0 0-420 0,0 0 304 16,0 0 256-16,0 0-360 0,0 0-348 0,0 0-296 15,80-13-148-15,-65 10-36 0,-2 3-172 16,2 0-380-16,-3 0-276 0,1 0-324 16,-10 0-1012-16,5 0-1773 0,-8 0-1603 0</inkml:trace>
  <inkml:trace contextRef="#ctx0" brushRef="#br0" timeOffset="14697.057">2904 9083 9004 0,'0'0'1464'0,"0"0"-1168"0,0 0 373 0,0 0 371 15,0 0 260-15,0 0-8 16,0 0-588-16,0 0-440 0,0 0-112 0,0 0-148 16,76 35-4-16,-61-41-176 0,2-3-324 15,-2-1-384-15,-2-7-500 0,-5 12-1041 16,-5-9-3843-16</inkml:trace>
  <inkml:trace contextRef="#ctx0" brushRef="#br0" timeOffset="15327.119">1844 8788 5500 0,'0'0'2756'16,"0"0"-1136"-16,0 0-704 15,0 0-139-15,0 0-61 0,0 0-140 0,0 0 24 16,0 0 200-16,0 0 96 0,0 0-76 0,0 0-68 15,0-3-180-15,0 3-184 16,0 0-204-16,0 0-48 0,0 0 76 16,0 0 96-16,0-3-12 0,0 3-88 0,0 0-12 15,0 0-48-15,0 0 48 16,0 0 0-16,0 0-48 0,0 0-92 0,4 0-56 16,-4 0-12-16,0 0-136 0,8 0 0 0,4 0 148 15,4 0 76-15,4 0 204 16,12 0-60-16,-4 0-96 0,8 0-112 15,-4 0 0-15,-1 0 0 0,1 0-12 0,0-3-4 16,-4-4-156-16,-4 1-232 0,0 0-256 16,-8-1-204-16,0 1-260 15,-8 0-380-15,0 3-248 0,-1-1-432 0,-7 1-965 16,0 3-1631-16</inkml:trace>
  <inkml:trace contextRef="#ctx0" brushRef="#br0" timeOffset="15545.862">1896 8956 7840 0,'0'0'2680'0,"0"0"-1215"0,0 0-325 16,0 64 332-16,4-35 92 16,4 5-252-16,-4 1-336 0,4 4-200 0,0 1-188 15,-4 1-196-15,0-3-124 0,-4 4-108 0,4 0-80 16,-4-8-80-16,0 1-96 0,0 0-88 15,-4-6-160-15,-4 0-168 0,3-7-188 16,2-6-164-16,-1-4-276 0,0-5-672 0,0-4-1240 16,0-3-2625-16</inkml:trace>
  <inkml:trace contextRef="#ctx0" brushRef="#br0" timeOffset="15713.674">1872 9334 2796 0,'0'0'6784'16,"0"0"-5351"-16,0 0-649 0,0 0 12 0,0 0 708 15,0 0-140-15,0 0-332 0,92-35-208 16,-68 29-44-16,3 3-188 0,1-4-296 16,0 4-236-16,-4-3-60 0,4 3-100 15,0-4-232-15,0 0-308 0,0 1-464 16,0 0-620-16,-5 4-2248 0,9 2-3861 0</inkml:trace>
  <inkml:trace contextRef="#ctx0" brushRef="#br0" timeOffset="18835.605">9379 1407 6216 0,'0'0'6085'0,"0"0"-4741"0,0 0-204 16,0 0-44-16,0 0 20 16,0 0 12-16,0 0-92 0,8-70-108 0,-8 70-280 15,0 0-220-15,0 0-76 0,0 0-48 16,0 0 329-16,-4 0-125 0,0 0-256 0,-5 7-120 16,-2 1 16-16,-10 5-100 0,-3 6-48 15,-7 10-48-15,-5 2 44 16,0 8-8-16,0 5-88 0,5 3-20 0,3 5 24 15,0 1 12-15,7 1 36 0,6-6 36 16,3-3-84-16,4-8 8 16,4-8 76-16,4-13-96 0,0-3 0 0,0-7 108 0,8-6-4 15,4 0 8-15,0 0 4 16,4-3 124-16,3-4 16 0,2-8-144 16,3-2-4-16,0-1 0 0,-5-1-8 0,1-3-92 15,0 3 16-15,-8 0 24 16,0 2-12-16,-3 4 0 0,-6 4 60 0,1-1 8 15,-4 4 0-15,-4 0 4 0,-4-1-8 16,-4-2 4-16,-4 3-84 0,0-1-68 16,0 1-124-16,-3 3 35 0,2-1-67 0,-2 4-152 15,-1 0-220-15,-1 10-652 16,6 0-956-16,-2 5-852 0,6-2-1449 16,-5 6-2167-16</inkml:trace>
  <inkml:trace contextRef="#ctx0" brushRef="#br0" timeOffset="20664.759">9765 1667 5884 0,'0'0'2120'0,"0"0"-616"16,0 0-280-16,0 0-11 0,0 0-113 16,0 0-300-16,0 0-316 0,0 0-144 15,0 0 80-15,0 0 108 0,8-7-128 0,-4 4-144 16,0 3-68-16,4-3-16 16,0 3 16-16,0-3 0 0,8 0 0 0,-5 3-16 15,6-4-96-15,2-2 8 0,1 3-76 16,1 0-8-16,-2-1-84 0,-3 2 8 15,5-3-60-15,-6 3-312 0,2 2-368 16,-6-3-116-16,1 3-104 0,-8 0-420 16,0 3-1425-16,-4 6-3187 0</inkml:trace>
  <inkml:trace contextRef="#ctx0" brushRef="#br0" timeOffset="20860.993">9817 1809 7688 0,'0'0'2472'0,"0"0"-1051"16,0 0-321-16,0 0 12 0,0 0-176 0,0 0-152 15,0 0-184-15,0 0-120 16,0 0-144-16,0 0-100 0,83-9-236 0,-59 5 0 16,0 2-124-16,0-1-212 0,1 3-580 15,-2-3-676-15,-3 3-1552 0,4 0-4325 16</inkml:trace>
  <inkml:trace contextRef="#ctx0" brushRef="#br0" timeOffset="26113.018">10936 1619 2036 0,'0'0'1460'0,"0"0"-1460"15,0 0 8-15,0 0 2520 0,0 0 56 0,0 0-836 16,0 0-523-16,0 0 67 0,0 0-44 15,4-45-72-15,-4 36-216 16,0-1-112-16,0-1-140 0,4-3-68 0,-4 1-96 16,0 1-140-16,0 2-48 0,0 1-100 15,0 2-12-15,0 4-12 0,0 0-12 16,-4 3 256-16,4 0-64 0,-4 0-155 0,0 0-89 16,1 3-104-16,-1 4-64 15,-5 2-184-15,-3 13-9 0,1 3 93 16,-2 13 100-16,2 4 100 0,-1 2-28 0,0 1-72 15,4-4-12-15,4-9 0 0,0-4-12 16,4-5 24-16,0-11 0 0,0-2-48 16,0-1-192-16,8-5-4 0,0-4 24 15,4 0 64-15,0 0 80 0,8-10-144 16,-1-3-96-16,5-5 24 0,1-8-28 0,-1 0 0 16,-1 1 76-16,-3 0 84 15,-4-1 36-15,-4 4 124 0,-4 3 44 0,0 6 28 16,-5 4 64-16,2 2 12 0,-5 5-56 15,0 2-88-15,0 0 4 0,0 2 0 16,4 5 68 0,0 6 180-16,0 2 64 0,0 7 84 15,0 1-40-15,-1-4-120 0,2 0-148 0,3 0-96 0,-4-7-108 16,7 2-28-16,2-5-44 0,2-2 20 16,6-5-232-16,-1-2-464 0,-1 0-440 0,-2-2-1428 15,6-14-3661-15</inkml:trace>
  <inkml:trace contextRef="#ctx0" brushRef="#br0" timeOffset="26318.793">11586 1511 8412 0,'0'0'5285'16,"0"0"-3349"-16,0 0-868 0,0 0-408 0,0 0 208 15,-8 89 348-15,4-61-176 0,0 1-284 0,0-1-332 16,-4 1-252-16,4 1-163 15,0-3-9-15,0 2-61 0,0-8-171 0,4 2-168 16,-4-4-148-16,4-2-124 0,0-5-28 16,0 1-172-16,4-7-668 0,0-3-1360 15,4-3-2377-15,0 0-1211 0</inkml:trace>
  <inkml:trace contextRef="#ctx0" brushRef="#br0" timeOffset="26482">11670 1733 4728 0,'0'0'4944'0,"0"0"-2447"15,0 0-1293-15,0 0-444 0,0 0 440 16,0 0 184 0,87 4-216-16,-62-2-156 0,2 3-176 0,4-3-80 15,6-2-144-15,-1 0-248 0,7 0-220 0,-2-7-92 0,2-2-52 16,1-1-96-16,0-2-148 16,3-4-292-16,-6 0-244 0,2-3-300 15,-3 3-552-15,-8 1-1484 0,4-9-2977 0</inkml:trace>
  <inkml:trace contextRef="#ctx0" brushRef="#br0" timeOffset="26743.794">12319 1511 980 0,'0'0'11177'0,"0"0"-9277"0,0 0-1176 16,0 0-396-16,0 0 164 16,0 0 400-16,0 0 92 0,0 0-180 0,75 47-272 0,-47-36-92 15,0-3-48-15,0-1-84 0,4 0-136 0,-4 2-52 16,0-2-60-16,0-1-44 0,-4 0 44 15,-5-4-60-15,-2 5-88 0,-2 0-8 16,-6-1-64-16,-1 1 100 16,-5-1 12-16,-3 3-40 15,0 4 88-15,-15 6 120 0,-1 3-120 16,-12 5-48-16,0 0 40 0,-8 2-44 0,0-3-144 0,4-1-256 16,-3-3-248-1,7-6-144-15,4-3-176 0,7-10-688 16,6 0-2333-16,7-9-3855 0</inkml:trace>
  <inkml:trace contextRef="#ctx0" brushRef="#br0" timeOffset="27116.579">13279 1505 14409 0,'0'0'3000'0,"0"0"-1640"0,0 0-720 15,0 0-40-15,0 0 60 16,0 0-172-16,-84 47-16 0,61-18-55 0,-5 6-57 16,0 3 4-16,4 3 216 0,0 1-312 15,12-10-148-15,1-5-120 0,2-10-48 0,9-9-84 16,0-1-40-16,0-3-32 0,4-1-84 16,12-3 116-16,0 0 52 15,8-9-160-15,4-8-156 0,0-1-37 0,4-4-27 0,-5-8-60 16,1 5-4-16,-7 3 72 0,-2 0 136 15,1 6 124-15,-12 3 108 16,4 7 76-16,-8 6 48 0,0 0 152 0,-4 6 144 16,0 10 156-16,4 3-12 0,-4 7-144 15,4 5 32-15,-4-2 136 16,8 0-112-16,-1-7-120 0,6-3-180 0,2-7-52 16,10-2-12-16,-1-4-120 0,4-3-172 0,3-3-392 15,5-6-220-15,-4-3-440 16,-4-1-1804-16,4-7-3505 0</inkml:trace>
  <inkml:trace contextRef="#ctx0" brushRef="#br0" timeOffset="27868.189">13881 844 6368 0,'0'0'5077'0,"0"0"-4085"16,0 0-328-16,0 0 84 0,0 0 292 0,16 89 104 15,-13-51-76-15,1 4-224 16,-4 2-328-16,0 1-232 0,0 2-48 16,0-6-64-16,0 1-40 0,-4-4-20 0,1-10-104 15,-1-2-8-15,0-4-80 0,4-6 28 16,-4-7-8-16,4-3-40 0,0-2-380 16,0-1-172-16,0-3-156 0,-4 0-320 15,4-7-848-15,0-1-1901 0,0-12-1563 16,0 4 892-16</inkml:trace>
  <inkml:trace contextRef="#ctx0" brushRef="#br0" timeOffset="28067.634">13917 1025 1528 0,'0'0'792'0,"0"0"-632"0,4-73 5760 15,-4 48-4560-15,4 3-95 0,-1 3 99 16,6 3-192-16,-1 3-28 0,0 4-72 0,3 3-192 16,9-1-172-16,-3 4-200 0,6 3-100 15,-3 0-64-15,4 0 4 0,-8 3-68 16,-4 0-8-16,0 3-88 0,-4-2-88 15,-5 2-36-15,-3 0-48 0,0 7 0 0,-11 3 136 16,-9 3-36-16,-4 3-112 0,-4 3-404 16,-7 1-100-16,-2 0-148 15,-2-1-300-15,-1 4-660 0,8-11-2640 0,-24 14-4913 16</inkml:trace>
  <inkml:trace contextRef="#ctx0" brushRef="#br0" timeOffset="34054.694">15191 1963 2480 0,'0'0'6512'15,"0"0"-5476"-15,0 0-444 16,0 0-111-16,0 0 379 0,0 0 252 0,0 0-196 0,0 0-292 15,0 0-308-15,-63 63-240 0,55-51-76 16,-4 1-168-16,4-4-228 0,0 4-604 16,4-1-692-16,0 1-1381 0,4-3-3015 15,0-7 4352-15</inkml:trace>
  <inkml:trace contextRef="#ctx0" brushRef="#br0" timeOffset="35011.372">17232 1181 5896 0,'0'0'640'16,"0"0"2764"-16,0 0-2860 0,0 0-196 15,-33-64 221-15,22 49 419 0,-5 2 8 16,0 3-56-16,0 1-208 0,0 2-164 0,1 5-92 16,-6 2-36-16,1 0-88 0,-4 12-68 0,1 7-144 15,-5 9-80-15,-4 10-52 16,0 11 104-16,0 11-12 0,0 6 60 15,4 3 0-15,4 8-84 0,0-1 12 16,9-5 72-16,-2-8-36 0,10-6 60 16,3-9 60-16,4-14 300 0,4-8-216 15,3-4-144-15,6-9-84 0,2 0 8 0,2-7-20 16,6-3 44-16,-3-3 28 0,8 0-24 16,-4-3-28-16,-1-10-108 0,2 1-172 15,-1-8-328-15,0 1-332 0,-9-4-328 16,2-2-432-16,-10 0-1136 0,-3 0-2161 15,0 6-1627-15,-4-10 4225 0</inkml:trace>
  <inkml:trace contextRef="#ctx0" brushRef="#br0" timeOffset="35149.781">16917 1588 4624 0,'0'0'1120'0,"0"0"3908"16,0 0-3319-16,0 0-177 16,0 0-4-16,0 0-72 0,0 0-304 0,0 0-312 15,91 8-228-15,-63-8-244 0,-4-2-208 0,4-4-160 16,-4-5-212-16,0-1-560 15,0 2-316-15,-8-1-524 0,0 4-1536 16,-9-3-2781-16</inkml:trace>
  <inkml:trace contextRef="#ctx0" brushRef="#br0" timeOffset="35309.822">17136 1600 3272 0,'0'0'1136'0,"0"0"4448"0,0 0-3943 0,0 0-309 15,-16 73 232-15,16-54-216 0,0 3-232 16,0-6-312-16,0 0-332 0,0 0-288 0,8-4-184 15,-4 2-64-15,4-6-36 0,0 3-136 16,4-2-356-16,-5-4-304 0,6 2-300 16,2-3-832-16,6-4-2433 0,-10-4-3423 15,13-8 7220-15</inkml:trace>
  <inkml:trace contextRef="#ctx0" brushRef="#br0" timeOffset="41108.298">17813 1216 468 0,'0'0'11909'15,"0"0"-9481"-15,0 0-752 0,0 0-220 16,-60 76-324-16,49-44-420 0,-1 9-112 0,-1 1-112 15,6 8-184-15,-5 1-72 16,3 3-40-16,6 0-96 0,-1 0 40 0,4-7 9 16,4-2 51-16,4-7 276 0,0-6-204 15,4-7-268-15,4-2 0 0,-1-8-76 16,2-2 28-16,2-7-120 0,1-3-184 16,8-3-269-16,4-6-303 0,4-10-592 0,0-3-1244 15,4-9-3353-15,-8 6-3827 16</inkml:trace>
  <inkml:trace contextRef="#ctx0" brushRef="#br0" timeOffset="41294.021">18136 1254 1212 0,'0'0'11165'0,"0"0"-8397"0,0 0-1060 0,0 0-84 15,0 0-320-15,100 41-292 16,-65-28-328-16,1-4-356 0,1-2-219 0,2-1-109 15,1-3-12-15,4-3-305 0,-4 0-327 16,-1-3-40-16,2-3-380 0,-6-1-888 16,-11 1-3528-16,0-7-4793 0</inkml:trace>
  <inkml:trace contextRef="#ctx0" brushRef="#br0" timeOffset="41444.077">18351 1419 144 0,'0'0'6980'0,"0"0"-1747"0,0 0-3549 15,-39 86 488-15,34-58-20 0,1 1-556 16,4 3-668-16,0-5-492 0,0 3-436 16,0-5-124-16,0-3-340 0,0-3-244 15,4-6-160-15,1-4-108 0,-1-2-676 16,-4-4-2440-16,4-3-2673 0</inkml:trace>
  <inkml:trace contextRef="#ctx0" brushRef="#br0" timeOffset="41588.422">18335 1596 1668 0,'0'0'5368'16,"0"0"-867"-16,0 0-2581 0,76-2-300 0,-44 2-20 0,0 0-420 16,-4 0-404-16,4 2-416 15,-4-2-360-15,0 4-76 0,-5-2-440 0,-7 3-352 16,0-3-388-16,-12 8-816 0,-4 6-2597 16,0-7-2663-16</inkml:trace>
  <inkml:trace contextRef="#ctx0" brushRef="#br0" timeOffset="41743.547">18299 1902 1760 0,'0'0'5308'0,"0"0"-103"0,0 0-3241 0,0 0-312 16,0 0-40-16,0 0-512 0,0 0-20 15,0 0-76-15,80 25-296 0,-40-25-272 0,-1 0-399 16,6-13-37-16,2-3-365 0,-2 1-183 16,6-8-72-16,-3-2-128 0,4-1-468 15,-12 5-2804-15,16-21-5465 0</inkml:trace>
  <inkml:trace contextRef="#ctx0" brushRef="#br0" timeOffset="41962.292">19272 1213 7232 0,'0'0'6721'16,"0"0"-5345"-16,0 0-304 0,0 0 544 0,-41 70 8 15,34-39-96-15,-9 7-239 0,0 10-481 0,-4 9-240 16,-4 6-96-16,-4 13-136 15,-11 11-152-15,-6 7-184 0,-7 5 0 0,-3 2-268 16,-1-5-140-16,4-11-232 0,9-11-64 16,11-14-56-16,8-19 139 15,12-16 157-15,12-14-24 0,0-11-688 0,12-6-960 16,8-11-376-16,-1-12-1905 0,9-2-1511 16</inkml:trace>
  <inkml:trace contextRef="#ctx0" brushRef="#br0" timeOffset="42096.741">19104 1796 4316 0,'0'0'7953'16,"0"0"-5357"-16,0 0-1248 0,0 0 96 0,84-15 172 16,-56 15-304-16,8-7-232 0,-1 4-375 15,6-6-377-15,-2-1-244 0,1-3-84 16,4 1-116-16,-4-7-404 0,-1 3-321 0,-3-3-171 16,1 3-568-16,-14 3-2324 0,-3-3-2521 15</inkml:trace>
  <inkml:trace contextRef="#ctx0" brushRef="#br0" timeOffset="42277.659">19336 1863 208 0,'0'0'10801'0,"-28"70"-9029"15,20-32-272-15,-5 4 560 0,2 8 48 16,-2-2-464-16,5-1-556 0,1-2-504 0,3-10-303 16,0-6-185-16,4-4-96 0,0-9-108 15,4 0-85-15,0-7-111 16,0-5-144-16,-1-2-336 0,1-2-352 0,5-6-968 15,-5-3-2288-15,4-7-2993 0,-5 3 2105 16</inkml:trace>
  <inkml:trace contextRef="#ctx0" brushRef="#br0" timeOffset="42404.406">19319 2057 3892 0,'0'0'248'0,"0"0"7825"0,0 0-5857 16,0 0-296-16,0 0-256 0,0 0-88 0,96-6-536 15,-65 6-348-15,10-3-300 0,2-4-187 16,2-6-205-16,6-6-197 0,1 1-559 15,-5-8-292-15,5-2-380 0,-12 5-2420 16,4-15-4781-16</inkml:trace>
  <inkml:trace contextRef="#ctx0" brushRef="#br0" timeOffset="42650.037">20101 1333 508 0,'0'0'11157'0,"0"0"-8489"0,0 0-548 0,43 67-344 16,-31-35-364-16,8 6-336 0,-4 6-200 0,0 4-351 16,-4 6-225-16,-4 6-140 15,-4 3-124-15,-4 5-36 0,-4-2-12 0,-9 0-208 16,-2-3-168-16,-1-5-97 16,-4-4-159-16,0-5 8 0,5-12 72 0,-6-5 124 15,10-10-4-15,-2-6-184 0,6-10-424 16,-1-6-644-16,4-3-904 0,-1-16-2881 15,5 3-903-15,5-19 5445 0</inkml:trace>
  <inkml:trace contextRef="#ctx0" brushRef="#br0" timeOffset="42814.772">20750 1744 12165 0,'0'0'5308'0,"0"0"-3628"0,0 0 300 0,0 0-295 15,96 12-413-15,-72-12-416 16,4 0-448-16,-1-4-408 0,4-4-144 0,2 1-340 16,-6-3-236-16,1 3-236 0,-7 1-329 15,-6 3-1195-15,-6 3-3672 0,-9 0-5177 0</inkml:trace>
  <inkml:trace contextRef="#ctx0" brushRef="#br0" timeOffset="42960.702">20651 2009 15365 0,'0'0'2240'0,"0"0"-1796"0,0 0 200 0,0 0 336 16,86 4 196-16,-49-4-204 15,-1-4-403-15,7-3-413 0,-3-1-156 0,0 2-148 0,0-1-396 16,-4 0-565-16,-5 2-259 16,-10 1-1640-16,3 2-5765 0</inkml:trace>
  <inkml:trace contextRef="#ctx0" brushRef="#br0" timeOffset="44232.079">22240 1108 3256 0,'0'0'1940'0,"0"0"3548"0,0 0-3819 16,16-67-201-16,-16 51-176 0,4 0-108 16,0 3-212-16,-4 5-80 0,0 1-176 0,0 7-248 15,0 0-100-15,0 0-16 16,0 2-228-16,-4 11-76 0,-4 10-48 15,0 9 88-15,-8 12 8 0,-4 7 36 0,0 5 76 16,-7 3-36-16,3-3-88 0,-4 1-84 16,0 1-60-16,3-11-24 0,6 1-100 0,3-10-48 15,4-7 60-15,3-8 28 0,6-7-176 16,-1-7-144-16,4-2-140 16,0-4 100-16,0-3 84 0,4 0 48 0,3-3 96 15,2-4 276-15,3-2 88 0,4 0 48 16,-4-4-48-16,-1 2-84 15,-2 9-4-15,-1 2 88 0,3 0 36 0,-2 13 232 16,6 9 28-16,-2 3-40 0,-2 10-72 16,1 0-28-16,-3 4-20 0,2 1 32 15,-3-1-12-15,0-4 0 0,4-1-96 0,-4-5-40 16,5-4-108-16,-6-2-120 16,5-8-224-16,-5-3-304 0,6-5-300 15,-5 0-376-15,3-4-2500 0,-2-3-4869 0</inkml:trace>
  <inkml:trace contextRef="#ctx0" brushRef="#br0" timeOffset="44786.773">22786 1486 5580 0,'0'0'2160'15,"0"0"3805"-15,0 0-3953 0,0 0-832 16,0 0-124-16,0 0-72 0,0 0-392 0,0 0-368 16,0 0-224-16,47-84-112 0,-23 59 28 15,-3 0 8-15,-2 0 4 16,-3 3 12-16,-4 3 60 0,0 3 40 0,-4 3 32 16,0 0 52-16,-4 7 12 0,1 0 48 15,-5 0-40-15,3 1 28 0,-3 5 12 0,0 0-40 16,0-2 4-16,0 2 0 15,0 0-16-15,0 0-48 0,0 0 4 0,4 7 44 16,0 5-48-16,0 4 52 0,4 9 120 16,0 10 349-16,-4 6-121 0,-4 4-120 15,0-1-96-15,0 7-40 0,-4-7-108 16,-4 1-112-16,4-8-8 0,0-1-12 16,0-8-96-16,4-2 36 0,0-4 12 15,0-6-148-15,-4 0-116 0,4-4-172 0,-4-1-233 16,1-5-183-16,-2-4-100 0,1 4-416 15,-8-1-1048-15,1-3-2020 0,-2 5-1569 16,-7-7 1365-16,8 3 4020 0,-12-1 680 16</inkml:trace>
  <inkml:trace contextRef="#ctx0" brushRef="#br0" timeOffset="44928.178">22762 1821 1772 0,'0'0'600'0,"0"0"3932"0,0 0 257 0,0 0-2809 16,0 0-512-16,0 0 68 0,0 0-108 15,0 0-224-15,0 0-64 0,0 0-176 0,48 30-43 16,-16-27-301-16,0-3-212 0,3 0-260 15,1 0-148-15,0-6 0 0,-1-1-376 16,2-2-412-16,3-4-293 0,-1 1-347 0,-11 1-2708 16,12-1-4869-16</inkml:trace>
  <inkml:trace contextRef="#ctx0" brushRef="#br0" timeOffset="45079.506">23519 1816 7976 0,'0'0'8509'0,"0"0"-6473"0,0 0-1140 16,0 0-248-16,-40 79 340 0,32-57-195 16,0-2-309-16,4-1-412 0,-4-4-72 15,4 2-388-15,0-5-365 0,4 1-271 16,-4 0-372-16,4-4-1516 0,-8 4-4249 16</inkml:trace>
  <inkml:trace contextRef="#ctx0" brushRef="#br0" timeOffset="45765.961">24547 1137 10576 0,'0'0'2389'0,"0"0"-473"0,0 0-16 0,0 0-364 15,0 0-304-15,0 0-292 0,0 0-196 16,-32 72-3-16,12-33-217 0,-8 8-136 16,-4 7-28-16,0 4 316 0,-4 5-144 0,1 0-220 15,3-2-116-15,4-4-124 16,0-6-60-16,12-9-8 0,4-12-4 16,4-10 44-16,8-7-44 0,0-4-144 0,12-6-112 15,8-3-20-15,8 0-48 16,4-10-64-16,3-5-84 0,-3-8 0 15,0 1 72-15,-4 3 100 0,-8 0 92 0,-8 6 87 16,-4 0 121-16,-3 7 84 0,-5 0 73 16,0-4 63-16,-5 4-16 0,-3-3-32 0,-4-1 44 15,-4 4 40-15,1-5-256 16,-6 6 0-16,1 2-156 0,-3 3-64 16,-1 0-24-16,0 8 100 0,8 6 24 0,-4-1-16 15,8-1-20-15,4 1-125 0,0-3-399 16,4 2-580-16,4-2-908 0,0-1-984 15,0 1-2937-15,16-7-1743 0</inkml:trace>
  <inkml:trace contextRef="#ctx0" brushRef="#br0" timeOffset="45927.489">24833 1744 5108 0,'0'0'8977'0,"0"0"-7201"16,0 0-148-16,-31 65 160 0,11-42-220 0,0-4-572 15,5 0-499-15,-2-4-369 0,1-2-128 0,4 0-136 16,1-3-373-16,2-4-575 16,5 0-296-16,0-2-720 0,4-2-2196 15,0 3-2401-15</inkml:trace>
  <inkml:trace contextRef="#ctx0" brushRef="#br0" timeOffset="46503.525">25794 1244 2508 0,'0'0'2008'0,"0"0"3376"0,0 0-3027 15,0 0-381-15,0 0-48 0,0 0-740 0,-80 10-188 16,48 12-248-16,-7 10-112 16,-2 6-80-16,2 6-60 0,-1 4 0 0,-4 6 217 15,8 0-133-15,4-4-124 0,0-2-108 16,12-7-100-16,5-9-84 0,11-5-8 16,4-9-76-16,0-6-84 0,11-5-12 15,6 0-100-15,6-4 16 0,1-3 48 16,4 0-48-16,4-10-96 0,-4-2-136 15,0-1-12-15,0-4-32 0,-8 5-16 0,-1-1-53 16,-6 1 65-16,-9 2 12 0,-4 1 36 16,0 2 168-16,-4 1-40 15,-12-1 200-15,-5 1 12 0,-6 3 76 0,-1 0-40 16,-3 3 84-16,-1 0 52 0,4 0 24 16,4 3-28-16,3 0-32 0,6 0-108 15,2-3-40-15,2 0-180 0,7 0-396 0,0 0-364 16,4-6-944-16,0-7-2732 0,8-9-2609 15</inkml:trace>
  <inkml:trace contextRef="#ctx0" brushRef="#br0" timeOffset="46782.87">25982 1117 7656 0,'0'0'4341'0,"0"0"-2193"15,0 0-1216-15,0 0 268 16,0 0 428-16,0 0-528 0,0 0-548 0,0 0-380 15,79-9-100-15,-72 18 112 0,-2 4-112 16,-1 6-64-16,-4 6 0 0,0 1 4 16,-9 6-8-16,-6-3-4 0,3 2-4 15,-8-3 4-15,9-2 88 0,-2-3 96 16,5-8-88-16,4-3-24 0,4-1-68 0,0-2 120 16,8-4 84-16,9 2 108 0,2-3 84 15,1-1-216-15,4-3-184 16,-1 0-72-16,1 0-180 0,1-3-128 0,-1-1-104 15,-5 2-92-15,1-5-124 0,4 4-516 16,-8-4-1472-16,0 5-3569 0,-4-5-1899 16</inkml:trace>
  <inkml:trace contextRef="#ctx0" brushRef="#br0" timeOffset="46996.629">26304 1689 4680 0,'0'0'10161'16,"0"0"-8625"-16,0 0-888 0,0 0 628 16,-4 73 128-16,-4-51-124 0,0 1-343 0,-4 2-561 15,0-3-256-15,0 0-112 16,0 0-8-16,5-3-92 0,-6-3-136 0,1 0-149 16,0-2-219-16,8-6-184 0,-4 2-76 15,8-7-364-15,0 1-1260 0,0-4-2925 16,0 0-2831-16,8-7 8068 0</inkml:trace>
  <inkml:trace contextRef="#ctx0" brushRef="#br0" timeOffset="47213.618">26846 1581 12477 0,'0'0'5860'0,"0"0"-5488"0,0 0-272 16,0 0 72-16,0 0 232 0,0 0 60 15,0 0-464-15,0 0 0 0,0 0-600 0,0 0-176 16,96-35-360-16,-65 22-1324 0,-6 4-4553 16,3-4-799-16</inkml:trace>
  <inkml:trace contextRef="#ctx0" brushRef="#br0" timeOffset="47348.245">27316 1520 2936 0,'0'0'8049'0,"0"0"-4917"0,0 0-412 15,0 0-308-15,0 0-796 0,95-3-764 0,-70 0-539 16,-6-3-313-16,9 3-717 16,-4-4-451-16,4 1-428 0,4 0-2312 0,-8-1-2689 15</inkml:trace>
  <inkml:trace contextRef="#ctx0" brushRef="#br0" timeOffset="47461.704">27933 1476 1264 0,'0'0'13181'15,"0"0"-11137"-15,0 0-1520 0,0 0 24 0,0 0 32 16,0 0-260-16,0 0-320 0,0 0-816 16,0 0-796-16,76 13-1448 0,-60-16-5809 0</inkml:trace>
  <inkml:trace contextRef="#ctx0" brushRef="#br0" timeOffset="47877.627">28563 1977 4832 0,'0'0'1656'0,"0"0"3705"16,0 0-4245-16,-36 74-48 0,24-52 524 0,1 0-200 16,-6-3-352-16,6-3-592 15,-2 0-448-15,9-6-88 0,-3-3-420 0,7-5-496 16,0 2-792-16,0-4-3761 0,3 0-3275 15,9-6 8144-15</inkml:trace>
  <inkml:trace contextRef="#ctx0" brushRef="#br0" timeOffset="48314.821">29687 1202 11573 0,'0'0'3008'0,"0"0"-956"0,0 0-264 0,0 0-312 15,0 0-380-15,0 0-364 0,-80 55-343 16,48-23-197-16,-8 6 28 0,1 4 44 16,-6 2 28-16,2 4 96 0,3-1-184 15,0 0-96-15,4 0-48 0,4-5-56 0,8-3 44 16,9-8 12-16,2-6 100 15,9-2-28-15,4-8-48 0,4-1-84 16,5-5-8-16,6 0-112 0,5-2-24 0,8-2-4 16,4-5 64-16,0 0-48 0,8 0-96 15,-1-5-16-15,6-2-8 0,-10-2-4 16,1-3 40-16,-4 1 44 0,-8 3 52 0,-9 1 112 16,-6 1 4-16,-1-1-4 15,-8 2 8-15,0-6 4 0,-12 5 56 16,4-4-60-16,-8 1-48 0,4-4-60 0,-8 1-88 15,4 2-1-15,-3-3-19 0,-2 4-52 16,-3-1-84-16,5 4-224 0,-5-1-440 16,4 5-1044-16,-1-3-2480 0,6 3-3269 15,-13 2 4537-15</inkml:trace>
  <inkml:trace contextRef="#ctx0" brushRef="#br0" timeOffset="49943.757">29850 739 1384 0,'0'0'64'15,"0"0"8300"-15,0 0-6507 0,0 0-537 0,0 0-124 16,0 0 116-16,0 0-228 0,0 0-300 15,0 0-188-15,0 0 56 0,0 0 100 16,72 26-104-16,-56-3-148 0,-9-2-244 0,6 2-36 16,-9 2-60-16,0-3-64 0,-4 0-36 15,3-3-20-15,-3-2-40 0,0-5-8 16,0 1-40-16,4-6 36 0,-4-2-72 16,0 2 12-16,0-7-4 0,0 2-128 15,0-2-80-15,0 0-68 0,0 0-40 16,0 0 24-16,0 0 100 0,0 0 56 15,0-2 56-15,0 2 44 0,0-4-24 0,4-2 36 16,1-3 52-16,3-4 4 16,-1-3 40-16,5-3 0 0,0-3 4 0,0 6 108 15,-4 0-44-15,0 4-16 0,0 6 64 16,0 2 96-16,-4 4-12 16,1 0-96-16,-2 0-4 0,1 6 64 0,4 1 100 15,0 2 20-15,0 4-72 0,-4 3-72 16,4-4 20-16,-4 1-68 15,0 0-84-15,0-3-4 0,-4-1-148 0,0 0-208 0,0 1-120 16,0-4-52-16,0 0-184 0,0 0-132 16,0 1-452-16,0-3-800 15,-4-2-960-15,0 2-2345 0,0-4 73 0,4 0 5040 16,-4 0 233-16</inkml:trace>
  <inkml:trace contextRef="#ctx0" brushRef="#br0" timeOffset="50121.615">30312 895 732 0,'0'0'952'0,"0"0"3900"0,0 0-812 16,0 0-2075-16,0 0-41 0,0 0-32 15,0 0-364-15,0 0-528 0,0 0-436 16,84 13-304-16,-64-13-212 0,-1 0-48 16,2-3-268-16,3-4-372 0,-1 1-436 0,-3-3-648 15,4-1-2316-15,-8 4-3569 16,0-4 4793-16</inkml:trace>
  <inkml:trace contextRef="#ctx0" brushRef="#br0" timeOffset="50328.468">30707 663 1512 0,'0'0'7372'0,"0"0"-4891"0,0 0-713 0,0 0-156 15,0 0-228-15,0 0-256 16,0 0-260-16,0 0-16 0,7 79-116 0,-7-56-164 15,4 2-192-15,-4-2-196 0,0-4-176 16,5 0-8-16,-5 0-8 0,0 0-200 16,0 3-148-16,0-3-180 0,0 3-252 15,0 0-272-15,-5 4-508 0,1-5-1260 0,0 2-3057 16,4-4-1063-16,4 1 6584 0</inkml:trace>
  <inkml:trace contextRef="#ctx0" brushRef="#br0" timeOffset="51242.555">31201 698 156 0,'0'0'5416'16,"0"0"-616"-16,0 0-2499 0,0 0-633 0,0 0-280 15,0 0-72-15,0 0-312 0,0 0-508 16,0 0-312-16,0 0-36 0,0 0 12 16,56-38-76-16,-36 26-32 0,-1-1-52 15,-3-1 4-15,0 9 0 0,-7-2 80 0,-2 4 16 16,-3 3 24-16,0 0 32 15,0 0 4-15,-4 0 12 0,0 3 36 0,0 1 60 16,4 4-36-16,-4 6-60 0,0 2-4 16,0 6-44-16,-8 6-16 0,0 7 0 15,-8 3-56-15,0 4-44 0,-4-1 4 16,0 3-12-16,-3 1 0 0,3-8-64 16,-1 1-32-16,6-5 24 0,2-8 0 15,6-2 64-15,3-8 4 0,4-2 0 16,0-4-48-16,0-2-32 0,0-4-112 0,0 0-48 15,4-3-12-15,-1 3 100 0,1-3 96 16,5 0 60-16,-1 0 8 0,-1 0-8 16,1-3 0-16,1 3-8 0,-1-3-88 15,-1 3-88-15,2 0-36 0,-1 3-76 16,-1 7-48-16,10 9-84 0,-6 2 92 0,1 12 336 16,0 5 96-16,0 3 76 0,-4 3 52 15,0 0 228-15,-4 2 100 16,4-5 36-16,-4-3 0 0,-4 0 8 0,4-7 337 15,-4-1-385-15,4-5-284 0,-4-3-120 16,0 0-84-16,0-3-8 0,0 0-52 16,0-3-64-16,4 0-20 0,-4-4-48 15,0-1-48-15,0-3-64 0,0 3-72 16,0-5-8-16,-4 0-29 0,-4 3 61 0,-4-2 12 16,-4 2-100-16,-3-2-132 0,-2 2-124 15,1-2-408-15,1-1-840 16,-5 1-2088-16,3-4-3197 0,-7-1 3949 0</inkml:trace>
  <inkml:trace contextRef="#ctx0" brushRef="#br0" timeOffset="56177.49">10008 3632 5792 0,'0'0'6613'0,"0"0"-5057"16,0 0-392-16,0 0-16 0,0 0 344 0,0 0-296 15,0 0-248-15,0 0-376 0,0-38-192 16,0 54-28-16,-4 9-12 0,4 13 149 0,-7 10 19 16,2 6-132-16,-3 9-40 0,-4 4-20 15,5 6-52-15,-6 6-44 0,-2 1-28 16,-6 6-148-16,1 2-44 0,-3 4-120 16,-1-3 48-16,-4-3 64 0,8-4-76 15,0-6 8-15,4-15-32 0,8-10-12 16,4-15 12-16,4-17 0 0,0-11-76 15,0-8-252-15,12-2-48 0,0-15 12 0,8-11-137 16,4-10-243-16,0-7-728 16,-1-8-1204-16,-6-8-1720 0,3 1-1533 15</inkml:trace>
  <inkml:trace contextRef="#ctx0" brushRef="#br0" timeOffset="56484.092">10020 3832 1552 0,'0'0'588'0,"0"0"6272"0,0 0-4123 15,0 0-805-15,0 0-540 16,0 0-104-16,0 0-192 0,0 0-328 0,0 0-400 0,0 0-184 16,12-19-184-16,0 38 12 0,0 13 332 0,8 9 12 15,0 13 88-15,-1 10-140 16,1 8-96-16,-3 1-100 0,-6 7-80 16,1-4-20-16,-3-4-16 0,-2-8-48 0,5-3 8 15,-3-14 48-15,-2-8 100 16,1-8 92-16,4-5-20 0,-4-11 24 15,0-2 44-15,0-3 236 0,4-7-135 0,0-3-149 16,0 0 4-16,4-7 44 0,4-7-8 16,-4-10-40-16,8-7-36 15,-4-7-148-15,3-13-8 0,-6-3-108 0,2-13-156 16,-7-3-112-16,0-6-216 0,-8-3-129 16,5-3-119-16,-9-4-188 15,7 2-672-15,5 6-904 0,0 10-1412 0,0 21-245 0,12 0-1483 16</inkml:trace>
  <inkml:trace contextRef="#ctx0" brushRef="#br0" timeOffset="57492.029">10637 4629 11081 0,'0'0'2092'16,"0"0"-696"-16,0 0-224 0,0 0-204 0,0 0-48 16,0 0 120-16,0 0-192 0,104 50-224 0,-64-33-224 15,-4-8-180-15,-1 0-60 0,-3-6-88 16,0 1-68-16,-8-4-4 0,0 0-156 16,-7-4-272-16,-2-2-196 0,-3 0-212 0,0-3-484 15,-8-1-1220-15,-4 1-3169 0,0-1-2779 16,-4-3 7692-16</inkml:trace>
  <inkml:trace contextRef="#ctx0" brushRef="#br0" timeOffset="57927.074">10852 4603 1464 0,'0'0'8'0,"0"0"5064"0,0 0-972 0,0 0-2223 16,0 0-321-16,-71 70-104 16,63-47-148-16,1 5-196 0,-2 1-272 0,1 2-356 15,-3 5-480-15,-2-2-60 16,1-2-480-16,0 3-464 0,0-7-228 15,5-2-568-15,3-4-696 0,0-9-253 0,4 0 13 16,0-7 664-16,0-3 976 0,0-3 656 16,0 0 440-16,0 0 372 0,0-3 932 15,4 0 348-15,0-3 24 0,3-4-496 0,1 1 100 16,12-7-107-16,1-1-109 16,7 2 32-16,3-4-168 0,5-1-288 15,0 2-100-15,-1 1-172 0,-3 2-104 0,-4 5-252 16,-7 1-12-16,-2 6-152 0,-10-1-264 15,-2 4-112-15,-3 0-128 0,-4 0 52 0,0 10-72 16,-4 3-128-16,-8 3 100 16,0 3-40-16,-8 2-225 0,1 5 297 0,-2-1 232 15,-3 1 184-15,5 0 256 0,-5-4 204 16,7 0 536-16,2-7 601 0,2 2 71 16,10-8-48-16,-1 0-124 0,4-2-244 15,0 0-224-15,12-4-28 0,0 2-12 16,8 2 28-16,3-3-196 15,1-1-208-15,0-3-236 0,1-7-120 0,3-5-252 16,-5-5-188-16,5-1-272 0,0-5-436 16,-4-5-800-16,-4 3-2732 0,3-14-4065 15</inkml:trace>
  <inkml:trace contextRef="#ctx0" brushRef="#br0" timeOffset="58149.637">11343 4610 8764 0,'0'0'4673'0,"0"0"-3393"16,0 0-436-16,-48 76 64 0,28-45 396 0,5 5-20 16,2 2-192-16,-2 6-348 0,-2 0-256 15,2 8-148-15,-9 5-111 16,-1 3-157-16,-6 3-72 0,-1 4-84 0,0 0-61 16,0-3-171-16,-4-5-72 0,8-4-64 0,4-11-12 15,0-6 24-15,9-7-76 0,2-6-112 16,9-11-248-16,0-8-608 0,4-6-928 15,8-6-1781-15,5-13-2179 16,-2 3 4116-16,10-15 1472 0</inkml:trace>
  <inkml:trace contextRef="#ctx0" brushRef="#br0" timeOffset="58286.295">11168 5203 6960 0,'0'0'5085'0,"0"0"-2865"16,0 0-692-16,83-53-464 0,-55 34 240 15,4 2-256-15,0 1-180 0,-1 2-208 0,-3-3-232 16,4 1-224-16,-4-3-204 0,0 3-52 15,0 1-460-15,-4-1-352 16,0 3-132-16,-4 0-796 0,-4 3-1392 0,-12 8-3245 0,0 2-1110 16</inkml:trace>
  <inkml:trace contextRef="#ctx0" brushRef="#br0" timeOffset="58462.288">11447 5079 5004 0,'0'0'4440'0,"0"0"-1195"0,0 0-1929 0,-28 71-572 0,28-40 652 16,0 1 268-16,0 3-136 0,0 1-332 15,0-3-328-15,0 6-275 16,0-1-105-16,0-3-164 0,0-3-288 0,0-7-36 16,-4-6-132-16,4-7-160 0,-4-8-228 15,4-1-281-15,0-3-323 0,-5 0-484 16,5 0-1200-16,-4 0-2133 0,4-7-1831 0,-4 1 4124 16,1-7 1453-16</inkml:trace>
  <inkml:trace contextRef="#ctx0" brushRef="#br0" timeOffset="58578.502">11402 5397 1160 0,'0'0'1148'0,"0"0"7541"15,0 0-6101-15,0 0-844 0,0 0 28 16,0 0-324-16,96-61-172 0,-68 53-224 16,0 1-324-16,0-5-351 0,8-1-377 0,-1-6 0 15,6-1-521-15,2-5-319 0,2 0-408 16,-2-4-888-16,-11 7-3268 0,11-17-4549 16</inkml:trace>
  <inkml:trace contextRef="#ctx0" brushRef="#br0" timeOffset="58885.192">12036 3892 2600 0,'0'0'1380'0,"0"0"4764"15,0 0-3919-15,0 0-161 0,0 0-324 16,0 0-452-16,0 0-300 0,0 0-176 16,-84 25-176-16,73 14-12 0,2 6 156 0,1 2-87 15,1 3-85-15,3 1 92 0,0 3-228 16,0-3-304-16,-1 0-168 0,5-3-80 16,0 0-52-16,0-11-72 0,5-2-328 15,3-10-124-15,7-6-37 0,5-5-35 0,8-9-236 16,0-5-784-16,8 0-1172 15,0-8-2589-15,-8 1-2899 0,20-16 7652 0</inkml:trace>
  <inkml:trace contextRef="#ctx0" brushRef="#br0" timeOffset="59227.321">12538 4159 7384 0,'0'0'4273'0,"0"0"-2229"0,0 0-412 15,0 0-424-15,0 0 212 0,0 0-52 16,-96 51-280-16,72-13-260 0,0 6-87 0,1 4-61 15,3 3-112-15,8-7-216 0,0-2-268 16,8-8-84-16,4-9-8 0,0-5-64 16,8-10-36-16,4-4-244 0,4-6-108 0,4 0 36 15,0-13-37-15,7-4-39 16,-3-4-144-16,0-8-188 0,0 1-136 16,-4-1 28-16,4-3 24 0,-8 4 100 0,0 2 176 15,-4 1 640-15,0-1 76 16,-8 7 324-16,0 4 340 0,-4 2 8 15,0 7-16-15,0 3-68 0,0 3-124 0,0 0-72 16,0 3-56-16,0 9 52 16,0 4 120-16,0 6 353 0,0 7-197 15,0 3-136-15,0-6-24 0,3 2-352 0,-3-6-228 16,9-6-216-16,-5-4-304 0,4-5-60 16,3-4-112-16,2-3-133 0,-2 0-283 0,2-3-1260 15,2-16-4112-15</inkml:trace>
  <inkml:trace contextRef="#ctx0" brushRef="#br0" timeOffset="59467.533">13040 4045 8200 0,'0'0'6593'0,"0"0"-4481"16,0 0-920-16,0 0 212 0,0 0-148 0,40 89 61 15,-28-57-265-15,4 3-388 0,-4 2-408 16,4 2-216-16,-4 5-40 0,-4 3-60 15,-8 1 8-15,0 0-44 0,-8-1-48 0,-9 1-120 16,2-4-148-16,-9-2-36 16,0-8 12-16,1 1-89 0,-5-2-31 15,0-8-8-15,0-3-56 0,-4-3-560 0,4-3-352 16,0-3-300-16,0-7-680 0,0-3-1849 16,4-3-2687-16,-12 0 6800 0</inkml:trace>
  <inkml:trace contextRef="#ctx0" brushRef="#br0" timeOffset="60067.177">13558 4371 6808 0,'0'0'5537'0,"0"0"-3421"0,0 0-568 15,0 0-172-15,84-10 120 0,-56 5-232 16,0-2-204-16,-4 4-247 0,3-3-253 0,-3 2-272 16,-4-1-288-16,4-2 0 0,-4 0-252 15,0-1-549-15,0-3-307 0,-4 5-300 16,-5 0-2408-16,-2-1-3529 0</inkml:trace>
  <inkml:trace contextRef="#ctx0" brushRef="#br0" timeOffset="60229.484">13713 4460 5592 0,'0'0'7421'0,"0"0"-5969"0,0 0-684 0,0 0-24 0,0 0 148 15,0 0-148-15,0 0-40 16,0 0-100-16,0 0-260 0,104 17-344 0,-72-17-36 16,4 0-776-16,4 0-912 0,4-7-3084 15,-17 7-6393-15,17-3 10518 0</inkml:trace>
  <inkml:trace contextRef="#ctx0" brushRef="#br0" timeOffset="61926.285">15247 4223 4728 0,'0'0'5744'16,"0"0"-4211"-16,0 0-613 0,0 0-396 15,0 0 188-15,0 0 524 0,0 0-92 0,0 0-60 16,0 0-292-16,0 0-312 0,-71-55-136 16,62 55-48-16,-2 3-76 15,-5 8-48-15,0 1-88 0,0 10-80 0,-4 10 0 16,9 4 0-16,-6 1 44 0,6 3-40 0,2 2 0 16,1-7 4-16,4-3 0 15,4-6 0-15,0-11 60 0,0-5-72 16,0-3-4-16,4-4-108 0,0-3-20 0,5 0 20 15,-2 0-72-15,5-7-36 0,4-6 112 16,0-6-92-16,4 0-132 0,-4-3-84 16,0-3 80-16,-1 0 88 0,-2 2 112 15,-1 4 128-15,-5 2 8 0,-2 6 56 16,-1 1 116-16,-4 3 12 0,0 7-48 16,0 0-60-16,0 0 268 0,4 10-208 0,-4 2-72 15,4 8 168-15,-4 6 52 16,4 2-112-16,-4-3 36 0,3-3-64 0,5 0-144 15,1-9-80-15,2 0-116 0,1-9-184 16,4-4-28-16,5-4-232 0,-2-5-388 16,5-10-388-16,-4 6-2456 0,3-19-3589 0</inkml:trace>
  <inkml:trace contextRef="#ctx0" brushRef="#br0" timeOffset="64326.946">15602 4384 4028 0,'0'0'1396'15,"0"0"4921"-15,0 0-4577 16,0 0-824-16,0 0 144 15,0 0 196-15,0 0-200 0,0 0-264 0,0 0-324 16,0 0-248-16,0 0-220 0,-4 4-64 0,8-4-120 16,4 0 36-16,0 0-148 0,3-4-272 0,2-2-288 15,2-1-460-15,6-3-820 0,-5-2-2593 16,0 3-2963-16,8-3 7184 0</inkml:trace>
  <inkml:trace contextRef="#ctx0" brushRef="#br0" timeOffset="64762.105">16347 4223 6048 0,'0'0'6669'0,"0"0"-5409"16,0 0-624-16,0 0-360 0,0 0 180 16,0 0 332-16,0 0 28 0,0 0-192 15,0 0-264-15,0 0-56 0,-87-35-304 0,70 57 0 16,-2 6 48-16,-1 11 100 0,-1 5 160 15,-2 1 416-15,7-1-112 0,-4-3-280 16,8-6-160-16,4-7-40 0,4-8-20 16,4-7-16-16,0-4-96 0,0-6 0 15,8-3-232-15,8 0-172 0,0-6-120 16,8-11-4-16,0-2-124 0,-1-2-224 0,1-5-108 16,1 1 4-16,-1 3 36 0,-9 2 184 15,5 1 352-15,-8 1 408 0,-3 5 64 16,-2 2 280-16,-3 9 276 0,-4-2 152 15,0 4-72-15,0 0-144 0,0 4 16 16,0 5-148-16,0 3-80 0,0 9 140 16,0 0 80-16,0 8-48 0,0-1 144 15,0-2 144-15,0-1-352 0,0-5-244 16,4-4-100-16,8-4-100 0,-4-5-8 0,8-1-120 16,0-6-100-16,0 0-48 0,8-4-196 15,-4-5-132-15,3-3-152 16,5-4-472-16,0-4-1136 0,-4 1-2785 0,-4 6-3107 0</inkml:trace>
  <inkml:trace contextRef="#ctx0" brushRef="#br0" timeOffset="65078.717">16622 3479 7688 0,'0'0'3953'0,"0"0"-1605"16,0 0-856-16,0 0-484 0,0 0 556 0,0 0-108 15,16 89-260-15,-12-54-284 0,-1 7-159 16,-3-1-193-16,5 0-140 0,-5 0-116 15,0-2-124-15,0-1-72 0,-5 1-108 16,2-6-4-16,-1-8-80 0,0-2 0 16,4-6-60-16,-4-8-172 0,4-4-372 15,0-5-249-15,0 0-107 0,0 0-316 16,4-2-1076-16,0-8-2008 0,0-6-1441 0,-4 7-587 0,3-13 6429 16</inkml:trace>
  <inkml:trace contextRef="#ctx0" brushRef="#br0" timeOffset="65293.655">16673 3641 732 0,'0'0'5428'0,"0"0"-1100"16,0 0-2759-16,0 0-73 0,0 0-140 16,0 0-172-16,0 0-220 0,0 0-280 0,0 0-252 15,0 0-72-15,69-57 32 0,-54 64 124 16,2 2-112-16,-2 1-132 0,-2 3-116 16,-6 2-56-16,1-2-92 15,-4 3 0-15,0-1-8 0,-4 5-4 0,-4-5-72 0,-4 5-8 16,-3-5 0-16,-2 1-52 0,-6-2-144 15,-1-2-260-15,-1 1-284 0,2-7-356 16,3 4-348-16,-5-7-824 0,2 0-1929 16,7-3-1535-16,-4 0 4292 0,0-3-155 15</inkml:trace>
  <inkml:trace contextRef="#ctx0" brushRef="#br0" timeOffset="66163.626">17296 4368 10088 0,'0'0'1677'0,"0"0"-553"0,0 0-64 15,0 0 420-15,0 0-64 0,0 0-124 0,0 0-404 16,0 0-348-16,0 0-148 0,0 0-52 0,-5 0-96 16,5 3-244-16,0-3-72 15,0 0-184-15,5 0-88 0,3 0-268 0,3 0-248 16,5 0-304-16,4 0-768 15,4 0-2380-15,-8-3-2837 0,7-4 5037 16</inkml:trace>
  <inkml:trace contextRef="#ctx0" brushRef="#br0" timeOffset="66564.049">17941 4210 7324 0,'0'0'4285'0,"0"0"-3105"0,0 0-644 0,0 0 60 16,0 0 644-16,0 0 8 0,0 0-324 16,-80 32-328-16,64-10-216 0,0 6-96 15,0 8 48-15,1 2 136 0,3-1-16 16,3 2-120-16,2-11-124 0,-1-2-88 0,8-8-72 16,0-8 20-16,0-3-68 15,4-7-244-15,7 0-148 0,2 0-36 16,2-10 72-16,2-6-52 0,2 0-144 0,1-6-156 15,0 0-112-15,4 0-96 0,-4-5 84 16,-4 6 252-16,4-1 364 16,-8 3 216-16,0-1 52 0,-1 4 172 0,-7 4 208 15,5 3 212-15,-9 2-68 0,4 7-72 16,-4 0-56-16,0 7 100 0,0 2-92 0,0 7-72 16,0 10 84-16,4 2 24 0,-4 7 36 15,3 0 92-15,1-4 88 0,5 4-232 16,-5-6-199-16,4-1-165 0,-5-5-112 15,9-7 0-15,-3-1-100 0,2-5-81 16,1-7-99-16,4 0-120 0,4-3-148 16,0-3-28-16,0-6-108 0,4-7-300 0,-1 0-1116 15,-2-6-2932-15,-5 5-3409 0,-1-8 5661 16</inkml:trace>
  <inkml:trace contextRef="#ctx0" brushRef="#br0" timeOffset="67012.712">18455 3603 9900 0,'0'0'1625'0,"0"0"-753"16,0 0-104-16,0 0 564 16,0 0 68-16,0 0-224 0,0 0-492 0,0 0-460 15,0 0-176-15,0 0-36 0,0 0-12 16,0 0-136-16,0 0-24 0,0 0 24 16,0 0 28-16,0 0 108 0,0 0 88 15,0 0 36-15,0 0 0 0,0 0 136 16,0 4 108-16,0-1-36 0,0 6 0 0,0 7 112 15,0 6-76-15,0 3-124 0,0 10 12 16,0 0 12-16,0-3 24 16,0 7 12-16,-4-8-36 0,0 4-96 0,0 0-100 15,-4 0-68-15,0 0-4 16,-4-3-108-16,0-1-88 0,0 1-132 16,-4-4-88-16,4-3-84 0,0-1-84 0,0-6-116 0,0-6-152 15,8-5-276-15,4-7-228 16,0-2-652-16,0-11-2509 0,8 0-3003 15,5-16 7092-15</inkml:trace>
  <inkml:trace contextRef="#ctx0" brushRef="#br0" timeOffset="67261.787">18495 3575 7128 0,'0'0'2324'0,"0"0"-79"0,0 0-1221 0,0 0-528 16,0 0 408-16,0 0 284 0,0 0-192 15,79-35-384-15,-62 35-240 0,-2 6-24 16,1 4-12-16,-4 2-76 0,-4 4-136 16,0 0-28-16,-8 3-32 0,0 3 8 15,0 1-72-15,-8-1-40 0,-4 4-108 16,-8-1-188-16,1 1-156 0,-2-7-44 16,1 0 0-16,5-7-196 0,-6-2-224 0,6-4-288 15,2-3-584-15,2-3-1077 0,3-3-3015 16,-1-7 4656-16,6-8-368 0</inkml:trace>
  <inkml:trace contextRef="#ctx0" brushRef="#br0" timeOffset="67525.719">18722 3363 432 0,'0'0'10300'15,"0"0"-8219"-15,0 0-793 0,0 0 188 0,0 0-108 16,0 0-484-16,84-23-440 0,-73 23-248 15,-3 4-96-15,1 1 0 16,-9 2-28-16,4 6-72 0,-4 0 8 0,0 1 36 16,-4 9-44-16,-5-1-8 0,-2 4-52 15,3-1 0-15,-5-3 48 0,9-2 12 16,1-2 40-16,-1-2 144 0,4-2 48 0,0-2-48 16,4-3-48-16,3 1 0 15,6-4-40-15,-2 1-92 0,6-1-4 16,2-3-96-16,1 0-320 0,4-3-264 0,3 3-124 15,6-3-228-15,3 4-600 0,-13-1-2873 16,14 3-4307-16</inkml:trace>
  <inkml:trace contextRef="#ctx0" brushRef="#br0" timeOffset="67815.318">19280 4384 10604 0,'0'0'6549'15,"0"0"-5361"-15,0 0-1188 0,0 0-492 16,0 0-116-16,0 0 348 0,0 0 244 16,0 0-520-16,0 0-1796 0,0 0-6449 0,75-42 3466 15</inkml:trace>
  <inkml:trace contextRef="#ctx0" brushRef="#br0" timeOffset="67961.987">19714 4342 1436 0,'0'0'10797'0,"0"0"-9937"0,0 0-860 0,0 0-168 16,0 0 0-16,0 0-752 0,84-31-497 15,-69 29-795-15,2-2-936 0,3 4-868 16,-5-3 3844-16,6-1-400 0,-6 1 273 16</inkml:trace>
  <inkml:trace contextRef="#ctx0" brushRef="#br0" timeOffset="68070.526">20005 4284 64 0,'0'0'1476'0,"0"0"-1100"16,0 0-376-16,0 0-312 0,0 0-132 0,0 0 444 15,0 0 992-15,79 2-524 0,-71 4-192 16,5-6 3724-16,-6 3-1020 16,5-3-1403-16,0 0-589 0,0-6-248 0,1 1-740 0,2-6-436 15,-7-2-908-15,0 4-1217 16,4-4-4651-16</inkml:trace>
  <inkml:trace contextRef="#ctx0" brushRef="#br0" timeOffset="69026.048">21849 4336 2600 0,'0'0'2204'0,"0"0"3116"15,0 0-3775 1,0 0 55-16,0 0-204 0,0 0 4 0,28-69-236 15,-28 56-24-15,0 4-180 0,0-1-276 0,-4 4-148 16,-4 0-84-16,1-1 96 16,-6 7-35-16,2-3-213 0,-1 3-164 0,-4 6-40 15,0 7 24-15,-4 9 0 0,0 8 4 0,-5 7-4 16,6 3 48-16,-1 9 52 16,5-5 504-16,2-2-352 0,5-10-252 15,1-7-120-15,7-6-60 0,0-9 0 0,0-4-24 16,7-3-48-16,10-3-36 0,-2 0-88 15,9-7-56-15,4-5-4 16,0-7-92-16,-9 0 20 0,6-1 60 0,-5-2 24 16,-5 7 107-16,-2-2 65 0,-2 5 60 15,-3 2 72-15,1 4 0 0,-9 3 0 16,4 0 4-16,0 3 92 0,-1 3 24 16,1 3 89-16,0 4 107 0,4 2-88 15,4 8 16-15,0-1-24 0,1-1-40 16,6 2-12-16,1-5-96 0,8 2-72 0,4-11-84 15,0-3-216-15,7-3-356 0,6-9-293 16,2-8-587-16,-15 2-2972 0,16-8-5285 0</inkml:trace>
  <inkml:trace contextRef="#ctx0" brushRef="#br0" timeOffset="69467.137">22419 3200 11249 0,'0'0'2164'0,"0"0"-1184"0,0 0 40 16,0 0 688-16,0 0-224 0,21 89-304 15,-18-51-324-15,1 10-176 0,0 3 77 0,-4 2-21 16,0 5-216-16,0-4-168 0,-4 6-112 15,-8-6-80-15,4 4-120 0,-4-8-40 16,0-9-108-16,4-3-76 0,4-13-32 16,0-5-64-16,1-8-92 0,3-2-200 0,0-6-169 15,0-4-195-15,0 0-248 16,0-4-680-16,0-6-992 0,7-2-1365 16,-3-8-1003-16,0 5 100 0,5-17 4881 0</inkml:trace>
  <inkml:trace contextRef="#ctx0" brushRef="#br0" timeOffset="69692.424">22475 3467 1304 0,'0'0'716'0,"0"0"7616"0,0 0-6443 0,0 0-217 16,0 0-228-16,0 0-264 0,0 0-196 15,0 0-316-15,0 0-224 0,0 0 0 16,0 0 120-16,83-35-136 0,-74 44-156 16,-1 4-56-16,-1 3-68 15,-3 0-40-15,-4 0-32 0,-4-1-16 0,-3 5-60 16,-10 2-4-16,-2-4-80 0,-5 5-224 15,0-4-228-15,-4 0-40 0,8-6-36 0,0 0-180 16,5-7-136-16,2 1-340 16,2-7-868-16,7 0-1833 0,4-7-2239 15,0 1 4200-15,0-10 489 0</inkml:trace>
  <inkml:trace contextRef="#ctx0" brushRef="#br0" timeOffset="70093.937">22762 3241 3716 0,'0'0'1696'0,"0"0"1316"0,0 0-556 16,0 0-95-16,0 0-525 0,0 0-324 16,4 86-320-16,-4-61-352 0,0 0-152 0,0 1-124 15,-4 0-148-15,-4-4-212 16,4-3-204-16,0-3-72 0,4-4 24 15,-4-5-28-15,4 0-80 0,0-7-260 0,0 0-188 16,4 0-144-16,8-3 140 0,-1-8-148 16,6-1 108-16,-2-4-224 0,2-3-176 15,-2 0 72-15,2 0 452 0,-2 0 524 16,-2 0 28-16,-2 3 352 0,-3 3 284 16,-3 1 108-16,-1 5 72 0,-1 1-40 0,1 6-80 15,0 0-164-15,-4 0-164 0,4 0-112 16,0 6 48-16,-4 1 208 15,5 5 36-15,-1 5-24 0,-4 2 44 0,0-1 24 0,0-2-279 16,0 3-245-16,-4 0-96 16,-1-3-100-16,1-4-205 0,0-2-279 15,4-4-232-15,-4 1-152 0,4-3-412 0,0-1-1120 16,4-3-2745-16,0 0-3787 16,5-7 8472-16</inkml:trace>
  <inkml:trace contextRef="#ctx0" brushRef="#br0" timeOffset="70313.895">23204 3346 11065 0,'0'0'2244'0,"0"0"-796"0,0 0-28 15,0 0-84-15,0 0-396 0,0 0-224 0,0 0-336 16,80 17-228-16,-56-28-152 0,0 3-540 16,-1-9-324-16,5 4-460 15,0-6-664-15,-4 3-2905 0,-8 1-4231 0</inkml:trace>
  <inkml:trace contextRef="#ctx0" brushRef="#br0" timeOffset="70478.687">23607 3092 12281 0,'0'0'2000'0,"0"0"-900"0,0 0 320 15,0 77-4-15,-5-50-248 0,1 9-460 16,0-4-480-16,1 2-228 0,-1 5-64 0,4-5-32 16,-4 5-516-16,0-1-580 0,-1 3-624 15,1-13-2488-15,-7 11-3769 0</inkml:trace>
  <inkml:trace contextRef="#ctx0" brushRef="#br0" timeOffset="71378.872">14184 5991 3668 0,'0'0'1224'15,"0"0"2852"-15,0 0-1943 0,0 0-401 16,0 0-460-16,0 0 104 16,0 0 268-16,0 0-728 0,99 6-444 0,-71-6-340 15,4 0-132-15,-9-3-360 0,2-3-372 16,-5 3-472-16,0-1-728 0,-8 4-2237 0,-5 0-3127 15</inkml:trace>
  <inkml:trace contextRef="#ctx0" brushRef="#br0" timeOffset="71527.911">14295 6188 3348 0,'0'0'1016'0,"0"0"2552"0,0 0-900 0,0 0-651 15,0 0-741-15,0 0-112 16,0 0-96-16,0 0 284 0,0 0-288 0,92 51-536 0,-60-42-528 15,3 0 0-15,2-2-752 0,2-4-612 16,-7 3-1492-16,24 5-4681 0</inkml:trace>
  <inkml:trace contextRef="#ctx0" brushRef="#br0" timeOffset="71978.941">15614 6213 9792 0,'0'0'4397'15,"0"0"-4397"-15,0 0-344 0,0 0 344 16,0 0 548-16,-88-44 512 0,73 44 108 16,-5 12-344-16,-1 11-268 0,-2 8-100 0,-1 7 76 15,4 11 20-15,-1 4-4 16,2 1 64-16,3-3-16 0,4-3-292 0,4-7-192 15,5-13-100-15,3-8-12 0,0-8-64 16,7-6-80-16,5-6-172 0,4 0-24 0,7-13-64 16,2-2-72-16,6-11-212 15,-3-5-332-15,0-4-508 0,0 4-332 0,0-5-120 16,-4 5 300-16,0 2 195 0,-8 0 877 16,-1 6 608-16,-6 4 168 15,-5 5 776-15,0 3 613 0,-4 5 55 0,0 6-252 16,0 0-440-16,0 3-328 0,-4 6-144 15,0 10-208-15,4 7 316 16,0 6 236-16,-4 6 60 0,4 3 236 0,0 1-184 16,8-4-199-16,4 0-305 0,0-6-204 15,4-7-196-15,0-2-12 0,3-5-280 16,2-2-317-16,3-6-107 0,0-1-176 0,3-3-92 16,-3-2-992-16,-4-2-2588 15,4-2-4265-15</inkml:trace>
  <inkml:trace contextRef="#ctx0" brushRef="#br0" timeOffset="72963.133">16260 5680 1668 0,'0'0'7440'16,"0"0"-3295"-16,0 0-2081 15,0 0-568-15,0 0-340 0,0 0-208 0,0 0-188 16,27 76-184-16,-19-41-100 0,0 3-120 15,-3 0-128-15,-1-2-44 0,-4-3-88 16,3-1-84-16,-3 0-12 0,0-6 0 16,0-4-84-16,0-3-48 0,0-9-76 0,0-3-184 15,0-5-228-15,0 1-140 0,0-3-188 16,4-3-976-16,4-6-2300 0,0-1-2257 16,4-12 1117-16</inkml:trace>
  <inkml:trace contextRef="#ctx0" brushRef="#br0" timeOffset="73127.477">16562 5861 10672 0,'0'0'1661'0,"0"0"-409"15,0 0 468-15,0 0 12 0,0 0-256 0,76 3-468 16,-56-3-348-16,0 0-332 0,3-7-328 16,2-2-12-16,-1-4-548 0,0 0-240 0,-5 1-308 15,5-4-708-15,-4 3-2376 0,-8 7-3033 16</inkml:trace>
  <inkml:trace contextRef="#ctx0" brushRef="#br0" timeOffset="73318.376">16785 5648 3240 0,'0'0'388'0,"0"0"5304"16,0 0-3791-16,0 0-93 0,0 0-488 0,0 0-396 15,0 0-32-15,0 0 160 16,-7 86-124-16,14-54-40 0,1 2-224 15,1-2-276-15,-2 0-216 0,1 0-172 0,0 0-52 16,-4-7-108-16,4 0-292 0,0-6-260 16,4-3-212-16,0-7-296 0,8-2-768 15,0-7-2697-15,-4 0-3799 0,11-13 8196 0</inkml:trace>
  <inkml:trace contextRef="#ctx0" brushRef="#br0" timeOffset="73527.578">17311 5661 5652 0,'0'0'7749'0,"0"0"-6301"0,0 0-556 0,13 73 352 16,-9-39 156-16,3 8 24 0,-3 2-216 16,4 0-379-16,1 8-333 0,-2-5-144 15,-3 1-172-15,0-1-116 0,0-3-64 0,0-2-48 16,-4-4-52-16,4-6-152 15,0-10-28-15,-4-3-169 0,4-10-343 0,0-4-356 16,0-5-672-16,0 0-3124 0,0-17-4713 0</inkml:trace>
  <inkml:trace contextRef="#ctx0" brushRef="#br0" timeOffset="73767.949">17371 5740 6836 0,'0'0'7929'0,"0"0"-6521"15,0 0-780-15,0 0-56 0,0 0 172 16,0 0 144-16,0 0-412 0,0 0-204 16,0 0-76-16,92-23-64 0,-68 34-132 15,-5-3 0-15,1 6-108 0,-8 2 8 16,-3-1 40-16,-5 4 52 0,-4 3-40 0,0 4 0 16,-17-4 44-16,6 4-120 0,-10-5-196 15,2-2-184-15,3-5-172 16,0-1-108-16,4-8-88 0,0-1-296 0,8-4-824 0,0 0-1941 15,-1-4-2439-15,5-1 4716 16</inkml:trace>
  <inkml:trace contextRef="#ctx0" brushRef="#br0" timeOffset="73943.706">17908 5848 7716 0,'0'0'6473'0,"0"0"-4657"0,0 0-168 15,0 0-204-15,105 6-232 0,-81-12-444 16,4-3-352-16,-1-1-416 0,-3-6-244 16,4 3-424-16,-4-6-252 0,0 4-408 0,-5-1-1412 15,-2 2-3709-15,-6 0-2239 0</inkml:trace>
  <inkml:trace contextRef="#ctx0" brushRef="#br0" timeOffset="74116.916">18041 5623 2508 0,'0'0'7676'0,"0"0"-5567"0,0 0-525 16,-13 73-156-16,13-38 404 15,0 2 36-15,0 5-300 0,0 2-488 0,0-2-483 16,0 2-293-16,0-3-212 0,0-2-92 16,-4-5-180-16,4-2-392 0,0-9-293 15,0-4-99-15,9-7-28 0,-1-5-600 16,-1-4-1524-16,10-6-4321 0</inkml:trace>
  <inkml:trace contextRef="#ctx0" brushRef="#br0" timeOffset="74344.664">18582 5684 5488 0,'0'0'9161'0,"0"0"-7925"0,0 0-732 0,9 94 32 15,-9-52 876-15,0 2 124 0,0 3-276 16,0 1-507-16,0-3-389 0,0 2-108 16,0-6-52-16,0-2-136 0,-4-4-68 15,-1-7-192-15,5-6-292 0,0-6-197 0,0-6-63 16,0-7-100-16,0-3-160 16,5-3-1252-16,-1-10-2720 0,0 3-2105 0</inkml:trace>
  <inkml:trace contextRef="#ctx0" brushRef="#br0" timeOffset="74570.706">18570 5620 5732 0,'0'0'8813'16,"0"0"-7429"-16,0 0-880 0,0 0-104 16,0 0 124-16,0 0 356 0,0 0-376 0,0 0-332 15,88-32-172-15,-69 32 0 0,2 10-12 16,-9-5-260-16,0 8-60 15,-8 0 72-15,-4 3 212 0,-4 6 48 0,-13 0 0 0,-2 4-4 16,-9-1-60-16,-4 3-20 16,1 1-164-16,-1-4-236 0,4-5-420 15,7-8-616-15,10-5-556 0,7-7-433 0,4-7-3571 16,8-18 3524-16</inkml:trace>
  <inkml:trace contextRef="#ctx0" brushRef="#br0" timeOffset="74827.316">18870 5445 7036 0,'0'0'5669'16,"0"0"-4041"-16,0 0-856 0,0 0-144 15,79-3 264-15,-59 3 168 0,-5 6-232 16,-2 0-348-16,-2 4-300 0,-3-1-180 16,-3 4-224-16,-1 4 92 0,-4 1 132 0,-9 4 12 15,-2 3-4-15,-5 5-4 0,-4-2-4 16,3 0 8-16,2-2 4 0,2-1 72 15,6-8 16-15,3-5 72 0,4-6-100 16,4-3-20-16,3 4 44 0,6-7 4 0,-1 0-64 16,8 0-36-16,-5 0-184 0,6-3-48 15,-5-1-112-15,3-3-336 16,2 5-700-16,-1-4-1148 0,-5 0-3593 0</inkml:trace>
  <inkml:trace contextRef="#ctx0" brushRef="#br0" timeOffset="75034.617">19360 5851 3148 0,'0'0'13381'0,"0"0"-11309"15,0 0-1664-15,0 0-88 16,99 3 192-16,-63-3 16 0,-4 0 360 0,3 0-500 0,1 0-376 15,1 0-12-15,-2 0-364 0,1-3-392 16,-8-3-196-16,-4-4-636 16,-8 1-2972-16,-5-7-5913 0</inkml:trace>
  <inkml:trace contextRef="#ctx0" brushRef="#br0" timeOffset="75216.001">19594 5670 9108 0,'0'0'6409'0,"0"0"-4893"0,0 0-908 0,-32 93-12 0,28-56 744 16,-3 5 176-16,3 0-183 0,0-2-605 15,4-1-448-15,0-5-280 16,0-5-24-16,0-4-340 0,4-6-508 0,4-5-417 16,7-6-291-16,-2-2-2984 0,2-6-6205 0</inkml:trace>
  <inkml:trace contextRef="#ctx0" brushRef="#br0" timeOffset="76010.289">20359 5928 4700 0,'0'0'5320'16,"0"0"-2979"-16,0 0-657 0,0 0-736 15,0 0-192-15,0 0-276 0,0 0-480 16,0 0 0-16,0 0-792 0,0 0-804 15,88-36-2717-15,-76 28-4531 0,0-6 8161 0</inkml:trace>
  <inkml:trace contextRef="#ctx0" brushRef="#br0" timeOffset="76176.677">20797 5880 940 0,'0'0'9616'0,"0"0"-6879"0,0 0-789 0,0 0-312 0,0 0-520 15,0 0-500-15,0 0-368 0,0 0-248 16,0 0-148-16,0 0-644 0,80-38-600 16,-55 25-724-16,-6 0-2397 0,-3 7-2771 15,0-7 6204-15</inkml:trace>
  <inkml:trace contextRef="#ctx0" brushRef="#br0" timeOffset="76726.796">21332 5645 5792 0,'0'0'1236'0,"0"0"2893"0,0 0-2717 15,0 0-392-15,0 0 412 0,0 0 28 16,0 0-240-16,0 0-404 0,0 0-388 16,0 0-156-16,4 3-28 0,-4-3 4 15,0 3-40-15,0-3-52 0,0 0-44 16,4 0-28-16,-4 0 4 0,0 0 8 0,0 0 16 16,0 0-28-16,0 0-12 15,0 0 0-15,0 0 52 0,0 0-4 0,0 0 40 0,0 0 48 16,0 0 289-16,0 0-229 15,0 0-88-15,0 0-32 0,0 0-52 16,0 3 0-16,0-3 0 0,0 0-12 16,0 0-32-16,0 0 8 0,0 3 0 0,0 1-12 15,0-1 60-15,0 6-36 16,0-2 24-16,0 5 4 0,0 5 20 0,0 2-48 16,-4 3 24-16,4 9 24 0,-4 1 16 15,0 6-16-15,4-3 0 0,0 3 0 16,-5-3-48-16,5 0-64 0,0-3-4 15,0-7-4-15,5-3-4 0,-1-6-80 16,0-2-24-16,3-8-156 0,-7-4-112 16,4 2-96-16,0-4-96 0,-4 0-52 15,0 0-1-15,0 0-59 0,0-4-52 0,4-2 44 16,-4-1-76-16,5-2-412 0,-1 0-600 16,-4-4-1440-16,0-3-3489 0,0 7 1285 15</inkml:trace>
  <inkml:trace contextRef="#ctx0" brushRef="#br0" timeOffset="77018.025">21080 5896 3112 0,'0'0'1356'0,"0"0"3436"0,0 0-2571 15,0 0-401-15,0 0-336 0,0 0-264 16,0 0-44-16,0 0-48 0,0 0-276 16,80 2-312-16,-60-2-236 0,8 0-132 0,0-2-12 15,-1-2-76-15,1 1-84 16,0 0-60-16,-4 1-124 0,4-5-440 0,-3 3-420 15,-1 1-420-15,-9-3-1304 0,13 3-4745 16</inkml:trace>
  <inkml:trace contextRef="#ctx0" brushRef="#br0" timeOffset="77394.09">21873 5763 2916 0,'0'0'668'0,"0"0"7473"0,0 0-6301 15,0 0-696-15,0 0 328 0,0 0 112 0,0 0-324 16,0 0-144-16,0 72-312 0,-4-34-292 16,0 6 21-16,1 7 327 0,-5 7-228 15,3 0-188-15,1 1-68 0,-4-5-136 0,5-6-60 16,-1-4-104-16,0-5-76 16,4-11-72-16,-4-3-132 0,4-6-48 15,0-2 24-15,0-8-256 0,4-6-144 0,4-3-184 16,-5 0-261-16,9-3-231 0,1-6-1264 15,-2-4-2748-15,-2 0-2853 0,-5-9 6681 0</inkml:trace>
  <inkml:trace contextRef="#ctx0" brushRef="#br0" timeOffset="77627.815">21933 5794 600 0,'0'0'4320'15,"0"0"3649"-15,0 0-6225 0,0-72-460 0,0 59-180 16,4 7 36-16,0 1-128 0,1 5-228 15,2 0-344-15,1 5-232 0,4 3 144 0,4 3 88 16,-1 3-28-16,-2 3-179 0,-2 2-65 16,2-3-72-16,-9 6-12 15,0-3-36-15,-4 3 0 0,-4 0-48 0,-9-3-208 16,-2 0-48-16,-2 1-45 0,2-11-67 16,-5 1-128-16,8-7-68 15,-4-3-96-15,4 0-236 0,5-3-636 0,-2-11-1196 16,9 0-1757-16,0-5-515 0,0 2 328 15,9-18 4424-15</inkml:trace>
  <inkml:trace contextRef="#ctx0" brushRef="#br0" timeOffset="77981.978">22268 5410 7080 0,'0'0'1624'0,"0"0"2405"0,0 0-2513 15,0 0 96-15,0 0 436 0,0 0-324 16,0 0-356-16,0 0-479 15,32 74-369-15,-32-60-216 0,0 5-60 0,0-2-112 16,0 2-92-16,0-6-40 0,-4 2-72 16,0-8-48-16,4 3-148 0,-4-8-60 15,4 1-72-15,0-3-133 0,0 0-91 0,0-3-108 16,4 1 84-16,4-8 8 16,3 0 88-16,2-2-8 0,2-4 76 15,-2 2 112-15,-2 2 208 0,2-1 164 0,-5 5 164 16,-1 1 196-16,1 3 124 15,-4 4 36-15,1 0-88 0,-1 0-76 16,-1 0 0-16,1 4 148 0,0 3-52 0,0 1-60 16,0 2 8-16,0 3 52 0,1-4-87 15,-5 4-209-15,3-3-156 0,-3-1-52 0,0 4-81 16,0-3-207-16,0-1-268 16,-3-3-284-16,-2 4-188 0,-3-4-924 15,8 0-3620-15,-4-6-4573 0,0 0 9781 0</inkml:trace>
  <inkml:trace contextRef="#ctx0" brushRef="#br0" timeOffset="78130.279">22698 5642 4576 0,'0'0'9333'0,"0"0"-6909"0,0 0-1612 0,0 0-180 16,0 0-88-16,75-16-60 0,-54 3-128 15,3 0-356-15,0-2-788 16,4-4-1136-16,-13 3-3284 0</inkml:trace>
  <inkml:trace contextRef="#ctx0" brushRef="#br0" timeOffset="78399.233">23005 5381 12009 0,'0'0'1672'0,"0"0"-1112"0,0 0-156 0,0 0 228 15,0 0 160-15,0 0-176 0,0 0-304 16,0 0-140-16,0 0 140 0,0 0 232 0,0 29 272 16,0-23-400-16,0 1-108 0,0-1-52 15,0 3 24-15,0-2 16 16,0 2-52-16,0 4-76 0,0-1-68 0,0 5-52 0,-4-2-40 16,4 5-8-16,-4-1-60 15,-4 3-232-15,4 0-344 0,-4 0-396 16,0 4-88-16,1-1-188 0,-2-3-544 0,1 0-824 15,4-2-1529-15,0-4-919 16,4-4 4068-16,0-3-184 0</inkml:trace>
  <inkml:trace contextRef="#ctx0" brushRef="#br0" timeOffset="79127.097">23654 6252 4828 0,'0'0'7973'0,"0"0"-5889"0,0 0-888 16,92 25-304-16,-53-18-88 16,-3-2-344-16,1-2-276 0,-5-3-184 15,-4 0-76-15,-5 0-516 0,1 0-800 0,-8-6-1224 16,0 4-5001-16</inkml:trace>
  <inkml:trace contextRef="#ctx0" brushRef="#br0" timeOffset="79260.777">23758 6385 6140 0,'0'0'3128'0,"0"0"81"15,0 0-869-15,0 0-940 0,0 0-452 0,0 0-376 16,83 15-236-16,-43-11-336 0,4-4-968 15,-8 0-1056-15,20-4-3621 0</inkml:trace>
  <inkml:trace contextRef="#ctx0" brushRef="#br0" timeOffset="80075.735">25149 6096 1200 0,'0'0'992'0,"0"0"4284"0,0 0-2660 16,0 0-387-16,0 0-381 15,0 0-132-15,0 0-340 0,0 0-272 16,0 0-172-16,-80 15 0 0,52 5-176 0,-4 12-172 16,-4 9 1-16,1 7 7 0,-6 3-108 15,5-1-60-15,-3 1 84 16,11-3-160-16,0-8-204 0,12-8-96 0,4-9-48 15,8-11-48-15,4-8-84 0,4-4-120 16,12-10 36-16,4-7 44 0,8-8-140 16,3-6-52-16,1-4-144 0,5-3-108 0,-1 0-93 15,-5 0 29-15,1 3-100 16,-8 0 92-16,0 3 172 0,-4 3 284 16,-4 7 232-16,-8 7 212 0,-4 5 96 0,0 7 132 15,-1 3 52-15,-3 13-76 0,0 5 180 16,0 8 72-16,4 6-167 0,-4 6-113 15,4 0 96-15,1 0 108 0,7-3-132 16,-1-6-196-16,13-4-168 0,4-6-96 16,8-3-120-16,8-7-24 0,8-3-52 0,3-6-260 15,5-3-176-15,-4-6-152 0,4-7-165 16,-20 4-1511-16,19-11-3808 0</inkml:trace>
  <inkml:trace contextRef="#ctx0" brushRef="#br0" timeOffset="80829.376">25989 4717 236 0,'0'0'7828'0,"0"0"-3323"16,0 0-2789-16,0 0-124 0,0 0-92 0,0 71 68 16,0-27-304-16,0 16-324 15,-4 9-139-15,1 8-229 0,-1-1-172 0,-5 1-112 16,5-11-80-16,-4-2-136 0,1-10-68 15,2-6-8-15,1-10-40 0,4-13-44 16,0-6 16-16,0-7-168 0,0-5-172 0,0-3-208 16,0-4-169-16,4-4-139 15,1-5-196-15,2-8-384 0,5-2-1044 0,1-6-2129 16,-2-6-1379-16,-3 5 1689 0</inkml:trace>
  <inkml:trace contextRef="#ctx0" brushRef="#br0" timeOffset="81067.045">26100 4851 1172 0,'0'0'1320'0,"0"0"5600"16,0-79-5035-16,0 60-193 0,5 0-204 0,3 2-116 16,-1 11-56-16,1 0-348 15,1 6-476-15,6 0-132 0,-2 6 104 16,6 4 332-16,-2 3-332 0,-2 6-184 0,-2-4-96 16,-6 5-76-16,-3 2-100 15,-4 0 4-15,0 0-12 0,-4 3 0 0,-12-1-48 0,0 1-48 16,-4-6-40-16,-4 0-108 15,1-4-120-15,3-5-16 0,-1 0-24 16,2-8-60-16,-1-2-128 0,4 0-236 0,4 0-404 16,-4-2-772-16,4-11-1172 15,4-3-2865-15,0 3 781 0,5-12 5244 16</inkml:trace>
  <inkml:trace contextRef="#ctx0" brushRef="#br0" timeOffset="81667.562">26375 4438 2680 0,'0'0'1288'0,"0"0"3120"15,0 0-2068-15,0 0-615 16,0 0-389-16,0 0-16 0,0 0-280 0,0 0 76 16,0 0-112-16,0 0-412 15,69 79-200-15,-62-49-48 0,1 1-40 0,-8 1-68 16,0 0-104-16,0-4-56 0,0 0-76 16,0-5-76-16,-4-8-20 0,4-2 20 0,0-3-8 15,0-3-40-15,0-5-32 0,0-2-128 16,0 0-96-16,0 0-24 0,0-7-104 15,8-1 36-15,5-9 200 0,-2 2-36 16,6-8-80-16,-2 2 12 0,1-2 60 0,-4 1 116 16,0 3 196-16,0 7 4 0,-8-1 124 15,4 7 140-15,-1 2 104 16,-7 4-20-16,9 0-36 0,-5 0-64 0,0 4 88 16,4 5-28-16,-5 1-124 0,6 2-12 15,-5 1 4-15,0-1-56 16,0 1-120-16,-4 0-36 0,0 0-172 0,0-4-300 15,0 3-260-15,0 1-140 0,-4-3-380 16,0 3-1100-16,0-5-1977 16,4 3-2231-16,0-3 6112 0</inkml:trace>
  <inkml:trace contextRef="#ctx0" brushRef="#br0" timeOffset="83295.044">25391 5585 9308 0,'0'0'1332'0,"0"0"-703"0,0 0 439 16,0 0 452-16,0 0-220 15,0 0-256-15,0 0-316 0,0 0-256 0,0 0-24 16,0 0 72-16,0 0 32 0,52 6 76 0,-28-6-28 16,0 0-112-16,4 0-76 15,0 0-56-15,8-3-68 0,0 0 17 16,11-7-85-16,5 1-88 0,8-4-20 0,11 0-16 15,9-6-96-15,16 3 4 0,16-3 8 16,8 0-12-16,3 0 4 16,8 3-4-16,-7 4-12 0,-1-1-136 0,-7-3 88 15,-1 3 12-15,-3 1 48 0,-5-1 0 16,5-4 44-16,-4-2-44 0,-5 5-4 16,-3-5-56-16,-5 2-120 0,-11 1-4 15,-4 0-97-15,-12 4-59 0,-9-1 124 0,-3 4-4 16,-16 2-48-16,0 1-40 0,-13-1 52 15,-2 4-84-15,-10 0-128 0,-2 0-232 16,-6-1-576-16,1-3-896 0,-8 5-1952 16,4-1-2373-16,-4-6 3225 0</inkml:trace>
  <inkml:trace contextRef="#ctx0" brushRef="#br0" timeOffset="88277.765">26942 4934 2472 0,'0'0'248'15,"0"0"4368"-15,0 0-2256 0,0 0-579 0,0 0-333 16,0 0 192-16,0 0-256 0,0 0-204 15,0 0-164-15,-49 19-252 0,42-16-200 16,3 0-48-16,0-1 72 0,0-2 116 16,4 0-156-16,0 0-99 0,0 0-61 15,0 0-12-15,0 0-64 0,4 0-56 0,-4 0-76 16,8 0-108-16,-5 0-72 16,10 0 4-16,2-2 36 0,2-1 32 0,10-4-60 15,1-2-12-15,0 0-12 0,4-1-96 16,0-2-192-16,-1 1-268 0,-3-1-76 15,4-1-97-15,-4 1-331 0,0-1-924 16,-4 3-2356-16,0-2-2829 0</inkml:trace>
  <inkml:trace contextRef="#ctx0" brushRef="#br0" timeOffset="88526.653">27611 4531 640 0,'0'0'12185'0,"0"0"-9849"16,0 0-824-16,0 0-256 0,0 0-136 0,0 0-188 0,0 0-284 16,-40 76-284-16,32-48-216 0,4 7-136 0,0-3-12 15,4 0-36-15,0 2-196 16,0-1-184-16,8 1-524 0,-4 1-392 0,4 4-444 15,-5-12-328-15,-3 18-5001 0</inkml:trace>
  <inkml:trace contextRef="#ctx0" brushRef="#br0" timeOffset="89176.2">26220 5711 404 0,'0'0'8568'15,"0"0"-6551"-15,0 0-681 0,0 0-48 16,0 0 44-16,0 0-36 0,0 0-260 16,0 0-328-16,0 0-56 0,0 0 124 0,0 0-176 15,20 93-184-15,-20-62-40 0,0 4-108 16,0 0-24-16,0-4-60 16,-8 5 8-16,1-4-56 0,-2-1-75 0,-3-2-1 15,5-4-60-15,-2-3-4 0,1 1-44 16,4-7-121-16,-3 0-27 0,3-7-24 15,4-3-120-15,-5-2-112 0,5-1-36 16,0-3-88-16,0 0-172 0,0 0-228 16,0-7-380-16,0-2-740 0,5 3-968 0,3-13-2673 15</inkml:trace>
  <inkml:trace contextRef="#ctx0" brushRef="#br0" timeOffset="89431.279">26320 5731 444 0,'0'0'10256'0,"0"0"-8855"0,0 0-861 16,0 0 264-16,0 0 604 16,0 0-276-16,0 0-340 0,0 0-308 0,0 0-136 15,0 0 48-15,0 0-36 0,75-7-40 16,-63 14-172-16,-3 2-28 0,-2-2-36 16,1 2-84-16,-8-2-60 0,0 2 4 15,0 0 56-15,-4 4 0 0,-3 0-72 16,-10 2-28-16,2-2-12 0,-2-3-48 0,2-1-36 15,-1 1-88-15,0-4-88 16,4 1-48-16,4-4-56 0,0-3-176 16,4 4-204-16,4-4-420 0,0 0-768 0,0 0-1877 15,0-4-1515-15</inkml:trace>
  <inkml:trace contextRef="#ctx0" brushRef="#br0" timeOffset="89640.233">26770 5813 3360 0,'0'0'7625'16,"0"0"-5753"-16,0 0-828 0,0 0-56 16,0 0 600-16,0 0-232 0,0 0-408 15,0 0-368-15,0 0-348 0,0 0-184 16,95 7-48-16,-78-7-108 0,3-4-520 15,3 1-384-15,1-6-192 0,-3 2-812 0,10-9-3365 16</inkml:trace>
  <inkml:trace contextRef="#ctx0" brushRef="#br0" timeOffset="89827.473">27344 5607 6320 0,'0'0'7317'0,"0"0"-5985"15,0 0-688-15,0 0 112 0,0 0 264 16,-8 63-28-16,8-41-328 16,0 3-260-16,8 5-256 15,4-5 48-15,-4 3-196 0,4-2-124 0,-1-1-144 0,2 1-320 0,-5-5-328 16,-1 3-388-16,1-6-560 0,-3 8-3549 16</inkml:trace>
  <inkml:trace contextRef="#ctx0" brushRef="#br0" timeOffset="96993.682">25188 6210 6188 0,'0'0'2948'16,"0"0"-1528"-16,0 0-735 15,0 0-261 1,0 0 40-16,0 0-172 0,16-67 516 0,-11 55 196 15,-1-2-700-15,3 2-40 0,-3-1 40 0,0 1 84 0,0-1 140 16,0 3 88-16,-4-2-40 0,5 6-44 16,-5-1 12-16,0 1 0 15,0 0-140-15,0 2-36 0,0-2-60 16,0 3-140-16,0 0 40 0,0-4-24 0,0 4-100 16,0 0-32-16,0 0-44 0,0 0-8 0,0-1 4 15,0 4 4-15,-5-3 40 0,1 3-36 0,0 0-8 16,0-3 0-16,-4 3-4 15,1 0 8-15,-2-3-4 0,-3 3-4 16,0 0-12-16,0 0-72 0,1 0 76 16,-6 0 0-16,6 0 0 15,-6 3-80-15,6 0-8 0,-6 4 24 0,6-1-4 0,-1 3-20 16,-4 1 32-16,0 2-20 0,0 5 24 16,1 1-16-16,-2 2 64 0,-3 6-48 15,-3 2 60-15,2 4-48 0,-3-1 44 16,0 4-84-16,5 0 4 15,-1-1 80-15,-1-1-8 0,10-1 0 0,-1-7 4 16,4 0 4-16,4-6 0 0,0 1-4 0,4-5-52 16,0-2 60-16,4-1 52 0,4-5-4 15,0-1 24-15,4 0-68 0,4-6 72 16,-1 0-28-16,6 0 12 16,3-6-56-16,4-3-4 15,-1-7-8-15,1-3-200 0,0 0-72 0,4-4-52 0,0 1 84 16,-5-3-48-16,1 3 24 0,0 0 28 15,-7-3 68-15,-2 2 64 0,-6 0 112 16,-2 1 0-16,-3 3-40 0,1 0 40 0,-2 0 76 16,-3 0 20-16,0 3-20 0,0 1 72 15,0-2-12-15,1 9-88 0,-5-3 64 16,3 8 36-16,-3-2 24 0,0 1 4 16,0 4-44-16,0 0-20 0,-3-3 24 0,3 3 0 15,-5 0-136-15,-3 0-56 16,4 3-116-1,-4 3 164-15,1 0 8 0,-2 7-44 0,1-1 44 16,1 5 124-16,3 2 8 0,-1 3 16 0,1 3 24 0,4 1-48 16,0 2-16-16,0-2-104 0,0-3-4 15,9-2-132-15,-2-5-4 0,5 3 52 16,1-3-4-16,-2-3-48 0,9-1-84 16,-4-2-260-16,8-1-248 0,0-2-216 15,0-4-968-15,-8 0-2108 16,8 0-3601-16</inkml:trace>
  <inkml:trace contextRef="#ctx0" brushRef="#br0" timeOffset="99066.47">11698 9893 5868 0,'0'0'208'0,"0"0"4857"16,0 0-4281-16,-40-80-16 0,27 55 128 0,2 0 308 15,-5 2 192-15,0-2-196 0,0 6-208 0,-4-1-340 16,0 6-52-16,-4-2 24 0,4 6-136 0,0 6-160 16,0 4-72-16,1 0 48 15,-1 17-23-15,-1 8-1 0,2 13-40 0,-1 10-32 16,3 12-4-16,-2 3-20 0,3 11 8 16,4-2 4-16,1-2-28 15,6 0-48-15,1-10-72 0,4-6-44 0,0-12-4 16,16-14-60-16,0-9-24 0,4-12-60 15,8-7-16-15,0-3 100 0,8-14-48 16,-1-5-84-16,-3-6-76 0,4-7-36 16,-4 0 16-16,-4 0-29 0,0 0 85 15,-4 0 48-15,-4 0 64 0,-1 4 12 0,-6 2 8 16,-5 7 52-16,-1 4 48 0,-3 7 184 16,0 8-184-16,0 3-88 15,1 0 88-15,2 14 16 0,5 0 312 0,1 9-88 0,-2 3-80 16,1 2-3-16,0-3-33 15,4 0-64-15,-4-2-60 0,4-7 0 16,8-7-120-16,0-9-101 0,4 0-167 0,8-16-284 16,3-6-132-16,6-10-460 15,-2 1-644-15,-11 1-3020 0,7-10-4521 0</inkml:trace>
  <inkml:trace contextRef="#ctx0" brushRef="#br0" timeOffset="99439.601">12255 8696 5580 0,'0'0'1848'0,"0"0"472"0,0 0 229 16,0 0-825-16,0 0-96 0,0 0-136 15,0 0-180-15,0 0-376 0,0 0-372 16,0 0-224-16,0 0 76 0,-11 32 180 16,18-4 73-16,-3 4-293 0,0 6-108 15,-4 4-100-15,4-1-32 0,-4 6-4 16,0 4-120-16,-4-1-8 0,-7 2-4 0,2-1-108 15,1-10-16-15,4-6-152 0,4-14-76 16,0-4-145-16,0-8-247 16,0-5-108-16,4-1-304 15,0-3-448-15,0-7-680 0,1 0-732 0,2-7-3021 0</inkml:trace>
  <inkml:trace contextRef="#ctx0" brushRef="#br0" timeOffset="99637.637">12304 8788 7552 0,'0'0'1764'0,"0"0"-420"16,0 0 225-16,0 0-73 0,0 0-144 0,75-32-368 16,-55 32-444-16,3 10-216 0,-6-1-24 15,-2 7-52-15,-6 0 24 16,-2 1 36-16,-7 2-24 0,0 6 28 0,-7 0-140 16,-6 0-100-16,-6 7-72 0,-5-3-4 15,0 2-80-15,0-3-116 0,0 2-452 16,0-8-216-16,8-3-236 0,0-3-168 0,4-10-508 15,8 1-985-15,0-11-2311 16</inkml:trace>
  <inkml:trace contextRef="#ctx0" brushRef="#br0" timeOffset="100012.793">12630 8620 8764 0,'0'0'2957'0,"0"0"-1117"0,0 0-256 16,0 0 24-16,0 0-240 0,0 0-468 15,11 79-360-15,-11-53-148 0,0-1-76 0,0 0-264 16,0-3-52-16,0-2-160 0,0-8-12 16,0 2-48-16,9-8-112 0,-5-4-96 15,7-2-128-15,2 0-148 0,2-2-64 16,-2-9 80-16,2 2 220 0,-3-3 128 15,0-4 128-15,0 3 120 0,-3-3 92 16,2 0 112-16,-3 1 64 0,0 2 12 0,0 0 88 16,-4 4 232-16,0 2 0 15,-4 4-20-15,4 3-144 0,-4 0-144 16,0 0 20-16,0 3 4 0,0 4-148 0,0 2 144 16,0 4 172-16,0 6 64 0,-4 0-260 15,0-3-124-15,0 3-72 0,4-3-196 16,0-1-416-16,0-2-364 0,0-1-364 15,8-1-384-15,0-5-2236 0,8 3-2061 16</inkml:trace>
  <inkml:trace contextRef="#ctx0" brushRef="#br0" timeOffset="100264.185">13120 8849 7352 0,'0'0'5949'0,"0"0"-4669"16,0 0-936-16,0 0 272 0,0 0 616 16,0 0 20-16,80 6-524 0,-57-6-456 0,1 0-272 15,0-4-112-15,0-2-120 0,-4-1-508 16,4-2-604-16,4-3-684 15,-12 5-2349-15,7-15-4087 0</inkml:trace>
  <inkml:trace contextRef="#ctx0" brushRef="#br0" timeOffset="100426.14">13550 8629 11581 0,'0'0'1716'15,"0"0"-816"-15,0 0-304 0,0 0 536 16,-20 77 492-16,16-52-312 0,-4-3-624 15,4 4-468-15,1-1-220 0,-1-3-72 0,-5 3-112 16,1 0-356-16,-3 5-1008 16,-2-8-1060-16,-11 10-3377 0</inkml:trace>
  <inkml:trace contextRef="#ctx0" brushRef="#br0" timeOffset="100794.839">11885 9620 9156 0,'0'0'1500'0,"0"0"-727"0,0 0 587 16,0 0 344-16,0 0-392 0,0 0-372 15,0 0-240-15,0 0-192 0,0 0-64 16,79-26 196-16,-39 14 36 0,8-1-288 15,4-3-80-15,8 3 32 0,3-2 4 16,5-1-16-16,8 3-124 0,3-2-192 16,9 2 0-16,0-4 100 0,7 2 45 0,1-1-157 15,3-5-72-15,-2 1 63 0,-7 1-91 16,-2-3 92-16,-8 2 8 0,-4 1-88 16,-8 0 4-16,-8 3-24 0,-13 1-124 15,-7 2 12-15,-12 1-24 0,-8 5-60 16,-5 0-124-16,-10 4-112 0,-1 3-24 0,-4 0 12 15,-4 0-156-15,-4 0-224 16,-8 0-652-16,-8 0-868 0,9 3-2381 0,-22 4-787 16</inkml:trace>
  <inkml:trace contextRef="#ctx0" brushRef="#br0" timeOffset="101198.236">12650 9575 7052 0,'0'0'2836'0,"0"0"-887"16,0 0-721-16,0 0 144 0,0 0-60 0,0 0-80 16,0 0-228-16,0 0-228 0,0 0-136 15,43 68-4-15,-39-43-96 0,0 3-212 16,1-6-144-16,-5 4-52 0,4-4-120 0,-4-3-4 15,4-3-8-15,-1 0-60 0,-3-9-24 16,0-2-64-16,4 2-72 0,-4-7-220 16,0 0-108-16,4 0-164 0,-4 0-276 15,0 0-452-15,0-10-588 0,0 1-1164 16,4-1-2097-16,-4-5-763 0</inkml:trace>
  <inkml:trace contextRef="#ctx0" brushRef="#br0" timeOffset="101393.3">12738 9610 508 0,'0'0'5960'0,"0"0"-4024"15,0 0-524-15,0 0 9 0,0 0 195 16,39-70-256-16,-31 64-336 0,5 0-208 16,-6 6-48-16,5 0-60 0,-4 0-148 15,0 0-68-15,-4 9-36 0,4 1-28 0,-4 0 40 16,3 5-28-16,-7-2-76 16,0 3-144-16,0 0-72 0,-3 3-148 0,-1-4-68 15,-4 2-248-15,0-2-160 0,0-2-72 16,0 3-216-16,0-6-344 0,4 2-488 15,0-6-1008-15,4-2-3377 0,0-4-1662 16</inkml:trace>
  <inkml:trace contextRef="#ctx0" brushRef="#br0" timeOffset="101560.749">13036 9601 8208 0,'0'0'2520'16,"0"0"-463"-16,0 0-113 15,0 0-380-15,0 0-540 0,0 0-544 0,0 0-316 16,92 3-164-16,-72-13-188 0,4 4-368 16,-1-3-684-16,-3-4-552 0,-3 7-1316 15,6-7-3417-15</inkml:trace>
  <inkml:trace contextRef="#ctx0" brushRef="#br0" timeOffset="101709.394">13359 9503 1736 0,'0'0'9445'0,"0"0"-7765"0,0 0-1092 0,0 0 388 0,0 0 664 0,0 0-140 16,-12 72-512-16,12-53-520 16,-4-3-224-16,0 0-168 0,4 1-76 15,-4-3-260-15,0 5-652 0,0 1-840 0,0 2-492 16,-4-6-2637-16,0 3-2575 0</inkml:trace>
  <inkml:trace contextRef="#ctx0" brushRef="#br0" timeOffset="102180.862">10466 9049 11281 0,'0'0'2088'0,"0"0"-984"16,0 0-84-16,-91 31 12 0,63 1-72 0,0 13-144 16,4 11-112-1,-4 14-176-15,8 7 20 0,4 8-132 16,1 1 60-16,2 7-36 0,5-2-124 16,4 7-212-16,4 1-100 0,0 2-8 0,4 1 4 0,8 1-48 15,4 1 40-15,5-2-40 0,7-4-40 0,-1-7-32 16,13-4 24-16,0-5-136 15,3-9-120-15,5-6-136 0,8-11-88 16,4-4-100-16,8-14-160 0,16-10-20 0,11-15-432 16,16-13-172-16,16-16-676 0,-26-3-1045 15,66-41-2147-15</inkml:trace>
  <inkml:trace contextRef="#ctx0" brushRef="#br0" timeOffset="102497.428">14207 9083 6064 0,'0'0'5713'16,"0"0"-3733"-16,0 0-1536 0,0 0-36 15,88 23 612-15,-68-4 572 16,4 3-132-16,-4 10-504 0,0 2-332 0,0 8-172 15,0 2-60-15,-4 7 152 0,-8 0-127 16,-1 5-201-16,-7-1-132 0,0 2-84 16,0 0-8-16,-11 0-124 0,-6 0 12 15,2 7-76-15,-5 0 27 0,-1-4-147 16,-2 4-148-16,-5-7-168 0,0-7 44 0,0 1-188 16,-4-7-320-16,5-2-800 0,-1-10-392 15,0-4-260-15,8-12-37 0,-12 3-1543 16</inkml:trace>
  <inkml:trace contextRef="#ctx0" brushRef="#br0" timeOffset="103055.625">14996 8443 8812 0,'0'0'104'0,"0"0"3969"16,0 0-2901-16,0 0 192 0,0 0 328 16,44 65-184-16,-32-30-380 0,0 4-380 0,-4 5-312 15,0 4-92-15,-4-1-16 0,-4 1 25 16,0 0-17-16,0-3-152 15,-7-1-136-15,-2-6-48 0,-3-3-56 0,8-7-80 16,-3-3-32-16,-2-8-76 0,5-4-337 0,0-7-311 16,4-3-220-16,-4-3-636 0,4-7-1388 15,-3-12-4857-15</inkml:trace>
  <inkml:trace contextRef="#ctx0" brushRef="#br0" timeOffset="103276.023">14941 8515 8944 0,'0'0'1500'16,"0"0"-339"-16,0 0-109 0,0 0 324 16,0 0 0-16,0 0-256 0,91-64-236 15,-67 64-276-15,-3 0-52 0,-2 4-76 16,1 3-148-16,-4 5-184 0,-8 1-52 16,0 6 52-16,-8 3-40 0,0 3-108 0,0 7-156 15,-13 3-176-15,-2 0-48 0,-1 0-76 16,-4 0-336-16,0 0-388 0,1-7-556 15,6-6-1360-15,-7 4-2817 0</inkml:trace>
  <inkml:trace contextRef="#ctx0" brushRef="#br0" timeOffset="103428.744">15435 8617 11101 0,'0'0'1768'0,"0"0"-596"0,0 0 144 0,0 0 276 16,91-16-240-16,-67 9-736 0,4-5-616 16,0-1-12-16,0 0-344 0,4-2-412 15,-4-4-436-15,-5 5-976 0,14-11-3529 0</inkml:trace>
  <inkml:trace contextRef="#ctx0" brushRef="#br0" timeOffset="103606.405">15964 8217 1396 0,'0'0'11173'0,"0"0"-9505"0,0 0-1264 0,0 0-24 16,0 0 800-16,0 0 480 0,9 82-464 0,-1-50-484 15,-4 3-396-15,3 3-68 16,-3 3-16-16,9-3-152 0,-6 7-80 16,1-4-184-16,5 0-220 0,-2 0-724 0,1-2-764 15,-4-11-1920-15,4 1-3637 0</inkml:trace>
  <inkml:trace contextRef="#ctx0" brushRef="#br0" timeOffset="104023.163">16467 9563 8068 0,'0'0'584'0,"0"0"3537"16,0 0-3053-16,0 0 160 0,0 0 496 16,103 16-124-16,-55-13-336 0,7-3-468 15,1-3-320-15,0-4-208 0,4-2-196 16,-8-4-72-16,-4 0-144 0,0 1-188 0,-5-1-496 15,-7 4-536-15,-4-1-792 0,-12 7-2452 16,-4 3-3201-16</inkml:trace>
  <inkml:trace contextRef="#ctx0" brushRef="#br0" timeOffset="104166.434">16761 9788 15221 0,'0'0'1572'0,"0"0"-904"0,0 0-664 16,0 0 488-16,0 0 344 0,0 0-172 0,0 0-260 15,101 48-268-15,-58-48-136 0,4-4-216 16,5-4-420-16,4-3-500 0,4 2-592 16,-13 4-2704-16,18-6-4437 0</inkml:trace>
  <inkml:trace contextRef="#ctx0" brushRef="#br0" timeOffset="104709.192">19272 9547 13921 0,'0'0'1620'0,"0"0"-1320"0,0 0-112 16,0 0-48-16,-76-76 112 0,60 67 200 15,-4 4 156-15,0 5 0 0,0 7-204 16,4 12 4-16,-3 10 144 0,2 12-36 0,2 7 84 15,2 8 116-15,6 9-240 16,-5-5-99-16,3-3-113 0,2-6-104 0,3-13-112 16,0-7-48-16,4-11-120 15,4-7-112-15,7-11-36 0,6-2 75 0,3 0 33 16,3-6 16-16,9-13-52 0,0 0-168 16,0-6-64-16,-1-1 40 0,-3-2 128 15,0 6 128-15,-7-1 80 0,-1 8 48 0,-8 8-44 16,-1 2-84-16,-2 5-28 15,-1 2 160-15,-1 8 452 0,10 5-84 0,-6 5 20 16,6-2-92-16,-2 5-92 16,5-4-32-16,0 0-28 0,4-4-144 0,0-2 0 15,0-3-72-15,8-4-48 0,4-3-284 16,3-3-216-16,5-3-816 0,-12-3-1464 16,12-10-4921-16</inkml:trace>
  <inkml:trace contextRef="#ctx0" brushRef="#br0" timeOffset="105225.817">20080 8443 7736 0,'0'0'88'0,"0"0"4269"15,0 0-3205-15,0 0-8 16,0 0 128-16,0 0 8 15,0 0 208-15,8 69-432 0,-4-25-348 0,-4 4-184 16,0 3 76-16,-4 2 57 0,-4-1-285 0,1-5-188 0,-1-5-176 16,-1-4-8-16,5-10-72 0,1-5-76 15,3-8-68-15,0-2-197 0,0-7-195 16,0-3-208-16,0-3-212 0,3-3-540 16,1-6-1060-16,-4 2-1917 15,4-11-1835-15</inkml:trace>
  <inkml:trace contextRef="#ctx0" brushRef="#br0" timeOffset="105426.13">20116 8483 6260 0,'0'0'2352'15,"0"0"-748"-15,0 0-223 0,0 0 283 0,0 0-256 16,0 0-272-16,0 0-244 0,84-9-172 16,-72 22-112-16,-4-1-4 0,0 4-84 15,-8 3-216-15,0 0-144 0,0 3-36 16,-8 0-116-16,-4 1-8 0,-4-5-80 15,0 1-224-15,1 0-116 0,-2-5-196 16,2-5-88-16,2-2-216 0,2-5-272 0,-2-2-708 16,5 0-2389-16,1-2-2039 0</inkml:trace>
  <inkml:trace contextRef="#ctx0" brushRef="#br0" timeOffset="105803.127">20324 8290 6764 0,'0'0'4341'0,"0"0"-2969"16,0 0 84-16,0 0 184 15,0 0-84-15,0 0-232 0,43 85-316 16,-43-63-308-16,4 1-248 0,-4-5-316 0,5 1-136 15,-5-5-108-15,4-2 8 0,-4-2-20 16,3-4-40-16,5-6-120 0,0 0-124 16,1 0-184-16,6-9 8 0,1-5-52 15,0 0-76-15,0-3 124 16,0-2 216-16,-4 0 156 16,0 3 124-16,-1 4 88 0,-2-1 44 0,-1 3 84 0,-4 4 20 0,-1 3 20 15,-3 3 44-15,4 0 152 0,0 3 84 16,1 7 96-16,-5-1-172 0,4 7-100 15,0 0-88-15,-4 3-36 0,0-3-12 16,4-1-136-16,-1 2 0 0,-3-5-172 16,8 1-164-16,-4 0-640 0,1-1-524 15,-1-2-1628-15,7-4-4021 0</inkml:trace>
  <inkml:trace contextRef="#ctx0" brushRef="#br0" timeOffset="106016.808">21016 8550 16201 0,'0'0'2892'0,"0"0"-2132"0,0 0-648 16,0 0-88-16,0 0 136 0,77-12-4 0,-46 2-156 15,5-6-84-15,4 3-724 0,0-6-52 16,4 3-416-16,-13 3-1144 0,9-9-4613 15</inkml:trace>
  <inkml:trace contextRef="#ctx0" brushRef="#br0" timeOffset="106195.604">21722 8207 13373 0,'0'0'1900'0,"0"0"-1484"0,0 0-40 16,-16 64 612-16,12-34 488 15,1 10-308-15,3-2-400 0,0 3-352 0,0 1-136 16,0 2-88-16,0 0-192 0,-5 0-24 16,-3 0-132-16,4 1-392 15,-4 0-456-15,1-4-460 16,2-9-1520-16,1-1-3841 0</inkml:trace>
  <inkml:trace contextRef="#ctx0" brushRef="#br0" timeOffset="109440.718">16439 11776 7976 0,'0'0'416'15,"0"0"2505"-15,0 0-821 16,0 0 16-16,0 0-536 0,103-12-196 16,-67 12-204-16,4 0-236 0,8-4-104 0,0 4-195 15,8-7-17-15,3 4-36 0,1-6-264 16,3 2-148-16,-3-5-48 0,4 2-124 15,-4-6-8-15,-1 4-8 0,-6-4-112 16,-1-1-108-16,-5 5-244 0,-7 3-84 16,-4-1-40-16,-8 4-121 0,-5 3-307 0,-2 3-1000 15,-14 0-1112-15,-3 0-2801 0,-8 9-2675 16</inkml:trace>
  <inkml:trace contextRef="#ctx0" brushRef="#br0" timeOffset="109646.339">16937 11884 3544 0,'0'0'5492'16,"0"0"-3487"-16,0 0-645 0,0 0 16 15,-80 38-44-15,76-35-212 0,4 0-320 16,0 1-280-16,9 1-48 0,6 2 356 0,13-1-128 16,8 1-152-16,3-4-180 0,6 1-148 15,6-4-180-15,-3-4-40 0,8-6-84 16,-4 1-40-16,3-4-228 0,-3 4-296 15,4-1-548-15,4 1-840 0,-17 2-912 16,17-2-4273-16</inkml:trace>
  <inkml:trace contextRef="#ctx0" brushRef="#br0" timeOffset="110193.71">18909 11500 14557 0,'0'0'2900'0,"0"0"-1752"0,0 0-804 16,0 0-120-16,0 0 96 16,0 0 180-16,0 0 332 0,0 0-564 0,75-89-228 15,-43 54-40-15,1-4-4 0,-1 5-8 0,0 2-100 16,-5 7 28-16,1 2 36 0,-8 4-16 15,0 4 52-15,-4-2 0 16,-4 9 0-16,0 1-60 0,-8 3 0 0,-1 1 12 16,-3 3-4-16,0 0 60 0,0 0 4 15,0 3-72-15,0 4 24 0,0 9 48 16,0 3 184-16,4 6-52 0,-4 10-12 0,4 6 28 16,1 4 36-16,-1 9-16 15,-4-1-20-15,0 11-28 0,0-4-12 16,0 1-20-16,0-4-88 0,0 0 0 0,0-7-8 15,0-4-92-15,0-2 52 16,0-6-24-16,4-6 0 0,0-4-40 0,-1-5-44 16,5-5-100-16,-8-1-160 0,5-8-376 15,-5 1-276-15,0-1-828 0,0-6-2136 16,-9 4-2421-16</inkml:trace>
  <inkml:trace contextRef="#ctx0" brushRef="#br0" timeOffset="110356.315">19128 12139 11041 0,'0'0'2712'0,"0"0"-1496"0,0 0-924 16,0 0 472-16,0 0 428 0,0 0 156 15,0 0-48-15,88 25-468 0,-56-25-428 0,3 0-260 16,1-7-144-16,0-3-112 0,4-3-436 16,-4 1-272-16,0-1-272 0,-4 1-644 15,-8 2-2300-15,-4 1-4301 0</inkml:trace>
  <inkml:trace contextRef="#ctx0" brushRef="#br0" timeOffset="111226.839">16284 12706 8264 0,'0'0'4557'0,"0"0"-2697"15,0 0-740-15,0 0-292 0,0 0 192 0,-105 16 20 16,77 1-240-16,-3 1-300 15,-1 4-168-15,0 3-116 0,0 4-32 0,4-4 36 16,5 4 24-16,3-7 0 0,3-3-16 16,10 0-31-16,7-6-53 0,0-4-56 15,7 1-40-15,14 0-40 0,-1 3 4 0,4-4-4 16,3 1 0-16,5-4 4 0,-8 0-12 16,0 1 0-16,-4-1-48 0,-4 0 0 15,-4 4 40-15,0-1 0 0,-4 1 8 16,-1 2 8-16,-2 4 64 0,-5-3-12 15,0 4-12-15,0-5 0 0,0 1-40 0,0-5 0 16,0-1-8-16,-5 0-4 16,1-4-152-16,4-3-221 0,-3 0-123 15,-1 0-96-15,-4 0-284 0,0-3-224 0,3-7-568 16,-2-2-224-16,3-5-900 0,4 4-1937 16,0-12-511-16</inkml:trace>
  <inkml:trace contextRef="#ctx0" brushRef="#br0" timeOffset="111364.213">16347 12953 5092 0,'0'0'2680'0,"0"0"-500"0,0 0-263 0,0 0-89 0,40 68-308 16,-40-46-272-16,0 0-168 15,0 0-76-15,0-3-56 0,-4 0-300 16,-4 0-260-16,4-5-312 0,0-6-76 0,0 2-148 16,0-7-388-16,0 1-336 0,4-4-448 0,0 0-528 15,-4-11-1284-15,4 5-2549 16,0-13-659-16</inkml:trace>
  <inkml:trace contextRef="#ctx0" brushRef="#br0" timeOffset="111510.996">16423 12816 8280 0,'0'0'3205'0,"0"0"-1349"16,0 0-296-16,0 0 192 0,0 0-324 16,0 0-480-16,0 0-372 0,80-19-308 15,-73 19-268-15,5 0-208 16,-3 5-504-16,2-3-448 0,2 5-472 0,-6 3-920 15,-3-4-2037-15,4 10-2791 0</inkml:trace>
  <inkml:trace contextRef="#ctx0" brushRef="#br0" timeOffset="111791.44">16587 13055 11229 0,'0'0'1984'0,"0"0"-1208"0,0 0 276 0,0 0 608 0,0 0-144 15,0 0-520-15,0 0-516 0,11 67-324 0,-11-64-132 0,4-3-24 16,4 0-72-16,0 0-272 0,0 0 12 0,4-6 148 15,0-4-84-15,0 1-16 0,-1-1 24 16,2 4 48-16,-1 3 40 16,-5 0 48-16,6 3 36 0,-5 0 88 0,3 0 200 15,-2 6 220-15,-1 0 36 0,-1 1-60 16,2 2-28-16,-1 1-112 0,-4-4-36 16,-1 4-48-16,1-1-84 0,0-3-4 15,0 0 0-15,-4-1-12 0,5-3-72 16,-5 2-76-16,0-2-68 15,0-2-152-15,4 3-316 0,-1-3-212 0,5 3-252 0,0-3-340 16,1 0-860-16,2 0-2041 16,6-8-931-16</inkml:trace>
  <inkml:trace contextRef="#ctx0" brushRef="#br0" timeOffset="112064.108">17044 13062 6928 0,'0'0'3308'0,"0"0"-1159"0,0 0-885 15,0 0-200-15,0 0-68 16,0 0-240-16,0 0-308 0,0 0-236 0,80 60-12 15,-60-63-40-15,3-13-160 0,5-3-24 16,-3-3-164-16,3-4 28 0,-4 1-64 16,0 0 0-16,-5 3 12 0,-3-1 60 0,-4 7 76 15,1 7 76-15,-10 2 140 16,-3 4 184-16,0 3 260 0,-8 0-236 0,-4 0 72 16,1 6-232-16,-6 4-188 0,6 2 0 15,-6 7 0-15,6 7 72 16,-2-1 276-16,2 4 288 0,3-4-244 0,4 1-168 15,0-4-128-15,4-6-96 0,0 1 0 16,4-9-84-16,4 3-28 0,3-5-72 16,6-4-196-16,-2 1-284 0,5-3-252 0,4 0-288 15,-4-3-752-15,-4 1-2525 0,12-4-3195 16</inkml:trace>
  <inkml:trace contextRef="#ctx0" brushRef="#br0" timeOffset="112776.688">17244 13890 6960 0,'0'0'3084'16,"0"0"-1343"-16,0 0-461 0,0 0-32 16,0 0-88-16,-88 26-216 0,72-10-108 0,-4 5-80 15,9 9-40-15,-6 5 8 16,9 2-76-16,-4 2-180 0,4-1-56 0,4-4-120 16,1-5-108-16,-1-3-64 0,4-14-80 0,0-2-40 15,0-4-156-15,7-6-172 0,5 0 24 16,4-6 168-16,5-7-12 15,2-3-68-15,-3-3-80 0,0-4 28 0,0 2-40 16,0-5 52-16,-5 7 60 0,-2 3 96 16,-2 7 88-16,-3 2-100 0,5 4-8 15,-6 3 120-15,10 6 604 0,-6 4-160 16,10 6-188-16,-2 3-24 0,-3 3 24 16,4 0 36-16,-4 1-96 0,4-4-144 15,-4 0-52-15,0-6-60 0,0-4-112 0,0-3-8 16,3-6-176-16,2 0-60 15,3-3-232-15,-5-6-216 0,5-4-560 16,0-3-1020-16,-8 4-2993 0,4-11-3159 0</inkml:trace>
  <inkml:trace contextRef="#ctx0" brushRef="#br0" timeOffset="112994.07">17933 13772 2888 0,'0'0'9697'16,"0"0"-7321"-16,0 0-1332 0,0 0 184 15,0 0 368-15,0 0-284 0,0 74-412 16,-4-43-328-16,0 4-195 0,4 0-85 16,0 1-60-16,0-5-144 0,0-2-88 15,4-4-96-15,0 1-16 0,4-8-68 16,4 5-293-16,-4-5-247 0,-1-1-84 16,6-1-16-16,-5-4-28 0,-5 1-140 0,1-3-676 15,-4-4-1248-15,0 0-3253 0</inkml:trace>
  <inkml:trace contextRef="#ctx0" brushRef="#br0" timeOffset="113144.174">17881 14077 12285 0,'0'0'2660'16,"0"0"-1364"-16,0 0-184 0,0 0 224 0,0 0 160 16,0 0-352-16,87 0-439 0,-55 0-461 15,5 0-244-15,2 0 0 0,-3-6-12 16,4 0-340-16,-4-10-293 0,4-3-219 15,-4 0-224-15,-5-3-664 0,-6 3-2420 16,-1-7-4881-16</inkml:trace>
  <inkml:trace contextRef="#ctx0" brushRef="#br0" timeOffset="113358.748">18559 13643 2964 0,'0'0'13077'16,"0"0"-10981"-16,0 0-1540 0,0 0 340 16,87 44 656-16,-59-37-411 0,0-4-365 0,3-3-352 15,1-7-244-15,4-6-76 0,1-2-104 16,-5-4-364-16,-5-8-516 0,0 6-177 16,-6 2-199-16,-5 3-732 0,-4 3-2048 15,-12 7-2781-15</inkml:trace>
  <inkml:trace contextRef="#ctx0" brushRef="#br0" timeOffset="113542.023">18698 13662 10516 0,'0'0'2221'0,"0"0"-1189"16,-12 104-92-16,12-49 800 0,0 8 196 0,0 11-304 16,-4-5-584-16,4 4-388 0,-5-3-211 15,5-4-133-15,-3-5-184 0,-1-7-132 16,0-10-244-16,4-12-132 0,0-10-121 0,0-12-99 15,0-7-172-15,4-10-224 16,8-5-416-16,0-17-540 0,-4 10-1144 0,8-25-3261 16</inkml:trace>
  <inkml:trace contextRef="#ctx0" brushRef="#br0" timeOffset="113724.761">18797 13735 11461 0,'0'0'2480'15,"0"0"-1480"-15,0 0-672 0,0 88 260 0,0-43 616 0,4 3-64 16,-4 2-336-16,5 2-240 0,-1-2-160 0,0 1-76 16,-1-4-108-16,-3-2-156 0,0-1-64 15,0-2-52-15,-7-4-400 0,3-3-452 16,-9-3-220-16,6-7-340 0,-5-3-892 16,3-6-2857-16,-2-7-2367 0</inkml:trace>
  <inkml:trace contextRef="#ctx0" brushRef="#br0" timeOffset="113882.093">18801 14141 10424 0,'0'0'3885'0,"0"0"-2801"0,0 0-252 15,0 0 452-15,92-9 28 0,-64 9-368 16,0 0-344-16,0-4-344 16,0 1-256-16,0-3-12 0,-4 3-184 0,-5-4-268 15,1 1-148-15,-3 0-104 0,-6-1-272 16,1 1-800-16,-4 6-2332 15,-8 0-2461-15</inkml:trace>
  <inkml:trace contextRef="#ctx0" brushRef="#br0" timeOffset="114091.801">19160 14372 11325 0,'0'0'4268'0,"-8"71"-3512"0,4-30-596 0,4 10 264 16,-4 9 248-16,0 0 416 0,4 7-340 15,-4-3-332-15,4-1-268 0,0-3-136 16,0-3-12-16,0-2-88 0,0-11-208 16,4-2-8-16,-4-8 32 0,4-9-72 0,0-5-176 15,-4-8-220-15,0-5-308 16,0-4-500-16,0-3-564 0,0 0-1813 0,0-17-2135 16</inkml:trace>
  <inkml:trace contextRef="#ctx0" brushRef="#br0" timeOffset="114299.028">19259 14366 11429 0,'0'0'1692'0,"0"0"-1068"15,0 0-104-15,0 0 592 0,0 0 184 16,80-38-364-16,-68 38-400 0,1 0-224 16,-2 7-72-16,-3 2 96 0,-3 5 244 15,-5-2-244-15,0 7-332 0,-9 0-124 16,-3 3 16-16,-4 3-28 0,1 1-96 0,-6-4-100 15,2 0-236-15,-1-3-136 16,-1-5-56-16,6-6-268 0,-1-8-624 0,8 0-680 16,0-8-677-16,4-25-1739 0</inkml:trace>
  <inkml:trace contextRef="#ctx0" brushRef="#br0" timeOffset="114575.669">19487 14103 11909 0,'0'0'2904'0,"0"0"-1672"16,0 0-264-16,0 0 628 0,0 0 36 16,32 83-584-16,-32-61-608 0,4 3-319 0,-4-6-109 15,0 0-12-15,0-3 0 0,0-6-133 16,0 0-63-16,0-10-12 0,0 0 76 16,4 0-196-16,-1-4-40 0,10-5 200 15,-5-4 168-15,11-3 48 0,-3 0-48 0,5-3-60 16,-2 3-28-16,1 4-8 0,0-1 32 15,0 7 16-15,0 2 40 16,-8 4 8-16,4 4 220 0,-8 8 84 0,-1 4-108 0,-7 3-196 16,4 0-184-16,-4 6-144 15,-4-2-196-15,-3-2-264 0,-1 2-780 16,-1-6-3164-16,-6-3-7077 0</inkml:trace>
  <inkml:trace contextRef="#ctx0" brushRef="#br0" timeOffset="116835.168">8582 15274 10876 0,'0'0'5509'16,"0"0"-4425"-16,0 0-888 15,0 0 336-15,79 7 564 0,-34-9-40 0,10-3-144 16,4-4-460-16,1-4-271 0,-4 1-173 16,0-4-16-16,-8 0-57 0,0-1-71 15,-9 5-20-15,2-1-100 0,-9 5-192 0,-4-3-272 16,-9 11-472-16,-3 0-1100 0,-8 0-2980 16,-8 14-2237-16</inkml:trace>
  <inkml:trace contextRef="#ctx0" brushRef="#br0" timeOffset="116995.141">8904 15430 7280 0,'0'0'5589'0,"0"0"-4557"0,0 0-512 16,0 0 176-16,0 0 764 15,0 0-268-15,-43 67-412 0,66-57-252 0,5-8 24 16,9-2-136-16,10 0-36 0,1-5-208 16,-1-12-172-16,6-2-24 15,-10-6-184-15,1-4-540 0,-4-2-196 0,-8-1-356 0,-8 7-1524 16,-5-11-5065-16</inkml:trace>
  <inkml:trace contextRef="#ctx0" brushRef="#br0" timeOffset="117228.644">9183 14890 11509 0,'0'0'1344'15,"0"0"-732"-15,0 0-192 16,88 39 440-16,-52-24 224 0,8 7-180 15,-1 1-332-15,1 2-224 0,4 4-160 0,-4 2 84 16,-4 4-124-16,-8 3-148 0,-8 4 4 16,-5-1-4-16,-6 8 8 15,-13-2-8-15,0 6-8 0,-20 5-276 0,-5 2-200 16,-3 4-224-16,1-1-260 0,-5 0-392 16,0-2-600-1,9-18-2757-15,-18 12-3066 0</inkml:trace>
  <inkml:trace contextRef="#ctx0" brushRef="#br0" timeOffset="118213.028">11530 15484 940 0,'0'0'9816'0,"0"0"-8235"16,0 0-177-16,0 0-252 15,0 0 412-15,-44-70-208 0,33 64-332 16,-2 0-288-16,2 2-332 0,-2 2-172 16,1 2 24-16,1 0 428 0,-6 6-76 15,2 13-343-15,-1 9-81 0,0 14-28 0,0 15 16 16,4 13 20-16,0 10 4 0,0 1-40 0,1 5-36 15,2-9-24-15,1-14-36 0,8-16-60 16,0-15-68-16,4-18-136 0,16-14-52 16,8-11 100-16,8-14 12 0,7-10-4 15,2-12-32-15,-2-7-209 0,-7-4-99 16,0 5 52-16,-12 1 168 0,0 8 144 16,-9 9 112-16,-6 7-36 0,-1 9 48 0,-5 3 136 15,-3 10 132-15,0 2 24 16,0 4-160-16,0 0-8 0,4 7 20 15,0 5-132-15,5 7 120 0,-1 6-44 0,7 7 69 16,-2-3 27-16,2 2 32 16,1-1-104-16,0-8-112 0,0-7-120 0,0-5-120 15,4-7-29-15,0-3-35 0,0-3-220 16,4-10-244-16,0-6-112 0,-4-6-612 16,3 0-1412-16,-6 2-2885 0,2-11-2959 0</inkml:trace>
  <inkml:trace contextRef="#ctx0" brushRef="#br0" timeOffset="118529.718">12016 14583 1056 0,'0'0'9332'0,"0"0"-7299"0,0 0-921 16,0 0 104-16,0 0 476 16,0 0-216-16,0 0-512 0,0 0-324 15,0 0-236-15,0 0-136 0,8-6 160 0,-3 37 60 16,2 7-88-16,-3 6-132 16,0 5-15-16,-4 3-93 15,0 0-136-15,0-5-24 0,-8 1-72 16,4-7-100-16,1-6-277 0,-2-6-231 0,1-7-4 0,0-13 72 15,4-2 8-15,0-7-256 0,0-2-720 16,0-12-1008-16,0 4-2105 0,0-15-887 0</inkml:trace>
  <inkml:trace contextRef="#ctx0" brushRef="#br0" timeOffset="118747.158">12056 14570 7372 0,'0'0'2592'0,"0"0"-955"16,0 0-341-16,0 0 40 0,0 0-300 15,0 0-272-15,0 0-96 0,87-31-132 16,-74 33-76-16,-2 4-16 0,-3 5-148 0,-4 1-100 16,1 1-20-16,-5 6-116 15,0 0-60-15,0 3-4 0,-9 0-8 16,-2 3-88-16,-1 1-120 0,-4-3-76 0,0 2-88 16,-4-3-164-16,4-6-148 0,0-4-120 15,4-2-192-15,0-7-504 0,4 0-1105 16,-4-3-2575-16</inkml:trace>
  <inkml:trace contextRef="#ctx0" brushRef="#br0" timeOffset="119088.649">12339 14493 8128 0,'0'0'2380'0,"0"0"-1387"15,0 0-29-15,0 0 540 0,0 0-164 0,0 0-536 16,0 0-412-16,0 0-256 0,0 0-8 16,36 84 44-16,-36-66-56 15,0-2-116-15,0-3-48 0,0-7 44 0,0 0-48 0,0-6-48 16,0 0 40-16,0 0 56 16,4 0-60-16,4-6-160 0,-1-3 0 15,2-7 80-15,6-3-4 0,-2-1-116 0,-2 1 0 16,6 7 100-16,-6-1 24 0,1 3 64 15,-3 7 28-15,2 3 48 16,1 0 316-16,-3 3 296 0,-2 7-16 0,1 0-224 0,0 5-60 16,0 2-200-16,0-2-68 15,0 1-44-15,-4 0-100 0,4-3-36 16,-4 3-76-16,0-4-484 0,4 1-452 0,0-1-512 16,-5-2-1485-16,10 0-3663 0</inkml:trace>
  <inkml:trace contextRef="#ctx0" brushRef="#br0" timeOffset="119358.532">12976 14535 12165 0,'0'0'2192'0,"0"0"-928"0,0 0-900 16,0 0 340-16,0 0 612 0,0 0-108 15,0 0-548-15,0 0-440 0,92 29-220 0,-64-27 0 16,0-2-144-16,0 0-200 16,4-8-356-16,-1-9-572 0,1-6-804 0,-8 8-3345 15,0-17-4323-15</inkml:trace>
  <inkml:trace contextRef="#ctx0" brushRef="#br0" timeOffset="119504.894">13339 14307 12177 0,'0'0'2220'0,"0"0"-1136"16,0 0-504-16,-24 82 384 0,20-50 436 16,0 2-440-16,4 1-496 0,0 0-464 15,0-7-24-15,0 2-504 0,0-2-268 16,0-3-296-16,-8 4-748 15,4-7-2196-15,-12 9-2561 0</inkml:trace>
  <inkml:trace contextRef="#ctx0" brushRef="#br0" timeOffset="119833.42">11881 15246 6536 0,'0'0'2840'0,"0"0"-1936"0,0 0-139 0,0 0 1503 15,0 0-292-15,95 9-520 0,-51-9-496 0,4-3-368 16,4-6-24-16,7-1 108 0,6 1-64 0,6-4-260 16,1 0-108-16,11 1-24 15,5-2 0-15,4 3 252 0,11-3-91 16,-3-1-177-16,0-1-204 0,-5 0-36 0,-7 0-48 15,-9 0 12-15,-7 3-64 16,-9 1-9-16,-7 2-51 0,-11 1-72 0,-10-1-72 16,-10 4-12-16,-6 0 84 0,-10 2-88 0,-2 4-144 15,-7-2-240-15,0 2-36 16,-4 0-32-16,-8 0-668 0,-7 6-816 16,6-3-2925-16,-15 3-1771 0</inkml:trace>
  <inkml:trace contextRef="#ctx0" brushRef="#br0" timeOffset="120341.603">12514 15370 8868 0,'0'0'1576'16,"0"0"-595"-16,0 0-145 0,0 0 836 0,0 0-168 16,0 0-336-16,0 0-248 0,0 0-264 15,0 0-112-15,0 0-76 0,0 0-28 0,0 0-108 16,0 0-76-16,12 13 36 0,-12-5-72 16,0 3-48-16,0 5-28 15,0-4-20-15,0 4-4 0,0 3-20 0,-3 0-40 16,3 6-56-16,-5 3 0 0,1 12 44 15,0-2-36-15,4 3-4 16,-4 1-8-16,0-5-4 0,4-6-8 0,0-6-72 16,0-8-16-16,0-7-80 0,0-7-124 15,8-3-332-15,5 0-60 0,-2-10 140 0,-3-5-84 16,8-4-388-16,-8-10-1076 0,0 7-2621 16,0-11-3179-16</inkml:trace>
  <inkml:trace contextRef="#ctx0" brushRef="#br0" timeOffset="120541.167">12658 15386 10556 0,'0'0'2121'0,"0"0"-1481"0,0 0 388 15,0 0 672-15,0 0-644 16,0 0-512-16,80 19-272 0,-65-10-160 0,-2 1 172 16,-6 3 36-16,1-1 64 0,-4 4-92 15,-4 0-92-15,0 3 8 0,-4 4-24 16,-4-5-64-16,-8 2-112 0,4-2-8 15,-4-1-304-15,1-2-52 0,-2-5-184 0,6-4-164 16,3-3-224-16,-1-3-452 16,2 0-1304-16,3-12-3885 0</inkml:trace>
  <inkml:trace contextRef="#ctx0" brushRef="#br0" timeOffset="120688.276">12916 15427 1016 0,'0'0'10929'0,"0"0"-8873"0,0 0-856 15,92-16 584-15,-64 10 8 0,0-1-648 16,-4 0-472-16,0 2-416 16,0-4-256-16,-1-5-400 0,2 2-616 0,-5-4-312 15,-1 0-744-15,-6 4-3081 0,-2-5-4735 16</inkml:trace>
  <inkml:trace contextRef="#ctx0" brushRef="#br0" timeOffset="120847.85">13335 15196 4256 0,'0'0'7893'0,"0"0"-6553"0,0 0-944 0,0 0 416 16,20 76 672-16,-16-48-320 0,4 4-408 15,-4-1-364-15,0 4-144 0,-1-3-112 16,-3 0-136 0,0 3 0-16,0-6-220 0,0 3-648 0,0-4-560 15,0-9-932-15,0 9-3829 0</inkml:trace>
  <inkml:trace contextRef="#ctx0" brushRef="#br0" timeOffset="121601.575">14610 15418 3240 0,'0'0'7364'0,"0"0"-6283"16,0 0-733-16,0 0 368 0,-36-74 888 16,28 65-16-16,0 6-136 15,5 3-240-15,-10 3-400 0,1 6-420 0,-4 8-48 0,-3 5-112 16,-1 9 24-16,-1 10 24 0,2 4 72 15,3 6 281-15,0 3-317 16,7 0-112-16,-2-1-80 0,7 1-116 0,4-5-4 16,0-8 0-16,0-6-4 0,8-7 0 15,4-12-104-15,8-3-8 0,-4-10-152 16,7-3-41-16,5 0-35 0,0-9-172 16,4-4-60-16,-4-7-432 0,-8 2-1220 0,-4 1-3832 15,-4-5-4529-15</inkml:trace>
  <inkml:trace contextRef="#ctx0" brushRef="#br0" timeOffset="121770.101">14486 15773 11401 0,'0'0'2136'16,"0"0"-1096"-16,0 0-284 0,0 0 380 16,0 0-80-16,0 0-64 0,0 0-232 15,108-12-356-15,-68 5-208 0,4-3-124 0,-4-3-72 16,-1 5-272-16,1-6-596 15,0 3-480-15,-16 4-960 0,8-5-3849 0</inkml:trace>
  <inkml:trace contextRef="#ctx0" brushRef="#br0" timeOffset="122164.024">15100 15526 9472 0,'0'0'3269'0,"0"0"-2081"16,0 0-1088-16,0 0 724 0,91 32 1000 0,-50-20-52 16,-2-3-296-16,5-2-332 0,4-7-376 15,-1 0-235-15,6-9-229 0,-1-7-172 16,-1-8-132-16,-3 3-164 0,0-4-320 15,-8-4-173-15,-8 7-219 0,-4 0-236 16,-9 6-628-16,-3 5-1352 0,-12 9-3081 16,-4 2-1483-16</inkml:trace>
  <inkml:trace contextRef="#ctx0" brushRef="#br0" timeOffset="122341.975">15614 15509 2936 0,'0'0'7084'0,"0"0"-5243"0,0 0-945 15,0 0-40-15,-36 82 628 0,32-43 24 16,1 5-316-16,-6 11-436 0,5 5-216 0,0 3-24 15,-4 8-12-15,1-5-80 16,-2 1-180-16,-3-4-192 0,5-9-52 16,-2-6-184-16,9-10-84 0,0-13-52 0,0-11-20 15,0-8-276-15,5-6-308 0,3-4-328 0,-1-12-796 16,1 4-3169-16,5-20-4287 16</inkml:trace>
  <inkml:trace contextRef="#ctx0" brushRef="#br0" timeOffset="122511.774">15634 15679 11897 0,'0'0'2208'0,"0"0"-1308"15,0 0-500-15,0 62 216 0,4-24 412 0,0 7-84 16,4 3-240-16,-4-1-140 0,4 4-84 0,-4-3-64 16,0 2-40-16,0-2-144 15,0-1-184-15,-4-2-48 0,0-7-460 16,0-3-200-16,0-6-264 0,-4-4-64 0,0-4-568 15,4-7-1404-15,-8-4-4457 0</inkml:trace>
  <inkml:trace contextRef="#ctx0" brushRef="#br0" timeOffset="122667.031">15685 16112 11057 0,'0'0'3044'15,"0"0"-1540"-15,0 0-600 16,0 0 736-16,81-33-604 0,-50 22-560 0,9 2-344 0,8-7-132 15,-1-3-136-15,6 0-440 0,-5-3-744 16,3 0-792-16,-15 9-2600 0,12-6-5193 16</inkml:trace>
  <inkml:trace contextRef="#ctx0" brushRef="#br0" timeOffset="122841.119">16232 16351 12793 0,'0'0'1908'15,"-21"101"-1392"-15,14-49-36 0,-1 5 164 0,0 9 4 16,3 0-400-16,1-1-248 0,1-5-100 16,3-3 0-16,0-6-36 0,0-7-364 0,0-9-180 15,0-6 124-15,0-14 280 0,0-8-228 16,3-7-972-16,-3 0-3249 16,4-19-3011-16</inkml:trace>
  <inkml:trace contextRef="#ctx0" brushRef="#br0" timeOffset="123041.066">16256 16177 14201 0,'0'0'2632'15,"0"0"-1376"-15,0 0-1184 0,0 0 472 16,0 0-100-16,0 0-16 0,84 44 0 16,-61-35-220-16,-3-2-208 0,0-1-136 0,-4 0-120 15,0-3-148-15,-8 4-160 0,-4 2 120 16,-4 2 172-16,-8 3-24 0,-8 5 48 15,-4 0-52-15,-8 4 76 0,-4-4-48 0,1-3-204 16,-6-3-556-16,-3 0-1240 16,12-7-3205-16</inkml:trace>
  <inkml:trace contextRef="#ctx0" brushRef="#br0" timeOffset="124526.705">20925 15700 8220 0,'0'0'1140'16,"0"0"3653"-16,0 0-3029 0,0 0-140 0,0 0-276 15,0 0 36-15,108 9-324 16,-48-2-219-16,15-4-333 0,1-3-228 16,-1 0-76-16,2-7-72 0,-2-5-20 0,-8-4-112 15,2 0-148-15,-5-3-8 0,-13 0 72 16,-3-3-100-16,-16 3-312 15,-8 0-305-15,-9 3-123 0,-11 6-324 0,-4-1-952 16,0 4-1580-16,-15 0-2285 0</inkml:trace>
  <inkml:trace contextRef="#ctx0" brushRef="#br0" timeOffset="124731.785">21478 15659 7948 0,'0'0'3221'16,"-7"72"-841"-16,7-26-684 0,0 14-48 0,4 15-112 15,-1 9-464-15,6-1-204 0,-1 5-188 0,-4 1-388 16,0-3-168-16,-4-4-76 16,3-13-48-16,-3-6-132 0,4-14-76 15,1-11 48-15,3-16-36 0,3-6-120 16,6-13-136-16,-2-3-108 0,6-16-180 0,-1-12-320 16,3-7-552-16,-3-9-1068 15,-3 6-2249-15,-2-23-827 0</inkml:trace>
  <inkml:trace contextRef="#ctx0" brushRef="#br0" timeOffset="124928.817">21694 15815 6080 0,'0'0'3156'15,"0"0"-1411"-15,0 0-717 0,0 0 108 0,0 0 328 16,0 0-432-16,24 111-112 0,-8-60-136 16,-4 9 8-16,4 1 72 0,-8 2-164 15,0-3-272-15,-1 0-172 0,-7-3-152 0,5 1-104 16,-5-8-48-16,0-5-72 15,-5-5-140-15,5-1-340 0,-4-11-112 16,4 1 48-16,0-7-144 0,0-6-368 0,0-2-1120 16,4-9-1945-16,1-5-307 15,-5-5 120-15</inkml:trace>
  <inkml:trace contextRef="#ctx0" brushRef="#br0" timeOffset="125081.237">21757 16331 1032 0,'0'0'4896'0,"0"0"-3244"0,0 0 356 0,0 0 17 15,0 0 367-15,0 0-412 0,92-27-444 0,-59 29-520 16,3 4-108-16,-1-2-196 0,5-4-296 16,-1 0-368-16,2 0-48 0,-2-6-184 15,5-4-316-15,0 1-324 0,0-8-184 16,-4 5-732-16,-13 2-2464 0,10-2-3613 16</inkml:trace>
  <inkml:trace contextRef="#ctx0" brushRef="#br0" timeOffset="125264.387">22427 16446 12389 0,'0'0'1924'0,"-15"80"-1140"0,11-39-296 15,-5 13 408-15,1 4 88 0,1 1-168 16,3 2-312-16,0-4-220 0,-1-1-124 16,1-4-12-16,4-1-148 0,-4-4-60 15,0-5-152-15,1-4-108 0,-1-7-148 0,4-5-76 16,-4-8-112-16,0-5-336 0,4-9-544 15,0-4-884-15,-5-10-2921 0</inkml:trace>
  <inkml:trace contextRef="#ctx0" brushRef="#br0" timeOffset="125471.69">22359 16449 12209 0,'0'0'1812'15,"0"0"-764"-15,0 0-192 0,0 0 160 16,0 0-132-16,84-12-352 0,-59 12-116 15,-2 0-144-15,1 3-136 0,-4 0-128 16,-1 3-8-16,-6 4-100 0,-5-1 52 0,-8 7 0 16,0 4-40-16,-8 2-268 15,-9 3-188-15,-2 0 112 0,-5 1 72 16,0-4-152-16,0-3-44 0,0-6-208 0,4-7-488 16,0-3-852-16,5 0-1813 0,-2-3-1843 15</inkml:trace>
  <inkml:trace contextRef="#ctx0" brushRef="#br0" timeOffset="126105.92">22794 16049 2980 0,'0'0'10529'0,"0"0"-8329"0,0 0-1132 0,0 0-88 16,0 0 400-16,84 7-300 15,-41-7-348-15,9-7-344 0,0-5-204 0,-5-1-40 0,-2-3-144 16,-6 0-116-16,-3-3-152 16,-4 2-352-16,-8 5-200 0,-4-1-160 0,-4 8-552 15,-9 2-1624-15,-7 3-3953 0</inkml:trace>
  <inkml:trace contextRef="#ctx0" brushRef="#br0" timeOffset="126292.057">22930 16252 5192 0,'0'0'7849'0,"0"0"-5769"0,0 0-732 0,0 0-292 0,0 0-128 15,0 0-288-15,83 67-220 0,-43-63-224 16,4-4-88-16,-1-7-108 0,1-5-180 15,4-5-224-15,-4-5-272 16,-1 0-152-16,2-3-516 16,-13 9-1412-16,7-13-3941 0</inkml:trace>
  <inkml:trace contextRef="#ctx0" brushRef="#br0" timeOffset="126664.94">24128 15287 3848 0,'0'0'5144'0,"0"0"-3668"0,0 0 169 0,0 0 295 15,0 0-384-15,0 0-488 0,0 0-608 0,0 0-64 16,0 0 16-16,0 0-252 16,-79 39 36-16,59 12-120 0,-4 9 20 0,0 3 128 15,-4 7 32-15,0 3-96 0,0-4-72 16,0-2-80-16,0-3-8 0,8-14-100 15,5-8-32-15,7-10-4 0,4-16-48 16,4-7-188-16,0-5-272 0,12-4 100 0,-1-7-104 16,10-9 380-16,-1 4 172 0,-1-7 96 15,1 3 4-15,-4 2 44 0,0 8-44 16,1 6 152-16,-6 3-32 0,1 14 216 16,4 5 8-16,-4 13 36 0,0 6 88 15,-4 7 20-15,4 6 40 0,0 0-336 16,-4-4-60-16,3 1-92 0,2-3-44 15,-9-7-64-15,4-3-180 0,-1-6-360 16,-3-4-424-16,5-5-520 0,-1-8-1176 16,-5-5-2345-16,1 0-2911 0</inkml:trace>
  <inkml:trace contextRef="#ctx0" brushRef="#br0" timeOffset="128464.648">24822 15335 1632 0,'0'0'4244'0,"0"0"-1788"0,0 0-436 0,0 0-259 0,0 0-201 16,0 0-304-16,43 79-300 15,-30-53-152-15,-2 2-232 0,2 4-312 16,-5 1-12-16,-1 0-48 0,-3 6 20 16,-4-1 28-1,0 6-100-15,-11 0-60 0,-6 4-40 0,-2-3-36 0,-5 3 0 16,0-11-4-16,3-2-8 0,-2-6 4 0,3-6 0 15,0-8-4-15,4-2-12 0,0-4-172 16,4-5-88-16,5-4-60 0,-2 0-140 16,1-7-148-16,0-8 8 0,1-2 28 15,-2-4 348-15,1-2-80 0,4-2 76 0,1 2 140 16,-1 1 100-16,-4 6 24 16,8 0 204-16,-5 7-16 15,1 3 92-15,4 2 172 0,0 1 40 0,0 3-176 16,4 0-156-16,5 0-132 0,2 0 48 0,10 0 124 15,2 3 24-15,5 1 72 0,0 2-48 16,0 3-64-16,0-2-32 0,-4 2-28 16,0 2-60-16,-5-3-88 0,-2 3-96 15,-2-3-188-15,-2 2-224 0,-2 0-24 16,-3-1-140-16,5 0-256 0,-6 1-436 0,5-3-1608 16,-3-1-3561-16</inkml:trace>
  <inkml:trace contextRef="#ctx0" brushRef="#br0" timeOffset="128726.063">25364 15474 1292 0,'0'0'888'0,"0"0"-316"0,0 0 5136 0,0 0-3019 0,0 0-1005 16,0 0-604-16,-13 70-92 0,2-37-192 0,-2 5-80 15,2 3-216-15,-1 1-140 0,0-2-160 0,0 1-16 16,4-5-32-16,4-2-148 0,-4-4-4 16,8-9-100-16,0-2-24 15,0-7 24-15,0-5-112 0,8-1-12 0,-4-2 40 16,8-4-128-16,0 0-344 0,0-6-440 16,0-1-388-16,0-5-720 0,-4-2-2181 15,0 5-1239-15,-5-4 4517 0</inkml:trace>
  <inkml:trace contextRef="#ctx0" brushRef="#br0" timeOffset="128891.207">25292 15805 1384 0,'0'0'1212'0,"0"0"3224"15,0 0-1260-15,0 0-1051 16,0 0-669-16,0 0-64 0,0 0 116 16,0 0-476-16,0 0-452 0,84 6-332 15,-60-6-240-15,-5-3-8 0,9-7-156 0,-4-2-388 0,4-4-288 16,4-3-448-16,0-1-868 0,-4-2-1961 15,-4 6-4299-15,4-9 8144 0</inkml:trace>
  <inkml:trace contextRef="#ctx0" brushRef="#br0" timeOffset="129070.309">25726 15391 1148 0,'0'0'1616'0,"0"0"5744"0,0 0-4583 15,0 0-721-15,104 17-544 0,-68-17-444 16,3 0-608-16,-3-6-400 16,8-5-60-16,-4-3-308 0,8-5-264 0,-8-2-540 0,3 0-756 15,-15 2-3001 1,0-4-3771-16</inkml:trace>
  <inkml:trace contextRef="#ctx0" brushRef="#br0" timeOffset="129245.16">26001 15418 3220 0,'0'0'236'0,"0"0"1316"0,-32 75 3836 0,24-35-3391 0,1 6-529 16,-2 8-240-16,5 4-84 15,0 5-144-15,0 1-232 0,0-1-88 16,4-2-104-16,0-7-208 0,0-7-220 0,0-9-148 16,4-13-40-16,0-5-84 0,9-8-108 15,-6-5-272-15,1-7-408 0,0 0-532 0,4-7-1040 16,-8-2-2933-16,4-11-2571 0</inkml:trace>
  <inkml:trace contextRef="#ctx0" brushRef="#br0" timeOffset="129413.166">25929 15608 2668 0,'0'0'0'0,"0"0"0"15,0 0 496-15,0 0 976 0,0 0-1472 0,0 0-104 16,0 0-1368-16,0 0-224 15,0 0 1164 1,0 0 256-16,0 0 40 0,49-22 4 16,-42 15 164-16,-3 5 49 0</inkml:trace>
  <inkml:trace contextRef="#ctx0" brushRef="#br0" timeOffset="129643.028">25929 15608 1408 0,'68'-73'420'0,"-68"73"-292"0,0 0 172 0,0 0 2436 15,-4 6-16 1,4 1-944-16,0 3-548 0,0 2-95 15,0 7-57-15,0 3-160 0,0 4-116 0,0 5-108 0,0 1-48 0,0 6 20 16,0 3-16-16,0 1-76 16,0-1-52-16,0 3-16 0,-4-2 0 15,4-1-88-15,0-3-184 0,0 0-128 16,0-5-104-16,0-5-52 0,0-3-80 16,0-3-188-16,0-6-84 0,4-3-172 0,0-4-44 15,0-5-48-15,-4-1-192 0,4-3-600 16,4-7-1068-16,-4-2-1765 0,0-1-2347 15,0-9 5412-15</inkml:trace>
  <inkml:trace contextRef="#ctx0" brushRef="#br0" timeOffset="130118.99">26029 15916 2700 0,'0'0'9013'0,"0"0"-7249"0,0 0-964 16,0 0 440-16,0 0 176 0,0 0-112 0,0 0-332 15,0 0-248-15,91-12-128 16,-63 1-144-16,0 5-172 0,0-7-156 0,0 1-124 16,-3-1-148-16,-2 1-448 0,1-4-260 15,0-3-272-15,-4 3-784 0,0 3-2636 16,-8 3-3437-16</inkml:trace>
  <inkml:trace contextRef="#ctx0" brushRef="#br0" timeOffset="130345.528">26392 15954 5256 0,'0'0'244'0,"0"0"5849"0,0 70-4545 15,3-35-276-15,-3 10 452 0,4 2-100 16,-4 7-440-16,0 3-460 0,0 0-296 15,0 0-120-15,0-3-64 0,0-3-112 0,0-3-128 16,0-10-4-16,0-3-80 0,0-10-188 16,0-6-124-16,0-6-256 0,0-7-164 15,0-3-28-15,4-3-340 0,0-9-1104 16,5-7-2653-16,-5-6-1619 0,-1 3 4636 16,5-16 1244-16</inkml:trace>
  <inkml:trace contextRef="#ctx0" brushRef="#br0" timeOffset="130528.666">26463 16116 1280 0,'0'0'2944'0,"0"0"3508"16,0 0-4831-16,0 0-597 0,0 0-120 15,0 0-300-15,92-25-224 16,-76 25-152-16,0 0-52 0,-4 7 24 0,0-1-88 0,-8-1-12 16,-4 2 0-16,0 3 120 0,-4-1 176 15,-8 4-96-15,-4 0-148 16,-5-1-152-16,-2-2-60 0,-1-1-116 15,-4-5-60-15,4-2-76 0,-4-2-168 0,0-12-476 0,5-4-1192 16,3 0-3833-16</inkml:trace>
  <inkml:trace contextRef="#ctx0" brushRef="#br0" timeOffset="130800.712">25543 15027 236 0,'0'0'364'0,"0"0"10581"16,0 0-8173-16,0 0-1588 0,0 0-336 0,0 0 72 15,0 0 96-15,0 0-340 0,115-19-132 16,-63 9-216-16,8 1-264 15,8-3-64-15,3-2-136 0,-2 2-24 0,-2 2-60 0,1 1-172 16,-5-1-188-16,-3 1-276 16,-4 0-704-16,-16 2-2320 0,16-6-3209 15</inkml:trace>
  <inkml:trace contextRef="#ctx0" brushRef="#br0" timeOffset="131113.695">27097 14796 12601 0,'0'0'2604'0,"0"0"-1032"15,32 85-132-15,-17-41 204 0,5 3-360 0,1 8-347 16,-2 5-333-16,-3 11-180 0,0 4-24 15,-4 8 44-15,-8 3-116 0,-4 9-216 16,0-3-112-16,-7 0-8 0,-2-3 4 16,5-7-80-16,-4-5-96 15,8-10-232-15,0-11-12 0,0-4 28 0,8-11 152 16,5-6-204-16,-2-4-353 16,6-2-235-16,-6-4-524 0,1 1-1124 0,0-5-2649 0,-4-4-3643 15,0 8 7840 1</inkml:trace>
  <inkml:trace contextRef="#ctx0" brushRef="#br0" timeOffset="132475.125">28412 14979 4300 0,'0'0'520'0,"0"0"5080"0,0 0-3147 0,0 0-469 16,0 0-136-16,0 0-320 0,55 70-472 0,-42-35-564 15,-2 6-136-15,-7 4-124 16,-4 6-88-16,0 0-32 0,-8 0-16 15,1-4-12-15,-10 1-32 0,2-1 44 0,-9-3-12 16,0 1 52-16,-1-8-4 0,-3 2 40 16,1-7 60-16,-1-7 145 0,0 0-221 15,0-8-156-15,0-2-108 0,4-5-185 16,0-8-95 0,5-2-64-16,-1-2 0 0,4-11-72 0,4-2-88 0,0-7-16 15,4-3 76-15,0-8-280 0,0 5 24 0,4-1 304 16,4 3 204-16,0 7 148 0,0 8 72 15,4 4 80-15,8 7 488 0,4 0-92 16,4 7 300-16,7 1-188 0,1 9-160 16,4-5-76-16,5 4-52 15,-5 0-144-15,3-3-76 0,1-1-8 0,0-2-104 16,-1-1-136-16,6-3-332 0,-5 1-392 16,3-1-624-16,-7 1-1624 0,11 0-1901 0</inkml:trace>
  <inkml:trace contextRef="#ctx0" brushRef="#br0" timeOffset="133545.712">28702 14268 2736 0,'0'0'7988'0,"0"0"-6187"0,0 0-513 15,0 0-488-15,0 0 144 16,0 0 360-16,28 76-544 0,-16-31-476 0,4 6-196 16,0 6-84-16,-4 6 88 0,0-2-92 15,-4 2-52-15,0-3-20 16,-4 1-40-16,0-11-48 0,0-5 8 0,0-10-32 15,-4-7-152-15,4-5-112 0,-4-11-332 16,4-2-404-16,-1-7-880 16,2-3-2905-16,-1-6-1519 0,4-13 5401 0</inkml:trace>
  <inkml:trace contextRef="#ctx0" brushRef="#br0" timeOffset="133791.72">28869 14372 8360 0,'0'0'2601'0,"0"0"-637"0,0 0-564 0,0 0-152 16,0 0-80-16,0 0-456 0,0 0-280 15,0 0-124-15,88-12-96 0,-68 18-88 16,-4 5-76-16,0 1-44 0,0 1 72 16,-8-1-28-16,0 1-44 0,0 3 0 15,-8 0-4-15,0 2 0 0,-8 2-4 16,-3 1-144-16,-6 2-160 0,-3 0-188 15,1-4-100-15,-5 3-224 0,-4-3-504 0,3 0-988 16,6 0-2009-16,3-4-2243 0,-5 5 5392 16</inkml:trace>
  <inkml:trace contextRef="#ctx0" brushRef="#br0" timeOffset="134027.435">29559 15166 7492 0,'0'0'5737'0,"0"0"-4177"0,0 0-916 0,0 0 176 16,0 0 252-16,88 4-540 0,-60-13-532 15,4-5-460-15,0-1-828 0,-4-1-640 0,-1 0-2489 0,-11 6-3563 16,-4 10 7132-16</inkml:trace>
  <inkml:trace contextRef="#ctx0" brushRef="#br0" timeOffset="134184.306">29507 15449 196 0,'0'0'11929'16,"0"0"-9853"-16,0 0-1088 15,0 0 532-15,0 0-216 0,0 0-356 0,0 0-308 16,0 0-124-16,0 0-140 0,100 58-192 0,-64-65-184 16,0-2-172-16,0-3-244 0,-1-2-304 0,1-2-204 15,-4 0-612-15,-8 7-2312 0,8-7-4029 16</inkml:trace>
  <inkml:trace contextRef="#ctx0" brushRef="#br0" timeOffset="134774.516">30188 15198 8080 0,'0'0'6829'0,"0"0"-4557"0,0 0-1304 16,0 0-312-16,0 0 288 0,0 0-332 15,0 0-344-15,53-76-244 16,-26 41-24-16,5 0-84 0,-4-3-136 0,4 3-196 16,-8 3-12-16,-1 4 132 0,-2 2 136 15,-5 5 88-15,0 1 60 0,-9 8 12 16,2 2 52-16,-5 4 68 0,0 6 164 0,-4 0 36 15,0 0-88-15,4 0-12 16,-4 6-96-16,3 10-76 0,5 6 132 16,-4 10-80-16,5 6-52 0,-2 7-36 0,1 5 84 15,-4 1 52-15,5 6 0 16,-9 0-64-16,3 4 0 0,-3-4-12 16,0-7 76-16,0 2-40 0,0-11-108 0,0-3-72 15,0-9-112-15,0-1-264 0,4-5-236 0,-4-4-172 16,0-4-216-1,0-5-892-15,0-1-3801 16,-7-2-4235-16</inkml:trace>
  <inkml:trace contextRef="#ctx0" brushRef="#br0" timeOffset="134946.141">30340 15763 8352 0,'0'0'7089'0,"0"0"-5485"15,0 0-1280-15,0 0 36 0,0 0 788 0,0 0-80 16,0 0-288-16,0 0-172 15,104 45-216-15,-64-45-199 0,3-6-185 0,1-7-8 16,0-3-145-16,-1-3-207 16,-2 0-232-16,-5-4-260 0,-1-2-136 0,-7 0-688 15,0 3-2124-15,-8 6-2601 16,0-3 217-16</inkml:trace>
  <inkml:trace contextRef="#ctx0" brushRef="#br0" timeOffset="135675.333">31173 14446 10232 0,'0'0'2581'16,"0"0"-1065"-16,0 0-520 0,0 0-152 15,0 0-192-15,0 0-292 0,76-67-208 0,-53 46-152 16,5-5-44-16,-4 6 44 16,0-2 4-16,-4 9 72 0,-4 1 148 15,0 2 48-15,-4 4 100 0,-4 3 168 0,-5 3-168 16,1 0-140-16,-4 0-24 0,0 0-12 15,0 6-124-15,0 10-60 0,5 6 296 16,-5 10-100-16,0 10-112 0,-5 8-48 16,-6 7-40-16,-5 4-4 0,-4 2 8 15,0 4 0-15,0 0 36 0,0-5 36 0,4-4 12 16,0-10 184-16,9-7 525 16,3-9-381-16,4-4-424 0,0-5 0 15,4-7-120-15,7-4 0 0,1-6-40 0,8-2-109 16,0-4-107-16,4 0 156 0,0-7 100 15,4 1 116-15,0-3-8 0,-4 5-48 16,-4 1 48-16,-1 3-64 0,-2 10 76 16,-2 9 112-16,-2 6-40 0,-10 7-24 0,5 6 12 15,-4 6-56-15,-4 4-4 16,0 3-4-16,4 0-44 16,-4-1 40-16,0 1 4 0,4 0 4 0,-4-3 84 0,5-7 4 15,-2-3-88-15,5-3 0 0,-4-6 0 0,4-4-4 16,-4-3-72-16,0-6-216 15,4 0-84-15,-4 0-28 0,-4-6-24 16,4 2-212-16,-4 1-520 0,-4-1-752 0,-4-2-1100 16,0 3-1805-16,-4 3-771 0,0-7 3356 15,-4 3 2116-15</inkml:trace>
  <inkml:trace contextRef="#ctx0" brushRef="#br0" timeOffset="146117.615">6378 821 1908 0,'0'0'276'0,"0"0"-276"0,0 0 1420 0,0 0 1392 15,0 0-912-15,0 0-528 16,0 0-107-16,-7-21-17 0,3 15-24 0,4 2-208 16,0-3-180-16,-4 5-108 0,4-5-72 15,-5 4-24-15,5 1-96 0,-4-2-56 16,4 1-12-16,-4-1 60 15,0 4-120-15,4-6-80 0,-3 3-96 0,-1 0-60 16,0-4-76-16,-5 4 28 0,5 0-40 0,0 3 52 16,1-3 8-16,-1 3 52 0,-4 0 60 15,4 0-196-15,-1 3 36 0,1 3-96 0,1 4-132 16,-1 6-4-16,-4 9 52 16,-1 4 36-16,2 9 48 0,3 6 0 15,0-3 0-15,4 5-72 0,-4-9 60 0,4-1-36 16,0-5-4-16,0-9 40 15,0-3 0-15,4-6-84 0,0-7 0 16,3-3-64-16,-3 0 148 0,5-3 4 16,3 0 4-16,0-3-192 0,0-3 48 0,3-6-32 15,5-5 56-15,-3-5 16 0,-2 3 32 16,6-3-56-16,-6 0 56 0,-2 0-84 16,2-1 12-16,-2 2 28 0,-2 1 32 15,-3 1 76-15,-1 3 12 0,-2 7 60 0,-1-1-52 16,0 7-8-16,0 0-64 0,-4 3-96 15,4 0 88-15,0 3 72 16,3 6 540-16,6 4-260 0,-5 0-96 0,4 2-48 0,0 1 36 16,-5 0-88-16,6 0-8 15,-5-4-76-15,-1 2-4 0,1-5-96 16,5-2-24-16,-6-4-68 0,1-3-68 16,5 0-340-16,-6 0-152 0,5-7-288 15,1 0-476-15,-6-1-800 0,1 2-2113 0,0-7-2339 16</inkml:trace>
  <inkml:trace contextRef="#ctx0" brushRef="#br0" timeOffset="146327.443">6756 762 7340 0,'0'0'5601'16,"0"0"-4113"-16,0 0-704 15,0 0-356-15,0 0 340 0,0 0 428 0,0 0-344 16,0 0-112-16,0 0-104 0,88 0-292 0,-60-4-148 16,-4-2-188-16,1 0-8 0,3-1-100 15,-5 1-192-15,-3 0-308 0,4-4-176 0,-5 4-124 16,-2-4-384-16,-6 4-1288 16,6 0-3105-16</inkml:trace>
  <inkml:trace contextRef="#ctx0" brushRef="#br0" timeOffset="146507.422">6984 870 3056 0,'0'0'8469'0,"0"0"-7021"0,0 0-1040 0,0 0 24 0,0 0 632 16,0 0 296-16,0 0-272 0,0 0-284 16,0 0-224-16,0 0-164 0,79 9-328 0,-55-12-88 15,1-6-392-15,3-1-300 0,0-5-400 16,3-2-652-16,-3-1-2388 0,-5 1-4021 0,5-4 5453 15</inkml:trace>
  <inkml:trace contextRef="#ctx0" brushRef="#br0" timeOffset="146960.332">7497 635 12 0,'0'0'11765'16,"0"0"-9581"-1,0 0-1536-15,0 0-396 0,0 0 340 0,0 0 316 0,0 0 64 16,-7 73-280-16,7-48-172 0,4-6-152 16,-1 0-84-16,6-2-88 0,-5-9-12 0,4-2 72 15,-1-1 100-15,6-5-136 0,-1 0-220 16,4-7-80-16,-1-3 16 0,2-6-8 16,-2-3-76-16,2 0 16 0,-6-3 32 0,2 0 40 15,-2 0-52-15,1 3-20 16,-8-1-28-16,5 5 48 0,-9 1 28 15,0 2 84-15,0 3 80 0,-4 2-76 0,-5 2-4 16,-3 1-148-16,-4 4 148 0,1 0 112 16,-6 0-112-16,2 6-184 0,-5 4 36 15,-4 9-124-15,-4 2-60 0,4 6-188 16,-4 4-560-16,0 7-936 0,4-9-2313 16,-7 19-4395-16</inkml:trace>
  <inkml:trace contextRef="#ctx0" brushRef="#br0" timeOffset="147725.12">6621 2057 7688 0,'0'0'6945'15,"0"0"-5597"-15,0 0-968 16,0 0-8-16,0 0 176 0,0 0 320 0,0 0-16 16,0 0-92-16,0 0-52 0,0 0-100 15,0 0-180-15,-52-48-184 0,48 60-3 0,1 5-165 16,-1 2-64-16,0 6-4 15,4 7 88-15,0 3-24 0,0-7-72 16,0 2 0-16,0-11-48 0,0-4 36 0,4-8-108 16,-4-4 20-16,4-3-45 0,-1 0-207 15,5-6-24-15,1-4-4 0,2-6 64 0,1-3-16 16,4-4 124-16,1-5-36 16,-6 0-196-16,1 2 32 0,1 4 16 15,-6 0 132-15,5 9 112 0,-3 3 84 16,2 3 16-16,-3 7 48 0,4 0 148 0,0 0 320 15,-1 11-120-15,2 1 92 0,2 1-24 16,2 3-72-16,-6 0-100 0,2 0-24 16,-1 0-72-16,-1-4-148 0,2 1-40 15,-6-3-84-15,5-8 16 16,1 3-52-16,-6-5-352 0,10 0-484 16,-6-7 44-16,5-5-808 0,-8-2-1420 0,8-5-2969 15</inkml:trace>
  <inkml:trace contextRef="#ctx0" brushRef="#br0" timeOffset="147923.711">7084 1851 5956 0,'0'0'8145'0,"0"0"-6053"16,0 0-1428-16,0 0-228 0,0 0 296 0,0 0 156 15,95 0-224-15,-71-3-224 16,4-4-220-16,4-2-180 0,0-4-40 0,-4 1-120 15,0-1-112-15,-5 0-652 0,1 1-212 16,-7 1-212 0,-6 5-640-16,-3 3-1256 0,-8 3-3177 0</inkml:trace>
  <inkml:trace contextRef="#ctx0" brushRef="#br0" timeOffset="148058.51">7187 1984 1420 0,'0'0'11949'0,"0"0"-9737"0,0 0-1480 16,0 0-320-16,0 0 756 0,0 0 188 15,0 0-276-15,0 0-288 0,0 0-344 16,95 37-304-16,-62-51-144 0,3-5-244 16,-4-6-96-16,0-8-88 0,-4-5-364 0,-5 3-560 15,-7 6-1364-15,-4-3-3781 0</inkml:trace>
  <inkml:trace contextRef="#ctx0" brushRef="#br0" timeOffset="148282.084">7203 1569 5092 0,'0'0'9145'15,"0"0"-7721"-15,0 0-1020 0,40 79 348 0,-20-44 788 16,4 6-56-16,-1 6-252 16,1 3-343-16,4 5-185 0,0-1-328 0,-3-3-196 15,-6-4-180-15,1-5-72 0,0-7-84 16,-4-7-148-16,0-3-48 0,-4-9-36 0,4-2-209 15,-4-6-255-15,-1-8-408 16,2 0-840-16,-2-12-944 0,2 2-2685 16,-5-18-1659-16</inkml:trace>
  <inkml:trace contextRef="#ctx0" brushRef="#br0" timeOffset="148558.518">7769 1774 5216 0,'0'0'9049'16,"3"67"-6829"-16,-3-35-1472 0,0-3-340 0,5 2 384 0,3-8 476 16,0-10-464-16,3-5-352 0,2-8-448 0,2 0-4 15,6-8-4-15,-1-12-168 0,-1-2-132 16,5-10-48-16,-3 0-16 0,-6-3 24 16,1 1 88-16,-4 2 72 15,-4 0-40-15,-8 7 16 0,0-1 112 0,-4 4 96 0,-8 6 100 16,-8 1 36-16,1 8 12 0,-5 4 60 15,-1 3 160-15,-6 12-368 16,-1 8-240-16,-8 11-104 0,-4 10-124 0,0 10-152 16,-4 10-1052-16,5-1-3404 0,7-13-5209 15</inkml:trace>
  <inkml:trace contextRef="#ctx0" brushRef="#br0" timeOffset="150045.652">22064 15002 7976 0,'0'0'2396'0,"0"0"-147"0,0 0-529 0,0 0-508 15,0 0-180-15,0 0 224 0,0 0-392 0,0 0-140 16,37 72-184-16,-18-37-136 0,1 3-52 16,5 1 0-16,-2-4 16 15,1-4-100-15,-4-2-172 0,0-3-96 0,0-7-52 16,0-8-36-16,-1 0-8 0,-2-5-280 0,3-2-244 15,-1-4-28-15,1-4-224 16,1-9-372-16,2 1-604 0,-7-1-1076 16,5-13-3073-1</inkml:trace>
  <inkml:trace contextRef="#ctx0" brushRef="#br0" timeOffset="150191.09">22483 14897 4712 0,'0'0'7645'0,"0"0"-6725"15,0 0-920-15,0 0 0 0,-75 75 92 0,51-33 364 16,-8 6-456-16,0 6 0 16,-4 0-176-16,-4 3-180 0,4 0-232 15,-7 0-248-15,2-2-477 0,1 1-1575 0,9-15-2444 16</inkml:trace>
  <inkml:trace contextRef="#ctx0" brushRef="#br0" timeOffset="162737.841">29161 14558 1788 0,'0'0'7456'0,"0"0"-6344"16,0 0-572-16,0 0-215 15,0 0 123-15,0 0 516 0,0 0-112 0,0 0-140 16,0 0-28-16,0 0 48 0,0 0-104 16,0 0-152-16,79-5-100 0,-63 5-80 15,5 0-24-15,-6 0-108 0,1 0-96 16,4 0-68-16,4 0-100 0,-4-6-132 16,3 0-216-16,5-3-176 0,-4-5-132 15,0 3-304-15,1-9-820 0,-6 7-2481 16,-3-6-2231-16</inkml:trace>
  <inkml:trace contextRef="#ctx0" brushRef="#br0" timeOffset="162975.324">29754 14160 1500 0,'0'0'6200'16,"0"0"-3340"-16,0 0-1367 0,0 0-329 15,0 0-20-15,0 0 196 0,0 0-112 16,0 0-160-16,-4 89-268 0,4-54-308 16,-4 6-320-16,1-2-168 0,-1-1-4 15,-1 3-48-15,-3-3-24 0,4-1-88 16,4 3-480-16,-3-3-300 0,3 4-180 0,0-3-304 16,0-8-1552-16,0 13-3053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38:17.90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2430 3007 6624 0,'0'0'432'0,"0"0"4873"16,0 0-4129-16,0 0-184 0,0 0 64 0,0 0 28 15,0 0-128-15,0 0-188 0,15-38-164 16,-15 38-100-16,0 2-116 0,9 11-32 0,3 3 292 16,4 10 56-16,0 8-239 0,0 8-129 15,-1 8 248-15,-2 11-224 16,-5 5-236-16,-4 11-4 0,-4 12-48 0,0 6-72 16,-4 3 0-16,-4 1 0 0,-1-4-48 15,5-15-72-15,1-14-52 0,-1-18-44 16,4-14-124-16,4-15-132 0,3-6-221 15,2-7-183-15,6-6-284 0,10-3-368 16,-1-15-1220-16,-5-2-2017 0,17-27-2847 0</inkml:trace>
  <inkml:trace contextRef="#ctx0" brushRef="#br0" timeOffset="266.081">3083 3251 9048 0,'0'0'4133'0,"0"0"-3105"0,0 0-836 0,0 0 88 15,-75 54 676-15,47-32 412 0,-4 7-560 16,0-1-388-16,-3 4-272 0,2 0-100 16,1 2-48-16,-4 5-112 0,4-4-120 15,1 3 96-15,6-3 76 0,2-7 60 0,7-3 76 16,4-5 48-16,5-8-76 0,7-3 12 16,0 2 40-16,7-3 36 15,9 6 420-15,4-2-252 0,12 4 128 0,0 3-16 16,7-3 216-16,2 0-216 0,2 0-172 15,5 0-172-15,-4 3-68 16,-1 0-4-16,2-3-148 0,-6 3-104 0,6-3-408 16,-10 3-280-16,5 0-316 0,-16-6-1400 15,4 12-4293-15</inkml:trace>
  <inkml:trace contextRef="#ctx0" brushRef="#br0" timeOffset="904.603">2840 4619 4852 0,'0'0'7613'0,"0"0"-6629"16,0 0-832-16,0 0 88 0,0 0 496 16,0 0 564-16,0 0-260 0,0 0-244 15,0 0-140-15,0 0-104 0,28 86 0 0,-20-51-48 16,0 9-100-16,4 7-136 0,-8 3-12 16,4 0 0-16,-4 6-112 15,0-2-44-15,-4 2-60 0,0-3-40 0,0-6-112 16,0-3-20-16,0-8-28 0,-4-4-96 0,0-1 88 15,0-7-28-15,4-6 12 0,-4-3-172 16,4-3-220-16,0-5-100 0,0-9-112 16,0 1-244-16,0-3-728 0,0 0-1036 0,0 0-2517 15,0-5-1559-15</inkml:trace>
  <inkml:trace contextRef="#ctx0" brushRef="#br0" timeOffset="1587.77">2505 6105 9108 0,'0'0'3265'15,"0"0"-1621"-15,0 0-508 0,0 0-180 16,0 0 396-16,0 0-228 0,0 0-276 0,0 0-88 16,0 0-28-16,116 45 96 15,-64-42-175-15,-5-3-289 0,6 0-168 16,-10-6-52-16,1-5-24 0,-8-1-76 0,0-1-44 16,-8 0-60-16,-4 1-304 0,-4-4-312 15,-1 0-213-15,-6 4-159 16,-5-1-448-16,-4 6-1292 0,-4 1-2156 0,-8 3-2981 0</inkml:trace>
  <inkml:trace contextRef="#ctx0" brushRef="#br0" timeOffset="1766.645">2761 6194 11657 0,'0'0'1968'16,"0"0"-700"-16,-9 86-124 0,9-44 468 0,9 5-92 15,-5 3-296-15,4 4-348 0,-5 1-267 0,1 2-185 16,0 0-96-16,-4-3-124 15,0-3-204-15,-4-7-124 0,-3-6-156 16,3-8-68-16,0-9-117 0,0-2-131 0,4-7-292 16,0-6-436-16,0 1-1096 0,0-7-2352 15,-4 0-2641-15</inkml:trace>
  <inkml:trace contextRef="#ctx0" brushRef="#br0" timeOffset="1929.354">2821 6619 13613 0,'0'0'2200'0,"0"0"-1244"0,0 0 468 16,0 0 248-16,83-6-316 0,-63 6-515 16,4-3-381-16,-5 0-280 0,6-4-168 15,-9 1-12-15,-1 3-340 0,-2-3-253 16,-5 6-283-16,-4 0-296 0,-1 3-872 0,-3 6-2244 16,-7 16-701-16</inkml:trace>
  <inkml:trace contextRef="#ctx0" brushRef="#br0" timeOffset="2088.306">2836 6896 12837 0,'0'0'2560'16,"0"0"-1464"-16,0 0-272 0,0 0 176 0,0 0-188 0,0 0 96 15,0 0 156-15,84-16-324 16,-52 6-303-16,4-1-205 0,-1-6-88 0,5 1-144 0,-3 0-112 16,-2 0-436-16,1 7-145 15,0 2-391-15,-1 4-448 0,-10 0-3456 16,-1 9-6965-16</inkml:trace>
  <inkml:trace contextRef="#ctx0" brushRef="#br0" timeOffset="2600.948">2773 7359 7900 0,'0'0'2628'0,"0"0"-903"15,0 0-385-15,0 0 228 0,0 0-44 16,0 0-208-16,0 0-84 0,0 0-472 15,0 0-100-15,0 0-112 0,0 0 133 0,48 95-173 16,-33-46-216-16,2 11-60 0,-6 1-40 16,1-2-84-16,-7 1-24 0,2-2-24 15,-3-7-60-15,-4 0-68 0,4-4 64 16,-4-3-80-16,0-2-60 0,0-2-112 16,-4-5-192-16,0-3-181 15,0-3-259-15,1 0-360 0,-2-6-552 0,1-4-1280 16,-8-1-2909-16</inkml:trace>
  <inkml:trace contextRef="#ctx0" brushRef="#br0" timeOffset="3214.319">2653 8690 6916 0,'0'0'4229'16,"0"0"-3073"-16,0 0-784 0,0 0 1068 0,0 0-64 15,0 0-192-15,0 0-228 16,0 0-40-16,0 0-68 0,0 0-284 0,0 0-28 15,32-3 220-15,-16 3-27 0,-4 3-253 16,8 0-212-16,-1-3-80 0,5 0-52 16,8 0 24-16,4 0-24 0,8-6-32 15,0-7-92-15,4 3 40 0,-1-5-48 0,-2-2-24 16,-2 5-208-16,-7-4-156 0,-4 3 4 16,-4 1-80-16,-8 2-141 0,0 4 17 15,-8 3-68-15,-8-1-264 0,-4 4-1032 16,0 0-2424-16,-12 0-2637 0</inkml:trace>
  <inkml:trace contextRef="#ctx0" brushRef="#br0" timeOffset="3419.573">2801 8874 14129 0,'0'0'2044'0,"0"0"-1328"0,-8 98-392 16,8-60 272-16,0 7 524 0,4-1-236 15,-4-2-272-15,0-1-248 0,0-3-144 0,0-1-220 16,0-4-12-16,0-5-256 16,0-2-96-16,-4-4 44 0,4-6-32 0,0-6-300 15,-4-3-324-15,4-5-688 0,0 1-1472 16,-9-3-3429-16</inkml:trace>
  <inkml:trace contextRef="#ctx0" brushRef="#br0" timeOffset="3581.601">2844 9166 13869 0,'0'0'2524'0,"0"0"-1740"0,0 0-260 16,0 0 364-16,80 6 36 0,-56-6-192 15,4 0 60-15,4-3-232 16,8-6-279-16,-1-4-197 0,9 0-84 0,-4-5-329 16,0-2-411-16,-4 0-104 0,-1-1-136 15,-7 4-512-15,-4 3-1228 16,8-3-3297-16</inkml:trace>
  <inkml:trace contextRef="#ctx0" brushRef="#br0" timeOffset="8614.504">9426 2988 7536 0,'0'0'12'0,"0"0"3108"0,0 0-1779 15,0 0 27-15,0 0 28 0,0 0-100 0,0 0-196 16,0 0-108-16,0 0-80 15,0 0-76-15,-20-17-164 0,16 37-160 16,4 5-136-16,-4 16-96 0,0 7 37 0,-3 16-41 16,-1 8-32-16,-5 8-4 0,2 6-104 15,-6 2-16-15,2 8-112 0,-5-5-8 16,4 2-96-16,0-11 48 0,1-5-112 16,6-17 16-16,1-16 0 0,4-12-52 15,4-16-84-15,0-13-181 0,8-6-243 0,5-16-248 16,2-13-80-16,5-9-376 15,3-13-560-15,-2-9-580 0,-5-4-1677 0,-4 13-295 16</inkml:trace>
  <inkml:trace contextRef="#ctx0" brushRef="#br0" timeOffset="8917.432">9383 3245 4744 0,'0'0'3056'0,"0"0"-596"16,-13-80-759-16,9 61-281 0,1 6-152 0,3 7-72 16,0 2-16-16,0 4-348 0,7 4-340 15,6 6-20-15,6 9 140 0,5 7-48 16,4 8 60-16,4 7-160 0,-4 11-160 15,0 4-160-15,-4 5-48 0,-5 2-36 16,-2 4-56-16,-6 0-4 0,2-8 0 0,-9-1-8 16,0-7 8-16,0-10 76 15,-4-9-4-15,3-10-68 0,1-10 9 16,-4-5 35-16,4-7-48 0,5 0-12 16,-1-13 12-16,3-9 172 0,6-10 56 15,2-12-72-15,1-13-68 0,0-10-76 16,0-7-12-16,0-1-72 0,0 2-40 0,8 7-56 15,-1 7 36-15,5 12-89 0,1 9 37 16,-6 10-8-16,5 9-248 0,-8 3-144 0,0 10-124 16,-4 2-4-16,0 4-252 0,0 4-452 15,0 4-788-15,-5 6-576 16,-3-2-2253-16,1 14-927 0</inkml:trace>
  <inkml:trace contextRef="#ctx0" brushRef="#br0" timeOffset="9186.425">10088 3775 7492 0,'0'0'2552'0,"0"0"-1003"0,0 0-129 16,0 79-272-16,0-41 140 0,0 4-8 15,0 2-136-15,0 1-256 0,-5 2-308 16,2-3-212-16,-1 1-124 0,-4-3-244 0,0-5-36 16,4-5-184-16,0-7 12 15,0-3-152-15,4-11-156 0,0-5-236 0,0-6-168 16,8-13-636-16,4-6-128 0,8-6-156 16,-8-1-1101-16,16-18-2055 15</inkml:trace>
  <inkml:trace contextRef="#ctx0" brushRef="#br0" timeOffset="9415.547">10399 3794 8140 0,'0'0'2744'16,"0"0"-1227"-16,0 0-317 0,0 0 132 16,0 0 4-16,0 0-412 0,0 0-428 15,0 0-224-15,-72 79 24 0,44-47-76 16,1 0 4-16,-1-1-76 0,0 4-88 16,0-3-60-16,7-3 4 0,1-4-4 15,8 0 4-15,5-5 0 0,3-1 60 16,4-4 32-16,8-1 284 0,3-2 172 0,6 1-76 15,7 3-148-15,-1-7-120 0,5 4-72 16,4-4-28-16,0-3-108 0,4-2 0 16,-4-4-180-16,4 0-308 0,-1-4-160 15,1-8-236-15,0-1-348 0,0-6-716 16,-12-1-1004-16,15-8-3061 0</inkml:trace>
  <inkml:trace contextRef="#ctx0" brushRef="#br0" timeOffset="9623.1">10912 3870 11025 0,'0'0'2552'16,"0"0"-1448"-16,0 0-640 0,-47 70 280 0,27-39 620 15,-4 5-360-15,-4 2-204 0,1 3-112 16,-1 7-88-16,0 6-212 16,-8 0-144-16,4 6-132 0,-9 6-112 0,2 1-4 15,-1 3-120-15,0-7-96 0,4-2-96 16,0-11-148-16,5-5 72 15,6-10-124-15,6-13-100 0,7-6-88 0,8-10-280 16,4-6-688-16,0-6-2180 0,8-23-1533 0</inkml:trace>
  <inkml:trace contextRef="#ctx0" brushRef="#br0" timeOffset="9774.461">10805 4388 14053 0,'0'0'2008'0,"0"0"-1032"0,0 0-232 16,88-20 784-16,-60 11-400 0,-5-1-264 15,-3 1-303-15,4 0-113 0,-4-8-156 16,4-2-292-16,-4 1-216 0,-1-5-525 16,-2 1-71-16,-6 6-400 0,-2 1-1032 15,-5 5-2884-15,-4 7-2965 0</inkml:trace>
  <inkml:trace contextRef="#ctx0" brushRef="#br0" timeOffset="9947.901">10964 4356 12405 0,'0'0'2316'15,"0"0"-1272"-15,-11 95-652 0,11-50 212 16,0 6 648-16,0 3-92 0,0 2-120 16,-4 1-248-16,4-3-268 0,-9-2-207 0,5-5-173 15,-3-3-144-15,-1-8-88 0,-1-8-93 16,1-9-99-16,5-10-220 0,3-5-232 16,0-4-320-16,0-6-456 0,0-7-896 15,0 3-1808-15,0-12-1765 0</inkml:trace>
  <inkml:trace contextRef="#ctx0" brushRef="#br0" timeOffset="10098.409">10929 4626 12585 0,'0'0'2792'15,"0"0"-924"-15,0 0-644 0,0 0-44 0,99-3-360 16,-75 3-224-16,4 0-132 0,0-4-172 0,0 1-183 16,-1-6-109-16,1-4-109 0,-4 1-343 15,0-2-300-15,4 2-204 16,-4 3-420-16,0-2-536 0,-8 6-2920 0,4 5-5309 15</inkml:trace>
  <inkml:trace contextRef="#ctx0" brushRef="#br0" timeOffset="11347.169">11566 3317 7288 0,'0'0'1196'16,"0"0"-628"-16,0 0-76 0,0 0 2549 0,0 0-1385 15,0 0-408-15,0 0-352 0,0 0-196 16,0 0-80-16,-80-22-16 0,64 29-124 15,-3 2-48-15,-2 3-88 0,2 9-28 16,3 0 4-16,-1 5-16 0,6 9-48 16,7 3-12-16,4 3-72 0,0 6-40 15,11 4-44-15,2 6-84 0,2-3-4 16,2 0-100-16,-2-6-44 0,5-7-40 16,1-12-168-16,6-6-76 0,1-15-136 15,8-4-184-15,0-4-264 0,0-12-380 16,-1-5-968-16,-7 2-2793 0,12-17-3203 0</inkml:trace>
  <inkml:trace contextRef="#ctx0" brushRef="#br0" timeOffset="11673.33">12076 3486 10997 0,'0'0'2128'0,"0"0"-668"0,0 0-512 15,0 0 380-15,-79 85 160 0,55-49-340 0,3-2-316 16,6-2-236-16,2-3-280 0,2-8-244 15,7-7-72-15,4-5-192 0,0-3-100 16,0-6-4-16,8 0 40 0,-1 0-48 0,6 0-124 16,-5-10 48-16,7-2-188 15,-2-1-148-15,-2-2-64 0,2-5 120 0,-2 2 4 16,1-1 100-16,-3 0 64 0,-2 3 216 16,-3 0 276-16,0 6 232 15,0 3 172-15,-4 1 100 0,0 6 152 0,4 0-60 16,-4 4-60-16,4 9-52 0,4 6 296 15,0 3-8-15,0 6-60 0,-1 4-116 16,2 0-36-16,3-4-120 0,0-2-275 0,0-5-165 16,3-4-97-16,-2-4-87 15,2-7-144-15,5-3-244 0,1-3-308 16,-6-3-408-16,5-10-1008 0,-4 1-3401 0,0-13-4423 16</inkml:trace>
  <inkml:trace contextRef="#ctx0" brushRef="#br0" timeOffset="11899.805">12486 3309 7628 0,'0'0'4749'0,"0"0"-2737"0,0 0-184 0,56 66-108 16,-32-38-120-16,8 4-320 16,0 6-512-16,3 1-207 0,1-2-273 0,-4 5-172 15,-4-1-116-15,-8 0-12 0,-8-2-100 16,-4 5 16-16,-8-4-24 0,-8 2 12 15,-8 4-76-15,-8-2-73 0,-4-4-155 16,-8 2-52-16,1-7-132 0,-1-7-16 0,8-6-100 16,0-8-140-16,8-9-364 0,1-5-808 15,10-5-2697-15,-3-20-3195 0</inkml:trace>
  <inkml:trace contextRef="#ctx0" brushRef="#br0" timeOffset="12054.554">13307 3603 16833 0,'0'0'2044'0,"0"0"-1368"0,0 0-372 0,88-21-44 15,-64 10-92-15,-5 5-52 0,1-3-116 16,-3 2-308-16,-2-2-572 0,2 3-552 0,-6-1-1220 16,-7 7-3825-16</inkml:trace>
  <inkml:trace contextRef="#ctx0" brushRef="#br0" timeOffset="12197.375">13267 3749 10044 0,'0'0'6365'0,"0"0"-4697"0,0 0-968 16,0 0 564-16,0 0 4 0,0 0-75 15,88 64-349-15,-52-64-324 16,4 0-264-16,4-6-160 0,-1-7-96 0,6 1-228 16,-6-2-524-16,0-2-300 0,2 4-385 15,-17 6-1695-15,7-1-4665 0</inkml:trace>
  <inkml:trace contextRef="#ctx0" brushRef="#br0" timeOffset="12780.052">14562 3054 8868 0,'0'0'2353'0,"0"0"-229"15,0 0-700-15,0 0 136 0,0 0-276 16,0 0-124-16,0 0-152 0,0 0-252 0,0 0-108 16,0 0-112-16,0 0 69 15,116 25 39-15,-45-15 20 0,13-7-144 0,-1 0-196 16,5-3-72-16,0-6-68 0,-4-4-112 15,-1-5-72-15,1-1-12 16,-4-4-72-16,-1-1-64 0,-3-4-104 0,-4 1-268 16,-12-1-168-16,-4 6-60 0,-17 0-93 15,-7 3-339-15,-12 7-792 0,-8 2-1044 0,-8 1-2949 16,-12 0-3591-16</inkml:trace>
  <inkml:trace contextRef="#ctx0" brushRef="#br0" timeOffset="13021.808">15156 3114 12837 0,'0'0'2512'0,"0"0"-1280"0,-12 99-212 16,12-55 632-16,-4 13 0 16,-1 0-387-16,2 7-381 0,-9-4-412 15,4 4-172-15,0-4-168 0,-4-6-132 0,0-4-68 16,4-8-16-16,4-11-72 15,0-8-60-15,4-7-124 0,0-6-192 0,4-10-305 16,5 0-515-16,6-7-648 0,-3 1-1988 16,8-23-2585-16</inkml:trace>
  <inkml:trace contextRef="#ctx0" brushRef="#br0" timeOffset="13202.718">15399 3054 11117 0,'0'0'2116'0,"0"0"-884"0,0 0-272 16,11 102 432-16,-6-55 108 0,3 4 24 16,-4 9-472-16,4 1-444 0,-5 5-292 15,-3 5-219-15,4 1 35 0,-4 8-132 16,0-4-124-16,-4 3-217 0,1-6-291 16,-1-6-356-16,0-7-400 0,4-6-884 15,0-18-2820-15,0 8-4333 16</inkml:trace>
  <inkml:trace contextRef="#ctx0" brushRef="#br0" timeOffset="27832.737">2752 8712 1880 0,'0'0'1496'0,"0"0"-516"0,0 0-120 0,0 0 128 16,0 0 0-16,0 0-128 0,0 0-72 16,0 0-192-16,0 0-192 15,0-6-84-15,0 3 28 0,0 3 953 0,0-4-709 16,0 4-300-16,0 0-84 0,0 0 108 16,0 0 92-16,0 0-128 0,0 0-140 0,0 0 64 15,0 0 76-15,0 0 20 0,0 4-20 16,0-4 36-16,0 3-92 15,0-3-60-15,0 2-52 0,0 2-48 0,0 2 24 16,0 1-80-16,0-4-4 0,0 7-4 16,0-4-52-1,0 3 48-15,0 1-4 0,0 2 4 16,0 4-8-16,0 0 4 0,0 3-28 0,0 0 36 0,5 4 0 16,-1-1 8-16,-4 3 52 0,4 1 12 15,-4-4-68-15,4 0-4 0,0-3 4 0,-1 1 4 16,1-1-8-16,-4 0 0 0,4-1-8 15,1 1-80-15,-1 0 88 0,0 4-12 16,0-1-24-16,-1 0 36 0,1-3 40 16,-4 1-40-16,4-1-4 0,-4-5 4 15,4 5 0-15,-4 4 8 0,0-4-8 16,5 3-84-16,-5-2 8 0,4 2-24 0,-4 0 96 16,0-2-56-16,0-1 56 15,4-5 4-15,-4 3 4 0,0-4 4 0,0-1 40 16,0 1 16-16,0-3 12 0,0-1-28 15,0 0-40 1,0-2-4-16,0 3-4 0,0-1 4 0,0 0-4 16,0 4-36-16,0-2 32 0,0 0 4 0,0-1-8 15,0 2 8-15,3 5-4 0,-3-9 4 0,4 6-52 16,-4-2 52-16,4-2 4 0,0 0 12 16,-4-1 56-16,0 4 16 15,4-4 64 1,1 1-36-16,-5 3 8 0,0-1-36 0,3-2-76 0,-3-1-12 15,0 4 8-15,0-3-4 0,4 3 0 0,-4-5 8 16,4 3-4-16,0 1-4 0,-4 1 0 0,4 0 68 16,0 2 68-16,1-2-72 15,-2 0-64-15,1-4-4 16,0 0 100-16,0 1-88 0,-4-1 52 16,4-2-60-16,-4 2-4 0,4-2 64 15,-4-1-16-15,4 5-36 0,-4-6 64 0,0 2-64 0,0-1 48 16,0 1-44-16,4-5 56 0,-4 4-60 15,0-2 40-15,0-1-40 0,0 1 60 0,0-1-68 16,0 0 48-16,0-1-48 16,0-2 8-16,0 6 0 0,0-1-4 0,0-3 56 15,0 2-56-15,0-1 0 0,0 2 40 16,0 0-44-16,0-3 48 0,0 2 8 16,0-1 28-16,0 0 24 15,0 0 24-15,0 0 144 16,0-3 152-16,0 4-224 0,0-1-120 0,0 0-40 0,0 0-36 15,0-3 36-15,0 3-48 0,0 0-8 0,0-3-4 16,0 4 4-16,0-1 8 0,0 0 8 16,0 0 4-16,0 0-8 15,0 0 4-15,0-3 4 0,0 3 72 0,0-3-8 16,0 4-16-16,0-4-52 0,0 3 40 16,0-3 12-1,0 0-52-15,0 0 0 0,0 3 4 0,0-3-4 16,0 0 40-16,0 0-44 0,0 0 8 0,0 0 36 15,0 0 0-15,0 0 4 16,0 0-40-16,0 0 72 0,0 0-36 0,0 0-36 0,0 0 52 16,4 0-56-16,-4 0 40 0,0 0-44 15,0 0-4-15,0 0-12 0,0 0-112 16,0 0-20-16,0-3 8 0,0 3-72 0,4-7-260 16,-4 1-220-16,8-3-288 15,0-4-48-15,0-6-500 0,0 0-1352 16,-4-12-3833-16</inkml:trace>
  <inkml:trace contextRef="#ctx0" brushRef="#br0" timeOffset="32782.915">15017 4340 7280 0,'0'0'596'0,"0"0"3657"16,0 0-2965-16,0 0-168 0,0 0-212 15,0 0-52-15,0 0-84 0,0 0-160 0,-21-9-96 16,10 12-120-16,-5 3 72 16,-9 0-124-16,6 4-112 0,-9 2-24 0,4 4-96 15,-4 1-112-15,-4 1 60 0,4 8-52 16,-8-1 4-16,1 7-4 0,-1 2 40 16,-1 8-32-16,2 3 48 0,3-1-64 0,0 3-12 15,8-2 0-15,5-7-100 16,6-3 112-16,9-10 48 0,4-5 28 15,4-5-76-15,9-4-48 0,2-3-36 0,5-5 84 16,1 0 0-16,2-3-96 0,5-3 20 16,4-6 72-16,-4 0-56 0,-4-8-48 15,4-1-140-15,-8-1-84 0,-1-3-132 16,-2 3-20-16,-6-1-24 0,1 0-12 0,-7 8 132 16,-2-1-24-16,-3 5 132 15,0 1 280-15,-3 0 60 0,-6 2 144 0,1 1 48 16,-3-3-48-16,-2 5-196 0,-2-2-4 15,-6 4 8-15,1 6-12 0,1 1 0 16,2 5 12-16,2 5-12 0,2-2-68 16,6 2-80-16,3-2-128 15,0-2-252-15,4 0-1076 0,4-7-1272 0,7-6-2629 0,2 0 213 16</inkml:trace>
  <inkml:trace contextRef="#ctx0" brushRef="#br0" timeOffset="33019.119">15204 4517 2736 0,'0'0'104'0,"0"0"3180"0,0 0-844 0,0 0-408 0,0 0-451 16,0 0-97-16,0 0 8 15,-56 80-232-15,40-48-288 0,-8 6-252 0,8 4-164 16,1-4-52-16,-2 3-124 0,9-6-136 16,1-7-160-16,2-6 28 0,5-3 48 15,0-8-40-15,0-3-108 0,9-2 0 0,-2-2-12 16,1-1-12-16,5-3-172 15,2 0 124-15,-3-3-112 0,4-4-352 16,-4-2-388-16,4-4-264 0,-4 0-680 0,-5 1-1960 16,2-10-2721-16</inkml:trace>
  <inkml:trace contextRef="#ctx0" brushRef="#br0" timeOffset="33180.213">15060 4747 756 0,'0'0'2492'0,"0"0"5265"15,0 0-5589-15,0 0-580 0,0 0-208 0,0 0-188 16,0 0-300-16,0 0-104 16,0 0-408-16,100 19-344 0,-69-19-36 15,1-7-172-15,0-3-440 0,5 1-316 0,2-3-316 16,5-2 160-16,-12 5-1312 0,16-10-3297 16</inkml:trace>
  <inkml:trace contextRef="#ctx0" brushRef="#br0" timeOffset="41563.711">16224 4245 6232 0,'0'0'64'0,"0"0"340"0,0 0 2112 15,0 0-1004-15,0 0-431 0,0 0-437 16,0 0 184-16,0 0-128 0,0 0-292 0,-84-16-156 16,64 29 28-16,0 5 60 15,-4 6 136-15,-4 1 56 0,0 6 16 0,0 4-48 16,-4 3 32-16,4 6-64 0,0 1-24 16,5 6-60-16,3-1-92 0,8 7 28 15,4 0-112-15,8 1-36 0,0 2 12 16,0-3-52-16,12-2-8 0,0-11-120 15,4-6 80-15,4-6-72 0,0-9 148 16,4-9-16-16,0-3 148 0,-1-6-96 0,1-5-112 16,0 0-12-16,1-3-64 0,-6-5-8 15,1-9-352-15,-4 1-84 16,0-3-176-16,-4-3-256 0,-4 3-452 0,-8-3-660 16,0 2-1044-16,0 8-2049 15,-5-13-563-15</inkml:trace>
  <inkml:trace contextRef="#ctx0" brushRef="#br0" timeOffset="41704.787">15977 4766 28 0,'0'0'7132'0,"0"0"-4360"16,0 0-787-16,0 0-321 0,0 0-220 0,0 0-352 15,0 0 48-15,0 0-36 0,0 0-440 16,79 22-224-16,-59-16-192 0,0-6-164 0,0 0-84 16,0 0-220-16,0-6-420 15,0-1-456-15,0-6-384 0,0 1-844 0,-8 3-2277 16,-1-4-783-16</inkml:trace>
  <inkml:trace contextRef="#ctx0" brushRef="#br0" timeOffset="41865.434">16196 4753 572 0,'0'0'6264'0,"0"0"-3484"0,0 0-603 0,-32 79-617 0,24-47-200 0,3 0-52 16,-2 3-32-16,-1 0-208 0,4 0-220 0,0-4-124 16,0 1-296-16,4-10-272 15,0-3-156-15,0-7-204 0,8-1 8 16,0-8-12-16,8-3-432 0,0 0 112 0,4-7-260 15,4-6-420-15,-1-9-524 16,1 6-1388-16,8-15-2773 0</inkml:trace>
  <inkml:trace contextRef="#ctx0" brushRef="#br0" timeOffset="42098.113">16642 4401 8972 0,'0'0'2053'15,"0"0"-473"-15,0 0 304 0,-48 66 72 0,28-37-344 16,5 6-452-16,2 2-328 0,2 2-172 16,-2 5-88-16,5 3-120 0,4 4-123 15,-3 7-137-15,3-1-108 0,0 3-72 16,-1-6 36-16,5-6-48 0,5-10-8 16,3-10 8-16,7-9-4 0,5-2-32 15,4-11-192-15,4-4-89 0,4-2-147 16,4-8-180-16,0-11-136 0,3-4-276 15,-2-9-852-15,-10 7-1204 0,10-16-3489 0</inkml:trace>
  <inkml:trace contextRef="#ctx0" brushRef="#br0" timeOffset="42344.712">16885 4229 9308 0,'0'0'2001'0,"0"0"-869"0,0 0-164 15,0 0 380-15,0 0 188 0,0 0-140 0,20 80-448 16,-12-36-148-16,-1 6 32 16,-2 7 0-16,-5 11-176 0,0 1-147 0,-8 4-109 15,-4-1-120-15,0 6-176 0,-4-9-104 16,1-2-120-16,-2-7-16 0,9-15-152 16,0-10-112-16,8-17-113 0,0-8-119 15,12-10-368-15,9-7 20 0,2-14-392 16,9-11-744-16,-8 3-2100 0,15-28-2221 15</inkml:trace>
  <inkml:trace contextRef="#ctx0" brushRef="#br0" timeOffset="42568.58">17272 4505 12597 0,'0'0'1936'0,"0"0"-1028"0,0 0-468 0,0 0 536 16,-80 63 352-16,52-40-304 15,0-1-412-15,1 3-404 0,-6 1-136 16,10-1-60-16,-1-3-12 0,-1 3-72 0,10-2-24 15,2 2 60-15,6-2 36 16,3-4 168-16,4 0 80 0,4-3-32 16,3 2 4-16,6-1 96 0,2-2 292 0,6 2-155 15,-2-9-201-15,9 3-116 16,4-5-136-16,0-6 0 0,8 0-280 0,0-13-169 16,8-6-307-16,-5-6-196 0,6-4-360 15,-14 7-1284-15,16-20-3669 0</inkml:trace>
  <inkml:trace contextRef="#ctx0" brushRef="#br0" timeOffset="42763.697">17674 4460 12117 0,'0'0'2092'16,"0"0"-1092"-16,-44 68 272 0,24-35 332 16,-4 16-104-16,0 1-108 0,5 11-319 15,-5-1-289-15,0 7-164 0,-4-1-128 0,3 1-188 16,-6-3-240-16,7-4-64 0,-4-4-108 15,4-14-292-15,8-7-204 0,8-12 96 16,4-11 24-16,4-8-197 0,0-4-539 16,8-4-792-16,5-8-896 0,-2-1-2609 15,13-19-2435-15</inkml:trace>
  <inkml:trace contextRef="#ctx0" brushRef="#br0" timeOffset="42936.561">17554 4873 13657 0,'0'0'2564'0,"0"0"-1516"0,0 0-204 15,0 0 732-15,0 0-224 0,100 0-87 16,-68 0-393-16,3-3-376 0,10-10-232 0,-6 1-200 16,6-4-64-16,-10 0-244 15,1-3-276-15,-4 3-144 0,-4 4-113 0,-9-5-271 16,1 8-604-16,-12 0-1184 0,1 2-2921 16,-9 4-2811-16</inkml:trace>
  <inkml:trace contextRef="#ctx0" brushRef="#br0" timeOffset="43081.267">17829 4838 11265 0,'0'0'2560'0,"0"0"-1104"0,-35 86-664 0,18-49 196 0,10 12 412 16,-5-2-96-16,3 1-192 15,5-3-300-15,1-4-239 0,3-3-185 16,-4-6-280-16,4-7-108 0,0-6-108 0,0-7-196 16,0-5-325-16,7-7-247 15,-3 0-16-15,5-3-164 0,3-7-1048 16,-9 2-2464-16,10-11-4833 0</inkml:trace>
  <inkml:trace contextRef="#ctx0" brushRef="#br0" timeOffset="43222.696">17873 4981 14557 0,'0'0'2500'0,"0"0"-1260"0,0 0 76 0,0 0-312 16,91 29 40-16,-63-29-303 0,8-7-485 15,5-8-256-15,-6-5-432 0,9-8-189 16,-4-3-339-16,0-1-864 0,-12 3-2628 15,8-12-5169-15</inkml:trace>
  <inkml:trace contextRef="#ctx0" brushRef="#br0" timeOffset="43430.497">18486 4470 12269 0,'0'0'2176'0,"0"0"-924"15,0 0 200-15,28 77 256 0,-15-49-32 16,-5 0-444-16,-1 4-479 0,1 0-341 15,-4-1-112-15,-4 5-144 0,0-2-156 16,-8 5 0-16,-3-1-96 0,-10 3-144 16,-3 1-172-16,-8-2-96 0,1-1 19 0,-1-1-7 15,-8-4 20-15,8 1 84 0,-3-2-12 16,3-5 28-16,-4 0-168 16,4-8-528-16,12-8-1376 0,-16-5-3993 15</inkml:trace>
  <inkml:trace contextRef="#ctx0" brushRef="#br0" timeOffset="44415.608">18208 3073 5740 0,'0'0'456'0,"0"0"-104"0,0 0 4589 15,0 0-2993-15,0 0-504 0,0 0-200 0,0 0-16 16,0 0-128-16,0 0-64 16,0 0-72-16,-4-32-148 0,-8 32-231 15,3 0-281-15,-6 0-100 0,-5 4-104 0,-3 2-16 16,-10 10 24-16,-3 3-100 0,0 6 76 16,-3 1-76-16,-6 2 64 0,10 3-60 15,-1 2 0-15,4-2-8 0,0 7-4 16,4 8-108-16,4-2-24 0,1 6 0 15,7-2 44-15,0 0 4 0,4-5 0 16,8-4-24-16,4-4 20 0,0-9-8 16,8-8 24-16,4-1-49 0,4-6 9 0,4-4 16 15,4-7 84-15,4 0-36 16,4-7-52-16,-5-7-68 0,5-6-124 0,-1-2-36 16,2 0 60-16,-1-4 44 0,-9 3 68 15,5-2-4-15,-7 6 36 16,-6 1 64-16,-6 1-76 0,-2 5 124 0,-7-1 12 15,0 3 68-15,-7 1-8 0,-6 0 28 0,2-1-88 16,-6 1 0-16,2 2 64 0,-2 1-64 16,2 3-172-16,-2 0-12 15,2 3-88-15,-5 0-232 0,4 3-284 0,4 3-568 0,0 0-788 16,-4 10-2977-16</inkml:trace>
  <inkml:trace contextRef="#ctx0" brushRef="#br0" timeOffset="45136.518">18917 2991 8440 0,'0'0'2805'0,"0"0"-693"0,0 0-816 16,0 0-124-16,0 0 108 0,0 0-104 0,-92 54-264 15,68-29-216-15,-3 0-132 16,3 7-76-16,0 4-148 0,3 1-60 0,6 8-60 16,2 2 21-16,6 7 15 0,7 3-100 15,0 4-68-15,0-2-88 0,4-5-8 16,8-5-92-16,0-8 40 0,4-10-48 15,3-6-24-15,6-6-40 0,-1-5-241 16,8-11 49-16,-1-3-124 0,5 0-268 0,0-10-252 16,4-5-748-16,-13-2-1236 15,18-11-3465-15</inkml:trace>
  <inkml:trace contextRef="#ctx0" brushRef="#br0" timeOffset="45495.797">19427 3254 6868 0,'0'0'428'0,"0"0"4369"0,0 0-3417 0,0 0 380 16,0 0 88-16,0 0-56 0,-91-38-760 16,70 51-300-16,-3 12-208 0,5 7-64 15,-5 3 17-15,3 7-5 0,6-2 108 16,2-5-216-16,2-6-316 16,7-7-48-16,4-6-108 0,0-7-40 0,0-6-44 15,8 1-256-15,4-4 48 0,8-4-85 16,4-8-63-16,4-4-12 0,0-3-148 15,-4-6-176-15,-1-1-64 0,1 3 132 0,-4-2 316 16,0 3 252-16,-8 0 156 0,0 6 92 16,-5 0 236-16,2 10 100 0,-9-1 212 15,4 7 32-15,-4 0-72 0,0 7 80 16,0 2-208-16,4 7 196 0,0 7 36 0,0 3-4 16,-4-5 13-16,3 2-65 0,1-4-332 15,1-7-224-15,-1 1-156 0,4-7-60 16,-1 1-124-16,6-4-197 0,-5 0-131 15,7-3-112-15,2-6-532 0,-6-1-1560 16,9-12-4897-16</inkml:trace>
  <inkml:trace contextRef="#ctx0" brushRef="#br0" timeOffset="45698.773">20017 3108 8068 0,'0'0'5577'15,"0"0"-3793"-15,0 0-104 0,11 67 88 0,-2-42-104 16,3-2-323-16,-5 2-445 0,10 3-328 16,-6-2-300-16,2 6-136 0,-2-1-132 15,-7 0-8-15,0 8-88 0,-8-1-148 0,-11 6-200 16,-5 2-224-16,-12 1-61 16,-8 0-87-16,-4 1-148 0,-4-1-288 0,-4 2-548 15,0-5-540-15,9-10-1513 0,-21 8-2359 16</inkml:trace>
  <inkml:trace contextRef="#ctx0" brushRef="#br0" timeOffset="51701.473">27065 1457 9044 0,'0'0'584'16,"0"0"2057"-16,0 0-805 0,0 0-308 16,0 0-336-16,0 0-100 0,0 0-152 0,0 0-512 15,0 0-36-15,0 0-144 16,-95-3-40-16,67 16 0 0,-4 6 120 0,0 6 172 16,-4 8-28-16,4 4-155 0,-4 8-97 15,4 12-52-15,0 6-20 0,4 7-52 16,9 6-12-16,2 1-36 0,6-2 36 15,3-8-36-15,8-9 16 0,4-8 68 16,7-12-12-16,10-6 36 0,-2-10 208 0,5-6-60 16,4-4-208-16,4-5-48 0,0-7-48 15,0 0-4-15,-4-2-92 0,-4-9-136 16,0-1-152-16,-5-1-224 0,1-6-140 16,-4 0-177-16,-4-3-455 0,-4-5-976 15,-8 2-1776-15,0 10-1873 0,0-14-1159 16</inkml:trace>
  <inkml:trace contextRef="#ctx0" brushRef="#br0" timeOffset="51854.927">26846 1977 8796 0,'0'0'2877'0,"0"0"-933"0,0 0-500 15,0 0 140-15,0 0-104 0,0 0-260 0,0 0-180 0,103 14-360 16,-75-11-252-16,4-3-136 16,-4 0-179-16,4-3-113 0,-4-4-109 0,0-3-207 15,-4-1-476-15,-1 0-224 0,-3 3-312 16,-4-6-632-1,-4 5-1048-15,-4 2-2213 0,-4 1 213 16</inkml:trace>
  <inkml:trace contextRef="#ctx0" brushRef="#br0" timeOffset="51997.5">27196 1937 3968 0,'0'0'4340'0,"0"0"-1723"0,0 0-477 0,-35 72-552 0,27-43-292 0,-5 3-116 16,2 3-236-16,-2-1-232 16,2 4-168-16,3 1-104 0,0-1-136 15,0-6-156-15,8-1-148 0,0-9-96 0,0-5-52 16,3-4-244-16,6-8-124 0,3 2-308 15,4-7-44-15,3 0-396 0,-2 0-700 16,-2-4-2485-16,9-8-2195 0</inkml:trace>
  <inkml:trace contextRef="#ctx0" brushRef="#br0" timeOffset="52294.383">27634 1641 8688 0,'0'0'2353'0,"0"0"-1429"15,0 0 164-15,0 0 400 0,0 0-228 0,0 0-32 16,0 0-236-16,0 0-264 0,-75 96-100 16,63-49 120-16,-4 4-4 0,5 6-148 15,-6 0-51-15,6 3 15 0,-2-2-148 16,5-1-112-16,1-4-140 0,7-2-148 15,0-6-12-15,0-7 0 0,3-5-52 16,5-12-8-16,5 2 0 0,2-11-192 0,5-2-64 16,4-7-96-16,0-3-233 0,8-6-131 15,-1-10-104-15,1-10-284 16,0-6-1280-16,-8 7-2688 0,4-23-3961 16</inkml:trace>
  <inkml:trace contextRef="#ctx0" brushRef="#br0" timeOffset="52578.368">27930 1539 6988 0,'0'0'2336'0,"0"0"-283"0,0 0-17 16,0 0-272-16,3 82-256 0,-3-40-240 15,0 6-148-15,0 10-92 0,-3 1 180 0,-5 5-151 16,-1 2-293-16,5 2-100 16,-7-5-216-16,3 0-304 0,-4-6-132 15,-4-3-12-15,7-3-56 16,-2-13-16-16,3-9-132 0,8-10-136 0,0-9-252 0,12-10-328 0,4-3 95 16,12-16-211-16,4-11-668 15,-4 5-1412-15,19-29-3261 0</inkml:trace>
  <inkml:trace contextRef="#ctx0" brushRef="#br0" timeOffset="52813.544">28240 1816 13565 0,'0'0'2012'0,"0"0"-1420"0,0 0 84 16,-80 44 664-16,52-24-96 0,1-2-312 16,-1 5-372-16,8-5-364 0,5-1-148 0,2 1-48 15,1 2-12-15,9-1-76 16,-6 0 28-16,5 0 24 15,4 0 36-15,0 3 148 0,4 0 92 0,8-3 76 16,0 4 125-16,4-5 79 0,4 2-216 0,0-5-112 16,4 2-132-16,-1-8-60 0,5-3-60 0,4-2-256 15,0-4-180-15,1 0-221 16,-1-7-99-16,-1-3-220 0,-4-2-552 16,1-1-1008-16,-7 4-2721 0,3-11-2403 0</inkml:trace>
  <inkml:trace contextRef="#ctx0" brushRef="#br0" timeOffset="53264.336">28723 1555 5764 0,'0'0'5080'0,"0"0"-3023"16,0 0-429-16,-28 80 44 0,11-32-148 0,-2 6-180 15,-1 9-252-15,-4 7-276 0,0 4 61 16,-8 1 139-16,0 4-420 0,0-3-332 16,-4 1-140-16,1-4-124 0,-5-3-8 15,8-4-40-15,-4-5-156 0,9-7-4 0,-1-8-80 16,7-4 8-16,5-10-32 15,8-6-176-15,4-8 39 0,4-11-147 0,0-7-184 16,4-2-260-16,0-12-788 0,9-5-884 16,-2 0-1997-16,9-22-1007 0</inkml:trace>
  <inkml:trace contextRef="#ctx0" brushRef="#br0" timeOffset="53441.598">28734 2063 12485 0,'0'0'2000'0,"0"0"-440"0,0 0 388 15,0 0-212-15,88 10-564 0,-64-10-372 0,-1 0-471 0,9-3-329 0,-4-4-12 16,4-5-305-16,-4 2-555 0,-4-3-424 16,0 1-604-16,-12 5-1272 0,0-6-3489 15</inkml:trace>
  <inkml:trace contextRef="#ctx0" brushRef="#br0" timeOffset="53613.702">28894 1994 9964 0,'0'0'2509'0,"0"0"-1105"0,0 0 200 0,-44 91 228 15,32-52-140-15,4 2-200 16,0 3-300-16,0-2-171 0,4 2-197 0,4-6-316 16,-4-2-292-16,4-9-172 0,0-2-44 15,0-1-84-15,0-9-184 0,0-5-104 16,0-4-268-16,4-3-256 0,0-3-225 15,-4 0-531-15,4-3-1144 0,-4 0-1872 0,0-10-1921 16</inkml:trace>
  <inkml:trace contextRef="#ctx0" brushRef="#br0" timeOffset="53745.891">28838 2238 1512 0,'0'0'11349'0,"0"0"-9037"16,0 0-1156-16,0 0 312 0,0 0 124 0,0 0-64 15,0 0-239-15,80 13-525 0,-56-13-368 16,4 0-176-16,0 0-220 0,4-6-36 15,-1-4-436-15,1-6-340 0,0-3-245 16,-4 0-543-16,-9 3-2296 0,6-10-3333 16</inkml:trace>
  <inkml:trace contextRef="#ctx0" brushRef="#br0" timeOffset="53981.606">29324 1683 6156 0,'0'0'5277'0,"0"0"-3329"0,0 0-176 16,32 73-100-16,-20-41-232 0,0 1-284 16,-1 6-372-16,6-1-248 0,-9 3-144 0,4 1-76 15,-8 3-64-15,0-1-103 16,-4 0-65-16,-4 5-80 16,-12-3 0-16,0-1-4 0,-8-1-76 0,0-3-205 0,0-6-23 15,-4-6-84-15,5-4 72 0,-2-5-76 16,5-8-220-16,5-5-224 0,-2-7-140 0,6 0-368 15,7-7-1000-15,0-8-3025 0</inkml:trace>
  <inkml:trace contextRef="#ctx0" brushRef="#br0" timeOffset="54381.025">29687 2057 11117 0,'0'0'2740'0,"0"0"-1488"0,0 0-196 16,0 0 328-16,0 0-96 0,0 0-76 16,0 0-540-16,0 0-280 31,0 0-200-31,0 0 4 0,80 3 72 0,-57-3 49 0,1 3 143 0,0 1-160 16,4-1-104-16,4 0-40 0,0 4-36 0,4-5-72 0,3-2-48 15,2 0-4-15,2 0-56 16,0 0-36-16,2-6-204 0,-2 0-200 15,-2-4-229-15,2-2 25 0,-3-1-136 0,-5-3-340 16,-7 4-476-16,0-4-612 0,-7 6-864 16,-10-8-2897-16</inkml:trace>
  <inkml:trace contextRef="#ctx0" brushRef="#br0" timeOffset="54658.73">30261 1813 6140 0,'0'0'4704'0,"0"0"-3147"0,0 0-333 16,0 0 524-16,0 0-68 0,0 0-500 16,0 0-492-16,0 0-256 0,0 0-76 0,0 0 8 15,95 35-56-15,-75-23-88 16,4 4-16-16,0 3-8 0,0 0-12 16,-1 4 36-16,-3 3-88 0,1-1-48 0,-2-4-72 15,-10 8 0-15,2-7-12 0,-7 3-4 16,-4 1 4-16,0 0-84 15,-8 2-136-15,-3-2 40 0,-6 2-16 0,-7 1-120 16,0-1-28-16,-8-2-84 0,4-1-172 16,-4 0-100-16,5-6-240 15,-1 1-496-15,4-8-860 0,4 1-2349 0,-8-3-1851 0</inkml:trace>
  <inkml:trace contextRef="#ctx0" brushRef="#br0" timeOffset="55505.137">25069 2013 9592 0,'0'0'2821'0,"0"0"-1377"0,0 0-532 16,0 0-56-16,0 0 200 0,0 0-112 0,0 0-212 16,99 8-32-16,-54-3-48 15,6-3-56-15,9 2-156 0,-1-4-220 0,5 0-72 16,0 0-76-16,-1-4-72 0,-7-5-8 15,0-1-152-15,-4-3-132 0,-8 1-404 16,0-1-248-16,-4-2-152 0,-12-2-824 16,-4 8-2648-16,-9-7-2937 0</inkml:trace>
  <inkml:trace contextRef="#ctx0" brushRef="#br0" timeOffset="55728.626">25849 1771 52 0,'0'0'7588'0,"0"0"-5372"0,0 0-167 16,0 0-553-16,0 0-456 0,88 29-280 16,-71-16-108-16,-2 2 4 0,-2 5-120 0,-10 2-64 15,-3 3 148-15,0 1 108 0,-12 5-336 16,-4 1 0-16,-8 3-280 16,0 3-112-16,-8-3-40 0,4 0-72 0,-3-4-220 15,-1-1-108-15,4-2-240 0,-4-6-312 16,0 3-572-16,9-9-1264 0,-18 3-4585 15</inkml:trace>
  <inkml:trace contextRef="#ctx0" brushRef="#br0" timeOffset="56367.078">23622 1511 9136 0,'0'0'2517'0,"0"0"-1249"16,0 0-60-16,0 0-8 0,0 0-304 16,0 0-20-16,0 0-84 0,0 0-224 15,-80-63-320-15,61 63-52 0,-1 3 52 0,-4 7-40 16,1 8 60-16,-5 5 4 0,-4 8 168 15,4 7 32-15,-4 10-8 0,4 6-76 16,0 6-71-16,0 9-97 0,8 5 8 16,4-1-44-16,0-1-28 0,12-4-44 15,0-11-64-15,4-9 120 0,4-10 232 0,9-7 168 16,2-8-340-16,5-5-144 0,4-8-72 16,-4 0-8-16,4-10-4 0,4 0-48 15,-4-3-60-15,-1-7-84 0,1-3-160 16,-4-3-228-16,0-3-184 0,-4-3-221 15,-4 0-551-15,-4-1-1340 0,-4 4-2176 16,0-2-2253-16</inkml:trace>
  <inkml:trace contextRef="#ctx0" brushRef="#br0" timeOffset="56525.863">23359 1988 9368 0,'0'0'2745'0,"0"0"-829"0,0 0-412 15,0 0-48-15,0 0-500 0,0 0-268 0,0 0 16 16,0 0 52-16,92-14-424 0,-68 11-284 15,0 1-48-15,-4-4-208 0,-1-1-340 16,-2 0-448-16,-2-3-252 0,-2 1-528 16,-2 0-680-16,2-1-1717 0,-9 1-683 31</inkml:trace>
  <inkml:trace contextRef="#ctx0" brushRef="#br0" timeOffset="56647.357">23611 1921 2752 0,'0'0'4880'0,"0"0"-2032"0,0 0-687 0,-9 75-341 0,9-50-348 16,-4 8-280-16,4-5-252 0,0 1-160 0,0-1-44 0,0 2-224 15,0-8-264-15,9 0-188 16,-5-3-60-16,4-3-136 0,3-4-376 0,-2-5-212 0,2 2-224 16,1-6-308-16,1 0-792 15,-6-3-2325-15,9 0-3059 0</inkml:trace>
  <inkml:trace contextRef="#ctx0" brushRef="#br0" timeOffset="57354.113">24069 1683 1188 0,'0'0'8108'16,"0"0"-5811"-16,0 0-761 15,0 0-352-15,0 0 252 0,0 0-192 16,0 0-164-16,0 0-304 0,0 0-420 0,0 0-100 15,0 0 64-15,0 0 36 0,-88 54 72 16,76-17 56-16,0 8 64 0,5 6 1 16,-6 3-89-16,5-1-144 0,1 5-64 0,-2-4-156 15,5-4-88-15,4-5 0 16,0-3 40-16,0-8 36 0,9-5-84 16,2-7-88-16,1-3-80 0,4-5-60 0,0-2-88 15,4-5-84-15,0-5-97 16,3-2-87-16,1 0-172 0,1-2-272 0,-1-9-528 15,4 3-996-15,-13-3-2413 0,13-5-3087 0</inkml:trace>
  <inkml:trace contextRef="#ctx0" brushRef="#br0" timeOffset="57676.944">24352 1537 8836 0,'0'0'2097'15,"0"0"-837"-15,0 0-224 0,0 70 396 0,-4-33 92 16,4 8-76-16,0 3-360 0,0 9-264 15,-5 0-116-15,5 0-72 0,-4 4-200 0,-3-2-120 16,-1-5-228-16,-5-3-88 0,6-3-12 16,-1-13-88-16,4-6-128 15,0-14-188-15,4-2-228 0,0-10-288 0,8-3-188 16,3-3-480-16,6-13-1228 0,-6 4-2409 16,10-17-2467-16</inkml:trace>
  <inkml:trace contextRef="#ctx0" brushRef="#br0" timeOffset="57946.591">24623 1727 12057 0,'0'0'2056'0,"0"0"-1332"0,0 0-172 16,0 0 344-16,-84 47 52 0,60-30-228 0,4 5-328 16,0 0-280-16,4 0-104 0,-3 4 104 15,6-1-100-15,-2 4 52 0,2-1-60 16,5-2 192-16,8-1 100 0,0-3 156 15,0-3-48-15,8 0-160 0,5-3-60 0,2 0 0 16,2 0 72-16,-2-3 0 0,5-1-40 16,-4-5-44-16,4 0-172 0,-4-5-164 15,4-2-320-15,0 0-200 0,4-7-236 0,-5-5-360 16,5-4-968-16,-3 3-3217 16,2-12-4203-1</inkml:trace>
  <inkml:trace contextRef="#ctx0" brushRef="#br0" timeOffset="58146.009">24842 1739 5044 0,'0'0'6913'0,"0"0"-5429"0,0 0-636 0,0 0 492 16,0 0 176-16,-76 80-80 0,60-48-380 16,-4 6-224-16,0 0-88 0,4 4-99 15,-4 5-185-15,-4 0-180 0,-3 7-196 0,-1 3-84 16,-4 1 0-16,-4-4-60 15,0-1-136-15,4-4-116 0,4-5-213 16,9-9-95-16,2-7-40 0,6-12 208 0,7-6-84 16,4-4-536-16,0-6-780 0,0-3-2020 15,8 0-1753-15,7-14-1023 0</inkml:trace>
  <inkml:trace contextRef="#ctx0" brushRef="#br0" timeOffset="58317.21">24571 2308 364 0,'0'0'11625'0,"0"0"-9301"0,0 0-988 15,0 0 392-15,0 0-160 0,0 0-232 16,103-13-288-16,-75 10-291 0,8-7-333 0,-4 1-184 16,3-1-148-16,-3-2-92 15,-4-1-192-15,0 1-220 0,-8-1-221 16,-4 0-195-16,0 4-308 0,-8-1-648 0,-4 3-1348 16,-4 4-2933-16,0 3-967 15</inkml:trace>
  <inkml:trace contextRef="#ctx0" brushRef="#br0" timeOffset="58716.052">24822 2235 5368 0,'0'0'6017'0,"0"0"-4105"0,0 0-656 0,0 0 52 16,-44 89 208-16,36-67-180 0,0 3-144 15,4-2-252-15,0-4-284 0,0 0-291 16,-4-3-249-16,4-1-116 0,-4 1-229 0,0 0-319 16,-4-3-304-16,4 3-228 0,-3-3-584 15,-2-1-868-15,5-5-468 0,4 0-21 16,1-7 661-16,-1 0 1124 0,4-5 1236 0,0-4 1260 15,7 4 972-15,1-6-1092 16,0 5 985-16,8-4-213 0,-4 4-220 16,8-3-140-16,0 2-316 0,0-2-388 0,4 2-196 15,0 1-116-15,0-4-84 16,-1 4-200-16,-3 3-212 0,1-3-40 16,-10 3-172-16,1-1-72 0,-7 4-220 0,-1 0-120 15,-4 0-44-15,0 0 4 0,0 7-8 16,-9-1 220-16,-3 7 404 0,-3 2-72 15,-5 1 80-15,-1 0 12 0,6 3 264 16,2-6 156-16,2-1 124 0,7-1 92 0,4-3 28 16,0 3-32-16,0-8-20 15,11 0-163-15,2-1-49 0,2-2-24 16,6 0-168-16,3 0-220 0,-1-8-88 0,1-5-116 16,0-4-196-16,0-2-161 0,-4-3-203 15,0 0-228-15,-5 0-556 0,-2 3-1232 16,2-14-3805-16</inkml:trace>
  <inkml:trace contextRef="#ctx0" brushRef="#br0" timeOffset="58962.926">25076 1771 8096 0,'0'0'3081'0,"0"0"-789"16,0 0-468-16,36 70-352 0,-19-41-320 15,-6 3-248-15,2 3-180 0,-2 2-248 0,-3 5-120 16,-4 2-112-16,-4 4-112 0,0 0-44 16,-8 3-80-16,-7-1-8 0,-2 4-64 15,-7-2-152-15,5-5-164 0,-9 0-120 16,4-2-80-16,-4-1 88 0,0-2-48 16,5-9-180-16,-5 3-116 0,7-7-436 0,-7-7-192 15,8 0-184-15,-3-3-325 0,7-10-1059 16,-8 4-1800-16</inkml:trace>
  <inkml:trace contextRef="#ctx0" brushRef="#br0" timeOffset="64326.511">30686 1832 9068 0,'0'0'1861'0,"0"0"-733"0,0 0 12 16,0 0-248-16,0 0 180 0,0 0-152 0,0 0-368 15,77 48-240-15,-53-36-124 0,4 7-124 16,-1-3-64-16,1 3 24 0,-4 0-24 15,0 0-88-15,-4-1 44 0,-4-4 44 16,-5 2 0-16,-2-4 4 0,-5 1 0 16,0 0 4-1,-4-1 116-15,0 4-124 0,-4 0-12 0,-9 0-152 16,-2 6-108-16,-6-3 48 0,2 4-28 0,-1-4-16 0,3 0 32 16,2-6-80-16,-1-1-160 15,4-2-272-15,4-4-484 0,4-3-965 0,1-3-963 16,3 0-1504-16</inkml:trace>
  <inkml:trace contextRef="#ctx0" brushRef="#br0" timeOffset="70864.149">31942 1286 6128 0,'0'0'6009'0,"0"0"-5177"0,0 0-156 16,0 0 212-16,0 0 244 15,-76-58-276-15,64 58-368 0,0 0-16 16,-4 0-24-16,0 4-80 0,-4 12-48 0,-8 6-148 15,0 10-108-15,-4 10 60 0,-3 8 84 16,-1 13 12-16,-4 4-132 0,5 9 8 16,-6 3 52-16,9-2-100 0,4-5 112 15,5-5-64-15,11-10-84 0,4-9 36 16,8-10 160-16,0-9-72 0,4-7-136 0,7-3 24 16,6-6-20-16,-1-7-8 0,7 0 8 15,1-6 124-15,4-3-128 0,0-3-440 16,0-7-260-16,-4 0-256 0,-4 0-272 15,-8 1-512-15,-8-4-500 0,-4 3-201 16,-4 4-119-16,-4-5-1748 0,-8 2 2312 0,0-1 1068 16,0 1 928-16,4 2 2532 0,-4 1 228 15,9 2 304-15,2 5-307 16,5-2-665-16,0 1-540 0,0 3-396 0,5-3-188 16,6 1-180-16,6-3 232 15,6 3-264-15,5-5-232 0,0 1-256 16,4-4-144-16,-1-2-124 0,-3-1-72 0,-3 0-424 15,-1 4-372-15,-9-1-296 0,-2 1-680 0,-6-1-2004 16,-3 0-2053-16</inkml:trace>
  <inkml:trace contextRef="#ctx0" brushRef="#br0" timeOffset="71030.5">31702 1924 3768 0,'0'0'8609'0,"0"0"-7181"0,0 0-1008 15,-15 72 364-15,11-49 688 0,4 2-280 0,0-6-312 16,0 0-448-16,8 1-288 15,-1-5-128-15,2 5-16 0,-1-5-100 16,0 2-184-16,3-5-344 0,-2 1-152 0,-1 0-156 0,3-4-360 16,-2 1-796-16,-1-4-1189 15,-1 0-1811-15</inkml:trace>
  <inkml:trace contextRef="#ctx0" brushRef="#br0" timeOffset="71683.622">32209 1530 1540 0,'0'0'260'0,"0"0"6468"16,0 0-4736-16,0 0-563 0,0 0-357 0,0 0 64 15,0 0-24-15,0 0-260 0,-60 83-284 16,47-48-108-16,2 0 88 16,-1 6-44-16,0 4-144 0,4-5-40 15,0 2 196-15,4-1-332 16,1-6-48-16,3-6-124 0,0-8-8 0,0-2-4 0,3-2-24 15,1-4-28-15,4-4 52 0,0-3 0 0,-4 1-120 16,4-4-28-16,-4 0-148 16,4-3-96-16,-4 0-116 0,3 0-232 15,2 0-244-15,-1-3-376 0,-4-4-312 0,3 1-364 16,-2-6-577-16,3-1-1315 16,-8 0-212-16</inkml:trace>
  <inkml:trace contextRef="#ctx0" brushRef="#br0" timeOffset="71847.88">32213 1744 184 0,'0'0'6736'0,"0"0"-4076"0,0 0-1123 16,0 0-445-16,0 0 364 0,0 0 24 15,0 0-244-15,0 0-192 16,84-24-300-16,-56 18-348 0,-5 0-28 0,9-4-232 16,-1 1-76-16,6-4-60 0,-5 0-108 15,-4 1-188-15,-1-1-320 0,1 1-152 16,-8-1-344-16,-3 2-604 0,-6 5-924 15,-7 1-2037-15,-4-5-2331 0</inkml:trace>
  <inkml:trace contextRef="#ctx0" brushRef="#br0" timeOffset="72005.288">32416 1667 2644 0,'0'0'6496'0,"0"0"-4559"16,0 0-765-16,-32 85-188 0,20-49 752 0,4-3 48 15,-4 0-652-15,8 2-600 0,-4-7-236 16,4 1-172-16,0-4-120 0,0 0-4 15,1-5-184-15,-2-1-300 0,1-6-444 16,4-1-424-16,-4-2-976 0,4-7-2521 16,-8-3-1739-16</inkml:trace>
  <inkml:trace contextRef="#ctx0" brushRef="#br0" timeOffset="72162.184">32376 1958 6080 0,'0'0'3308'0,"0"0"-855"0,0 0-1505 16,0 0-220-16,0 0 664 0,95-34-248 15,-71 24-612-15,1 1-320 16,-1 2-212-16,-5 1-224 0,-3 3-64 0,0-3-280 16,-8 6-440-16,0 0-324 0,-8 0-884 15,0 2-2045-15,-11 5-543 0,-2-1 2709 0</inkml:trace>
  <inkml:trace contextRef="#ctx0" brushRef="#br0" timeOffset="72295.932">32360 2063 1120 0,'0'0'4260'0,"0"0"2181"0,0 0-4997 16,0 0-400-16,0 0-452 0,0 0 340 15,0 0 184-15,0 0-244 0,0 0-120 16,0 0-260-16,76 48-208 0,-45-57-88 16,1-1-124-16,4-2-72 0,1-5-344 15,-2-2-664-15,1 1-408 16,-12 5-960-16,8-12-3165 0</inkml:trace>
  <inkml:trace contextRef="#ctx0" brushRef="#br0" timeOffset="72502.839">32937 1602 11657 0,'0'0'1396'0,"0"0"-732"15,0 0 324-15,-51 90 496 0,27-52 28 0,4 6-316 16,-3 3-424-16,-5 5-256 0,-4 5-152 16,-4 4-68-16,-8 2-152 0,4 4-144 15,1-4-84-15,-2-2-88 0,2-2-96 16,3-5-244-16,4-2-164 0,0-8-124 15,12-6-76-15,0-9-108 0,8-4-260 0,8-8-336 16,4-11-968-16,0-6-2761 16</inkml:trace>
  <inkml:trace contextRef="#ctx0" brushRef="#br0" timeOffset="72652.112">32595 2286 1280 0,'0'0'10829'16,"0"0"-9433"-16,0 0-624 0,0 0 716 15,84-7-196-15,-56 4-508 0,4-3-304 16,-1-1-220-16,1-2-260 0,4 0-48 16,-4-1-140-16,0 1-404 0,-4-4-576 0,-4 0-568 15,-4 4-2168-15,-12-1-2961 0</inkml:trace>
  <inkml:trace contextRef="#ctx0" brushRef="#br0" timeOffset="72830.513">32850 2245 6216 0,'0'0'5757'15,"0"0"-4745"-15,0 0-516 0,-40 72 368 0,32-45 852 16,-3-2-244-16,7 0-444 0,-1 0-388 16,1-3-372-16,0 0-156 0,0 4-112 15,4-4-60-15,-3 0-88 0,-1 1-320 16,-4-2-248-16,3-2-324 0,1 1-400 16,0-8-1004-16,1-2-1473 15,3-10-1047-15,0 0 792 0,0 0 3961 16</inkml:trace>
  <inkml:trace contextRef="#ctx0" brushRef="#br0" timeOffset="72945.951">32791 2463 1160 0,'0'0'8460'0,"0"0"-5807"0,0 0-1197 0,0 0-380 0,0 0 284 15,0 0-224-15,83-28-380 0,-55 28-188 16,0 0-272-16,3-3-240 0,5-1-56 16,1 2-172-16,-1-5-176 0,3 1-516 0,-3-7-408 15,-8 4-1088-15,4-11-4221 0</inkml:trace>
  <inkml:trace contextRef="#ctx0" brushRef="#br0" timeOffset="73182.931">33345 1737 7444 0,'0'0'5885'0,"0"0"-5693"0,0 0-4 15,0 0 232-15,71 76-76 0,-51-48 112 0,-1 7 324 16,2 3-188-16,3 4-168 0,-5 4-212 16,1 3-88-16,-8-2-124 0,1 1-12 15,-13-3-100-15,-4 2-160 0,-17 1-624 16,-10 3-516-16,-18-4-408 0,10-10-921 0,-40 15-3159 16</inkml:trace>
  <inkml:trace contextRef="#ctx0" brushRef="#br0" timeOffset="76803.59">13375 6794 9260 0,'0'0'6461'0,"0"0"-5645"16,0 0-480-16,0 0-332 0,0 0 264 15,0 0 340-15,83-25 368 0,-43 15-288 16,4-2-344-16,0-1-148 0,0-4-188 0,0 5 0 16,-9-1 52-16,-3 5-60 15,-4-3-108-15,-4 5-64 16,-12 3-24-16,0 0-332 0,-4 1-300 0,-8-3-524 0,4 5-1684 16,-4 0-3701-16</inkml:trace>
  <inkml:trace contextRef="#ctx0" brushRef="#br0" timeOffset="76985.482">13434 7010 4912 0,'0'0'8641'0,"0"0"-7145"0,0 0-852 16,0 0-168-16,0 0 612 15,0 0-108-15,0 0-256 0,105 3-84 0,-66-9-224 16,8-4-316-16,2 1-100 0,-1-1-168 0,-5 1-360 15,-3-1-420-15,-4 1-436 0,-8 2-1484 16,7-2-3513-16</inkml:trace>
  <inkml:trace contextRef="#ctx0" brushRef="#br0" timeOffset="80284.313">15116 6505 5396 0,'0'0'7205'0,"0"0"-6401"16,0 0-256-16,0 0-132 15,0 0 596-15,0 0 72 0,0 0-16 16,0 0-40-16,0 0-264 0,103-13-188 0,-67 13-100 15,5 0-40-15,2-3-8 16,5 0-28-16,0 3-47 0,4-6-1 0,7-4 60 16,5-1-12-16,0-3-72 0,3-5-136 15,1 3-48-15,0 0-72 0,0-3 0 16,-4 7 4-16,-5-4 44 0,1 3-60 16,-9 1-48-16,-2 1-12 0,-6 5 0 0,1-1-48 15,-8 1 0-15,-8 0-36 0,0 4-76 16,-9-2-8-16,2 4-160 15,-14-3-56-15,6-1-52 0,-9 1-72 0,0 0-125 16,-4 3-27-16,0-6-72 0,0 2-332 16,-8-1-828-16,-5-2-1168 15,-2 1-2357-15,2-1-2367 16,-15 7 7640-16</inkml:trace>
  <inkml:trace contextRef="#ctx0" brushRef="#br0" timeOffset="80540.929">15781 6429 6340 0,'0'0'6661'0,"0"0"-5909"0,0 0-332 16,-23 70-244-16,19-41 608 0,4 6 588 0,-5 6-140 16,5 3-144-16,-4 4-400 0,0-1-260 15,1 7-136-15,-5-3-24 0,-5 4-120 16,6-5-40-16,-5 4 4 0,-1-9-44 15,6-5-68-15,3-8-72 0,0-9-16 0,4-7-92 16,0-4-308-16,0-5-236 16,8-7-188-16,-1 0-124 0,2-7-256 0,7-5-988 15,0-10-2217-15,-4 3-2623 0,8-17 6600 16</inkml:trace>
  <inkml:trace contextRef="#ctx0" brushRef="#br0" timeOffset="80788.472">16033 6366 404 0,'0'0'12237'0,"0"0"-10609"16,0 0-768-16,0 0-392 16,0 0 524-16,0 0 364 0,-13 66-296 0,13-37-204 15,4 9-352-15,5-1-152 0,-2 12-12 16,1 1-48-16,-4 4-84 0,4 4-100 15,0 2-108-15,-4 3 0 0,4 3 0 0,-4 2 0 16,0-5-12-16,1-2-192 0,-5-7-124 16,3-4-148-16,1-8-172 0,0-5-184 15,4-1-352-15,0-8-1316 16,0-3-2849-16,-4-8-3363 0,-4 2 8584 0</inkml:trace>
  <inkml:trace contextRef="#ctx0" brushRef="#br0" timeOffset="85869.328">16618 7715 6624 0,'0'0'6497'15,"0"0"-5377"-15,0 0-676 0,0 0-204 0,0 0 440 16,0 0 100-16,-100 19-8 0,77 3-152 15,3 7-88-15,-1 3-12 0,2 8 92 16,3 2 88-16,0 6-128 0,4-1-60 16,0 4 48-16,0-3-27 0,4 0-61 15,4-7-156-15,4-6-64 0,0-3-56 16,8-10 32-16,0-3-8 0,8-3 80 0,0-7-36 16,7 1-180-16,-2-4-80 0,3-3-4 15,0-3-216-15,-1 0-120 16,-3-6-160-16,1-4-156 0,-2 0-112 0,-3-1-37 15,-4-6-531-15,0 5-1128 0,-8-7-2248 16,-4 6-1913-16,0-6 705 0</inkml:trace>
  <inkml:trace contextRef="#ctx0" brushRef="#br0" timeOffset="86010.409">16435 8080 5944 0,'0'0'5341'0,"0"0"-3229"0,0 0-740 0,0 0-468 15,0 0 316-15,0 0 328 0,0 0-368 16,0 0-300-16,0 0-536 0,0 0-344 15,92 31-112-15,-69-31-300 0,-3-3-264 16,4-4-356-16,0 2-540 0,-8-5-1320 16,0 4-3009-16,-8 0-1527 0,0 0 6636 0</inkml:trace>
  <inkml:trace contextRef="#ctx0" brushRef="#br0" timeOffset="86164.409">16670 8086 2540 0,'0'0'5940'0,"0"0"-363"15,0 0-4525-15,0 0-360 0,-20 77 412 16,15-55 408-16,5 0-172 0,0 0-328 15,0-6-488-15,0-4-376 0,0 2-148 16,9-9-112-16,-5 2-180 0,8 0-180 16,-4-7-56-16,8 0-108 0,0-7-176 0,3-8-600 15,2-4-1300-15,-6 2-3073 0,9-14-2894 16</inkml:trace>
  <inkml:trace contextRef="#ctx0" brushRef="#br0" timeOffset="86382.046">16997 7718 3724 0,'0'0'9545'16,"0"0"-8121"-16,0 0-656 0,0 0-152 0,0 0 388 16,0 0 308-16,-72 92-24 15,60-53-260-15,-4 1-212 0,8 5-87 0,-4 3 83 16,4-1-268-16,1 0-208 0,-2 2-140 0,5-5-64 16,4-6-48-16,0-7 12 0,4-5-12 15,8-3-84-15,-4-9-56 16,8 0-112-16,0-7-60 0,-1-1-64 0,6-6-20 15,3 0-100-15,-5-6-156 0,5-8-137 16,0-1-63-16,1-4-292 16,-1-4-996-16,-9 8-2536 0,5-14-3005 0</inkml:trace>
  <inkml:trace contextRef="#ctx0" brushRef="#br0" timeOffset="86625.13">17184 7613 6048 0,'0'0'6129'0,"0"0"-3949"15,0 0-840-15,0 93-212 16,0-52 152-16,0 3 84 0,-4 3-20 16,0 1-392-16,0 0-443 0,-4-4-265 0,4 2-232 15,-4-6-12-15,4-5-68 16,0-6-92-16,4-4-156 0,0-9-121 15,0-7-331-15,12-5-184 0,4-4 144 0,4-10-540 16,0-6-1344-16,8-9-2461 0,-13 5-3087 16</inkml:trace>
  <inkml:trace contextRef="#ctx0" brushRef="#br0" timeOffset="86864.077">17498 7782 2704 0,'0'0'11517'0,"0"0"-9905"0,0 0-596 16,0 0-44-16,-84 61 260 0,61-40-240 15,-5 1-136-15,4 0-356 0,4 1-248 16,1-4-116-16,2 3-124 0,6-3 0 0,-2 0-8 16,9-3 57-16,4-4 23 15,0 1 28-15,0 0 8 0,9-3 136 0,6-4 192 16,2 4-232-16,2-1-120 0,5-7-36 16,0 3 0-16,0-3-60 0,3-2-84 15,1 0-292-15,0-2-336 0,0-8-189 16,-3-3-51-16,3 1-540 0,-4-5-1144 15,-5-1-2256-15,1 6-2333 0</inkml:trace>
  <inkml:trace contextRef="#ctx0" brushRef="#br0" timeOffset="87066.478">17749 7652 3724 0,'0'0'196'15,"0"0"4780"-15,0 0-1763 0,0 0-1145 0,0 0-592 0,0 0-120 16,-35 95-68-16,23-60 64 15,-1 7-92-15,2-2-299 0,-1 2-281 16,0-1-184-16,-8 3-208 0,0 1-224 0,0-5-64 16,-3 2-360-16,-1 0-160 0,3-8-173 0,-3 1-11 15,9-7-64 1,2-9-224-16,6-5-364 0,3-7-552 0,4-7-696 16,4-7-2137-16,3-7-1363 0,6 2 5336 0,-2-14-1111 15</inkml:trace>
  <inkml:trace contextRef="#ctx0" brushRef="#br0" timeOffset="87208.836">17777 8004 9940 0,'0'0'5681'0,"0"0"-4589"0,0 0-208 15,88-26 608-15,-60 17-240 0,4-7-256 16,-4 4-339-16,0-4-329 0,0-3-328 16,0-1-24-16,0-2-461 0,-9 3-367 15,1 3-136-15,-8 0-228 0,-3 4-1004 0,-6 2-2664 16,-3 4-2701-16</inkml:trace>
  <inkml:trace contextRef="#ctx0" brushRef="#br0" timeOffset="87397.003">17905 7911 6368 0,'0'0'2756'0,"0"0"1909"0,0 0-3377 0,0 0-24 0,-24 86 288 16,20-59 12-16,0-2-256 15,0-3-356-15,4 0-467 0,-4 0-281 0,4-3-68 16,-4 0-84-16,4 0-52 15,-4-3-84-15,0-3-100 0,4-1-132 0,0-1-73 16,-3-6-243-16,3-2-184 0,0 1-176 16,0-4-428-16,0 0-980 0,0 0-2153 15,0 0-2539-15,-5-7 4224 0</inkml:trace>
  <inkml:trace contextRef="#ctx0" brushRef="#br0" timeOffset="87538.04">17921 8076 4956 0,'0'0'9481'15,"0"0"-8057"-15,0 0-516 0,0 0 516 0,0 0 64 16,88-33-264-16,-69 19-275 0,1 2-477 0,1-1-324 16,2-3-148-16,-3 0-268 15,0 0-413-15,0 1-183 0,0-1-88 16,0-1-536-16,-4 5-2416 0,4-4-3565 0</inkml:trace>
  <inkml:trace contextRef="#ctx0" brushRef="#br0" timeOffset="87778.752">18486 7578 7536 0,'0'0'4881'0,"0"0"-2765"16,0 0-1084-16,0 0 36 0,21 83 460 16,-17-58 12-16,3 4-272 0,2-1-464 0,-1 1-367 15,-1 3-133-15,5 0-28 16,-7 0-56-16,-1-4-76 0,-4 4-104 0,0 0-40 15,-9-4-132-15,-3 3-280 0,-3-1-232 16,-5 1-97-16,-8 0-183 0,4-1-204 16,-8 1-748-16,0-2-988 0,0-4-1937 0,8-8-2835 15,-12 1 6528-15</inkml:trace>
  <inkml:trace contextRef="#ctx0" brushRef="#br0" timeOffset="88446.309">19224 7506 1828 0,'0'0'1028'16,"0"0"3808"-16,0 0-763 15,-60 66-2245-15,40-34-360 0,4 2-108 0,-4 6-76 16,1 10-88-16,-6 0-288 0,-3 10-236 16,0 5-76-16,-3 1-84 0,-9 1-47 0,-4 5-41 15,-4 8-12-15,-4 0-184 0,-8 5-132 16,1-2-92-16,-5-1-4 0,0-3-8 15,4 0-124-15,1-8-112 0,7-5 124 16,4-3-12-16,5-5-28 0,7-7-44 16,3-4-52-16,10-5-61 0,7-10-59 15,4-4-24-15,4-5-28 0,8-11-208 0,0-2-212 16,0-7-544-16,4-3-840 16,8-7-1628-16,-1-2-2421 0,10-19 1090 15</inkml:trace>
  <inkml:trace contextRef="#ctx0" brushRef="#br0" timeOffset="89835.527">18952 8512 2388 0,'0'0'744'16,"0"0"1784"-16,0 0 2676 0,0 0-3099 16,0 0-645-16,0 0-224 0,0 0-180 0,0 0-208 15,0 0-192-15,0 0-128 0,0 0-160 16,-3-13 4-16,-5 17-8 15,0-1-144-15,-1-1-84 0,-2 5 36 0,-1 0 24 0,0 2-40 16,0 1-8-16,-4 2-16 16,4 1-20-16,1 0-4 0,-6-1-12 15,2 4 4-15,2 3-16 0,2-2 0 0,-6 2 0 16,6 2 28-16,3 4 9 0,-5 5 15 16,2 1 8-16,-1 4 256 0,4 6-24 15,0 1-160-15,0 2-84 0,4 0-72 16,4-6 28-16,0-2-76 0,0-9 72 0,8 0-36 15,4-5 0-15,0-6 48 16,7 0 12-16,2-7 28 0,7-3-40 0,-4-3 12 16,8-3 12-16,-4-6-120 0,3-10-12 15,-4 1-168-15,1-5-136 16,-3-2-120-16,-9 2-108 0,-4-1-132 0,-1 2-101 16,-2 0-67-16,-1-4-428 0,-8 1-1052 15,0 3-1848-15,0-3-1373 0,-8 6-883 16,-9-3 5629-16</inkml:trace>
  <inkml:trace contextRef="#ctx0" brushRef="#br0" timeOffset="89985.884">18873 8849 732 0,'0'0'1224'0,"0"0"5732"0,0 0-3963 0,0 0-773 15,0 0-604-15,0 0-148 0,0 0-392 16,0 0-472-16,0 0-148 0,0 0-76 16,32 13 24-16,-20-13-64 0,0 0-292 15,4-5-48-15,-4-1-376 0,4-2-408 0,0-3-188 16,-4 3-504-16,-5-3-928 0,-3 2-1973 15,0 6-1383-15,1-1 1393 0,-5 4 4367 16</inkml:trace>
  <inkml:trace contextRef="#ctx0" brushRef="#br0" timeOffset="90136.451">19021 8810 412 0,'0'0'1552'0,"0"0"-1080"0,0 0 2288 15,0 0 2528-15,0 0-3191 0,0 80-405 16,4-61-128-16,0-3-260 0,0 0-240 0,-1-1-112 16,1 1-316-16,0-3-292 15,1-1-212-15,-1-2-132 0,0 0-44 0,0-3-128 16,-1 1-304-16,1 3-52 15,4-3-100-15,-3 5-112 0,-1 3-180 0,0 0-48 16,-1 0-852-16,5 0-1341 0,-4-6-2699 16,0-4 944-16</inkml:trace>
  <inkml:trace contextRef="#ctx0" brushRef="#br0" timeOffset="90422.879">19375 8443 5804 0,'0'0'92'15,"0"0"4828"-15,0 0-3915 0,0 0-429 0,0 0 596 16,0 0 248-16,-15 65-144 0,10-26-356 16,-3 2-160-16,0 9 52 15,1 5 184-15,-2 2-116 0,-3 0-64 16,5 4-159-16,-1-4-209 0,-1-7-172 0,5-1-80 15,4-11-128-15,0-7-68 0,13-6-4 16,-1-5-8-16,8-5-84 0,3-5-112 16,5-7-156-16,4-3-84 0,0-3-25 15,3-7-183-15,2-5-200 0,-1-2-200 0,-4-1-724 16,-1-2-1048-16,-6 5-1829 0,-2-10-2351 0</inkml:trace>
  <inkml:trace contextRef="#ctx0" brushRef="#br0" timeOffset="98699.231">14203 8128 380 0,'0'0'10813'0,"0"0"-9157"15,0 0-868-15,0 0 128 0,0 0 420 0,0 0 40 16,0 0-212-16,84 22-276 0,-52-12-288 16,0 2-172-16,0-2-40 0,4-1 4 15,-5-3-112-15,1-2-124 0,0-4-156 16,0 0-72-16,0-4-160 0,0-5-328 16,-1 3-64-16,-6-7-184 0,-5 0-128 0,-1 4-312 15,-6-2-876-15,-9 6-1945 0,-4-4-1607 16</inkml:trace>
  <inkml:trace contextRef="#ctx0" brushRef="#br0" timeOffset="98944.881">14426 8182 6584 0,'0'0'2556'0,"0"0"-655"0,0 0-477 16,-47 69-200-16,39-44-132 0,-4 5-72 15,0 5-204-15,0-1-180 0,0 8-128 16,4-4-172-16,-4 0 8 0,4 0-184 15,4-6 12-15,0-4 112 0,4-2 132 16,4-7 52-16,0-4-324 0,9-2-44 0,2-3-96 16,5-1 0-16,0-5-4 0,4 2-60 15,4-6-64-15,0 3-132 16,4-3-296-16,-1 0-200 0,5-6-164 0,4-4-392 16,-4-2-1384-16,-8 1-2885 0,16-8-2283 15</inkml:trace>
  <inkml:trace contextRef="#ctx0" brushRef="#br0" timeOffset="100277.745">15327 8125 1736 0,'0'0'5488'0,"0"0"-4112"0,0 0 1053 16,0 0-1041-16,0 0-188 0,0 0-336 0,-87 41 132 16,70-22 88-16,2 6-312 0,-2 3-104 15,2 5-124-15,-1 4 44 0,4 2-108 16,-1 2-88-16,2 0-48 0,3-2-64 0,0-1-12 16,4-6-36-16,0-1 36 15,4-9-148-15,0-3-12 0,4-3-96 0,4-6-8 16,4-3-4-16,4-5-8 0,4-2 0 15,-4 0-40-15,8-7-72 16,3-5-220-16,-3-1-16 0,0-6-168 0,0 0-196 16,-4 4-204-16,-4-2-488 0,-4 2-996 15,-4 2-2541-15,-4 1-3031 0</inkml:trace>
  <inkml:trace contextRef="#ctx0" brushRef="#br0" timeOffset="100430.638">15135 8508 9984 0,'0'0'2253'0,"0"0"-873"0,0 0-212 0,0 0 128 16,0 0-220-16,0 0-268 0,0 0-412 15,0 0-164-15,97-2-232 0,-65-5-136 16,0-5-272-16,3-1-272 0,1 1-256 0,-4-1-800 16,-8 7-1352-16,4-8-4221 0</inkml:trace>
  <inkml:trace contextRef="#ctx0" brushRef="#br0" timeOffset="102128.624">15247 8610 4180 0,'0'0'2812'0,"0"0"-1212"0,0 0-552 0,0 0 321 16,0 0-137-16,0 0-260 0,0 0-156 15,0 0-156-15,0 0-32 16,0 0 64-16,0 0 12 0,0-13-144 0,0 13-112 15,4 0-140-15,-4 0-60 0,0 0-24 16,0 0-16-16,0 7 236 0,0-1-52 16,0 4-12-16,0 2-64 0,4-1-24 0,0-3-96 15,5-2-24-15,-2 1-52 0,-3 0 28 16,9-4-52-16,-2-3 12 0,1 0 172 16,0 0 173-16,4 0-189 15,4 0-116-15,-4-3-136 0,0-4-12 0,-4 0-36 16,0 1-148-16,0-2-80 0,-1 1-117 15,-2 0-115-15,-1 2-176 0,-1-2-256 16,1 0-476-16,-3 1-1016 0,-1-1-1600 16,4-2-1861-16</inkml:trace>
  <inkml:trace contextRef="#ctx0" brushRef="#br0" timeOffset="102694.545">15797 8207 9128 0,'0'0'2517'0,"0"0"-665"0,0 0-644 15,0 0 316-15,0 0-4 0,0 0-140 16,92-6-424-16,-72-1-308 0,7 1-148 0,-3-7-148 16,1 4-96-16,-1-4-195 15,-5 3-61-15,-3 1-109 0,0-3-147 0,-4 1-244 16,-4 1-256-16,0 5-272 0,-3-1-276 16,-5-1-428-16,0 7-488 15,0-3-608-15,-5 3-1645 0,-7 0-151 0</inkml:trace>
  <inkml:trace contextRef="#ctx0" brushRef="#br0" timeOffset="102897.417">15973 8150 1136 0,'0'0'4152'0,"0"0"-2056"0,0 0-356 16,0 0-228-16,-32 69-175 0,27-50-45 0,-2 0-148 15,3 4-136-15,-4-2-200 0,0 3-108 16,3-2 32-16,-2 0-40 0,-1 3-136 16,0 1-88-16,4-1-88 0,0-2 12 0,4-4-112 15,0-3-60-15,8-4-52 16,0 1-80-16,0-7-76 15,8 1-12-15,-4-5-8 16,4-2-236-16,3 0-84 0,-2-2-88 0,2-8-260 0,1-3-332 16,1-2-544-16,-10 2-1300 0,9-6-3053 0</inkml:trace>
  <inkml:trace contextRef="#ctx0" brushRef="#br0" timeOffset="104111.678">15534 8019 4832 0,'0'0'2720'0,"0"0"-592"15,0 0-619-15,0 0 43 0,0 0 0 16,0 0-188-16,0 0-220 0,0 0-224 16,0 0-128-16,0 0-92 0,0 0-76 0,0-9-184 15,9 9-208-15,6 0 60 0,1-3 16 16,4 3-152-16,0-3-60 16,0 0-96-16,-4 3-96 0,0-4-24 0,-4 1-40 15,-5 0-168-15,6 0-380 0,-5 0-300 16,-8 0-388-16,4 3-1132 0,-4 0-2957 0,-4 0-3319 15</inkml:trace>
  <inkml:trace contextRef="#ctx0" brushRef="#br0" timeOffset="104362.319">15534 8106 6656 0,'0'0'2156'0,"0"0"-436"16,0 0-343-16,0 0-97 0,12 88 4 15,-4-58-224-15,0-3-340 0,-4 2-248 0,1 3-124 16,-5-3-36-16,3-1 48 16,-3 0 36-16,0-1-64 0,0-6 28 15,0 2-4-15,0-4-64 0,0 0-32 0,4 0-88 16,0-6-16-16,0 2-112 0,0-5-44 16,4-1-124-16,-4 1 12 0,4-4-8 15,0 0-112-15,0-3-88 0,0 1-124 16,0-1-12-16,4-3-36 0,0 0-256 0,4-10-88 15,0 1-412-15,3-7-848 16,-2 3-2249-16,3-12-2095 0</inkml:trace>
  <inkml:trace contextRef="#ctx0" brushRef="#br0" timeOffset="104962.741">16037 7813 7140 0,'0'0'2140'0,"0"0"-780"0,0 0-35 15,0 0-121-15,0 0-364 0,0 0-348 0,0 0-264 16,0 0 0-16,0 0-164 15,0 0 12-15,0 0-64 0,47 4 36 16,-38-4 16-16,-2 0 140 0,1 0-68 0,0 0-8 16,0 0 20-16,0 0 4 0,-4 0-16 15,0 2-44-15,4 3 48 0,-5-3-68 0,2 4-8 16,-1 0 48-16,0 5 76 0,0-3 24 16,0 3-24-16,0 1-28 15,-1 1 36-15,1 0-8 0,1 3-16 0,3-2 28 16,0 3 20-16,-1-1-8 0,-2 3-76 15,7 0 72-15,-5 0-36 0,1 6 24 16,1-2 88-16,-1 2 32 0,-1 1-108 16,-3 2-132-16,5 1 92 0,-5-1-104 15,-1 0 8-15,1 5 0 0,-4-3-20 16,4 0 16-16,-4 2-68 16,4-4-4-16,-4 1-4 0,0 0 16 15,0-2-8-15,0 0 8 0,-4-2-8 0,4 0 0 0,-4 1 72 16,0-4-72-16,1 1-12 0,3-4 0 15,-4 0-96-15,-1-1 44 16,1-5-8-16,4 2-12 0,0-2 20 0,0 0-20 0,-4-3-64 16,4-1 4-16,0-2-64 15,-4-1-40-15,4 0 16 0,-3-3-12 16,-1 1-28-16,-4-1-24 0,3-3 72 0,-3 3-60 16,1-3-100-16,-1 0-288 0,-8 0-380 15,4 0-488-15,-4 0-936 0,4 0-1645 16,-12 0-787-16</inkml:trace>
  <inkml:trace contextRef="#ctx0" brushRef="#br0" timeOffset="105599.381">16642 8572 6140 0,'0'0'2352'15,"0"0"-436"-15,0 0-179 16,0 0 115-16,0 0-300 0,0 0-320 0,0 0-512 15,0 0-348-15,0 0-172 0,0 0-40 16,-83 64 84-16,70-38-8 0,2 2 48 16,3 3-28-16,-1-2-36 0,1 0-24 0,5-1-84 15,3-6-52-15,0 0-12 16,0-5 40-16,3-5 8 0,9-5 4 16,1-1 8-16,2-6-108 0,5 0-132 0,4-6-188 15,0-7-156-15,3-6-200 16,-2-4-352-16,-1 4-696 0,-8 0-1264 0,0-3-3633 15</inkml:trace>
  <inkml:trace contextRef="#ctx0" brushRef="#br0" timeOffset="105765.453">16622 8712 7856 0,'0'0'4325'0,"0"0"-2397"15,0 0-640-15,0 0-228 0,0 0-64 16,0 0-156-16,0 0-212 0,0 0-208 15,76-22-420-15,-45 6-88 0,5-3-428 16,1 0-408-16,-5-4-372 0,-1 4-744 16,-7 7-2505-16,7-7-3771 0</inkml:trace>
  <inkml:trace contextRef="#ctx0" brushRef="#br0" timeOffset="108545.763">20790 6388 4560 0,'0'0'1628'0,"0"0"2760"15,0 0-2603-15,0 0 39 0,0 0-232 16,0 0-28-16,0 0-268 0,0 0-68 16,0 0-224-16,0 0-80 0,71-7-243 0,-39 7-29 15,12 4-120-15,3-1-132 16,9-3-124-16,0 3-48 0,8-3-72 0,4 0 16 16,4-3 68-16,11-4-60 0,9-2 24 15,8-4-180-15,3 1-24 0,0-4-72 16,9-4 0-16,-5 1 24 0,-2-3-84 0,-10 4-108 15,-3-2-64-15,-8 1 40 0,-13 3-60 16,-11 0-40-16,-9 4-48 16,-14 2-72-16,-9 4 24 15,-13 0-97-15,-7-1-319 0,-8 7-468 0,-4-4-628 0,-7 4-2228 16,-29 0-2969-16</inkml:trace>
  <inkml:trace contextRef="#ctx0" brushRef="#br0" timeOffset="108768.589">21794 6410 10965 0,'0'0'3096'0,"0"0"-1868"0,0 0-1000 16,-37 82 248-16,33-46 700 16,-3 5 136-16,3 7-80 0,0 5-428 0,0 8-244 15,-5 2-240-15,6 4 32 0,-5 0-123 16,0-4-93-16,4-5-136 0,1-11 0 15,3-9 0-15,3-6-136 0,5-10-33 0,4-6-123 16,0-7-120-16,0-3-200 0,-1-6-168 16,6-2-424-16,3-11-432 15,-8 0-2600-15,8-19-4061 0</inkml:trace>
  <inkml:trace contextRef="#ctx0" brushRef="#br0" timeOffset="109020.908">22165 6369 5108 0,'0'0'7357'0,"0"0"-6081"0,0 0-692 15,0 0-16-15,0 0 1080 0,0 0 104 16,0 0-324-16,7 76-636 0,-3-41-376 16,4 13 60-16,4 2 181 0,0 7-149 0,-4 4-156 15,-3 2-124-15,-2 1-76 16,-3-1-152-16,0-2-12 0,-3-1-108 0,-2-3-72 15,1-6-124-15,4-7-168 0,0-6-149 16,4-9-147-16,8-3 12 0,4-11-236 16,0-5-900-16,-4-4-2208 0,4-6-4181 15</inkml:trace>
  <inkml:trace contextRef="#ctx0" brushRef="#br0" timeOffset="118298.134">21714 7975 652 0,'0'0'756'16,"0"0"-496"-16,0 0-260 0,0 0 952 16,0 0 704-16,0 0-1356 0,-84-22-292 0,69 19 256 31,2 0 256-31,1-3 376 0,5 1-12 0,-6 0 116 16,2-1 92-16,3-4 200 0,-5 1-55 0,2-1 95 0,-1-3-152 15,-4 4-56-15,4-4-16 0,3 4-88 16,-2 0-116-16,7 2 336 0,4 0-224 0,0 2-248 15,0 0-271-15,4 3-205 16,4-2-60-16,8 1 20 0,3 0 76 0,5 0-136 16,1 3-48-16,3 0-44 0,-4 6 20 15,-1 3 12-15,-3 8-36 16,4 1-88-16,-8 6 52 0,4 1 16 0,-4 3-4 0,0 1-72 16,-5 5-48-16,2 1 48 15,-5-3-4-15,-5 3-48 0,1 0 4 16,-4 0 0-16,0-4 48 0,-4 1-4 15,1 0-92-15,-9-3-60 0,-1-1-12 16,6-5 44-16,-9-1 40 0,4-3-36 0,4-7 0 16,-3-5-4-16,6-7 64 0,1 0 60 15,4-10 8-15,-4-6-8 0,4-6-4 0,0-3-44 16,0-6 36-16,8-9 0 0,0 2-48 16,8-3 48-16,-4 4-36 15,4 2 40-15,4-3-88 0,-5 6 88 0,6 3-4 16,3-3 12-16,-5 7 4 0,-2 0-4 15,7-1-44-15,-5 1 32 0,1 3-72 16,-4-1-36-16,4 7 0 0,-4 4-28 0,-4 2-69 16,-1 4-163-16,2 3-140 15,-5 3-288-15,-4 0-552 0,3 3-736 16,-2 6-1024-16,-1 1-1913 0,-4-1-1547 0</inkml:trace>
  <inkml:trace contextRef="#ctx0" brushRef="#br0" timeOffset="118912.563">22463 7893 860 0,'0'0'8536'0,"0"0"-6487"0,0 0-689 0,0 0-340 0,0 0 260 16,0 0-20-16,0 0-388 16,0 0-328-16,-96 32-172 0,77-7 24 0,-5 7 168 15,0 3 320-15,-1 5-272 0,6 9-112 16,3-5-148-16,-3 3-12 0,6-1-159 0,5-6 15 16,1-5-76-16,7-10-60 15,0-2-52-15,3-10 80 0,9-4-4 16,4-6-24-16,4-3 48 0,0 0 48 15,4-9-8-15,-1-1-148 0,1-6-148 16,-3 3-236-16,-1-2-224 0,-5-1-97 0,-3 3-87 16,-3 4-248-16,-6-5-452 0,1 9-520 15,-4-5-772-15,0 0-1697 0,-11 2-635 16</inkml:trace>
  <inkml:trace contextRef="#ctx0" brushRef="#br0" timeOffset="119051.688">22260 8122 1316 0,'0'0'1188'15,"0"0"6336"-15,0 0-6195 0,0 0-137 0,0 0-32 0,0 0 500 16,0 0-340-16,0 0-352 0,0 0-88 16,0 0-204-16,64 53-64 0,-44-46-184 0,3-4-304 15,5-3-124-15,0 0-100 16,4-3-400-16,0-4-484 0,3 1-524 16,-10 0-1316-16,10-4-3977 0</inkml:trace>
  <inkml:trace contextRef="#ctx0" brushRef="#br0" timeOffset="119828.412">23280 7610 2880 0,'0'0'1300'16,"0"0"2608"-16,0 0-1536 0,0 0-739 15,0 0-289-15,0 0 36 16,0 0-20-16,0 0-296 0,0 0-272 0,-96-19-28 16,72 38-60-16,0 3-108 0,-4 10 4 0,0 7 216 15,1 1-207-15,7 8-149 0,-4 4-96 16,4-2 56-16,4 7 40 15,5-3-144-15,-2-1-112 0,5-2-84 0,4-6-60 16,4-7-60-16,8-5-12 16,4-6-84-16,8-4 84 0,4-4-44 0,0-4 52 15,4-1-52-15,-5-8 48 0,1-6-124 0,1 0-196 16,-5-3-108-16,-5-7-132 16,-3 1-256-16,-3-4-329 0,-6 0-475 15,1 1-748-15,-4-1-1636 0,0-4-1197 0,-4 8-2195 16</inkml:trace>
  <inkml:trace contextRef="#ctx0" brushRef="#br0" timeOffset="119986.104">23104 8068 1136 0,'0'0'8908'0,"0"0"-6399"0,0 0-777 0,0 0-268 15,0 0 376-15,0 0-200 0,0 0-428 16,0 0-396-16,100-4-328 0,-76 4-223 16,0 0-57-16,4-7-208 0,-4 1-128 15,-1 0-153-15,-3-3-219 0,-3-1-256 0,-2 1-476 16,-7-1-560-16,-3 4-1280 0,-1-1-2441 15,-4 1-1683-15,-4 6 5460 0</inkml:trace>
  <inkml:trace contextRef="#ctx0" brushRef="#br0" timeOffset="120127.199">23336 8057 1096 0,'0'0'8580'0,"0"0"-5735"16,0 0-949-16,-20 77 20 0,12-48-76 0,4-4-68 0,0 0-320 16,-1 0-335-16,1-6-453 15,4 0-396-15,0-5-268 0,9-5-168 16,-1-2-132-16,0-7-248 0,8 0-20 0,-1 0-185 15,6-13-347-15,3-4-720 0,-1-2-1992 16,-7 0-1973-16,9-9-2806 0</inkml:trace>
  <inkml:trace contextRef="#ctx0" brushRef="#br0" timeOffset="120325.331">23570 7826 4984 0,'0'0'4184'15,"0"0"-1087"-15,0 0-1377 16,0 0-128-16,0 0 76 0,0 0-108 0,-43 73-300 0,35-38-272 15,4 3-159-15,-4 3-65 16,8 0-100-16,-4-2-192 0,4 2-228 16,0-3-204-16,0-3-40 0,0-4-124 15,8-5-20-15,0-3-60 0,4-9-64 16,4-3-56-16,3-5-64 0,2-6-72 16,-1-3-149-16,-1-6-303 0,2-7-484 0,-2-3-1028 15,-3 5-2680-15,0-14-3029 0</inkml:trace>
  <inkml:trace contextRef="#ctx0" brushRef="#br0" timeOffset="128042.595">19714 8207 1668 0,'0'0'9989'15,"0"0"-8529"-15,0 0-772 16,0 0 36-16,0 0 396 0,0 0 12 0,0 0 36 0,0 0-144 16,0 0 164-16,7 54-236 0,-7-18-127 0,0 8-109 0,-7 3-220 15,-9 8-204-15,4-1-88 16,0-1-24-16,-4-2-168 0,8-1 72 0,-3-5-84 15,7-7-48-15,-1-3-24 16,5-7-60-16,0-5-36 0,5-5-184 16,6-1-216-16,1-8-124 0,0-5-85 0,8-4-139 0,4-6-468 15,0-11-712-15,0-4-120 16,-1-2-2117-16,5-15-2383 0</inkml:trace>
  <inkml:trace contextRef="#ctx0" brushRef="#br0" timeOffset="128309.703">20180 8271 808 0,'0'0'12405'0,"0"0"-10401"0,0 0-1224 0,0 0-188 16,0 0 204-16,0 0 304 0,0 0-248 15,-92 67-340-15,60-42-204 0,-3 0-136 16,3 0-112-16,-4 0-56 0,4 1-4 16,0 0-72-16,4-1-52 0,0-2 40 0,8-1-76 15,1 3 24-15,2-6-72 0,6 3-24 16,7-3 120-16,4 0 28 0,0-7 84 15,12 5 0-15,8-4 12 0,8-1 172 16,0-2 108-16,8-4-96 0,3-2-60 16,1-1-112-16,0-3-24 15,0 0 0-15,3-3-96 0,-7-4-372 0,4 1-156 16,-4-4-204-16,0-2-340 0,-1-1-576 0,-10-1-1248 16,3-5-4141-16</inkml:trace>
  <inkml:trace contextRef="#ctx0" brushRef="#br0" timeOffset="128521.795">20539 8443 704 0,'0'0'10253'15,"0"0"-9533"-15,0 0-464 0,0 0 744 0,0 0 272 16,-84 91 80-16,52-56-96 0,4 6-124 16,-4 4-256-16,4 6-56 15,-8-1-12-15,5 11-224 0,-1-2-108 0,0 6-160 0,-4 1-159 16,4-2-157-16,1-1 0 0,-1-3-157 15,4-3-219-15,7-5-100 16,6-11-48-16,6-10-24 0,5-12-16 0,4-6-324 16,4-10-572-16,13-3-676 0,3-16-756 15,-5 4-2469-15,10-23-1238 0</inkml:trace>
  <inkml:trace contextRef="#ctx0" brushRef="#br0" timeOffset="128697.221">20352 9020 3024 0,'0'0'9069'0,"0"0"-7677"16,0 0-488-16,0 0 744 0,0 0 28 0,79-26-244 16,-59 20-232-16,0 0-204 15,3-1-399-15,1-2-209 0,4-1-192 0,0 1-196 16,4-4-100-16,-4 4-164 0,-7-1-369 16,-2 4-303-16,1 0-276 0,-12-1-528 15,-1 4-1268-15,-2 3-2709 0,-5 0-2151 0</inkml:trace>
  <inkml:trace contextRef="#ctx0" brushRef="#br0" timeOffset="128846.222">20546 9032 6048 0,'0'0'6161'15,"0"0"-4653"-15,0 0-696 16,-39 80 44-16,26-51 488 0,9-4-100 0,-3-3-136 0,7-3-408 16,0-2-504-16,0-5-196 0,0 1-72 0,0-5-16 15,0 3-192-15,0-3-496 0,0-1-260 16,0-3-284-16,-4 2-1064 0,4-3-3105 15,-8 0-2735-15</inkml:trace>
  <inkml:trace contextRef="#ctx0" brushRef="#br0" timeOffset="129004.981">20459 9217 7536 0,'0'0'5765'0,"0"0"-4117"16,0 0-348-16,0 0 144 0,0 0 256 16,0 0-320-16,100-48-504 0,-77 42-339 15,5-4-233-15,0 1-168 0,0-4-136 0,0 3-156 16,0-2-320-16,-9 2-349 0,-2 4-299 15,-10 3-260-15,2 0-852 0,-9 3-1620 16,0 0-1045-16,-20 12-1663 0</inkml:trace>
  <inkml:trace contextRef="#ctx0" brushRef="#br0" timeOffset="129127.106">20511 9299 3204 0,'0'0'168'0,"0"0"8653"16,0 0-7049-16,0 0-268 0,-64 67-96 0,64-64-304 15,4-3-364-15,7 0-64 0,14-9 8 0,3-4-208 16,3-6-476-16,9-6-96 0,-3-4-636 15,2-2-312-15,-3-2-316 0,-4 5-960 16,-8 3-2925-16,-4-4-4259 0</inkml:trace>
  <inkml:trace contextRef="#ctx0" brushRef="#br0" timeOffset="129322.9">20981 8788 7584 0,'0'0'2808'0,"0"0"-1943"0,0 0-117 15,0 0 656-15,48 88 132 0,-40-55-88 16,-5 5-80-16,5 0-232 0,-3 6-288 0,3 3-224 16,-8 2-236-16,0-2-276 0,0 5-100 15,-8-2-12-15,-12 4 0 16,-4 0-148-16,-4-4-192 0,-4-1-212 16,-8-5-132-16,-3-3-228 0,-2 0-452 0,10-16-1508 15,-21 7-5773-15</inkml:trace>
  <inkml:trace contextRef="#ctx0" brushRef="#br0" timeOffset="136046.329">23731 7536 4864 0,'0'0'352'16,"0"0"4104"-16,0 0-3528 0,0 0-39 0,0 0 75 15,0 0 248-15,0 0 144 0,0 0-188 16,0 0-104-16,43-33-184 0,-43 33-92 16,0 0 0-16,4 3-80 0,-4-1-160 15,4 8-132-15,-1 8 20 0,6 9 233 0,-5 4-285 16,4 11-44-16,-4 0-108 15,-1 5-40-15,-3 0-108 0,4 0-84 16,-4 2 0-16,4-9-60 0,-4-1-72 0,5-4 8 16,-1-7-152-16,4-9-112 15,-5-3-180-15,1-7-77 0,0-2-291 0,1-4-720 16,-1-3-1176-16,0 0-2713 0,3-13-2855 16</inkml:trace>
  <inkml:trace contextRef="#ctx0" brushRef="#br0" timeOffset="136305.43">24141 7703 4608 0,'0'0'7457'0,"0"0"-5657"15,0 0-1320-15,0 0-392 0,-81 33 280 0,57-19 48 16,-3-4-100-16,7 2-316 0,0-2 0 16,4-1-176-16,0 1 0 15,4-4-104-15,0 4-276 0,4-3-80 0,4-2 332 16,0 2 228-16,4 0 76 0,0 2 320 15,8 0 176-15,0 4 84 0,4 2-64 16,0 2-72-16,1-5 136 0,2 4-44 16,1-3 0-16,0 0-40 0,4-1-152 15,4-2-196-15,4-4-148 0,-1-3-76 16,10-3-196-16,-1 0-496 0,-1-6-624 0,5-7-604 16,-12 4-2653-16,11-11-2543 15</inkml:trace>
  <inkml:trace contextRef="#ctx0" brushRef="#br0" timeOffset="136529.237">24571 7680 9068 0,'0'0'2941'0,"0"0"-2249"16,0 0-260-16,0 0 636 0,-92 89 624 16,64-51 68-16,-4 4-436 0,-3 2-404 15,3 6-140-15,-9 4 24 0,2 3-295 0,-1 0-217 0,-8 4-136 16,5-4-156-16,-2 1-40 15,2-7-324-15,11-7-377 0,4-9-111 16,8-7-40-16,8-11 44 16,12-8-204-16,0-4-1136 15,8-7-3617-15</inkml:trace>
  <inkml:trace contextRef="#ctx0" brushRef="#br0" timeOffset="136682.07">24391 8197 14573 0,'0'0'1728'0,"0"0"-1516"16,0 0 488-16,0 0 488 0,100-31-68 0,-68 18-448 16,8 1-356-16,-4-1-256 0,3 0-60 15,-3-1-112-15,-4-1-156 0,0 5-528 16,-4-2-424-16,-8 2-580 16,-8 5-2448-16,-8 5-4437 0</inkml:trace>
  <inkml:trace contextRef="#ctx0" brushRef="#br0" timeOffset="136833.392">24567 8290 860 0,'0'0'12645'0,"0"0"-10809"0,0 0-996 15,-24 82 632-15,16-53 316 0,4-6-112 0,0 2-427 16,0-10-641-16,4 1-584 16,0-3-24-16,0 0-244 0,0-7-312 0,0 0-233 15,4 1-223-15,-4-4-508 0,0-3-2572 16,0 0-4105-16</inkml:trace>
  <inkml:trace contextRef="#ctx0" brushRef="#br0" timeOffset="136984.132">24599 8391 10436 0,'0'0'4297'16,"0"0"-3841"-16,0 0 108 0,79-22 516 16,-47 16 52-16,-4 3-232 0,0-1-300 0,0 1-440 15,-4 0-160-15,0 0-332 16,-5 3-280-16,-6 0-180 0,-9 0-176 15,-4 9-436-15,-4 1-876 0,-9-1-1897 0,-15 13-1119 16</inkml:trace>
  <inkml:trace contextRef="#ctx0" brushRef="#br0" timeOffset="137094.382">24610 8582 3284 0,'0'0'7697'0,"0"0"-5301"16,0 0-1192-16,0 0-120 0,0 0-4 16,0 0 152-16,96 35-48 0,-48-45-596 0,8-9-368 15,4 0-220-15,-1-7-12 16,-3 1-404-16,-4 0-764 0,0-4-584 15,-20 10-1240-15,7-9-4557 0</inkml:trace>
  <inkml:trace contextRef="#ctx0" brushRef="#br0" timeOffset="137311.125">25316 7893 12285 0,'0'0'1620'16,"0"0"-832"-16,0 0 544 0,0 0-16 15,52 76-316-15,-41-48 24 0,1 1-316 16,-3 6-340-16,-2 3-184 0,-7-1-52 16,0 5-84-16,-7 4-48 0,-10 1-156 15,-7-3-200-15,-3 1-268 0,-6-4-208 0,-2 1-108 16,-1-9-328-16,-4 3-908 0,12-14-1845 16,-11 4-1035-16</inkml:trace>
  <inkml:trace contextRef="#ctx0" brushRef="#br0" timeOffset="139310.41">24412 6286 8432 0,'0'0'336'0,"0"0"2365"0,0 0-729 16,0 0-428-16,0 0-232 15,0 0-92-15,0 0-452 0,0 0-188 16,0 0 244-16,91 17 164 0,-55-15-428 0,4-2-220 15,4 0-71-15,-1 0-13 0,1 0-64 16,-4-7-96-16,4 1-96 0,-5 0-12 0,-7-3-192 16,0-1-40-16,-8 4-277 0,-4-3-335 15,-4 2-392-15,-7 4-1272 16,-6 0-3320-16,-3-1-3365 0</inkml:trace>
  <inkml:trace contextRef="#ctx0" brushRef="#br0" timeOffset="139528.764">24833 6292 8596 0,'0'0'2365'0,"0"0"-773"0,0 0-124 0,0 0-4 0,0 0-244 15,0 0-348-15,-75 77-340 0,67-58-164 16,-4 3-32-16,4 7 32 0,0-1 36 16,5 4-100-16,-2 3-96 0,1-3-24 15,4-4-24-15,0 0 60 0,0-5 12 0,0-4-12 16,12-3-76-16,-4-4-72 15,12-1-8-15,-4-5-64 0,12 0-136 16,4-6-96-16,3 0-168 0,10-10-112 0,-2 1-224 16,5-3-284-16,4-2-656 0,-16 3-2208 15,15-6-3509-15</inkml:trace>
  <inkml:trace contextRef="#ctx0" brushRef="#br0" timeOffset="142276.997">25419 6098 7292 0,'0'0'1880'0,"0"0"-764"15,0 0-331-15,0 0-77 0,0 0 1412 0,0 0-1032 16,0 0-168-16,0 0-152 16,0 0-48-16,0 0-64 0,0 0-100 15,80-14-76-15,-72 14-100 0,1 0-72 0,-2 2-4 16,1 4 28-16,0 5 68 0,4 1 200 15,0 7-163-15,4 3-157 0,-4 0-124 16,3 7 16-16,2-4-28 0,-2 0-136 0,1 4 32 16,1-4-40-16,-2 4-12 0,2-3 4 15,-6-1-100-15,1 1 96 16,0-4 4-16,-4 3-40 0,-4-3 36 0,-4-3 8 16,4 0-76-16,-4-2-16 0,0-5 0 15,0-2-12-15,-4-1 20 16,4-3 16-16,-4-3-1 0,4-3 21 0,0 0 52 15,0 0 8-15,0 0-4 0,0 0 4 0,0-3-4 16,-4-3-4-16,4-3-56 16,-4-7-68-16,-4-3 52 0,4-6-12 15,0 2 24-15,0-5-124 0,0 2 136 0,0 4-12 16,4-1 60-16,-3 5-52 0,3-2-44 16,0 8 84-16,3-4-208 0,1 6 148 15,4-3-76-15,5-2-8 0,-2-1 20 0,1 0-24 16,4 3 40-16,4 0 8 15,-4 1 4-15,4 2-28 0,-1 1-24 0,2 2-24 16,-1 4-112-16,-1 0-184 0,1 0-420 16,1 0-628-16,-2 3-576 0,-3 0-804 15,0 0-1797-15,0 0-723 16</inkml:trace>
  <inkml:trace contextRef="#ctx0" brushRef="#br0" timeOffset="145416.902">26551 5978 3420 0,'0'0'1408'16,"0"0"3128"-16,0 0-3152 0,0 0-367 15,0 0-69-15,0 0 416 16,0 0 48-16,0 0-204 0,0 0-300 0,0 0-300 16,0 0-192-16,-4-10-84 0,0 20-36 15,0 3 24-15,-4 6 108 0,0 6 12 16,-4 10-48-16,5 0-52 0,-6 0-96 0,1 3-52 16,0 0-32-16,0 0-3 15,5 0 51-15,-1 1-16 0,3-4-8 16,-3 3-52-16,8-7-60 0,-4 1-24 0,4-3-36 15,0-3-12-15,0-7-12 0,8-1-60 16,1-5-48-16,2-4-112 0,5-2-289 16,0-4-87-16,8-3-76 0,0-3-96 15,4-10-424-15,0-3-956 0,-4 0-2508 16,4-10-3889-16</inkml:trace>
  <inkml:trace contextRef="#ctx0" brushRef="#br0" timeOffset="146059.335">27670 6105 8896 0,'0'0'2753'0,"0"0"-1473"15,0 0 360-15,0 0 152 16,0 0-288-16,80 61-100 0,-60-33-364 0,0 0-564 15,0 7-292-15,-4-3-60 0,4 3-76 16,-4-3-44-16,-4 0-4 0,-5 2-48 16,-3-2-52-16,-4 3 28 0,0 0-88 0,-15 0-352 15,-5 3-76-15,-12 4-112 16,-8-1-100-16,-8 1-264 0,-3-1-692 16,-1-7-756-16,8-5-1337 0,-16 4-975 0</inkml:trace>
  <inkml:trace contextRef="#ctx0" brushRef="#br0" timeOffset="151626.322">27451 11846 7704 0,'0'0'2528'16,"9"-77"41"-16,-9 33-1689 15,0-10-360-15,0 1-128 0,-9 2 292 0,-6-1 168 16,-2 5-136-16,-6 5-380 0,-9 8-100 16,-8 6-236-16,-11 5 0 0,-9 10-260 15,-13 7-88-15,-6 6 348 0,-9 9 388 0,-16 10 464 16,-7 9-380-16,-12 12-312 0,-17 7-100 16,-7 7 100-16,-13 10 160 15,-7 4-136-15,-8 13-84 0,-9 1-40 0,1 10-60 16,-8 10-56-16,-4 9 56 15,-5 9-8-15,-2 17-176 0,-2 6 184 16,0 12 24-16,6 10 72 0,7 7 64 0,3 3 60 16,13 5-212-16,8 7 176 0,12 1 0 15,15 3 0 1,8-4-112-16,17 3-72 0,8 4-120 0,15-4 44 0,12 4-56 16,12 0-16-16,12-1 76 0,13-5-200 15,19-4 188-15,11-3-100 0,13-6 184 16,24-4-76-16,12-9 16 0,20-4 36 0,15-5 24 15,17-6 96-15,16-11-8 0,16-6-52 16,15-9-36-16,13-8-8 0,11-4-128 16,20-11 128-16,12-6 8 0,8-9 8 15,12-13 128-15,9-7-48 0,7-9-84 16,8-12 104-16,12-8-20 0,12-11 120 16,4-7-112-16,4-13-88 0,12-6-8 0,4-13 8 15,4-9 64-15,3-10-72 0,10-10-148 16,-2-3 12-16,5-9 52 0,-4-3-52 15,4-10-280-15,-4-3 144 0,-1-3 16 16,-7-7 156-16,0-6-248 0,-12 0 336 16,-8-5 12-16,-9-8 64 0,-10-1-64 15,-5-4-72-15,-12-5 72 0,-8-1 52 16,-8-5 8-16,-11-6 0 0,-6 1-60 16,-11-11-8-16,-7-5-40 0,-9-7-272 15,-15-4-164-15,-17-3 76 0,-11 1-228 16,-17 0-72-16,-15 3 40 0,-20-4 404 0,-16 1 112 15,-17 3 140-15,-15 3 12 0,-12 3 240 0,-12 4 112 16,-8 4-36-16,-20 2 36 16,-8 3-12-16,-16 0-236 0,-3 3 68 15,-17-4-48-15,-8 5 116 16,-8 2-168-16,-3 4 140 0,-13 5-76 16,-3 4 88-16,-6 6-212 0,-2 0 140 0,-5 10-144 0,1 0 240 15,0 6-236-15,-5 4-12 16,-4 2-112-16,5 3 24 0,-4 5-60 0,-1-2-12 15,0 6-152-15,-3-1 52 0,-5-1-4 16,5 3-188-16,-4 0 76 0,-2 4 188 16,2-2 172-16,0 8 32 0,-1 1-16 15,-3 7 60-15,4 4 28 0,-9 7 12 0,0 7-100 16,0 5-48-16,-3 3-52 0,3 8 0 16,1 6-28-16,0 1 40 0,-1 5 84 15,1 4-108-15,4-2 104 0,-1 4-68 16,1 0-100-16,3-3 12 0,5 3 164 0,-1 0 36 15,4 0 16-15,5 0-52 16,0 0 100-16,3 0 0 0,0 7 40 16,5-5-52-16,3 4-20 0,0 5-68 0,5-5-64 15,4 2 60-15,3 6 4 0,8-2 76 16,0 1-28-16,5-1-8 0,3 5 36 16,4-2-76-16,1-2 0 0,7 3-48 15,0 0-4-15,5 0-8 0,3 0-104 16,-4-1-52-16,8 8-48 0,-4-5-116 15,9 5-128-15,-2 2-484 0,6 1-124 16,7 2-609-16,12-9-1531 0,-4 13-3360 0</inkml:trace>
  <inkml:trace contextRef="#ctx0" brushRef="#br0" timeOffset="152628.223">29966 11500 3816 0,'0'0'1992'0,"0"0"-1496"16,0 0-28-16,0 0-52 0,0 0 2632 16,0 0-1527-16,0 0-345 0,0 0-384 15,0 0 96-15,-88-49 80 0,72 49 52 0,0 0-112 16,-4 0-228-16,-4 0-112 0,4 11-160 15,-4 5-64-15,0 9-52 0,-8 6-48 16,5 11 40-16,-1 5 20 0,0 11 60 16,4 5 28-16,4 1 129 0,0-4-133 15,8 4-108-15,4-11-76 0,4-1-68 16,4-11-64-16,0-7 36 0,4-7-36 16,8-9 60-16,0-3-132 0,4-4 0 15,4-5 0-15,4-6-96 0,-5 0-72 16,9 0-52-16,-3-10-128 0,-1-5-104 15,0-2-153-15,-9 2-187 0,5-2-296 16,-12-1-600-16,0 2-700 0,-8 3-724 0,0 3-1409 16,-8 1-83-16</inkml:trace>
  <inkml:trace contextRef="#ctx0" brushRef="#br0" timeOffset="152779.95">29647 12001 5492 0,'0'0'3044'0,"0"0"-279"0,0 0-525 16,0 0-204-16,0 0-404 0,0 0-360 15,0 0-324-15,0 0-288 16,0 0-60-16,0 0-76 0,92-10-232 0,-60 4-292 15,-1-7-12-15,1 1-376 0,0-4-100 16,-4 0-220-16,0 0-240 0,-5 0-196 16,-6 4-480-16,-2 2-784 0,-6 1-1817 0,-5 6-719 15,-4 3 329-15</inkml:trace>
  <inkml:trace contextRef="#ctx0" brushRef="#br0" timeOffset="152899.901">29934 11909 4072 0,'0'0'3916'0,"0"0"-1572"0,0 0-411 0,-28 76-289 0,24-47-188 16,-4 0-224-16,-1 2-224 0,6-2-204 0,-1 0-152 0,4-4-260 15,0-3-256-15,0-6-136 16,4-3-96-16,8-10-300 0,0-3 4 16,8-3-100-16,3-10-276 0,5-6-660 0,-4 3-1544 15,8-16-5269-15</inkml:trace>
  <inkml:trace contextRef="#ctx0" brushRef="#br0" timeOffset="153127.574">30376 11623 5716 0,'0'0'8445'0,"0"0"-7209"16,0 0-896-16,0 0 428 0,0 0 688 0,0 0-288 15,-60 67-248-15,52-42-368 0,4 7-128 16,0-1-20-16,4 7 21 0,0-3 59 16,0 4-192-16,0 3-172 15,0-2-72-15,-4 2-48 0,4 0 0 0,-3-5-72 16,3-5-12-16,0 0-124 0,0-6-152 0,3-12-69 15,5 3-127-15,4-10-164 16,0-7-76-16,8-5-288 0,4-9-724 16,-8 1-2644-16,16-19-3197 0</inkml:trace>
  <inkml:trace contextRef="#ctx0" brushRef="#br0" timeOffset="153376.979">30571 11744 13001 0,'0'0'1968'0,"0"0"-1676"0,0 0-220 16,0 0 420-16,0 0 764 0,0 0 4 0,0 0-520 16,0 0-444-16,-3 70-136 0,10-54-64 15,5 5 4-15,-8 6-4 0,0 1-8 16,-4 7 8-16,0 2-48 0,-8 8-40 16,-4 0-8-16,-4 2-12 0,0-2-72 0,4-1-112 15,0-5-100-15,5-11-144 16,3-9-52-16,4-6-52 0,0-13-236 15,7 0-300-15,9-13 88 0,0-9-284 0,5-7-1104 16,-6 6-1785-16,9-21-1779 0</inkml:trace>
  <inkml:trace contextRef="#ctx0" brushRef="#br0" timeOffset="153629.404">30873 11846 10696 0,'0'0'2181'15,"0"0"-1185"-15,0 0-528 0,0 0 868 16,0 0 444-16,0 0-408 15,0 0-696-15,0 0-548 0,-43 76-128 0,31-61-60 0,0 1 52 16,-4 0-164-16,0 6 0 16,5 1 60-16,-6 2 40 0,6 4 12 15,-1-7 48-15,3 3 12 0,5-6 64 0,4 0 452 16,0-3-40-16,0-2-96 16,4-2-64-16,9 1-24 15,-2-5 12-15,1 3-48 0,8-8-136 0,4 4-120 16,0-7 0-16,0 0-192 0,4-4-172 15,0-6-236-15,-4 1-256 0,0-3-248 16,0-1-520-16,-9 3-1320 0,2-5-4537 0</inkml:trace>
  <inkml:trace contextRef="#ctx0" brushRef="#br0" timeOffset="153881.693">31117 11804 3372 0,'0'0'7504'0,"0"0"-6295"16,0 0-737-16,0 0 448 0,0 0 804 16,0 0-192-16,0 0-188 0,16 67-580 15,-24-42-324-15,-4 7-72 0,-8 0-108 0,0 5-128 16,-4 3-32-16,-4 1-60 0,0 3-40 16,-4 0-72-16,0 1-16 0,1 2-48 15,-1-2-84-15,4-7-96 0,5-3-68 16,6-3 4-16,2-13-40 0,10-7-224 15,1-5-88-15,4-7-172 0,4 0-520 16,8-10-92-16,0-5-1181 0,1 2-2059 0,6-9-735 16</inkml:trace>
  <inkml:trace contextRef="#ctx0" brushRef="#br0" timeOffset="154124.344">31141 12185 7340 0,'0'0'4257'0,"0"0"-2837"16,0 0-300-16,0 0 660 0,0 0 8 0,95 23-408 15,-67-23-240-15,0 0-300 0,0 0-220 0,8-6-227 16,-4-7-321-16,0-4-72 15,-1 2-256-15,-3-3-241 0,0-2-247 16,-7 1-344-16,-6 0-624 0,-7 6-1140 0,-3 3-2889 16,-5 4-3067-16</inkml:trace>
  <inkml:trace contextRef="#ctx0" brushRef="#br0" timeOffset="154477.09">31312 12221 11537 0,'0'0'3060'0,"0"0"-2148"16,0 0-752-16,-24 69 584 0,20-50 1032 0,1 0-128 15,-1 0-596-15,4-2-616 16,0-5-340-16,0 1-96 0,0-5-76 0,0 3-116 16,0-3-260-16,0-1-268 0,0-3-112 15,0-1-364-15,0-3-740 0,0 0-704 16,4-7-313-16,3 0 701 0,1-1 848 0,0-3 1404 16,0 5 584-16,0 4 652 15,0-1 420-15,4 3 517 0,-4 0-109 16,4 0-416-16,-4 0-384 0,4 0-284 0,-4 0-192 15,-1 0-248-15,2 3-224 16,-5-3-208-16,0 0-108 0,-4 0-124 16,0 2-120-16,0-2-148 0,-4 6-76 0,-4 1 12 15,0 3 408-15,-4 3-28 0,0 6 16 16,0-3 16-16,-4 3 44 0,8-3 72 0,0-7-72 16,4 0 4-16,4-5 0 0,0-4 72 15,8 0-76-15,4-10-76 0,12-2-296 16,0-11-484-16,4 1-748 0,-4 0-2376 15,12-11-4013-15</inkml:trace>
  <inkml:trace contextRef="#ctx0" brushRef="#br0" timeOffset="154642.817">31683 12176 11641 0,'0'0'2704'16,"0"0"-1932"-16,0 0-520 0,0 0 692 0,0 0 536 15,0 0-600-15,19 80-732 0,-14-62-148 16,-5 5-236-16,0 2 40 15,0 3-64-15,-5 8-200 0,-2 1 252 0,-9 5-52 16,-4-1-164-16,-8 0 48 0,-4 1-4 16,-4 2-348-16,-8 1-776 0,8-14-2513 0,-27 20-3627 15</inkml:trace>
  <inkml:trace contextRef="#ctx0" brushRef="#br0" timeOffset="156466.083">23435 15389 3696 0,'0'0'4432'15,"0"0"-259"-15,0 0-2525 0,0 0-232 0,0 0-332 16,0 0-4-16,0 0 380 0,0 0-480 16,88-19-332-16,-60 15-212 0,4 1-104 15,-4 3-92-15,0-2-56 0,-5-1-87 0,5-1-37 16,-8-2-60-16,1-1-52 0,-2 3-8 16,-3-1-61-16,-4 2-195 0,-1-3-320 15,-2 2-316-15,-1-3-312 0,-4 4-672 16,-1 1-1988-16,1-1-2793 0</inkml:trace>
  <inkml:trace contextRef="#ctx0" brushRef="#br0" timeOffset="156694.471">23746 15281 692 0,'0'0'7292'16,"0"0"-4496"-16,0 0-1059 0,0 0-361 15,0 0-552-15,0 0-80 0,0 0 36 0,0 73-340 16,0-44-168-16,0-1 64 0,0 1-12 15,0-1-64-15,0 1-60 16,0 0 8-16,0-4-24 0,0 1 16 0,0-5-16 16,4 2-100-16,0-4-20 0,0 0-64 0,4 1-80 15,-4-1-4-15,4-5-64 16,3 0-64-16,-2-5-132 0,6-3-424 0,6-3 108 16,-1-3-396-16,7 0-700 0,-11-6-1421 0,12-6-3355 15</inkml:trace>
  <inkml:trace contextRef="#ctx0" brushRef="#br0" timeOffset="157848.925">23559 14865 6080 0,'0'0'1364'0,"0"0"-340"0,0 0 220 15,0 0 553-15,0 0-453 0,-84-22-528 16,68 22-244-16,-4 0 48 0,0 0 48 16,-3 9-4-16,2 4-184 0,-7 6-108 0,0 6-36 15,-3 4 0-15,3 5 24 16,-4 5-28-16,0 2-48 0,0 4-200 16,4 2 16-16,4 0-100 0,1 5-4 15,3 2-44-15,8 3-76 0,3 0 12 16,5 0 64-16,4 8-52 0,9-2 92 0,3 0-140 15,8 7 148-15,-1-1-48 0,5-2 48 16,4 3-12-16,0-3 12 16,4-1 40-16,4-8 32 0,0-1 16 0,3-7-80 0,9-2 68 15,1-6-72-15,6-4 156 16,8-3-100-16,2-4 16 0,6-6-16 16,9 2 64-16,0-8-116 0,7-5-8 0,5-3-64 15,0-5-56-15,3-6-40 16,-3-3 36-16,7-11 76 0,-3-7 48 0,3-2 16 15,-2-5-16-15,2-7-76 0,-3 0 68 16,-5-4-36-16,-3-5 44 0,-9 3 96 0,1-7-84 16,-1 1 52-16,-6-6-60 15,2-2 80-15,-6-5-8 0,2-4-24 0,-4-6-44 16,-3 0-8-16,4-3 64 0,-5 0-4 16,-3 1 28-16,0-2-28 15,-8 1 0-15,-5 3-52 0,-6 0 44 0,-5 4-4 16,-8 5-44-16,-4 4 44 0,-5 7 0 15,-3 1 4-15,-4 9 8 16,1 2 112-16,-10-1 208 0,-3 2 132 0,0 5-144 16,-3-3-136-16,-10 0-124 0,1 0-48 15,-8 0-60-15,-4 0 0 0,-4 0-12 0,-4 4 4 16,-3-5-100-16,-9 1 104 0,-4 4-168 16,-8 2 64-16,-8 1-4 0,-7 2 112 15,-4 5 0-15,-9 2-72 0,-4-2-88 16,-4 10 160-16,-3-6-4 0,-1 8 4 15,1 2-12-15,-1 4-72 0,1 3-88 0,-2 0 80 16,5 0 88-16,6 6 8 0,-2 4 16 16,0 0-20-16,0 2-64 0,4 4-20 15,1 0 0-15,3 7-112 0,-4 2-160 16,9 4-284-16,-1 2 136 0,4 7-28 16,9 0 72-16,3 3-112 0,13 1-60 0,2-1 132 15,13-3-132-15,4 0-584 0,9 1-624 16,6-12-961-16,-2 12-1491 0</inkml:trace>
  <inkml:trace contextRef="#ctx0" brushRef="#br0" timeOffset="164547.147">24491 15062 5884 0,'0'0'196'16,"0"0"5233"-16,0 0-4317 0,0 0-76 0,0 0 344 16,0 0 4-16,0 0-288 0,0 0-316 15,-75-44-140-15,75 40-72 0,0-2-104 0,11 3-148 16,2 0-32-16,6-1-28 16,9 4-28-1,-4 4-20-15,8 8-72 0,-4 4-52 0,0 6-12 16,0 5-12-16,-5 1-12 0,1 2 4 0,-4 5-64 0,-4-2 12 15,0-1-48-15,-4-1-24 16,0-2-36-16,-4-3 104 0,-4-1 4 0,0 0-4 16,-4 0-128-16,0-2 24 0,-4 2-24 15,0-3-64-15,-4-6-72 0,0-3 72 0,0-3 36 16,0-8 88-16,4-2-12 0,-8-2-40 16,4-12 0-16,0-5-44 15,-4-12-28-15,4-4 184 0,4-7-156 0,4-5 164 16,0 0 8-16,0 2-4 0,12 1 4 15,0 8 180-15,0 5 24 0,4 8-100 16,0 4-104-16,0 4-8 0,0 2-40 0,-4 4-28 16,0 2-4-16,-1 1-56 15,2 0-28-15,-2-1-52 0,-7 4-168 16,5 3-568-16,-5 0-560 0,0 0-1196 0,-4 6-3085 16</inkml:trace>
  <inkml:trace contextRef="#ctx0" brushRef="#br0" timeOffset="165495.398">24814 14747 28 0,'0'0'2008'0,"0"0"-328"15,0 0-104-15,0 0 2700 0,0 0-2687 0,0 0-461 16,40-73 212-16,-24 48-312 0,-1-6-348 16,2 2-224-16,-2-7-208 0,2 1-68 15,2-2 8-15,-3 2 0 0,4-3 24 16,0-4-12-16,-4 4 24 0,4 0 36 0,-4 0-12 16,-1 4-64-16,2-1-72 0,-2-1 0 15,2 1-12-15,-2-3-100 0,2 4 0 16,-6-1-100-16,6 2 88 0,-6 5-148 15,-7 9-112-15,5 3-388 0,-9 6-404 16,0 8-384-16,0-1-1000 0,-13 3-4201 0</inkml:trace>
  <inkml:trace contextRef="#ctx0" brushRef="#br0" timeOffset="165725.27">25065 13830 3616 0,'0'0'4936'16,"0"0"-3976"-16,0 0 240 0,0 0 165 0,84-3-101 16,-61 3-424-16,5 0-144 0,-8 0-168 0,1 0-300 15,-6 3-228-15,1 3-80 0,-4 1-84 16,-8 8 64-16,-4 8 24 0,0 5-76 16,-8 10-492-16,-8 10-284 0,0 3-40 0,-4 0 132 15,1 3-1-15,-2-7-131 0,5-5-288 16,4-11-716-16,5-12-816 15,-2-6-144-15</inkml:trace>
  <inkml:trace contextRef="#ctx0" brushRef="#br0" timeOffset="166176.683">25666 13103 6188 0,'0'0'1832'15,"0"0"-796"-15,0 0-284 0,0 0-132 0,0 0 2117 16,0 0-1517-16,0 0-752 0,0 0-140 15,0 0 188-15,-87 73 88 0,71-51-116 16,4 1-140-16,0-1-160 0,0 6-92 16,1 1 16-16,2 5 40 0,5 4-68 15,0 4-72-15,0 2 140 0,4 1 68 16,-4 3-36-16,4-1 40 0,0-2-136 16,0-4 132-16,0-9-12 0,4-7 52 15,4-8 68-15,5-5 100 0,-2-5-192 16,1-5-116-16,4-2 100 0,3 0 84 0,5-2-48 15,-3-5-96-15,3-3-64 0,-1 1-96 16,5-3-60-16,-4-2-52 16,4 1-8-16,0-2-208 0,-4-1-492 0,-4 3-148 15,-4 0-204-15,-1 1-308 0,-6-1-624 16,-5-1-564-16,-4 6-1425 0,0 2 97 16,-9-1 904-16</inkml:trace>
  <inkml:trace contextRef="#ctx0" brushRef="#br0" timeOffset="166344.376">25658 13589 2704 0,'0'0'5604'16,"0"0"-3336"-16,0 0-443 0,0 0-29 0,0 0-44 16,0 0-224-16,0 0-392 0,0 0-312 15,0 0-320-15,0 0-188 16,0 0-144-16,64 32-172 0,-44-45 0 0,1-4-524 16,-6 2-348-16,5-1-276 0,-4 0-292 15,0 4-896-15,-8-1-1509 16,3 6-1079-16,-7 1-400 0</inkml:trace>
  <inkml:trace contextRef="#ctx0" brushRef="#br0" timeOffset="166448.89">25834 13576 5700 0,'0'0'2472'0,"0"0"-648"16,0 0-119-16,-13 73 19 0,10-48-276 0,3 0-252 15,0 1-232-15,3-4-68 0,6-3-516 16,-1-2-380-16,7-11-148 16,2 0-260-16,3-6 48 0,3-6-200 0,1-11-368 15,4-2-776-15,-8 1-1400 0,12-20-4033 16</inkml:trace>
  <inkml:trace contextRef="#ctx0" brushRef="#br0" timeOffset="166657.66">26232 13147 8868 0,'0'0'804'0,"0"0"3077"0,0 0-3345 0,0 0 212 16,0 0 900-16,-80 67-204 0,69-32-396 15,3 0-192-15,3 6-48 0,1 3-92 16,4 1 173-16,0-1-345 0,9 1-228 0,3-1-148 15,-1-5-168-15,6-4-12 16,-6-7-96-16,9-6 12 0,-4-6-196 16,0-9-132-16,0-4-24 0,0-3-61 0,4-3-91 15,-4-7-288-15,4-9-748 0,-4 0-2532 16,0-19-4717-16</inkml:trace>
  <inkml:trace contextRef="#ctx0" brushRef="#br0" timeOffset="166826.73">26296 13164 9624 0,'0'0'2449'16,"0"0"-689"-16,0 0-1012 0,-8 72 640 0,8-40 520 15,0 3-48-15,4 1-520 0,4-3-487 16,4 0-453-16,0-2-400 0,0 1-132 16,0-3-124-16,0-4-301 0,3-6-347 0,2-7-344 15,3-12-804-15,-5 0-1740 0,9-14-1953 16</inkml:trace>
  <inkml:trace contextRef="#ctx0" brushRef="#br0" timeOffset="167037.096">26667 13214 5896 0,'0'0'8589'16,"0"0"-7253"-16,0 0-592 0,0 0 624 16,-88 64 220-16,64-42-428 0,4 0-480 0,0 3-340 15,9-6-179-15,2 4-53 0,5-1 16 16,4-3-52-16,0 0-72 15,0-3-4-15,4 0 4 0,8-7 4 0,0 1 56 0,0-1 0 16,4-2-60-16,4-4-12 16,-4-3-60-16,4 0-60 0,4 0-393 15,-1-10-255-15,1 1-308 0,4-1-460 0,-7 1-1288 16,7-14-3909-16</inkml:trace>
  <inkml:trace contextRef="#ctx0" brushRef="#br0" timeOffset="167226.572">26929 13300 8384 0,'0'0'4601'0,"0"0"-2897"0,0 0-1136 16,-60 72 320-16,37-39 812 0,-1 5-284 15,4 3-460-15,0 3-308 0,-4 0-224 0,4 0-60 16,-4 2-71-16,1-2-85 16,-1-3-200-16,3 1-8 0,2-8-88 15,3-5-108-15,4 0-425 0,3-7-391 0,2-3-288 16,3 0-604-16,4-9-2696 0,0-8-3397 15</inkml:trace>
  <inkml:trace contextRef="#ctx0" brushRef="#br0" timeOffset="167346.648">26782 13814 1852 0,'0'0'11993'0,"0"0"-10161"0,0 0-948 0,0 0 976 16,0 0-568-16,87-44-524 0,-63 27-388 15,4-1-380-15,0-5-184 0,0 1-232 16,-4 0-316-16,1 0-192 0,-10 3-360 15,-3 3-1252-15,-8 0-3361 0</inkml:trace>
  <inkml:trace contextRef="#ctx0" brushRef="#br0" timeOffset="167510.353">26953 13684 5564 0,'0'0'6901'0,"0"0"-5029"16,0 0-784-16,-19 82 888 0,14-57 280 15,5 0-436-15,0-1-715 0,0-9-645 16,0 1-460-16,0-6-108 15,5-1-172-15,-5-2-400 0,0-5-245 16,0 5-307-16,0-1-924 0,0 1-2544 0,0-4-2713 0,-9-3 2453 16</inkml:trace>
  <inkml:trace contextRef="#ctx0" brushRef="#br0" timeOffset="167659.857">26925 13922 2996 0,'0'0'572'0,"0"0"5272"0,0 0-3703 16,0 0-793-16,0 0 416 0,0 0 16 15,0 0-428-15,0 0-412 0,0 0-252 0,0 0-224 16,0 0-108-16,73-13 0 0,-73 13-100 15,3 0-184-15,1 0-72 0,0 0-4 16,8 0 0-16,0-6-56 0,8-3-124 16,4-8-612-16,0-2-404 0,4-3-472 15,-4 2-1388-15,8-17-4677 0</inkml:trace>
  <inkml:trace contextRef="#ctx0" brushRef="#br0" timeOffset="167843.73">27471 13347 4820 0,'0'0'9329'16,"0"0"-8269"-16,0 0-696 0,0 0 680 0,0 0 632 0,21 69-764 16,-14-45-816-16,1 1-96 15,-4 0 0-15,0 7 0 0,-4 4 0 16,0 4-120-16,-16 5-76 0,0 6-312 0,-12-1-108 16,1 1-192-16,-10 3 84 15,-2-4 384-15,-5 2 228 0,0-5 24 16,-3-5-164-16,-2-5-428 0,18-11-2352 0,-22-4-5901 15</inkml:trace>
  <inkml:trace contextRef="#ctx0" brushRef="#br0" timeOffset="168628.224">28304 14979 4120 0,'0'0'2112'16,"0"0"3085"-16,0 0-3657 15,0 0 60-15,-99 39-88 0,67-24-164 0,-9 4-284 0,-2 8-324 16,-9 6-260-16,-3 13-64 0,-1 10-76 0,-4 11 256 16,8 13 76-16,5 2-127 15,-2 12-97-15,10 2-156 0,3 6 8 16,12 0-56-16,4-1-40 0,12-2-12 0,8-7-192 15,4-10 0-15,16-2-60 0,8-8-96 16,12-5 24-16,7-6 72 16,13-7 48-16,12-10-60 0,7-12-52 0,9-10 28 15,8-13 88-15,-1-9-52 0,9-6 0 16,0-16-168-16,-1-13 8 0,1-9-36 16,-1-14 16-16,-3-11-52 0,-9-14-73 0,-3-6-71 15,-4-6 180-15,-9-4 36 16,-6 1-112-16,-6 0 76 0,-11-4 12 15,-4 4 60-15,-12-4 112 0,-9 3 72 0,-6 5 4 16,-10-2 116-16,-7 8-8 0,-4 1 20 16,-4 5-68-16,-12 9 120 0,-7 6-76 0,-9 7-108 15,-9 10 124-15,-6 6-4 16,-9 11-32-16,-11 14-40 0,-6 12-48 16,-6 11-84-16,-9 18 24 0,1 13 60 0,-5 13 4 15,0 6 0-15,9 7 40 0,3 1 20 16,9 11-52-16,7 0 180 15,4 3-192-15,12 1-144 0,12-5-172 0,4-5-124 16,12-6-740-16,9-10-952 0,7-16-2080 16,4 5-2573-16</inkml:trace>
  <inkml:trace contextRef="#ctx0" brushRef="#br0" timeOffset="169344.436">30901 14052 4728 0,'0'0'692'15,"0"0"4696"-15,0 0-3719 16,0 0-353-16,0 0-64 0,0 0-28 0,0 0-264 0,0 0-352 16,-83 16-64-16,52 13-52 0,-6 13 124 15,-3 8 276-15,-3 10-212 0,2 9-144 16,2 11-99-16,-1 6 243 0,5 7-184 16,7 2-168-16,0 5-172 0,11 2-48 15,6-4-96-15,7 2-12 0,8-9-84 16,16-5-24-16,12-6-84 0,15-11 116 15,9-8-140-15,8-11-52 0,7-8-32 0,5-10 128 16,0-13 64-16,8-10 4 16,-4-9 100-16,-1-6-40 0,1-13-188 15,-5-6-1-15,-3-7-19 0,0-10-52 0,-5-2-76 16,1-8 16-16,-4-2 56 0,-1-2 16 16,-3-1-40-16,-4-4-36 0,-4-2 220 15,0-4 148-15,-4-5 200 0,0-10-28 0,-1-6 100 16,1-3-40-16,0-7 24 15,0-4-24-15,-5-3-96 0,2-3 36 0,-10 4 8 16,-3 2-20-16,-12 10-160 0,-8 9 8 16,-12 10-4-16,-4 10 80 0,-24 5 148 15,-11 14-228-15,-17 12 0 0,-16 10 64 16,-16 16 20-16,-20 6-88 0,-15 19-168 16,-12 12-76-16,-17 10-36 0,1 11-268 15,-4 8-176-15,3 3-332 0,8 2-1572 16,41-15-2277-16,-41 20-2051 0</inkml:trace>
  <inkml:trace contextRef="#ctx0" brushRef="#br0" timeOffset="170144.955">27754 12008 6368 0,'0'0'2248'0,"0"0"-1184"16,0 0-380-16,0 0 425 15,0 0 1051-15,0 0-1044 0,0 0-572 16,0 0-152-16,0 0-120 0,-64-4 84 0,44 20 20 0,5 7 36 15,-2 12-4-15,6 9 76 0,3 13 208 16,4 7-104-16,4 12-96 0,0 9-200 16,0 8-124-16,0 5-168 0,4 0-8 0,8 0-64 15,4-5 20-15,7-5 52 16,10-11-4-16,3-10-60 0,3-11 56 0,9-14 4 16,0-13-4-16,4-14 8 0,4-8 72 15,-1-7-20-15,-3-7 44 0,8-11-36 16,-4-8-60-16,3-5-8 0,-3-8 4 15,3-5-4-15,-3-1-100 0,0-6-52 0,-4 0 12 16,-4-2-8-16,-4-4-68 16,-4-7 28-16,-5-3-112 0,-7-6-196 15,-8-6-164-15,-8 0-264 0,-8 0 296 0,-8-1-44 16,-11 4-128-16,-13 6 152 0,-8 6 224 16,-8 14 432-16,-9 4 0 15,-2 19 672-15,-8 7 112 0,-6 11-168 0,-6 9 76 0,0 0-228 16,-2 12-252-16,-3 5-212 15,-3 8-132-15,3 4-104 0,-4 6-64 0,1 2-392 16,3 5-240-16,1 5-452 16,19-8-1117-16,-27 21-3023 0</inkml:trace>
  <inkml:trace contextRef="#ctx0" brushRef="#br0" timeOffset="186086.027">13410 11671 5716 0,'0'0'6461'15,"0"0"-5297"-15,0 0-172 0,0 0-32 16,0 0 336-16,0 0-188 0,0 0-320 16,0 0-208-16,13 7-100 0,11-7 68 15,8 0 272-15,7 0-236 0,5 0-135 16,-4 0-85-16,0-4-48 0,-1 1-136 0,-7 3-104 16,-4-6-64-16,-4 3-12 0,0-4-108 15,1 1-304-15,-2-4-377 0,-7 1-247 16,3-1-308-16,-10 4-1356 0,-5 0-3841 15</inkml:trace>
  <inkml:trace contextRef="#ctx0" brushRef="#br0" timeOffset="186266.603">13546 11934 2936 0,'0'0'11165'0,"0"0"-9837"0,0 0-1016 16,0 0-312-16,0 0 276 15,0 0 328-15,0 0 80 0,0 0 36 0,0 0-276 0,0 0-208 16,104 30-200-16,-64-44-36 0,3 1-320 16,1-2-472-16,-4-4-416 15,-8 6-756-15,8-3-3577 0</inkml:trace>
  <inkml:trace contextRef="#ctx0" brushRef="#br1" timeOffset="195025.45">20399 5303 11489 0,'0'0'2124'0,"0"0"-552"0,0 0-476 0,0 0-184 15,0 0-72-15,0 0-24 16,0 0-68-16,20 88-184 0,-12-47-88 0,-4 6-64 15,4 5-96-15,-4-2-48 0,0 4-72 16,0 3-111-16,-4-2-25 0,4 5-48 0,0 0-12 16,-1 7-8-16,6 3-4 0,3 6-72 15,-1 0 76-15,10 3-77 16,-1 3 37-16,4-5-28 0,-1-1-8 16,1-3-48-16,0-3 44 0,4 1 40 0,-4-5 44 15,0-3-68-15,-4 4 68 0,0 0-68 16,-4-4-28-16,0 4-8 0,-4-3 0 0,-1-1 20 15,2-3-44-15,2 0 8 16,-2-6 52-16,-2 0-76 0,6-4-48 16,-2 2 52-16,2-8 56 0,-2-3 28 15,1-3 0-15,4-2-40 0,-4-4 16 0,-1-4 72 16,-2 1 12-16,-1-4-12 16,0 0-64-16,-4 0 64 0,0-2 4 0,-1 0-40 15,-3-4 0-15,5 2-112 0,-5-1-88 16,0-1 52-16,-4 3 124 15,3-2 8-15,-3-1-36 0,4-8 64 0,-4 3 36 0,0-6 64 16,0 2-64-16,4 3-4 0,-4-1 4 16,4 5 8-16,-4 2 56 15,5 3-56-15,-5 3-8 0,0-2 4 0,4-2 8 16,0-2 0-16,-4 0-4 0,3-5 4 16,5-3 60-16,-8 3-64 15,9-4 64-15,-9-1-8 16,4-2 32-16,0 2-88 0,-1-3 8 0,1 1 128 0,0 2-32 15,4 4-108-15,1-1 72 0,-6 4-72 16,5 3 104-16,0 0-44 0,-4-2-52 16,1 2 96-16,2-7 28 0,-3 4-52 0,4-6-36 15,-4 3 52-15,-1-4 20 0,6-3-72 16,-5 1-44-16,4-1 0 0,-4 0 92 16,4 1-88-16,-4-1-4 0,4 0 4 0,-4 4-8 15,3 2 4-15,2 1 0 16,-5 4 4-16,0-3 68 0,0 3-28 0,0 2 0 15,-1-6-36-15,1-1 48 0,0-2 16 16,5-4 8-16,-5 1 24 0,3-7 4 16,1 0-68-16,-3 0-44 0,7 0 0 0,-5 0 4 15,6 0 4-15,-2 0 28 16,1 0-36-16,-3 0-60 0,2 0 52 16,1 0-4-16,4 0 8 0,-4 0 4 0,0 0 4 15,4 0-4-15,0 0 0 16,0-3 0-16,4-1 12 0,4 1-4 15,-5 0-8-15,9-4-8 0,0 4-28 0,4-3 36 16,4 0 0-16,4-1 4 0,0 1-4 16,3 3 0-16,6 0 4 0,-2-1 0 15,5 1 0-15,0 3-4 0,4 0 0 16,-1 0-8-16,5 0 0 0,0 0-80 16,3 0 80-16,1 0 4 0,0-4-8 0,-5 4 8 15,10 0-4-15,-9 0 8 0,0 0 0 16,-1 0 52-16,0 0-52 0,1 0 8 15,-4 0-4-15,4 4 68 0,-4-1-68 16,4 1 0-16,-4-1 68 0,-1 0-72 16,1-3-4-16,3 3-44 0,1-3 40 15,0 0 8-15,4 0-4 0,-1 0 8 0,1-3-4 16,4 0 0-16,-4 0 4 0,4-4 4 16,-1 3 4-16,1 2-12 15,0-4 0-15,4 2 0 0,-5-3-48 0,1 5 48 16,3-2 4-16,-2-2 0 0,2 4 4 15,1-3 0-15,0-1-8 0,3 3 4 16,-3 0 0-16,4-3-4 0,-5 3-8 16,2-1 4-16,2 1-4 0,0-3 4 15,-2 3 4-15,2-4 0 0,-3 4 0 0,3-3-100 16,1 0 40-16,0-1-36 0,-1 1-28 16,1 0 28-16,4-1 84 15,0 1-84-15,-5 2-40 0,5 2-12 0,-5 2 40 0,1 0 32 16,-8 0 64-16,0 2-84 15,-5 8 20-15,-3-3 76 0,0-1 48 16,4 3-48-16,-8-2-148 0,3-1 144 0,1 0 4 16,0 1 0-16,-4-1 0 0,4 0 0 15,0 1 12-15,-1-1-12 0,-4 4 112 16,1-3-52-16,0 1-60 0,0-2 96 16,4 5 16-16,-4-3-112 0,4 3 48 0,0-5 0 15,-1 4-48-15,0-5 0 16,5 5-4-16,5-3 0 0,-2-1-8 15,1-3-108-15,-1 1 68 0,1-1 52 16,4 0 44-16,0 0-40 0,-5-3 8 16,2 0 84-16,-6 3 40 0,5-3 24 15,-5 3-76-15,1-3-12 0,4 0 40 0,-8 0-112 16,-1 0 0-16,5 0 0 0,-4-3 0 16,0 0-88-16,-4 0 88 0,3 0-4 15,-7-4 4-15,4 4 0 0,-8 0 12 0,-5-4-8 16,-7 1 84-16,-8-1-28 15,-4 5 60-15,-12-1-32 0,-4-1 8 0,0 4 0 16,-8-3 40-16,0 0-28 0,0 0-108 16,0 0-52-16,-4-4-44 15,-4 3 8-15,0 2-20 16,0-1 36-16,0-4 72 0,1 0 168 0,-2-5-92 0,-3-1-28 16,8 1-36-16,-4-4 60 0,4-3 76 15,4 0-40-15,-4-4-36 0,4-5-72 16,0-4-4-16,4-2-140 0,0-8 56 0,1-2-128 15,-2-4 44-15,5-6-24 0,0-3 100 16,1-6 0-16,-6-7-28 0,5-7 40 16,0-9-28-16,-4-3 16 0,4-8 40 15,-8-1 56-15,0-2 72 0,0 0 232 16,0-2-192-16,-4-3-4 0,-4-1-96 16,-4-1 36-16,-4-8-48 0,0 1-168 0,0-2 92 15,1-2-204-15,2-4 148 0,5 1-128 16,1 4-20-16,7 3 36 0,-4 10 84 15,4 5 156-15,0 10-40 0,0 12 44 16,0 14 8-16,0 6 204 0,0 13-64 0,-4 6 8 16,-1 6 40-16,1 0-96 15,-3 7 20-15,-1-1-120 0,0 1-52 16,3 0 4-16,-2-1 0 0,3-2-40 0,0 2-72 16,0 1 88-16,4 0 24 0,-4 2-40 15,4 1-16-15,0 6 104 16,0 0 48-16,0 3-44 0,4 5 8 0,0-3 0 15,-4 5 76-15,0 4 84 0,0-3-52 16,0 3-108-16,0 2-8 0,0 0-4 16,0 0-60-16,0 0-28 0,0 0-8 15,-4-4-28-15,0 1 28 0,-1 0 8 16,-2-3 40-16,-1-1 36 0,0 1 12 16,-1 0 0-16,-2-4-68 0,-1 4-132 0,0 0 200 15,-8-1 44-15,0 1 88 0,0 0-20 16,-8 2-112-16,-4-2-36 0,-4 0-160 0,-3 2 0 15,-9-2 60-15,0 6 136 16,-8-3-212-16,-3-1 212 0,-5 4-136 16,-8 0 52-16,-4 0 84 0,1 0-4 0,-9 0 12 15,0 0-4-15,-4 0 92 16,-2 0-92-16,-7 0 0 0,-2 4 96 16,-5-1-24-16,-4 3-76 0,1 1 0 0,-9-1-88 15,-3 1-12-15,-5 2 28 0,-3 1 8 16,0 2 64-16,-5 1 0 0,-4-1-12 15,1 4 12-15,-5 3 4 0,-2-2-4 32,-6 2-64-32,-4 0 64 0,1 0 0 0,-1 3 0 0,1-3 36 15,0-3-32-15,3 3 0 0,-3-4-4 0,4-2-148 16,-5 3 140-16,5-4-104 0,-1 1-64 0,5 0 168 16,3-3-96-16,1-1 100 15,3 1-96-15,1-2 100 0,-1 3 0 0,1-5 92 16,0 4 44-16,3-1-60 0,1 1 60 15,-1-1 0-15,9 1-64 0,-1-1-72 0,5 1-4 16,3-4-108-16,5 4-72 0,-5-7 72 16,8 3-24-16,1-3-64 15,-1 3-60-15,5 1 212 0,3-1 36 0,0 0 4 16,4 5 8-16,1-5 0 0,3 3 172 16,1 1 0-16,3-1-8 15,1 1-52-15,3-2-40 0,0 6 64 0,5-1-72 16,3-1-52-16,4 1 60 0,0 0-60 15,8 0-8-15,4-1 0 0,2-2 56 16,6-1 28 0,3 1 20-16,6-4-96 0,-2 0 124 0,6 0-72 0,7 1 36 15,-4-3-40-15,8-2 112 0,0 2-100 0,4-4 16 16,9 0 8-16,-5 2-88 0,8-2-4 16,-1 0 44-16,6 0-36 0,3 0 36 15,0 0-36-15,4 0 40 0,-4 0-44 16,4 0-8-16,0 0-8 0,0 0-68 15,0 0 64-15,0 0-60 0,0 0 8 0,0 0 4 16,0 0-40-16,0 0-20 0,0 0-52 16,0 0-152-16,0 0-56 0,4 0-268 0,4 0-676 15,-4 5-1448-15,-1 4-3449 0,-22-23-755 16</inkml:trace>
  <inkml:trace contextRef="#ctx0" brushRef="#br1" timeOffset="197346.534">14626 11172 4892 0,'0'0'392'15,"0"0"6169"-15,0 0-5077 0,0 0-784 16,0 0-68-16,0 0 228 0,0 0 208 0,0 0-172 16,0 0-104-16,99-8-128 0,-59 1-196 15,0 3-124-15,4-2-100 0,4 3 48 16,-4 0 16-16,4-4-76 0,-5 4-52 15,9-3-8-15,-4 0-100 0,4-4-24 16,-4 1-36-16,3-1 0 0,5 1-12 16,-4-7-8-16,4 2-4 0,-5 0-48 0,-6 1-36 15,-2 0 48-15,-7 3-112 16,-4 1-144-16,-8 2-136 0,-8 4-60 0,0 3-40 16,-13 0-100-16,1 0-164 0,-4 0-504 15,0 0-632-15,0 3-548 0,-11 4-1689 16,3-4-1719-16,-8 1 3993 0</inkml:trace>
  <inkml:trace contextRef="#ctx0" brushRef="#br1" timeOffset="197554.431">15172 11157 2628 0,'0'0'1900'0,"0"0"2952"0,-40 66-3508 0,28-31-135 16,0 10-5-1,8 2 104-15,-4 4-108 0,8 6-168 0,0 4-288 0,0 3-232 16,0-1-68-16,0-3-148 0,4-2-248 16,0-11-48-16,-4-9-48 0,4-13-100 15,4-9-124-15,-4-10-36 0,8-6-92 16,0-3-580-16,4-12-316 0,0-5-912 16,-4-1-3421-16,4-19-667 0</inkml:trace>
  <inkml:trace contextRef="#ctx0" brushRef="#br1" timeOffset="197765.135">15382 11197 9472 0,'0'0'3885'0,"0"0"-3145"0,0 0-372 16,0 0 552-16,-7 71 676 0,7-43-272 0,0 4-436 15,0 4-460-15,4-3-220 16,-4 9-72-16,3 3-100 0,-3 5-36 0,0 5-148 15,0 2-120-15,-3 0-112 0,-5 0-160 16,4-3-152-16,-4-3-316 0,4-4-320 16,0-2-936-16,0-7-1985 0,4-10-3039 0,-4 11 6724 15</inkml:trace>
  <inkml:trace contextRef="#ctx0" brushRef="#br1" timeOffset="198459.417">14658 12534 600 0,'0'0'1304'0,"0"0"4792"16,0 0-4168-16,0 0-471 0,0 0-225 15,0 0 56-15,0 0-20 0,0 0-96 16,0 0-216-16,0 0-200 0,0 0-200 15,8 13-88-15,4-7 0 0,0 1 264 0,8-1-144 16,3 4-164-16,1-3-96 16,4-1-59-16,0 0-85 0,0-4-76 15,-4-2-68-15,-1 0-40 0,2 0-60 0,-5-2-100 0,0-4-205 16,-4 0-207-16,0-5-144 16,-5-1-80-16,1 2-248 0,-8 1-744 15,1 0-1124-15,-5-1-2009 0,-5 3-1227 0,1 4 3409 16</inkml:trace>
  <inkml:trace contextRef="#ctx0" brushRef="#br1" timeOffset="198696.478">14893 12490 1368 0,'0'0'392'0,"0"0"2712"0,0 0 976 15,0 0-2916-15,0 0-115 0,0 0 119 16,-63 79 184-16,58-51-248 0,5 5-172 16,0-1-116-16,0 3-80 0,0 0-52 15,5 2-44-15,-2 2-72 0,5-4-140 0,-4 3-108 16,0-3-88-16,0 0-64 15,0-3-56-15,0-1-40 0,0-5-60 16,0-4 0-16,4 0-12 0,-4-6-12 0,3 0-84 16,2-7 12-16,3 0-28 0,-1-2-48 15,2-4-156-15,-2-3-152 0,6 0-60 16,2-5 12-16,-3-9-140 0,9-8-480 16,-6-3-1056-16,5-4-2901 0,-8 3-3295 0,8-8 7904 15</inkml:trace>
  <inkml:trace contextRef="#ctx0" brushRef="#br1" timeOffset="198952.871">15435 12623 7172 0,'0'0'7117'0,"0"0"-5301"16,0 0-836-16,0 0-300 0,0 0 200 0,0 0 100 16,0 0-268-16,0 0-264 15,-40 70-240-15,36-44-60 0,0 2 20 16,-1 1 4-16,5 3-40 0,0-4-32 0,0 4-92 15,0-3-4-15,9-4-4 0,-5-3 0 16,4-6 8-16,-1-4 88 0,6-1-35 16,-5-5-61-16,3 0-8 0,2-6-65 15,-2 0-51-15,6 0-20 0,-2 0-88 16,-2-6-192-16,-2 0-188 0,6-8-48 16,-6-2-52-16,-3-3-288 0,0 4-680 0,0-4-1240 15,-8 3-2345-15,0 0-2135 16</inkml:trace>
  <inkml:trace contextRef="#ctx0" brushRef="#br1" timeOffset="199143.149">15407 12795 964 0,'0'0'8128'15,"0"0"-5647"-15,0 0-945 16,0 0-492-16,0 0 180 0,0 0 96 16,0 0-212-16,0 0-268 0,0 0-216 0,0 0-108 15,0 0-136-15,72 28-208 0,-53-35-88 16,1 2-84-16,1-4-220 0,-6 2-136 15,2-2-168-15,-2-1-140 0,1 0-152 16,0 1-380-16,4-1-740 0,-1-3-932 0,-6 7-1645 16,6-10-2267-16</inkml:trace>
  <inkml:trace contextRef="#ctx0" brushRef="#br1" timeOffset="199432.27">15777 12481 12437 0,'0'0'3032'16,"0"0"-1924"-16,0 0-512 0,0 0 408 16,88-3-16-16,-64-4-240 0,0 1-284 0,-1-1-308 15,-2-2-156-15,3-1-48 0,-9-2-476 16,2-1-432-16,-2 3-268 0,-6-3-584 16,-6 8-2268-16,1-2-3337 0</inkml:trace>
  <inkml:trace contextRef="#ctx0" brushRef="#br1" timeOffset="199657.823">15889 12500 5004 0,'0'0'3880'0,"0"0"-1231"0,0 0-1597 0,-16 69-412 15,12-41 464-15,4 2 308 16,0 1-244-16,0 4-396 0,0-3-316 16,0 0-84-16,4 0-4 0,0-5-48 0,0 3-76 15,4-1-36-15,0-4 24 0,-1-3 64 16,2-3 20-16,-1 0-168 0,0-7-148 15,4-1-60-15,0-5-64 0,-1 0-256 16,2-6-96-16,-2 0-212 0,2 0 160 16,2-9-80-16,-3-5-424 0,0 0-892 15,4-10-1004-15,-4 6-2569 0,-4-1-639 0</inkml:trace>
  <inkml:trace contextRef="#ctx0" brushRef="#br1" timeOffset="199876.645">16093 12579 2844 0,'0'0'9069'0,"0"0"-7545"0,0 0-1056 16,0 0 384-16,0 0 884 15,0 0 4-15,83 18-500 0,-59-18-564 0,4 0-300 16,0-6-132-16,0-2-196 0,-4-6-48 15,-1 2-240-15,1-4-336 0,-4 0-208 16,0 3-128-16,-4-2-512 0,-4 2-1156 0,-4 7-2029 16,-8-1-3343-16</inkml:trace>
  <inkml:trace contextRef="#ctx0" brushRef="#br1" timeOffset="200059.642">16323 12550 4012 0,'0'0'4916'0,"0"0"-947"0,0 0-3093 0,-28 71-404 16,24-46 312-16,0 3 688 0,4-2-240 15,0 2-256-15,0-3-264 0,4-6-136 16,0-2-64-16,0-4-84 0,5-4-184 16,-2-4-136-16,-3 0-108 0,8-5-136 0,-3 0-60 15,2-7-108-15,1-5-208 16,4-4-284-16,-4-10-300 0,4 0-996 0,-4 4-2864 0,0-9-3833 16</inkml:trace>
  <inkml:trace contextRef="#ctx0" brushRef="#br1" timeOffset="200413.997">16546 12306 7564 0,'0'0'2580'0,"0"0"237"0,0 0-1533 16,0 0-412-16,0 0 464 0,0 0-80 16,0 0-268-16,0 0-412 0,0 0-340 15,84 44-128-15,-69-41-48 0,2 1-60 0,-1-1-40 16,0-3-44-16,0 6 24 0,0-3 44 15,0 4-44-15,-4 0 60 16,-1 1-4-16,2 3 4 0,-6 1 8 0,1 1 92 0,1 3-28 16,-5-1-68-16,-1 5 0 15,-3 2-4-15,4-3-8 16,-4 6-88-16,0-3-40 16,0 1 12-16,0-1 12 0,0 3 40 0,0-3 0 15,0 1 72-15,0-1 0 0,0-3 72 0,0 0 12 16,-4-7-32-16,4-1-40 0,-3-3 36 0,-1-1-48 15,-1 0 0-15,1-2-112 16,-4-1-60-16,5-2-48 0,-9-2-136 0,-1 0-140 16,2 0-236-16,-6-2-268 0,-7-4-548 15,1-4-2333-15,7 0-2771 0,-24-2 3876 16</inkml:trace>
  <inkml:trace contextRef="#ctx0" brushRef="#br1" timeOffset="201798.715">17941 11776 2872 0,'0'0'1656'15,"0"0"-196"-15,0 0 1592 16,0 0-815-16,0 0-497 0,0 0-148 0,0 0-360 0,0 0-200 16,0 0-176-16,-72 70-240 15,68-48-120-15,-4 0-4 0,4 3-16 16,-4 1-24-16,4 2-72 0,-4 0-64 0,4 1-48 16,1 1-72-16,-1 1-64 0,4-3-36 15,0-2-32-15,0 2-52 0,4-2-12 16,3 2-4-16,1-5-4 0,1 2-44 15,2-6 40-15,1 0-48 0,0-6 48 16,4-1-108-16,4-2-64 0,0-7-24 16,3 0-32-16,2-3-236 0,3-6-200 0,-4-6-156 15,0-5-180-15,-5-1-584 0,1-1-1364 16,-8 3-2985-16,0 0-443 0,-8 0 5449 16</inkml:trace>
  <inkml:trace contextRef="#ctx0" brushRef="#br1" timeOffset="202485.415">17936 12160 1668 0,'0'0'2816'16,"0"0"1976"-16,0 0-3035 0,0 0-509 0,0 0-136 15,0 0 284-15,0 0-212 0,0 0-256 16,0 0-296-16,0 0 24 0,60-21 36 16,-39 21-212-16,-1-5-148 0,3 3-152 0,-7-2-80 15,5-2-88-15,-2-1-12 16,-3-2-60-16,0-4-224 0,0 1-376 16,-4-1-292-16,-5 3-312 0,2 1-536 0,-1 3-1024 15,-8 0-1385-15,0 6 1049 0,-4 0-852 16,-4 0 3960-16,0 6-64 15,0 3 116-15,-4 4 1172 0,4 3-64 0,4 0 1084 16,-4 2 1124-16,4 6-1092 0,0-3-679 16,0 2-101-16,4-2-88 0,0 5-176 15,0-4-212-15,0 4-260 0,0-7-128 16,0-1-52-16,0 1-24 0,0-6-184 16,4 0-284-16,-4-7-36 0,4-3-232 0,0 0-332 15,0 1-276-15,4-4 36 0,0 0 20 16,0-4-440-16,4-2-1032 0,-4-3-2009 15,4-1-1871-15,-1 2 4456 0</inkml:trace>
  <inkml:trace contextRef="#ctx0" brushRef="#br1" timeOffset="202743.487">18439 11823 8552 0,'0'0'4677'0,"0"0"-3129"0,0 0-932 15,0 0-176-15,0 0 664 0,0 0 76 0,0 0-280 16,0 0-348-16,-67 89-308 16,62-57-60-16,1 7 96 0,4 1 16 15,0 2 140-15,0 2-72 0,0 4-108 0,0-3-84 16,0-8-51-16,0-2-121 0,9-6-44 16,-2-7-53-16,1-6-147 15,4-4-48-15,0-1-96 0,0-9-136 0,4-2 32 0,3 0-60 16,2-6-36-16,3-7-328 0,-5-2-704 15,1-5-844-15,1-5-1929 16,-10 9-1327-16</inkml:trace>
  <inkml:trace contextRef="#ctx0" brushRef="#br1" timeOffset="202943.919">18570 11785 9200 0,'0'0'5149'0,"0"0"-3673"15,0 0-856-15,-7 83-12 0,7-48 880 0,0 3 108 16,0 4-404-16,7-2-487 0,-3-1-305 16,4-1-96-16,1-4-60 15,-9-2-244-15,4-3-12 0,-1-1-412 0,1-5-196 16,-4-7-169-16,8-10-151 0,1-3-248 16,2-6-604-16,9-13-668 15,0-6-2229-15,-8 0-2155 0,11-20 3621 0</inkml:trace>
  <inkml:trace contextRef="#ctx0" brushRef="#br1" timeOffset="203159.358">18853 11855 1096 0,'0'0'12861'15,"0"0"-10917"-15,0 0-1076 0,0 0-100 0,-79 79 544 16,59-53-208-16,-1-1-288 16,6-2-388-16,2-1-260 0,2 0-68 15,3-3-28-15,8-3-60 0,-4 0 36 0,4-4-44 16,4-2 44-16,4-1 28 0,0-2-16 15,8-1 37-15,-1-3-89 0,2 0-8 16,2-3-49-16,-2 0-83 0,3-6-64 16,-1-7-156-16,1 1-196 0,1-7-260 15,-6-3-224-15,5-1-972 0,-8 4-2744 16,4-9-3545-16</inkml:trace>
  <inkml:trace contextRef="#ctx0" brushRef="#br1" timeOffset="203368.487">19029 11797 13193 0,'0'0'2280'0,"0"0"-1408"0,0 0-176 0,-21 74 668 0,14-45-88 15,-5 8-296-15,0 2-468 16,0 1-232-16,-4 6 12 0,-4 1-39 0,0 8-57 16,0-3-112-16,-3 6-84 0,2 2 0 15,-3-5-204-15,9-5-285 16,-5-8-131-16,8-14-100 0,3-5-100 0,5-14-4 15,4-9-364-15,0 0-1156 0,4-9-2697 16,9-11-1223-16,-5 8 2501 0</inkml:trace>
  <inkml:trace contextRef="#ctx0" brushRef="#br1" timeOffset="203516.096">18917 12297 3372 0,'0'0'9613'0,"0"0"-7341"16,0 0-952-16,0 0 404 0,0 0-28 15,84-26-220-15,-69 17-419 0,5-4-321 16,5 1-288-16,-5-9-276 0,3 2-172 15,-3-2-336-15,0-2-292 0,-4 2-232 16,0 1-225-16,0 5-283 0,-9 2-1176 16,-2 3-2744-16,-1 4-2185 0,-4 6 3170 0</inkml:trace>
  <inkml:trace contextRef="#ctx0" brushRef="#br1" timeOffset="203660.527">19124 12166 1280 0,'0'0'11161'0,"0"0"-8949"15,0 0-1088-15,-16 86-84 0,12-54 560 16,4-1-16-1,-4 4-340-15,4-2-467 0,0-2-377 16,0-2-204-16,4-7-120 0,0-3-76 0,-4-3-168 16,5-10-196-16,-5-3-221 0,0-3-279 0,0 0-284 15,0-3-528-15,4-3-1164 0,-4-1-2913 16,0-2-2435-16,0-1 7264 0</inkml:trace>
  <inkml:trace contextRef="#ctx0" brushRef="#br1" timeOffset="203789.566">19117 12383 1840 0,'0'0'8268'16,"0"0"-3875"-16,0 0-2845 0,0 0-308 15,0 0 244-15,0 0-72 0,0 0-180 0,0 0-395 16,87-14-353-16,-64 5-204 0,2-4-88 16,3-6-192-16,-4 0-36 0,0-3-376 15,-1 0-300-15,1-4-373 0,-4-2-271 16,-4 8-1796-16,8-11-5177 0</inkml:trace>
  <inkml:trace contextRef="#ctx0" brushRef="#br1" timeOffset="203996.613">19566 11830 4744 0,'0'0'5860'0,"0"0"-2975"15,0 0-1477-15,0 0-188 0,0 0 356 16,60 82-72-16,-47-60-464 0,-2 1-480 0,-7-2-304 16,0 9-144-16,0-5-68 0,-4 7-44 15,-4 3-108-15,-4 4-284 0,-3 1-168 16,-10 4-140-16,6 4 24 15,-9 0-64-15,0-3-200 0,-4-5-316 0,0-1-1172 16,7-11-2909-16,-11 7-1783 0</inkml:trace>
  <inkml:trace contextRef="#ctx0" brushRef="#br1" timeOffset="204676.671">19762 12319 3404 0,'0'0'52'0,"0"0"6424"16,-44 67-3915-16,19-37-689 15,2 10-320-15,-5 4-112 0,0 0-364 16,0 3-264-16,0-2-224 0,0 6-220 0,-3 1-124 16,-1 4-96-16,-8 5-76 0,-4 5-72 15,-3 3-68-15,-2 5-8 0,-7 2-20 16,1-1-12-16,-1 2 8 0,0-4 4 15,0 1-40-15,5-5-36 0,-1-6-12 0,4-2-48 16,5-4-88-16,3-8-160 16,3-9-64-16,5-8-72 0,9-7-244 0,7-6-312 15,0-12-420-15,12-4-888 0,0-3-2921 16,4-3 1-16,0-10 4869 0</inkml:trace>
  <inkml:trace contextRef="#ctx0" brushRef="#br1" timeOffset="205385.247">19570 13475 964 0,'0'0'12897'0,"0"0"-10953"0,0 0-1288 16,0 0-108-16,-83-17 184 0,63 17 428 15,-4 0 4-15,4 10-528 0,-4 6-428 0,0 6-64 16,4 6 16-16,-3 10 36 16,2 4 56-16,6 9-7 0,-1 0 95 0,4-1 72 15,3 0-180-15,2-1-112 0,7-5-24 16,0-6 0-16,0-8 36 16,7-5 40-16,10-6-112 0,-2-4-16 0,5-8-44 15,8-7-8-15,-3 0-148 0,-1-10-196 16,3-5-132-16,-7-5-160 0,4-1-109 15,-9-3-187-15,2 3-308 0,-9-2-1256 0,-1 4-2052 16,-2 0-1029-16,-5 6-247 16,0 4 5364-16,-12-4 468 0</inkml:trace>
  <inkml:trace contextRef="#ctx0" brushRef="#br1" timeOffset="205516.179">19446 13836 3444 0,'0'0'496'0,"0"0"6372"0,0 0-4319 16,0 0-1025-16,0 0-568 15,0 0 12-15,0 0 312 0,28 67-392 0,-15-67-312 16,2 0-196-16,6-9-172 0,-1-4-208 0,-1-6-172 15,2-3-332-15,-1-4-344 16,-5 1-388-16,-3 2-656 0,0-2-1344 0,0 6-2821 16,-8 3-134-16</inkml:trace>
  <inkml:trace contextRef="#ctx0" brushRef="#br1" timeOffset="205630.862">19650 13706 3952 0,'0'0'548'0,"0"0"7281"0,0 0-5869 0,-24 71-908 0,20-46-224 15,0 3 336-15,0-3-164 16,4 4-248-16,0-4-308 0,0-2-300 15,0-4-144-15,4-6-40 0,4-5-168 0,-4 3-564 16,8-8-592-16,-4-3-412 0,4 0-1312 16,-4 0-3493-16</inkml:trace>
  <inkml:trace contextRef="#ctx0" brushRef="#br1" timeOffset="205943.912">19993 13427 1852 0,'0'0'13501'0,"0"0"-11301"0,-28 66-1516 16,20-34-180-16,-4 7 272 0,4 2 324 15,4 3-296-15,0 1-331 0,4-4-229 16,4 1-28-16,3-5-92 0,10 1-112 16,-1-6-4-16,4-4-8 0,4-1-48 15,0-8-28-15,0-7-92 0,-1-5-76 0,5-5-109 16,0-4-219-16,0-15-172 0,-4-4-160 16,-5-9-724-16,-2 5-2672 15,-6-16-3981-15</inkml:trace>
  <inkml:trace contextRef="#ctx0" brushRef="#br1" timeOffset="206139.44">20228 13297 12925 0,'0'0'5252'0,"0"0"-4572"0,-8 92-584 15,8-54 212-15,8 6 784 0,-4 4 453 0,7-1-561 16,-2-2-660-16,-1-4-324 0,0-3-24 15,-5-6-340-15,1-7-348 0,-4-2-325 16,4-4-131-16,5-13-556 0,-1-3-744 16,3-3-728-16,6-12-869 0,-2-8-1203 15</inkml:trace>
  <inkml:trace contextRef="#ctx0" brushRef="#br1" timeOffset="206361.006">20554 13341 3284 0,'0'0'6716'0,"0"0"-2627"0,0 0-3253 0,0 0-384 0,-67 75-88 16,42-45 416-16,2 1 292 0,3 1-344 16,0-2-308-16,4-3-248 0,4-4-72 0,8-1-16 15,0-3-8-15,4-3 32 0,0-4 152 16,4 1 228-16,5-3 136 0,2-1-260 16,1-2-108-16,4-5-36 0,4 2-40 15,0-4-56-15,0 0-124 0,4-6-112 16,-5-4-240-16,6-6-220 15,-5-3-208-15,3-3-152 0,-7-6-624 0,0 9-2616 0,4-17-4033 16</inkml:trace>
  <inkml:trace contextRef="#ctx0" brushRef="#br1" timeOffset="206552.941">20741 13341 4244 0,'0'0'11113'16,"0"0"-9197"-16,-51 89-1308 0,35-51-140 0,-3 6 508 15,2 8 308-15,-3-2-252 16,4 4-423-16,0-3-329 0,-3 0-176 0,2-7-104 16,-2 0-180-16,-1-5-320 0,3-4-349 15,-2-3-19-15,3-10-236 0,0-3-908 16,8-10-1992-16,4-2-2069 0</inkml:trace>
  <inkml:trace contextRef="#ctx0" brushRef="#br1" timeOffset="206933.981">20610 13814 2872 0,'0'0'11717'0,"0"0"-9465"0,0 0-1008 0,0 0 184 16,0 0 24-16,96-31-175 15,-72 14-489-15,4-2-428 0,-4-3-360 16,0 0-36-16,-5-7-484 0,2 4-252 0,-1-3-153 16,-5 5-39-16,-3 4-436 0,-3 4-956 15,-6 4-868-15,-3 5-1241 16,0 6 1569-16,-3 4 888 0,-6 9 2008 0,-3 2 628 15,1 8 2012-15,-2 5 316 0,2 0-355 16,-6 4-401-16,9 3-428 0,-3-2-304 16,2 0-236-16,5-1-268 0,-3 0-316 0,3-6-248 15,0-8-248-15,4-1-152 16,-4-5-184-16,0-1-264 0,4-6-140 16,-5-2-96-16,5 1-4 0,0-4-140 0,0 0-224 15,0 0-452-15,0-4 12 0,0-2 256 16,0 4 32-16,0-2-165 0,9 1-55 15,-5 3 1024-15,0-4 400 0,3 4 868 16,1-3 204-16,1 3-179 16,-1-3-241-16,-1 0-148 0,1 0-188 0,-3 3 4 15,-1 0-320-15,0 0-24 0,-4 3-1064 16,0 3-793-16,0 1-1103 0,-8 8-1300 16</inkml:trace>
  <inkml:trace contextRef="#ctx0" brushRef="#br1" timeOffset="207046.069">20786 14049 3828 0,'0'0'5328'16,"0"0"-2259"-16,0 0-485 0,0 0-420 0,0 0-332 15,0 0-228-15,0 0-484 0,0 0-439 16,0 0-305-16,0 0-160 0,80 32-216 0,-57-51-24 16,-3-7-180-16,4 1-232 15,-4 0-221-15,4-3-231 0,-8-5-312 0,3 5-1396 16,-6 5-3365-16,2-5-4747 0</inkml:trace>
  <inkml:trace contextRef="#ctx0" brushRef="#br1" timeOffset="207291.477">21287 13290 4212 0,'0'0'9225'16,"0"0"-7213"-16,0 0-1080 0,0 0-108 16,8 76 560-16,5-53-84 15,-2 2-372-15,2-3-340 0,-2 4-284 0,6 2-172 16,-6 1-11-16,-3 3-21 0,0 3-48 15,-3 2-52-15,-5 2-60 16,0-2-28-16,0 5-193 0,-13-4-167 16,-2-1-332-16,-6 2-184 0,1 0-156 15,-8-1-556-15,1-6-1008 0,-1 2-2505 0,8-11-1967 16,-16 8 6428-16</inkml:trace>
  <inkml:trace contextRef="#ctx0" brushRef="#br1" timeOffset="209043.162">21037 10893 6988 0,'0'0'2572'0,"0"0"-151"16,0 0-1217-16,0 0-556 0,0 0 24 0,0 0 576 16,0 0 8-16,0 0-488 0,7 96-224 15,-3-48-196-15,5 5-4 0,-9 7 148 16,4 8 156-16,-4 1-220 0,0 1-184 15,0-1-148-15,-8-2-96 0,3-7-72 16,-3-12-28-16,5-6 16 0,3-14-12 0,0-12-28 16,0-7-340-16,0-9-568 0,3 0-152 15,1-9-688-15,5-10-2896 16,-5 2-4053-16,0-16 6518 0</inkml:trace>
  <inkml:trace contextRef="#ctx0" brushRef="#br1" timeOffset="209363.415">21117 10999 10672 0,'0'0'2197'0,"0"0"-569"0,0 0-480 15,0 0-56-15,0 0-172 0,0 0-388 16,0 0-60-16,0 0-128 0,60 79-12 16,-41-45-64-16,-3 7 12 0,0 1-108 15,-4 2-84-15,0 4-40 0,-5-4-48 0,-3 1-8 16,5-7-40-16,-5-6 48 0,0-7 8 15,0-3 48-15,3-6-56 16,-3-6-48-16,1-4-28 0,3 0 16 0,-4-6 52 0,3 0 4 16,6-9-8-16,-2-7-100 15,10-9 64-15,-2-8-72 0,-3-4-28 0,9-5-84 16,-6-2-4-16,1-3-72 0,0-8 0 16,0-2-36-16,0-3-200 15,-5 0-164-15,2 3-196 0,-2 5-332 0,-2 8-516 16,2 9-921-16,-2 13-2203 0,-6 4-376 15,5 7 5061-15</inkml:trace>
  <inkml:trace contextRef="#ctx0" brushRef="#br1" timeOffset="210301.631">22084 11537 9412 0,'0'0'2297'0,"0"0"-533"0,0 0-156 0,0 0-108 15,0 0 28-15,21 71-348 0,-17-36-396 16,-1 6-292-16,1-3-116 0,-4 4-60 16,4-9-72-16,-4 0-112 0,0-5-132 15,0-5-120-15,0-4-232 0,0-7-284 0,0-5-220 16,0-4-64-16,0-3-264 0,0-10-1160 16,0 4-4597-16</inkml:trace>
  <inkml:trace contextRef="#ctx0" brushRef="#br1" timeOffset="210600.427">22311 11426 3572 0,'0'0'7453'0,"0"0"-5565"0,0 0-1024 0,0 0-164 16,-47 77 184-16,30-55 124 15,6 0-396-15,-1 0-376 0,0-2-236 0,0-1-64 16,0-1 4-16,0 5-152 0,1-4-40 15,2-3 40-15,1-4 152 16,8 1 60-16,0-7 372 0,4 4 16 0,9-1-140 0,-2 1 100 16,9 3 308-16,0-3 264 15,0 6-244-15,4-7-164 0,0 3-48 0,-5-2-52 16,2-4-132-16,-1 0-132 0,-1-2-96 16,-2-1-52-16,2-3-84 15,-6 0-308-15,2-3-300 0,-2-4-152 0,-2 0-76 16,-3 2-240-16,4-5-1016 0,-8 4-2781 15,4-4-4615-15</inkml:trace>
  <inkml:trace contextRef="#ctx0" brushRef="#br1" timeOffset="210842.284">22722 11465 3800 0,'0'0'8529'0,"0"0"-6669"15,0 0-888-15,0 0-28 0,0 0 172 0,0 0 48 16,-20 79-292-16,12-45-284 0,-3 8-124 16,-2 6-12-16,-2 3 256 0,-2 8-295 15,-7 2-253-15,-4 6-160 0,0-1-52 16,1-1-129-16,-1-9-219 0,0-5-100 16,12-12-36-16,4-8 60 0,0-15 44 15,12-9-84-15,0-7-468 0,0-4-1528 16,0-8-3505-16,5-1-3123 0</inkml:trace>
  <inkml:trace contextRef="#ctx0" brushRef="#br1" timeOffset="211057.487">22683 11811 260 0,'0'0'11329'15,"0"0"-8889"-15,0 0-888 0,79 0 252 0,-51 0-12 16,7-3-396-16,1-1-412 0,-4-5-327 16,5-1-317-16,-5-6-184 0,3-3-156 15,-7 1-256-15,0-5-485 0,-5 1-247 16,-2 0-124-16,-1 3-524 0,-9-1-2140 0,-3 8-1829 16,-4 2-2723-16</inkml:trace>
  <inkml:trace contextRef="#ctx0" brushRef="#br1" timeOffset="211214.096">22945 11753 5776 0,'0'0'1236'0,"0"0"4849"0,-32 67-4817 16,28-36-356-16,1 5 532 0,3 2 304 15,0-3-188-15,0 2-388 0,0-4-540 16,3-7-363-16,1-8-269 0,0-2-172 16,-4-3-301-16,0-4-343 0,0-6-136 0,0 1-108 15,0-1-908-15,0-3-2108 16,0 0-1017-16,0-7-499 0</inkml:trace>
  <inkml:trace contextRef="#ctx0" brushRef="#br1" timeOffset="211444.773">22925 12071 1956 0,'0'0'1252'0,"0"0"4124"0,0 0-2123 16,0 0-1121-16,0 0-340 0,0 0-112 0,88-57-360 15,-68 51-508-15,-5-1-324 16,-2 1-340-16,2 0-148 0,-2 2-72 16,-9 2-248-16,0-3-404 0,-1 5-296 0,-3 0-272 15,0 5-392-15,-3 7-156 0,-5 4 356 16,-5 3 660-16,-2 7 824 0,-5-1 284 15,4 3 616-15,0 2 288 0,8-5 308 16,0-4 228-16,8-2-256 0,0-7-260 16,0-1-156-16,12-8-272 0,3 0-328 15,2-3-160-15,7-10-147 0,4-2-145 16,4-8-36-16,0-5-305 0,-4 0-303 16,0-7-188-16,-5 4-196 0,1-4-480 0,-4 13-1640 15,-5-10-3865-15</inkml:trace>
  <inkml:trace contextRef="#ctx0" brushRef="#br1" timeOffset="211792.259">23319 10639 4408 0,'0'0'4156'15,"0"0"-123"-15,0 0-2693 0,0 0-88 16,0 0 232-16,0 0 80 0,-83 44-372 0,67-15-272 16,0 6-300-16,0 10-192 15,5 6-28-15,-6 6 97 0,6 7 123 0,-2 2-224 0,5 7-164 16,1 2-52-16,7 2-60 15,0-1-84-15,0-6-36 16,4-6-60-16,7-10-72 0,6-9-72 0,2-12-64 0,1-7 88 16,4-10-172-16,4-9-120 0,4-4-221 15,0-3-87-15,4-12-124 0,-1-7-544 16,1-10-1396-16,-8 9-3573 0</inkml:trace>
  <inkml:trace contextRef="#ctx0" brushRef="#br1" timeOffset="-212603.56">27356 6448 7796 0,'0'0'5949'0,"0"0"-5301"0,0 0-420 16,0 0 252-16,-96-73 272 0,77 57 168 0,2 0-300 15,6 4-160-15,2 3-76 16,5 2 8-16,0 3-32 0,0 4 8 16,1 0 72-16,-1 6-108 0,-5 8 32 15,-3 5 52-15,-3 9-52 0,-9 7-72 0,4 0 37 16,-1 1 315-16,2-9-292 0,7-4-208 15,4-14-72-15,8-2-72 0,0-4-60 16,0-3-24-16,4 0-52 0,4 0-128 0,4-6 24 16,8 0 236-16,3-7-100 0,5-4-116 15,0 2-57-15,-4-4-103 16,1 6 64-16,-10 3 136 0,-2 4 56 16,-2 6-96-16,-3 4-84 15,1 11 304-15,-2 7 128 0,-3 11 164 0,0 1 60 16,4 4-24-16,-4 0-36 0,4-3-11 0,0-3-49 15,4-3-124-15,0-10-108 0,7-3-44 16,6-7-64-16,2-6-76 0,1-3-401 16,8-6-647-16,-4-7-784 0,-8 4-3048 15,0-7-6241-15</inkml:trace>
  <inkml:trace contextRef="#ctx0" brushRef="#br1" timeOffset="-211751.987">23830 11083 7264 0,'0'0'1388'0,"0"0"-468"15,0 0 320-15,0 0 1577 0,-9-82-1197 16,1 66-336-16,1 3-224 0,3 7-172 16,0-1-184-16,-5 5-104 0,2 2 60 0,-1 0 72 15,-4 7-236-15,0 7-215 0,-7 9-73 16,2 6-16-16,-3 9 76 16,4 0 180-16,4 3 252 0,0 1-288 0,5-8-160 15,3-2-96-15,4-6-152 0,0-7-4 16,0-10-132-16,4-3-24 15,3-2-108-15,10-4 164 0,2-13-20 0,5-3-48 16,0-9-184-16,0-3-144 0,-1-2 36 16,-6 5 120-16,-2 7 111 15,-2 4 9-15,-2 11 24 0,-3 0-8 0,5 3 204 0,-2 9 0 16,2 4 216-16,-2 6 112 16,1 0 29-16,1 0-45 0,-2 1-20 0,2-1-60 15,-2-7-52-15,1-3-84 0,0 1-96 16,4-7-68-16,0-3-4 15,0-9-12-15,4-7-244 0,0-7-424 16,-4-2-525-16,4-3-1391 0,-9 5-3088 0,6-12-3705 0</inkml:trace>
  <inkml:trace contextRef="#ctx0" brushRef="#br1" timeOffset="-211552.893">24384 10709 312 0,'0'0'12893'0,"0"0"-11253"0,0 0-772 15,0 0 808 1,56 76-80-16,-41-50-224 0,2-1-324 0,-2 4-491 16,5-4-289-16,0 0-124 0,0 1-132 0,0 2-12 15,-5 2-72-15,-2 1-60 16,-9 7-341-16,-4 0-419 0,-4 6-280 0,-12 1-156 16,-8 3-520-16,-4-1-1364 0,8-12-2309 15,-24 16-743-15</inkml:trace>
  <inkml:trace contextRef="#ctx0" brushRef="#br1" timeOffset="-208884.669">20857 10429 744 0,'0'0'1720'16,"0"0"-388"-16,0 0 48 15,0 0-104-15,0 0-132 0,0 0-68 0,0 0-324 0,0 0-196 16,-75 58 1877-16,67-52-1245 15,-4 1-412-15,0-1-208 0,3 0-16 16,2-3-36-16,-1 4-36 0,0-4-80 0,-1 3-88 16,-2 0-64-16,3 4-76 0,-4 2-36 15,0 5 40-15,-3 1 20 16,-2 8 28-16,-3 0 8 0,1 2 16 0,-2 4-4 16,6 3-72-16,-9 0-24 0,4 3 0 0,-1-1 0 15,10 2-4-15,-5 2-56 16,4-3-16-16,8 0-60 0,0 1-12 15,4 2-116-15,0 0 116 0,8 3 44 0,4 7-44 16,0 0-4-16,3 6 4 16,2 1 48-16,3-1-4 0,-5 0-40 15,6-3 64-15,3-3-4 0,-5-4-16 0,5-2 88 16,0-8-128-16,0 2 4 0,0-4-12 16,0-3-4-16,4 3-44 0,0-4-4 15,-4 1 44-15,4-4-4 0,4 4-72 0,-4-3 72 16,4-1-40-16,-1 1 52 15,5-1 0-15,0 1 76 0,3-4-76 16,-3 1-4-16,5-5-44 0,-2 0 40 0,1-2-56 16,4-4-32-16,-4-2-16 15,3 0-20-15,-2-4 8 0,-2-3 64 0,4 1-40 16,2-1 4-16,-2-3 32 0,2 1-8 16,2-2 24-16,-3 3 32 0,0-3-68 15,4 4 36-15,-5-3-28 0,6 0-8 16,-6 4-40-16,9-3-124 0,4-2 152 15,8 1 96-15,7 0 116 0,9-3 488 0,3-3-320 16,9-9-148-16,0-1-76 0,3-3 12 16,1 0-8-16,0 1-64 0,-9-4-40 15,1 3 32-15,-8 0 8 0,-5 0 4 16,-2 0 4-16,-2-1 36 0,0 3-44 0,2 0-4 16,2-5 4-16,-4 1 4 15,6-2 8-15,2-5 48 0,1 0 12 16,4-4-8-16,-5-3 44 0,1 0-44 0,4-3-64 15,-9 1 0-15,0-1-4 0,2 0 4 16,-6 0 0-16,1 0 12 0,-8 3 40 16,0 0-48-16,-8 1 104 0,-5-1-8 15,-3 3-4-15,-8 1-24 0,-5-4-28 16,1 0-44-16,-8-2-12 0,4-5-52 0,-8-3-56 16,4-2-136-16,0 0-4 0,0-3 104 15,4-1-16-15,-4-2 0 16,0-2 36-16,0 5 88 0,0-4 48 0,-5 6 0 15,-7 1 48-15,0 0-40 0,-8 6 116 16,-4-4-28-16,-4 7-96 0,-4 0-204 16,-8 4 8-16,0 2 36 0,0-6 60 15,0 3 40-15,1-3-20 0,-2 0 80 16,-2-3 12-16,-2-3 124 0,2 4-76 16,-6-5 64-16,-3 3-52 0,1 2 76 0,-5 1 24 15,-4 1 36-15,-4 0 220 0,-12 4-220 16,-4-1-92-16,-15 4-116 0,-1-4-172 15,-12 7-60-15,-8-4-236 0,2 6-268 16,-6 1-64-16,0 7 192 16,1-2 184-16,-1 2 48 0,4 2 128 0,0 4 196 0,-3-1 52 15,-1 0 76-15,0 1-28 16,-3-1-44-16,-1 3 140 0,-3 1-44 16,2 4-76-16,-2-1 28 0,0 3-4 0,-1 0-44 15,0 3 84-15,-3 5 48 0,3 3-24 16,-3 4 140-16,-1 1-68 0,1 0-72 15,-2 3 36-15,2 4-12 0,0 2 0 16,3 4 24-16,0 3-24 0,5 1-132 16,-1 9-4-16,4-1-12 0,1 7-36 15,7 0 48-15,1 0 48 0,3-1-44 16,8-3-4-16,5 1 4 0,7-3 0 0,8-8 0 16,12-5-4-16,4-4 0 0,13-2-8 15,6-11-76-15,9 2-52 0,5-8-124 16,-1-1 0-16,4-5-12 0,4 7-92 15,11-7-500-15,5 0-660 0,8 0-40 0,-4 0-1313 16,27-10-2639-16</inkml:trace>
  <inkml:trace contextRef="#ctx0" brushRef="#br1" timeOffset="-208251.138">25634 9712 6948 0,'0'0'1712'0,"0"0"2513"0,0 0-2849 0,0 0-288 16,0 0-300-16,-75 28-96 0,47-2 16 15,0 7-64-15,0 4-28 0,0 10 12 16,5 4-112 0,-1 7-52-16,0 1-52 0,7 8 176 15,-2 0-43-15,11-3-193 0,3-7-72 0,5-6 36 0,9-14-4 16,10-5-68-16,5-12-160 0,4-8-84 16,4-5-84-16,4-7-52 0,5-3 16 0,-2-10-24 15,4-7-100-15,-7-2 40 0,5 0-88 16,-9-4-229-16,-1 4-147 0,-6 3-136 15,-10 1-288-15,-7 5-600 0,-4 2-940 16,-4 6-1377-16,-8 2-727 0</inkml:trace>
  <inkml:trace contextRef="#ctx0" brushRef="#br1" timeOffset="-208096.137">25435 10249 7052 0,'0'0'2928'0,"0"0"-559"15,0 0-533-15,0 0-272 0,0 0-332 16,0 0-388-16,0 0-32 0,0 0-96 15,0 0-164-15,108-38-164 0,-72 28-68 16,0-6-140-16,0 0-180 0,3-3-24 0,1-6-144 16,0-1-384-16,4-9-624 0,4 0-444 15,-12 5-2144-15,16-19-3221 0</inkml:trace>
  <inkml:trace contextRef="#ctx0" brushRef="#br1" timeOffset="-207887.874">26188 9569 9216 0,'0'0'2325'0,"0"0"-369"0,0 0-308 0,104 25-40 16,-60-20-68-16,0-3-468 16,3-2-644-16,2 0-304 0,-2-7-124 15,1-2 0-15,-1-4-160 0,2-2-440 0,-6-5-424 16,-2 1-328-16,-10 0-940 15,-7 3-2401-15,-8 1-2103 0</inkml:trace>
  <inkml:trace contextRef="#ctx0" brushRef="#br1" timeOffset="-207711.906">26403 9699 7280 0,'0'0'3084'15,"0"0"-731"-15,-11 67-29 0,11-39-40 16,0 2-236-16,0 1-448 0,3 1-467 0,1-1-457 15,4-5-312-15,-3-1-304 16,-1 0-60-16,0-2-156 0,-4-4-100 0,3-4-252 16,-3-2-305-16,4-3-371 0,-4-3-324 15,4-1-796-15,-4-6-908 0,0 0-1597 16,0 0-867-16</inkml:trace>
  <inkml:trace contextRef="#ctx0" brushRef="#br1" timeOffset="-207553.641">26399 9988 8160 0,'0'0'2973'0,"0"0"-1573"15,0 0-648-15,0 0 572 0,0 0 516 16,0 0-200-16,108-51-460 0,-72 42-420 16,4-4-260-16,4 4-204 0,-8-1-212 15,3-3-84-15,-7 4-160 0,-4-1-60 0,0 1-268 16,-8 3-172-16,-4 0-176 16,-8 6-204-16,-5 0-472 0,-3 0-1040 0,-3 6-1881 15,-21 13-1835-15</inkml:trace>
  <inkml:trace contextRef="#ctx0" brushRef="#br1" timeOffset="-207405.069">26407 10182 10304 0,'0'0'3945'0,"0"0"-2949"0,0 0-768 0,0 0 412 15,0 0 500-15,0 0 96 0,0 0-16 16,104-3-512-16,-56-13-536 16,8 0-172-16,-4 0-208 0,-5 0-464 0,-3 4-224 15,0-1-244-15,-4 6-908 0,-13 0-2937 16,6 5-4043-16</inkml:trace>
  <inkml:trace contextRef="#ctx0" brushRef="#br1" timeOffset="-192211.101">17276 11932 4288 0,'0'0'3976'0,"0"0"1133"15,0 0-3525-15,0 0-196 0,0 0-44 16,0 0-76-16,0 0-64 0,0 0-364 0,3 0-304 15,-3 2-171-15,-3 5-49 0,3 5 24 16,-4 1 96-16,0 6-136 0,-9 4-68 16,6 6-52-16,-9 2-12 0,4 7-44 0,0 0-4 15,-1 7-36-15,6-4-40 16,3 3-44-16,-4 1-4 0,8-4 0 16,0 1 0-16,4-11 4 0,8-2 12 0,4-7-12 15,3-6-4-15,5-7-68 16,4-6-48-16,0-3-40 0,4 0-92 0,0-12-4 15,4-1-44-15,-8-6-52 0,0 0-48 16,-4 0 84-16,-5-3-73 0,-2 3-59 16,-6-1-296-16,-2 1-604 0,-9 1-976 0,0 1-2636 15,-5 5-5157-15,-10-7 9893 0</inkml:trace>
  <inkml:trace contextRef="#ctx0" brushRef="#br1" timeOffset="-192041.417">17291 12265 3360 0,'0'0'4908'16,"0"0"1265"-16,0 0-4621 0,0 0-76 0,0 0 240 16,0 0-396-16,0 0-332 0,0 0-343 15,92 0-357-15,-61-16-288 16,6-3 0-16,-5-3-324 0,0-1-225 0,0 2-303 16,-4 1-432-16,-5 1-604 15,-3 3-1884-15,-4 4-3045 16,-4-4 3117-16</inkml:trace>
  <inkml:trace contextRef="#ctx0" brushRef="#br1" timeOffset="-189198.917">1538 13455 6472 0,'0'0'5497'15,"0"0"-3025"-15,0 0-564 0,0 0-888 16,0 0-204-16,0 0 208 0,0 0 16 15,111-9-380-15,-67 9-172 0,8-3-124 0,3-4-207 16,1-2-33-16,-4-4 56 0,0-3-96 16,-5 4-84-16,-2-8-8 0,-10 5-112 15,-3-2-233-15,-4 5-255 0,-8-1-332 16,-4 7-200-16,-8 0-464 0,-4 6-1468 0,-4 0-3669 16,-12 0 405-16</inkml:trace>
  <inkml:trace contextRef="#ctx0" brushRef="#br1" timeOffset="-188936.925">1888 13449 3116 0,'0'0'4408'0,"0"0"-107"16,0 0-2513-16,0 0-532 0,0 0 116 0,-8 70-100 16,8-48-108-16,0 1-280 0,0 2-408 15,0 2-120-15,4 6 56 16,0 2 236-16,-4 3-344 0,4 4-171 0,0-4-49 0,0 3-24 15,0-3-60-15,0-7-4 16,4 1 0-16,-1-6-104 0,2-7 23 16,3-3-23-16,-1-3-76 0,2-4-180 0,2-6-368 15,2 0 184-15,3-3-188 16,3-3-636-16,1-9-752 0,0-4-968 16,-3 0-2321-16,10-12-1095 0</inkml:trace>
  <inkml:trace contextRef="#ctx0" brushRef="#br1" timeOffset="-188672.703">2482 13328 1668 0,'0'0'1516'0,"0"0"5036"15,0 0-4155-15,0 0-409 0,0 0-32 16,0 0-248-16,0 0-448 0,-40 80-536 15,32-52-188-15,0 4-108 0,4 3-88 16,-1 3 256-16,5 0-179 0,0-1-213 16,0 5-108-16,0-3-96 0,5-4-44 15,3-3-28-15,0-5-24 0,-1-7 0 0,6-8-76 16,2 1-425-16,2-9-47 0,2-4-112 16,1 0-336-16,1-7-1228 0,-2-3-1776 15,1-11-3021-15</inkml:trace>
  <inkml:trace contextRef="#ctx0" brushRef="#br1" timeOffset="-188304.595">2793 13697 1984 0,'0'0'8945'0,"0"0"-7765"0,0 0-256 16,0 0 1232-16,0 0 136 0,0 0-772 16,23 67-676-16,-14-67-392 0,2 0-144 15,1-11 20-15,8-1-60 0,4-7-268 0,-4-4-148 16,4-5-228-16,-4 0-52 0,0 1-12 15,-4 2 12-15,-4 0 84 16,-4 10 12-16,0-2 48 0,-5 8 160 0,-3 0 124 16,-3 2 48-16,-5 1 16 0,-5 3 220 15,-2-4-124-15,-2 4-48 16,2 0-100-16,-1 3-12 0,-4 0 8 0,4 0 4 16,0 13-12-16,-4-1 0 0,4 8 4 15,0 6 156-15,0 5 96 0,4 1-36 16,1 5 12-16,-2 4 0 0,6 1 88 15,-1 0 32-15,4-4-32 0,4-4-28 0,0 1-28 16,8-9-19-16,3-3 11 16,2-9-4-16,6-1-116 0,1-2-128 15,4-5-8-15,4-6-40 0,4 0-108 0,0-13-32 16,0-4-197-16,4-1-171 0,-4-5-244 16,-1-2-272-16,-3-4-688 0,-4 7-2148 15,-4-16-2929-15</inkml:trace>
  <inkml:trace contextRef="#ctx0" brushRef="#br1" timeOffset="-188056.362">3319 13364 4052 0,'0'0'1680'0,"0"0"1392"16,0 0-1560-16,0 0 213 0,0 0 407 15,71 82-240-15,-55-66-432 0,0 3-520 0,0 0-300 16,0 3-220-16,0-3-140 15,-4 4-160-15,-1 2-116 0,-2-3 4 0,-1 0 0 16,-8 3-8-16,0 4-4 0,-4 0-204 16,-9 2-124-16,-2 5 48 0,-5-3 28 15,0 6-276-15,-4-4 88 0,0-3-76 16,-4-3-76-16,0-3-136 0,0-1-312 16,0-6-1012-16,5-7-3077 0,-21 4-2515 0</inkml:trace>
  <inkml:trace contextRef="#ctx0" brushRef="#br1" timeOffset="-187372.461">3637 13566 3868 0,'0'0'1604'0,"0"0"3536"16,0 0-3455-16,0 0-457 0,0 0 16 16,0 0-76-16,88 10-200 0,-60-14-184 0,8-8-116 15,-5-1-212-15,1-2-188 0,0-5-168 16,-4 1-100-16,-4 3-208 0,-5 1-484 15,-2-1-164-15,-6 6-176 0,-2 1-516 16,-5 5-1488-16,-4 2-3737 0,-4 2 2257 16</inkml:trace>
  <inkml:trace contextRef="#ctx0" brushRef="#br1" timeOffset="-187184.538">3796 13783 5368 0,'0'0'2704'0,"0"0"2069"16,0 0-3461-16,0 0-352 16,0 0 236-16,0 0-60 0,0 0-296 0,84-4-336 15,-60-5-256-15,4-8-248 0,4 3-356 0,0-9-360 0,0 1-352 16,4 2-312-16,-5 1-928 16,-3 10-605-16,4-7-4047 0</inkml:trace>
  <inkml:trace contextRef="#ctx0" brushRef="#br1" timeOffset="-185211.172">27587 3105 7352 0,'0'0'6185'0,"0"0"-4261"0,0 0-728 15,0 0-180-15,0 0 268 0,0 0 40 0,0 0-240 16,92 51-135-16,-64-44-293 0,4-1-184 15,-1-6-268-15,9 0-84 16,0-4-112-16,0-3-8 0,3-5-8 0,-7-1-172 0,-4 1-292 16,-4-1-256-16,-4 0-169 15,-8 0-187-15,-4 4-400 0,-12 0-1120 16,0 2-3357-16,-8 4-2063 0</inkml:trace>
  <inkml:trace contextRef="#ctx0" brushRef="#br1" timeOffset="-184988.094">27830 3165 8292 0,'0'0'4501'0,"0"0"-2757"0,0 0-384 0,0 0 116 0,0 0-152 15,-24 76-96-15,20-53-264 0,-4 2-356 16,0 3-207-16,0 1-85 0,0 0-60 0,0 3-100 16,8-1-108-16,-4-2-44 0,4-1-4 15,4-2 0-15,4-5-4 0,8 0 4 16,4-2 0-16,8-5-100 0,4 0-132 15,4-8-32-15,-1-3-261 0,10-3-203 16,-6 0-20-16,5-3-196 0,4-3-744 16,-16-1-1164-16,24-8-3953 0</inkml:trace>
  <inkml:trace contextRef="#ctx0" brushRef="#br1" timeOffset="-184450.894">29894 3140 7564 0,'0'0'4301'0,"0"0"-2801"0,0 0-156 16,0 0-24-16,0 0-140 15,0 0 228-15,0 0-364 0,0 86-272 16,0-52-164-16,0 8-144 0,0-4-75 15,0-1-133-15,0-1-112 16,-4-4-84-16,-4-4-60 0,4-6-12 0,0-3-48 0,0-6-36 16,4-3-64-16,0-5-93 0,0-1-151 0,0-1-252 15,0 0-212-15,0 1-332 16,0-4-1136-16,-4 0-1928 0,4 3-2433 16</inkml:trace>
  <inkml:trace contextRef="#ctx0" brushRef="#br1" timeOffset="-184253.338">29917 3457 9772 0,'0'0'2281'0,"0"0"-961"0,0 0-180 0,0 0 412 15,88-12-92-15,-60 12-136 0,4-4-356 16,4 4-296-16,4 0-160 0,4 0-84 16,0-3-76-16,-1 3-111 0,6-6-105 0,-10 3-100 15,5-3-36-15,-4-4-120 0,0 0-64 16,-1-2-301-16,1-2-319 0,0 0-324 15,-8 0-472-15,0-1-876 0,-13 4-2557 16,5-1-2031-16</inkml:trace>
  <inkml:trace contextRef="#ctx0" brushRef="#br1" timeOffset="-183987.726">30651 3216 1772 0,'0'0'6412'0,"0"0"-3980"0,0 0-771 0,0 0-357 16,0 0-176-16,0 0-184 0,0 0-112 15,0 0-48-15,0 0-140 0,87 25-172 0,-75-15-188 16,8-4-100-16,0 4 0 0,0 2-88 16,8-2-44-16,0 6 44 15,0-4 88-15,0 5-120 0,0-5-52 0,-8 1-12 16,-5-1-4-16,-2 1 4 0,-5 3 12 16,-8 0 32-16,0 0-44 15,-4 0-96-15,-13 0 32 0,2 6-32 0,-9-3-40 0,-4 3-184 16,0-3-124-16,-4 3-60 0,0-2-192 15,0-5-316-15,4 1-324 16,4 0-672-16,9-6-2157 0,-5 2-1771 0</inkml:trace>
  <inkml:trace contextRef="#ctx0" brushRef="#br1" timeOffset="-183494.617">31751 3337 8340 0,'0'0'2572'0,"0"0"-1167"15,0 0-485-15,0 0 120 16,0 0 248-16,0 0 328 16,0 0-340-16,99 38-412 0,-67-31-204 0,3-1-12 0,6-6-64 15,-1 3-208-15,-1-3-168 0,2-3-147 0,-2-8-61 16,1 3-145-16,-5-5-235 0,1 1-264 15,-3-5-212-15,-6 4-160 0,-7 1-296 16,-3 2-452-16,-6 0-692 0,-7 4-1533 0,-4 3-151 16,-4 3 984-16</inkml:trace>
  <inkml:trace contextRef="#ctx0" brushRef="#br1" timeOffset="-183320.845">32237 3286 548 0,'0'0'4216'0,"0"0"-1172"0,0 0-492 16,0 0-595-16,0 0-389 0,-88 79-164 15,72-53-220-15,0 2-240 16,4 4-124-16,4-1-96 0,0 4-108 0,0-3-128 15,8 1-96-15,0-5-88 0,0-3-132 16,4-3-112-16,4-6-12 16,8-3 40-16,0-4-40 0,0-2-48 0,7-4-148 15,2-3-264-15,3-7-176 0,0-9-280 16,3 1-504-16,-3-4-928 0,-7 3-2689 0,-6-6-3307 16</inkml:trace>
  <inkml:trace contextRef="#ctx0" brushRef="#br1" timeOffset="-183104.393">31922 3082 9440 0,'0'0'3105'0,"0"0"-1257"0,0 0-712 15,0 0 308 1,0 0 164-16,0 0-760 0,0 0-248 0,0 0-332 0,100 0 16 15,-65-3-4-15,9 0-100 0,-4-3-180 16,8 3-72-16,0-4-112 0,-1 1-424 0,1 0-556 16,8-1-516-16,-16 1-2100 15,20-3-4405-15</inkml:trace>
  <inkml:trace contextRef="#ctx0" brushRef="#br1" timeOffset="-181854.748">4653 13300 8292 0,'0'0'1232'0,"0"0"1513"16,0 0-885-16,0 0-732 16,99 0-252-16,-67 0-320 0,9-3-332 0,-5 3-184 15,-5-4-40-15,5 1-112 0,-8-3-36 16,0-3-444-16,0 2-376 0,-9-3-296 15,2 4-448-15,-10 0-737 0,-2 0-779 0,-5 6-1488 16</inkml:trace>
  <inkml:trace contextRef="#ctx0" brushRef="#br1" timeOffset="-181667.473">5027 13233 5712 0,'0'0'3272'0,"0"0"-987"16,0 0-757-16,0 0-192 15,0 0-60-15,0 0-168 0,0 0-172 0,-51 76-304 16,43-46-188-16,0 3 36 0,4 3 48 15,0 5-4-15,4-3-156 0,0 3-112 16,0-5-148-16,0-5-96 0,0-10-4 0,4-1 8 16,-4-10-16-16,8-1-68 0,-4-6-40 15,4 1-40-15,0-4 28 0,7 0-40 16,2 0-36-16,3-7-24 0,-1-2-184 16,6-4-196-16,-5 1-216 0,-1-7-412 0,1 3-596 15,-4 0-1312 1,0-7-3057-16</inkml:trace>
  <inkml:trace contextRef="#ctx0" brushRef="#br1" timeOffset="-181384.703">4621 13040 9096 0,'0'0'2993'16,"0"0"-1625"-16,0 0-304 0,0 0 324 15,0 0-84-15,0 0-424 0,0 0-448 16,0 0-100-16,0 0-24 0,0 0-112 16,0 0 24-16,96-4-84 0,-68 4-76 0,7 0-48 15,-3-6-12-15,9-1-80 0,-5 0-168 16,3-1-352-16,-3 2-448 0,-1-5-436 15,-7 6-1080-15,4-2-3585 0</inkml:trace>
  <inkml:trace contextRef="#ctx0" brushRef="#br1" timeOffset="-180724.65">5574 13160 3512 0,'0'0'5964'16,"0"0"-4039"-16,0 0-821 15,0 0-60-15,0 0 112 0,0 0-388 0,0 0-276 16,0 0-164-16,0 0-16 0,-56 67 48 16,48-36 76-16,0 8 72 0,4 3 24 15,-1 2 12-15,5 0-56 0,0 0-168 16,0-3-148-16,0 0-104 0,5 1-68 15,3-10-72-15,4-7-40 0,-5-6-44 16,6-9-128-16,2-4-380 0,2-6-112 0,-2 0-268 16,5-10-424-16,1-2-748 0,-6 2-2593 15,2-15-3427-15</inkml:trace>
  <inkml:trace contextRef="#ctx0" brushRef="#br1" timeOffset="-180372.181">5860 13455 4484 0,'0'0'6420'0,"0"0"-4683"0,0 0-885 0,0 0-152 15,0 0 60-15,0 0-192 0,92-15-568 16,-68-4-64-16,4-7-604 0,-4-3-220 16,-1 4-208-16,-3-4-636 0,1 4-517 0,-6 6 1 15,-6 0 660-15,-5 6 508 0,-4 7 1080 16,0-1 168-16,0 5 1200 0,-9 2 300 15,-3 0-8-15,1 0-132 0,-2 0-343 16,-2 2-233-16,-2 8 44 0,2 0-260 16,-1 5-216-16,0 5 20 0,0 2 292 0,0 10 108 15,4 0-96-15,-4 2-68 16,9 4-196-16,-2 1-212 0,5 2-100 16,0-4-96-16,4-1 12 0,0-2 24 0,8-5-64 15,5-7-144-15,-2-6-36 0,1-7-84 16,4-2-236-16,4-7-48 15,3-3-88-15,2-10-320 0,3-9-500 0,-4-6-696 16,-5 2-3217-16,9-16-4327 0</inkml:trace>
  <inkml:trace contextRef="#ctx0" brushRef="#br1" timeOffset="-180168.669">6343 13198 6292 0,'0'0'3920'0,"0"0"-2487"0,0 0-241 0,0 0 144 0,63 73 64 16,-51-47-368-16,4 2-508 16,-8 0-300-16,0 8-112 0,-8 2-52 15,0 3 16-15,0 3-76 0,-12 4 0 16,-3 0 0-16,-2 2-56 0,-3-2-28 0,1-1-252 16,-5 2-336-16,-4-2-224 0,-4 1-392 15,8-13-916-15,-24 19-3249 0</inkml:trace>
  <inkml:trace contextRef="#ctx0" brushRef="#br1" timeOffset="-174523.616">13486 15262 11561 0,'0'0'4536'0,"0"0"-3432"16,0 0-336-16,0 0 476 0,0 0 16 16,0 0-468-16,0 0-183 0,0 0-101 15,84-22-180-15,-52 12-108 0,4 1-52 16,4-1-96-16,-1 1-24 0,-2-2-48 0,-2 6-12 16,-3-4-48-1,-4 2-108-15,-5 3-112 0,2-1-156 0,-9 5-109 16,-1 0-223-16,-6 0-184 0,-5 2-792 0,-4 1-2556 15,-9 14-2937-15</inkml:trace>
  <inkml:trace contextRef="#ctx0" brushRef="#br1" timeOffset="-174335.511">13590 15497 680 0,'0'0'12545'0,"0"0"-10429"16,0 0-1388-16,0 0-248 0,0 0 540 0,0 0 28 15,0 0-372-15,95 10-148 0,-54-17-272 16,-2-2-168-16,1-1-88 0,8-3-256 16,-1-3-504-16,6 4-264 15,-1-4 68-15,-13 3-1504 0,17-7-5377 0</inkml:trace>
  <inkml:trace contextRef="#ctx0" brushRef="#br1" timeOffset="-173711.346">14439 14830 3876 0,'0'0'2776'15,"0"0"3569"-15,0 0-4921 0,0 0 28 16,107 10-288-16,-63-7-12 0,0-3-92 0,8 0-252 16,8 0-52-16,-4 0-108 0,3 0-115 15,0-6-85-15,6-4-84 0,-5-3-108 0,-5-3-64 16,1 1-88-16,-4-4-104 15,-5-1-48-15,-3 1-24 0,-4 1 24 0,0-2-72 16,-9 1-232-16,1 0-144 16,-4 0-125-16,-4 3-107 0,-3 4-68 0,-6-1-268 15,-2 3-692-15,-10 3-804 0,-3 5-1785 0,-3 2-1655 16</inkml:trace>
  <inkml:trace contextRef="#ctx0" brushRef="#br1" timeOffset="-173464.296">15100 14786 11805 0,'0'0'2264'0,"0"0"-964"0,-20 82-684 16,12-43 472-16,0-2 252 0,0 5-332 15,4-1-360-15,1-3-400 0,-1-6-104 0,4 3-48 16,0-6-32-16,0-4-64 0,0 0-44 15,4 1-32-15,-4-8 4 0,3 1-220 16,1-3-212-16,0-2-172 0,0-9-36 16,0-2-192-16,5-3-348 0,-2-5-780 15,-3-2-2417-15,4-14-3611 0</inkml:trace>
  <inkml:trace contextRef="#ctx0" brushRef="#br1" timeOffset="-173270.058">15339 14789 13537 0,'0'0'1724'0,"0"0"-1272"15,0 0-404-15,0 0 256 0,0 0 624 16,-8 90 212-16,8-56-436 0,0 0-436 0,0 8-256 16,8 2-12-16,-4 4 0 0,4 3-4 15,-4 6-92-15,0-3-16 16,-4-4-320-16,0 1-260 0,4-9 12 0,0-4-360 15,0-10-776-15,4 4-3685 0</inkml:trace>
  <inkml:trace contextRef="#ctx0" brushRef="#br1" timeOffset="-172772.176">14638 16156 1044 0,'0'0'10697'0,"0"0"-8309"0,0 0-1072 15,0 0-284-15,0 0 348 0,84 46-196 0,-57-33-80 16,1-7-436-16,4 0-252 0,0-3-112 0,4-3-84 16,-4 0-51-1,-4-9-85-15,0-1-84 0,-4-5-120 0,-1 2-453 16,-3-7-291-16,-3 5-224 0,-10-4-540 15,1 6-1432-15,-4 1-4229 0</inkml:trace>
  <inkml:trace contextRef="#ctx0" brushRef="#br1" timeOffset="-172537.373">14941 16072 9372 0,'0'0'2437'0,"0"0"-1281"15,0 0-48-15,0 0 332 0,-28 73-200 0,24-45-332 0,0 7-300 16,0-3-164-16,0 2 36 15,4 2 192-15,0-1-108 0,0-4-212 0,0 1-108 16,0-3-36-16,0-7-60 0,8-2-76 16,0-6-64-16,4-1-4 0,0 0-4 15,-1-6-48-15,6-2-88 0,-2 2-20 16,1-7-188-16,0 0-92 0,4-7-188 16,0-5-4-16,-4-3-232 0,4-8-420 15,-4-2-692-15,-8 6-1120 0,4-10-3001 0</inkml:trace>
  <inkml:trace contextRef="#ctx0" brushRef="#br1" timeOffset="-172298.287">14566 15989 9820 0,'0'0'2717'0,"0"0"-1341"16,0 0-640-16,0 0 124 0,0 0 792 16,0 0-536-16,88 3-268 0,-52-3-256 15,-1 4-176-15,1-4-88 0,0 0-84 0,0 0-108 16,0 0-136-16,0 0-64 16,-4 0-92-16,0-7-212 0,-5 1-280 0,5 0-396 15,-4-1-940-15,-4 0-3100 0,4-2-5861 16</inkml:trace>
  <inkml:trace contextRef="#ctx0" brushRef="#br1" timeOffset="-171120.511">15518 16049 7808 0,'0'0'2988'0,"0"0"-1123"0,0 0-665 15,0 0-88-15,0 0-92 0,0 0-540 0,0 0-344 16,0 0-136-16,-52 67 12 16,37-38 224-16,2-1 88 0,6 7 48 0,-1 0-24 15,0 3 72-15,0-3-24 0,4 0-124 16,0 0-76-16,4-6 48 0,0-4-48 16,0-6-36-16,4-6 0 0,3-6-160 15,2-2 0-15,7-5-124 0,-4 0-168 16,4-3 8-16,0-6 52 0,-1-4-164 15,2 0-220-15,-6-6-288 0,1 3-500 0,-3 1-444 16,-2 2-916-16,-3 0-1709 0,0 4-15 16</inkml:trace>
  <inkml:trace contextRef="#ctx0" brushRef="#br1" timeOffset="-170950.189">15494 16300 4376 0,'0'0'1628'0,"0"0"24"15,0 0 204-15,0 0 129 0,0 0-473 16,0 0-516-16,0 0-440 15,0 0-100-15,0 0 124 0,0 0 112 16,0 0 68-16,45 23-152 0,-30-17-136 0,2-4-76 16,-2-2-128-16,5 0-80 0,0 0-188 15,0-2-228-15,4-4-376 0,0-5-376 16,-1 3-408-16,-6 2-1016 0,15-8-3785 16</inkml:trace>
  <inkml:trace contextRef="#ctx0" brushRef="#br1" timeOffset="-170221.592">16220 15827 1720 0,'0'0'6640'0,"0"0"-4412"0,0 0-891 15,0 0 19-15,0 0 120 0,0 0-244 0,0-71-92 16,0 66-332-16,0 2-156 15,-4 3-12-15,-5 0 20 0,2 0-204 16,-5 6-68-16,0 1-276 0,-4 9 8 16,0 5-12-16,-4 8-8 0,4 6 68 0,1 3 52 15,-2 6 97-15,6 1 119 16,2 3-108-16,1-4-136 0,4 1-56 0,0-8-52 16,4-2 12-16,0-3 12 0,8-6 12 15,4-8-32-15,0-5-76 16,4-2-12-16,0-3-52 0,0-4-108 0,-4-4-56 15,4 0-40-15,0 0-68 0,-4-10-152 16,4 1-129-16,-4-8-163 0,-5 2-260 16,2-1-708-16,-5 0-1256 0,-4 4-2497 0,0-1-1187 15</inkml:trace>
  <inkml:trace contextRef="#ctx0" brushRef="#br1" timeOffset="-170073.231">16108 16116 7492 0,'0'0'3300'0,"0"0"-1167"16,0 0-773-16,0 0 256 0,0 0-28 0,0 0-440 15,0 0-396-15,0 0-300 0,0 0-84 16,0 0-148-16,60 3-196 0,-40-3-24 16,-1-3-256-16,6-7-272 15,-1-5-244-15,-5 3-240 0,1-5-404 0,0 4-728 16,-8 1-1769-16,1 2-735 0,-6 4 312 0</inkml:trace>
  <inkml:trace contextRef="#ctx0" brushRef="#br1" timeOffset="-169939.316">16340 16043 1420 0,'0'0'5068'16,"0"0"-2096"-16,0 0-791 0,0 0-569 0,-28 76-328 15,19-53-52-15,9 2-224 0,-4 0-252 16,4 4-136-16,0-1-4 0,0 2 184 16,4-5-260-16,5-3-420 0,-2-3-120 0,5-8-416 15,4 0-48-15,0-8-76 16,4-3-176-16,4 0-80 0,0-14-656 16,-4 6-1228-16,8-17-3241 0</inkml:trace>
  <inkml:trace contextRef="#ctx0" brushRef="#br1" timeOffset="-169713.451">16670 15856 11249 0,'0'0'2572'0,"0"0"-1772"16,0 0-108-16,0 0 640 0,-48 82 112 16,40-50-240-16,0 6-356 0,0 3-252 0,0 1-48 15,5 2 61-15,-6 4-113 0,5-1-132 16,0 2-132-16,0-2-160 0,0-3-60 15,4-3-12-15,0-6-72 0,0-2-100 16,8-8-188-16,4-6-4 0,0-4-65 16,4-2-139-16,-4-3-116 0,4-8-36 15,0-2-68-15,0-2-384 0,0-14-840 0,-1 2-1108 16,6-17-3761-16</inkml:trace>
  <inkml:trace contextRef="#ctx0" brushRef="#br1" timeOffset="-169505.329">16797 16189 12821 0,'0'0'2868'15,"0"0"-1816"-15,0 0 180 0,0 0 464 0,0 0-216 16,0 0-495-16,100 9-465 0,-68-18-328 16,-4-7-192-16,4-1-72 15,-4-1-268-15,-9 3-180 0,2-2-161 0,-2 2-75 16,-11 3-232-16,-4 1-480 0,0 2-804 0,-4 6-948 15,-4-1-1661-15,-3 4 1561 16,-10 4 88-16</inkml:trace>
  <inkml:trace contextRef="#ctx0" brushRef="#br1" timeOffset="-169368.795">16965 16119 3604 0,'0'0'4056'0,"0"0"-1800"0,0 0-399 16,0 0-297-16,-36 92-188 0,27-63-64 16,6-1-204-16,-1 2-164 0,4 1-76 0,-4-4-28 15,0-3-260-15,0-2-356 0,4-6-220 16,-4-1-340-16,4-5-284 15,-4-4-248-15,4 1-128 0,0-7-244 16,0 3-736-16,-4-3-2097 0,4 0-1543 0</inkml:trace>
  <inkml:trace contextRef="#ctx0" brushRef="#br1" timeOffset="-169101.592">16893 16421 848 0,'0'0'8640'0,"0"0"-5907"16,0 0-1365-16,0 0-380 0,0 0 96 15,0 0-76-15,0 0-4 0,0 0-308 16,83-13-352-16,-58 3-284 0,-1 1-60 15,-5 0-208-15,1-1-396 0,-3 1-216 0,-2 2-64 0,-7 1-88 16,-3 3-128-16,-5 3-236 16,0 0-408-16,-5 6-169 0,-7 6 305 15,1 5 816-15,-10 1 792 0,1 5 104 16,1-1 828-16,-5 7 224 0,3-8 36 16,2 5 69-16,7-3 187 0,0-4-172 15,4-4-104-15,3-5-160 0,5 0-252 0,0-8-228 16,5 2-36-16,7-4-164 0,-1 0-60 15,6-4-248-15,-2-5-24 16,6-4-136-16,3-2-160 0,0-8-408 0,3-3-352 16,1-2-432-16,-4 0-580 0,-4 5-2469 15,12-12-2867-15</inkml:trace>
  <inkml:trace contextRef="#ctx0" brushRef="#br1" timeOffset="-168888.177">17407 16135 8008 0,'0'0'5725'0,"0"0"-4433"0,0 0-752 16,-44 83 428-16,24-49 576 0,5 5-288 15,-2 1-460-15,-3 5-284 0,5 3-196 16,-10 7-36-16,1-3 0 0,1 13-124 0,-9-2-80 16,4 4-64-16,-7-4-12 0,2-3-168 15,1-3-280-15,5-5-224 0,3-11-108 16,4-6-156-16,4-7-28 0,4-9-516 15,8-9-844-15,0-3-3133 0,4-7-2067 16</inkml:trace>
  <inkml:trace contextRef="#ctx0" brushRef="#br1" timeOffset="-168727.585">17152 16786 10816 0,'0'0'4081'0,"0"0"-3149"0,0 0-212 16,0 0 732-16,92-48-232 0,-64 29-364 0,4 0-404 0,-1 0-292 15,1-3-160-15,0-3-168 16,0 2-380-16,-8 1-312 0,0 3-160 16,-5 0-112-16,-2 6-248 0,-6 1-632 0,-7 5-2113 15,0 0-967-15</inkml:trace>
  <inkml:trace contextRef="#ctx0" brushRef="#br1" timeOffset="-168537.427">17387 16719 10528 0,'0'0'2897'0,"0"0"-1713"0,-24 64-416 16,20-39 464-16,-4 4 136 0,4-4-308 0,4-6-496 16,0-2-332-16,0-5-232 0,4-3-96 15,1-5-164-15,2-4-96 16,5 0-256-16,0-6-120 0,0-7 124 16,0 0-88-16,0 1-200 0,4-5-376 0,-9 4-588 15,10 1-705-15,-10 5-1371 0,2-5-672 16</inkml:trace>
  <inkml:trace contextRef="#ctx0" brushRef="#br1" timeOffset="-167922.178">17351 16710 8492 0,'0'0'2252'0,"0"0"-1107"0,0 0-57 16,0 0 120-16,0 0 68 0,0 0-120 16,0 0-320-16,0 0-108 0,0 0-136 0,8 66-196 15,-11-43-188-15,-2 5 124 0,1 4 216 16,0 0 256-16,-4 6-328 0,4 0-208 15,-3 0-87-15,-2 4 3 0,1-5-52 0,1 2-132 16,3-1 0-16,-5-4-108 16,5-5-76-16,0-4-21 0,4-2-27 15,0-8-132-15,4-4 96 0,0-9-96 0,0-2-88 16,5-7-100-16,-2-7-64 16,1-6-380-16,5-9-536 0,-6 7-1156 15,9-16-3869-15</inkml:trace>
  <inkml:trace contextRef="#ctx0" brushRef="#br1" timeOffset="-167741.966">17407 16875 11341 0,'0'0'2900'16,"0"0"-1512"-16,0 0-456 0,0 0 76 0,0 0 104 16,0 0-228-16,0 0-320 15,0 0-176-15,0 0-240 0,91 0-52 0,-66-7 96 16,-5-5-192-16,3-1-196 0,1 0-268 15,-4-6-232-15,4-3-176 0,-4 0-192 16,-4 0-420-16,3-4-1056 0,-6 11-3005 0,2-10-1643 16</inkml:trace>
  <inkml:trace contextRef="#ctx0" brushRef="#br1" timeOffset="-167439.426">17818 15989 4892 0,'0'0'8005'16,"0"0"-5381"-16,0 0-1096 0,0 0-400 15,0 0 4-15,75 85-40 16,-60-55-192-16,-6 1-315 0,3 4-185 0,-8 3-72 0,-1 3-24 15,-3 1 128-15,0 2-92 0,-7 1-244 16,-5-1-96-16,0 4-132 16,-4-4-12-16,0-4-40 0,-4 2-44 0,4-6-28 15,-3-5 40-15,2-5-40 0,-3-5-132 16,5-4-193-16,-2-1-175 0,-2-7-344 16,-1-2-912-16,8-1-1968 0,-16-3-3509 15</inkml:trace>
  <inkml:trace contextRef="#ctx0" brushRef="#br1" timeOffset="-166830.338">17387 15093 3332 0,'0'0'6568'0,"0"0"-4327"15,0 0-581-15,0 0-116 16,0 0-140-16,0 0 36 0,0 0-280 0,0 0-268 15,100 19-320-15,-68-24-240 0,7-9-176 16,-3 2-96-16,4-4-60 0,-4 3-60 16,-4 4-60-16,-4-4-112 0,-5 4-184 15,-3 2-192-15,-3-2-252 0,-6 0-336 0,-3 4-588 16,1 0-1356-16,-9 5-3977 0</inkml:trace>
  <inkml:trace contextRef="#ctx0" brushRef="#br1" timeOffset="-166634.742">17654 15158 8696 0,'0'0'2841'0,"0"0"-961"0,0 0-320 15,-16 88 212-15,12-60-184 0,4 5-320 0,0-3-376 16,0-1-392-16,0-6-220 0,4-1-108 16,4-6-28-16,4-6-144 15,0-4-120-15,7 0-172 0,-2-6-184 0,3 0-12 16,3-9-148-16,-2-1-312 0,7-6-612 0,-4 0-1244 15,-9 4-2437-15,9-8-2219 16</inkml:trace>
  <inkml:trace contextRef="#ctx0" brushRef="#br1" timeOffset="-166354.693">17311 14758 8432 0,'0'0'3009'0,"0"0"-1149"0,0 0-884 16,0 0-140-16,0 0 448 0,0 0-164 15,84-19-316-15,-52 12-348 0,4 0-136 0,-1 0-148 16,1 3-108-16,5-3-56 0,-2-3 4 15,1 0-12-15,4 0-136 16,-4-2-256-16,3-4-496 0,2 3-220 0,2-2-600 16,-15 2-1268-16,24-6-4005 0</inkml:trace>
  <inkml:trace contextRef="#ctx0" brushRef="#br1" timeOffset="-165722.302">18801 14783 8732 0,'0'0'2961'0,"0"0"-1221"16,0 0-588-16,0 0-40 15,0 0-120-15,0 0 236 0,0 0-644 0,-23 66-92 16,14-31-40-16,1 6 52 16,1 6 144-16,3 5-76 0,0 5-100 0,4 3-95 15,0 7-37-15,0-1-24 0,0 1-72 16,4-3-100-16,0-4-100 0,0-6-44 15,3-10-12-15,6-5-60 0,-2-11 0 16,10-6-160-16,-6-9-240 0,5-4-61 16,5-4-151-16,-2-5-132 0,1 0-200 0,4-11-848 15,-12 2-2092-15,12-7-2929 0</inkml:trace>
  <inkml:trace contextRef="#ctx0" brushRef="#br1" timeOffset="-165422.61">19407 14881 6928 0,'0'0'5417'0,"0"0"-3241"0,0 0-752 15,-24 73-332-15,12-38-24 0,1 6-144 16,-2 3-260-16,-2 4-264 16,-2 2-116-16,2 2-88 0,-5-4-52 0,-1-1-144 15,2-3 0-15,3-9-292 0,8-9-260 16,0-7-232-16,4-13-40 0,4-6-216 16,4 0-528-16,4-6-988 0,0 0-2985 0,4-13-1651 15</inkml:trace>
  <inkml:trace contextRef="#ctx0" brushRef="#br1" timeOffset="-165171.284">19339 15046 8400 0,'0'0'2589'0,"0"0"-833"0,0 0-532 0,0 0-72 16,0 0-208-16,0 0-228 0,0 0-356 16,0 0-48-16,0 0 528 0,0 0-76 0,49 73-272 15,-42-34-76-15,1-6 0 0,-4 3-28 16,0-4-44-16,0-1-116 0,0-5-80 15,0-7-88-15,0 0-52 0,4-10 0 16,0-2 4-16,0-4 72 0,4-3-84 16,-1-7-84-16,6-8-84 0,-2-7-100 15,9-7-136-15,-3-6-120 0,3 0-160 16,-1-4-68-16,-3 2 24 0,1-1 84 16,-6 1 60-16,1 4-332 0,-4 1-672 15,-1 14-1120-15,2-6-2733 0</inkml:trace>
  <inkml:trace contextRef="#ctx0" brushRef="#br1" timeOffset="-164889.854">19702 15377 520 0,'0'0'7404'0,"0"0"-4492"15,0 0-1127-15,0 0-661 0,-9 85-8 16,9-50 76-16,-3 5-236 0,3 2-260 16,0 0-152-16,0-1-176 15,-4-3-132-15,4-3-236 0,0-7-36 0,4-8-272 16,8-7-224-16,0-7-88 0,4-6-40 15,3-11-184-15,2-3-628 0,-1-2-1672 0,3-14-4277 16</inkml:trace>
  <inkml:trace contextRef="#ctx0" brushRef="#br1" timeOffset="-164657.871">19929 15462 9440 0,'0'0'3133'0,"0"0"-1861"16,0 0-764-16,-79 54 88 15,55-33 508-15,0 3 88 0,3 1-360 0,2-3-400 16,6 0-296-16,6-3-128 16,-1-3 64-16,8-2-12 0,0-2 40 0,8-3 120 15,8 0-8-15,3-2-92 0,2 0 16 0,3-4-12 16,-1 0-124-16,1-1-16 16,4-2-104-16,-8 0-40 0,3 0-196 15,2-5-148-15,-1-2-176 0,0-3-312 0,-5-1-756 16,-2 0-1472-16,7-4-3965 0</inkml:trace>
  <inkml:trace contextRef="#ctx0" brushRef="#br1" timeOffset="-164435.811">20252 15493 704 0,'0'0'10853'15,"0"0"-8397"-15,0 0-1596 0,0 0-344 0,-52 80 592 16,32-48 348-16,1 3-300 0,-2 4-368 15,-3 1-264-15,5 7-108 0,-9 2-100 16,0-2-100-16,0 3-68 0,0 1-112 16,-4-3-36-16,4-7-220 0,0-2-328 15,4-4-148-15,5-7 48 0,2-5-76 16,6-8-328-16,2-5-432 0,9-7-1232 0,-4-3-3057 16,8-3-1603-16</inkml:trace>
  <inkml:trace contextRef="#ctx0" brushRef="#br1" timeOffset="-164270.165">20144 15929 12177 0,'0'0'2788'0,"0"0"-1708"15,0 0 0-15,0 0 416 16,0 0-8-16,76-13-248 0,-56 3-543 0,4 2-337 16,-4-6-200-16,3 2-148 0,-3-4-12 15,5 0-376-15,-10 0-317 16,1 0-159-16,0-1-272 0,-7 3-540 0,2 0-1252 0,-7 7-3157 15,-4-1-2391-15</inkml:trace>
  <inkml:trace contextRef="#ctx0" brushRef="#br1" timeOffset="-164117.34">20335 15865 4892 0,'0'0'7733'16,"0"0"-5873"-16,0 0-1104 0,-23 73-124 0,14-48 596 15,2 1 132-15,-1 0-388 0,4-4-468 16,-1-3-504-16,-3-1-88 0,5-1-280 15,-1-4-208-15,-4 2-64 0,-1-3-300 16,2 5-628-16,-5-9-1168 0,4 6-2669 16,0-7 345-16,4-1 2516 0</inkml:trace>
  <inkml:trace contextRef="#ctx0" brushRef="#br1" timeOffset="-163870.446">20204 16180 1120 0,'0'0'4260'0,"0"0"-1464"0,0 0-804 16,0 0-419-16,0 0 15 0,0 0-256 0,0 0-424 15,0 0-504-15,84-74-324 0,-65 66-80 16,-6-3-188-16,2 5-84 0,-6-1-272 15,-1 5-176-15,-5 2-104 0,1 0-136 16,-4 0 36-16,0 2 215 0,-4 5 709 16,-3 5 29-16,-6 1 447 0,-2 0-52 0,-2 3-104 15,2 0-152-15,-5 0 36 0,8-3 52 16,-4-1-76-16,4-2 76 0,4-4 48 16,8-3-140-16,0-3-24 0,0 0 152 15,8 0-52-15,0 0 64 0,3 0 164 16,6-3-116-16,3 0 0 0,-1-4 68 15,5-2 16-15,1 0-24 0,-1-1-180 0,-1-4-232 16,1 0-472-16,-4 1-924 0,-4 0-960 16,0-3-4093-16</inkml:trace>
  <inkml:trace contextRef="#ctx0" brushRef="#br1" timeOffset="-163124.064">20550 14904 664 0,'0'0'7628'16,"0"0"-5092"-16,0 0-675 0,0 0-357 16,0 0-164-16,-23 75-60 0,11-43-300 0,4 0-272 15,-5 6-156-15,9 0-24 0,-3 1-40 16,3 1-36-16,4-1-108 0,0-2-188 16,0 1-116-16,8-6-40 0,-1-3-48 15,6-6-12-15,-2-8-124 0,10-2-264 0,-6-7-56 16,5-6-108-16,1 0-28 15,2-6-236-15,5-4-356 0,-4-8-1140 16,-8 5-2997-16,12-16-2975 0</inkml:trace>
  <inkml:trace contextRef="#ctx0" brushRef="#br1" timeOffset="-162388.829">20797 15141 1720 0,'0'0'5140'0,"0"0"-2700"16,0 0-799-16,0 0-253 0,0 0-228 0,0 0-144 15,0 0-372-15,0 0-340 0,0 0-204 0,0 0-48 16,0 0 48-16,69 55-100 16,-50-62-12-16,-2-5-204 0,-2 1-212 15,1-1-180 1,-4 2 40-16,-1 1 108 0,-2-1 52 15,-1 4 24-15,0-4-24 0,-8 1-196 0,3 2-221 0,-3 1-15 16,0 0 284-16,0-1-1012 0,0 1 1316 0,0 3 244 16,0 0-268-16,0-4-816 0,-3 4 768 15,3 0 64-15,-4-3 64 16,4 3 196-16,-4-4 544 0,4 4-244 0,0 0 236 16,0 0 604-16,0 0 92 0,-4 3-364 15,4-3-132-15,0 3-39 0,0 0-109 16,0-4-164-16,0 4-52 0,0-3-40 0,0 3-76 15,0-3-116-15,0 3 100 16,-4-3 52-16,4 3-64 0,0-3 40 0,0 3-16 16,-4 0-28-16,4 0-8 0,0 0 0 15,0 0-40-15,-5 0-64 0,5 0 12 16,-3 3 52-16,-1-3 40 0,4 0 24 0,-4 0-16 16,0 0-40-16,0 3 4 0,-3-3-124 15,-2 6-52-15,-3-2 60 0,1 2 28 16,-2 3 124-16,2 1 88 0,-2 6 56 15,1 4-36-15,5 1 4 0,-6 4-20 16,2 1-32-16,3 2-52 0,4 1-132 16,-1-7 8-16,1 0 88 0,4-6-72 15,0-3-16-15,4-4-36 0,1-2-72 16,3-4-128-16,-1-3-80 0,5 0 24 16,1 0-36-16,-2-3 36 0,6-10 24 15,2 1-72-15,1-8-176 0,-3 1-184 0,-2 0-52 16,1 1 0-16,-4-1 156 0,-1 3 136 15,-2 2 64-15,-5 2 136 0,0-1 88 16,0 3 64-16,-4 5 264 0,0-2 140 16,0 4 124-16,0 3-80 0,0 0-76 0,0 0-52 15,0 0-132-15,0 0-64 0,0 7 36 16,0-2-64-16,4 5 104 16,-4 0 168-16,3 2-48 0,6 1-4 0,-5-1-56 15,4-1-196-15,-1-2-64 0,1-4-172 16,5 2-292-16,-2-3-188 0,6-4-264 15,-2 0-364-15,5 0-888 0,-4 0-2289 16,8-4-1715-16</inkml:trace>
  <inkml:trace contextRef="#ctx0" brushRef="#br1" timeOffset="-161930.824">21364 14900 784 0,'0'0'5776'15,"0"0"-3076"-15,0 0-619 0,0 0-325 16,0 0-108-16,0 0-144 0,19 66-284 15,-10-43-256-15,-2-1-200 0,1 7-80 16,-4-1-60-16,0 4-112 0,-4 0-144 0,0-1-128 16,0 2-32-16,-4-8-99 0,-4 0-109 15,1-3-8-15,3-6-173 0,-5-3-247 16,1-3-288-16,1-5-128 0,3-1-200 16,0-4-364-16,-1 0-888 0,5-7-3521 15,0-9-3267-15</inkml:trace>
  <inkml:trace contextRef="#ctx0" brushRef="#br1" timeOffset="-161667.219">21690 14754 7856 0,'0'0'5193'0,"0"0"-3213"0,0 0-900 15,32 79-88-15,-20-47 232 0,-4 3-92 16,0-3-152-16,-1 6-396 0,-2-3-216 16,-1 0-40-16,-4-1-39 0,0 1-9 15,0-3-36-15,-4-1-196 0,-8 2-48 0,-4-5-172 16,0-2-276-16,-8 2-85 0,1-3-51 16,-9 0-100-16,4 1-148 15,-4 0-204-15,0-4-392 0,4-3-720 0,4-6-784 16,-16 6-2869-16</inkml:trace>
  <inkml:trace contextRef="#ctx0" brushRef="#br1" timeOffset="-160605.768">13969 17712 10224 0,'0'0'4173'0,"0"0"-2813"0,0 0-652 0,0 0 64 16,83 5 192-16,-51-10-372 0,0-1-344 15,-1-2-248-15,1-3-284 0,0-4-432 16,-4-1-164-16,0 0-208 0,-4 0-664 16,-7 6-2181-16,-6 1-4243 0</inkml:trace>
  <inkml:trace contextRef="#ctx0" brushRef="#br1" timeOffset="-160430.232">14005 17887 1240 0,'0'0'10501'0,"0"0"-7721"0,0 0-1468 0,0 0-420 16,0 0-32-16,0 0 104 0,0 0-348 15,107 0-336-15,-67-8-280 0,4-9-332 0,-1 2-392 16,-2-8-316-16,-2 1-640 0,-7 6-1476 16,4-6-3549-16</inkml:trace>
  <inkml:trace contextRef="#ctx0" brushRef="#br1" timeOffset="-158706.817">15650 17558 10676 0,'0'0'2633'0,"0"0"-1037"16,0 0-724-16,0 0-132 0,-12 91 184 16,12-56-220-16,0 10-196 0,0 3-204 15,4 2-92-15,4 7-52 0,-8 1-40 0,4-1-44 16,-4 0-28-16,0-1 0 0,-4-7-48 15,4-8-80-15,-4-10-156 0,4-8-132 16,0-11-260-16,0-7-176 0,0-5-204 0,8-11-956 16,-5 3-2521-16,10-25-3723 0</inkml:trace>
  <inkml:trace contextRef="#ctx0" brushRef="#br1" timeOffset="-158438.755">15726 17665 8672 0,'0'0'2265'0,"0"0"-1185"0,0 0-324 0,0 0 48 16,0 0-20-16,0 0-188 0,0 0 108 15,0 0-328-15,83 61-84 16,-63-33-92-16,0 4-36 0,0 3 24 0,0-2-76 16,-5-3 12-16,2 3-12 0,-6-5 0 15,2-3 60-15,-5 0 128 0,-1-6 316 16,2-3-148-16,-5-3-136 0,4-7-148 0,-4-1-124 15,-1-5-44-15,1 0 56 0,0-11-12 16,9-5-64-16,-2-9 4 16,2-7-120-16,2-7-104 0,5-5-156 0,-4-3-12 15,4-4-4-15,0 0-124 0,4 4-4 16,0 3-136-16,0 2-272 0,0 10-520 16,-5 4-744-16,-2 12-2229 0,-2 6-2963 0</inkml:trace>
  <inkml:trace contextRef="#ctx0" brushRef="#br1" timeOffset="-156811.953">16295 18131 572 0,'0'0'8808'0,"0"0"-6047"16,0 0-1153-16,0 0-100 0,0 0-64 0,0 0-336 15,0 0-96-15,0 0-288 0,92-12-212 16,-60 5-168-16,-4 5-136 0,-4-2-64 16,-5 2-56-16,5-1-88 0,-7-4 0 15,-2 4-100-15,1-4-120 0,0 2-328 0,-4-2-176 16,-4-3-176-16,0 4-276 0,-4-1-652 16,-4 5-916-16,0-2-1397 0,0 1-411 15</inkml:trace>
  <inkml:trace contextRef="#ctx0" brushRef="#br1" timeOffset="-156649.43">16503 18066 5152 0,'0'0'2456'0,"0"0"-392"0,0 0-363 0,0 0-149 0,-4 85-152 16,0-56-328-16,4 3-380 16,-5-4-276-16,5 0-104 0,-4-2-276 0,0-3-36 15,4-4-396-15,-3-4-512 16,3-5-416-16,-4-1-424 0,4-6-1293 0,0-3-2507 0</inkml:trace>
  <inkml:trace contextRef="#ctx0" brushRef="#br1" timeOffset="-156534.952">16531 18254 8140 0,'0'0'2280'16,"0"0"-903"-16,0 0-657 0,0 0-248 0,0 0-408 15,79-33-64-15,-67 24-832 16,4 2-881-16,-9 4-1499 0,-2 0-2168 0</inkml:trace>
  <inkml:trace contextRef="#ctx0" brushRef="#br1" timeOffset="-156370.823">16490 18408 6080 0,'0'0'2960'0,"0"0"-1088"0,0 0-547 0,0 0-149 16,0 0-248-16,0 0-296 0,0 0 24 15,0 0-116-15,0 0-188 16,80 6-228-16,-52-15-48 0,4-7-76 0,-4 0-324 15,0-6-496-15,0 0-376 0,-9-1-792 16,13-4-3125-16</inkml:trace>
  <inkml:trace contextRef="#ctx0" brushRef="#br1" timeOffset="-156151.089">17081 17894 9260 0,'0'0'2785'16,"0"0"-1149"-16,0 0-344 0,-21 67 56 16,14-39-212-16,-2 7-420 0,1 0-296 0,1 0-196 15,-5 2-28-15,-1 5 12 0,6-3-84 16,-10 3-64-16,6-2-60 0,-6 2 0 16,2-5-160-16,-2-2-308 0,6-6-260 15,-1-4-140-15,4-6-232 0,4-6-704 16,0-6-1416-16,4-7-3745 0</inkml:trace>
  <inkml:trace contextRef="#ctx0" brushRef="#br1" timeOffset="-155992.039">17132 18145 8860 0,'0'0'2801'0,"0"0"-1037"0,0 0-88 16,0 0-192-16,95-26-404 0,-63 13-412 15,0-6-556-15,5-2-112 0,-6-5-668 0,-3 0-476 16,-4 1-352-16,-8 6-1312 0,-1 0-5009 16</inkml:trace>
  <inkml:trace contextRef="#ctx0" brushRef="#br1" timeOffset="-155820.466">17268 18212 9152 0,'0'0'2581'0,"0"0"-865"16,-9 79-120-16,5-44-160 0,4 0-304 16,0-1-376-16,0-2-364 0,0-5-304 0,0-8-88 15,0-5-284-15,0-3-384 16,0-5-212-16,4-6-148 0,-4 0-472 0,0 0-1268 16,5-3-3993-16</inkml:trace>
  <inkml:trace contextRef="#ctx0" brushRef="#br1" timeOffset="-155673.475">17272 18306 9292 0,'0'0'2745'0,"0"0"-1337"15,0 0-304-15,0 0 420 0,0 0 36 0,84-19-360 0,-57 16-452 16,1 0-320-16,0 1-244 16,3-4-184-16,-6-5-156 0,3-2-616 15,-4-3-620-15,0 1-468 0,-9 2-2048 0,5-3-2785 16</inkml:trace>
  <inkml:trace contextRef="#ctx0" brushRef="#br1" timeOffset="-154714.134">18069 17824 5548 0,'0'0'2240'0,"0"0"-516"0,0 0-600 16,0 0 213-16,0 0 107 15,79-16-340-15,-59 16-356 0,-5 0-260 0,6 0-112 16,-10 6 44-16,6 1 16 0,-6 2-52 16,2 1-100-16,-9-3-60 0,3 2-52 15,-3-3-72-15,0 0-12 0,-4 1 8 0,5-1-44 16,-5 4-44-16,0-3 0 15,0-1-8-15,0-4-100 0,0 2 40 0,0-2-4 16,0-2-32-16,0 0 84 0,0 0 12 16,0 0 8-16,0 0 52 0,0 0 0 15,0 0-44-15,0 0-4 0,0 0 60 16,0 0-68-16,0 0 8 0,0 0-12 16,0 0-8-16,0 0-64 0,0 0-4 15,0 0 16-15,0 0-16 0,0 0-8 16,0 0-28-16,0 0-12 0,0 0 0 0,0 0 12 15,0 0-12-15,0 0-12 0,0 0-4 16,0 0 4-16,0 0-88 0,0 0-112 16,0-2-44-16,0 2-148 0,0-4-252 15,0 2-464-15,0-4-704 0,0 2-1229 0,0-6-2067 16,0 38 2172-16</inkml:trace>
  <inkml:trace contextRef="#ctx0" brushRef="#br1" timeOffset="-154218.541">18507 17281 4852 0,'0'0'5980'15,"0"0"-3759"-15,0 0-913 0,0 0-244 16,0 0 52-16,0 0-120 0,0 0-252 15,0 0-152-15,0 0-52 0,0 0-48 16,-28 36-212-16,16-8-12 0,0 7-60 16,-4 9-64-16,4 7 124 0,0 5 428 15,0 2-343-15,0 2-149 0,0 1-108 0,5-4 16 16,-2 0-16-16,5 0 24 0,0-7-12 16,4 2 4-16,0-8-40 0,4-5-24 15,9-4-40-15,-6-5 0 0,9-7 0 16,-4 0-8-16,8-5 0 0,0-5-96 15,0-3-36-15,3-1-28 0,1-5-44 16,4-2-136-16,-3-2-37 0,3-2-87 16,-1-5-132-16,5-3-136 0,-4-2-284 0,0-4-828 15,-8 3-2160-15,8-6-2489 0</inkml:trace>
  <inkml:trace contextRef="#ctx0" brushRef="#br1" timeOffset="-153773.561">19140 17272 9564 0,'0'0'2677'0,"0"0"-1625"0,0 0-140 0,-23 76 212 15,14-38 12-15,1 13-288 0,-3-1-340 16,3 8-224-16,-5 2-100 0,2-3-36 16,-2-2-148-16,-2-5-12 0,2-3-320 15,-2-5-264-15,7-7-164 0,-5-7-220 0,10-9-116 16,-1-9-184-16,4-4-256 0,0-6-993 15,0-6-3799-15</inkml:trace>
  <inkml:trace contextRef="#ctx0" brushRef="#br1" timeOffset="-153485.756">19136 17402 8292 0,'0'0'2612'0,"0"0"-1055"0,0 0-613 0,0 0 224 15,0 0-72-15,0 0-64 0,0 0-272 16,0 0-352-16,76 73-148 0,-61-44-40 16,-2 5 64-16,-1 1 0 0,-5 4 12 15,2-8-100-15,-5-2-96 0,4-3 32 0,3-7 4 16,-2-5 0-16,2 0-4 16,6-5 16-16,-2-5-12 0,2-4-124 15,6-10-12-15,1-7-84 0,0-4-36 0,4-8-40 16,0-3-96-16,-4-3-52 0,-1-2-96 15,-2-2-88-15,-1-1-40 0,-1-4-100 0,-2-5-204 16,-2-2-584-16,1 1-700 16,-8 8-993-16,8-5-2179 0</inkml:trace>
  <inkml:trace contextRef="#ctx0" brushRef="#br1" timeOffset="-152822.957">19714 17827 7312 0,'0'0'2952'0,"0"0"-495"0,0 0-953 0,0 71-280 15,4-38-204-15,-1 6-348 0,6 5-264 16,-1-2-184-16,-4-4-100 0,3-3-124 16,2-6-12-16,-1-7-124 15,0-7-124-15,-1-5-412 0,10-7-368 16,-6-3-488-16,10-3-1000 0,-6-7-2289 0,13-12-1343 0</inkml:trace>
  <inkml:trace contextRef="#ctx0" brushRef="#br1" timeOffset="-152599.85">20073 17824 7280 0,'0'0'2556'0,"0"0"-1047"0,0 0-805 15,0 0-280-15,0 0-208 0,0 0-216 0,-80 80-4 16,68-58-60-16,-1-3-36 0,10 3 88 16,-5-3-156-16,4 0 168 15,4-3 0-15,0 0 408 0,4 1 268 0,4-9 52 16,0 5-148-16,8-4-100 0,0 1 124 15,7 0 100-15,-2-2-104 16,7-1-228-16,0-3-168 0,-4-4-204 0,8 0-12 16,-6-11-412-16,7 0-804 0,3-11-448 15,-13 5-2205-15,14-11-4127 0</inkml:trace>
  <inkml:trace contextRef="#ctx0" brushRef="#br1" timeOffset="-152411.553">20459 17879 7008 0,'0'0'3200'0,"0"0"-1167"15,-40 66-665-15,25-38-188 0,-6 11-60 0,9-2-228 16,-7 1-332-16,6 1-252 0,-2-4-84 16,-2-4-224-16,2 1-60 0,2-7-400 15,-2 1-400-15,3-7-248 0,0 0-216 16,4-6-824-16,0-3-2393 0,4-8-1463 0</inkml:trace>
  <inkml:trace contextRef="#ctx0" brushRef="#br1" timeOffset="-152251.478">20395 18145 10244 0,'0'0'2889'0,"0"0"-1237"0,0 0-308 15,0 0-16-15,88-26-440 0,-60 17-320 16,0-3-284-16,4-2-220 0,-1-4-64 0,-3-1-184 15,0-1-492-15,-4-2-524 0,0 3-492 16,-8 6-2468-16,-1 1-3521 0</inkml:trace>
  <inkml:trace contextRef="#ctx0" brushRef="#br1" timeOffset="-152087.837">20586 18161 9744 0,'0'0'2805'15,"0"0"-1337"-15,0 0-456 0,0 0-68 0,-27 72-452 16,22-62-492-16,5-4-372 0,0-1-396 16,-4-3-344-16,4-2-260 0,0 0-569 15,0 0-1203-15,0 0-1400 0</inkml:trace>
  <inkml:trace contextRef="#ctx0" brushRef="#br1" timeOffset="-151855.828">20586 18161 1828 0,'16'53'3060'0,"-8"-55"-456"0,0-5-476 15,4 4-543-15,0-7-453 16,1 4-200-16,-2 0-372 0,-3-1-376 0,0 1-184 15,-4-3-396-15,0 5-444 0,0 1-480 16,-4 0-241-16,0 3-359 0,-8 6 204 0,0 4 860 16,0 3 308-16,-4 2 548 0,0 5 508 15,-4 1 896-15,0 0 76 16,1 0-220-16,2-2-176 0,1-3-143 0,9 0 71 16,-1-6-52-16,4-1-224 0,0-6-308 15,7 0-428-15,5-3-12 0,4 0-64 16,5 0 40-16,-6-6 36 0,5-1 140 15,4 0-140-15,0-1-28 0,-4-2-300 16,4 1-512-16,-5-1-628 16,-2 3-1189-16,3-5-3351 0</inkml:trace>
  <inkml:trace contextRef="#ctx0" brushRef="#br1" timeOffset="-151345.401">21029 17224 6900 0,'0'0'2892'0,"0"0"-691"0,0 0-537 0,0 0-396 16,-45 74-164-16,34-53-48 0,3 5-152 16,-1 5-152-16,2 5-136 0,7 6-224 15,0 2-24-15,0 3-100 0,0-3-60 16,0 4-52-16,4-6-44 0,-1-4-112 15,2-7-4-15,-1-6-120 0,0-6-144 16,0-3-172-16,4-6-196 0,0-7 8 0,4-3-36 16,3 0-268-16,6-9-372 0,-1-8-536 15,-5 5-948-15,9-13-2625 16</inkml:trace>
  <inkml:trace contextRef="#ctx0" brushRef="#br1" timeOffset="-150940.159">21542 17367 8008 0,'0'0'2420'0,"0"0"-1403"16,0 0-205-16,0 0 580 0,-75 41-64 15,55-19-232-15,-3 4-156 0,2 2-244 0,1 7-116 16,1 0-60-16,6-3-116 0,2 0-172 15,3-3-228-15,8-8-4 0,-4-5-196 16,4-2-112-16,0-8-96 0,8-4-104 16,-1-2 24-16,1 0-12 0,5 0 112 15,2-2-28-15,-2-8 16 0,2 0 136 16,2 1 32-16,-2-4-24 0,1 0 12 16,0-2-12-16,0-1 24 0,-4 3-64 15,-1 3 144-15,-2-2 148 0,-1 6 140 0,-4 2 176 16,-4 1 152-16,3 3 100 0,-3 0 8 15,4 0-144-15,0 3-72 0,1 4 188 16,-1 2 12-16,0 7-204 0,3 0-84 16,1 0 12-16,1 1-260 0,-5-9-24 15,3 2-248-15,5-7-344 0,1-3-712 16,2 0-356-16,-2-7-1048 0,-2 1-2433 0,9-13-2023 16</inkml:trace>
  <inkml:trace contextRef="#ctx0" brushRef="#br1" timeOffset="-150754.153">21941 17421 7432 0,'0'0'3893'0,"0"0"-2237"0,0 0-320 15,16 79-240-15,-12-56-188 0,0-4-384 16,0 0-372-16,-4-7-152 0,4 1-236 0,-4 3-228 0,0-6-116 15,-4 2-124-15,-4 1-336 16,0-3-720-16,1-3-2537 0,-10-5-3227 0</inkml:trace>
  <inkml:trace contextRef="#ctx0" brushRef="#br1" timeOffset="-150507.284">22284 17265 5868 0,'0'0'4148'15,"0"0"-2099"-15,0 0-417 0,23 73-36 16,-14-44-100-16,-5-1-268 0,0 1-264 16,0 1-216-16,-4-3-124 0,0 2-176 0,0-1-80 15,-4 1-100-15,-4-7-220 0,-5 3-48 0,2-2-304 16,-2-4-124-16,2-3-84 15,-1-1-112-15,0-1-100 0,0-5-276 16,1 0-860-16,6-2-2364 0,-7-4-2941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45:19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3768 8626 4120 0,'0'0'5400'0,"0"0"-4044"16,0 0-483-16,0 0 63 0,0 0 568 15,0 0 36-15,0 0-284 0,0 0-152 0,0 0-156 16,80-83-272-16,-59 62 68 0,-6-8-256 16,5 0-48-16,-4-3 57 15,0-3-193-15,0-2-184 0,0-5-108 16,-1 0-8-16,2-5-4 0,-6-4-8 0,-2 1-4 16,-1-4-48-16,0-1-72 0,-8 2 44 0,3-7-68 15,-3-1 47-15,0-2-27 0,-3-1 52 16,-5 3 36-16,-5-2-28 15,2 5 76-15,-10 4 48 0,2 8-48 0,3 1-60 16,-8 1-40-16,4 3-80 0,0 2 32 16,5 7 76-16,-2 4-64 15,2 6-20-15,2 6 92 0,2 6 60 0,-2 1-80 0,9 6-48 16,-3-1 32-16,3 2-84 16,-4 2 0-16,3 0-96 0,1 0-76 15,4 0-124-15,-7 2-100 0,3 2-224 0,-4 2-256 16,-1 0-264-16,2 4-172 15,-5-1 192-15,-1 4-213 0,2-4-671 16,3 4-2684-16,-4-2 1277 0</inkml:trace>
  <inkml:trace contextRef="#ctx0" brushRef="#br0" timeOffset="1104.132">3948 6092 7188 0,'0'0'4381'0,"0"0"-3549"16,0 0-652-16,0 0 216 0,0 0 928 0,0 0 164 15,0 0-384-15,0 0-124 16,0 0-312-16,56-98-92 0,-36 60-256 15,-1-7-148-15,2-2-124 0,3-4 4 0,0-6-48 16,-1-1 56-16,1-1-56 0,-4-5 8 16,0-2 84-16,-8-5-44 0,0 5-4 0,-8-3-44 15,-1-2 0-15,-3 0-4 0,-3 2-56 16,-9 0-92-16,-1 2-60 16,-6 0-64-16,-1 4 100 0,-4 3-132 0,-3-1-56 15,-1 7 64-15,-4 6 76 0,0 4 32 16,-1 2 116-16,1 4-4 0,1 7 28 0,-1 2-28 15,0 6 28-15,0 5-4 16,0-1-20-16,4 2 28 0,0 9 40 16,5-5 8-16,-1 3 32 0,4 4-32 0,0-1-8 15,0 4 0-15,4 0-8 16,4 0-136-16,1 3 0 0,-2 0-88 16,2 6-104-16,3 4-12 0,-1-1-12 0,-2 5-128 15,7 0-544-15,-9 3-312 0,9 2-412 16,0-1-437-16,-3 2-2079 0,7-4-327 15</inkml:trace>
  <inkml:trace contextRef="#ctx0" brushRef="#br0" timeOffset="3043.636">4861 4940 7312 0,'0'0'2216'0,"0"0"-1040"16,0 0-723-16,0 0-69 0,0 0 308 0,-77-54 116 15,62 47 120-15,-2 1-68 0,2 3-128 16,2 3-76-16,-6 0-156 0,3 7-64 15,-4 2-124-15,-4 8-104 16,0 4-44-16,0 8-40 0,5 3 36 0,2 9-148 0,6 3 88 16,2 7 72-16,9 0 0 15,5 6-24-15,3 0-12 0,7 0 0 0,5-6-88 16,1-10 52-16,2-6 8 0,-3-7-32 16,8-11-72-16,-4-4 44 0,0-10-36 15,-1 0-12-15,2-3 0 0,-5-3-72 0,-1-4-40 16,-2-2-160-16,-10-1-232 15,6 3-124-15,-9-2-180 16,0-1-308-16,-4 4-576 0,0-3-888 0,0-1-1361 0,-4 1-371 16,-5-1 1484-16,-3 1 2384 0</inkml:trace>
  <inkml:trace contextRef="#ctx0" brushRef="#br0" timeOffset="3164.977">4801 5391 84 0,'0'0'1864'0,"0"0"-1016"0,0 0-40 0,0 0 3520 16,-64-70-2268-16,60 63-163 0,4 2-349 0,0 1-180 15,0 4-260-15,12 0-116 16,-1 0-36-16,2 0-264 0,2 0-272 15,2 4-176-15,-2-2-132 0,2-2-56 0,-2 0-56 0,1 0-100 16,0-6-352-16,0-1-436 16,1-2-368-16,-6 4-744 0,1-2-1837 15,0-3-2095-15</inkml:trace>
  <inkml:trace contextRef="#ctx0" brushRef="#br0" timeOffset="3285.352">4948 5359 1200 0,'0'0'8036'0,"0"0"-5855"16,0 0-1169-16,-4 70-244 0,4-48 236 15,0-6 272-15,0 1-368 0,4-5-448 16,0-3-448-16,4 1-12 0,3-8-184 0,2 2-68 16,2-4-388-16,2-4-748 0,-2 2-1576 15,9-15-4941-15</inkml:trace>
  <inkml:trace contextRef="#ctx0" brushRef="#br0" timeOffset="3596.966">5355 5296 3008 0,'0'0'7608'0,"0"0"-3787"16,0 0-2697-16,0 0-168 0,-84 63 548 16,63-47-76-16,2 0-436 0,6 0-444 15,2-3-280-15,7-7-144 0,0-3-72 16,4 0-52-16,0 0-136 0,0-3-20 0,0 0-40 16,8 0 0-16,0 0 52 0,4-3-28 15,4 0-160-15,0-3-204 0,-1-1-200 16,2 1-140-16,-6-1-8 0,2 5 20 15,-1-2-76-15,-5 4 28 0,6 0 292 16,-5 0 288-16,-1 6 332 0,-3 7 344 16,5 0 304-16,-1 3 120 0,-5 3 76 15,-3 1-88-15,4-6-124 0,0 3-48 16,-4-4-16-16,4-5-328 0,0-4-240 0,1-4-148 16,2 0 16-16,1-6-32 0,4-11-316 15,0-2-488-15,0-6-716 16,4-3-2168-16,-8 6-2825 0</inkml:trace>
  <inkml:trace contextRef="#ctx0" brushRef="#br0" timeOffset="3816.492">5594 4761 11257 0,'0'0'1796'0,"0"0"-1184"0,0 0 212 16,0 0 752-16,0 0-216 0,-9 87-404 15,9-56-404-15,4 4-144 0,1 7-68 16,3 3-92-16,-8 2-116 0,3 8-96 16,-3 1-36-16,0 1-60 0,0-3-112 0,0-7-232 15,0-3-260-15,0-4-124 16,0-6-104-16,0-2-288 0,4-10-748 0,0 0-2325 16,0-12-2923-16,5 0 5308 0</inkml:trace>
  <inkml:trace contextRef="#ctx0" brushRef="#br0" timeOffset="4790.206">5884 5347 6080 0,'0'0'1844'0,"0"0"1056"15,0 0-1779-15,0 0-789 0,0 0 140 0,0 0 384 16,0 0 44-16,0 0-280 15,0 0-292-15,0 0-152 0,0 0-40 16,12 14 68-16,-12-7-4 0,0 0-8 0,5 3-20 16,-5-4 28-16,0 0 76 0,0-2 36 15,0-4 72-15,4 2-100 0,-4-2-136 0,0 0-72 16,0 0-28-16,0 0 0 0,0 0-36 16,0 0 52-16,0 0-52 0,0 0 36 15,0 0 0-15,0 0-32 0,0 0 80 16,0 0-8-16,0 0-28 0,0 0 16 15,0 0-68-15,0 0 64 0,0 0 4 16,0 0-4-16,0 0-24 0,0 0-40 0,0 0-4 16,0 0-4-16,0 0-8 0,0 0 0 15,0 0-40-15,0 0 36 16,0 0 0-16,0 0-52 0,0 0 56 0,0 0-40 16,0 0 0-16,0 4-52 15,0-4 40-15,0 3 60 0,0 0 4 0,0 0-4 16,0 1-48-16,0-1 36 0,0 0-88 15,0 0 12-15,0-3-8 0,0 3-68 16,0-3-92-16,0 3-292 0,0-3-160 0,0 0-124 16,0 0-336-16,0 0-944 0,0 0-2105 15,0-6-1843-15,0 3 3776 16,0 0 2272-16</inkml:trace>
  <inkml:trace contextRef="#ctx0" brushRef="#br0" timeOffset="5241.946">5896 5359 1604 0,'0'0'156'15,"0"0"2348"-15,0 0 2124 16,0 0-3216-16,0 0-315 0,0 0-73 0,0 0 152 16,-4 64-60-16,4-58-232 0,4-3-320 15,1 3-148-15,2-2-16 0,1-1-80 16,0 3-20-16,4-6-64 0,0 3-76 0,-4-3-36 16,4 0-40-16,0-3-32 15,0-3-44-15,0-7-4 0,-4-3-4 0,4 1-180 16,0-8-256-16,-1 1-20 0,2 0 80 15,-5-1-24-15,-1 4-40 0,-3 0 52 16,1 3 196-16,-5 4 16 0,-5 2 176 0,-3 1 128 16,-7-1 124-16,-1 4-116 15,-5-1 64-15,2 5 52 0,-1 2 16 16,-4 0-96-16,4 6-8 0,4 7 12 0,1-1-64 16,-2 1 36-16,9 3-76 15,1 0-72-15,-2-1-36 0,5 2-148 16,0-5-116-16,4 1-152 0,0-4-632 0,13-2-1032 15,-2-7-2573-15,5 0-1951 0,-4-7 4837 16</inkml:trace>
  <inkml:trace contextRef="#ctx0" brushRef="#br0" timeOffset="5414.073">6211 5251 2844 0,'0'0'7852'0,"0"0"-6219"0,0 0-893 0,0 0 100 15,20 77 880-15,-20-55 32 0,0-4-344 16,-4 2-496-16,0-5-364 0,4-5-316 15,-4 0-168-15,0-7-64 0,4 0-84 0,-4-3-308 16,0 0-524-16,-4 0-540 16,4-6-1440-1,-4-1-4377-15,1-8 697 0</inkml:trace>
  <inkml:trace contextRef="#ctx0" brushRef="#br0" timeOffset="5520.169">6159 5038 5936 0,'0'0'8'15,"0"0"4012"-15,0 0-3864 0,0 0-156 16,0 0-596-16,0 0-1700 0,92-44-4136 16,-60 38 5820-16</inkml:trace>
  <inkml:trace contextRef="#ctx0" brushRef="#br0" timeOffset="5749.101">6605 5038 2492 0,'0'0'11045'0,"0"0"-9461"0,0 0-792 16,0 0 612-16,-23 71 436 0,10-49-228 15,2 3-624-15,-6-3-467 0,6 1-181 0,-6-1-124 16,10-3-104-16,-1-4-112 0,4 1-148 16,4-3-20-16,0-1-12 15,4 1-4-15,4-3-60 0,-1 3 15 0,10 0 21 16,-10-1-12-16,10-3 28 0,-6 4 68 0,-3-3 28 16,5 2 48-16,-9-2-40 15,-1 3 76-15,1-1-72 0,-4 1-124 16,-4 6-180-16,-3 0-224 0,-6 3-276 15,-2 1-420-15,-6 2-940 0,-7 4-2161 16,5-10-2123-16</inkml:trace>
  <inkml:trace contextRef="#ctx0" brushRef="#br0" timeOffset="7137.207">5179 7407 2892 0,'0'0'832'0,"0"0"708"0,4-73 372 16,-4 47-600-16,0-5-356 0,0 6 208 15,-4-1 341-15,-4 7-61 16,1 6-148-16,-2 1-252 0,1 5-152 0,-3 1-60 15,2 3-4-15,-3 3-272 0,1 0-264 16,-2 3-120-16,2 6-48 0,-6 10-124 16,6 10 0-16,-5 12 112 0,7 9 144 0,2 8 24 15,-1 5 12-15,8 2 40 16,0 1-64-16,0-6-76 0,0-6-68 16,4-6-40-16,4-13 36 0,4-10 4 0,0-3-112 31,-1-9-4-31,6-7-8 0,-2-2 4 0,2-4-4 0,-2 0-72 15,5-7-244-15,-3-5-332 0,-2-4-216 0,1-3-340 16,-8 0-728-16,0-1-2380 0,-4 5-2469 16</inkml:trace>
  <inkml:trace contextRef="#ctx0" brushRef="#br0" timeOffset="7396.782">5055 7636 5792 0,'0'0'6225'0,"0"0"-4477"16,0 0-644-16,0 0-212 0,0 0 500 0,0 0 8 0,0 0-332 0,0 0-432 15,53 21-344-15,-34-21-108 0,-3 0-84 16,5-8-100-16,-2-3-104 0,1-1-456 16,0-4-224-16,-4 3-200 0,0-2-204 0,-4 2-328 15,-5 7-408-15,2-1-272 0,-5 4 39 16,-4 3 821-16,0 7 1336 0,0 8 520 16,0 4 1164-16,0 4 157 15,0 5-321-15,0 1-228 0,0 0-212 0,0 2-188 16,0-2-208-16,0-1-152 15,0-2-148-15,8 0-164 0,-4-8-220 0,3-1-100 16,6-9-132-16,2 2-252 0,6-3-444 0,3-4-540 16,-5-3-1208-16,13 0-3733 0</inkml:trace>
  <inkml:trace contextRef="#ctx0" brushRef="#br0" timeOffset="7696.909">5772 7604 4864 0,'0'0'5468'0,"0"0"-1267"0,0 0-3257 15,0 0-380-15,0 0 764 0,0 0 144 16,-86 15-368-16,65 4-224 0,1 4-200 0,5-1-71 16,2-2-233-16,5-5-232 0,4-2-144 15,1-8-60-15,3 0-100 16,0-3-8-16,3-2-88 0,5-2-49 0,5-5 53 16,-2-5 176-16,10-4-92 0,-6 3-64 0,1-2 12 15,0 5-12-15,-4 3 0 0,4 7 8 16,4 3 224-16,-5 11 284 15,6 4 68-15,-6 8 36 0,2-1-8 0,-6 3-88 16,2-2-15-16,-6-3-69 0,5-9-112 16,-3 0-96-16,2-9-84 0,1-1 0 15,0-4-64-15,4-7-325 0,-4-9-195 0,4-9-116 16,0-3-416-16,0-10-956 16,0-1-1948-16,-4 9-773 0,0-19-1719 15</inkml:trace>
  <inkml:trace contextRef="#ctx0" brushRef="#br0" timeOffset="7881.852">6032 7024 3240 0,'0'0'1016'0,"0"0"7361"0,0 0-6089 15,0 0-1056-15,0 0-56 0,-8 75 184 0,8-40 124 16,0 6-264-16,0 3-383 16,0 4-233-16,4 2-132 0,-4 2-96 0,4-4-136 15,-4-1-240-15,4-3-52 0,-4-2-44 16,0-4-132-16,4 0-184 0,-4-7-108 15,3-2-160-15,5-4-233 0,1-5-367 16,2-4-1076-16,2-3-2592 0,-1-10-2913 16</inkml:trace>
  <inkml:trace contextRef="#ctx0" brushRef="#br0" timeOffset="8159.167">6326 7594 3088 0,'0'0'10269'0,"0"0"-8153"0,0 0-1424 0,0 0-164 16,9 77 700-16,-9-59 264 0,0-1-404 15,4-5-564-15,3-5-376 0,1-4-52 16,5-3 40-16,-2-3-4 0,6-7-132 16,2-6-48-16,-3-5-136 0,0 0-96 0,0 0-96 15,-4 2 60-15,0 3 120 16,-4 0 36-16,-4 9 96 0,-4 1 64 0,0 3 232 16,-12 0-48-16,0 3 8 0,-4 0-92 15,0 0 32-15,-3 0-20 16,2 6-104-16,6 4-8 0,-6-1-124 0,6 1-72 15,-2-1-8-15,5 5-28 0,1-6-212 16,3-2-328-16,0 1-252 0,4 0-712 0,0-7-1400 16,8 0-1765-16,-1-7-1223 15,5 0 4584-15</inkml:trace>
  <inkml:trace contextRef="#ctx0" brushRef="#br0" timeOffset="8288.632">6629 7528 4832 0,'0'0'1616'16,"0"0"5241"-16,0 0-5245 0,0 0-732 0,20 82 312 15,-20-56 320-15,0 2-16 0,0 1-252 16,0-4-539-16,4-7-413 0,-4-1-292 16,0-7-24-16,0-4-489 0,0 0-531 0,0-6-388 15,0 0-1168-15,0 0-3905 0,-4-12-3523 16</inkml:trace>
  <inkml:trace contextRef="#ctx0" brushRef="#br0" timeOffset="8634.39">6646 7454 7868 0,'0'0'5921'0,"0"0"-4013"16,0 0-1748-16,0 0-160 0,0 0-48 0,0 0 48 16,0 0 0-16,0 0-12 15,87-50-468-15,-59 34-872 0,-1 3-436 16,10 1-825-16,-5-1-647 0,4 4 356 0,-5 2 1588 16,1 4 1316-16,-4 3 1980 0,-4 3 976 15,-8 4 244-15,0 5-563 0,-8-2-641 16,-4 5-272-16,0 1-160 0,-4 3-272 0,-4 4-228 15,-8-5-100-15,0 8-211 16,4-3-305-16,-4-4-204 0,4 2-136 0,4-4-108 16,4-2-72-16,0 1-88 0,4 0 40 15,4 1 0-15,8-5 48 0,0 4-40 16,3 0 52-16,2-4 52 0,3 1 4 16,-1 0 4-16,-7-1 0 0,5 1-8 15,-14-1-64-15,5 5-84 0,-12-2-417 16,0 4-303-1,-15 4-44-15,-10 3-296 0,-3 2-108 16,-3 0-104-16,-13 4-532 0,-4 3-536 0,-12 0-725 0,13-7-3147 0,-45 17 5456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43:19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4952 1628 1044 0,'0'0'12461'0,"0"0"-10373"16,0 0-1260-16,0 0-116 0,0 0 552 16,-28 74 236-16,17-37-404 0,-2 8-376 0,-2 9-151 15,-2 10 23-15,2 8 64 0,-5 8-248 16,-5 5-140-16,1 4-172 0,1 4 48 16,-1 5-96-16,-8 0-40 0,4 4-8 15,-4 0-8-15,1-4-64 0,6-6-156 16,1-12-4-16,13-14-164 0,-2-18-88 15,13-13-172-15,0-17 112 0,5-11-77 16,7-7-123-16,8-9-588 0,3-20-436 0,5-6-436 16,-4-12-912-16,0-14-1969 0,-5 17-1623 15</inkml:trace>
  <inkml:trace contextRef="#ctx0" brushRef="#br0" timeOffset="308.553">4765 1981 6444 0,'0'0'4100'0,"0"0"-2107"0,0 0-821 15,0 0-588-15,0 0 340 0,68-67 272 0,-48 64-224 16,-5 3-264-16,2 3-204 0,-2 10-108 16,5 9-64-16,0 3-16 0,4 10 28 15,-4 13-12-15,-1 6-128 0,-2 12-68 16,-1 8-52-16,0 2 16 0,-9 4-52 16,6-1 36-16,-9-2-12 0,3-12-60 15,1-4 76-15,1-13 8 0,-1-14 76 16,-1-9-40-16,1-5-36 0,5-15 16 15,-6 2 69-15,5-7 403 0,0-2-184 16,4-11-112-16,0-6 88 0,3-12-100 16,2-8-180-16,3-9-44 0,-4-9-52 15,-1-6-52-15,6-4-44 0,-10-3-108 0,1-3-112 16,1 6-20-16,-6 4 68 0,5 5-8 16,-4 11 80-16,0 9-84 0,-4 13-61 15,4 9-255-15,-8 5-612 0,0 11-872 0,0 0-1760 16,-4 11-2241-16</inkml:trace>
  <inkml:trace contextRef="#ctx0" brushRef="#br0" timeOffset="13246.897">5658 2781 1396 0,'0'0'9721'0,"0"0"-7733"16,0 0-960-16,0 0 312 0,23 79 140 15,-15-41-228-15,0 4-276 0,0 9-252 0,-4 9 32 16,-1 0-304-16,2 6-272 0,-5 2-180 15,0-4-152-15,0-10 4 0,0-10-36 16,4-13 52-16,0-9-100 0,4-9-416 16,-1-7-504-16,6-6-636 0,-1-3-2448 15,12-19-2069-15</inkml:trace>
  <inkml:trace contextRef="#ctx0" brushRef="#br0" timeOffset="13508.431">6107 2838 3256 0,'0'0'1016'0,"0"0"4204"0,0 0-3567 16,0 0-625-16,-107 44 164 0,71-15 24 15,1 4-16-15,-6-2-284 0,9 1-456 0,8-4-396 16,5-6-64-16,2-3-124 0,14-6 124 16,-1-4 124-16,4 1 184 0,4-4-8 15,7 3 144-15,6 1 184 0,3 3 24 16,-1-1-40-16,9 1-40 0,0 0 0 15,0 3-144-15,0-3-163 0,0-3-253 16,4 2-12-16,-4-2-132 0,0-4-317 16,4-3-331-16,3 0-28 15,-3-3-664-15,-4 0-1636 0,16-12-4153 16</inkml:trace>
  <inkml:trace contextRef="#ctx0" brushRef="#br0" timeOffset="13728.444">6618 2988 888 0,'0'0'6036'0,"0"0"-1339"0,0 0-2865 15,0 0-300-15,-49 69 116 0,34-40-220 16,-5 8-220-16,-5 9-264 0,-3 8-200 16,-7 9-184-16,-9 7-328 0,0 12-15 15,-7 3-169-15,-1 8-48 0,-4 0-132 16,9-1 23-16,-2-7-99 0,14-15-316 15,7-13 88-15,7-16 92 0,14-16-60 16,7-15-428-16,0-10-764 0,12-10-1340 0,0-2-2681 16,3-20-1979-16</inkml:trace>
  <inkml:trace contextRef="#ctx0" brushRef="#br0" timeOffset="13940.974">6466 3577 11417 0,'0'0'2240'15,"0"0"-796"-15,96-6 540 0,-53 0-204 16,5-3-528-16,4-5-560 0,-1 2-252 0,-2-4-244 16,-1 0-196-16,-1-3-88 15,-7 4-128-15,0-4-408 0,-12 6-316 0,-5 0-440 16,-2 1-736-16,-14 5-2540 0,-7 1-3217 15</inkml:trace>
  <inkml:trace contextRef="#ctx0" brushRef="#br0" timeOffset="14125.516">6610 3660 560 0,'0'0'7980'0,"0"0"-5059"15,-24 99-545-15,20-55 112 0,-5 4-252 16,1 3-348-16,5-4-524 0,-5 0-527 15,0-1-461-15,-1-11-316 0,6-3-60 0,3-7-168 16,0-10-124-16,0-2-228 0,0-9-309 16,3-4-279-16,6 0-712 0,-1-7-2032 15,3-15-2461-15</inkml:trace>
  <inkml:trace contextRef="#ctx0" brushRef="#br0" timeOffset="14274.486">6573 3816 3360 0,'0'0'7032'0,"0"0"-3771"15,0 0-2069-15,0 0-324 0,0 0 1080 16,0 0-60-16,101 7-496 0,-70-4-467 16,9 0-453-16,-1-3-204 0,2-3-268 0,2-7-24 15,1 1-412-15,0-4-345 0,0 1-339 16,-9-5-672-16,-3 8-3304 16,1-10-7213-16</inkml:trace>
  <inkml:trace contextRef="#ctx0" brushRef="#br0" timeOffset="14750.073">8175 2191 1148 0,'0'0'1696'0,"0"0"4904"0,0 0-4483 16,0 0-169-16,0 0-416 0,-92 30-336 15,69 0 4-15,-5 8-64 0,4 6-252 16,-4 4 36-16,8 9-116 0,0 0-135 15,8 4-197-15,4 2-192 0,8-3-276 0,0-2-4 16,0-7-172-16,4-7-240 0,5-13-169 16,2-2-175-16,10-13-208 0,2-10-340 15,8-6-856-15,-3 0-1988 0,28-22-3013 0</inkml:trace>
  <inkml:trace contextRef="#ctx0" brushRef="#br0" timeOffset="15089.995">8633 2416 7248 0,'0'0'6021'0,"0"0"-4245"0,0 0-696 16,0 0 196-16,-103 101 588 0,75-55-80 15,-4 1-399-15,8-3-389 0,9-6-492 0,6-9-332 16,9-11-172-16,0-5-128 0,5-9-76 16,10-4-60-16,5-4-124 15,5-9 12-15,6-5-228 0,1-8-285 0,0 1-219 16,-4-4-500-16,-5 4-164 0,-3 0 124 15,-8 3 380-15,1 2 160 0,-10 4 124 16,-3 7 892-16,0-1 92 0,0 4 836 16,0 2 324-16,0 4-84 0,0 0-204 15,0 4-168-15,0 9-80 0,0 3 248 16,8 3 188-16,-4 6-44 0,5-3 48 0,-2 3 69 16,5-2-409-16,-4-4-516 15,8-3-208-15,-4-7-128 0,8-2-188 16,-5-5-96-16,6-2 11 0,-1-2-195 0,4-11-332 15,-1-6-704-15,-6 3-3028 0,7-17-6877 16</inkml:trace>
  <inkml:trace contextRef="#ctx0" brushRef="#br0" timeOffset="15308.221">9454 2228 6552 0,'0'0'4445'0,"0"0"-1249"0,0 0-800 15,0 0-128-15,92 83-336 0,-72-55-435 16,-1 2-517-16,2-3-328 0,-6 5-348 16,-2 3-100-16,-9 0-156 0,-1 6-48 15,-6 4-84-15,-9 3-240 0,-12 2-196 0,-8 5 0 16,-4-1-64-16,-4-4-57 16,-7-2 9-16,2-7 8 0,6-6-204 0,3-9-340 15,8-10-444-15,8-10-1132 0,4-19-3345 0</inkml:trace>
  <inkml:trace contextRef="#ctx0" brushRef="#br0" timeOffset="15479.284">10263 2495 104 0,'0'0'15821'0,"0"0"-12837"0,0 0-2004 16,91-22-356-16,-55 12-172 0,-8-2-452 0,0 2-120 15,0 1-320-15,-4 3-724 16,-3-1-576-16,-6 4-2180 0,-7 3-3993 0</inkml:trace>
  <inkml:trace contextRef="#ctx0" brushRef="#br0" timeOffset="15642.568">10072 2752 9532 0,'0'0'8501'0,"0"0"-6853"15,0 0-864-15,0 0 993 0,99 11-493 0,-58-16-392 16,6-4-348-16,5-3-296 16,-5-4-248-16,2-1-228 0,-6 2-280 0,1 2-264 15,-8-3-364-15,-4 4-873 0,-8 2-3563 16,-1 0-7409-16</inkml:trace>
  <inkml:trace contextRef="#ctx0" brushRef="#br0" timeOffset="16576.431">12115 2495 2948 0,'0'0'780'0,"0"0"7453"16,0 0-6393-16,0 0-412 0,-67-74-120 15,43 63-64-15,-3 1-256 0,3 4-236 0,-4 3-216 16,0 6-8-16,3 13-92 0,-2 9-68 16,2 10 20-16,6 12 61 15,-1 11-73-15,8 2 72 0,0 3-72 0,8-5-112 0,4-7-260 16,0-10-4-16,12-10-48 16,0-12-24-16,0-6-60 0,8-7-16 15,0-6 28-15,4-3-96 0,3-13-268 0,5-6-112 16,0-6-37-16,-4-4-47 15,-4 4 140-15,0-4 52 0,-4 3 144 0,-4 6-52 16,0 8 104-16,-8 2 56 0,0 10 112 16,-4 3-36-16,4 3 160 15,-4 13 532-15,4 3 56 0,-4 9-156 0,3 2-40 16,2 4-64-16,-1-2 28 0,3 0-28 16,2-1-36-16,2-8-12 0,2 0-148 15,6-9-132-15,5-3-108 0,12-9-112 0,4-2-252 16,8-2-4-16,4-11-592 15,-13 3-1364-15,21-13-4329 0</inkml:trace>
  <inkml:trace contextRef="#ctx0" brushRef="#br0" timeOffset="17811.155">12944 616 104 0,'0'0'9492'0,"0"0"-7119"0,0 0-697 15,0 0-284-15,0 0-44 0,0 0 56 0,13 92-364 16,-6-58-84-16,-3 7-172 0,4 4-140 15,-4 6-196-15,1 0-19 0,-1 7-141 16,-4 2-104-16,0 0-40 0,-4 1-12 16,-1-4-68-16,-3-7-64 0,0-2-68 15,5-10-4-15,-1-10-48 0,4-9-60 16,0-7-112-16,0-5-133 0,0-3-183 16,0-4-196-16,4 0-324 0,-1 0-800 0,1-13-1012 15,0 3-2921-15,0-15-2614 0</inkml:trace>
  <inkml:trace contextRef="#ctx0" brushRef="#br0" timeOffset="18056.013">12968 746 3704 0,'0'0'1340'0,"0"0"3928"16,0 0-3647-16,0 0-721 0,0 0-8 15,0 0 248-15,0 0-236 0,100-19-248 16,-80 25-104-16,4 7 4 0,-5-1 152 15,-2 4-92-15,-2 4-188 0,-6-5-72 16,3 8-148-16,-12-4 136 0,0 3-172 0,0 0 8 16,-12 3 28-16,-1-3-208 0,-2 5 0 15,-5-8-48-15,-1 0-112 16,2-1-252-16,-1-5-104 0,1 0 12 0,-2-3-60 16,1-5-192-16,8-1-200 0,-4-4-728 15,4 0-740-15,5-4-2349 16,-2-14-2703-16</inkml:trace>
  <inkml:trace contextRef="#ctx0" brushRef="#br0" timeOffset="18753.716">13323 428 888 0,'0'0'1928'16,"0"0"4252"-16,0 0-4019 16,0 0-497-16,0 0-288 0,0 0-300 0,0 0 132 15,0 0 12-15,0 0-232 0,55 73-204 16,-46-44-60-16,-1-1-152 0,0-3-108 0,-5 5-220 16,1-5-88-16,1-3-96 0,-5 1-60 15,0-5 4-15,0-2-4 0,0-6-132 16,4-1-88-16,-4-6-20 0,0-3-128 15,0 0-20-15,4 0-16 0,0 0-36 16,0-6-52-16,3 0 48 0,6-7 72 16,-2-3 40-16,2-3-28 0,-2-3 24 0,1 0 52 15,-3 3 144-15,2-1 140 16,-3 7 76-16,-4 1 24 0,0 6 148 16,1-1 124-16,-2 4 0 0,-3 3-88 0,0 0-96 15,0 0-4-15,0 3-36 0,4 8-76 16,-4 1 272-16,4 3 160 0,-4 5 36 15,4 2-64-15,-4 3-136 0,0-2-156 16,0-4-184-16,0 3-172 0,0-7-316 16,0-2-132-16,0-3-168 0,4-6-160 0,8-4-516 15,-4 0-1120-15,0 0-3013 0,8-14-2655 16</inkml:trace>
  <inkml:trace contextRef="#ctx0" brushRef="#br0" timeOffset="19207.457">13821 536 572 0,'0'0'7600'16,"0"0"-4419"-16,0 0-1093 15,0 0-204-15,0 0-12 0,0 0-240 16,0 80-592-16,-4-65-404 0,1-2-280 0,3 3-188 0,-5-3-92 16,5-3-76-16,0-4-112 15,0 0-96-15,0-3-144 0,0-3-76 16,5 0-136-16,2 0-100 0,-3-3 172 0,4 0 136 15,4-6 68-15,0-1 40 16,3-3-24-16,-2-3 72 0,-1 3 76 16,-5 3 124-16,2 5 0 0,-1 2 0 0,-4-1 220 15,-4 4 164-15,0 0 28 16,0 4 32-16,0 2-12 0,0 3 36 16,0 1 56-16,0 0-44 0,0-1-152 0,0-3-192 0,0-2-136 15,0-4-44-15,0 3-92 16,3-3-84-16,1 0-72 0,5 0-40 15,-5-3 124-15,4 3 84 0,-1 0 84 0,2-4 40 16,2 1 60-16,-3 3-56 0,5 0 8 16,-2 0 40-16,1 3-4 0,-3 4 172 15,2 2 100-15,-3 1-4 0,1-1-24 16,-6 4-120-16,5-4-72 0,-4 4-40 16,4-4-48-16,-4 4-12 0,0 1-136 15,4-2-300-15,0 1-384 0,0 2-228 0,0 1-276 16,0-3-1076-16,0 3-3481 15</inkml:trace>
  <inkml:trace contextRef="#ctx0" brushRef="#br0" timeOffset="19476.818">14478 1057 11117 0,'0'0'6964'0,"0"0"-5856"0,0 0-1048 16,0 0-60-16,0 0 320 15,0 0 280-15,0 0-28 0,92 0-256 0,-48-3-180 16,0 0-136-16,3 0-136 0,-3-1-448 15,-4-2-272-15,1 0-64 16,-6-7-428-16,5 1-1188 0,-12 1-2589 0,4-11-2847 16</inkml:trace>
  <inkml:trace contextRef="#ctx0" brushRef="#br0" timeOffset="19679.185">15268 724 11841 0,'0'0'3960'0,"0"0"-3356"0,0 0-292 0,0 92 696 16,0-54 768-16,0 0-432 15,-4 0-652-15,-5 1-484 0,5 1-204 16,-3-5-4-16,-5 0-232 0,-1 0-424 0,2-3-188 16,-2-4-64-16,2 0-324 0,3-9-1128 15,-8 8-3185-15</inkml:trace>
  <inkml:trace contextRef="#ctx0" brushRef="#br0" timeOffset="20044.319">12367 1946 8476 0,'0'0'920'0,"0"0"-276"0,103-32 1033 16,-47 23 419-16,8-4-528 16,11 4-236-16,5-4-88 0,8 3-64 0,4-2-380 15,11 2-288-15,5-7-220 0,7 5 12 16,5-3-84-16,7-5 12 0,5 2-64 0,7-1-56 15,5-1-112-15,7 1 0 16,-4 4-220-16,1-1 112 0,-1 3 52 16,1 3 52-16,-9-2-140 0,-7-1-232 15,-5 3 20-15,-12-3 76 0,-7-2-244 0,-12 3 104 16,-8-5 28-16,-17 4 84 16,-7 1-172-16,-16 2-376 0,-12 4-672 0,-16 3-952 15,-12 0-3085-15</inkml:trace>
  <inkml:trace contextRef="#ctx0" brushRef="#br0" timeOffset="20611.565">13447 1974 7656 0,'0'0'4761'0,"0"0"-2481"0,0 0-544 15,0 0-540-15,28 74-120 0,-20-40 76 16,-5 1-184-16,1 6-96 0,-4 4-131 0,0-3-241 16,0 2-200-16,0-6-104 0,0 0-112 15,0-3-84-15,0-3-8 0,-4-4-104 16,1-6-188-16,-1 0-184 0,0-9-60 15,4-3-41-15,0-4-99 0,0-6-204 16,0-3-524-16,8-10-1144 0,-1-6-1772 0,1 3-2585 16,8-18 3005-16</inkml:trace>
  <inkml:trace contextRef="#ctx0" brushRef="#br0" timeOffset="20814.877">13614 1956 1292 0,'0'0'6640'0,"0"0"-3752"15,0 0-1255-15,0 0-357 16,0 0 4-16,0 0-200 0,0 0-204 0,0 0-152 0,0 0-120 16,80 70-12-16,-76-52-112 15,0-2-164-15,-4 4-108 0,0-2-72 16,-8-2-100-16,-1 3-36 0,-2-3-84 0,-6-2-332 16,6-3-124-16,-5 3-28 0,0-8-112 15,4 0-140-15,0-3-356 0,4 1-556 16,4-4-888-16,0 0-2033 0</inkml:trace>
  <inkml:trace contextRef="#ctx0" brushRef="#br0" timeOffset="21027.169">14192 2139 1512 0,'0'0'8184'15,"0"0"-2703"-15,0 0-3813 0,0 0-500 16,79 7 16-16,-51-7-264 0,8-2-176 0,-5-9-248 16,6 2-456-16,3-4-40 15,-5 0-268-15,1-3-476 0,0-3-420 0,-4 4-712 0,-8 2-2836 16,4-6-5657-16</inkml:trace>
  <inkml:trace contextRef="#ctx0" brushRef="#br0" timeOffset="21208.434">14969 1863 9712 0,'0'0'5521'15,"0"0"-3489"-15,0 0-1092 0,0 0-408 16,0 67 316-16,0-41 412 0,0 6-324 0,0-1-463 16,0 1-305-16,0 2-72 15,3 2-96-15,-3-1-88 0,0 3-372 0,0 0-269 16,-3-3-39-16,-5 2-184 0,0 5-440 15,-8-4-828-15,8-9-2260 0,-12 15-2725 16</inkml:trace>
  <inkml:trace contextRef="#ctx0" brushRef="#br0" timeOffset="22989.706">4964 5613 7896 0,'0'0'2936'0,"0"0"-983"16,0 0-589-16,0 0-252 0,0 0-132 0,0 0-216 16,-24 85-180-16,16-43-88 0,4 3 44 15,-4 5-8-15,1 11-32 0,-2 6-8 16,1 2 32-16,-3 4 24 0,2 0-88 0,-3 3-91 16,-4 1-81-16,4-4-92 15,-3-4-100-15,2-1-24 0,-2-15-72 0,6-5-48 16,2-6-108-16,-1-11-232 0,4-10-101 15,4-4-179-15,0-11-188 16,0-6-172-16,0 0-416 16,12-16-1148-16,-5-5-1729 0,2 2-1967 0,-1-32 2476 15</inkml:trace>
  <inkml:trace contextRef="#ctx0" brushRef="#br0" timeOffset="23291.461">4840 5861 1172 0,'0'0'2180'15,"0"0"4328"-15,0 0-4563 0,0 0-457 16,0 0-272-16,0 0 108 0,84 63-120 16,-60-24-64-16,-1 5-20 0,2 6-248 15,-1 10-164-15,-4-2-124 0,-1 2-195 0,2-3-121 16,-1-2-148-16,-5-8-60 16,6 1-60-16,3-4 8 0,-5-8 52 15,5-5 64-15,0-6-64 0,-5-6 24 0,2-6 0 16,-5-6 60-16,3-5 76 0,-2-2-76 15,-6-2-12-15,6-11-56 0,-2-6 8 16,6-13-84-16,-2-10-68 0,5-10-80 16,0-13-92-16,4-5-124 0,0-2-216 0,4-5-165 15,-4 5-107-15,0 4-236 0,-5 11-252 16,-3 10-376-16,1 8-456 16,-14 14-896-16,1 0-3273 0</inkml:trace>
  <inkml:trace contextRef="#ctx0" brushRef="#br0" timeOffset="26610.422">5665 6581 3016 0,'0'0'0'0,"0"0"0"0,0 0 5292 15,0 0-3452-15,0 0-487 0,0 0-401 0,0 0 32 16,0 0 44-16,0 0-232 0,0 0-168 16,0 0-112-16,0 0-116 0,36 0 48 15,-25 4 12-15,6-1-4 0,-1 3-72 0,4-3-76 16,-4 0-88-16,-1-3-60 16,6 0-60-16,-6 0 32 0,5 0-116 0,-3-3 28 15,-2-3-44-15,2 0-64 0,-2 2-32 16,-2-5-176-16,-6 6-368 15,1-3-176-15,-4-1-192 0,-4 4-260 0,0 0-632 16,0 0-1233-16,-4-1-2671 0</inkml:trace>
  <inkml:trace contextRef="#ctx0" brushRef="#br0" timeOffset="26844.214">5761 6604 3008 0,'0'0'628'0,"0"0"-200"0,0 0 2188 0,0 0 448 15,0 0-911-15,0 0-645 0,7 76-188 0,2-47-348 16,-1 3-80-16,3 2-8 16,-3-2-116-16,1-1-176 0,-5 1-176 0,0-3-84 15,-4 0-76-15,0-4-132 0,0 0-112 16,0-3-12-16,0-3-88 16,0-6-8-16,0 0-40 0,0-6-208 15,-4 0-244-15,4-5-264 0,0 1-180 0,-4-3-248 16,4 3-872-16,-9-3-2157 0,5 0-1427 15,-3-3 3356-15,3 0 1401 0,-4 1 979 16</inkml:trace>
  <inkml:trace contextRef="#ctx0" brushRef="#br0" timeOffset="27107.922">5709 6953 964 0,'0'0'916'0,"0"0"-776"0,0 0 32 16,0 0-96-16,0 0-8 0,0 0 8 15,0 0 28-15,0 0 0 0,0 0 4 16,0 0 20-16,8-3 1540 0,-4 0 12 0,0-1-184 16,4 2-236-16,-4-3 4 0,8 3 13 15,-4-4-173-15,7 0-84 0,-2 1-168 16,6-1-196-16,1 1-12 0,1-2-92 16,-2 0-152-16,1 1-88 15,1 0-124-15,-6-1-184 16,1 1-4-16,-4 3-56 0,0-2-92 0,-4 0-276 0,0 3-332 15,-4 2-248-15,-4-4-292 0,4 4-880 0,-4 0-1929 16,0 0-395-16,-8 4 1928 0,4-2 2377 16,-12 11 195-16</inkml:trace>
  <inkml:trace contextRef="#ctx0" brushRef="#br0" timeOffset="27259.886">5785 7059 2508 0,'0'0'92'0,"0"0"104"15,0 0 2008-15,0 0 888 0,-36 75-736 0,32-62-399 16,4-4-301-16,0 1-176 15,0-4-224-15,8 0-248 0,0-2-196 0,8-4-196 16,0 0-224-16,4 0-148 0,8-4-84 16,0-8-160-16,-1-1-96 0,10-6-544 15,-2-6-256-15,5 0-380 0,-5 0-720 0,-3 4-2565 16,13-10-2743-16</inkml:trace>
  <inkml:trace contextRef="#ctx0" brushRef="#br0" timeOffset="27505.75">6498 6559 2480 0,'0'0'1392'0,"0"0"5156"0,0 0-5027 16,-60 67-309-16,40-39 340 0,1 10 112 0,2 1-184 16,-2 8-372-16,-1 1-344 15,-1 6-192-15,-2 7-144 0,-1 2-100 16,-4 4-84-16,0-2-84 0,0 3-88 0,0-5-72 15,0-2-100-15,0-7 0 0,5-4-276 0,-1-8-172 16,4-8-16-16,4-6-184 16,7-8-336-16,6-10-480 0,-1-7-1052 15,4-3-3077-15,0-3-2195 0,7-16 7645 16</inkml:trace>
  <inkml:trace contextRef="#ctx0" brushRef="#br0" timeOffset="27680.655">6307 7122 3312 0,'0'0'5796'0,"0"0"-3303"16,0 0-485-16,99-7-148 0,-59 7 32 16,-5 0-300-1,6 0-536-15,-5-4-396 0,3 2-320 0,-3-4-252 0,1-5-88 16,-5 3-208-16,-1-5-416 0,-3 3-428 0,-5-6-404 16,-2 6-868-16,-10 1-3121 0,2 2-3175 15</inkml:trace>
  <inkml:trace contextRef="#ctx0" brushRef="#br0" timeOffset="27850.591">6649 7128 404 0,'0'0'1840'0,"0"0"3648"0,-11 91-1579 0,6-46-1381 0,-3 2-356 16,8 5-284-16,-4 2-364 16,1-7-280-16,-5-3-404 0,3-2-427 0,5-4-377 15,-4-9-36-15,0-3-108 0,4-12-293 16,0 0-183-16,0-7-220 15,0-7-276-15,4 0-520 0,0 0-1180 0,5-10-2689 0,-5-1-3419 16</inkml:trace>
  <inkml:trace contextRef="#ctx0" brushRef="#br0" timeOffset="27979.123">6685 7366 5624 0,'0'0'4892'0,"0"0"-2223"0,0 0-1501 0,0 0-320 16,0 0 436-16,96 3-164 0,-65-6-292 0,1-4-384 15,0-5-444-15,4-4-88 16,-4-4-712-16,4 1-804 0,-13 4-2676 16,5-8-6369-16</inkml:trace>
  <inkml:trace contextRef="#ctx0" brushRef="#br0" timeOffset="28896.249">7665 5705 572 0,'0'0'4916'0,"0"0"-3560"15,0 0 2801-15,0 0-2501 0,0 0-192 0,-52 89-340 16,41-57-204-16,3 9 44 16,-5 9-196-16,10 11-64 0,-1 6-124 0,4 12-176 15,0 4-24-15,0 2-100 16,0 1-72-1,0-3-36-15,4-3-124 0,-1-8-48 0,5-8-12 16,1-7-48-16,-1-6-16 0,7-13 28 0,1-7-96 0,5-8-260 0,2-8-100 16,1-4-72-16,8-8-240 0,3-3-152 15,6-10-396-15,-1-9-840 0,-1-6-2657 16,-7 5-1871-16,9-15 5912 0</inkml:trace>
  <inkml:trace contextRef="#ctx0" brushRef="#br0" timeOffset="29190.121">8347 5623 2996 0,'0'0'3216'0,"0"0"-2056"0,0 0 1988 0,0 0-403 15,0 0-681-15,0 0-492 0,-32 92-528 16,20-44-156-16,3 9-4 0,-2 7-80 16,-5 8-168-16,-8 7-116 15,0 3-19-15,-4 5-101 16,0-7-148-16,0-8-84 0,0-6-168 16,9-11-108-16,6-17-100 0,6-12-192 0,7-11-24 0,0-8-185 0,7-7-35 15,10-13-164-15,-2-6-272 16,9-9-752-16,-3 2-2000 0,7-22-2769 15</inkml:trace>
  <inkml:trace contextRef="#ctx0" brushRef="#br0" timeOffset="29445.422">8354 5756 5216 0,'0'0'1156'0,"0"0"-544"0,0 0 2280 15,0 0-651-15,24 98-441 0,-12-60-396 16,-3 6-208-16,-2 5-52 0,1-2 20 15,0 5-244-15,-3-5-188 0,2-3-184 0,-3-3-144 16,4-9-76-16,5-7 13 0,-2-6-41 16,6-8 172-16,2-9-204 0,5-2-112 0,0-7-72 15,4-11-44-15,4-5-40 16,0-8-172-16,0-4-152 0,-4-6-148 0,3-4-52 16,-3-3-121-16,-1-5 73 0,-3-1-100 15,-3-4-172-15,3 1-464 0,-5 0-452 16,-2 1-944-16,-2 18-1373 0,9-17-1295 15</inkml:trace>
  <inkml:trace contextRef="#ctx0" brushRef="#br0" timeOffset="37586.136">9144 5928 3920 0,'0'0'7961'0,"0"0"-6365"0,0 0-708 0,0 0 88 16,0 0 292-16,0 0 248 0,7 66-384 16,1-21-140-16,-3 5-52 0,-5 8-175 15,0 2-73-15,0 3-40 0,-9 1-48 16,1-1-168-16,-7 1-268 0,-1-3-124 0,-1-2-44 16,-2-5-60-16,-1-9-48 0,8-8-60 15,0-7-292-15,8-14-132 0,4-7-184 16,4-9-133-16,12-9-407 0,8-13-664 15,-5 3-1156 1,18-33-3433-16</inkml:trace>
  <inkml:trace contextRef="#ctx0" brushRef="#br0" timeOffset="37859.58">9522 6109 12973 0,'0'0'1852'0,"0"0"-1332"0,0 0-168 0,0 0 316 16,0 0 364-16,-96 69-252 0,64-40-432 15,4-4-200-15,0 0-144 0,4-2-4 16,1-5-136-16,3 1 36 16,0 0-60-16,0 1-88 0,0-4 76 15,5-3 172-15,2-1 12 0,5-2 148 0,5-4-72 0,-1 0 12 16,4 1 196-16,0 2 24 0,11 4 60 16,1 0 148-16,4 3 20 0,5-1-168 15,2-2-40-15,1 4-84 0,4-8-12 0,-4 1-36 16,4-4-208-16,0-3-64 15,-5 0-32-15,5-3-136 0,0-3-252 0,-4-6-200 16,4-4-236-16,4-4-620 0,-8 2-1104 16,8-14-3545-16</inkml:trace>
  <inkml:trace contextRef="#ctx0" brushRef="#br0" timeOffset="38098.881">10024 6124 11805 0,'0'0'1612'0,"0"0"-924"16,0 0-4-16,-68 73 828 0,36-38-128 0,-4 6-88 16,-3 3-340-16,-2 11-296 15,2-1-200-15,-5 6-56 0,0 7-76 16,1-1-99-16,-6 4-57 0,2 0-120 0,-1 0-52 16,1-7-108-16,2-2-4 0,9-7-44 0,5-9-149 15,10-11-107-15,6-9 20 16,7-8-168-16,4-11-384 0,4-4-128 0,0-2-492 15,0-5-1108-15,4-4-3213 16,8-14-2174-16</inkml:trace>
  <inkml:trace contextRef="#ctx0" brushRef="#br0" timeOffset="38257.955">9641 6807 13241 0,'0'0'2152'0,"0"0"-980"0,0 0 132 0,77-3 480 16,-45-1-340-16,-1 1-423 0,5-3-53 15,4-3-400 1,3-7-256-16,1-3-312 0,4-4-12 0,-4-2-712 16,-4 3-376-16,-9-1-265 0,-3 4-999 0,-11 6-3480 15,-9 1-6025-15</inkml:trace>
  <inkml:trace contextRef="#ctx0" brushRef="#br0" timeOffset="38395.558">9888 6832 13865 0,'0'0'2144'15,"0"0"-1328"-15,0 0 452 0,-15 85 280 16,10-52-92-16,5-5-303 16,0 1-437-16,0-4-380 0,0-3-164 0,0-5-172 15,5-2-232-15,-5-5-240 0,4 0-304 0,-4 1-293 16,0 0-495-16,0-3-1308 0,-4 3-3069 16</inkml:trace>
  <inkml:trace contextRef="#ctx0" brushRef="#br0" timeOffset="38558.63">9956 7064 13045 0,'0'0'1928'0,"0"0"-932"16,0 0 588-16,92-32-100 0,-60 19-344 15,-5 1-384-15,-2 2-320 0,-1-2-168 16,-5-1-268-16,1 4-72 0,-3-1-428 16,-6 0-548-1,-3 8-364-15,-8 2-496 0,-4 0-1184 16,0 2-2877-16,-20 18-99 0</inkml:trace>
  <inkml:trace contextRef="#ctx0" brushRef="#br0" timeOffset="38690.052">9928 7204 6412 0,'0'0'7733'16,"0"0"-5489"-16,0 0-1148 0,0 0-404 15,0 0-48-15,0 0 68 0,0 0-52 16,0 0-64-16,108 34-132 0,-64-48-280 0,8-13-184 16,0-1-160-16,-1-7-484 0,1 0-348 15,0-3-608-15,-20 12-1464 0,15-12-5765 16</inkml:trace>
  <inkml:trace contextRef="#ctx0" brushRef="#br0" timeOffset="39158.07">10646 5724 6520 0,'0'0'2572'16,"0"0"-816"-16,0 0-303 0,0 0 195 16,0 0-108-16,0 0-208 0,-84 35-240 15,68-3-104-15,-4 9-32 0,0 11-184 16,5 4-212-1,-2 4-172-15,2 1-47 0,2 0-49 0,5-5-112 16,5-5-104-16,-1-7-76 0,4-6-136 0,4-6-264 0,7-9-185 16,6-8 13-16,2-8-12 0,9-7-4 15,4-7-248-15,8-11-400 0,0-9-588 0,-8 6-1324 16,11-17-3325-16</inkml:trace>
  <inkml:trace contextRef="#ctx0" brushRef="#br0" timeOffset="39456.175">11016 5928 12105 0,'0'0'2624'16,"0"0"-1264"-16,0 0-456 0,0 0 472 16,-72 98 132-16,44-57-176 0,5 1-347 0,-5-4-357 0,12-7-216 15,4-9-192-15,4-3-220 16,3-9-136-16,5-4-56 0,0-2-160 16,13-4 0-16,-1 0-72 0,8-10-73 0,4-3-171 15,-1-6-104-15,1-3-196 0,-4 0-204 16,1 0 92-16,-6 2 304 0,-3 5 336 15,-4-1 252-15,0 0 188 0,-4 3 160 0,0 7 216 16,0 0 264-16,-4 2 156 16,0 4 12-16,0 4-96 0,4 2-220 0,0 6-124 15,0 1 160-15,4 6 128 0,0 3 0 16,-1 1 85-16,6-1 71 0,-5 0-196 16,4 0-372-16,0-6-244 15,3-3-44-15,-2-3-20 16,2-4-104-16,2-3-292 0,3-3-336 15,-5-6-141-15,6-4-331 0,-6-3-1016 0,5-9-3720 0</inkml:trace>
  <inkml:trace contextRef="#ctx0" brushRef="#br0" timeOffset="39659.38">11593 5788 13953 0,'0'0'1904'0,"0"0"-600"0,0 0-412 0,17 79 168 16,-13-50 496-16,-4-1-167 0,0-2-481 16,-4-1-460-16,0 0-316 0,-4 1-128 15,0-1-4-15,0 1-120 0,-4-5-244 0,-4 3-424 16,4-3-329-16,-4-1-387 0,0-2-924 16,4-5-2228-16,0-3-3341 0</inkml:trace>
  <inkml:trace contextRef="#ctx0" brushRef="#br0" timeOffset="39942.899">12056 5626 12117 0,'0'0'4084'15,"0"0"-3356"-15,0 0-156 16,0 0 552-16,0 0 104 15,0 0-324-15,0 0-172 0,91 66-331 0,-74-43-181 0,-6 2-4 0,2 7-8 16,-6 3-16-16,-3 3-48 0,-4 6-8 0,0 1-16 16,-7 2-48-16,-10 1-72 15,2 3 0-15,-9 0-72 16,3-4-132-16,-7 4-160 16,1-7-48-16,-1 0-305 0,0-2-283 0,-3-7-128 0,6-3-140 15,-3-6-496-15,4-5-648 0,5-5-1953 0,-5 0-1751 16</inkml:trace>
  <inkml:trace contextRef="#ctx0" brushRef="#br0" timeOffset="40273.36">12897 5959 19193 0,'0'0'2721'15,"0"0"-2405"-15,0 0-208 0,0 0-108 16,103 0 84-16,-58 4 172 0,2-4-24 16,1 0-232-16,-1 0-8 0,2 0-56 0,-2 0-44 15,-3 0-220-15,0 0-569 0,-9 0-419 16,-7 0-1404-16,-4-7-4829 0</inkml:trace>
  <inkml:trace contextRef="#ctx0" brushRef="#br0" timeOffset="40425.856">12961 6248 18005 0,'0'0'2248'0,"0"0"-1492"0,0 0-560 0,0 0-68 0,91 4-128 16,-51-14-108-16,12-3-112 0,-1-6-460 0,5 0-288 16,4 0-364-16,-16 3-1304 0,7-6-5269 15</inkml:trace>
  <inkml:trace contextRef="#ctx0" brushRef="#br0" timeOffset="41191.329">14817 4924 2932 0,'0'0'428'0,"0"0"5484"16,0 0-3267-16,0 0-701 0,0 0-240 15,0 0-312-15,0 0-124 16,0 0-212-16,0 0-320 0,-68 105 20 0,48-42 60 15,5 13-135-15,-5 10-173 0,4 10-108 0,-8 5-144 16,-4 1-64-16,-4-1-60 0,0 1-72 16,-3-7-48-16,3-10-12 0,4-8-4 15,8-20-104-15,8-12 0 0,8-17-72 0,4-8-268 16,4-14-292-16,8-3-281 16,4-3-519-16,7-9-1012 15,-3-4-1708-15,8-22-1937 16</inkml:trace>
  <inkml:trace contextRef="#ctx0" brushRef="#br0" timeOffset="41458.963">14770 5353 3740 0,'0'0'4024'15,"11"-96"-2056"-15,-7 62 29 0,0 5-65 0,4-4-312 16,-3 19 0-16,-2 3-380 0,1 9-452 16,0 2-392-16,4 13-264 0,8 8 640 15,4 12 192-15,-4 11-271 0,4 7-137 0,-4 9-104 16,-9 7-104-16,-3 2-176 15,-4 5-52-15,0-8-72 0,0-6-48 0,-4-5 0 16,1-17 4-16,3-7 4 0,0-15 64 16,0-3 36-16,0-10-96 0,3 0-12 15,10-3 4-15,-1-3 52 0,8-10 40 16,8-9 64-16,4-10-52 0,-1-9-56 0,9-10-52 16,-4-3-120-16,3-9-100 15,-2-4-116-15,-5 4-304 0,0 2-172 16,-4 11-29-16,0 8-23 0,-1 10-408 0,-3 13-1016 15,-8 10-2400-15,8 6-2441 0</inkml:trace>
  <inkml:trace contextRef="#ctx0" brushRef="#br0" timeOffset="42325.493">15223 6153 12493 0,'0'0'2984'0,"0"0"-1128"0,0 0-680 16,0 0-144-16,0 0 336 0,0 0 125 16,96 3-341-16,-56-3-368 0,8-3-352 0,0-7-164 15,-5-5-136-15,5-2-72 16,-8 2-60-16,0-4-72 0,-4-1-120 16,-9 2-292-16,-3-1-384 0,-3 6-160 0,-6 3-173 15,-10 4-607-15,-5 3-1296 0,0 3-2344 16,-13 0-2217-16</inkml:trace>
  <inkml:trace contextRef="#ctx0" brushRef="#br0" timeOffset="42446.956">15491 6143 8656 0,'0'0'4197'0,"0"0"-2633"0,-44 70-580 0,28-38 200 0,4 7 368 16,-4-1-124-16,4 3-208 16,0-7-452-16,0 1-391 0,4-3-365 15,0-4-12-15,0-5-317 0,0-2-447 0,4-1-436 16,-3-1-548-16,2-9-2072 0,-3-1-3153 15</inkml:trace>
  <inkml:trace contextRef="#ctx0" brushRef="#br0" timeOffset="42724.021">15427 6489 13133 0,'0'0'2056'0,"0"0"-1104"16,75-35 88-16,-43 20 140 0,-4-2-456 15,0 5-196-15,-4 2-272 0,-9 4-256 0,2 0-180 16,-6 3-188-16,-6 3-348 0,-5 0-296 15,-5 9-320-15,-6 4 636 0,-9 2 204 16,-8 8 0-16,1 2 240 0,-10 4 252 16,1 0 188-16,-3-4 180 0,3 3 264 15,4-2 84-15,0-4-52 0,8 3-68 16,8-9 108-16,4-2 60 0,12-6 96 0,0-4-164 16,12 3-244-16,8-5 72 0,8-2 121 15,8 0-41-15,3-2-336 0,6-12-224 16,-2-5-44-16,1-3-144 0,0-4-404 0,0 1-205 15,0-3-231-15,-1 0-388 16,-11 2-1512-16,12-9-5645 0</inkml:trace>
  <inkml:trace contextRef="#ctx0" brushRef="#br0" timeOffset="42926.757">16192 6084 13565 0,'0'0'1724'0,"0"0"-1032"0,0 0 148 0,0 0 576 15,-80 94-212-15,56-56-40 0,1 10-228 16,-2-1-231-16,1 14-113 0,-4 2-96 16,0 7-156-16,-3 6-136 0,-9 4-108 0,-3 2-96 15,-2 4-88-15,-2-6-80 16,3-4-60-16,0-2-316 0,0-11-76 0,8-7-73 16,4-8 61-16,4-13-124 0,9-10-568 15,3-5-968-15,4-15-1664 0,3-5-2789 16</inkml:trace>
  <inkml:trace contextRef="#ctx0" brushRef="#br0" timeOffset="43096.836">15893 6838 15633 0,'0'0'1900'0,"0"0"-884"16,0 0 432-16,108-25-44 0,-65 12-399 15,1-2-181-15,0-1-400 0,0-6-244 0,4-1-180 16,-5-2-88-16,-2-1-276 0,-6 5-552 15,-7 1-373-15,-4 5-567 16,-12 2-2168-16,-8 9-3297 0</inkml:trace>
  <inkml:trace contextRef="#ctx0" brushRef="#br0" timeOffset="43274.191">16176 6763 13181 0,'0'0'1928'0,"0"0"-744"16,-16 72-272-16,12-37 508 0,-4 6 188 0,0 4-108 15,4-1-483-15,-4-2-365 0,8 0-264 16,-4-4-220-16,0-4-168 0,4-2-200 16,0-7-284-16,-4 0-144 0,4-5-148 15,-4-4-333-15,4-7-479 0,0-3-1336 16,0-3-2953-16,-4-3-3363 0</inkml:trace>
  <inkml:trace contextRef="#ctx0" brushRef="#br0" timeOffset="43410.385">16151 6985 13905 0,'0'0'2184'16,"0"0"-1120"-16,0 0 508 0,0 0-284 16,92-22-240-16,-60 15-243 0,5 1-221 0,-6-1-296 15,5-2-288-15,4-3-12 0,-1-4-364 16,2-4-581-16,-2 1-351 16,-3 0-780-16,-8 3-3008 0,12-6-6921 15</inkml:trace>
  <inkml:trace contextRef="#ctx0" brushRef="#br0" timeOffset="43736.488">17411 5117 11761 0,'0'0'1596'15,"0"0"-1048"-15,0 0-408 0,-68 74 672 0,40-33 900 0,4 11 24 16,1 7-332-16,6 11-452 0,6 6-64 0,-2 7-63 16,13 9-85-16,-4 3-64 15,4 3-240-15,-3 1-172 0,3-4-192 16,-4-3-72-16,4-3-84 0,0-10-84 0,0-5-304 15,0-7-168-15,0-10-24 16,11-13 44-16,6-6-13 0,3-10-59 16,3-8-840-16,1-7-2468 0,8-11-3813 0</inkml:trace>
  <inkml:trace contextRef="#ctx0" brushRef="#br0" timeOffset="44626.689">18507 5854 7492 0,'0'0'2036'0,"0"0"-191"0,0 0 51 16,7-69-120-16,-7 47-316 0,0-1-340 0,0 5-240 0,-3 1-96 16,-1 4-72-16,0 5-28 15,0 4-16-15,0 1-131 0,-5 3-29 16,-2 0-144-16,-2 9-268 0,-6 8 4 0,-1 11-28 16,-8 9 36-16,5 11 72 0,-5 9 76 15,7 1 20-15,-3-1 64 0,9-6 32 16,2-6-264-16,6-12-108 0,3-7-44 15,4-6-28-15,0-11-48 0,4-3-144 16,12-6 32-16,3 0 16 0,9-9-96 16,4-7 44-16,0-6-120 0,0-6-36 0,-4-2 48 15,0 2 119-15,0-1 149 0,-8 4 60 16,-1 2 48-16,-2 8 12 0,-10 2-12 16,-3 9 0-16,4 2-120 15,-8 2 120-15,9 9 240 0,-2 7 309 0,5 6-173 16,0 4-160-16,4-1-80 0,4 4-76 15,4-1-12-15,-1-6-48 0,14-2 0 16,3-4-108-16,3-7 100 0,9-6-200 16,0-3-408-16,3-6-393 0,1-7-531 15,-11 1-2372-15,14-11-4701 0</inkml:trace>
  <inkml:trace contextRef="#ctx0" brushRef="#br0" timeOffset="45669.639">19467 4260 8584 0,'0'0'3853'0,"0"0"-2285"0,0 0-228 16,0 0-244-16,0 0 84 0,0 0 104 15,0 0-68-15,0 0-400 16,0 0-244-16,16 51-87 0,-12-20-21 0,-4 9-92 15,0 7-20-15,0 3-36 0,0 5-4 0,-9 2-92 16,-2-3-116-16,3-1-104 0,0-2-72 16,3-6-40-16,2-7-56 0,-1-6-192 15,4-7 8-15,-4-9-36 0,4-4-180 0,0-5-201 16,0-3-267-16,0-4-644 16,-8 0-1208-16,4 0-2801 0,-8-7-3931 15</inkml:trace>
  <inkml:trace contextRef="#ctx0" brushRef="#br0" timeOffset="45917.471">19502 4168 9624 0,'0'0'3153'0,"0"0"-1473"16,0 0-948-16,0 0-16 0,0 0 12 15,0 0-56-15,0 0-148 0,0 0-140 0,0 0 84 16,0 0-76-16,88 14-60 15,-71-8-48-15,-6 2-92 0,-3 6-20 0,-4-8-84 16,1 7-40-16,-5 0 24 0,0 2-24 16,-13 1-48-16,-2 3-48 0,-6 0-48 15,-7 1-4-15,4-2-44 0,1-1-164 16,3-8-172-16,0 0-220 0,0-5-152 16,8-4-220-16,0 0-324 0,4 0-1056 0,0-10-3033 15</inkml:trace>
  <inkml:trace contextRef="#ctx0" brushRef="#br0" timeOffset="49625.649">20133 4013 1136 0,'0'0'1304'15,"0"0"-444"-15,0 0-92 0,0 0 68 0,0 0-368 16,0 0-312-16,0 0 92 16,0 0 2700-16,0 0-1756 0,0 0-276 0,-17 13-115 15,17-13 19-15,0 0-104 0,0 0-4 16,0 0-40-16,0 0-180 0,0 0-76 0,0 0-76 15,0 0-52-15,0 6-20 16,-8 0-32-16,5 4-160 0,-1-1-36 16,0 1-40-16,-1-4-100 0,1-2 0 0,4-2-24 15,0-2 72-15,0 0 52 0,0 0 8 16,0 0 64-16,0 0 68 0,0 0 84 16,0 0 48-16,0 0-8 0,0 0-68 15,0 0-72-15,0 0-48 0,0 0-76 16,0 0-48-16,0 0-160 0,0 0-116 0,0 0 0 15,0 0 88-15,0 0 72 16,0 0 116-16,0 0 48 0,0 0 4 0,0 0 244 16,0-2 64-16,0 2-24 0,0 0-68 15,0 0 68-15,4 0-16 0,-4 0-12 16,0 0 108-16,0 0 164 16,0 0-204-16,0 0-104 0,0 2-16 0,5 8-88 15,-1-1 124-15,0 7 52 0,3 7-40 0,1 2-64 16,-4 1-32-16,1-1-112 0,-5 4 24 15,0-4-12-15,0 3 4 0,0-2-56 16,-5-5 0-16,1-2 4 0,0-2-12 16,4-7-12-16,0-2-52 0,-4-3-32 15,4-3-12-15,0-2 8 0,0 0-20 16,0 0-64-16,4-7-120 0,4-1-196 0,4-5 440 16,0-1-4-16,1-5-32 0,-2 1-40 15,1-1 0-15,-4 3 28 16,0-3 96-16,0 0-76 0,-1 3 80 0,-2-3 0 15,3-1 8 1,0 2-48-16,-1-1 48 0,-3 0 0 16,9 0 72-16,-9 3-60 0,3 6-12 0,-3 1 4 0,5 7 0 0,-5 2 60 15,4 0 56-15,-1 0 28 16,6 8 120-16,-5 5 40 0,3-1-76 16,-2 8 0-16,-1-1 0 0,-5 0-88 0,-3 2-56 15,0 2-16-15,0 0 0 16,0 2-64-16,-7-3-8 0,-2-2 0 15,1-1-268-15,1-1-36 0,-1-3-100 0,-1-1-84 16,1-1-100-16,5-5-64 0,-5-1-128 16,8 0-336-16,-4-1-660 0,-1-3-1384 15,1 1-3021-15</inkml:trace>
  <inkml:trace contextRef="#ctx0" brushRef="#br0" timeOffset="50696.098">20591 4117 10224 0,'0'0'2165'15,"0"0"-1005"-15,0 0-652 0,0 0 304 0,0 0 496 16,0 0-60-16,0 0-108 15,0 0-316-15,0 0-200 0,0 0 60 0,32-38 364 16,-25 57-247-16,-3 4-281 0,0 2-244 16,0 4-44-16,-4 3-124 0,-4-4-24 15,0 1-44-15,-3-7-40 0,3 1-108 16,4-8 36-16,0-3-24 0,0-6 0 16,0 1-40-16,0-7-128 0,0 0-172 0,0 0-108 15,0 0-41-15,4-3-47 0,7-3-4 16,2-6 524-16,2-2-68 0,5-5-56 15,0-3-8-15,0 3 84 0,-5-3 148 16,6 0 8-16,-5 6 0 0,-4-3 4 16,4 6 48-16,-8 7 4 0,-4-1 32 15,-4 7-8-15,0 0 228 0,0 0 124 16,0 7-12-16,0 5-136 0,-8-2 0 0,-1 6 24 16,1 0-124-16,1-7-80 15,3 1-100-15,0-4-44 0,4-3-68 0,0-3-56 16,0 0-28-16,4 0 40 0,7 0 156 15,2-3 144-15,2 0-140 0,2-6-4 16,2 2-56-16,-2 1-4 0,-2 3-88 0,1-1 76 16,0 4-36-16,0 0 56 15,-4 7 52-15,0 2 292 0,0 7 76 16,-4 3-88-16,-5 4-75 0,6-5-21 0,-5 4-172 16,0-3-12-16,0 1-60 0,0-8-52 15,-1 4-289-15,6-6-523 0,3-1-176 16,-1-2-860-16,-2-7-2288 0,6 0-4021 0</inkml:trace>
  <inkml:trace contextRef="#ctx0" brushRef="#br0" timeOffset="50932.487">21618 4328 15545 0,'0'0'2324'15,"0"0"-1792"-15,0 0-396 0,0 0 208 16,0 0 36-16,0 0 284 0,88 6 68 0,-69-6-516 0,2 0-216 16,3 0-208-16,0 0-428 15,-5-3-320-15,5-4-340 0,1-3-652 16,-5 5-2264-16,3-9-2685 0</inkml:trace>
  <inkml:trace contextRef="#ctx0" brushRef="#br0" timeOffset="51180.101">22133 4035 13417 0,'0'0'2516'0,"0"0"-1624"0,0 0-420 16,0 0 496-16,0 0 396 0,0 79-68 16,-4-53-492-16,4 5-331 0,0 1-109 15,-5 0-88-15,5 3-56 0,-4-3-160 16,0 2-60-16,-3 1-72 0,-1 1-148 16,-1-5-336-16,1 1-257 0,1-4-295 0,3 5-424 15,-5-5-1156-15,9-5-2176 0,-11 5-2905 16</inkml:trace>
  <inkml:trace contextRef="#ctx0" brushRef="#br0" timeOffset="52151.618">21387 4384 9880 0,'0'0'840'0,"0"0"-840"16,0 0-12-16,0 0 12 0,0 0 1157 0,0 0 239 16,0 0-216-16,0 0-484 0,0 0-332 15,0 0-60-15,56-16 200 0,-36 14 32 16,-5-3-76-16,6 3-112 0,-5 2-60 0,-4-3-56 16,3 3 76-16,-2 0-48 15,2-3 12-15,2-1 20 0,-2 4-8 0,1-3-64 16,9-1-48-16,-6 2-88 0,5-4-84 15,0 3 0-15,0-4-8 16,-1 0 4-16,-2 4-8 0,3-2-132 0,-9 1 8 16,2 1-60-16,-2-1-172 0,-6 4-236 15,-5 0-48-15,-1 0-144 0,-3 0-268 16,0 0-664-16,0 0-2201 0,-7 7-2087 0</inkml:trace>
  <inkml:trace contextRef="#ctx0" brushRef="#br0" timeOffset="52790.615">19156 5498 12345 0,'0'0'1836'0,"0"0"-1344"16,0 0-60-16,0 0 296 0,0 0 252 15,0 0-232-15,0 0 16 0,0 0-172 16,0 0-100-16,0 0-224 0,0 0-144 15,-32 7 352-15,56-14 172 0,12-2-236 16,4-1-180-16,8-2-84 0,3-4-3 0,5-3-49 16,4 0-8-16,7 0 56 0,6 0-48 15,2-3-48-15,9 3-40 0,4-1 0 16,7-2 4-16,5 3 36 0,3-3-44 16,1 3-4-16,12-3 0 0,-1 0-68 15,12 0-4-15,1-4 72 0,7 0 4 16,0 4 40-16,-2-6-40 0,-10 6 0 0,1-4 8 15,-13 4-8-15,-7 0-4 0,-12 3-108 16,-10 0-12-16,-5 2 20 16,-17 3-129-16,-13 3-15 0,-11 5 24 0,-12 4 16 15,-12 2-200-15,-4 0-132 0,-8 0 8 16,-8 0-120-16,-8 2 32 16,-8 4-164-16,1 0-364 0,-5 1-456 0,3-1-792 15,-10-3-2657-15</inkml:trace>
  <inkml:trace contextRef="#ctx0" brushRef="#br0" timeOffset="53229.163">20215 5331 10604 0,'0'0'4617'0,"0"0"-3637"16,0 0-980-16,0 0 0 0,0 0 68 0,-3 66 692 16,6-34 368-16,2 6-328 0,-1 0-368 15,4 7-176-15,0-1 76 0,-1 4 120 16,-2 2 180-16,3-2-328 0,-4 0-108 0,0-4-112 16,-1-3-76-16,-3-5 40 15,0-5-48-15,4-8-4 0,-4-5-44 0,0-5-72 16,4-7-112-16,-4-2-204 0,0-1-248 15,5-3-212-15,-1-3-336 0,0-4-788 16,0-9-620-16,-1 3-1517 0,14-15-1599 0</inkml:trace>
  <inkml:trace contextRef="#ctx0" brushRef="#br0" timeOffset="53456.586">20439 5331 7748 0,'0'0'3921'16,"0"0"-2973"-16,0 0-524 0,0 0 72 15,0 0 228-15,0 0 400 0,0 0 96 0,0 0-484 16,0 0-404-16,0 0 116 0,0 0 56 16,28 57 76-16,-24-35-152 15,0-3-156-15,-4 3-200 0,0-3-12 16,-4-3-60-16,0 3-48 0,-4-3-160 0,-4 3-84 16,0-6-40-16,0 0 96 0,0-4 76 0,0-3-160 15,4-6-184-15,-3 0-304 0,-2 0-132 16,5-3-380-16,1-7-828 15,3 1-2293-15,0-10 21 0</inkml:trace>
  <inkml:trace contextRef="#ctx0" brushRef="#br0" timeOffset="53826.65">20658 5279 11069 0,'0'0'1924'0,"0"0"-704"0,0 0-308 0,0 0 496 15,28 80-136-15,-24-58-200 0,-4-2-444 0,4-1-408 16,-4-4-220-16,0-2 0 0,0-4-76 16,0 1-32-16,0-7-88 0,0 0-76 15,4-3-132-15,0 0-252 0,0 0 184 16,4-6 288-16,0 0-76 0,4-4 48 0,4 1 100 15,-4-4-76-15,0 4 136 16,4-1 52-16,-5 3 0 0,2 5 52 16,-6-2 148-16,5 4 84 0,-3 0 104 0,-2 0-56 15,1 0-84-15,1 4-100 0,-1 2-72 16,-5 0 36-16,1 4 48 0,0 2 60 16,-4-2-132-16,0 2-88 0,0-2-128 15,0 2-216-15,0-5-188 0,4 3-240 16,-4-1-228-16,4-3-524 0,1-2-1592 0,-1 2-3709 15</inkml:trace>
  <inkml:trace contextRef="#ctx0" brushRef="#br0" timeOffset="54036.331">21291 5509 13745 0,'0'0'2604'0,"0"0"-1648"0,0 0-692 16,0 0 464-16,0 0 380 0,0 0 272 16,0 0-660-16,101 44-404 0,-69-44-191 15,3 0-125 1,5-13-193-16,-5 1-259 0,10-5-192 0,-9-2-248 16,3 0-336-16,-7 0-720 0,-8 7-1184 0,4-7-3553 0</inkml:trace>
  <inkml:trace contextRef="#ctx0" brushRef="#br0" timeOffset="54206.728">21918 5245 10200 0,'0'0'1765'0,"0"0"-1097"16,0 0-132-16,0 64 468 0,0-39 372 16,-4 2-96-16,-1 3-396 0,5-1-364 0,-4-4-200 15,0 3-320-15,-4-3-12 0,1 5-324 16,-6-5-940-16,2 3-532 0,3-6-2088 15,-12 10-4761-15</inkml:trace>
  <inkml:trace contextRef="#ctx0" brushRef="#br0" timeOffset="55108.827">22897 5191 10997 0,'0'0'3888'0,"0"0"-2944"0,0 0-452 16,0 0-28-16,0 0 368 0,84 73 208 16,-60-45-144-16,0 4-176 0,0 5-268 0,3 5-112 15,-3 0-96-15,-3 9-84 16,-1 0-16-16,-5 0-144 0,-7 2 0 0,-4-1-12 16,-4-2-96-16,-4-3 24 0,-11 1-160 15,-2 0-96-15,-7-4-148 0,1 4-16 16,-5 3-48-16,-8-1-72 0,0 4-104 15,0 0-280-15,-4 1-572 0,-3-4-692 16,2-1-785-16,-2 1-1567 0,-1-3 440 0,17-16 3688 16</inkml:trace>
  <inkml:trace contextRef="#ctx0" brushRef="#br0" timeOffset="57317.595">13622 10185 6096 0,'0'0'8861'16,"0"0"-6949"-16,0 0-844 0,0 0-368 16,0 0 384-16,0 0-168 0,0 0-40 15,0 0-99-15,76 3-121 0,-48-3 68 16,4 0-384-16,3-3-148 0,1-3-192 16,4-1-48-16,-5-2-72 0,-2-1-208 15,-1 1-264-15,-5 2-60 0,-3-2-141 16,0 6-679-16,-7 0-2588 0,-10 3-3185 15</inkml:trace>
  <inkml:trace contextRef="#ctx0" brushRef="#br0" timeOffset="57479.751">13737 10471 11897 0,'0'0'3092'0,"0"0"-1996"0,0 0-904 0,0 0-28 16,0 0 580-16,0 0-120 0,0 0-156 15,77 19-96-15,-42-28-372 0,5-7-112 16,3 0-520-16,2-1-472 16,-14 5-972-16,9-4-3477 0</inkml:trace>
  <inkml:trace contextRef="#ctx0" brushRef="#br0" timeOffset="59345.368">16415 10753 2360 0,'0'0'4880'16,"0"0"-3128"-16,0 0 32 0,0 0-331 16,0 0-97-16,11-72-152 0,-2 49-160 15,-5 1 60-15,4-1-84 0,-4-2-168 0,-1 3-104 16,-3 0-124-16,0 0 24 0,0 6-88 16,-3 0-136-16,-1 2-83 0,-8 6-137 15,3-2-68-15,-2 1-52 0,-1 3-12 16,-4-1 60-16,-4 7-64 0,0 0-64 15,-4 0 128-15,0 10-124 0,-4 9-4 0,-4 9-4 16,0 10 0-16,1 9 0 0,-1 14 84 16,4 9 8-16,0 3-92 15,5 3-8-15,2 0-76 0,5-9 36 0,12-10 40 16,4-12-4-16,4-14 12 0,8-12 4 16,13-3-4-16,-2-9-4 15,9-7 4-15,8 0 12 0,4-16-12 0,-5-7-36 16,5-5-124-16,0-3-68 0,-8-1-28 15,0 0 52-15,-8 0 20 0,-1 3 51 0,-3 4-15 16,-7 3 28-16,-6 6 48 0,-3 7 72 16,1 2 0-16,-9 4 72 0,0 3 4 15,0 0-76-15,4 5-4 0,-4 9 4 0,7 8 72 16,-3 3 125-16,4 7 35 16,4 3-52-16,0 0-72 0,4-3-96 15,4-3 40-15,4-4-28 0,8-6-24 0,0-6-88 16,7-6-116-16,2-7-321 15,2 0-239-15,1-7-236 0,4-3-452 0,-4-3-936 16,-12 1-2296-16,11-7-3513 0</inkml:trace>
  <inkml:trace contextRef="#ctx0" brushRef="#br0" timeOffset="61088.927">17012 9087 1616 0,'0'0'916'0,"0"0"7224"16,0 0-6531-16,0 0-521 0,0 0-440 0,0 0 148 15,0 0 312-15,0 0-28 0,0 0-148 16,13 63-316-16,-9-31-148 0,-1 10-112 16,1 2-76-16,-4 6-48 0,0-2-24 15,0 3-12-15,0-4-36 0,0 1-36 0,0-10-112 16,0-3-12-16,0-10-76 16,0-3-20-16,0-8-16 0,0-3-68 15,0-4-140-15,0 0-60 0,0-4-184 16,4-1-164-16,-4-2-328 15,0 0-548-15,0 0-804 0,0 0-2813 16,0-8-2135-16</inkml:trace>
  <inkml:trace contextRef="#ctx0" brushRef="#br0" timeOffset="61351.161">17072 9074 5636 0,'0'0'1352'0,"0"0"1296"0,0 0-1976 16,0 0-104-16,0 0 437 0,0 0 515 16,0 0-340-16,88-31-372 0,-72 31-304 15,0 0-176-15,0 0-76 0,-4 2-52 16,0 4-40-16,-4 0-36 0,-4 1 52 16,-4 5 12-16,0 2-64 0,-4 5-52 0,-4 0-8 15,-4 0-56-15,-9 3-8 16,6 1-52-16,-9-5-60 0,4-2-136 0,0 1-60 15,0-5-68-15,4-3-140 0,0-2-228 16,8-4-328-16,1-3-536 0,-2 0-1585 16,9-12-3503-16</inkml:trace>
  <inkml:trace contextRef="#ctx0" brushRef="#br0" timeOffset="61816.827">17395 8915 5012 0,'0'0'964'0,"0"0"3100"0,0 0-2735 0,0 0 95 15,0 0-200-15,0 0 52 16,0 0-216-16,0 0-140 0,0 0-64 15,0 0-204-15,56 41-148 0,-52-25-84 0,4 0-128 0,-8 0-120 16,4 0-64-16,-4 0-56 0,3-7-52 16,-3 3-12-16,0-5-40 15,0 0 40-15,0-2-60 0,0-5-16 0,0 4-20 16,4-4-64-16,-4 0-84 0,5 0-136 0,-5-4-124 16,8-1 108-16,3-4 272 0,-3-4 64 15,9 0 72-15,-6-3 0 16,6 0-44-16,-6 0 32 0,2 3 12 0,-6 7 12 15,1-3 60-15,0 5-56 0,-3 1-16 16,-2 3 4-16,1 0 104 16,0 0 176-16,4 7 124 0,-4 2-4 0,4 4-132 15,-4-1-76-15,0 1-76 0,-4 4-108 16,4-9 36-16,-4 5-48 16,4-3-64-16,-4-1-92 0,0-2-384 15,0 2-372-15,0-2-216 0,0-4-264 16,0 0-720-16,0-3-2585 0,0 0-3003 0</inkml:trace>
  <inkml:trace contextRef="#ctx0" brushRef="#br0" timeOffset="62236.949">17889 8820 1016 0,'0'0'11437'0,"0"0"-9629"0,0 0-860 0,0 0-296 16,0 0 680-16,12 67 52 0,-12-45-328 15,0-3-456-15,0 0-428 0,4-6-172 16,-4-1-8-16,3-2-64 0,-3-4-28 16,5-2-36-16,-1-2-168 0,0-2-64 15,4 0-124-15,-4 0 12 0,4 0 344 0,4-6 132 16,-1-3-68-16,2-4-28 16,-1 3-24-16,-1-2-24 0,2-1 36 15,-2 3 64-15,-2 1-28 0,-1 6 68 16,-4 0 8-16,-4 0 84 0,3 3 136 0,-3 0 116 15,0 0 108-15,0 0 0 0,0 0-88 16,0 0-176-16,0 0-136 0,0 0-44 16,0 0-76-16,0 0-44 0,4 0-40 15,9 0-48-15,-5 0-224 0,7-7 172 16,1 1 88-16,0-1 12 0,-4 0 24 0,0 5 36 16,0 2 4-16,-4 0 96 15,4 0 148-15,-5 6 308 0,2 1 48 0,-1 5-36 16,-4 4-112-16,0-3-148 0,3 6-208 15,-7-3 0-15,5 0-196 0,-1-3-148 0,0-1-184 16,0 1-436-16,0-1-576 0,-1-3-872 16,1-2-2249-16,1 3-2107 0</inkml:trace>
  <inkml:trace contextRef="#ctx0" brushRef="#br0" timeOffset="63655.885">18041 8966 3260 0,'0'0'52'0,"0"0"80"0,0 0 180 16,0 0 2552-16,0 0-1228 0,0 0-596 16,0 0-472-16,0 0 76 0,0 0 105 15,0 0 139-15,0 0-32 0,19-6-180 0,-19 6-144 16,0 0-76-16,0 0-24 0,0 0-104 16,0 3-116-16,0-3-88 0,0 6-8 0,5 0 172 15,-1 1 288-15,0 3 60 16,-1 2-276-16,1 1-76 0,0-1-60 15,4 2-88-15,-8 0-128 0,5 0-4 0,-2-5-4 16,1 1-8-16,-4-1 0 0,4-2-56 16,-4-1-8-16,0-2-28 0,0-4-248 0,0 2-396 15,0-2-172-15,0 0-52 0,4 0-296 16,-4 0-908-16,4 0-2009 16,-4-2-1335-16</inkml:trace>
  <inkml:trace contextRef="#ctx0" brushRef="#br0" timeOffset="64056.684">18710 8899 7052 0,'0'0'1440'0,"0"0"3753"0,0 0-3761 0,0 0-248 16,0 0 48-16,0 0 176 0,0 0-572 16,0 0-420-16,0 0-268 0,0 0-148 15,79-6-8-15,-62 3-140 0,-2-4-208 16,2 0-292-16,-2 2-364 0,5-4-276 0,-4 2-308 16,0 1-712-16,-4 0-1797 0,4-5-1923 15</inkml:trace>
  <inkml:trace contextRef="#ctx0" brushRef="#br0" timeOffset="64257.384">19096 8721 1528 0,'0'0'12137'0,"0"0"-9813"15,0 0-1296-15,0 0-604 0,0 0-16 16,0 0 72-16,0 0 176 0,0 0-192 0,12 73-376 15,-7-43-76-15,-5 3-12 0,4 3 0 16,-4-1-60-16,0 0-28 16,0-1-120-16,0-2-508 0,-4-4-432 0,-5 2-332 15,5-8-896-15,-7 3-3929 0</inkml:trace>
  <inkml:trace contextRef="#ctx0" brushRef="#br0" timeOffset="65064.102">17053 9782 7960 0,'0'0'2716'15,"0"0"-1275"-15,0 0-673 0,0 0 316 16,0 0 296-16,0 0-136 15,0 0-472-15,0 0-340 0,0 0-144 0,0 0-152 16,0 0-76-16,23-3 88 0,5-4 112 16,4 1 72-16,4 3 24 0,4-3-36 0,7 2-40 15,9-2-12-15,8-1 52 0,8-2 68 16,7-4-24-16,13-2-168 16,0-1-136-16,12-3 16 0,-5 0-76 0,4-1-60 15,5 1 0-15,-4-3-36 0,3 0-28 16,-7 3 4-16,0-3-112 15,-5 0 124-15,-7 2-16 0,-9 5 124 0,-7-2 136 16,-8 5-28-16,-12-1-100 0,-5 4 64 16,-11-1 52-16,-4 2-8 0,-8 3-116 15,-8 3-48-15,-4-2-12 0,-8 4-12 0,0 0-64 16,-4 0-192-16,0 0-332 0,-4 0-260 16,-8 4-4-16,-4 3-316 15,-3-2-304-15,-5 4-1020 0,3-2-2785 0,-18 2-1751 16</inkml:trace>
  <inkml:trace contextRef="#ctx0" brushRef="#br0" timeOffset="65399.892">17530 10106 8172 0,'0'0'4573'0,"0"0"-3945"16,0 0-628-16,0 0 0 0,0 0 292 15,0 0 924-15,0 0 208 0,17 86-376 16,-10-60-304-16,-3-1-240 0,4 6-132 15,1 1-92-15,-5-1-120 0,-4 8-112 0,0-4-44 16,0 0 4-16,0-5-8 0,0-3 0 16,0-8-96-16,0-4-112 0,0-8-164 15,0-1-232-15,3-6-200 0,-3 0-216 16,4-3-76-16,-4-7-500 0,4 1-1545 16,0-13-2419-16</inkml:trace>
  <inkml:trace contextRef="#ctx0" brushRef="#br0" timeOffset="65625.386">17686 10081 6004 0,'0'0'68'0,"0"0"5597"0,0 0-4701 0,0 0-340 15,0 0-12-15,0 0 476 0,0 0-172 0,0 0-184 16,0 0-112-16,0 0-296 0,0 0-12 16,76 12-68-16,-72 1 4 15,0 3 36-15,-4-1 0 0,0 5-40 0,-8-1-36 16,-1-3-72-16,1-1-124 0,-3 2-12 15,-2-5-244-15,-2-2-124 16,3-1-212-16,-4-2-236 0,4-5-356 0,0-2-428 16,0 0-892-16,4 0-2381 0,0-9-1479 0</inkml:trace>
  <inkml:trace contextRef="#ctx0" brushRef="#br0" timeOffset="65947.892">17889 9957 3604 0,'0'0'7080'15,"0"0"-4911"-15,0 0-1037 0,0 0-508 16,0 0 308-16,0 0 400 0,0 0-144 0,24 72-472 16,-24-55-456-16,0-8-256 15,0 4-4-15,0-7-12 0,0 1-64 16,0-5-8-16,0-2-40 0,0 0-148 0,4 0-48 15,4-7 124-15,3 2 196 0,6-9 72 16,-2 6 40-16,-2-5-112 0,2 1 0 16,-2 1-60-16,2 2-4 0,-2 6-8 0,2 1 20 15,-2 2 52-15,2 0 80 0,2 2 252 16,-6 8-184-16,1-4-136 0,-4 3-12 16,0 4 0-16,0-3-96 0,-4-2-140 15,-4 3 52-15,4-3-76 0,-4 3-236 16,4-2-252-16,-4 1-348 0,0-4-756 15,0 0-2513-15,0 1-2711 0</inkml:trace>
  <inkml:trace contextRef="#ctx0" brushRef="#br0" timeOffset="66158.185">18535 10226 12057 0,'0'0'3016'0,"0"0"-1528"0,0 0-632 0,0 0 220 16,84 20-164-16,-61-20-176 0,1 0-372 15,4-3-364-15,0-8-120 0,0-1-272 16,0-4-356-16,0 0-324 0,-5-3-492 16,1 3-844-16,-7 0-2581 0,2 1-3455 0</inkml:trace>
  <inkml:trace contextRef="#ctx0" brushRef="#br0" timeOffset="66342.777">19132 9979 11221 0,'0'0'1972'0,"0"0"-1208"16,0 0-256-16,0 0 424 0,0 0 364 0,-4 76-240 16,0-50-300-16,0 2-412 15,-3-3-160-15,2 4-184 0,-3-4-4 16,0 5-192-16,5-5-508 0,-10 0-364 0,1-3-560 15,5-3-2204-15,-14 6-4269 0</inkml:trace>
  <inkml:trace contextRef="#ctx0" brushRef="#br0" timeOffset="67007.41">15494 9369 4880 0,'0'0'328'15,"0"0"5633"-15,0 0-4769 0,0 0 8 16,0 0-348-16,0 0-68 0,0 0 172 0,0 0 84 16,-63 74-188-16,47-36-60 0,4 9-128 15,0 10-152-15,0 9-144 16,8 8-28-16,-4 8 208 0,0 10-108 0,0 8-99 16,0 4-173-16,0 4-96 0,0 3-72 0,0 3-60 15,0 0-60-15,4 1 8 16,4-4-20-16,0-4-41 0,0 2-7 15,8-1-16-15,8-4-108 0,4-5 0 16,4-5-60 0,8-7 56-16,3-14-120 0,10-10-248 15,7-5-732-15,3-14-580 0,8-2-688 0,-10-14-605 0,30 6-2907 16</inkml:trace>
  <inkml:trace contextRef="#ctx0" brushRef="#br0" timeOffset="67744.034">21048 8972 2584 0,'0'0'2188'16,"0"0"116"-16,0 0 2301 0,0 0-2545 15,0 0-176-15,97 64-156 16,-74-38-232-16,1 5-208 0,4 10-276 0,0 7-307 15,4 8-185-15,0 12-72 0,-1 5-108 16,-3 3-160-16,0 3-32 0,-3 0-76 16,-2 4-72-16,1-4-12 0,-4 1-48 0,-1-4 48 15,-2 0-64-15,-2-2 68 16,-6-2 0-16,-5 1-52 0,-4 1-48 16,0 2-24-16,-4-1 24 0,-9 5-16 0,-6-4-80 15,-1 0 48-15,-12 0-52 0,0-3-60 16,-4-2-49-16,-8-2 17 0,4-4 32 15,-3-9 24-15,-5 1-36 0,4-6-124 16,-4-1-160-16,-4-5-172 0,-3-7-660 0,3 0-1160 16,9-15-2309-16,-17 5-2139 0</inkml:trace>
  <inkml:trace contextRef="#ctx0" brushRef="#br0" timeOffset="68860.105">21941 7778 5672 0,'0'0'948'0,"0"0"872"16,0 0 2381-16,0 0-2345 0,0 0-456 15,0 0-136-15,0 0-172 0,0 0-316 16,0 0 56-16,48 96-160 0,-40-55-304 0,-1 4-112 16,-2 2-136-16,-5-3-48 0,0-2-72 15,0-7-4-15,0-3-56 0,0-4-12 16,-5-9-64-16,5-2-44 15,-4-9-52-15,4 3-84 0,0-9-212 0,-3-2-72 16,3 0-76-16,-4 0-188 0,4-7-108 16,-4-2-248-16,0-7-256 0,4-6-56 0,0 0 224 15,0-6 31-15,0 2 369 16,0 1 572-16,0-1 336 0,0 0 220 16,0 5 180-16,0-2 288 0,0-2 8 0,0 6 25 15,4-3 51-15,4 2-108 0,-5 5-24 16,6 0-16-16,-1 1 20 15,0 2-40-15,4 3-64 16,-4-2 44-16,3 5-36 0,2-3-64 0,-1 2-88 0,-1 1-88 16,2 3-108-16,-2-4-104 0,2 7-8 15,-2-3 12-15,-3 3-88 0,5 0 36 0,-2 3 28 16,1 4 20-16,-3 2 28 0,2 0 12 16,-3 4 8-16,-4 4 4 0,4-2 12 15,-8 4-36-15,0-3-64 0,0 7-52 0,0-4-8 16,-8 0-36-16,0-1-232 15,0-2-52-15,-4 3-36 0,4-6-164 16,-4 4-148-16,5-9-200 0,2-2-264 0,-3 1-600 16,8-3-1353-16,-8-1-2747 0</inkml:trace>
  <inkml:trace contextRef="#ctx0" brushRef="#br0" timeOffset="69893.141">21977 7915 340 0,'0'0'2896'0,"0"0"-1032"0,0 0-980 15,0 0-444-15,0 0 16 16,0 0-52-16,0 0 608 0,0 0 840 0,0 0-599 16,0 0-393-16,16-22-92 0,-16 22 60 15,0 0-44-15,0 0-92 0,0 0-148 16,0 0 8-16,0 0-112 0,0 3-244 0,0 0-96 15,4 1-100-15,-4 1 0 0,3 9 112 16,6-2 148-16,-5 7-24 0,0 3-48 16,0 0 8-16,0 5-60 0,-1-2 76 15,-3 0 8-15,0 2 28 0,0 3-4 16,0 2-120-16,-3-4-28 0,-1 5-44 16,0-6 32-16,0 2-84 0,0-3 0 15,-5-4-48-15,9-3-16 0,0-3-20 16,0-4-40-16,0-2 16 0,0-4-4 15,0 0-12-15,0 1-148 0,0-7-232 16,0 3 8-16,0-3 64 0,0 0 56 0,0 0 28 16,0 0-84-16,4 0-132 0,-4 0-128 15,0-3-232-15,0-4-788 0,0 1-1385 16,0-13-2727-16</inkml:trace>
  <inkml:trace contextRef="#ctx0" brushRef="#br0" timeOffset="70339.356">22073 8122 3636 0,'0'0'2616'0,"0"0"-460"0,0 0-716 16,0 0 121-16,0 0-549 0,0 0 48 0,0 0-172 16,0 0-228-16,0 0-144 15,0 0 136-15,0 0-72 0,56 25-108 0,-45-25-124 16,1 0-88-16,1-4-64 0,-2-3-32 16,1-1-56-16,0-2-64 0,0 3-44 15,-3-3-76-15,2-1-36 0,-3 1-96 16,-1-2-200-16,2-2-376 0,-1-2-148 15,-4 2-148-15,0-3-444 0,-4 4-1161 16,0-9-2367-16</inkml:trace>
  <inkml:trace contextRef="#ctx0" brushRef="#br0" timeOffset="71253.422">22614 7671 3312 0,'0'0'2956'0,"0"0"-1120"15,0 0-812-15,0 0 8 0,0 0 465 16,0 0-101-16,0 0-276 16,0 0-224-16,0 0-176 0,0 0-52 0,9 63-84 15,-9-54-124-15,0 1-112 0,4-3-52 16,-4-1 24-16,4 3 12 0,-1 1-36 0,-3-1-72 16,0 1-92-16,0-1-56 0,0 2 8 15,0 1 16-15,0 1-52 16,-7-1-40-16,3 1 4 0,-1-1-12 0,1-2-12 15,0 0-60-15,0-5-4 0,1-1 16 16,3-1 0-16,0 1-4 0,0-1-8 16,0 0 20-16,0 0 4 0,0 0-12 0,0-3-4 15,0 0 4-15,0 0 52 16,0 0-40-16,0 0 48 0,0 0 4 16,0 0 8-16,0 0 36 0,0 0-44 0,0 0-4 15,0 0-72-15,0 0-76 0,0 0-12 16,0 0-24-16,0 0 60 0,0-3 12 15,0 0 64-15,3 3-100 0,-3-6 0 16,4-1-4-16,-4-2 140 0,4 2-64 16,0-3 68-16,-4 1-36 15,5 0 36-15,-1-1 0 0,0-2-152 0,-1-1 24 16,1 1 24-16,0-2-64 0,0 1 4 16,0 1-52-16,5-4-4 0,-6 3 16 15,5-2-56-15,0 2 144 0,1 0 0 0,-2 1 36 16,1 2-52-16,0 0 100 0,0-2 40 15,4 5 8-15,-4 0 4 0,0 2 64 16,0-2 36-16,0 0 28 0,-1 5 20 16,2-2-8-16,-5 1-64 0,0 3-88 15,0 0-4-15,0 0-60 0,3 0 64 16,-2 3 0-16,-1 1 104 0,0 5 108 0,0 0 128 16,0 5-116-16,3 1 72 15,-7 1 4-15,4-4-116 0,-4 8-20 0,0-4-68 16,0 0-32-16,0-1-16 0,0-2-48 15,0 0-12-15,-4-4-76 0,4 2-48 0,-4-6-72 16,4-2-116-16,0 1-324 0,0-2-144 16,0-2-212-16,0 0-380 15,0 0-828-15,0 0-2249 0,4-2-2215 0</inkml:trace>
  <inkml:trace contextRef="#ctx0" brushRef="#br0" timeOffset="71622.909">23212 8191 14013 0,'0'0'2972'0,"0"0"-1720"0,0 0-772 0,0 0-36 15,0 0 192-15,0 0 72 0,0 0-244 16,0 0-232-16,76-16-124 0,-48 7-96 15,3-4-12-15,1 1-108 0,0-4-244 16,0 2-200-16,0-1-292 0,0-1-460 0,-4 4-816 16,-4-2-3377-16,0-2-4747 0</inkml:trace>
  <inkml:trace contextRef="#ctx0" brushRef="#br0" timeOffset="71839.803">23890 7788 6368 0,'0'0'6185'0,"0"0"-4641"0,0 0-1280 15,0 0 220-15,0 0 952 0,19 66 488 16,-19-37-252-16,0 3-524 0,4 3-528 0,-4 0-363 16,0-3-173-16,-4 0-84 15,0-5-80-15,4-2-101 0,-4 2-343 16,0-5-160-16,1 0-108 0,3 0-156 0,-4-3-524 15,4 0-996-15,0-2-2885 0,-4 2-2875 16</inkml:trace>
  <inkml:trace contextRef="#ctx0" brushRef="#br0" timeOffset="72341.88">21510 8807 3960 0,'0'0'2696'0,"0"0"-76"16,0 0-399-16,0 0-489 0,0 0-324 0,0 0-288 15,0 0-100-15,0 0 136 16,0 0-220-16,0 0-112 0,60 17 4 16,-47-15-204-16,6 1-128 0,5 0-79 0,4-3-33 15,8 0-44-15,12 0-60 0,12-3-88 0,7-6-72 16,17-1-20-16,12-3 20 15,3-2-12-15,13 2-36 0,3-3-68 16,1 1 8-16,0-2-4 0,3 2 28 0,1-1-36 16,-5 0-120-16,0-3 12 15,-3 2 12-15,-8 3-28 0,-5-3-56 0,-7 4-12 16,-12 1 20-16,-9 2 16 0,-7 1 84 16,-12 2 60-16,-4 1-48 0,-12-1 0 15,-8 5 52-15,-5-1-80 0,-7-1-80 16,-4 4-221-16,-8-3-123 0,1 3-180 15,-5 0-252-15,0 0-664 0,-9 3-1320 16,-3 1-2853-16,-12 5-3135 0</inkml:trace>
  <inkml:trace contextRef="#ctx0" brushRef="#br0" timeOffset="72722.445">22558 9036 11997 0,'0'0'1880'0,"0"0"-1360"0,0 0-444 15,0 0 36-15,0 0 308 0,0 0 648 16,0 0 108-16,0 0-444 0,0 0-336 16,0 0-100-16,-23 89 12 0,31-61 84 15,-1 7 428-15,1 1-136 0,-3 4-284 16,-1-1-168-16,0-2-64 0,-4 5-20 16,0-7-51-16,0-1-85 0,0-2 0 0,-4-6 36 15,4-7-48-15,0-3-72 0,0-7-37 16,0-2-183-16,0-4-316 15,4-3-160-15,-4 0 44 0,7-10-272 0,-3 1-528 16,0-7-892-16,1 6-2961 0,-5-15-3399 16</inkml:trace>
  <inkml:trace contextRef="#ctx0" brushRef="#br0" timeOffset="72973.096">22610 9020 6140 0,'0'0'6129'0,"0"0"-4749"0,0 0-1000 0,0 0 64 16,0 0 188-16,0 0 664 0,0 0-88 16,0 0-440-16,92-16-164 0,-79 22-64 15,6 1-112-15,-7 0-48 0,0 1-164 0,-1 3-92 16,-2 1-40-16,-5-3-84 0,-4 3-40 16,0 5-32-16,0-1-64 0,-9 0 52 15,-2 0 12-15,-1 3 20 0,0-4-32 16,0-2-40-16,1-4 28 0,-2 1-196 15,5-7-224-15,1 4-212 0,-2-7-372 16,5 0-392-16,4 0-960 0,0-4-3353 0</inkml:trace>
  <inkml:trace contextRef="#ctx0" brushRef="#br0" timeOffset="73245.5">23375 9093 14337 0,'0'0'2516'15,"0"0"-1916"-15,0 0-552 0,0 0 188 16,0 0 136-16,88-17 404 0,-67 15 20 0,-2 2-536 15,1-3-260-15,4 3-76 16,-1-3-156-16,-2-1-208 0,3-3-312 16,0 1-224-16,-1-7-712 0,-3 7-2904 0,4-9-4913 15</inkml:trace>
  <inkml:trace contextRef="#ctx0" brushRef="#br0" timeOffset="73423.996">23869 8969 6432 0,'0'0'7669'0,"0"0"-6621"0,0 0-912 0,0 0-132 0,-24 82 192 15,24-53 764-15,-4 0 516 16,1 3-684-16,3 2-560 0,0 1-172 0,0 0-60 0,0-4-184 16,0 8-360-16,-4-7-360 15,0 0-204-15,0-7-712 0,-9 10-3433 16</inkml:trace>
  <inkml:trace contextRef="#ctx0" brushRef="#br0" timeOffset="75087.629">13323 14709 3404 0,'0'0'8281'0,"0"0"-6897"15,0 0-480-15,0 0-308 16,0 0-40-16,0 0 184 0,115-25 316 0,-70 18-248 16,6-5-92-16,5-1-100 0,0 4-224 15,0-1-392-15,-9 1-48 0,1 3-112 16,-4-1-320-16,-8 4-332 0,0 3-284 15,-4 0-360-15,-4 0-720 0,-9 0-2333 0,5 0-1107 16</inkml:trace>
  <inkml:trace contextRef="#ctx0" brushRef="#br0" timeOffset="75274.332">13845 14922 4576 0,'0'0'8397'0,"0"0"-7077"0,0 0-772 0,0 0-548 0,0 0 0 16,0 0 112-16,0 0 140 0,0 0-252 16,0 0-12-16,96 32-64 0,-49-45-52 15,9-3-540-15,4-2-644 0,-12 1-1837 16,20-14-5199-16</inkml:trace>
  <inkml:trace contextRef="#ctx0" brushRef="#br0" timeOffset="77691.313">16192 14497 2348 0,'0'0'1472'0,"0"0"-1028"0,0 0 64 0,0 0 3920 0,0 0-3072 16,0 0-119-16,0 0-377 15,15-73-32-15,-11 51 152 0,5-3 68 0,-1-1-168 0,-1 0-156 16,-3-2-216-16,0 5-136 16,-4 1-76-16,0 3 12 0,0 7 36 15,-4-1 88-15,-3 3 120 0,-1 3-200 0,-5 2-132 16,6 2-24-16,-9-1-48 0,4 4-148 16,-8 0-8-16,0 4-176 0,-4 4 12 15,0 12 164-15,-4 9 8 0,-4 12 124 16,5 13 32-16,-1 9 16 0,4 10-16 15,0 9 28-15,0 5-48 0,4-2 8 16,8-8-12-16,4-11 16 0,8-15-15 0,4-16 15 16,8-10-148-16,12-15 0 15,4-8-124-15,7-4 64 0,10-15-49 16,-2-8-3-16,9-9-200 0,-8-5-140 0,0-5-12 16,-8 5 96-16,-8-1 76 0,-4 7 60 15,-5 2 48-15,-6 6 84 16,-6-1 48-16,1 11 52 0,-4-1 136 0,-4 9 48 15,4 0 48-15,-4 7 0 0,0 0-108 16,0 0-120-16,0 0 104 0,0 7-108 0,5 6 4 16,2 6 140-16,1 6 0 0,8 4 4 15,-4 3-40-15,3-1 16 16,6-1-124-16,7-9-4 0,0-5-156 0,11-6-60 16,6-10-280-16,6 0-124 0,5-10-212 15,0-6-476-15,-13 4-1236 0,21-16-3713 16</inkml:trace>
  <inkml:trace contextRef="#ctx0" brushRef="#br0" timeOffset="79741.275">16869 12278 4060 0,'0'0'4448'0,"0"0"-1951"15,0 0-1201-15,0 0-412 0,0 0-108 16,0 0 124-16,0 0 20 0,0 0-216 16,0 0-156-16,0 0-188 0,36 79-48 15,-28-57-4-15,-4 1 24 0,4 5 28 0,-8 0-40 16,4 1 0-16,0 3-28 0,0 6-60 16,0 0 28-16,-4 3-52 0,4 4-64 0,-4-1-56 15,0-3-80-15,-4 4 0 0,0-7-8 16,-4 0-112-16,-1-3-32 0,2-4-52 15,3-8-148-15,4-4-84 0,0-12-100 16,0-5-212-16,0-2-252 0,4-2-124 0,3-9-384 16,-2 3-1100-16,7-17-3493 15</inkml:trace>
  <inkml:trace contextRef="#ctx0" brushRef="#br0" timeOffset="80020.371">16993 12325 4288 0,'0'0'6000'0,"0"0"-4663"0,0 0-589 15,0 0-264-15,0 0 168 16,0 0 208-16,0 0-76 16,0 0-316-16,0 0-280 0,0 0-176 15,71-32 52-15,-59 42-4 0,0-1 68 16,-8 4 140-16,-4 3 116 0,0 0 164 0,-4 6-76 0,-8 1-176 15,0 2-148-15,-3 0-140 0,-2-3-8 16,-3 1-60-16,9-8-52 0,-6 1-420 16,6-3-152-16,-1-4 68 0,-1-6-24 15,6 1-4-15,3-4-128 0,-4-4-436 0,-1-2-1053 16,6-2-1791-16,-1-6-52 16</inkml:trace>
  <inkml:trace contextRef="#ctx0" brushRef="#br0" timeOffset="80592.317">17255 12164 7532 0,'0'0'4'0,"0"0"4097"16,0 0-3373-16,0 0-36 0,0 0 72 0,0 0 252 15,0 0 12-15,0 0-232 16,28 66-412-16,-24-53-196 0,-4 0-76 0,0-1-40 0,0-2-60 16,0 2-12-16,0-5-56 0,0-1 8 15,0-3-28-15,0 0-12 0,0 0 0 16,0-3-96-16,0 0-140 0,0 0-144 16,0 0-8-16,0 0 60 0,0 0 12 0,9-3 112 15,-1-3 280-15,-1 0 4 0,6-1-44 16,-2-5 44-16,1 2 8 15,0-2 0-15,0-1 8 0,0 3 68 0,4-2-60 16,-4 2 44-16,0 1 80 0,-4 2 24 16,3 3 88-16,-7 4-24 15,5 0-16-15,-5 0 28 0,0 0 36 0,3 6 128 16,-3 5 20-16,1-3-112 0,-1 6-100 16,0-1-100-16,-4-4-48 15,0 4-60-15,0-7-8 0,0 4 4 0,0-1-236 0,0-2-260 16,-8-1-296-16,3 0-76 15,-2 0-128-15,-1 4-456 0,0-3-1405 0,-1-5-2583 16</inkml:trace>
  <inkml:trace contextRef="#ctx0" brushRef="#br0" timeOffset="81227.1">17822 12074 6504 0,'0'0'496'0,"0"0"2600"0,0 0-1575 15,0 0-457-15,0 0-28 0,7 70 104 16,-7-48 204-16,0 1-404 0,0 2-356 16,-3-2-236-16,3-2-140 0,-4-1-48 0,0-1-72 15,4-7-88-15,-5 1-52 16,5-3-44-16,-4-3-16 0,4-5 12 0,0-2 28 16,0 0-28-16,0 0-36 0,0 0-200 15,0 0-124-15,4 0-12 0,1-7 148 16,3-2-20-16,3-4 196 0,2-2 8 0,2-4 28 15,1-1-4-15,0 5-20 16,-5-5 20-16,6 5 104 0,-1 2 0 0,-4 3-64 16,-1 1 76-16,-2 5 0 0,-1 1 140 15,-4 3 48-15,0 0 76 16,-4 7 264-16,0 0 36 0,0 5-176 0,0 1-92 16,-4 2-120-16,0-5-52 0,-4 3-12 15,8-7-60-15,-5 0-52 16,5-6-112-16,0 0 40 0,0 0 60 0,5 0-76 15,3 0 36-15,0-2 52 0,3-8 0 16,2 1-96-16,2 2 88 0,-2-2-4 16,2-1-52-16,2 3-36 0,-2 5 12 0,1-3 40 15,0 5 40-15,0 0 8 0,0 0 0 16,-4 11 212-16,0-3 60 16,-5 6 36-16,2-1-72 0,-1 2-36 0,0 1-28 15,-5 0-24-15,1-3-28 0,-4 3-120 0,0-3 0 16,0-1-132-16,5-3-264 15,-5-2-296-15,4 2-228 0,-4-2-200 16,4-4-284-16,-4 4-1084 0,0-4-3121 0</inkml:trace>
  <inkml:trace contextRef="#ctx0" brushRef="#br0" timeOffset="81453.676">18630 12347 11145 0,'0'0'4796'0,"0"0"-3308"0,0 0-916 16,0 0-496-16,0 0 156 0,0 0 64 16,0 0 36-16,88-28-232 0,-56 15-100 15,4-3-220-15,-1-3-460 0,-3 4-400 0,0-4-412 16,-4-2-800-1,-4 7-3049-15,0-5-2471 0</inkml:trace>
  <inkml:trace contextRef="#ctx0" brushRef="#br0" timeOffset="81624.161">19128 12074 10816 0,'0'0'2373'0,"0"0"-749"0,0 0-992 16,-20 67-68-16,8-39 540 0,1 5 184 15,2 2-452-15,-3 2-548 0,1-2-288 0,-6 0-100 16,2 0-316-16,-1 2-744 0,-9-4-588 16,10-8-968-16,-13 10-3805 0</inkml:trace>
  <inkml:trace contextRef="#ctx0" brushRef="#br0" timeOffset="82108.283">16415 13372 80 0,'0'0'11629'0,"0"0"-9561"0,0 0-924 15,95-12-376-15,-46 5 296 0,2 1 56 0,5-2-268 16,7-6-152-16,5 5-124 16,8-7-136-16,12 0-112 0,8-3-108 0,11 0-84 15,8-6-64-15,9 2 60 0,-1-3 52 16,5 5-40-16,-5 2-136 0,-3-1-4 15,-4 1-8-15,-4 4 4 0,-5-5 0 16,-4 5-72-16,-11 2 0 0,-1-1-24 16,-7 2 32-16,-4 3 52 0,-4-3 0 0,0 1 12 15,-9 5 56-15,1-2-56 16,-4-3 0-16,-5 3-60 0,-7-3 60 0,0 5 0 16,-8 0-4-16,-4-1-44 0,-5 4-72 15,-7-3-208-15,-4 3-52 0,-8-1-24 16,-4 4-36-16,-4-3-12 0,-4 3-16 15,-4 0-40-15,0 0-108 0,-4 0-196 16,-4 3-444-16,-4 1-476 0,-4-1-1108 0,9 0-2049 16,-17 0-727-16</inkml:trace>
  <inkml:trace contextRef="#ctx0" brushRef="#br0" timeOffset="82577.513">17534 13509 11609 0,'0'0'1728'0,"0"0"-496"15,0 0-852-15,0 0-168 16,17 63 456-16,-14-27 700 0,-3-1-316 0,4 3-376 16,0 3-196-16,-4 1-76 0,4-4-72 15,-4-4-4-15,5-2-48 0,-1-3-132 16,-4-7-148-16,0-2-56 0,4-12-104 0,-4 3-84 16,0-9-72-16,3 2-64 15,-3-4-100-15,4 0-148 16,-4 0-172-16,0-6-496 15,4-5-832-15,0 5-1993 0,-4-13-2447 0</inkml:trace>
  <inkml:trace contextRef="#ctx0" brushRef="#br0" timeOffset="82808.189">17698 13490 11177 0,'0'0'1784'0,"0"0"-1300"16,0 0-308-16,0 0 396 0,0 0 264 0,0 0 196 15,0 0-344-15,0 0-376 0,0 0-172 16,0 0 8-16,79 74-12 0,-75-66-48 16,-4 6-28-16,0-5 64 0,-4 4-68 15,-7 2-56-15,-6-2-8 0,2 0-204 16,-2 0-272-16,-2-4-128 0,-1-3-32 16,0 1-84-16,4-7-208 0,4 0-364 0,4-7-997 15,0 1-2291-15,8-16-324 16</inkml:trace>
  <inkml:trace contextRef="#ctx0" brushRef="#br0" timeOffset="83157.783">17961 13278 796 0,'0'0'10012'0,"0"0"-7767"0,0 0-733 15,0 0-464-15,0 0 292 0,31 73 64 16,-31-48-248-16,4 4-388 0,-4-4-340 15,0-3-208-15,0 1-136 0,0-8-84 0,0-2-12 16,0-4-84-16,0-2-40 0,0-4-20 16,4-3-124-16,9 0-76 15,-6-3 172-15,6-4-48 0,2-5-76 0,2 2 124 16,-2-5 48-16,-3 2 64 0,4-3-28 16,1 6 16-16,-6 1 76 0,1-2 4 15,0 6 4-15,0-1 72 0,-4 3 112 16,4 3 0-16,-4 0 40 0,0 0 56 15,-1 6 0-15,2 0-96 16,-1 3-72-16,-4 1-4 0,3 3 16 0,-2-1 36 16,3 1 8-16,-8 0-44 0,4 0-116 0,0-4-8 0,-1 1-96 15,-3-1-292-15,4-2-372 16,-4 2-272-16,4-6-404 0,-4 0-1100 16,5 1-3333-16</inkml:trace>
  <inkml:trace contextRef="#ctx0" brushRef="#br0" timeOffset="83341.111">18634 13570 456 0,'0'0'11009'0,"0"0"-8581"0,0 0-1100 16,0 0-68-16,0 0 108 0,0 0-148 0,92 46-240 15,-72-41-356-15,-1-5-368 16,5 0-256-16,1-10-416 0,-1-3-220 15,4-6-208-15,-1 0-392 0,-7 6-900 0,16-15-3661 0</inkml:trace>
  <inkml:trace contextRef="#ctx0" brushRef="#br0" timeOffset="83535.327">19259 13353 9276 0,'0'0'5357'0,"0"0"-4225"0,0 0-916 15,0 0-92-15,0 0 504 0,-4 83 628 0,1-61-208 16,3 4-556-16,-4-1-332 0,0 5-52 16,0-3-104-16,-5 2-4 15,5-3-76-15,-3-1-72 0,3-3-72 0,4-3-200 16,-4 0-416-16,4-3-220 16,0-3-336-16,0-4-1256 0,4 0-4457 0</inkml:trace>
  <inkml:trace contextRef="#ctx0" brushRef="#br0" timeOffset="84185.864">20224 11964 4136 0,'0'0'716'0,"0"0"3544"16,0 0-2283-16,0 0 103 0,0 0-304 0,0 0-104 15,72 94-328 1,-61-59-296-16,2 6-192 0,-2 8-156 0,-3 5-104 0,-8 6 36 16,0 3-51-16,0 0-169 0,0-2-120 15,-8-1-88-15,1-7-144 0,3-1-60 0,-4-11-48 16,3-6-48-16,-3-7-24 0,8-9-88 0,0-5-116 16,0-9-212-16,0-5-289 0,0 0-287 15,0-2-296-15,0-11-1104 16,0 3-2248-16,4-15-2113 0</inkml:trace>
  <inkml:trace contextRef="#ctx0" brushRef="#br0" timeOffset="84396.835">20408 12214 11117 0,'0'0'1848'0,"0"0"-680"0,0 0-608 0,0 0 220 15,0 0 488-15,0 0-148 0,0 0-120 16,0 0-288-16,0 0-308 0,0 0-184 0,47 42-36 15,-47-30-112-15,0 4-72 0,-4 3-108 16,-4 0-200-16,-8 3-8 0,0 0-16 16,-8-2-112-16,4-2-244 0,-8-1-68 0,9-5-128 15,-2-2-60-15,1-10-316 0,9 0-624 16,-1-4-2257-16,3-14-1507 16</inkml:trace>
  <inkml:trace contextRef="#ctx0" brushRef="#br0" timeOffset="84731.027">20746 11985 912 0,'0'0'11229'0,"0"0"-9533"0,0 0-1048 16,0 0 136-16,0 0 908 0,0 0-316 0,0 0-340 15,64 67-508-15,-56-48-348 16,-8-3-80-16,3 0-16 0,-3 0-72 0,0-3-12 0,0-1-48 15,0-6-48-15,0 1-76 16,0-7-96-16,0 0-40 0,4 0-48 16,0 0-24-16,0-4-40 0,1-5 84 15,6-3 212-15,6-1-136 0,-6-3 100 16,5-3-28-16,0 6 40 0,-4 0 60 0,0 7 88 0,0 0 36 16,-4 6 176-16,0 0 260 15,0 6 60-15,4 7 36 0,-4 0-188 16,0 6-168-16,0-1-128 0,-4 1 4 15,3 4-20-15,2-4-68 0,-5 0-100 16,4-3-428-16,3 0-372 0,2-6-516 0,-2-1-1448 16,10-3-4661-16</inkml:trace>
  <inkml:trace contextRef="#ctx0" brushRef="#br0" timeOffset="84990.059">21690 12160 13105 0,'0'0'1992'0,"0"0"-1992"15,0 0-608-15,100-26 280 0,-68 17 328 0,0-4-4 16,0 1-48-16,-4 2-776 0,-5 1-1016 16,13-7-2765-16</inkml:trace>
  <inkml:trace contextRef="#ctx0" brushRef="#br0" timeOffset="85174.282">22275 11868 11881 0,'0'0'2016'0,"0"0"-1472"16,-11 79-392-16,3-37 520 0,-4 2 1060 15,4 7-296-15,-4-1-548 0,0-1-620 0,0 1-268 16,-4-5-8-16,-3-1-76 16,2-2-300-16,-2-2-688 0,-1-5-392 0,3-9-540 15,-2 2-3021-15</inkml:trace>
  <inkml:trace contextRef="#ctx0" brushRef="#br0" timeOffset="85540.523">20049 13233 12685 0,'0'0'424'16,"0"0"-424"-16,75-47-2168 0,-23 21 2168 0,12 0 732 15,8 1 664-15,3 3-312 0,9 3-12 16,-1 3-24-16,9 0 172 0,-1 3-280 16,10 1-276-16,-6 3-136 0,1-4-124 15,3-4 36-15,-3 5-48 0,-1-1-28 16,6 0-96-16,2-2-24 0,4 2-160 15,5-3 97-15,8 4 3 0,-1-1-4 16,5 0-8-16,-8 4-64 0,2-4-36 0,-10 6-12 16,-5-2-12-16,-7-1-48 15,-8 3 0-15,-8 1-252 0,-16 1-244 16,-12-2 79-16,-13 0-127 0,-11 7-224 0,-16 0-212 16,-12 0-388-16,-12 0-880 0,-4 4-2520 15,-28 6-3649-15</inkml:trace>
  <inkml:trace contextRef="#ctx0" brushRef="#br0" timeOffset="86288.47">20818 13223 5700 0,'0'0'1772'15,"0"0"2257"-15,0 0-2401 16,0 0-432-16,7 89-72 0,-7-54-156 0,0 9 152 15,0 8-252-15,-4-2-92 0,1 4-116 0,-1 1-132 16,-4-2-64-16,3-5-100 16,-3-4-84-16,5-12-184 0,3-9-96 15,0-11-56-15,0-5-92 0,0-7-324 0,7 0-408 16,2-10-188-16,3-6-200 16,-1-7-784-16,-2 4-2616 0,-1-18-3257 0</inkml:trace>
  <inkml:trace contextRef="#ctx0" brushRef="#br0" timeOffset="86491.514">20913 13216 10784 0,'0'0'2169'0,"0"0"-757"0,0 0-1032 0,0 0 12 16,0 0 312-16,0 0 464 0,0 0-372 16,0 0-428-16,43 71-244 0,-38-52-116 0,3-3 56 15,-8 3-16-15,0-2-48 0,0 1 0 16,-4-3 0-16,-8 2-36 0,0-2-112 0,1-2-52 15,-6 0-72-15,2-4-224 16,-2-2-176-16,2-1-360 0,-5-2-520 16,7-4-1380-16,-2 0-3089 0</inkml:trace>
  <inkml:trace contextRef="#ctx0" brushRef="#br0" timeOffset="86824.623">21459 13500 15193 0,'0'0'3736'0,"0"0"-2972"16,0 0-764-16,0 0 12 0,0 0-12 0,0 0 304 16,88-7 16-16,-52 1-140 0,3-4-180 0,1-2-152 0,4-1-352 15,-4-3-96-15,-5 1-164 0,6-4-160 16,-5 0-452-16,-8 2-1136 0,4-5-3093 0</inkml:trace>
  <inkml:trace contextRef="#ctx0" brushRef="#br0" timeOffset="86990.074">22221 13262 12329 0,'0'0'4360'0,"0"0"-2944"0,0 0-1084 0,0 0 52 16,-5 89 180-16,5-61 380 0,-4 1-264 15,4-1-412-15,-4-2-268 0,4-1-136 16,-4 0-424-16,0-3-544 0,-3-3-720 0,2-2-2748 16,-3-1-4549-16</inkml:trace>
  <inkml:trace contextRef="#ctx0" brushRef="#br0" timeOffset="87636.509">23647 13849 15469 0,'0'0'4132'0,"0"0"-2460"16,0 0-1075-16,0 0-173 0,115 9 12 0,-67-5-96 15,0-4-52-15,-1 0-264 0,1-7-24 16,-8-2-492-16,-4-4-248 16,4 1-101-16,-8-1-279 0,-5 0-576 0,-7 4-980 0,-7 6-2545 15,-5-1-3607-15</inkml:trace>
  <inkml:trace contextRef="#ctx0" brushRef="#br0" timeOffset="87780.171">23734 14046 13357 0,'0'0'2244'16,"0"0"-1488"-16,0 0-584 0,0 0 168 0,0 0 56 16,0 0 52-16,0 0-104 0,83 41-108 0,-42-44-236 15,6-10-112-15,5-3-232 16,0-3-328-16,-1 1-468 0,-15 2-600 16,20-7-2837-16</inkml:trace>
  <inkml:trace contextRef="#ctx0" brushRef="#br0" timeOffset="88391.921">25790 13881 12237 0,'0'0'1596'16,"0"0"-1568"-16,0 0-28 0,0 0-244 16,-12-70 244-16,8 57 624 0,0 4 96 15,-3 6-16-15,-2 3-36 0,-3 0 156 0,-4 16 168 16,-3 5-388-16,-2 11 96 0,-7 12 244 16,0 10-264-16,-4 7-156 15,-3 2-71-15,3 1-105 0,0-3-104 0,8-8-124 0,5-8-112 16,10-13-8-16,5-6-4 15,4-14 0-15,13-10-68 0,10-2-156 16,5-8-28-16,8-12 60 0,0-6 3 0,4-5-27 16,3-7-108-16,-7 3-84 15,4-2 92-15,-12 4 128 0,0 1 44 16,-4 4 36-16,-8-1 100 0,-1 4-32 0,-6 3 44 16,-5 3 124-16,0 2-4 0,0 9 88 15,-4 8 208-15,0 0 84 0,3 8-100 16,-3 11-83-16,4 8-213 0,5 10-100 15,3 5-4-15,-1 2 0 0,9 4 0 0,8-1 0 16,0-9 0-16,12-5-4 16,3-12-104-16,2-5-405 0,7-13-435 15,-1-3-176-15,1-6-688 0,-12-3-2176 0,16-14-4013 16</inkml:trace>
  <inkml:trace contextRef="#ctx0" brushRef="#br0" timeOffset="89094.442">26352 11896 5260 0,'0'0'7145'15,"0"0"-6085"-15,0 0-880 0,0 0 72 16,0 0 624-16,0 0 636 0,0 0-116 16,12 87-396-16,-12-40-240 0,4 10-60 0,-4 3 32 15,0 9 44-15,-4-1-251 16,-8 1-185-16,-4-6-172 0,0 2-168 16,0-12 0-16,0-4-108 0,4-11 12 0,4-10-100 15,4-6-120-15,0-12-13 16,4-4-47-16,0-6-136 0,0 0-60 0,0-6-128 15,4-7-468-15,4-9-608 0,0 3-1192 16,0-22-3181-16</inkml:trace>
  <inkml:trace contextRef="#ctx0" brushRef="#br0" timeOffset="89332.435">26371 11893 5016 0,'0'0'2304'16,"0"0"-656"-16,0 0-124 0,0 0-3 15,0 0-293-15,0 0-300 0,0 0-144 0,0 0-68 16,84 19-8-16,-76 3-272 0,1-3-100 16,-5 6-148-16,-4-2-64 15,0-1-116-15,-4 1 116 0,-5-4-120 0,1-3-4 16,-7 0-52-16,2-4 4 0,2 1-136 16,-6-7-280-16,6 0-44 0,-2-1-36 15,2-5 40-15,-1 0-24 0,3-5-132 16,-2-1-116-16,-1-3-376 0,4-4-841 15,4 0-1055-15,0-9-1236 0</inkml:trace>
  <inkml:trace contextRef="#ctx0" brushRef="#br0" timeOffset="89728.524">26627 11569 1252 0,'0'0'6884'0,"0"0"-4152"16,0 0-1151-16,0 0-381 0,0 0 156 16,0 0 80-16,0 0-332 0,0 0-236 0,40 68-204 15,-37-40-196-15,1 0-112 16,-4 4-124-16,0-4-48 0,0-3-172 16,0-2-4-16,0-8-8 0,-4-1-4 15,1-5-84-15,3-5-20 0,0-1-28 16,0-3-72-16,0 0-172 0,3-3-136 15,5-3-176-15,1-5 248 0,2-1 12 0,5-5 20 16,0 3 100-16,-4-2 88 0,4-1 60 16,0 1 112-16,-4 4 52 0,0 2 92 15,-4 4 56-15,0 0 104 0,-4-1 108 0,-4 7-12 16,4 0-52-16,-4 0-8 16,0 0-16-16,0 7-100 0,4 2 308 15,-4 4-124-15,4 2-96 0,-4 1-68 0,0-2-104 16,0 2-88-16,0-7-136 0,-4 0-220 15,4-2-220-15,0-1-140 0,0-4-64 16,0 2-168-16,0-4-516 0,0 3-1080 16,8-3-3057-16</inkml:trace>
  <inkml:trace contextRef="#ctx0" brushRef="#br0" timeOffset="90227.35">27081 11604 6036 0,'0'0'4196'0,"0"0"-2627"0,0 0-773 16,0 0 32-16,0 0 836 0,0 0-156 16,0 0-328-16,20 86-412 0,-20-61-300 15,0 1-200-15,-4 0-108 0,0-8-160 16,0 1 0-16,-4-3-72 0,4-3-40 15,0-3-36-15,4-7-60 0,0-3-76 16,0 0-148-16,4 0-308 0,8-9-72 0,0-2 232 16,3-7-108-16,9-1-132 0,-3-1-220 15,-1-2-188-15,3 0 228 16,-3 6 419-16,-3 3 581 0,-2 4 12 0,-3 6 557 16,-7 3 147-16,2 0 132 0,-7 0 132 15,4 9-56-15,-4-2-192 16,0 5-80-16,0-5-120 0,0 2-84 0,0-3-112 15,0 1-264-15,0-4-72 0,0-3-88 0,0 0-8 16,8 0-40-16,4-3-20 16,8-6 156-16,0-1 40 0,0 0-40 0,3-2-116 15,1 2 4-15,-3 4 12 0,-2 3 52 16,-3 0-52-16,0 3-48 16,-4 9 108-16,0 4 40 0,1 2 240 0,-6 4 168 15,1 7-196-15,-4-3-64 0,4-2-144 0,-4 5-4 16,0-7-100-16,0 3-52 0,0-6-356 15,4-3-664-15,-1-1-980 16,6-2-4157-16</inkml:trace>
  <inkml:trace contextRef="#ctx0" brushRef="#br0" timeOffset="90439.58">28296 11934 13805 0,'0'0'4232'0,"0"0"-3308"16,0 0-924-16,0 0-52 0,0 0 52 0,79 3 100 16,-54-15-100-16,-1-1-456 15,4-3-744-15,3-2-680 0,-6 2-2308 0,3-7-3737 16</inkml:trace>
  <inkml:trace contextRef="#ctx0" brushRef="#br0" timeOffset="90612.206">28858 11623 11025 0,'0'0'4068'0,"0"0"-3288"0,0 0-592 15,-24 73 152-15,8-35 916 16,4 4 484-16,0 2-540 0,-4 4-712 0,4-1-352 15,1-2-136-15,-2-1-48 0,-2 1-76 16,-6-7-264-16,1 0-528 0,1-3-512 16,-5-4-620-16,8-8-2356 0,-20 9-3189 15</inkml:trace>
  <inkml:trace contextRef="#ctx0" brushRef="#br0" timeOffset="91028.484">26053 12925 1760 0,'0'0'7336'16,"0"0"-6108"-16,0 0-619 0,84-25 535 16,-45 18 896-16,10-2-200 0,6 0-472 15,8 2-452-15,10-3-176 0,10-2 92 0,8-1-136 16,14-4-364-16,10 3-200 0,0-5-124 0,9-4 0 16,-1 4-4-16,5 0 0 15,-5-3 0-15,5 3 8 0,-4 0 64 16,-5 0-16-16,-4 3-60 0,-7 3-160 0,-8 1-84 15,-9 1-12-15,-3 6 100 16,-12-5-4-16,0 3-84 0,-9 4-112 16,-7-3-60-16,-8-1 144 0,-8 4 88 0,-9 0 0 15,-7 0-188-15,-7 3-260 0,-6 0-376 16,-7 0-388-16,-8 0-1184 0,0 0-3105 16</inkml:trace>
  <inkml:trace contextRef="#ctx0" brushRef="#br0" timeOffset="91370.918">26953 13071 13597 0,'0'0'2488'0,"0"0"-1500"0,0 0-904 16,0 0-80-16,0 0 280 16,13 68 484-16,-6-43 240 0,1 9-248 0,0 4-332 15,4 4-256-15,-4-1-64 16,0 4-24-16,1-7-84 0,-6 0-4 0,1-7-264 15,0-5-292-15,0-7-28 0,-4-7 108 16,8-6-64-16,-4-6-148 0,4 0-252 16,0-9-428-16,4-7-820 0,0 0-2393 15,4-15-1643-15</inkml:trace>
  <inkml:trace contextRef="#ctx0" brushRef="#br0" timeOffset="91607.183">27228 12989 3208 0,'0'0'9317'0,"0"0"-7205"0,0 0-1216 0,0 0-556 16,0 0 240-16,0 0 304 0,36 69 428 15,-24-49-308-15,-4-1-500 0,4-4-272 16,-8 1-88-16,4-3-60 0,-4-1-84 0,-4-1-4 16,0 1-96-16,-8 1-132 0,-8-4-184 15,-4 7 124-15,-7-3-88 16,-6 3-200-16,1-4-148 0,-4 1-4 0,5-3-64 15,3-1-276-15,0-6-588 0,8 0-808 16,8-3-1613-16,8-6 41 0</inkml:trace>
  <inkml:trace contextRef="#ctx0" brushRef="#br0" timeOffset="91979.842">28009 13211 14661 0,'0'0'3964'0,"0"0"-2932"16,0 0-344-16,0 0-8 0,0 0 4 0,0 0-283 15,0 0-113-15,84-13-116 0,-56 6-172 16,4-5-64-16,3-1-336 15,1-2-269-15,1-2-159 0,-6-1-88 0,5 2-340 16,-4-3-840-16,-4 3-2544 0,4-3-3065 0</inkml:trace>
  <inkml:trace contextRef="#ctx0" brushRef="#br0" timeOffset="92144.184">28579 13068 14173 0,'0'0'2720'0,"0"0"-1788"16,-12 73-760-16,8-45 188 0,0 7 256 16,0-3 436-16,0 3-528 0,0-6-524 0,-4-4-48 15,5 1-564-15,-10-8-516 0,1 4-692 16,5-8-2116-16,-14 4-3713 0</inkml:trace>
  <inkml:trace contextRef="#ctx0" brushRef="#br0" timeOffset="92822.097">27101 13030 7160 0,'0'0'1532'0,"0"0"-1080"16,0 0 92-16,0 0 656 0,0 0 165 16,0 0-177-16,0 0-200 0,0 0-216 15,0 0-32-15,0 0 116 0,0 0-112 0,-44 32-224 16,44-29-136-16,-4 0-112 0,0 0-76 16,4 1-96-16,0-4-40 0,0 3-48 15,0-3 136-15,0 0 24 0,4 0 24 0,4 0 0 16,0 0-60-16,4 0-28 15,-4 3-100-15,4-3 0 0,-1 0 56 16,-2 0-16-16,3 0-36 0,-8 0 48 16,3-3 16-16,2 3 32 0,2 0 0 15,-3 0-20-15,5-3-76 0,-2-1-12 0,6 1-76 16,-2 0-140-16,2 0-200 0,-2-1-64 16,1 1-172-16,0 0-112 0,-4 3-140 15,0 0-200-15,0 0-472 16,-4 3-804-16,-4 0-1949 0,-4 7-1403 0</inkml:trace>
  <inkml:trace contextRef="#ctx0" brushRef="#br0" timeOffset="96440.895">13530 365 3404 0,'0'0'2828'0,"0"0"-1816"16,-92-29-244-16,49 26 48 0,-5-3-144 15,-4 6 1329-15,-7-3-933 16,-1 3-456-16,-4 0 24 0,4 0 152 0,-7 0-84 16,3 3-188-16,-4 3-84 0,0 3-132 15,0 4 24-15,-3 1-112 0,3 7-152 16,-4 5-60-16,-3 9-60 0,-1 6 60 0,0 6 24 16,0 10 160-16,1 10-32 0,3 3 8 15,4 10-48-15,4 2 60 16,5 4-60-16,3 3 12 0,1 6-120 0,6 1 108 15,6 1-16-15,6 8 16 16,5 3-28-16,9 6-80 0,7 10 4 0,8 11 92 0,4 1 60 16,4 3-76-16,16 5-24 15,8-3 284-15,15 9-268 0,13-8-64 0,12 2-12 0,16-14-88 16,12-6-180-16,11-16-28 16,9-10-48-16,15-9 8 0,5-13 300 15,15-12 36-15,12-14 64 0,13-12-64 16,15-13 0-16,16-11 8 0,16-14 188 15,16-16-108-15,13-15 108 0,2-11 24 0,10-15-48 16,2-13-24-16,2-10-48 16,-2-5 132-16,-6-11-84 0,-1-1-64 0,-12-12 140 15,-9-6 104-15,-10-5-84 0,-14-10-120 16,-14-9-116-16,-16-9 76 16,-13 0 0-16,-20-4 16 0,-19-6-52 0,-21-3-48 15,-19-3-124-15,-21-1-312 0,-22 0 152 0,-25 3-92 16,-20 6-204-16,-24 8-20 15,-32 4 68-15,-21 15 196 0,-26 4 204 16,-16 8 132-16,-24 9 0 0,-21 16-36 16,-20 25 28-16,-14 26 8 0,-17 24 104 0,-21 17-100 15,-15 0-4-15,-11 0-160 0,-13 0 148 16,-13 0-124-16,-6 0 12 16,-1 0-100-16,-4 4-112 0,8 28 0 0,8 25-84 15,8 29-572-15,17 16-608 0,19 5-1149 16,67-24-1395-16,-43 44-1072 0</inkml:trace>
  <inkml:trace contextRef="#ctx0" brushRef="#br0" timeOffset="97723.239">25488 10629 1812 0,'0'0'1200'16,"0"0"-208"-16,0 0 36 15,0 0 860-15,0 0-448 0,83-60 1277 0,-80 54-1113 16,-3 6-188-16,0 0-240 0,0 0-156 15,0 0-148-15,0 0-212 0,0 6-280 16,-7 3-120-16,-1 7-36 0,-8 10-52 0,-4 5 60 16,-8 11-180-16,0 2 8 0,-4 11 12 15,-3 4-72-15,-1 5-36 16,-1 6 32-16,-6 7-4 0,0 5-92 0,-2 6 4 16,-7 8 52-16,1 6 44 15,-5 12 48-15,-4 7-48 0,0 9 0 16,-7 7 0-16,3 5-12 0,0 5 4 0,1 1 8 15,7 8 8-15,11 3 40 0,10 0-36 0,3-4 76 16,13-2-88-16,-2 2-12 0,10-6-52 16,2 7 20-16,9-3 44 0,0-1 0 15,9-3 4-15,14-3 4 0,9-6 44 16,12-7 36-16,12-3-80 0,12-12-8 16,11-4-76-16,12-9-132 0,14-10 12 15,9-4-24-15,6-4 56 0,7-7 92 0,6-7 64 16,6-7-68-16,0-2 76 15,9-10 100-15,7-4 12 0,8-12 12 16,9-6-40-16,3-9 52 0,8-15-128 0,8-8-8 16,1-8-8-16,3-22-40 0,9-11 44 15,2-13-144-15,6-13 140 0,-1-12-104 0,0-17-36 16,4-8 148-16,-3-13 116 16,-1-16-104-16,-5-7-12 0,-2-13-224 15,-13-2-172-15,-8-8 324 0,-16-1 72 0,-10-1 172 16,-15-4 28-16,-14-6 368 15,-16-2-116-15,-17-11-304 0,-11-2 100 0,-16-7-244 16,-12-3 128-16,-17-6-132 0,-15-3-244 16,-20-4-88-16,-12 0-84 15,-23 3-92-15,-21 1 224 0,-25 5 96 0,-13 8 104 0,-26 9 84 16,-24 12 112-16,-19 16 148 16,-21 11 96-16,-22 13-208 0,-22 15-148 0,-18 14-72 15,-18 15-4-15,-15 15-120 0,-15 12-288 16,-17 13-148-16,-13 16-172 0,-10 13 52 15,-1 16 72-15,-3 6 8 0,-5 3-488 16,92 7-2093-16,-107 12-4215 0</inkml:trace>
  <inkml:trace contextRef="#ctx0" brushRef="#br0" timeOffset="98644.026">18339 692 11717 0,'0'0'2172'15,"0"0"-2172"-15,0 0-560 0,91 57-2149 0,-66-41-383 0,-5-7 1424 16,-12 7-572-16</inkml:trace>
  <inkml:trace contextRef="#ctx0" brushRef="#br0" timeOffset="98973.428">18232 794 6348 0,'0'0'1584'0,"0"0"-676"0,0 0-232 0,0 0 316 0,0 0 285 16,0 0-353-16,0 0-260 0,0 0-56 16,0 0 76-16,0 0 12 0,0-23-220 15,4 23-112-15,-4 0-36 0,0 0 60 16,3 0 220-16,-3-2-296 0,4 2-176 15,-4 0-124-15,5 0-8 0,3 0 68 16,0 0 64-16,3 0-72 0,-2 0 8 16,-1 0-8-16,-5 0-4 0,5 0 28 0,-4 0 24 15,-4 0-16-15,0 0-44 0,0 0-52 16,0 0-44-16,0 0-524 16,-8 0-236-16,1 2-368 0,-1-2-380 0,-5 3-596 15,-2 0-1977-15,2 1 837 16,-2-2 796-16,2 3 2452 15,2-3 40-15,3 2 1240 0,0-4-484 0,-4 2-600 0,4 2-156 16,-4 3-144-16,0-5-324 0,-12 5-1684 16</inkml:trace>
  <inkml:trace contextRef="#ctx0" brushRef="#br0" timeOffset="99991.517">17773 802 6520 0,'0'0'1364'0,"0"0"-480"0,0 0-392 0,0 0 220 15,0 0 309-15,0 0-173 16,0 0-232-16,0 0-168 0,0 0 60 0,0 0 92 16,-56-37 108-16,56 34-88 0,0 3-8 15,0 0 20-15,4 0-36 0,-4-4-248 0,5 4-196 16,-1 0-28-16,0 0 12 0,7 0 60 16,2-3 0-16,6 3-60 15,5 0-24-15,8 0 0 0,0 0-16 0,8 0-80 16,0 3 84-16,4 1-92 0,4 3-8 15,-1-5 0-15,9 4-56 16,0 0-8-16,4 1-44 0,4 3 56 0,3-1 40 16,4 1-48-16,6 3 52 0,2 3 8 15,5-1 100-15,0 1-32 0,4 0-64 16,-6 3 128-16,6 0 16 0,4 3-88 0,0-3 0 16,7 7-8-16,-3-1-52 15,4 1 0-15,-1 2 12 0,8 1 60 0,-2 2-68 16,-2 1 8-16,5-1 40 0,-1 5-52 15,1-1 48-15,-1 0-48 16,1 1 0-16,3-3-88 0,-3 6 80 0,3-1 4 16,-3 0-8-16,4 3-36 0,-5 3 40 15,-4 0 8-15,6 5-8 0,-6 1 8 16,1 4 4-16,-1 0-4 0,-3 3-88 0,-1-3 76 16,-2 3 8-16,-2 1-68 15,1-1-4-15,-5 1-20 0,1-1 88 16,-4-1-56-16,-2 1 60 0,6 0 4 0,-4 1 12 15,0-1-12-15,0 1-72 0,-1 1 72 16,-4 2-8-16,5-1 8 0,-8 1-4 16,4 2-4-16,-5 1 8 0,-2-1 4 15,2 1-4-15,-3 2 80 0,-1 0-76 16,1 2-8-16,0 2 4 0,0-1-4 16,-5 4-8-16,5-3-36 0,-4 3 40 0,-1 0-4 15,1 0 0-15,-4 4-24 16,0-5 36-16,-5 2 8 0,1 2 52 15,0-3 64-15,3 3-4 0,-7-3 16 0,4 2 48 16,-4 6-36-16,3-2-24 0,-3 3-76 16,0-1 40-16,0 1-88 0,0 3 0 0,-1 0 4 15,1 2-4-15,-4 1-52 0,-1-2-4 16,5-4 52-16,-4 0-4 0,0 2-36 16,0-1 44-16,-5-1 4 0,5 0 0 15,0 1 40-15,-4 3-36 0,4 0 152 16,-1 2-40-16,1 1 4 0,0 0 0 15,0 3 44-15,0-3 52 0,-5 3-144 16,1-3-68-16,0 0 4 0,-1 0 0 16,1 3 0-16,1-3-8 0,-6 1-4 0,1-3-4 15,-1 2 0-15,2-3 4 16,-10 3 44-16,6-3-36 0,-6 0 36 16,-3-4-40-16,0 4 104 0,-1 0 24 0,-7-4 88 0,0 1-12 15,-8 0 92-15,1-4-55 16,-6 0-133-16,-3 1-64 15,-4-4-36-15,0-1 32 0,-4-1-44 0,4-4-60 0,-3-1-16 16,-5-2 64-16,3-6 4 0,-3-2 8 16,0-1 4-16,0-10 4 15,-3-4 4-15,-6-3 40 0,5-6-4 0,0-3-40 16,-4-7-4-16,5-2-4 0,-6-7-12 16,5-1 4-16,0-5-4 0,0-1-48 15,0 1 48-15,1-1-48 0,-6-2-12 16,9-1-37-16,-4-3-135 0,4-3-48 0,-4 0-12 15,0 0-36-15,0 0-76 16,-3-5-112-16,-6-9-196 0,2-2-396 16,-1 4-968-16,-8-20-2604 0</inkml:trace>
  <inkml:trace contextRef="#ctx0" brushRef="#br0" timeOffset="114628.982">17526 402 7384 0,'0'0'960'0,"0"0"-428"0,0 0 1020 16,0 0-483-16,0 0-245 0,0 0-108 0,0 0-44 16,0 0-176-16,0 0 12 0,40-47 60 15,-35 44 96-15,-1 0-168 0,-4 3-36 16,0 0 76-16,0 0 68 0,0 0-160 16,0 0-160-16,0 0-260 0,0 0-24 15,0 0-108-15,4 0-4 0,-1 0 24 16,1 0 88-16,4 0 56 0,4 0 104 0,8 3-24 15,-4-3 48-15,3 0-24 0,6 0-148 16,-5 0 60-16,0 0-68 16,3 0-4-16,1 3 12 0,-3-3-12 15,3 3-80-15,-5 1-8 0,1-1 28 0,4 1 4 16,0 1 56-16,4-2 8 0,0 3 0 16,0-1-8-16,0-3 0 0,0 2-12 15,3-2 4-15,1 2 8 0,4-2-8 16,-4 2 8-16,3-1 4 0,-3 1-4 15,0 2-4-15,-4 0 4 0,0 4-4 16,-4-1-60-16,0 0 52 0,-4 1-44 16,0 0 56-16,0 0 8 0,-1-1 64 0,2 0-72 15,3 1 0-15,0-4 52 0,3 4 8 16,1-4-52-16,4 0 40 0,0 4 40 16,-1-7-84-16,6 3 80 15,-5 1-72-15,0-3-4 0,-4 1 0 0,0 2-4 0,-1 0 12 16,-3-1 56-16,0 2 124 15,0 3-72-15,4-3-120 0,0 2 80 0,4 1 88 16,0-2-172-16,4 0-48 0,-1-2 48 16,5 2-4-16,0 1 4 0,4-4 12 15,-1 0-12-15,2 1 4 0,-2-1 8 16,1 0 36-16,0 1-48 0,4-1 72 16,-1 0-8-16,2 0-16 0,2 1-36 15,1-1 60-15,4 1-72 0,-4 2 4 16,3-3 0-16,5 0 48 0,-1 5-52 15,1-5 8-15,0 1-4 0,0 2-4 0,0 0 0 16,-4 1-64-16,-4-1 64 0,-1 1-12 16,1-1-36-16,0 4-12 0,-1 0 56 0,1-4 4 15,4 4 12-15,4 0-12 0,-4-4-4 16,3 0 4-16,-3 1 0 16,4 0 0-16,-4-3 48 0,0-2-44 0,0 2-4 15,-1 0 0-15,1 1 8 0,-4 3-8 16,-4-2 8-16,3 0 4 15,-3 4-8-15,-4-3-4 0,4 3-108 0,-5-1 56 0,6-2 4 16,-2-1-36-16,-3 1 84 16,0 2-12-16,4-2 8 0,-8-1 4 15,3-3 8-15,-6 4-4 0,2-1-4 0,-7 2 4 16,4-3 0-16,-1 5-4 16,5-1 0-16,-3-1 4 0,2 4-4 15,-3-2 0-15,3 3 0 0,-2 0-12 0,3 0 12 16,-1 0 0-16,1-1 8 0,0 2 36 15,0-2-44-15,-1 2 0 0,2-2 0 16,-5-3-4-16,3 5 4 0,1-2 4 16,-3 1 8-16,2 1-12 0,1 1-12 15,-1 1 8-15,6 0-8 0,-6-3 12 16,6 3 12-16,-6-2-12 0,4 2 4 16,-2-5 8-16,-1 5-8 0,-1-2 0 0,1-1 76 15,-4 3-76-15,0-3-4 0,-4 3 16 16,0 0 56-16,0-2-68 0,-1 1-4 15,1 1 0-15,0 2-4 0,4-2 4 16,-4 1-12-16,3 2 8 0,-3-2-8 0,0-1 0 16,5 0-48-16,-5-1 60 15,-1 1 12-15,5 0 76 0,-4-2-76 0,0-2 60 16,0 4-64-16,-1-3 44 0,-3 3-4 16,4 0 12-16,-4 1-12 0,0-1 8 15,4-1-52-15,-4 6 36 0,4-3-40 16,0 2-76-16,0-2 4 0,3 2 0 15,-3 2 60-15,0-3-132 0,4 4 140 16,-5-4-4-16,5 3 4 0,-4-2 0 16,0 2 4-16,0 1 72 0,4-1-68 0,-4 3 8 15,0-2 40-15,0 2-44 16,0 1-8-16,3 0 48 0,1-1-44 0,4 4 8 16,0-4 36-16,0 4-44 0,3 1-8 15,-2-2 4-15,-2 1-4 0,1-1 0 0,0 1 0 16,0 0 4-16,-1 3 8 0,-3 0-8 15,5-3-4-15,-6 2 4 0,5 1 0 16,0-4-4-16,0 2-132 16,3 2 124-16,2-3 0 0,-2-1-68 0,-3 1 80 15,4-1 0-15,-4 1 48 16,-1 1-44-16,2-2 60 0,-5 1-64 16,-5-1 0-16,5 2 0 0,-4-2 0 0,0 4 0 15,-4-3 0-15,4 2 0 0,-4 2 0 16,0-1 0-16,-4-1-12 15,3 2 8-15,-3 1-56 0,0-2-36 0,0 3 88 16,-5 0-56-16,2 0 16 0,-1-3 36 0,-1 4 12 16,-2-2 0-16,-2-2 56 0,1 4-56 15,0-4 4-15,0 3 24 0,-4 0-28 16,0 3 0-16,0 0 16 0,4 1 28 0,-4 2-40 16,3-3-8-16,2 3-60 15,-1 0 56-15,0-2 8 0,0 3-4 16,-1-1 0-16,-3-2-4 0,1 2 8 0,-2 1 8 15,2-1-4-15,-2 3-4 0,1 0 0 16,0 5 4-16,4-1 36 0,-4-1-40 16,4 2-12-16,0-2 12 0,0 1 4 15,0-1-4-15,0 1 12 0,0 1-20 16,3 1 8-16,-2 2 0 0,-2-2 0 0,5-2 0 16,-3 3-40-16,-2 0 40 15,-2 0 0-15,2 3 4 0,-3-3-4 16,0 4 0-16,0 1 0 0,0 3 4 0,4-6 4 15,-4 4 4-15,4-3 0 16,0 1-8-16,0-1 44 0,0 0-48 0,-1-2 0 16,-2 2-48-16,2-4 40 0,-3 5 4 15,4-1-4-15,-8 0 8 0,5 0 36 16,-2 4-24-16,-3-4-16 0,5-1 8 16,-6 6-4-16,5-4 8 0,-3 3 0 0,2-1 0 15,1-2 40-15,-4 2-4 0,4-6-44 16,-4 3 0-16,4-6 0 0,-4 3-8 15,0-2-88-15,-1 2 96 0,-3-4 28 16,5-3-28-16,-5 4 0 0,4-3 40 16,-5 0-36-16,1-4 0 0,1 3 4 0,-1-3 4 15,0 5 0-15,0-5-12 16,-4 0 0-16,3 0 4 0,-3 1 8 16,4 0-4-16,0-1 56 0,0-3-60 0,5-3-4 15,-5 1-36-15,3-1 36 16,-3-3 36-16,4-1-24 0,-3-2 20 15,-5 3-28-15,4-3-4 0,-4-3 12 0,0-1-12 16,0 4 96-16,0-4-92 0,0 2 60 16,0-5-64-16,0 0 48 0,-4 0-36 0,4 1 0 15,-5-4 48-15,1 0-60 0,0-3 4 16,-4-2 8-16,5 2 48 16,-5-5 16-16,-1 3 56 0,1-4 232 0,1-1 113 15,-1 1-257-15,-1 0-52 0,2 0-84 16,-1-4-36-16,-1 4 12 0,2-1-56 15,-1-2-4-15,0 0 0 0,-1-1 16 0,6 0 28 16,-1-2-44-16,-4-4 0 16,8 1 0-16,-4 1-4 0,4-5 4 15,-4 3 8-15,4-3 40 0,0 0 0 0,0 0-36 16,0 0 60-16,0 4-60 0,0-4 48 16,0 0-52-16,0 0 0 0,0 0 4 15,0 0-8-15,0 0 8 0,0 0 36 16,0 0-40-16,0 0 80 0,-4 0-28 15,4 0 0-15,0 0-60 0,0 0-8 16,-4 0-176-16,0-7-200 0,-4 4-273 16,0-3-379-16,1-4-404 0,2 4-1048 0,1-10-4853 15,48 64-2179-15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7-06T01:46:11.9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12435 4931 4804 0,'0'0'1548'16,"0"0"2492"-16,0 0-2903 15,0 0-73-15,0 0 108 0,0 0 120 16,0 0-20-16,0 0-300 0,0 0-68 0,0 0-164 16,-28-33-148-16,32 33-56 15,7-2-84-15,6 2-108 0,7-4-64 0,8 4 280 0,-1 0-159 16,5 0-149-16,4 0-152 16,4 4 20-16,-1-2 12 0,1-2-36 15,8 0 16-15,0 0-100 0,-1 0 48 0,1-2-48 16,4-2-8-16,-4-4 0 0,0 1-4 15,-4-3-48-15,-5 0 48 16,-2 1-84-16,-6-1-124 0,-7 4-84 0,-8 0-156 16,-4 3-125-16,-4-4 1 0,-8 7-136 15,-4-3-420-15,-4 3-848 0,-8 0-1188 16,-8 0-1605-16,-4 0-1531 0,4 0 3557 16</inkml:trace>
  <inkml:trace contextRef="#ctx0" brushRef="#br0" timeOffset="318.803">12733 4851 3360 0,'0'0'4028'0,"0"0"-764"0,0 0-1603 16,0 0-565-16,0 0-192 0,0 0-8 0,0 0-192 16,0 0-248-16,0 0-84 15,0 0 80-15,-8 47 128 0,8-17-108 16,0 3-64-16,-4 7-52 0,0 7-88 0,-3 3-8 15,-2 11-40-15,-3 3 0 0,-3 5-72 16,-5 0-28-16,-4 5-112 0,3-4 116 16,2 0-124-16,-1-6 48 0,4-7 48 15,0-6-32-15,8-4-56 0,4-6-8 16,1-6-12-16,3-7-40 0,0-4 40 0,0-6-120 16,0-8 56-16,7-1 16 0,-3-5-36 15,0-1-136-15,0-1-284 16,5-2-84-16,-6 0-156 0,5-5-48 0,0-5-44 15,0-3-360-15,0-3-860 0,-4-10-977 16,4 8-2139-16,-4-17 2156 0</inkml:trace>
  <inkml:trace contextRef="#ctx0" brushRef="#br0" timeOffset="851.554">12809 5048 980 0,'0'0'600'0,"0"0"-120"0,0 0-76 0,0 0 4476 16,0 0-3232-16,0 0-432 0,0 0-455 15,0 0 27-15,0 0 160 0,0 0-44 16,0-3-156-16,0 3-280 0,0 3-112 16,0 0-4-16,0 3 88 0,0 7 64 0,0 1 156 15,0 0-128-15,0 9-84 16,0-1-92-16,0 10-72 0,0 0-36 15,0 6-4-15,0 3-36 0,0 7-48 16,-8 6-72-16,0 3-28 0,0 3 48 16,-4 1-32-16,5-7 20 0,2-4 28 15,1-5 48-15,0-7-28 0,4-3-56 0,0-3-84 16,0-4 4-16,0-3-4 0,0-2-4 16,0-4 4-16,0 0-4 0,0-6-8 15,0-4-4-15,0-2-88 0,0-2 40 16,0-1-12-16,0-1-16 0,0-3-132 0,0 0-172 15,0 0-72-15,0-3-104 0,0-3-72 16,0-4-204-16,0-6-308 0,0-7-576 16,0-2-800-16,0-3-1837 0,-4 3-1227 15,4 2 4548-15</inkml:trace>
  <inkml:trace contextRef="#ctx0" brushRef="#br0" timeOffset="1270.806">12789 5528 2848 0,'0'0'572'16,"0"0"916"-16,0 0 1048 0,0 0-1368 15,0 0-596-15,0 0 100 0,0 0 308 16,0 0 65-16,0 0-137 0,0 0-144 16,0 0-116-16,0 0 12 0,0 0-44 15,0 0-12-15,0 0-76 0,0 0-92 0,0 0-64 16,4 0-84-16,4 0-64 16,0 0-40-16,12-7-72 0,0 1 36 0,8 0 12 15,4 0-36-15,3-1-16 0,1 0 4 16,4 2 60-16,0-2 60 15,8 0 176-15,0-2-8 0,0-1-164 16,-1 1-44-16,-3-1-68 0,-4 1-52 0,-4 2-12 16,-4-2-48-16,-8 5 0 0,-4-2-12 15,-5 3-44-15,-2 0-52 0,-9 0-76 16,0 3-204-16,-4 0-176 0,0 0-136 0,-4 0-76 16,-5 0-56-16,5 0-164 0,-7 0-628 15,-2 0-948-15,2 0-2465 0</inkml:trace>
  <inkml:trace contextRef="#ctx0" brushRef="#br0" timeOffset="3862.887">13466 6213 1084 0,'0'0'232'15,"0"0"-232"-15,0 0 0 0,0 0 144 16,0 0 144-16,0 0-284 0,0 0-4 16,0 0 12-16,0 0 56 0,0 0 36 0,0-19 12 15,0 19 1136-15,0 0-576 16,0 0-336-16,0 0-104 0,0-3 48 15,0 3 96-15,-4-3-16 0,4 3-208 0,0-3-64 16,0 3-92-16,0 0 116 0,0 0 144 16,0 0 104-16,-4 0 68 0,4-4 36 15,0 4-16-15,0 0 16 0,-3 0-28 16,3 0-88-16,-4 0-80 0,4 0-16 0,0 0-36 16,0 0-52-16,0-3-52 0,0 3-108 15,-4 0-8-15,4 0-64 16,0 0 12-16,0 0 40 0,0 0 0 0,0 0 0 15,0 0-92-15,0 0-64 0,0 0-12 16,0 0 76-16,-5 0 96 0,5 0-4 16,0 0-76-16,0 0-300 0,0 0-312 15,0 0-340-15,-4 0-364 0,4 0-904 0,-4 0-404 16,1 0 2412-16,19 0-256 0</inkml:trace>
  <inkml:trace contextRef="#ctx0" brushRef="#br0" timeOffset="5892.103">14029 4378 7416 0,'0'0'4901'15,"0"0"-3433"-15,0 0-468 0,0 0 812 16,0 0-768-16,71 67 44 0,-47-39-288 0,-4 10-240 16,-4 0-80-16,3 4-164 0,-6 2-108 15,-2 0-204-15,-3-6-4 16,-3 1-100-16,3-7-96 0,-1-7-192 0,5-9-100 16,0-3-188-16,4-7-196 0,0-6-616 15,0 0-2432-15,4-16-3169 0</inkml:trace>
  <inkml:trace contextRef="#ctx0" brushRef="#br0" timeOffset="6106.691">14570 4391 444 0,'0'0'11205'0,"0"0"-8613"0,0 0-928 16,0 0-672-16,0 0-72 0,0 0 52 15,0 0-268-15,0 0-228 0,-79 66-244 16,51-37-172-16,-9 6-60 0,-2 5-40 0,-9 9-68 15,-8 1-40-15,-3 4-148 16,-5 4-268-16,-4-1-100 0,5 3-104 16,7-6-64-16,4-6-220 0,8-4-604 0,8-9-472 15,9-7-969-15,2-5-2427 0,13-10 3176 0</inkml:trace>
  <inkml:trace contextRef="#ctx0" brushRef="#br0" timeOffset="40952.926">13100 7522 328 0,'0'0'1460'0,"0"0"-1240"16,0 0-64-16,0 0 6180 0,0 0-4900 0,0 0-15 15,0 0-305-15,-16-16 44 0,16 13 20 16,0 3-72-16,0 0 20 0,0 0-136 0,0 0-104 16,0 0-100-16,0 5-20 0,0 9-132 15,4 0-188-15,4 13-83 16,-4 4-37-16,4 7 96 0,0 8-72 0,-4 1-136 0,4 3-96 15,0 4-20-15,-4 3-28 0,4 4-64 16,0 5 4-16,-5 4 0 16,1 3 36-16,1 0-48 0,-5-1 4 0,0-4 52 15,0-1-44-15,0-10-12 0,4 0 0 16,-4-3-108-16,4-7 24 16,-4 1-40-16,4-6 4 0,0-4-12 0,-1-7-60 15,1-3-52-15,0-4-48 0,-4-12-20 16,5 1 7-16,-1-10-123 0,-4 0-44 15,0-3-152-15,0-3-160 0,0-4-184 16,-4-5-720-16,-5-8-716 0,-2 1-1705 0,3 0-1271 16,-8-6 453-16</inkml:trace>
  <inkml:trace contextRef="#ctx0" brushRef="#br0" timeOffset="41199.617">13028 8741 4608 0,'0'0'924'0,"0"0"4857"16,0 0-4625-16,0 0-516 0,0 76 8 0,0-55 504 15,4-2-132-15,0 4 72 16,5-4-136-16,-2 0-144 0,1-3 48 0,4-3-160 16,0-4-164-16,0 1-112 0,0-4-96 15,0-3-59-15,-1 4-61 16,2-7-76-16,-1 0-84 0,0 0 0 0,4-10 0 0,-5 1 16 16,5-7-64-16,1-6 12 15,-2-4-12-15,-3-2 0 0,4-5-220 16,0 2-277-16,4-4-271 0,-4 1-124 0,4-1-172 15,4 0-332-15,0-1-556 16,-9 8-1268-16,17-10-2209 0</inkml:trace>
  <inkml:trace contextRef="#ctx0" brushRef="#br0" timeOffset="41668.274">13582 7699 248 0,'0'0'12761'16,"0"0"-11145"-16,0 0-924 0,0 0-224 15,0 0 100-15,0 0 292 0,-80 61-140 16,68-39-104-16,-3 0-284 0,6 3-60 16,1-2-128-16,1 5 16 0,3-2-48 0,4-4 84 15,0 0 292-15,4 0-60 0,3-3-208 16,10 0-88-16,-2-3-56 0,6 1-68 15,-2-3 4-15,5 3 48 0,-4-5-56 0,4 8 80 16,-4-1 76-16,-4-1 68 16,0 5-31-16,-4-1-125 0,-4 0-12 15,-4 0-8-15,-4 1-52 0,0 2-68 0,-8 1-137 16,-5 2-307-16,-6-2-36 0,-1 2-36 16,-4-3-92-16,-4-2-184 15,5 3-128-15,-5-8-764 0,-4 1-1108 0,11-6-2757 16,-18 3-1243-16</inkml:trace>
  <inkml:trace contextRef="#ctx0" brushRef="#br0" timeOffset="42719.517">12710 10258 1392 0,'0'0'1800'16,"0"0"6433"-16,0 0-6209 16,0 0-644-16,0 0 48 0,0 0 300 0,0 0-300 15,0 0-352-15,0 0-308 0,0 0-51 16,11-9-37-16,17 9-76 0,8-3 84 0,8 0-84 16,4-1-228-16,-4-3-100 0,3 4-108 15,-2 3-36-15,-2 0 0 0,-3 0-36 16,-5 0-24-16,-3 0-64 0,5 0-8 15,-5 0-4-15,0 0-4 0,-4 3 4 16,-9-3-8-16,1 4-132 0,-12-1-60 16,0 1 12-16,-8 2-48 0,0 3-4 15,-12 4-176-15,-4 3 204 0,-4 6-4 16,-8 3 28-16,0 4 132 0,-11 2-24 0,-2 4-12 16,-2 4-16-16,-5-1-44 0,0 3 148 15,-4 0 8-15,-4 0 48 0,9 1 60 16,-5-4-44-16,8-3 20 0,4-1 0 15,8-1 0-15,5-5 12 16,7-2-24-16,12-8 36 16,8 2-32-16,0-5-28 0,12 1 24 0,8 0 96 0,8-2-48 15,8-2 12-15,3-6-48 0,1 1 36 0,8-4-8 16,-1-3 8-16,1 0-12 16,1 0 0-16,-2-3-36 0,-4-4 12 0,2-3-84 15,-6 4-8-15,-3-3-52 0,1-1 52 16,-10-3-112-16,1 4-108 0,-4-4-16 15,0-3-80-15,-4 3-112 0,0-2-80 16,-4-2-104-16,-4-2-128 0,-1 1-265 16,2-4-587-16,-6-1-684 0,1 1-2124 0,-8 3-2185 15,0-6 853-15</inkml:trace>
  <inkml:trace contextRef="#ctx0" brushRef="#br0" timeOffset="42939.064">13618 10366 196 0,'0'0'11689'15,"0"0"-10333"-15,0 0-760 0,0 0-212 0,0 0 600 0,-88 58 364 16,60-33-428-16,1 0-252 0,-6 4-212 0,1 2-112 0,-3 1-36 16,-5 1-124-16,4-3 0 0,-8 6-172 15,4-1-12-15,-3-1-96 16,-1-2-188-16,4 1 124 0,0-6-160 0,5-2-220 15,2-2-340-15,10-4-156 0,2-6-640 16,10-4-1400-16,-2-2-4093 0</inkml:trace>
  <inkml:trace contextRef="#ctx0" brushRef="#br0" timeOffset="43784.43">13705 10982 2856 0,'0'0'364'0,"0"0"8385"0,0 0-7277 0,0 0-332 16,0 0-116 0,0 0 244-16,0 0-140 0,0 0-68 0,0 0-104 15,0 0-236-15,40 73-136 0,-31-38-84 0,2 6-123 16,-7 4-97-16,4 2-112 15,1 1-72-15,-2 0-36 0,-3-3-52 16,4-8-8-16,-4 5-72 0,1-7-12 0,-2-1-48 16,1-2-88-16,-4 0-168 15,0-7-121-15,0 0-79 0,0-2-20 16,-4-1-40-16,1 0-52 0,-6-3-116 0,5-3-176 16,0-7-160-16,0-2-108 0,0-4-72 15,1-3-552-15,-2-6-893 0,1-7 217 0,0-3-2064 16,0-3 3268-16,0-16 1249 0</inkml:trace>
  <inkml:trace contextRef="#ctx0" brushRef="#br0" timeOffset="44028.004">13754 11043 7160 0,'0'0'2464'16,"0"0"125"-16,0 0-1605 0,0 0-740 15,0 0 200-15,0 0 392 0,0 0 60 16,0 0-240-16,0 0-220 0,0 0-24 0,0 0-4 15,83-39-196-15,-71 55-52 0,-4 3-24 16,0 0-76-16,-4 4-60 0,-4 2-112 16,0-3 0-16,0 0-60 0,-8 0-128 15,-4 1-20-15,4-4-80 0,-8 4-64 16,5-5-52-16,-6 1 124 0,1-6 40 0,0 0-116 16,5-7-204-16,-2-3-348 0,2-3-672 15,-2 0-1221-15,9-6-1567 16,-7-10 769-16</inkml:trace>
  <inkml:trace contextRef="#ctx0" brushRef="#br0" timeOffset="45094.653">14005 10706 3192 0,'0'0'1340'0,"0"0"3572"16,0 0-3684-16,0 0 73 0,0 0-189 16,0 0 200-16,0 0-88 15,0 0-144-15,0 0-184 0,0 0-252 0,56 22-152 16,-49-9-24-16,-3-1 8 0,0 4-8 16,-4 4-176-16,0-2-108 0,0 1-88 15,0-2-24-15,0-2-60 0,0-2-4 0,0-1-8 16,0-5 0-16,-4-1-12 0,4-2-48 15,0-4 12-15,0 0-24 0,0 0-28 16,0-7-216-16,8-3-88 0,0-8 308 16,4-1-128-16,4-3 68 0,-4-3 8 15,4 4-64-15,-4 2 92 0,4 4 32 16,-9 5 80-16,2 4 0 0,-1 3 8 16,-1 0 8-16,-3-1 80 0,0 4 108 0,1 0 84 15,-1 4 40-15,0 5 36 0,-1-3-112 16,1 7-96-16,0 1-136 0,0 0-8 15,-4 2-4-15,0 1-100 0,0-2-96 16,0 5-232-16,0-1-148 0,0-1-224 16,0 5-192-16,0-1-448 0,0 0-1064 15,0-3-2241-15,-4 11-2899 0</inkml:trace>
  <inkml:trace contextRef="#ctx0" brushRef="#br0" timeOffset="45337.326">14439 11331 9336 0,'0'0'6109'0,"0"0"-5089"0,0 0-708 15,0 0-52-15,0 0 300 16,0 0 244-16,0 0-16 0,79-9-348 0,-55 2-280 0,-4 1-116 15,4 0-44-15,0-4-60 0,-4 0-284 16,0 1-296-16,-1-3-308 16,-2-2-344-16,2 3-1144 0,-6 0-2569 0,-2-4-2483 15</inkml:trace>
  <inkml:trace contextRef="#ctx0" brushRef="#br0" timeOffset="45568.198">14873 10953 12189 0,'0'0'2064'16,"0"0"-864"-16,0 0-280 0,0 73 200 15,0-44-44-15,4 3-252 16,0 0-272-16,0 6-236 0,-1 0-48 0,2-1-84 16,-1 9-184-16,0-5-136 0,-4 4-48 15,0-5-124-15,0 2-228 0,0-1-104 16,-4 0-76-16,-5-5-176 0,6-3-460 0,-5 0-1020 15,0-5-2633-15,4-8-2875 16,0 5 7528-16</inkml:trace>
  <inkml:trace contextRef="#ctx0" brushRef="#br0" timeOffset="51349.255">18499 977 1136 0,'0'0'2112'0,"0"0"3744"16,0 0-4007-16,0 0-269 0,0 0-432 16,0 0 8-1,0 0-112-15,0 0-192 0,0 0-92 16,0 0-4-16,15-3 44 0,-7 3-88 0,-3 3-76 16,-5 1-40-16,4-4-60 0,-4 7-63 0,0-5 3 0,0 4-52 15,0 0-136-15,0 5-108 0,0 1-68 16,0 4 20-16,-4 6-36 0,-5 1-12 0,5 5 0 15,1 4-76-15,-1-1-4 0,4 8 120 16,0-1-112-16,0 3 0 0,0 1 32 16,0-2-40-16,-4 2 40 0,4 0-44 15,-4-5-12-15,0-2 12 0,-1 1 0 16,1-5 0-16,1-3-40 0,-1-2 36 16,0-7-44-16,4 0-16 0,-4-3-44 15,0-4-84-15,4-5-100 0,0-4-20 0,0 0-4 16,0-3-48-16,0 0-36 0,-5 0-1 15,5 0-35-15,0-6-100 0,0-4-76 16,0-2-100-16,-4-8-520 0,4-2-568 16,0-6-552-16,0-5-877 0,-3 2-1871 15,3 6-467-15</inkml:trace>
  <inkml:trace contextRef="#ctx0" brushRef="#br0" timeOffset="51633.072">18451 1292 1800 0,'0'0'1512'0,"0"0"3636"0,0 0-3736 15,0 0-444-15,0 0-131 0,0 0 303 0,0 0-108 16,0 0-168-16,0 0-220 0,0 0-180 16,52-60-112-16,-41 56 52 0,6-3 120 15,-6 7 72-15,6 0-64 0,-6 0-40 16,6 0-148-16,-6 0-72 0,5 5-40 16,-8 1-12-16,4-3-36 0,-4 3-36 0,0 1-40 15,-4-1-60-15,0 1 40 0,0-1 32 16,-4 0-120-16,0 0 0 15,0 1-72-15,0 2 60 0,-4 1 12 0,-4-1 12 16,0 1 84-16,-4-1-48 0,-4 4-48 16,-7-1 0-16,2 1-168 0,-7 0-152 15,0-1-84-15,0-1-72 0,-3-2-212 16,-1 1-56-16,4-4-276 0,-4-3-752 16,8 0-2036-16,-12 0-2749 0</inkml:trace>
  <inkml:trace contextRef="#ctx0" brushRef="#br0" timeOffset="56796.372">13260 6026 7736 0,'0'0'4029'0,"0"0"-2101"0,0 0-120 15,0 0-376-15,0 72-68 0,0-42-36 16,0 1-348-16,0 1-372 0,0 3-196 15,0 0 29-15,0 2 67 0,4 5-96 16,-1-1-124-16,1 7-192 0,-4 3-20 0,0-3-64 16,0 2 0-16,0-6-12 0,-4-5 0 15,1-4-60-15,-1-7 8 16,4-9-20-16,0-3-48 0,0-6-36 0,0-4-76 0,0-3-192 16,4 1-205-16,-4-4-139 15,3 0 60-15,-3 0 36 0,0-7-236 16,4-5-652-16,0-8-448 0,0-6-1212 0,0-2-2005 15,0 0-1039-15</inkml:trace>
  <inkml:trace contextRef="#ctx0" brushRef="#br0" timeOffset="57033.808">13255 6181 1632 0,'0'0'584'0,"0"0"6416"0,0 0-5047 0,0 0-733 16,0 0-172-16,28-72 28 15,-12 59-164-15,-4 6-184 0,8 2-140 16,4-2-164-16,-4 7-100 0,4 0-64 0,-4 0 24 15,-1 3-148-15,1 3-12 0,-8 0-12 16,-3 5-28-16,-2 1 28 0,-3 4-24 16,-4 0-16-16,0 6-60 0,-7-3 0 15,-10 6-12-15,2-3-24 0,-5 0-112 16,4-2 64-16,-4-8 68 0,3-3 0 16,6-4-168-16,-1-5-176 0,0 0-232 0,-4-5-456 15,4-7-324-15,-4-7-708 16,4-3-1149-16,4 6-2195 0</inkml:trace>
  <inkml:trace contextRef="#ctx0" brushRef="#br0" timeOffset="57372.648">13582 5880 3192 0,'0'0'104'0,"0"0"848"0,0 0 4188 0,0 0-3135 15,0 0-289-15,80-16-192 0,-72 16-340 16,3 6-240-16,-2 8-236 15,-5-2-128-15,-4 7-120 0,0 6-140 0,0 1-148 16,-9-1-88-16,2 4-72 0,-1-7-12 16,4-7-132-16,0-2-76 0,4-6-112 15,0-4 12-15,0-3 24 0,8 0 12 16,0-10 268-16,4 1 4 0,3-7 0 16,-3 0 4-16,4-3-4 0,-4 0 48 0,4 3 16 15,-8 0-52-15,4 7-4 0,0 2 76 16,0 4 152-16,0 3 100 15,-4 0-140-15,4 0-84 0,4 7-28 0,-4 2 40 16,0 1 12-16,0-1-52 0,-1 4-84 16,2-1-8-16,-1 4-76 0,-5 0-28 15,-2 3-24-15,-1 0-356 0,0 7-276 0,-4 2-140 16,0 4-500-16,0-10-1660 16,-8 19-5329-16</inkml:trace>
  <inkml:trace contextRef="#ctx0" brushRef="#br0" timeOffset="58933.556">15184 5594 10920 0,'0'0'2089'0,"0"0"-689"0,0 0-300 16,0 0-32-16,0 0-124 0,0 0-224 16,0 0-68-16,0 0 84 0,91-26-48 0,-59 19-216 15,8 5-128-15,0-1-52 16,0 0-16-16,7 3-19 0,9-3-1 0,4 0 192 15,12-4-60-15,11 1-220 0,13 0-12 16,8-5 64-16,7-1-136 0,5-1-72 16,-1 0 48-16,1 1-56 0,-9-1-4 15,-3 1-120-15,-8 2 0 0,-4 1 60 16,-13 2-52-16,-8-2 16 0,-6 3-180 16,-14-1-88-16,-3 1 0 0,-12-4-61 15,-4 4-63-15,-4 0-132 0,-4-4-136 0,-5 4-496 16,-2-4-544-16,-10 4-836 15,1 0-1373-15,-8 2-719 0</inkml:trace>
  <inkml:trace contextRef="#ctx0" brushRef="#br0" timeOffset="59160.084">17148 5178 3164 0,'0'0'1384'0,"0"0"2908"0,0 0-3228 15,0 0-160-15,0 0 113 0,0 0 479 16,0 0-228-16,0 0-244 0,84-3-144 15,-68 6-108-15,0 7-152 0,-1-1-124 16,6 4-164-16,-2 3-88 0,-3 0-44 16,5-1-28-16,-6 5-40 0,-3-1-8 15,0-1-64-15,-4 2-60 0,-8 5-8 0,0-3-224 16,-12 4 24-16,-4-1 60 0,-3 4 0 16,-6-4-160-16,1-6-72 15,-4 4-204-15,0-4-88 0,4-7-204 0,-4 1-508 16,5-4-1152-16,3 1-3109 0,-12-10-35 15</inkml:trace>
  <inkml:trace contextRef="#ctx0" brushRef="#br0" timeOffset="66289.918">16108 4292 912 0,'0'0'9588'0,"0"0"-7951"0,0 0-425 16,0 0 96-16,4 67-84 0,-4-42-208 16,0 4-248-16,-4 3-88 15,4-4-368-15,-4 1-56 0,4 0-188 0,-4-1-68 0,4-3-52 16,0 1-120-16,-4-1-296 16,4-3-260-16,0-6-84 0,0-3-152 15,0-3-300-15,0-4-592 0,0-6-601 16,4 0-67-16,0 0-1548 0,-4-6 1280 15</inkml:trace>
  <inkml:trace contextRef="#ctx0" brushRef="#br0" timeOffset="66465.092">16151 4566 756 0,'0'0'796'0,"0"0"-352"0,0 0 5752 15,0 0-4524-15,0 0 273 0,0 0-165 0,0 0-212 16,0 0-380-16,0 0-392 0,92-26-64 16,-68 28-28-16,4 3-52 0,4-5-52 15,0 0-208-15,4 0-292 0,4-7-44 16,0-5-56-16,-1-2-220 0,6-2 0 15,-10 2-408-15,1-6-84 16,-4 7-264-16,-8-3-280 0,0 4-512 0,-8-1-1188 16,-9 4-2197-16,-7-8-1267 0</inkml:trace>
  <inkml:trace contextRef="#ctx0" brushRef="#br0" timeOffset="66648.206">16642 4321 888 0,'0'0'4532'0,"0"0"-392"15,0 0-3184-15,0 0-443 0,0 0 311 16,0 0 164-16,0 0-200 0,0 0-64 15,0 0-116-15,84 57-116 0,-68-47-140 16,-4-2-140-16,-1 6-60 0,-6-5-36 0,-1 4-104 16,-4 6 40-16,-4-3-44 0,-5 6 44 15,-6 3-52-15,-2 1-136 16,-2 2-184-16,-1 1-356 0,3 0-8 0,-2-7-100 16,7 0-248-16,8-6-584 0,4-4-985 15,0-8-1799-15,4-4 600 0</inkml:trace>
  <inkml:trace contextRef="#ctx0" brushRef="#br0" timeOffset="67300.987">17383 3838 7052 0,'0'0'4605'16,"0"0"-4001"-16,0 0 112 0,0 0 556 0,104-50 128 15,-72 39-308-15,-4 5-256 0,0 6-268 16,-9 0-124-16,-3 6-272 0,-4 5-172 15,-4 4 52-15,-8 5-48 0,0 2-4 16,-8 6 60-16,-11 4 52 0,-2 3-28 16,1 0-72-16,-4-3 100 0,9-1-52 15,3-5 16-15,7-4 168 0,5-3-96 16,5-3-88-16,10-7-48 0,6 1 136 0,11-8-100 16,3-2-48-16,1 0 0 0,3 0-256 15,2-2-504-15,-1-4-168 0,-5 0-188 16,1 2-100-16,-4 1-248 0,-8-1-872 15,8-4-2281-15</inkml:trace>
  <inkml:trace contextRef="#ctx0" brushRef="#br0" timeOffset="68716.888">18567 4540 104 0,'0'0'8980'0,"0"0"-7880"0,0 0-199 0,-100 19 335 16,76-12-76-16,4-1-208 0,0-3 60 16,8 4-192-16,4-7-12 0,4 2 0 15,4 2-164-15,0-1-264 0,16 0-148 16,4 4 260-16,12 2 196 0,11 0 116 16,6-2-416-16,7-1-60 0,3-6-119 15,1 0-53-15,0-3-72 0,-5-3-72 0,-7-4 0 16,4 0-8-16,-4-2-4 0,-4-1-132 15,-1 1-76-15,-7-1-133 16,-4 0-231-16,-4 1-208 0,-4-2-236 16,-9 5-424-16,-6 0-696 0,-1 2-984 0,-8-3-2733 0</inkml:trace>
  <inkml:trace contextRef="#ctx0" brushRef="#br0" timeOffset="68946.316">18838 4547 4272 0,'0'0'1044'0,"0"0"2100"16,0 0-1460-16,-24 82-355 0,20-44 299 16,4 6-268-16,0 11-152 0,-4 11-152 0,4 7 312 15,-13 10-568-15,6 2-368 16,-5 1-152-16,-4-3 52 0,4-11-236 16,-1-5-96-16,6-10-96 0,-1-11 32 0,8-15-68 15,0-12 84-15,0-3-164 0,8-10 4 16,3-3 12-16,2-3-308 15,2-3-136-15,2-10-144 0,-2-2-304 0,2-10-576 16,3-5-1132-16,-12 8-2509 0,7-22-990 16</inkml:trace>
  <inkml:trace contextRef="#ctx0" brushRef="#br0" timeOffset="69166.787">18957 4616 5804 0,'0'0'2236'0,"0"0"-484"0,0 0-515 0,0 0 75 15,0 0 16-15,0 0 64 0,20 68-384 16,-20-35-180-16,0 11-84 0,0 5-64 16,0 5-24-16,0 6-264 0,0 4-184 0,0 2 48 15,0 1-256-15,-4-3-4 0,4-4-44 16,-4-2-12-16,4-11-76 0,0-9-84 16,0-6-124-16,0-7 24 0,4-6-260 15,0-6-224-15,-1-6-312 0,1-5-724 16,1-2-904-16,-1 0-1117 0,0-16-2143 0</inkml:trace>
  <inkml:trace contextRef="#ctx0" brushRef="#br0" timeOffset="69349.165">18937 5245 4756 0,'0'0'64'0,"0"0"5732"0,0 0-4275 16,0 0-689-16,0 0 32 15,0 0 364-15,0 0 120 0,0 0-252 0,92-38-204 0,-57 25-128 16,1 0-92-16,4 0-196 0,-4 1-324 15,4-1-152-15,-1 4-132 0,6-1-76 16,-6 0 144-16,1 5-388 0,0-1-432 16,-4 1-500-16,0 5-1000 0,-12 0-2841 15,-5 0-4007-15</inkml:trace>
  <inkml:trace contextRef="#ctx0" brushRef="#br0" timeOffset="70346.371">19515 5654 272 0,'0'0'288'0,"0"0"8748"16,0 0-7255-16,0 0-457 0,0 0-292 0,0 0 296 16,4 70-92-16,0-35-128 0,0 3-180 15,-1 7-272-15,5 2-168 16,1 7-168-16,-1 0-28 0,-1 6-32 0,1-2-80 16,-3-4-104-16,-1-4-68 0,-4-5 0 15,4-11 40-15,-4-1-4 0,0-5-44 16,0-9-12-16,0 0-72 0,0-3 36 0,-4-3-88 15,0-4-196-15,4 1-228 0,0-7-216 16,0 1-124-16,0-4-292 0,0-4-660 16,0-5-256-16,0-4-801 0,4-9-1503 15,-4-7-728-15</inkml:trace>
  <inkml:trace contextRef="#ctx0" brushRef="#br0" timeOffset="70566.023">19555 5772 952 0,'0'0'9888'0,"0"0"-8703"0,0 0-749 16,0 0-40-16,0 0 316 0,0 0 88 16,0 0-116-16,0 0-228 0,80-41-320 15,-69 41-48-15,1 0-88 0,-4 3-100 16,0-1 36-16,-4 5 4 0,0 3-60 16,-4 0 120-16,0-1 140 0,-4 4 8 0,-8 2-16 15,-4 1-132-15,1 3-88 0,-9-3-88 16,3-3-40-16,1 0-236 0,5-6-308 15,3-2-308-15,-4-2-560 0,8-3-709 16,0-6-2607-16,3 0 892 0</inkml:trace>
  <inkml:trace contextRef="#ctx0" brushRef="#br0" timeOffset="70866.014">19869 5591 5988 0,'0'0'4104'0,"0"0"-3716"16,0 0 0-16,0 0 653 0,0 0 403 16,0 0-200-16,32 73-144 15,-32-57-232-15,0 2-384 0,0 1-220 0,0-5-180 0,-4-2-84 16,4-5-60-16,0-1-140 16,0-6-76-16,4 0 276 0,4 0 16 0,0-3 120 15,4-3-12-15,-1-5-124 0,6-1-80 16,-6-1 20-16,2 7 48 15,-1-1-100-15,0 5-28 0,-4 2-72 0,0 0-24 16,-1 7 120-16,2 5 40 0,-5 1 64 16,0-1 8-16,0 1-136 0,3-3-184 15,2-1-484-15,-1-6-624 0,3-3-888 0,2 0-2141 16,-2-12-2111-16</inkml:trace>
  <inkml:trace contextRef="#ctx0" brushRef="#br0" timeOffset="71493.72">19658 4029 144 0,'0'0'10096'0,"0"0"-8231"0,0 0-777 16,0 0-400-16,0 0 84 0,0 0 764 15,44 80-336-15,-21-43-160 16,1 8-104-16,4 2-336 0,0-1-272 0,-3-6 76 0,3-3-208 16,-9-7-196-16,5-5-56 15,0-9-104-15,0-10-24 0,4-2-144 16,4-4-532-16,0-10-504 0,-8 1-1488 0,8-20-4933 16</inkml:trace>
  <inkml:trace contextRef="#ctx0" brushRef="#br0" timeOffset="71653.412">20077 4092 11369 0,'0'0'1768'0,"0"0"-824"0,0 0 4 0,-92 61-192 16,60-32-380-16,-8 5-272 16,4 7-104-16,-4 4-156 0,1 2-68 0,-6 5-16 15,2 4-464-15,11-15-832 0,-32 29-2905 0</inkml:trace>
  <inkml:trace contextRef="#ctx0" brushRef="#br0" timeOffset="75567.673">15638 10737 1228 0,'0'0'9060'16,"0"0"-7015"-16,0 0-273 0,0 0-420 0,0 0 4 15,0 0-140-15,0 0-240 0,0 0-216 16,0 0-196-16,0 0 104 0,0 0-240 16,0 0 193-16,75-6-125 0,-30 9-184 15,-2 0-56-15,9 1-40 0,-1-1-56 16,2-3-28-16,-1 0 24 0,-1-3-24 0,5-4-8 16,-4-2-52-16,0-1-72 0,-1 1-4 15,-7-4-44-15,0 1-52 16,0-1-104-16,-8 0-244 0,-4 1-108 0,-4-2-244 15,-9 9-185-15,1-6-639 0,-12 5-1112 16,1 0-2104-16,-9-1-2333 0</inkml:trace>
  <inkml:trace contextRef="#ctx0" brushRef="#br0" timeOffset="75814.815">16407 10388 10768 0,'0'0'1761'16,"0"0"-549"-16,0 0-60 16,0 0 736-16,0 0-648 0,0 0-192 0,92 19-372 0,-69-8-296 15,1-3-88-15,-4 9-96 16,4-5-96-16,-8 4-100 0,0 3-48 16,-8 0-112-16,0 3-20 0,-8 6 80 0,0 1-60 15,-12 7 28-15,-4-5-176 16,0 1-72-16,-4-1-24 0,1-2-104 0,-5-7-184 15,0 3-416-15,-4-1-716 0,0-3-748 16,-4 2-2637-16,8-9-1007 0</inkml:trace>
  <inkml:trace contextRef="#ctx0" brushRef="#br0" timeOffset="77932.401">17571 10341 6612 0,'0'0'1896'0,"0"0"2109"16,0 0-2757-16,0 0-348 0,0 0-16 0,0 0 420 15,0 0-112-15,0 0-240 0,0 0-216 16,0 0 92-16,0 0-316 16,0 0-108-16,90-35-27 0,-53 32 71 15,7 0-60-15,0-4-180 0,-1 4-112 0,1-6-36 16,0 2 36-16,0-3-36 16,4 1-48-16,-1 0-4 0,5-5-8 0,-4 2-4 15,-4-4-4-15,-1 6-52 0,-2 1-12 16,-5 0-12-16,-8 5-52 0,-9 4-68 15,-3 0-64-15,-8 4-56 0,-4 5-57 16,-4 5 65-16,0 5 124 0,-12-1 8 16,1 8-84-16,-10 2 12 0,-3 4-12 0,-4-1-88 15,0 4 4-15,-7 1 8 16,-1 5-40-16,-4-3 100 0,0 3 208 0,-4-3 76 16,-4 4 100-16,5-4 60 0,-1 0-28 15,0-1-80-15,4 2 132 16,5-4-60-16,3-3 36 0,4-4-28 0,8-3 100 15,8-6-48-15,3-6 12 0,9-4-48 0,0 1-12 16,5-4-40-16,11 0 100 0,8 1 192 16,0-1 4-16,8-2-16 0,-1-2-47 15,9-2 35-15,0-2-64 0,4-8-20 16,-1-3-76-16,2 1-32 16,-2-4-88-16,1 3-36 15,-4 1-48-15,0-5-40 0,-5 8-56 0,-7-3-52 0,0 1-212 16,-7-1-188-16,-2-1-145 0,-3 5-71 15,-4-6-420-15,-4 4-984 0,-4 1-2272 0,0-7-3161 16</inkml:trace>
  <inkml:trace contextRef="#ctx0" brushRef="#br0" timeOffset="78143.964">18483 10359 8308 0,'0'0'2472'0,"0"0"-1083"0,0 0-1017 16,0 0-204-16,0 0 776 0,0 0 712 0,0 0-496 16,-84 80-476-16,64-54-460 0,-8 2-112 15,0 7-100-15,-3 0 36 0,-1 1-48 0,-8 1-136 16,3 1-72-16,-2 0-32 0,-1 0-268 16,5-3-260-16,-1 0-392 15,3-4-736-15,1-1-1221 0,13-11-2923 0</inkml:trace>
  <inkml:trace contextRef="#ctx0" brushRef="#br0" timeOffset="78514.998">18527 11014 1884 0,'0'0'2008'0,"0"0"3348"0,-9 69-4064 0,9-33 49 0,0 9 15 16,0 5 216-16,0 4-132 0,0 6-332 15,4 4-304-15,1-1-372 0,-5 1-220 16,4 0-56-16,0-4-144 0,-4-7-12 16,0-5-8-16,0-7-76 0,4-12-40 15,-1-6 52-15,1-9-28 0,0-3-296 16,0-8-432-16,-4-3-68 0,5 0-276 16,-1-10-804-16,-4-6-1017 0,0-7-2915 15,4 4 1493-15</inkml:trace>
  <inkml:trace contextRef="#ctx0" brushRef="#br0" timeOffset="78765.093">18542 11087 9596 0,'0'0'1641'0,"0"0"-613"0,0 0-8 0,0 0 468 16,0 0-292-16,88-41-356 0,-68 38-316 15,0-1-128-15,0 4-136 0,-5 0-36 16,-2 0-64-16,-1 0-100 0,-5 4-56 15,2 4 4-15,-9-1-8 0,0 6 0 0,-4 3-4 16,-8 6-60-16,-4 0-160 0,-4 0-48 16,-4-3 12-16,0 4 60 0,-3-7 4 15,3-1-168-15,3-2-96 0,1-4-184 16,5-2-184-16,3-4-252 0,3 1-744 16,2-4-1249-16,7-4-3451 0,-4-3 4852 15</inkml:trace>
  <inkml:trace contextRef="#ctx0" brushRef="#br0" timeOffset="79445.419">18842 10799 7172 0,'0'0'3897'0,"0"0"-1869"0,0 0-668 0,0 0-240 15,0 0 324-15,0 0-132 0,0 0-264 0,0 0-240 16,0 0-272-16,0 0-196 0,31 75-84 16,-27-56-96-16,-4 0-80 0,0 0-80 15,0-3-48-15,0-6-36 16,0-3 20-16,0-2-8 0,4-5 0 0,-4 0-24 15,0 0 20-15,0 0-32 0,4 0-40 0,0-3-96 16,4-6 160-16,4-1 80 0,3-6 4 16,-2 0-84-16,-1 1-40 0,0 2 52 15,0 2 12-15,-5 3-52 0,6 2-12 16,-9 2 40-16,4 4 84 0,-1 0 196 16,-3 4-24-16,5 2-24 15,-5 2-40-15,0 6-24 0,-1-1-36 0,-3-1-36 16,4 1-12-16,-4 0-76 0,0-1-132 15,0 1-208-15,0-1-108 16,0 2-252-16,0-2-424 0,-4 4-1068 0,1-4-2445 0,-1 4-3567 16</inkml:trace>
  <inkml:trace contextRef="#ctx0" brushRef="#br0" timeOffset="79672.6">19315 11189 12585 0,'0'0'4540'0,"0"0"-3956"15,0 0-572-15,0 0 100 0,0 0 528 0,0 0 260 0,0 0-80 16,0 0-492-16,92 3-252 16,-60-10-76-16,0 0-112 0,-1 1-316 15,-3-2-232-15,0-3-164 0,0 5-216 16,-3-7-748-16,-1 1-2304 0,-5 2-2153 15,5-9 838-15</inkml:trace>
  <inkml:trace contextRef="#ctx0" brushRef="#br0" timeOffset="79863.706">19929 10871 1200 0,'0'0'11401'0,"0"0"-8569"16,0 0-1764-16,0 0-756 15,-4 76 224-15,4-51 652 0,0 4-304 0,0 0-344 16,4-1-332-16,0 1-200 0,3 3-8 16,-2 2-8-16,3 8-104 0,-4 2-108 15,0-2-84-15,-4-8-496 0,4-5-348 16,-4-9-440-16,3-8-1348 0,2-6-3501 0</inkml:trace>
  <inkml:trace contextRef="#ctx0" brushRef="#br0" timeOffset="81065.445">19176 6959 1656 0,'0'0'1032'0,"0"0"5676"0,0 0-4863 15,0 0 15-15,0 0-424 0,0 0-404 16,0 0-348-16,0 0-136 0,0 0 184 16,16 65 12-16,0-25-188 0,0 7-28 0,4 17 48 15,-5 3-64-15,6 6-72 0,-5 6-16 16,-4 5-8-16,3-2-75 15,-10 3-137-15,-1 4-108 0,-4-4-24 0,0-1-72 16,0-5-72-16,-4-7 12 0,-1-11 0 16,-3-7 0-16,4-13 0 15,4-8-24-15,-3-15-149 0,3-3-255 0,0-8-96 0,0-3-64 16,0-4-108-16,0 0-192 16,0-4-392-16,-4-3-404 0,0-5-564 15,0-3 63-15,-9-8 149 0,2 1-36 0,-2 0 140 16,2 3 1812-16,3 3 180 0,4 10 2212 15,-1 1 436-15,5 5-155 16,0 5-677-16,0 7-348 0,9 4-384 0,3 6-180 16,-1 4-196-16,9 2-152 15,-3 1-124-15,-2-2-164 0,2-3-96 0,2-2 52 16,-6-6-4-16,2-4 72 0,1-5 188 16,0-1-20-16,4-6-104 0,0 0-176 15,0-9-180-15,4-4 0 0,-4-10-304 0,-1-2-144 16,5-3-104-16,-3-5-84 0,-2-5-312 15,-3-3-528-15,0 13-1620 0,0-23-3505 16</inkml:trace>
  <inkml:trace contextRef="#ctx0" brushRef="#br0" timeOffset="81533.844">19817 7163 10392 0,'0'0'4329'16,"0"0"-3785"-16,0 0-408 0,0 0 168 16,-83 66 400-16,59-37 428 0,0-1-252 15,4 1-376-15,0 3-296 0,4-7-48 0,8 0 52 16,0 2-16-16,8-9-52 15,0 1 40-15,4-2 112 0,13-3 164 16,2 2-276-16,9 0-120 0,0-4-64 0,4 5-108 16,3-1-148-16,-7-3 72 0,0 2 16 15,-3 1 20-15,-6 3 72 16,-3 3 68-16,-8 2 4 0,-8 4 4 0,-4 0 40 0,-11 4-40 16,-9 3-196-16,-4 0-208 15,-8 0-200-15,-9 0-284 0,2-7-652 16,3-2-2332-16,-19 2-4757 0</inkml:trace>
  <inkml:trace contextRef="#ctx0" brushRef="#br0" timeOffset="84502.153">13897 12500 4212 0,'0'0'2004'0,"0"0"1528"15,0 0-2123-15,0 0-141 0,0 0-4 16,0 0 220-16,0 0-200 15,0 0-548-15,0 0-340 0,3 0-160 0,6 22 368 16,3 9 24-16,-1 11-40 0,2 6-148 0,2 6-108 16,-2 2-40-16,-6 5-60 0,1 3-36 15,-4 2-188-15,-4 1-8 16,0-7-76-16,0-3 16 0,-4-9-24 0,4-13 24 16,0-6-16-16,0-11 4 0,0-8 0 15,0-3-16-15,4-4-20 0,0-3 24 16,5 0-28-16,-2 0 112 0,5-10 0 15,0-6 80-15,4-3-80 0,0 0-124 16,-4-4 28-16,4 4-28 0,-4 7-12 0,-1 3-72 16,6 2-12-16,-1 7 104 0,-4 0 116 15,3 3 212-15,2 3-152 0,-2 5-48 16,-6-3 60-16,2 3 52 0,-3 1-28 16,1-3-32-16,-5 3 56 0,-4 2-8 15,0-4 8-15,0 2 28 0,-4 1-40 0,-5 0 16 16,-3-1 8-16,1-2-20 0,-5-1 20 15,-5 1-20-15,2-4-112 16,-5 1-8-16,0-5-104 0,0 3-92 16,0-5-28-16,0 0-196 0,0-5-124 0,0-1-108 15,5-6-68-15,-1-1-188 0,8-3-636 16,8 0-2484-16,4 3-2769 0,4-2 2549 0</inkml:trace>
  <inkml:trace contextRef="#ctx0" brushRef="#br0" timeOffset="84866.643">15108 12862 416 0,'0'0'328'0,"0"0"7852"15,0 0-5419-15,0 0-881 0,0 0-296 16,0 0-300-16,0 0-52 0,0 0-156 16,0 0-8-16,12 82-308 0,-8-43-116 0,4 1 85 15,-8-1-193-15,3 2-260 0,-3-3-168 16,0 0-108-16,0-1-56 0,-3-1-28 15,-1-7-144-15,0-7-112 0,0-6-137 16,4-10-67-16,0-3-128 0,0-3-84 16,0 0-192-16,0-3-808 0,0-3-1316 0,0-4-2573 15,0-6-1331-15,0 7 6636 0,0-13-627 16</inkml:trace>
  <inkml:trace contextRef="#ctx0" brushRef="#br0" timeOffset="85066.438">15188 13075 3208 0,'0'0'8869'0,"0"0"-7261"0,0 0-756 15,0 0 180-15,80-26 600 0,-49 26-248 16,1 0-252-16,12 0-84 0,4 0-124 16,8 0-119-16,8 0-177 0,-1 0-240 15,1 0-160-15,7-6-36 0,-3 3-20 0,4-4-112 16,4-3-56-16,0-2 0 0,-1-4 8 16,0 0-12-16,-2 1-60 15,-10-5-184-15,-3 1-224 0,-4-3-260 0,-5 3-145 16,-10 0-39-16,-6 3-212 0,-10-3-772 15,-10 5-1184-15,-11 6-2545 0,-8-5-2727 16</inkml:trace>
  <inkml:trace contextRef="#ctx0" brushRef="#br0" timeOffset="85265.084">16335 12697 2980 0,'0'0'6900'0,"0"0"-4207"0,0 0-1609 16,0 0-388-16,0 0 188 0,0 0 724 0,0 0-576 15,91-13-440-15,-63 22-160 16,0 4-40-16,0 6 16 0,0 0 56 15,-4 3-148-15,-4 1-120 0,-4-1-88 0,-4 3 4 16,0-3-100-16,-8 4 60 0,0-1-72 16,-4 0 0-16,-4 1-172 15,-8 3-96-15,-4-2-60 0,0 6-76 0,0-7-60 16,-8-1 8-16,4 0 36 0,-3-6-184 16,-1-3-404-16,0 0-1028 0,-4-6-2709 0,8-1-3571 15,-16-6 7040-15</inkml:trace>
  <inkml:trace contextRef="#ctx0" brushRef="#br0" timeOffset="86004.443">17610 12751 5860 0,'0'0'3108'0,"0"0"-1091"0,0 0-629 16,0 0 368-16,104-7-28 0,-56 10-400 0,3 7-272 15,1-1-332-15,-4 1-108 0,-4 3-128 16,-12-5-96-16,-4 3-148 16,-12-3-84-16,-4 6-76 0,-5-1-12 0,-7 2 28 15,0 5-96-15,-7 2-4 0,-10 3-112 16,-2 3-120-16,-5 2-48 0,0-2 60 16,-8 4 76-16,4-7 80 0,0 0 56 15,0-2 8-15,1 0 64 0,7-9 32 0,-1-1-92 16,10-3 56-16,3-3 40 15,3-7-28-15,5 3 0 0,0-3 64 16,5 0 72-16,7 3-64 0,4-1 4 0,7 2-16 16,5-4 88-16,4 0-76 0,0 0-20 15,0 0-116-15,3-6-8 16,6-7 0-16,-2 1-244 0,1-1-400 0,0-4-320 0,0 2-388 16,-8 2-1388-16,7-3-4301 0</inkml:trace>
  <inkml:trace contextRef="#ctx0" brushRef="#br0" timeOffset="86815.751">18873 12586 4680 0,'0'0'3904'15,"0"0"-1592"-15,0 0-1127 0,-12-80-201 0,8 64 340 16,-4 4 680-16,8 5-216 16,-4 4-360-16,4 3-472 0,0 0-324 0,0 0-160 15,0 3-67-15,0 4-5 0,0 12-40 16,0 9 28-16,0 11 180 15,0 11-132-15,-3 4-160 0,-5 0-72 0,-5-4-44 0,2 5-88 16,-2-7-72-16,-2-1-44 16,2-3-4-16,-2-6-76 0,7-2 40 15,-1-11 36-15,5-6 36 16,1-10-84-16,3-2-12 0,0-1-60 16,0-6-64-16,7 0-68 0,6 0 84 0,-2-3 56 15,10-3 28-15,3-7 60 0,4-3 24 0,4 0 0 16,-5 0-60-16,4 3-40 0,-3 4 16 0,0 6 24 15,-3 0 32-15,3 3 16 16,-8 6 0-16,3 3 24 0,-3 1 36 16,-3 0 132-16,-2 2-68 0,-7-2 44 0,0-4 108 15,-8 4-32-15,0-1 32 16,0 1-12-16,-4-4-44 0,-4 4-16 0,-7-1-12 16,-6-2-132-16,-3 2-12 0,-8-6-276 15,4 4-196-15,-7-5-172 16,3-2-21-16,-4 5-251 0,-3-5-748 15,-2 0-1264-15,-6 0-2693 0,11 0-3439 16</inkml:trace>
  <inkml:trace contextRef="#ctx0" brushRef="#br0" timeOffset="95149.675">15953 5756 12817 0,'0'0'1516'0,"0"0"-772"0,0 0-88 16,91-22 376-16,-63 16-252 0,-4 2-320 0,-4 4-128 15,-4 0-108-15,0 4-52 16,-8 2 0-16,0 7 12 0,-4 3-12 0,-4 2-12 16,0 5 48-16,0 2-12 0,-4 7 12 15,0-1 136-15,-5 1 228 0,6 0-132 16,-1 3-236-16,4-4-32 0,0-2-3 15,4 0 51-15,8-4-4 0,4-2 52 0,4-4-124 16,4-3-60-16,8-7-32 0,0-6 56 16,7-3-96-16,5-3 0 0,0-6-12 15,-1-7-72-15,-2-7-24 0,-1-3-356 16,-9-2-301-16,1 0-183 0,-8-4-128 16,-8 3-632-16,-4 7-2600 0,-12-9-4297 15</inkml:trace>
  <inkml:trace contextRef="#ctx0" brushRef="#br0" timeOffset="95323.697">16383 5680 8748 0,'0'0'4433'0,"0"0"-3377"0,0 0-436 0,0 0-80 16,0 0 644-16,-20 70 20 0,20-39-116 16,8 8-328-16,0 5-244 0,4 7-188 0,-5 6-96 15,2 3-72-15,-1 6-100 0,-4 5-60 16,-4-5 0-16,0-3-220 15,0 2-416-15,-4-11-392 0,0-1-428 0,-4-1-1276 16,3-5-2981-16,2-16-1695 0,-9 17 6140 16</inkml:trace>
  <inkml:trace contextRef="#ctx0" brushRef="#br0" timeOffset="97321.472">15904 9192 3664 0,'0'0'1732'0,"0"0"2272"0,0 0-2908 16,0 0-11-16,0 0-225 0,0 0 260 15,0 0-64-15,0 0-124 0,0 0-240 16,-35 84-152-16,35-51-4 0,0 2 8 0,0 3 72 16,8 0-120-16,0 4-32 0,4-5-84 15,0-2-36-15,0-3-52 0,-1-4-96 16,2-5-76-16,2-4-44 0,-2-4 8 16,-1-4-24-16,4-2 12 0,-1-4-8 15,6 0 20-15,-6-5-80 0,5-7 116 16,4-3 40-16,0-5-160 0,0-5-60 0,0-2-220 15,0-3-148-15,-5-4 40 0,5 4 20 16,-3-4 48-16,-6-2 40 0,5 2-64 16,-8 0 72-16,-3-2 100 0,-2 2 24 15,-7-3 76-15,0 7 24 0,0 0 48 16,0 0 8-16,-4 6 64 0,-3 2-68 16,2 2 4-16,-3 5 52 0,4 3 28 15,-3 1 36-15,-2 6 24 0,1 0 72 0,1 0-120 16,-5 6-88-16,3 4 48 0,-2 2 76 15,-6 4-16-15,10 7 40 16,-9 3-24-16,4 2-28 0,0 7 16 0,-1 6 12 16,2 0-28-16,-1 7-104 0,-4 0 8 15,4-1 36-15,0 4-48 0,4-3-72 16,-4 2 24-16,4-2-24 0,4-1 56 16,4 5-32-16,0-2-84 0,9-2-64 15,2 0 12-15,6-4 0 0,-6-4-196 0,5-4-164 16,4-1 100-16,-4-3-152 0,4 0-224 15,0-4-340-15,-5 4-776 16,2-3-1065-16,-6-1-2787 0,-2-6 1180 0,-5 7 4540 0</inkml:trace>
  <inkml:trace contextRef="#ctx0" brushRef="#br0" timeOffset="127380.462">20909 5143 1840 0,'0'0'8720'16,"0"0"-7547"-16,0 0-737 0,0 0 384 15,0 0 388-15,0 0-324 0,0 0-76 16,0 0-92-16,-32-19 8 16,48 12-20-16,0 4-100 0,8 0-96 0,4-3-44 15,4 4-60-15,4-3-36 0,3 3-124 16,6-2 12-16,6 1-24 0,5 0-28 0,8 1 4 16,7-3-12-16,9-4-51 0,4 3-1 15,8-1-144-15,-4 1-12 16,3 0-36-16,-8-1-12 0,-3 1 60 0,-5 3 0 15,-2-3-8-15,-9 6-41 0,-5 0 49 16,-4 0-72-16,-6 0-112 0,-6 0-300 16,-11 0-40-16,-8 0 84 0,-4 0-64 0,-4 0-144 15,-8-7-204-15,-4 1-452 16,0-3-516-16,-4-4-864 0,-4 3-2157 16,-16-7-1955-16</inkml:trace>
  <inkml:trace contextRef="#ctx0" brushRef="#br0" timeOffset="127652.997">22268 4759 1356 0,'0'0'8336'0,"0"0"-6851"16,0 0-573-16,0 0-168 0,0 0 184 16,0 0 680-16,88 2-612 0,-57 9-200 0,1 1-100 15,0 1-164-15,0 3-164 0,0 0-120 16,-4 3-52-16,0 0 0 0,-4 3-60 15,-5-2-88-15,-6 5-4 0,-6-3-40 16,-3 7-4-16,-4 2 0 0,-15 1 0 16,-5 4-88-16,-5-6 0 0,-6 9-20 15,-5-7-76-15,0-1 0 0,1-2-4 0,-2-4-80 16,5-6-140-16,5 3-124 0,-1-5-192 16,8-5-252-16,3 1-436 15,2-7-920-15,3 3-1857 0,4-2-1299 0,-4-4 3029 16</inkml:trace>
  <inkml:trace contextRef="#ctx0" brushRef="#br0" timeOffset="142602.07">15837 3714 9096 0,'0'0'788'0,"0"0"2413"0,0 0-1901 0,0 0-468 16,0 0-280-16,0 0 92 15,0 0 292-15,0 0-32 0,-68-32-140 16,65 42-116-16,-9 10-60 0,3 2-28 15,5 12-48-15,-3 11-108 0,7 9-75 0,-4 3-77 16,4 7-68-16,0 2-4 0,-4-3-36 16,-1 2-20-16,-3-2-124 0,1-3-36 15,-10-4-28-15,6-1 64 0,-1-7-4 16,3-10 0-16,2-6 4 0,3-10-72 16,4-6-36-16,0-6-60 0,0-8-76 15,4-2 12-15,0 0 76 0,4-6 71 16,8-6 85-16,-5-5 4 0,6-4-4 15,3-2 4-15,-5-3-4 0,2 4-76 0,-2 10-20 16,2-1 12-16,-6 10-88 0,1 3-20 16,0 0 132-16,4 3 52 0,-4 10 4 15,4-4-48-15,-4 1 44 0,0 3 8 16,-1-1 12-16,-2-3 40 0,-1 4-4 16,-4-3 12-16,0 0 12 0,-4-5 52 15,0 6 8-15,-8-2 36 0,-4 1-56 0,-8-1-104 16,-4 4-8-16,-4-4-92 0,0 1 4 15,-4-4 40-15,4-3 0 0,5 0-172 16,-1-3 28-16,4-6-176 0,0-6-180 16,8-5-224-16,0-6-12 0,12-2-692 0,0-6-580 15,4 10-908-15,20-18-2861 0</inkml:trace>
  <inkml:trace contextRef="#ctx0" brushRef="#br0" timeOffset="143279.426">16937 3959 9096 0,'0'0'1564'0,"0"0"-403"16,0 0-213-16,0 0 248 0,0 0-44 15,0 0-84-15,0 0-152 0,0 0-148 0,0 0-272 16,0 0-68-16,0 0 40 0,-8 42 72 16,8-1-64-16,0 3-108 0,0 4-76 15,4 0-24-15,-4-1-60 0,4-3-124 16,-4-3-24-16,0 1-56 0,0-4 0 15,0-6 8-15,-8-4-12 0,8-3-84 16,-4-6 12-16,-1-3 20 0,5-6-32 0,0-3-48 16,0-4-124-16,0-3-72 0,9 0 20 15,3-10 52-15,4-5 48 16,3-5 84-16,6-2-8 0,-5 0-4 0,-1 3 24 16,-2 6 100-16,-6 7-84 0,5 2 48 15,-4 4 48-15,1 4 160 0,-2 5 52 16,1 1-4-16,-4 2-64 0,0 1-56 0,-4 3-76 15,4-4 48-15,-4 1 40 16,-4-3-52-16,0-1 12 0,0 1 100 0,0-3 24 16,-4-1 8-16,-8 0-20 0,0 1-76 15,-8-1-96-15,0-3-116 0,-4 0-80 16,-4-1 24-16,1-2-120 0,-6 5-208 16,6-5-224-16,-5 0-548 0,0-7-1040 15,12 4-3293-15,-24-6-3887 0</inkml:trace>
  <inkml:trace contextRef="#ctx0" brushRef="#br0" timeOffset="145562.047">14359 12332 5988 0,'0'0'1208'0,"0"0"4041"0,0 0-3873 16,0 0-312-16,0 0-208 0,0 0-188 15,0 0-104-15,0 0-8 0,0 0-8 16,-8 18-44-16,8-2-24 0,0 7-100 0,0-1-36 16,0 6-28-16,-4 4-44 15,0-3-28-15,-4-4-184 0,4 3-60 0,0-2-4 16,0-3-104-16,0-4-164 0,0-4-496 15,0-2-464-15,1-4-644 0,-2-2-3000 16,1-1-5265-16</inkml:trace>
  <inkml:trace contextRef="#ctx0" brushRef="#br0" timeOffset="146372.497">19224 12366 11669 0,'0'0'1932'0,"0"0"-852"0,0 0 176 15,0 0 24-15,0 0-204 0,0 0-436 16,0 0-356-16,-16 70-160 16,12-54 36-16,-1 0-4 0,2 0-116 0,3 0-40 0,-8-1-100 15,4 2-108-15,-4-5-344 16,4 4-512-16,-4-4-620 0,0 2-2432 16,0-9-4329-16,-4 8 5537 0</inkml:trace>
  <inkml:trace contextRef="#ctx0" brushRef="#br0" timeOffset="154591.584">23332 4432 1828 0,'0'0'6616'0,"0"0"-5180"15,0 0-299-15,0 0-301 0,0 0 60 16,0 0 140-16,0 0-12 0,0 0-52 15,0 0-220-15,0 0-200 0,0 0-20 0,0 0 36 16,0 0 12-16,4 0-212 0,4 0-232 16,3 0 12-16,9-3 148 0,8 3 32 15,8-3 16-15,0 0-52 0,4 3-72 16,0-4-52-16,3 1 16 0,2-3-24 16,-2-1-76-16,2 0-12 0,-2-1-32 15,-4-2-40-15,2-2 0 0,-9 2-8 0,0 0-40 16,-9 4-36-16,-3-3-100 15,-3 6-132-15,-6-4-136 0,-7 3-48 16,0 4-64-16,-4 0-184 0,-4 0-528 0,-4 0-964 16,-4 4-2397-16,-15 6-2991 0</inkml:trace>
  <inkml:trace contextRef="#ctx0" brushRef="#br0" timeOffset="154879.575">23574 4457 5380 0,'0'0'144'0,"0"0"4056"0,0 0-3180 15,0 0 9-15,0 0 19 16,0 0 292-16,0 71-4 0,9-40-140 0,-1 1-324 0,3 9-216 16,-2 4-152-16,-1 6-84 0,-5 2-76 15,-3 1-52-15,0 3-72 16,0 4-160-16,-3-7 64 0,-1 0-52 0,-4-4 64 15,3-5-52-15,-3-7-84 16,5-6-4-16,-1-7 0 0,0-3-44 0,0-3 0 16,4-6-16-16,0-4-20 0,-5-6-40 15,5 1-96-15,0-4-256 0,0 0-164 0,0-4-224 16,0-4-64-16,0-5-416 0,9-10-844 16,-5 7-2105-16,7-21-2295 0</inkml:trace>
  <inkml:trace contextRef="#ctx0" brushRef="#br0" timeOffset="155156.153">23671 4572 2384 0,'0'0'1980'0,"0"0"2476"0,0 0-2800 0,0 0-315 16,0 0-141-16,0 0 100 0,0 0-316 0,0 0-232 15,0 0 16-15,0 0-84 0,11 98-236 0,-3-59-92 16,-4 5-20-16,0 4-56 15,1 5-120-15,-2 2-24 0,-3-5-64 0,4 1 4 16,-4-7 20-16,4-2-84 16,0-7 64-16,0-5-64 0,-4 0-12 0,4-5 8 15,1-6 60-15,-2 0-68 0,-3-6-60 16,0-3-52-16,0-3-120 0,0-5-432 0,0 1-348 16,0-3-184-16,0 0-344 15,0-3-660-15,0-4-1981 0,0-5-1559 16,-3 2 3836-16,-2-12 1105 0</inkml:trace>
  <inkml:trace contextRef="#ctx0" brushRef="#br0" timeOffset="155357.942">23639 4968 1148 0,'0'0'784'0,"0"0"2328"16,0 0-260-16,0 0-1196 0,0 0-492 15,0 0-43-15,0 0 323 0,0 0-44 16,0 0-220-16,95-65-272 0,-71 60-252 0,0 3-196 15,4-2-188-15,0 1-124 0,-4 0-140 16,4 3-8-16,-5 0-48 16,5-2-52-16,-4 2-120 0,4 0-352 0,0 0-524 0,0 0-340 15,0 0-1100-15,-4 0-3013 16,-1 0-619-16</inkml:trace>
  <inkml:trace contextRef="#ctx0" brushRef="#br0" timeOffset="158414.575">20846 10858 2344 0,'0'0'1564'16,"0"0"3792"-16,0 0-3147 0,0 0-621 15,0 0-304-15,0 0-248 0,0 0 24 0,0 0-104 16,0 0-212-16,0 0-212 16,20 0-92-16,-1 0 4 0,1 4-40 15,12-4 72-15,4 3-60 0,3-3-124 0,6 0-24 16,2 0-124-16,9 0 16 0,4-7-40 15,4 0 25-15,7-5-21 0,5-1 8 16,-1-2-60-16,9-2-72 0,8-1-4 16,-4-1 4-16,-4 3-48 0,-1-3 48 0,-3 0-60 15,-13-1-84-15,-3-1-16 0,-8 2-145 16,-8 2-107-16,-8 4-308 0,-8-1-232 16,-8 3-220-16,-5 1-552 0,-10 1-1012 15,-9 3-2093-15,-5 2-1807 0,-3 2 4368 16</inkml:trace>
  <inkml:trace contextRef="#ctx0" brushRef="#br0" timeOffset="158631.157">22096 10515 4644 0,'0'0'768'0,"0"0"3240"15,0 0-3180-15,0 0-184 0,0 0 449 16,0 0 379-16,0 0-192 0,0 0-572 16,0 0-368-16,0 0 8 0,60-3 20 15,-36 13-56-15,4 5 24 0,0 1 124 16,4 3 208-16,-4 1-100 15,0-1-288-15,-8-4-196 0,-1 2-84 0,-6-5-60 0,-2 4-4 16,-3-4-8-16,-8 5-16 0,0-5-108 16,0 7 60-16,-15 0 0 0,-2 3-124 15,-2 0-220-15,-9 4-168 0,0 0-36 16,-4-1-312-16,-3-3-952 0,-2-3-2677 0,14-3-3299 16,-26 0 7324-16</inkml:trace>
  <inkml:trace contextRef="#ctx0" brushRef="#br0" timeOffset="160214.349">23284 10182 3464 0,'0'0'432'0,"0"0"6657"0,0 0-4861 15,0 0-600-15,0 0-256 0,0 0 272 16,0 0-276-16,0 0-388 0,0 0-356 16,0 0 68-16,99-6 85 0,-51 6-281 0,8 0-156 15,4 0-148-15,0-7-44 16,-1 1-28-16,-3 0-48 0,0-4-60 16,-4 3-4-16,-5 1-8 0,-6 3 0 0,-6-3-60 15,-7 6-24-15,-12-3-100 0,-4 3-92 16,-12 0-16-16,0 3-72 0,-4 9-72 15,-8 4 143-15,-12 10 173 0,-8 8 12 16,-4 4 96-16,-3 7-88 0,-6 6 88 16,-2 1 12-16,-1 4 4 0,4 1 60 15,0 0 32-15,8-2 24 0,8-5 161 0,5-6-13 16,11-5-64-16,8-11-8 0,4-2 8 16,4-7-8-16,12 0-28 15,7-6-12-15,10-4 16 0,3-4-4 16,7 2 12-16,5-7-48 0,3 0-56 0,2-9-76 15,-1 0-12-15,-5-5-148 0,1-1-164 16,-8 3-232-16,-8-5-136 0,-4 2-37 16,-4-1-183-16,-5-1-496 0,-6 5-1564 0,-10-7-3869 15</inkml:trace>
  <inkml:trace contextRef="#ctx0" brushRef="#br0" timeOffset="160412.084">24156 10325 3372 0,'0'0'10473'0,"0"0"-9169"16,0 0-1128-16,0 0-168 15,0 0 520-15,-96 82 692 0,72-60-8 0,1 7-668 16,-1 0-508-16,-4 2-36 0,0 1-112 16,0 6-24-16,-8 0-108 0,5 4-140 0,-5-4-200 15,4 3-272-15,0-3-428 0,8-12-1232 16,-4 9-3513-16</inkml:trace>
  <inkml:trace contextRef="#ctx0" brushRef="#br0" timeOffset="160933.706">24635 10881 11053 0,'0'0'1976'0,"0"0"-808"0,0 0-256 0,3 83 92 16,1-43-12-16,0 7-100 0,0 8-188 16,1-1-224-16,-1 4-172 0,3 5-40 15,-7 0-72-15,4 1 48 0,-4-1-36 16,0-9-24-16,4-3-64 0,-4-13 4 0,4-6-112 16,5-7-12-16,-5-6-116 0,3-3-128 15,-3-10-72-15,0 1-200 0,0-7-220 16,0 0-336-16,1-4-548 0,-2-8-920 15,-3-7-1869-15,4-7-1295 0,-4 5 2133 16</inkml:trace>
  <inkml:trace contextRef="#ctx0" brushRef="#br0" timeOffset="161146.327">24691 11001 5956 0,'0'0'2264'0,"0"0"773"0,0 0-1345 0,0 0-748 15,0 0 68-15,0 0 248 16,0 0-184-16,0 0-260 0,83-51-172 0,-67 58-188 15,-1 2-76-15,-2 1-12 0,-5-1-40 16,-1 5-108-16,2-2-24 0,-9 3-64 16,0 2-128-16,0-2-4 0,-5 5-140 0,-6-2-228 15,-5 1-204-15,-4 0 20 16,0-3-52-16,0 0-100 0,-4-4-164 0,4-5-212 16,5-3-192-16,-2-4-612 0,6 0-1037 15,3-11-2947-15</inkml:trace>
  <inkml:trace contextRef="#ctx0" brushRef="#br0" timeOffset="161530.384">25013 10876 8436 0,'0'0'1992'0,"0"0"-831"0,0 0 43 0,0 0 348 15,0 0-164-15,0 0-444 0,0 0-408 0,0 0-216 16,0 0-44-16,0 0-56 0,72-8 28 15,-68 16-112-15,-4 6-88 16,0 2-36-16,0 0-12 0,-4 3-56 0,-5 4 8 0,2-2-16 16,-5-2-36-16,7-3-8 15,-2-6 44-15,3-3 4 0,4-5 56 16,-4-2-48-16,4 0-56 0,0 0-32 16,0 0 80-16,0-2 60 0,0-3 0 15,4-1 92-15,4-2 44 0,0-6-36 16,0 2-28-16,3-2-24 0,-2 2-48 0,3 3 0 15,-5-1-12-15,1 4-60 0,-3-1 20 16,3 4-20-16,-4 0-64 16,-1 3 96-16,1 0 40 0,0 0 76 0,5 0 24 15,-5 3-32-15,0 0-68 0,-1 4-8 16,1-4-104-16,0 3-24 0,-4 1-384 16,0 0-252-16,0 1-476 0,0 2-972 15,-4 7-2917-15,0-9-1675 0,-12 9 5861 16</inkml:trace>
  <inkml:trace contextRef="#ctx0" brushRef="#br0" timeOffset="162341.691">25160 10925 1668 0,'0'0'1148'0,"0"0"4472"16,0 0-4184-16,0 0-339 0,0 0-245 0,0 0 272 15,0 0 188-15,0 0-340 16,0 0-168-16,0 0-284 0,0 0-296 15,4 3-100-15,-4 0-12 0,0-3-112 0,4 3-24 16,0 0 24-16,5 1 84 0,-2 2-72 16,-3 0 36-16,4 0-48 0,-4 1 4 15,1-1 0-15,-5 0 60 0,4 5 84 16,-4 1 48-16,0-2 4 0,0 3-76 16,-4 2-60-16,-1-3-60 0,1 2 4 15,-4-1-8-15,4-4-68 0,-3 0-80 16,2-2-164-16,1-4-132 0,4 0-44 15,-4-3-4-15,4 0-72 0,0 0-232 16,0 0-208-16,0 0-220 0,0 0-577 0,4-3-1123 16,5-3-1288-16,-5 2 1020 0,3-2 2916 15</inkml:trace>
  <inkml:trace contextRef="#ctx0" brushRef="#br0" timeOffset="162581.173">25435 10922 964 0,'0'0'8836'0,"0"0"-6363"0,0 0-1401 16,0 0-296-16,0 0 288 15,0 0 392-15,0 0-212 0,0 0-368 0,0 0-372 16,0 0-268-16,92 42-80 0,-72-42-104 15,0-7-52-15,4-3-480 0,4-6-272 16,0 0-448-16,-4-3-756 0,-1-1-2977 0,-7 6-4259 16,0-9 7997-16</inkml:trace>
  <inkml:trace contextRef="#ctx0" brushRef="#br0" timeOffset="162748.894">25858 10750 4364 0,'0'0'7849'15,"0"0"-5785"-15,0 0-1456 0,-16 68-544 0,12-43 300 16,4 8 808-16,-4 3-64 16,0-1-488-16,4 3-500 0,-4 1-120 15,-1-5-60-15,-2 8-284 0,-1-8-452 0,-4 1-532 16,4 0-616-16,-4-7-1133 16,4-5-3055-16</inkml:trace>
  <inkml:trace contextRef="#ctx0" brushRef="#br0" timeOffset="164608.457">20299 9315 10016 0,'0'0'4777'0,"0"0"-3781"15,0 0-748-15,0 0 220 0,0 0 664 16,0 0-292-16,0 0-88 0,0 0-76 16,0 0-224-16,92 79-172 0,-72-47-24 0,-4 10-36 15,-4-1-28-15,0 3-132 0,-8 4-16 16,0-3-44-16,-4 2-148 0,0-6 76 15,0 0-52-15,0-3 4 0,0-8-88 16,-4-5-72-16,4-6-76 0,0-7-144 0,0-5-124 16,0-1-20-16,0-6-120 15,0 0-456-15,0 0-596 0,0-9-592 16,0-7-1709-16,0 0-1459 0,4-16 3224 0</inkml:trace>
  <inkml:trace contextRef="#ctx0" brushRef="#br0" timeOffset="164846.722">20435 9468 1004 0,'0'0'416'16,"0"0"4816"-16,0 0-3012 0,0 0-564 16,0 0-227-16,0 0-73 0,0 0-188 0,0 0-272 15,0 0-220-15,44-67-256 0,-29 67-132 16,-2 0-16-16,2 0 28 16,-2 0-40-16,-5 6-100 0,-1 0-32 0,-3 1-120 15,1 5-8-15,-5 1 0 0,0 6-96 16,-9 0-100-16,2 1-40 0,-5-1-112 15,-4-1-12-15,4 2-196 0,-4-5-248 0,4 2-208 16,-1-8-324-16,2 0-304 0,3-6-297 16,0 1-543-16,4-4-280 0,0-4-920 15,0 1 3233-15,0-13 447 0</inkml:trace>
  <inkml:trace contextRef="#ctx0" brushRef="#br0" timeOffset="165214.382">20595 9166 1592 0,'0'0'76'0,"0"0"7092"0,0 0-4903 16,0 0-381-16,0 0-408 0,0 0-80 16,0 0-292-16,0 0-356 0,0 0-292 15,0 0-24-15,0 0-24 0,71 3-140 0,-63 13-156 16,0 3-112-16,0 3 0 15,-8-3-100-15,4 0-108 0,-4-7-124 0,0-1-64 16,4-5-20-16,-4 0-44 0,4-6-24 16,3 0 120-16,-2-3 80 15,7-6-248-15,-1-7-36 0,2 0 104 0,-5-3 184 0,3 0 280 16,-2 3 88-16,-1 3 28 16,-4 0 36-16,-1 7 100 0,1 0 112 15,-4 3-12-15,4 3-128 0,-4 0-124 0,5 0 80 16,-1 9 120-16,0-3 88 15,3 7-164-15,-3 0-112 0,0 3-12 0,0-1-100 16,1 2-176-16,-1-2-96 0,0 4-908 16,3-3-700-16,1 0-2617 0,-3-3-1831 15</inkml:trace>
  <inkml:trace contextRef="#ctx0" brushRef="#br0" timeOffset="165764.3">21168 9404 3836 0,'0'0'1836'0,"0"0"3825"0,0 0-3665 0,0 0-728 16,0 0-196-16,0 0-76 16,0 0-140-16,0 0 36 0,0 0-312 0,0 0-236 15,35 25-148-15,-22-22-64 0,-1-3-44 0,4 0 16 16,3-6-104-16,2-3-168 16,-1-9-424-16,4-2-552 0,-5 4-904 15,5-13-3545-15</inkml:trace>
  <inkml:trace contextRef="#ctx0" brushRef="#br0" timeOffset="165951.519">21575 9116 11173 0,'0'0'2024'0,"0"0"-1336"0,0 0-180 15,0 0 928-15,0 0 16 0,0 0-460 16,0 0-412-16,32 88-360 0,-28-63-156 0,0 8-64 15,-1 1-96-15,-3 8-248 0,0-1-708 0,-7 4-560 16,-2-1-1068 0,5-3-2517-16,-4-13-1611 0</inkml:trace>
  <inkml:trace contextRef="#ctx0" brushRef="#br0" timeOffset="166282.819">20348 10220 9860 0,'0'0'1265'0,"0"0"-673"0,0 0 316 16,0 0 584-16,0 0-392 0,0 0-196 15,0 0-112-15,0 0-256 0,87-21 144 16,-43 7-40-16,8 1-284 0,-1-6-96 15,5 3 32-15,4 1 76 0,0-4 144 16,7-1-204-16,1-1-164 0,4-2-68 16,7 1 8-16,1-3 72 0,-1 2-80 0,2 4-76 15,-10-3-72-15,-2 3-12 16,-10 3-48-16,-8-1-124 0,-6 5-208 16,-9 3-136-16,-8 0-196 0,-4 2-92 0,-9 4-204 15,-7-1-476-15,-4 1-1044 0,-4 3-2161 16,-4 0-2143-16,-12 7 5769 0</inkml:trace>
  <inkml:trace contextRef="#ctx0" brushRef="#br0" timeOffset="166611.956">21431 10112 9640 0,'0'0'6669'0,"0"0"-5769"0,0 0-892 15,0 0 424-15,0 0 260 0,0 0 492 16,0 0-440-16,0 0-512 16,0 0-220-16,0 0-8 0,72 0-4 0,-69 13 0 15,-3-1-32-15,0 8 28 0,-3 2-64 16,-9 0-116-16,-1 6-48 16,2-2 96-16,3-5 52 0,-4 6 76 0,4-8 8 15,4 0 4-15,4-3 8 0,0-4 48 16,0 1 52-16,0-7 72 0,8 0-40 15,8-1 4-15,0-5-12 0,8 0-40 0,4-7-96 16,0-6 0-16,4-3-160 16,3 0-192-16,1-6-248 0,0 3-272 0,4-4-552 15,-17 8-2340-15,14-4-4181 0</inkml:trace>
  <inkml:trace contextRef="#ctx0" brushRef="#br0" timeOffset="168729.787">18949 14459 236 0,'0'0'11237'15,"0"0"-9393"-15,0 0-792 0,0 0-140 0,0 0 408 16,3-68-76-16,-6 60-160 15,-1-3-236-15,0 3-308 0,0-3-272 16,-4 5-24-16,0-2-4 0,0 1-104 0,0 3 48 16,0-2 44-16,0 6 185 0,0 0-145 15,0 0-172-15,-4 6-96 0,0 10-144 16,-3 6 12-16,2 7 76 0,-2 3 56 16,2 6 60-16,2 4-48 0,3 2 0 15,-1 0 0-15,9 1 72 0,0-4-80 16,4 0-4-16,9-5-12 0,11-3-60 15,-1-3 12-15,5-8 60 0,4 0 0 16,3-8-8-16,6-9-116 0,2-2-129 0,2-3-163 16,6-3-364-16,5-9-148 0,4-1-560 15,-17 0-2568-15,30-6-4281 0</inkml:trace>
  <inkml:trace contextRef="#ctx0" brushRef="#br0" timeOffset="168985.28">20352 14166 7112 0,'0'0'8797'0,"0"0"-6985"0,0 0-1356 0,0 0-220 16,0 0 144-16,0 0 396 0,63 93 324 15,-55-65-516-15,0 3-364 16,0 4-212-16,-4 3-8 0,-4 1-8 0,0 2-92 0,0 0-128 15,0-6-152-15,0 1-44 16,4-11-140-16,0-6-48 0,0-6 144 16,3-4-164-16,-2-9-408 0,3 0-668 0,0-9-508 15,-1-7-1949-15,2 0-2959 16,3-20 6864-16</inkml:trace>
  <inkml:trace contextRef="#ctx0" brushRef="#br0" timeOffset="169230.814">20606 14347 2996 0,'0'0'11401'0,"0"0"-9421"0,0 0-1532 16,0 0-148-16,0 0 344 0,0 0 752 0,0 0-160 16,0 0-408-16,84 25-368 0,-52-25-167 15,8 0-13-15,16-6 0 0,7 0-40 16,9-3 40-16,4-1-76 0,8 1-32 0,-1-5-88 16,5 8 12-16,3 1-24 15,1-2-72-15,-4 1 0 0,-4 2-120 16,-5 1 36-16,-3 0-40 0,-8 0-128 0,-9-1-76 15,-7 4-60-15,-4-3-132 16,-13 0-89-16,-3 0-147 0,-8 0-196 16,-7-3-304-16,-6-1-860 0,-3 1-816 0,-8-4-1817 15,0 4-2207-15,-8-6 5560 0</inkml:trace>
  <inkml:trace contextRef="#ctx0" brushRef="#br0" timeOffset="169456.685">22049 14027 7504 0,'0'0'6993'0,"0"0"-5457"16,0 0-1044-16,0 0-316 0,0 0 0 16,95 35 244-16,-71-26 584 0,1 1-240 15,-2 3-456-15,5-1-224 0,-4 1-72 16,4 0 136-16,-4-1-100 0,-5 2-48 16,-6 0-72-16,-2 5 0 0,-7 4-16 0,-4 3-48 15,-11 5-156-15,-10 1-288 0,-7 6 48 16,-4 0 24-16,-3 1 148 0,-1-2-128 15,-3-5-304-15,3-1-784 0,-1-5-1068 16,9-6-3057-16,9-12 177 0</inkml:trace>
  <inkml:trace contextRef="#ctx0" brushRef="#br0" timeOffset="170200.959">23682 13716 1844 0,'0'0'2032'0,"0"0"4672"0,0 0-4011 0,0 0-1069 16,0 0-12-16,0 0-20 15,0 0-128-15,52 79-316 0,-36-44-236 0,0 6-99 16,-4 10-229-16,-1-1-248 0,-6 5-116 16,-1-5-76-16,0 1-60 0,-4-7-84 15,0-2 0-15,0-7-96 0,0-7-48 16,0-5-52-16,0-7-56 0,0-4-16 0,0-5-80 15,0-3-248-15,0-4-205 0,0 0-371 16,0-4-760-16,-4-3-2512 0,0-9-3845 16</inkml:trace>
  <inkml:trace contextRef="#ctx0" brushRef="#br0" timeOffset="170402.663">23770 13849 2764 0,'0'0'8293'0,"0"0"-6729"0,0 0-492 16,0 0-44-16,47-66 484 0,-34 60-116 15,6-1-356-15,-2 7-304 16,3 0-232-16,-5 0-188 0,2 0 0 0,-6 7-8 0,1-1-92 16,-7 0-64-16,2 7-152 15,-7 1-4-15,0 6-44 0,-7-1-112 16,-6 7-84-16,-2-1-208 0,-6 1-244 0,1-7-152 16,1-4-212-16,2-2-348 15,6-3-572-15,-2-10-624 0,2 0-2065 16,7-3-1079-16,0-13 4716 0</inkml:trace>
  <inkml:trace contextRef="#ctx0" brushRef="#br0" timeOffset="170714.371">24025 13646 1696 0,'0'0'12'0,"0"0"7252"16,0 0-5287-16,0 0 39 0,0 0-24 0,0 0-96 15,0 0-468-15,0 0-444 0,0 0-260 16,0 0-200-16,0 0-244 0,63 70-84 0,-63-54-84 15,0-4-112-15,-3 2-4 0,-1-8-96 16,4 0-32-16,0-6-40 0,0 0-24 16,0 0-132-16,0 0-88 0,4-6-148 15,3-5 248-15,2 2 312 0,3-3 0 16,-1-1-4-16,-2 0 4 0,2 6-60 16,1 2-20-16,-3 1 84 0,2 4 232 0,-3 0 64 15,1 7 24-15,-2 2 36 0,1 4-100 16,-4-4-24-16,0 4-60 0,0-1-52 15,1-1-116-15,-2-5-4 0,1 3-60 16,-4-2-88-16,0-4-400 0,0 3-236 16,0 1-140-16,0-1-468 0,0-3-1672 0,0 7-4993 15</inkml:trace>
  <inkml:trace contextRef="#ctx0" brushRef="#br0" timeOffset="170878.927">24558 13805 6928 0,'0'0'7733'16,"0"0"-6233"-16,0 0-548 0,0 0 632 16,0 0-260-16,0 0-580 0,77 6-452 15,-62-15-292-15,5-4-500 0,1-4-328 0,2-2-476 16,-7 5-2448-16,4-13-6057 0</inkml:trace>
  <inkml:trace contextRef="#ctx0" brushRef="#br0" timeOffset="171033.089">24997 13547 5716 0,'0'0'10017'0,"0"0"-7981"0,0 0-1356 0,-8 83-148 16,4-51 520-16,0-4-64 0,0 4-488 16,4-1-500-16,-4 5-148 0,0-4-372 0,-8 2-164 15,0 8-260-15,-8 0-472 0,5-11-1644 16,-25 22-3185-16</inkml:trace>
  <inkml:trace contextRef="#ctx0" brushRef="#br0" timeOffset="171313.138">23622 14744 9796 0,'0'0'2893'0,"0"0"-2049"0,0 0-476 15,0 0 456-15,0 0 324 0,0 0-172 16,84-26 32-16,-36 15-216 0,8-6-240 16,7 4-124-16,1 1-60 0,4-1 12 15,4 4 8-15,-1-4 64 0,9-3 72 16,-4 4-171-16,4-7-185 0,-1 2-124 16,-3-2-44-16,-5 4-84 0,-3-1-72 15,-8 3-273-15,-8 0-323 0,-9 4-164 0,-6 2 32 16,-10 1-224-16,-7 3-940 0,-8 0-1876 15,0 3-1773-15,-12 0 1 0</inkml:trace>
  <inkml:trace contextRef="#ctx0" brushRef="#br0" timeOffset="171609.433">24614 14764 9108 0,'0'0'6757'0,"0"0"-5153"0,0 0-1232 15,0 0-52-15,80-6 616 0,-52 2 364 16,-3 1-556-16,-2-1-476 0,-3 4-268 0,-5 0-68 16,-2 0-28-16,-5 4-48 15,-5 9-124-15,-3 2-64 0,0 4 248 0,-11 7 84 16,-2-1 44-16,-6 5 28 16,-1 0 64-16,-4-1-64 0,8-1 40 15,0 2 8-15,4-12 148 0,8 1-120 0,1-3-76 16,3-6-64-16,3-4-8 0,5 1-4 15,9-5 4-15,2-2 236 16,9 0-3-16,0-6-109 0,4-3-124 16,-1-7-8-16,5 0-249 0,-4-3-279 15,-4 0-232-15,4-4-220 0,0 1-308 0,-4 3-1132 16,-8 3-2989-16,12-6-4843 0</inkml:trace>
  <inkml:trace contextRef="#ctx0" brushRef="#br0" timeOffset="171966.053">26176 14062 7244 0,'0'0'7989'0,"0"0"-6169"0,0 0-828 15,0 0 280-15,-83 41-284 0,55-22-436 0,-4 6-236 16,-4 7-96-16,0 3-52 0,4 6-60 16,1 4-20-16,3 2 9 0,7 1 47 15,6-3 4-15,11-4 56 0,4-4 368 16,4-4-152-16,11-12-80 0,13-4-40 0,4-8-120 15,4-5-180-15,8-4-280 0,0-7-228 16,0-5-324-16,3-7-457 0,-15 2-959 16,16-14-5036-16</inkml:trace>
  <inkml:trace contextRef="#ctx0" brushRef="#br0" timeOffset="175025.76">24395 5213 3604 0,'0'0'4844'15,"0"0"-1755"-15,0 0-1589 0,0 0-432 0,0 0-108 16,8 85-28-16,1-47-52 0,-2 7-160 15,1 3-252-15,0 2-120 16,-3 5-52-16,2-1-52 0,-7 0-108 0,0 0-88 16,0-3 4-16,0-1-52 0,0-5 0 15,0-7-44-15,0-7 36 0,0-8 4 16,0-7-68-16,0-3 0 0,0-10-152 0,0-1-180 16,0-2-328-16,4-2-264 15,0-8-500-15,-4-3-1132 0,4-6-2877 16,-4 4-1491-16,0-17 6989 0</inkml:trace>
  <inkml:trace contextRef="#ctx0" brushRef="#br0" timeOffset="175274.869">24479 5391 484 0,'0'0'404'16,"0"0"8272"-16,0 0-7127 0,0 0-585 0,0 0 300 15,0 0 144-15,0 0-360 0,0 0-244 16,0 0-268-16,79-3-200 0,-66 9-88 15,-5 1-24-15,-1 2-4 0,2 1 16 0,-9 2 24 16,0 1-52-16,0 3-96 0,-5 2-88 16,-3 6-24-16,-7-3-224 0,-1 2 28 15,-4-4-112-15,4-4-12 16,-4 2-92-16,0-8-196 0,4 0-132 0,1-5-240 16,2-4-448-16,-2 0-668 15,2-4-1161-15,5-5-2259 0,1 0 3836 0,3-17 556 16</inkml:trace>
  <inkml:trace contextRef="#ctx0" brushRef="#br0" timeOffset="175604.205">24722 5216 4192 0,'0'0'1052'0,"0"0"3852"0,0 0-2651 0,0 0 27 15,0 0-292-15,0 0-436 0,48 76-592 16,-48-54-276-16,0-2-204 0,0-1-260 0,0-6-216 15,0-1-4-15,0-5-124 16,0-1-48-16,0-6-84 0,0 0 12 0,0 0-36 16,0-3-152-16,0-4-84 0,8-2 144 15,-4-4 28-15,8-6 120 0,-1 0 36 16,2 1 76-16,-2 1-12 0,2 4 28 16,-5 4 8-16,3 2 88 15,2 4 24-15,-5 3 348 16,3 0 212-16,-2 7-228 0,-1 2-60 15,-1 0-48-15,-3 4-136 0,0 0-40 0,-4 3-12 0,0-6-60 16,0-1 0 0,0-6-452-16,0 1-304 0,-4-4-260 0,0 0-1072 15,0 0-2929-15,-12-13-4774 0</inkml:trace>
  <inkml:trace contextRef="#ctx0" brushRef="#br0" timeOffset="175848.195">24547 4184 168 0,'0'0'12109'0,"0"0"-9449"16,0 0-1264-16,0 0-24 15,0 0-176-15,103 26-252 0,-62-4 8 16,2 6-244-16,-3 7-247 0,0 1-193 0,-4 4-160 15,-4-1-108-15,-4-1-120 0,-4-2-341 0,-1-11-319 16,-3-6 0-16,4-5-100 16,0-9-528-16,-4-3-2368 15,8-9-3437-15</inkml:trace>
  <inkml:trace contextRef="#ctx0" brushRef="#br0" timeOffset="175996.433">25149 4223 1460 0,'0'0'10081'0,"0"0"-8277"16,0 0-812-16,-88 61 44 0,52-28 184 0,-4 6-348 16,0 6-416-16,-3 5-380 0,-2-3-76 0,-2 8-248 0,3-1-496 15,-3 3-600 1,10-12-1776-16,-22 27-6409 0</inkml:trace>
  <inkml:trace contextRef="#ctx0" brushRef="#br0" timeOffset="181713.095">25196 6915 6732 0,'0'0'2340'16,"0"0"381"-16,0 0-1033 0,0 0-240 0,0 0-36 31,0 0-96-31,0 0-424 0,0 0-512 0,0 0-280 16,0 0-40-16,-28-19 188 0,36 47 80 0,4 11 16 0,-4 15 144 0,0 15 160 15,-3 11-116-15,-1 18-287 0,-4 13-137 16,0 13-20-16,0 13-88 0,-4 5-116 16,-5 8 20-16,5-2-13 15,0-7-39-15,0-15 148 0,4-20 120 0,0-21 1 16,8-18-121-16,-4-19-57 0,5-17-163 15,-2-12-216-15,-3-12-248 0,0-7-244 0,0-3-92 16,4-10-568-16,0-9-1508 16,-4-8-2581-16,0 9-2423 0,-4-21 8017 15</inkml:trace>
  <inkml:trace contextRef="#ctx0" brushRef="#br0" timeOffset="181934.208">24945 8271 2116 0,'0'0'1852'0,"0"0"3040"15,0 0-3404-15,-11 70-199 0,15-39 271 0,7 7-88 16,9 9-312-16,0 2-216 0,4 5-300 16,4 3-272-16,4-3-148 15,-4-7-40-15,3-2-20 0,-3-14 132 0,4-5 540 0,-4-10-104 16,0-9-256-16,0-1-24 16,0-6 120-16,4-6-283 0,0-13-57 0,0-11-40 15,3-8-80-15,1-10-112 0,4-11-52 16,4-11-240-16,-1-6-413 15,2-3-319-15,-2-2-680 0,-11 21-3220 0,8-19-7845 16</inkml:trace>
  <inkml:trace contextRef="#ctx0" brushRef="#br0" timeOffset="184165.594">25982 7292 15205 0,'0'0'1596'15,"0"0"-1596"-15,0 0-24 16,0 0-252-16,-81 42 276 0,57-26 64 0,0 9 348 16,-3 0-152-16,3 1-148 0,-4 2-24 15,8-2 36-15,1 2-16 0,6-2 128 16,1 0 88-16,9-4-40 0,3-3-112 0,0-1-64 15,7-1 28-15,5-4-136 0,4 2-140 16,5-1 56-16,-2 1 76 0,1 0-80 16,-1 2 84-16,2-1-56 0,-5 3-16 15,-8-1 76-15,-4 5 80 0,-4 0-8 16,0-2 116-16,-12-2-188 0,-4 3-52 16,-8-2-624-1,0-4-292-15,-7-2-348 0,-6 3-808 16,-7-4-2737-16,13-1-2759 0,-33 4 7200 0</inkml:trace>
  <inkml:trace contextRef="#ctx0" brushRef="#br0" timeOffset="188440.707">19199 14218 1460 0,'0'0'276'0,"0"0"324"16,0 0 1484-16,0 0 364 0,0 0-956 16,0 0-416-16,0 0-92 0,-7 66-95 15,7-50-209-15,-4 0-256 0,4 0-256 16,0 3-112-16,-4 0-56 0,4 2-80 0,-4-1-264 15,0 2-544-15,4-3-581 0,0-3-915 16,-4-3-2772-16,4 3 4660 0</inkml:trace>
  <inkml:trace contextRef="#ctx0" brushRef="#br0" timeOffset="189345.254">26495 13649 5884 0,'0'0'9013'0,"0"0"-6813"15,0 0-964-15,0 0-396 0,0 0-68 16,0 0 168-16,0 0-284 16,0 0-143-16,0 0-225 0,72 60-92 0,-60-44-88 15,-4 3 12-15,0 7-20 0,-4-1-100 16,-4 7-156-16,0-1-72 0,-4 5-136 15,-8-2-233-15,0-2-111 0,-8-3-24 16,4-4-160-16,-4 1-528 0,-4-7-1344 0,5-4-2885 16,2-5-3419-16,-11-4 8781 0</inkml:trace>
  <inkml:trace contextRef="#ctx0" brushRef="#br0" timeOffset="190752.001">19268 2838 2868 0,'0'0'248'0,"0"0"-104"0,0 0 5260 0,0 0-3348 16,0 0-539-16,0 0-189 0,23-69-72 0,-23 63-172 16,5-5-32-16,-5 5-156 15,0-1-132-15,0 1-36 0,0 3-80 0,0-3-172 16,0 3-84-16,0-4-136 0,-5 4-40 15,1-4-32-15,-3 5-52 16,-1-2-44-16,4 4-4 0,-5 0-11 0,2 0-1 16,-1 0-72-16,-5 4 0 0,2 5 4 0,-1 1 0 15,0 2-4-15,-4 7-12 16,4 4-48-16,-4 5 48 0,4 1-61 0,4 2 69 16,-4 1-4-16,5 0 0 15,-2-3 4-15,1-1 4 0,8-2 4 16,-4-1-4-16,4 0 0 0,4 1 0 0,4-1 0 15,1-3-72-15,6-3 8 0,-3-2 56 0,8-2-88 16,-4-3 88-16,4-5 0 16,-4 0-112-16,3-7 32 0,5 0-92 15,1 0-88-15,-1-7-100 0,4-5-168 16,-5-4-248-16,5-1-336 0,-4-1-1216 16,-4-1-2961-16,-4 3-3243 0</inkml:trace>
  <inkml:trace contextRef="#ctx0" brushRef="#br0" timeOffset="191411.753">19901 2679 520 0,'0'0'4064'0,"0"0"2024"0,0 0-4031 0,0 0-265 15,0 0-168-15,0 0-444 16,0 0-140-16,0 0-304 0,0 0-208 0,0 0-136 15,44 90-96-15,-32-52-104 0,-4 3-20 16,-5 0-12-16,2 0-40 16,-5-2-24-16,0-5-8 0,0-2-88 0,0-7-40 15,0-3-36-15,0-2-44 0,0-8-64 16,0-3-84-16,4-2-136 0,-4-4-172 16,4-3-220-16,0 0-120 0,0 0-668 0,3-6-1324 15,2-7-3353-15,-1 4 109 0,0-10 5293 16</inkml:trace>
  <inkml:trace contextRef="#ctx0" brushRef="#br0" timeOffset="191652.2">20152 2958 536 0,'0'0'7536'0,"0"0"-5504"0,0 0-559 16,0 0-141-16,0 0 52 0,88-12-244 16,-57 6-320-16,5-1-272 15,9 1-136-15,7 2-80 0,3-2 176 16,13 0 0-16,0-1-164 0,3 1-72 0,0 0-76 15,2-4-36-15,-6 1-112 0,1-1 48 16,-4-2-80-16,-12 6-12 0,-5-4-4 16,-3-4 0-16,-12 9-52 0,0-4-68 15,-8-2-164-15,-1-1-96 16,-2 3-176-16,-5-3-200 0,-1 1-324 0,-2-2-456 16,-1 1-1020-16,-1-1-2225 0,-2 1-1695 15,-5 2 6472-15,0-6-1111 0</inkml:trace>
  <inkml:trace contextRef="#ctx0" brushRef="#br0" timeOffset="191880.879">21328 2577 196 0,'0'0'10184'0,"0"0"-8459"0,0 0-817 15,0 0-284-15,0 0-140 0,0 0-76 16,0 0 372-16,0 0 256 0,0 0-376 0,43 68-52 16,-27-59-40-16,0 0-72 15,1 1-176-15,-2-1-148 0,2 1-12 0,-6 2-76 16,1 1 16-16,-4 0 32 0,0 3-32 15,-4 1-100-15,-4 1-112 0,0 4 4 16,0-4 20-16,-8 6 76 0,-4 1-60 0,-4 0-76 16,-4 3 48-16,1-2-60 0,-5 2-36 15,-1-2-64-15,1-3 4 16,-4-1-180-16,-4-3-268 0,4-4-388 0,-3 1-596 16,3-3-1304-16,8-7-4413 0,0 0 4969 15</inkml:trace>
  <inkml:trace contextRef="#ctx0" brushRef="#br0" timeOffset="192861.529">22463 2821 692 0,'0'0'1004'0,"0"0"4152"0,0 0-2472 16,0 0-851-16,0 0-549 0,0 0 28 16,0 0-224-16,0 0-220 0,0 0-100 0,0 0-8 15,0 0-128-15,12-44-80 0,-12 44 4 16,0 0-40-16,0 0-64 0,0 0-184 15,-7 0-36-15,2 4 12 0,1-1 84 16,-4 4 72-16,0-2-252 0,-4 2-39 16,-4 6-101-16,0-1 64 0,-3 8 4 15,-2-1 32-15,1 3-24 0,1 0 36 0,-1 4-36 16,-1 2-8-16,6 1-16 0,-2 3-12 16,6-7 0-16,3 3-36 0,4-5 48 15,4-2-52-15,4 0 28 0,4-7-36 16,3 3-4-16,6-4-44 0,3-5 0 0,3-1-24 15,9 0-160-15,0-7-92 16,5 0-201-16,6-10-35 0,0-2-36 0,6-1-224 16,3-4-76-16,-5 3-664 15,5-3-1436-15,-8-2-3157 0,-13 9-1167 0,6-9 6689 16</inkml:trace>
  <inkml:trace contextRef="#ctx0" brushRef="#br0" timeOffset="194592.149">22754 2163 1512 0,'0'0'316'0,"0"0"336"15,0 0 4952-15,0 0-3736 0,0 0-335 16,0 0-289-16,0 0 16 0,0 0-272 15,0 0-196-15,0 0 52 0,8-7-96 16,-8 9-228-16,4 3-76 0,-4-3-48 16,3 4-16-16,6 4 40 0,-5 5 32 15,4 5-60-15,3 2-124 0,-2 7 12 0,-1 2-84 16,-1 1-100-16,1 1-88 16,-3 0 0-16,-1-1 40 0,-4-3-40 0,0 0-8 15,0-1-120-15,-4-9-64 0,-1 4 0 16,1-10-60-16,0-1-60 0,1-2-112 0,3-7-172 15,-4 3-88-15,0-6-92 16,4 3-248-16,-4-3-392 0,4 0-568 16,-4-3-653-16,-1-6-1499 0,5-7 1196 0,-4-1-136 15,4 5 2433-15</inkml:trace>
  <inkml:trace contextRef="#ctx0" brushRef="#br0" timeOffset="194799.349">22822 2371 1736 0,'0'0'832'0,"0"0"-816"0,0 0 180 16,0 0 4740-16,39-73-3456 0,-26 61-356 0,-2 5-207 15,1 4-69-15,0 0-28 0,4 3-96 0,-4 0-264 16,0 3-68-16,1 0-12 16,-6 7-128-16,1-4-40 0,-4 3-20 15,0 1 32-15,-4 3-72 0,0-1-28 0,-4 5-24 16,-4-2-100-16,0 2 0 0,-4-5-264 16,-4-2-200-16,4-1-76 15,0-2-360-15,1-5-284 0,2-2-356 0,1 0-669 16,1-7-2615-16,3-1 1536 0,0-2 2688 15</inkml:trace>
  <inkml:trace contextRef="#ctx0" brushRef="#br0" timeOffset="195163.745">23041 2121 328 0,'0'0'1836'0,"0"0"4076"0,0 0-3932 15,0 0-275-15,0 0-233 0,0 0-140 0,0 0-184 16,0 0-280-16,0 0-296 0,0 0-200 15,0 0-84-15,56 50-80 0,-56-40-136 16,0-3-72-16,0-1-148 0,0-4-16 16,-4 2-44-16,4-4 8 0,0 0 64 15,0 0-28-15,0 0-60 0,0 0-12 0,0 0-12 16,0 0 120-16,0-4 64 16,4 4 64-16,3-5 112 0,6 2-24 15,-5-1-16-15,3-3-72 0,-2 4-12 0,2 0-60 16,-7 1-16-16,4 2 8 0,-4 0-20 15,1 0 36-15,2 0 64 16,-3 2 228-16,0 1-4 0,-4 4-24 0,4 3-40 16,-4-5-36-16,0 2-8 0,0-1-68 15,0 4-44-15,0-3-4 0,0-1-48 16,0-3-328-16,0 0-164 0,0 0-140 0,0-3-152 16,0 4-336-16,4-4-428 15,0 0 51-15,8 0-451 0,0-4-980 0,0 1-1440 16,0-3 3660-16,8 0 732 0</inkml:trace>
  <inkml:trace contextRef="#ctx0" brushRef="#br0" timeOffset="195312.911">23566 2169 8484 0,'0'0'2585'0,"0"0"-865"15,0 0-180-15,0 0 36 0,0 0-496 16,0 0-572-16,0 0-320 0,0 0-140 0,0 0-48 15,0 0-196-15,0 0-436 0,56-11-688 16,-44 2-1300-16,-3 4-4681 0</inkml:trace>
  <inkml:trace contextRef="#ctx0" brushRef="#br0" timeOffset="195496.962">23838 2057 6248 0,'0'0'5125'16,"0"0"-2921"-16,0 0-1140 0,0 0-280 15,0 0 432-15,-40 70-32 0,31-41-148 0,5-1-360 16,-3 1-432-16,7 3-160 16,-4-4-84-16,0 3-72 0,4-2-196 0,0 1-284 15,-4-5-228-15,0-3-160 0,-4 0-388 16,0-3-1264-16,-4-3-3489 16,-12 6-415-16</inkml:trace>
  <inkml:trace contextRef="#ctx0" brushRef="#br0" timeOffset="195779.843">22769 2769 1748 0,'0'0'860'0,"0"0"-508"0,0 0 1824 0,0 0 1828 0,0 0-2364 15,0 0-391-15,0 0 183 16,0 0-124-16,92 2-276 0,-47-10-176 0,2 1-272 15,5-3-212-15,4-3-64 0,-5 4-36 16,5-4-60-16,4 4-28 16,-4-1-48-16,0-3-88 0,0 7-48 0,-1-4-96 15,-7 1 20-15,0 3-60 0,-12-4-172 16,0 0-348-16,-8 3-304 0,0-4-208 16,-5 4-476-16,-3-2-892 0,-4 3-2209 15,-8 2-451-15,-8 4 3945 0</inkml:trace>
  <inkml:trace contextRef="#ctx0" brushRef="#br0" timeOffset="196045.224">23479 2758 132 0,'0'0'9248'16,"0"0"-7115"-16,0 0-713 0,0 0-196 16,0 0-24-16,0 0-156 0,0 0-232 0,0 0-156 15,0 0-236-15,0 0-196 0,76 55-224 16,-72-47-4-16,-4 3-144 0,0 2-136 15,0-1 72-15,-8 4 160 0,-1 0 52 16,-6 3 96-16,-1 3-32 0,0-3 20 0,-4 3-20 16,8-2-52-16,0-1 148 15,4-6 124-15,8-1-36 0,0-2-116 16,0-4-44-16,16 0 156 0,4-6 148 16,8 0-36-16,7 0-196 0,6-6-68 15,6-7-92-15,9-6-280 0,0 0-172 16,4-4-408-16,0 2-700 0,-17 5-2968 0,13-7-7281 15</inkml:trace>
  <inkml:trace contextRef="#ctx0" brushRef="#br0" timeOffset="-209301.321">4505 13068 8444 0,'0'0'6953'0,"0"0"-5969"0,0 0-872 0,0 0 24 16,0 0 352-16,0 0 256 0,0 0 60 15,0 0-300-15,0 0-248 0,41 0 88 16,-1 0 72-16,7 0 352 0,13 0-328 0,3 0-140 16,6 0 81-16,2 3-81 15,1 1-56-15,-4-1-88 0,0 0-144 0,-5 0 72 16,1-3-84-16,0 3-4 0,-8-3-4 16,-5 3-4-16,-3-3 12 15,-5 0 0-15,-6 3 0 0,-14 1-48 0,-6-1-12 16,-6 0-24-16,-7 0-60 0,-4 3 84 15,-4 4 60-15,-11 7 156 0,-13 8-12 16,-8 2-132-16,-4 5-12 0,-8 3 4 0,-4 0-4 16,-4 4 8-16,0-5-8 0,1 2 0 15,-4-2 0 1,-1 5 12-16,0-5 60 0,0 1-20 0,8-3-48 0,5 0-4 16,2-4-52-16,10-2-8 0,7-7 12 15,8-1-12-15,8-1-12 16,8-1-12-16,4-4-40 0,0-3 40 0,8 4 84 15,8 4 104-15,8-5 80 0,3 1-76 0,6 0 24 16,3-4-20-16,3 1 8 0,1-4-36 16,8-3 12-16,-1 0-48 15,5-3-36-15,-3 0 48 0,2 0-60 0,-3-6 0 0,-5 3-8 16,2-4-4-16,-2 4 0 16,2 0 0-16,-10 0-96 0,1-1 24 15,-4 4-96-15,-8-2-208 0,-5-3-108 0,-2 5-273 16,-6-2-71-16,2-1-396 15,-5 0-940-15,-5-3-2144 0,-3-1-1181 16,0-5-1746-16</inkml:trace>
  <inkml:trace contextRef="#ctx0" brushRef="#br0" timeOffset="-209031.931">5740 13284 820 0,'0'0'11321'0,"0"0"-9485"0,0 0-1124 0,0 0-236 16,0 0 660-16,0 0 124 0,0 0-508 15,0 0-380-15,0 0-140 0,0 0 28 0,-99 82-16 16,75-53-12-16,-8-1-96 16,0 1-88-16,0 3-44 0,-3 0-4 0,3-1 0 15,-4-2-48-15,4 3-12 16,-3-7-4-16,7 0 16 0,0-2-60 0,4-1-88 15,3-6-40-15,2-3-180 0,6-4-140 16,2 1-76-16,3-3-388 16,4-7-620-16,4 2-1252 0,0-2-2269 0,0 0-1087 15,0-9 5733-15</inkml:trace>
  <inkml:trace contextRef="#ctx0" brushRef="#br0" timeOffset="-208150.581">5686 13979 4420 0,'0'0'976'16,"0"0"4228"-16,0 0-4007 0,0 0-173 15,0 0 288-15,0 0 416 0,0 0-224 16,0 0-304-16,0 0-364 0,0 0-248 15,0 0-28-15,31-26 100 0,-23 31-260 16,0 1-180-16,-1 0-75 0,6 7 3 0,-9-1-40 16,4 4-12-16,-8 3 12 0,0 6-32 15,0 1-68-15,0-1-4 0,-8 1 8 16,0 0-12-16,4-7-8 0,-1-7-4 16,2-3-36-16,3-5-16 0,0-1-8 0,0-3-24 15,0 0-148-15,0-7-109 0,3-2 25 16,6-3 148-16,3-7 180 0,-1-4 4 15,6-3-4-15,-6 1-48 0,2 0 48 16,-5 6-16-16,3 2-56 0,2 5-36 16,-2 3 96-16,2 2 12 15,-5 3 4-15,3 2 56 0,2 2 124 0,-6 0-16 16,1 0-44-16,5 0-52 0,-6 2 48 16,1 5 40-16,0 3 9 0,-4 0-45 0,0 5 32 15,-4 4-24-15,0 0-60 16,0 7-28-16,-8-1-44 0,4-3-124 15,-4 0-128-15,4-5-225 0,1-9-155 0,3 3-76 16,0-8-196-16,0-3-316 0,3 0-680 16,1-7-872-16,4-5-2273 0,0 3-1991 15,0-15 6332-15</inkml:trace>
  <inkml:trace contextRef="#ctx0" brushRef="#br0" timeOffset="-207733.592">6163 13935 3024 0,'0'0'2856'0,"0"0"3517"0,0 0-5109 0,0 0-352 16,0 0 712-16,13 67 312 0,-13-46-420 16,0 5-576-16,0-4-404 0,0 4-132 15,-5-4-76-15,1-2-175 16,0-6-153-16,4-1-73 0,0-2-51 0,0-9 52 16,0 2-60-16,0-4-40 0,0 0-108 15,8-4 0-15,4-5 272 0,0-3-4 0,0-5-72 16,4-2 8-16,0 3 4 0,-4 0 12 15,-1 3-24-15,2 4 32 0,-1 3-80 16,-5 3 8-16,2-1 52 0,-5 4 72 16,0 0 196-16,0 4 84 0,-4 2 96 0,3 0-68 15,-3 0-80-15,0 1-80 0,0 3-72 16,0-7-76-16,0 0-144 0,4-3-16 16,0 0 16-16,1 0 68 0,3-6 76 15,3-1 4-15,2-3-4 0,2-2 52 16,6-1 4-16,-2 1-56 0,-3 2-88 15,5 1 4-15,-2 2 36 0,1 7 48 16,-1 0 12-16,-2 0 196 0,-1 7 8 0,0 2 40 16,0 4-60-16,-1 3-27 15,-3-1-157-15,1 1-12 0,-6 0-84 16,1 0-209-16,-3 3-279 0,-1-2-268 0,0-3-164 16,-4 3-540-16,0-8-1476 15,0 7-3109-15</inkml:trace>
  <inkml:trace contextRef="#ctx0" brushRef="#br0" timeOffset="-206768.081">3406 13605 52 0,'0'0'1044'16,"0"0"7284"-16,0 0-6699 15,0 0-833-15,0 0 368 0,0 0 592 0,0 0-324 0,0 0-316 16,0 0-376-16,0 0-160 0,0 0-36 16,-72 16-68-16,72-16 28 15,0 0 32-15,9 0-160 0,-5 0-84 0,7 0 52 16,1 0 45-16,8 2-37 0,4 2-64 16,8 2-80-16,0 1-52 0,0-4-48 15,3 0-12-15,5-3 0 0,0 0 4 16,0-3 44-16,0-4 96 0,0-2-228 0,0-4 36 15,-5 1-48-15,-3-1-48 16,-4 3-24-16,-4-3-168 0,0 0-112 16,-8 4-144-16,-5-3-168 0,2-1-397 0,-9 3-503 15,0 1-1044-15,-4-1-2360 16,-12 1-2777-16</inkml:trace>
  <inkml:trace contextRef="#ctx0" brushRef="#br0" timeOffset="-206534.177">3848 13369 1384 0,'0'0'1368'0,"0"0"7205"0,0 0-7453 16,0 0-368-16,0 0 340 0,0 0 400 0,0 0-240 15,80 14-420-15,-64-8-276 0,0 0-200 16,0 1 0-16,0 2-48 0,0 1 12 16,-4-1-16-16,0 1-196 0,-5-1-108 15,-3 7-48-15,0 0-16 0,-4 3 4 16,-8 9-52-16,-7 2 4 0,-1 1-136 0,-9 3-28 15,-3 1 64-15,1 1-124 0,-4-2-248 16,-2 2-236-16,-3 2-144 0,4-4-288 16,4-8-1052-16,-11 9-3301 0</inkml:trace>
  <inkml:trace contextRef="#ctx0" brushRef="#br0" timeOffset="-205456.349">6872 13503 3952 0,'0'0'2852'0,"0"0"52"16,0 0-1728-16,0 0-339 0,0 0 659 0,0 0 116 15,0 0-212-15,0 0-204 0,0 0-56 16,0 0-256-16,96 6-184 0,-61-3-188 16,10-3 12-16,-6 0-76 0,10-3-59 15,-2-3 147-15,1-4-124 0,-1 1-208 16,2-4-72-16,-6 0-60 0,-2 4-72 16,-2-4-12-16,-3 0-108 0,0-2-256 0,-8 2-348 15,3 1-153-15,-6-2-71 16,-1 3-1104-16,-13 0-2444 0,-3-2-2077 0</inkml:trace>
  <inkml:trace contextRef="#ctx0" brushRef="#br0" timeOffset="-205235.348">7570 13258 3116 0,'0'0'9349'0,"0"0"-8253"16,0 0-776-16,0 0 136 0,0 0 868 15,0 0-56-15,79 17-484 0,-63-14-252 0,5 3-152 16,6 3-60-16,1 1 184 0,0-1-160 15,0 1-208-15,0 2-88 0,-8 5-48 16,-1 1-60-16,-6 4-16 0,-6 3-56 16,-3 5 132-16,-4 8 4 0,-11 0-4 0,-10 4-4 15,-7 2-180-15,0 0 96 0,-7-2 40 16,-1-4-40-16,0-4-268 0,1-5-308 16,3-3-288-16,-5-7-516 0,14-4-1596 15,-14-8-5153-15</inkml:trace>
  <inkml:trace contextRef="#ctx0" brushRef="#br0" timeOffset="-196450.896">6861 12411 8584 0,'0'0'4449'0,"0"0"-3469"0,0 0-436 16,0 0 680-16,0 0-8 0,0 0-248 15,0 0-400-15,79-54-248 0,-59 66-196 16,0 8 32-16,0 7-8 15,-8 6 24-15,0 8-120 0,-5 3-40 0,-7 5-12 0,0-5 72 16,0 0-64-16,0-6 0 0,-3-6 4 16,-1-9-4-16,0-8-8 0,4-8-12 15,0-4-96-15,0-3-4 0,0 0 40 16,0-6 60-16,4-8 12 0,3-2 60 0,2-9-60 16,-1-3-84-16,3-7-36 0,6-3-64 15,-6 0 72-15,6-4 100 16,-2 1-64-16,2 6 68 0,-6 3 8 15,6 9 44-15,-6 11-44 0,1 5-128 16,-3 7 16-16,-2 5 112 0,1 9 0 16,-4 6 184-16,-4 9-24 0,0 3-148 0,0 3 212 0,-4-1-152 15,0-3-24-15,0-1-36 16,0-8 40-16,4-9-52 0,0-4-96 16,0-6-64-16,0-3-12 0,0 0 160 0,4-3 12 15,0-6 152-15,8-7 56 16,-4-3-144-16,4-4-8 0,-1 5-56 0,6-2-12 15,-6 4-76-15,6 5 28 0,-6 4 0 16,6 0-4-16,-6 7 16 16,2 7-52-16,-5 5 100 0,-1 4 120 0,-3 10 40 15,4-4 0-15,-8 3-60 0,5-2-4 16,-1-1 0-16,-4-3 76 0,4-4-172 16,-1 1-24-16,-3-5-136 0,0-3-8 0,4-4-360 15,-4-2-348-15,4-2-192 16,0 0-324-16,0 0-964 0,1-6-2633 15,-5-13-3123-15</inkml:trace>
  <inkml:trace contextRef="#ctx0" brushRef="#br0" timeOffset="-196284.76">7681 12456 5624 0,'0'0'5461'15,"0"0"-2949"-15,0 0-1168 0,0 0 576 0,0 0-36 16,0 0-572-16,0 0-688 0,0 0-552 15,0 0-72-15,0 0-180 0,48 0-468 16,-44 6-752-16,-4 0-1080 0,0-3-3557 16,-4 10-3879-16</inkml:trace>
  <inkml:trace contextRef="#ctx0" brushRef="#br0" timeOffset="-196169.566">7669 12684 3312 0,'0'0'64'0,"0"0"6928"0,0 0-4703 0,0 0-241 0,0 0-84 15,0 0-684-15,0 0-900 0,0 0-368 0,0 0-12 16,0 0-628-16,68-19-1272 16,-48 12-4933-16</inkml:trace>
  <inkml:trace contextRef="#ctx0" brushRef="#br0" timeOffset="-192610.261">7510 12579 1344 0,'0'0'8'16,"0"0"1388"-16,0 0 2828 0,0 0-2304 16,0 0-896-16,0 0 217 0,0 0-177 15,0 0-208-15,0 0-116 0,0 0-68 16,84-40-40-16,-69 33-64 0,2 0-104 15,-6 1-100-15,1 2-88 0,1 1-52 16,-6 0-48-16,5 3-52 0,-7 0-64 0,2 0 48 16,-3 0-104-16,4 0-8 0,-4 3 8 15,0 4 56-15,4-4-60 0,-4 0-72 16,4 0-28-16,-4 1 100 0,0-2 0 16,-4 3 8-16,5-3 0 0,-5 1 4 15,0 0 36-15,0 0-48 0,0 4-52 0,0 2-20 16,0-3 64-16,-5 5 8 15,-3-5 48-15,4 2 40 0,0-3-80 0,0-3 76 16,1 2 56-16,3-4-4 0,0 0 24 16,0 0-88-16,0-4-72 0,0-3-172 15,0-1 84-15,0-2-96 0,3-3 12 16,5-3 160-16,4 7-60 0,-4-4 20 0,4 7-56 16,-1 3 32-16,2 3 64 15,-1 0-100-15,-5 0 108 0,6 6 0 0,-9 1 8 16,3 2 56-16,-3 0 64 0,-4 1-124 15,4-1 16-15,-4 1 120 16,-4 2-12-16,0 1 12 0,-3-1-136 0,-5 2 8 16,0-5 64-16,0 1-8 0,4-1-52 15,-4-2 36-15,4-7 40 0,0 0 84 16,5 0 28-16,-2-3-128 0,1-7-72 0,0-6-148 16,0 1 52-16,4-2-52 15,0-1 84-15,4 1-108 0,4 1 36 16,0 4 124-16,0 3 0 0,0 2-36 0,-4 4-28 15,-1 3-60-15,-3 0 24 0,5 0 112 16,-5 0 64-16,0 6 72 0,0-2 12 16,0 3 0-16,-5-2 88 0,-2 1-124 15,3 1-28-15,-4 0-84 0,1-5-88 16,-2 4-72-16,1 1-312 0,0 0-364 0,0-2 44 16,0 1-280-16,0 5-948 0,4-3-2193 15,-3 3-2091-15</inkml:trace>
  <inkml:trace contextRef="#ctx0" brushRef="#br0" timeOffset="-191966.062">8725 13100 11625 0,'0'0'2820'16,"0"0"-1796"-16,0 0-660 0,0 0 280 16,0 0 424-16,0 0-248 0,0 0 52 0,80-19-272 15,-37 16-220-15,9 3-112 0,1-3-96 16,-2 3-88-16,1 0 16 0,-4 0-16 15,-1 0-84-15,-2 3-64 0,-10 0 60 0,-3 0 4 16,-4 3-52-16,-9 1-80 16,-2-1 36-16,-9 3 44 0,-5 4-44 0,-3 3 24 15,-7 3 60-15,-10 7-40 0,-6 4-252 16,-9 6-16-16,-4 2 100 0,0 4-12 16,-7-2 108-16,-2 2 52 0,2 2 28 0,-1 1 44 15,4-1 132-15,4 0 28 16,4-2 48-16,8-4-48 0,5 0 0 0,10-6 24 15,5-7-100-15,8-5-32 0,13-4 20 16,11-4 112-16,7-3-28 16,14-9 4-16,6 0 244 0,4 0 8 0,5-7-168 15,0-1-111-15,-4-2 99 0,-5 1-88 16,-2 3-48-16,-10-7-96 0,1 3-84 16,-4 1-12-16,-8-1-124 0,0-3-97 15,-4 1-279-15,-4-1-380 0,-5-3-520 16,-6 3-1444-16,-2-12-3129 0</inkml:trace>
  <inkml:trace contextRef="#ctx0" brushRef="#br0" timeOffset="-191752.085">9638 13204 7416 0,'0'0'7257'15,"0"0"-6865"-15,0 0-380 0,0 0-12 0,0 0 944 16,-88 77 108-16,64-46-108 0,-4 4-448 15,1 4-216-15,-1 5-124 0,-4 1-156 16,0-1-48-16,-5 3-24 0,5-2-64 16,1-1 12-16,-1 0-196 0,8-2-152 15,1-4-508-15,6-3-240 0,2-9-752 0,2-8-2257 16,2-2-2023-16</inkml:trace>
  <inkml:trace contextRef="#ctx0" brushRef="#br0" timeOffset="-191301.301">9785 13655 12133 0,'0'0'3000'16,"0"0"-2196"-16,0 0-460 15,0 0 392-15,0 0 588 0,-16 86-436 0,8-67-556 0,4-2-320 16,0-3-12-16,1-3-48 15,3 1 40-15,0-5-92 0,0-5-24 16,0 5-36-16,0-7-24 0,0 0 24 0,3 0-4 16,5-3 164-16,0-3 12 15,8-4-12-15,-4-3-196 0,4 1 60 16,0-4-36-16,0 4 60 0,-1-2 52 0,2 2-16 16,-2 5-12-16,-2 1-36 0,-5 3 52 15,-5-1 60-15,5 4 12 16,-4 0 36-16,-4 0 136 0,0 7 360 0,0 2-48 15,0 2-116-15,0 1-100 0,0 1-60 0,-4-5 52 16,0 3-16-16,0-3-76 16,4-4-168-16,0-1-76 0,0-3 64 15,0 0 12-15,0 0-72 0,0 0-40 0,4-3 52 16,0-1 60-16,5-1 72 0,-5 2-72 16,3-1-64-16,-3 2-132 0,0 2-72 15,4-5 20-15,-3 5 4 0,-1 0-112 0,-1 0-224 16,1 0-4-16,0 5-160 15,0-3-388-15,4 2-916 0,-8-1-2633 16,5-3-2211-16</inkml:trace>
  <inkml:trace contextRef="#ctx0" brushRef="#br0" timeOffset="-190523.395">9765 13699 3332 0,'0'0'192'0,"0"0"5592"16,0 0-4480-16,0 0-335 0,0 0 375 0,0 0 144 15,0 0 12-15,0 0-560 0,0 0-244 16,0 0-136-16,12 65-16 0,-12-34-68 16,0 1-104-16,-4-1-8 0,0 1-180 0,-4 0-96 15,4-3-88-15,-3-8-4 16,-2 2-44-16,5-7 44 0,4-4 0 16,-4-5-56-16,4-7-24 0,0 3-28 0,0-3 4 15,0 0-40-15,0-6-148 0,8-3-48 16,1-7 172-16,2-3-12 15,5-4-24-15,0 2-28 0,-4-2 24 0,4 4 76 16,-1-1 88-16,2 5 48 0,-6 2 12 0,2 0 36 16,-2 4 28-16,6 3 72 15,-9-1 160-15,3 1 76 0,2 3-140 16,-2 0-96-16,1-1-36 0,-3 4-100 0,2 0 36 16,-3 0 28-16,1 4 32 0,-6 2 76 15,1 2 24-15,0 6 64 0,-4 5-92 16,0 0-32-16,0 3-40 15,-4 4-20-15,0-1-88 0,-4 0-60 16,0 0-64-16,4-2-328 0,0-7-48 0,0-3-92 16,4-4-48-16,0-6-40 0,0-3-380 15,0 0-700-15,0 0-1096 0,12-9-2701 0</inkml:trace>
  <inkml:trace contextRef="#ctx0" brushRef="#br0" timeOffset="-190081.169">10323 13779 10484 0,'0'0'5661'0,"0"0"-5029"15,0 0-496-15,0 0 536 0,0 0 684 0,4 86-104 16,-8-61-388-16,0 1-436 0,0-3-236 16,0-4-68-16,4-5-124 0,0 3-100 0,0-11-104 15,4 1-16-15,0-4 64 0,4-3 8 16,4 0-72-16,3-10 88 15,6-2-160-15,-1-7 84 0,3-1 0 0,1-2 24 16,-3 3 48-16,3 3 56 0,-9 3 76 16,2 4-56-16,-6 2-36 0,-3 7 96 0,-4 0 184 15,0 7 280-15,-4 2 72 16,0 7-216-16,0 0-104 0,0 3-80 16,-4 3-16-16,0-3 40 0,4-6-88 0,-4-3-72 15,4-4-144-15,0-3-112 16,4-3 12-16,4 0 160 0,4-3 68 15,7-6-32-15,2-7-208 0,3-3 36 0,0 0 12 16,4-1 12-16,-5 5-12 0,5-1 64 16,-4 0 32-16,4 3-24 15,-8 4 28-15,0 2 96 0,-8 7-96 0,0 0 108 16,-4 10 356-16,0-1-48 0,-4 7-176 16,0 0-8-16,-4 3-88 0,0 0-36 15,-4 3-464-15,0 3-272 0,-4 1-416 0,0 3-1024 16,4-10-3005-16,-9 9-3667 0</inkml:trace>
  <inkml:trace contextRef="#ctx0" brushRef="#br0" timeOffset="-188963.172">5665 15265 4364 0,'0'0'196'0,"0"0"5244"16,0 0-3943-16,0 0-265 0,0 0 16 0,0 0 120 16,-28-76-212-16,21 66-172 0,-6 1-44 15,1 0-276-15,1 2-12 0,-2 0-28 16,-2 1-76-16,2 2-72 0,2 4-124 15,-1 0-47-15,-4 7-41 0,0 10-104 0,4 5-64 16,-4 3 36-16,4 10 64 16,0 1 44-16,4-6 64 0,4-2 44 15,4-2-204-15,-4-10-144 0,4 1-56 0,0-11-16 0,4-3-24 16,0 0 24-16,4-3-12 16,0 0 72-16,8-3-136 0,0-6-188 15,0-4 80-15,3-4 52 0,2-1-4 0,-6-1-68 16,2 2 44-16,-6 2 23 15,6 2 65-15,-6 3-40 0,2 8-44 16,-2 2 80-16,1 0 148 0,4 7 36 0,-4 1 136 16,0 5 20-1,4 3-44-15,-4 0 20 0,4 3-8 0,-4-4-39 0,4 2-121 16,0-2-36-16,0 1 24 0,0-6-48 16,3 3-101-16,2-7 65 0,-1-3-160 15,3 0-204-15,1-3-308 0,0 0-620 0,-4 0-1080 16,4 0-3105-16</inkml:trace>
  <inkml:trace contextRef="#ctx0" brushRef="#br0" timeOffset="-188236.677">6765 15172 3436 0,'0'0'5584'0,"0"0"-3583"16,0 0-461-16,0 0-136 0,0 0 48 15,0 0 180-15,0 0-244 0,0 0-292 16,0 0-276-16,0 0-200 0,88 68-60 0,-76-29-231 16,-5 1-97-16,1 2-4 0,-3-5-180 15,-1-2-44-15,0-6-4 0,-1-4-120 16,1 0-24-16,0-4-16 15,0 0-349-15,0-5-139 0,-4-3-168 0,0-5 32 16,5-3-228-16,-5-3-652 0,0 2-428 0,0-4-460 16,0 0-221-16,0-11-199 0,0 3 80 15,0-5 1392-15,0 1 1500 0,-5-5 768 16,5 5 824-16,0-5 544 0,0 5-72 16,0 3-108-16,9-3-231 0,2 1-177 15,6-2-104-15,2 7-172 0,5 0-112 16,8 0-232-16,0-1-200 0,12 7-140 0,3-3-96 15,5 0-40-15,4 3-76 16,8-3 0-16,4-4-108 0,3-2-84 16,9-7 73-16,-5 0-233 0,2-6-24 15,-2 0-160-15,-8 0-109 0,-7-4-203 16,-4 0-320-16,-8 4-288 0,-8 3-384 16,-12-4-772-16,-9 11-2252 0,-10-4-2509 0</inkml:trace>
  <inkml:trace contextRef="#ctx0" brushRef="#br0" timeOffset="-188046.974">7888 15119 872 0,'0'0'10161'0,"0"0"-8529"0,0 0-968 16,0 0-436-16,0 0 52 0,0 0 280 0,0 0 312 15,0 0-208-15,0 0-296 16,96 16-228-16,-68-4-56 16,0-1 68-16,0 3 60 0,-4 3 24 15,0-4-76-15,-9 6-8 0,2 0-68 0,-9 3-8 0,-5 0 84 0,-3 3-60 16,0 3-40-16,-7 1-60 0,-10 1-88 15,2 1-248-15,-2-3-236 0,2 1-344 16,-1-4-532-16,4-5-1100 0,-8 2-3665 16</inkml:trace>
  <inkml:trace contextRef="#ctx0" brushRef="#br0" timeOffset="-187247.433">9004 15033 1528 0,'0'0'4244'16,"0"0"1757"-16,0 0-4721 0,0 0-504 0,0 0 616 16,0 0 204-16,0 0-168 0,80 48-308 15,-65-25-324-15,2 5-212 0,-6 1-204 16,-2 6-88-16,-5-4-172 0,0-3-32 15,-4-2-88-15,0 0-60 0,0-7-12 16,0-4-64-16,0-5 16 0,0-3-52 0,0-4-8 16,0-3-136-16,0 0-100 0,3-3-172 15,9-11 172-15,1-1 404 16,2-7-120-16,1-4-80 0,4-3 92 0,0 1 112 16,-4 2 4-16,0 5-4 0,0 2-56 15,0 5 64-15,-4 7 64 16,0 5 228-16,-5-1 104 0,-3 3-176 0,0 0-36 15,-4 0 24-15,5 5 60 0,-5 5 12 0,0 4-48 16,0-5-84-16,0 4-52 16,-5-7-84-16,5 1-12 0,0-5-84 0,0-2 16 15,0 0 68-15,0 0 4 0,0-2-4 16,9-5-284-16,2 1 188 16,6-5 92-16,-2 0 0 0,6 4-44 0,-2 0-52 15,1 4 16-15,-3 3 84 0,2 0 124 0,1 10 180 16,-4 2 108-16,4 1-8 0,0 4-88 15,-8-2-123-15,4 1 27 16,-4 0-16-16,4-4-56 0,-4 1-144 0,-1-2-4 16,2-3-124-16,2 5 4 0,-2-4-220 15,6 5-377-15,1-5-307 0,8 3-508 16,-8-2-1508-16,11-1-4573 0</inkml:trace>
  <inkml:trace contextRef="#ctx0" brushRef="#br0" timeOffset="-186971.804">10422 14996 4424 0,'0'0'11637'0,"0"0"-9877"0,0 0-932 15,0 0 544-15,-92 28 384 0,57-6-315 16,3 11-593-16,0-3-344 0,4-2-128 0,9 1-124 16,2-9-180-16,10-8-72 15,3-8-156-15,4-1-96 0,0-3-148 16,11-3 40-16,6-8 80 0,6-3 208 0,5-9-12 15,4-2-304-15,-4-4-36 0,0 8 88 16,-4-3 80-16,4 9 40 0,-8 5 80 16,-1 7-45-16,-2 0 57 0,-2 3 124 15,-2 13 164-15,-2 2 333 0,-3 5-61 16,-4 1-292-16,1 5-96 0,-1-1-48 16,3-3-52-16,-3 1-68 0,8-7-364 15,0 0-513-15,4-7-1143 0,0-2-2300 16,0-7-3597-16</inkml:trace>
  <inkml:trace contextRef="#ctx0" brushRef="#br0" timeOffset="-179286.068">972 13364 2460 0,'0'0'2060'0,"0"0"-1824"0,0 0 3920 16,0 0-2220-16,0 0-635 16,0 0-585-16,0 0-76 0,0 0 32 0,0 0-40 15,12-17-128-15,-8 17-100 0,-1 0-92 16,1 0 20-16,0 0 104 0,5 4 72 16,-5-2-332-16,3 9-4 0,1-3 4 15,1 3 132-15,2 4 76 0,-3 3-200 16,5 6 24-16,-6-2-48 0,1 3-148 0,-4 0 52 15,0 2-52-15,1-6-12 0,-2 5-60 16,1-7 52-16,0-3 4 0,-4-4-8 16,4-5-72-16,-4-4-4 0,0 0-24 15,4 0 16-15,-4-3 32 0,0 0-32 16,4 0 8-16,-4-3-96 0,8-3-64 16,-4-4 24-16,4 1 100 0,0-10-48 15,4-4 112-15,-4-3-116 0,0-2 16 16,-1 0 108-16,2 2-72 0,-1 1-12 0,0 2 12 15,-5 2 48-15,6 2 76 0,-1 2 88 16,-4 4-76-16,3 4 64 0,-3 4-72 16,0-2 96-16,5 7-40 0,-5 0-60 15,0 0 0-15,3 0 0 0,-3 7 88 16,5-2 36-16,-1 9-24 0,-1-3 12 0,-3 6 36 16,5 2 52-16,-9 6-140 15,4-3 4-15,-4 3-16 0,0 1-48 0,0-1-172 16,0 0-400-16,0-2-64 0,-4-4-108 15,4 0-276-15,0-3-120 0,0-6-444 16,0-1-465-16,0-3-403 0,0-6-268 0,0 3-1232 16</inkml:trace>
  <inkml:trace contextRef="#ctx0" brushRef="#br0" timeOffset="-178800.06">1577 13109 5764 0,'0'0'2572'0,"0"0"2197"16,0 0-3905-16,0 0-216 0,0 0 596 0,0 0-40 16,0 0-432-16,0 0-428 0,0 0-156 15,80-57 80-15,-52 51-92 0,4 3 20 0,0-4 0 16,0 7 24-16,-1 0-72 15,1 0-64-15,0 0-12 0,-4 0-72 16,0 0-12-16,-5 4-40 0,-2 2 52 16,-9 0-108-16,4 4 48 0,-9-1-28 0,-3 4 28 15,1 3 8-15,-5 6-240 0,-5 0 8 16,-3 6 24-16,-7 4 100 0,-1 4-36 16,-9-1-88-16,2 2-16 0,-1 2 104 15,0-1 96-15,0-4 100 0,1-2 12 16,2-3 76-16,5-4-28 0,5-6 28 15,-1-3 12-15,7-7 12 0,1 2-16 16,0-9-32-16,4 2-4 0,0-2 16 0,0-2 8 16,8 7-68-16,1-3 204 0,6 2 64 15,2 0-88-15,-2 1 4 0,9-1 8 16,-4 0-12-16,8-4-36 16,-4-2-52-16,0 5 4 0,0-5-60 0,0 0-52 15,-1 0-4-15,1 0-56 0,-3 0 0 16,-6 0-200-16,5-5-380 0,-8 3-236 0,4-4-92 15,-8 3-196-15,4-7-516 0,-8 6-1480 16,4-4-2945-16</inkml:trace>
  <inkml:trace contextRef="#ctx0" brushRef="#br0" timeOffset="-178577.87">2243 13164 3100 0,'0'0'1696'0,"0"0"2688"0,0 0-2796 0,0 0-187 16,0 0 195-16,0 0-88 0,0 0-464 16,0 0-544-16,0 0-264 0,0 0-60 15,0 0 72-15,-92 76 0 0,68-45 0 16,0 4-112-16,-4 6 0 0,0 3-68 0,-4 1-68 16,5 0-124-16,-6-1 0 0,6-3-8 15,7-2-256-15,-4-8-480 16,12-2-40-16,0-7-160 0,4-3-572 0,4-6-1469 0,4 0-2943 15</inkml:trace>
  <inkml:trace contextRef="#ctx0" brushRef="#br0" timeOffset="-177994.698">2262 13611 3148 0,'0'0'7777'16,"0"0"-5405"-16,0 0-840 0,0 0 56 16,0 0 40-16,0 0-408 15,0 0-508-15,0 0-480 0,0 0-60 0,0 0 24 16,-19 83-88-16,15-65-108 0,0 5-4 0,-1-5-80 16,5-1-16-16,0-4-56 0,0-5-4 15,0 3-36-15,0-8 24 0,0 0 52 16,0-3-40-16,0 0 24 0,5 0-36 15,-1 0 0-15,0-3-88 0,7-7 260 16,-3 1 148-16,9-5-48 0,-1 0-100 16,-1-5-48-16,-3 2-52 0,0 1-24 15,0 4 16-15,-4 5-52 0,0 1 8 0,-4 6-20 16,-4 0 32-16,4 0 140 0,-4 0 212 16,4 6 108-16,-4 1 60 0,0 2-48 15,4 0-160-15,-4 1-48 0,0 0 24 16,0-1-100-16,0-3-48 0,4-2 0 15,-4-4-72-15,0 0 68 0,4 0 4 16,-4 0 0-16,0 0 60 0,4-4-8 0,0 1-48 16,0 0-4-16,0-3 112 15,4-1-28-15,-1-2-84 0,2 2-68 0,-1 1-56 16,-4-1-24-16,3 2-32 0,2 1 8 16,-1 4 12-16,0-3 60 0,-5 3 100 15,6 0 0-15,-1 0 112 0,-4 0 8 16,3 0 28-16,-3 3-36 0,0 1-52 15,1-1 0-15,3 3 52 0,-4 0-4 16,-4 7 16-16,3 0 0 0,-3 3-64 16,0 3 8-16,0 6-68 0,0-4-144 0,-3 6-272 15,-1-5-224-15,4-3-296 16,0-4-156-16,0-2-236 0,4-6-696 0,-1-1-2533 16,5-6-3267-16</inkml:trace>
  <inkml:trace contextRef="#ctx0" brushRef="#br0" timeOffset="-177123.343">2653 13703 5140 0,'0'0'1108'16,"0"0"2164"-16,0 0-515 15,0 0-1021-15,0 0-536 0,0 0 84 16,0 0-152-16,0 0-180 0,0 0-240 0,0 0-344 15,0 0-72-15,16 76-164 0,-16-60 4 16,0 0-88-16,0-4-48 0,0 1-12 0,4-6-72 16,-4-1 24-16,0 0-64 0,0-6-24 15,4 0 28-15,0 0 32 16,0 0 4-16,3-3-176 0,2-6 88 0,3-1 112 16,4-2-148-16,3-1-28 0,-2-6 16 15,2 7 36-15,-2-1 48 0,-2 2-52 0,1 5 64 16,-4 6 0-16,0 0 36 0,-4 0 88 15,0 4 112-15,-4 5 460 16,4 3 44-16,-4 2-272 0,-4 2-148 0,4-4-84 16,-4 4-16-16,0 0-24 15,0 0-72-15,0-4-132 0,0 1-236 16,0-3-384-16,0-1-388 0,0 1-676 0,0-4-2152 0,0 0-3037 16</inkml:trace>
  <inkml:trace contextRef="#ctx0" brushRef="#br0" timeOffset="-175798.318">3622 13275 3040 0,'0'0'9277'16,"0"0"-7441"-16,0 0-1344 0,0 0-200 15,0 0 512-15,0 0 712 0,0 0-488 16,0 0-508-16,0 0-264 0,0 0-60 16,0 0 40-16,0 0-28 0,0 0-28 15,0 0-44-15,-73 47-88 0,66-37-36 0,-1-3 64 16,-1 5-64-16,-2 1 0 0,3 2 36 15,-9 1 0-15,6 3-44 16,-6 0 0-16,6 3 0 0,-6 4-4 0,6-4 0 16,-5 0-84-16,4 4 12 0,4-5 20 15,0 2-32-15,5-7 12 0,3 0-28 16,0 0-20-16,0-7-52 0,3-3 0 0,5 1 164 16,4-1-68-16,0-3 64 15,0 0 0-15,4 1-112 0,-4-1 40 0,4 0-28 16,0-3 28-16,4 3-112 15,-1-3-176-15,2 0-172 0,3 0-152 0,-5-3-168 16,5-3-304-16,-8-1-1004 0,9-2-3161 16</inkml:trace>
  <inkml:trace contextRef="#ctx0" brushRef="#br0" timeOffset="-174533.301">1868 11128 5880 0,'0'0'64'0,"0"0"68"16,0 0 2868-16,0 0-575 0,0 0-441 0,0 0-524 16,20 76-504-16,-12-41-164 0,0 4 80 15,0 8-80-15,0 4-164 0,4 6-112 0,0 3-52 16,-1 4-24-16,2 2-208 0,-2 1-112 16,2 3-44-16,-9 0-68 0,4 0-8 15,-8-4-76-15,0-2 68 0,0-7-40 16,0-3-48-16,-4-6 20 0,-4-10-32 15,-1-7-100-15,5-2-160 0,-3-7-196 16,-1-6-148-16,4-2-376 0,-1-12-840 16,1 1-2048-16,-7-6-2557 0</inkml:trace>
  <inkml:trace contextRef="#ctx0" brushRef="#br0" timeOffset="-174336.649">1844 12204 9520 0,'0'0'3101'0,"0"0"-2309"15,0 67-792-15,4-41 0 0,0 5 840 16,4-2 624-16,0 0-336 0,0-11-492 16,4 1-328-16,0-9 16 0,4-4 208 0,0-2 288 15,7-4-452-15,5-7-160 16,0-8-24-16,8-9-24 0,-3-4-160 0,2-7-240 16,1-2-176-16,0-11-188 0,0 1-320 15,-1-8-600-15,-7 17-1660 0,4-25-4621 16</inkml:trace>
  <inkml:trace contextRef="#ctx0" brushRef="#br0" timeOffset="-173503.117">1027 9399 1864 0,'0'0'4928'0,"0"0"-4084"0,0 0 2160 15,0 0-1179-15,0 0-373 0,96-11-288 16,-60 15-168-16,4-2-204 0,3 3-236 16,6-5-132-16,-2 0-68 0,5 0-44 15,-4 0-80-15,-1 0-96 0,2 0-36 0,-10-5-16 16,-3 3-84-16,-8-2 0 0,-4 4-84 15,-4 0-76-15,-12 0 48 16,0 4-60-16,-4 3-40 0,-4 4-84 0,-8 8 160 16,-9 3-12-16,-2 10-88 0,-9 7 40 15,-8 5 32-15,-4 3 76 0,0 4 80 16,-3 3-4-16,-1-3 12 16,0 4 44-16,8-3 104 0,-4-3 64 15,13 1 172-15,-1-5 60 0,12-8-148 0,4-4-60 0,3-5-104 16,9-9-44-16,0-3 48 0,13-3-52 15,6 0 52-15,9-4 280 0,4-3 464 16,8-1-440-16,0-5-224 0,3-5-104 16,2-1-4-16,-6-6 12 0,6-1-120 15,-6-3-72-15,1 0-160 0,-4-6-412 16,4-4-200-16,-4-2-492 0,-8 5-1052 0,15-17-3621 16</inkml:trace>
  <inkml:trace contextRef="#ctx0" brushRef="#br0" timeOffset="-173284.967">1923 9496 1668 0,'0'0'9252'16,"0"0"-5291"-16,0 0-3557 0,0 0-396 16,0 0 860-16,-67 92 716 0,51-60-264 15,-4 3-596-15,-4 6-456 0,1 0-84 16,-1 4-24-1,-4-1-44-15,4 4-116 0,-4 0-96 0,0-1-160 16,5 1-344-16,-5-3-248 0,3-4-140 0,5-4-268 0,5-5-760 16,6-10-2409-16,5-3-2659 0</inkml:trace>
  <inkml:trace contextRef="#ctx0" brushRef="#br0" timeOffset="-172888.559">2024 10020 8352 0,'0'0'2873'0,"0"0"-813"0,0 0-144 0,0 0-60 15,4 73-568-15,-8-51-412 16,0 3-336-16,-1-2-272 0,1-1-156 0,0-6-112 15,1 1-40-15,3-9-44 0,0-2-52 16,0-2 4-16,0-4 8 0,0 0-24 16,3-4-108-16,5-2-40 0,5-2 16 15,-2-9 156-15,6-2 12 0,-2 0-84 16,1-4-104-16,0 8 80 0,-4-1 96 0,0 6 0 16,0 1-28-16,-4 6 80 0,0-1 72 15,-4 4 72-15,4 0 188 0,-5 0 88 16,2 4 48-16,-1 2 0 0,0 0 20 15,-4 4 64-15,4 3-4 0,-4 2-96 16,0 1-148-16,0 3-84 0,-4 1-148 16,0 1-64-16,-5-2-276 0,6 4-344 0,-1-4-324 15,0-3-712-15,0-6-2064 16,4-4-3605-16</inkml:trace>
  <inkml:trace contextRef="#ctx0" brushRef="#br0" timeOffset="-172286.337">2498 9953 10544 0,'0'0'2721'16,"0"0"-1793"-16,0 0-144 0,-8 76 792 0,0-43 72 0,3-2-488 16,-2 1-488-16,-1-4-256 15,4-2-172-15,0-4-108 0,4-5-136 16,0-3-56-16,0-3 44 0,0-8-84 0,0-3-28 15,0 0 16-15,4 0 24 16,0 0-148-16,7-7 72 0,2-3 72 16,-1-1 84-16,4-8-68 0,3-1-112 0,2-2 12 15,-1-1-24-15,-1 1 12 0,1 6 0 16,1 1 48-16,-6 2 124 16,1 7-88-16,-4 1 100 0,-8 5 88 0,4 0 184 15,-5 0 84-15,-3 0 60 0,0 7-88 16,0 0 52-16,0-2-40 0,0 2-84 15,0 0-132-15,0-4-120 0,0-3-4 16,0 0-4-16,0 0-92 0,9-3-260 0,7-6 52 16,0-4 144-16,12-6 112 0,0-4-112 15,-1 4-24-15,5 0 16 0,1 3 36 16,-2 3 132-16,-4 7 124 0,-2 3 96 16,-5 3-64-16,-5 3-8 0,-2 7 220 0,-2 2-88 15,-3 5-12-15,-3 2-76 0,3 2-8 16,-4 2-64-16,-4 3-108 0,0 2-12 15,0 3-8-15,0 1-172 0,0 7-248 16,-8-1-276-16,-5 3-252 0,6 0-324 16,-5-9-904-16,-1 12-3065 15</inkml:trace>
  <inkml:trace contextRef="#ctx0" brushRef="#br0" timeOffset="-170305.476">2417 11347 6600 0,'0'0'196'0,"0"0"5029"16,0 0-3985-16,0 0-412 0,0 0 348 0,0 0 304 15,0 0-200-15,0 0-368 0,0 0-468 16,0 0-112-16,0 0 84 0,0 0-76 15,0 0-24-15,53 6-84 0,-50 13-72 16,1 6-52-16,1 1-100 0,-5-1 56 16,0 5-64-16,0-12-108 0,0 1-232 15,0-3 120-15,0-6 112 0,0-1 100 16,0-6-44-16,0-3-20 0,0 0-60 16,0 0 32-16,0 0 88 0,0-3-124 15,4-3-168-15,0-7-28 0,7-6 208 16,2-3-48-16,2-6-12 0,2-4-72 15,2 3-16-15,-2 4 76 0,-2 2 8 0,1 7 52 16,0 4 12-16,-4 6 52 0,0 2 72 16,0 4 196-16,0 0 200 0,0 0-148 15,-4 7-52-15,4-1 124 0,-1 3 0 16,-2 1 48-16,-5 3-124 0,4 3-24 0,-4 0-12 16,-1 3 72-16,-3 0-48 15,0 2-148-15,0-1-84 0,0 2-104 0,0-3-236 16,0 0-140-16,0-3-168 0,0-3-112 15,0-4-240-15,0-2-976 0,4-5-2929 16,1-2-5215-16</inkml:trace>
  <inkml:trace contextRef="#ctx0" brushRef="#br0" timeOffset="-170141.861">3100 11496 16281 0,'0'0'3976'0,"0"0"-3464"0,0 0-168 16,0 0 116-16,0 0-71 0,0 0-389 15,0 0-329-15,0 0-667 0,0 0-412 16,0 0-1316-16,31-38-6313 0</inkml:trace>
  <inkml:trace contextRef="#ctx0" brushRef="#br1" timeOffset="-148282.985">13108 3742 6232 0,'0'0'908'0,"0"0"-152"0,12-78-32 0,-12 55 1669 16,0-5-1029-16,-4-1-460 16,-9 4-240-16,2 0-20 0,-9-4 152 0,0 3-192 15,-8 1 12-15,0 0-216 0,-4 6-164 16,4-3-148-16,-7 9-4 0,3 3-76 15,4 4 156-15,-4 3-80 0,4 3-8 16,-4 3-12-16,4 9 92 0,-7 8-156 16,-1 5 0-16,0 10-100 0,-8 3 24 0,-3 10 68 15,-2 3-40-15,-7 6-40 0,5 7-36 16,-1 2 112-16,4 4-132 0,-3 6 140 16,2 4 4-16,6 3-68 0,-5-1 60 15,8 3 8-15,-4 4-60 0,4 3-44 16,1 0 104-16,7 3 48 0,0 3-40 15,8 1 56-15,0 6-64 0,5-3-12 0,-2 3 8 16,1 2-8-16,1-2-100 0,2 6-52 16,2-1-96-16,-5-1 148 0,3 2 112 15,2 0 48-15,2-3 4 0,-2 1 8 16,7-2 28-16,4 1 36 0,-1-3-72 0,2 2-40 16,-1 2 48-1,4-4-60-15,0 4-52 0,0-2-12 0,0 1 64 16,4 0 8-16,-1-4 92 0,-3 1-96 15,5 0 44-15,-1-4-48 0,0 1-12 0,0-4-64 16,0 1 76-16,0-1-8 16,3 1 4-16,-2 2-48 0,-1-2-8 0,4-1 56 15,-5 4-4-15,5-4-4 0,-3 1-52 16,3-1-16-16,3 1 80 16,-3-1 76-16,5 0-64 0,-2-2 64 0,6 1-76 0,-6-4 72 15,6 0-8-15,2-8-64 16,1 0-4-16,0-2 4 0,0 1-88 15,4-7-68-15,-4 0 152 0,3-1-56 0,-3 1-40 16,5-4 88-16,-1-3 4 0,-1-1 4 16,1 1 4-16,-4-3 8 0,8 0 56 15,-5-4-56-15,2 1 0 0,-1-4 28 16,0-3-36-16,4 1-12 0,0-6-76 16,-5 6 0-16,5-7 28 0,0 1 60 0,0-2-52 15,0-3 4-15,0 1 36 16,0 0 12-16,4-4 0 0,-4 4 60 15,3-1-56-15,-3-2-4 0,4 3 4 0,0-4 0 16,-4 0 4-16,8-2-8 0,-4-4 100 16,3 0-100-16,1-3-8 0,0-4 0 15,0-5-32-15,4-1 40 0,0 1 0 16,-5-7 4-16,6 2 72 0,2-1-72 16,-3-1 8-16,0 0 76 0,4 0-80 0,-5 0 64 15,6-2-60-15,-2-3-12 0,5 3-4 16,-4-1 0-16,4-1 0 15,3-2 4-15,1-3 12 0,4-1 60 0,0-2-68 16,0-4 0-16,3-3-4 0,-3 0-88 16,4-3 76-16,-4-4 12 0,-4-2 12 15,4 3 40-15,-9-7-44 0,1 3-4 0,0-2 4 16,0-5 44-16,-5 4-40 0,5-1 36 16,-4-3-44-16,0-2 48 15,0 0-44-15,-1-3 64 0,1 0-68 0,0-4 8 16,0 1 0-16,-4-4 0 0,-1-3 88 15,2-2-28-15,-5-1-64 16,-1 0 4-16,-3-3 52 0,4-4-60 0,0-2 40 16,-5 0-40-16,1-7 4 0,0-1 44 15,-4-1-48-15,0-4 8 0,-4 0 48 0,-4-4-60 16,4-2 12-16,-4 0-12 0,0-4 0 16,-1 3 0-16,2-3 0 15,-1 0 0-15,-5-2 0 0,6-1 0 0,-10-3-72 16,2-6 8-16,-2-1-20 0,-3-2 76 15,0-4-4-15,-3-3 12 0,-2 1-16 16,1-5-44-16,-4 5 12 0,4-5-4 0,-4-2 40 16,0-4-100-16,0 0 64 15,-4 2-16-15,0-8-60 0,-4 0 48 16,-4-7-72-16,1 5 20 0,-2 0 120 0,1-5-232 16,0 5 100-16,-3-5 92 0,3 1-116 15,3 0 100-15,2-4 16 16,-1 1 36-16,0 0 12 0,3-1 4 0,-2 5 8 15,-1-2 124-15,0 5-124 0,-1-2 48 0,2 1-48 16,-5-3-24-16,3 0-28 16,-2 0 40-16,-1 0 0 0,0-3 4 15,0 3 44-15,1-3-48 0,-2-1-112 0,5 4 100 16,4-7-112-16,-3 4-156 0,2-3-8 16,5-1 88-16,-4 4 188 15,4 3-80-15,0 3 16 16,-4 3 76-16,4 3 64 0,-4 7-56 0,0-3 20 0,1 2-28 0,-6 4 0 15,1 4-64-15,4-2 60 0,0 2-4 16,1-1-80-16,-1 3 16 16,4-1 68-16,0 3-76 0,0 1 80 0,0-2 0 15,0 2 8-15,0-1 8 0,0 2-16 16,0-1 0-16,-4 4 100 0,-1 4-36 16,-3 1 48-16,1 1-4 0,-1 4-108 15,-5-1-4-15,-2 3 4 0,2 4 8 16,-2 0 68-16,-5 5-16 0,0-2 28 15,-4 3-24-15,0-1-64 0,0 4 52 16,-4-3 48-16,0 6 12 0,0-3-104 0,1 7 84 16,-5 2-56-16,0 5-24 0,4 4-12 15,-3 1 4-15,-6 6-8 0,1 4-116 16,-3 0-108-16,-1 6 40 0,-8-1 60 16,4 4 116-16,-8 2-128 0,-4 0 84 0,0 5 52 15,-7-1-4-15,-5 1 8 0,5 2 136 16,-13 4-124-16,4 3 40 0,-7 0-52 15,-5 3-100-15,-4 10-128 0,-4 0-40 16,-11 5-340-16,-1 8-156 0,-7 3-724 16,-9 5-277-16,32-5-1299 0,-50 22-2256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9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ustomXml" Target="../ink/ink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18. Assignment II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D95A20-622F-4110-BE88-FE27C2192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6" y="310381"/>
            <a:ext cx="1158401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5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59769F-557E-492C-B047-CFE1986D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89" y="255799"/>
            <a:ext cx="9307224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45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352BAD-8E90-4A34-9B61-10683ABEA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59" y="199734"/>
            <a:ext cx="1167928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21E5E7-9B0E-4B40-A23C-3AB14A8AF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79" y="348690"/>
            <a:ext cx="10202699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0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ABDC2A-09A8-41DB-9E89-AB347703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14" y="503948"/>
            <a:ext cx="10917174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5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AE245A-A27B-48C5-99B5-44A898F48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9" y="363851"/>
            <a:ext cx="10536120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8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7E40B8-D46F-4309-B4FC-B3B8BBB9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4" y="387017"/>
            <a:ext cx="11298227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9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52897E-E65C-480F-8915-9D063259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63" y="252333"/>
            <a:ext cx="7459116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4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4A8BFD-40E3-4C23-9965-A44FF7DC3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" y="406719"/>
            <a:ext cx="10031225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3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5B7B34-CB35-4F15-A2B1-B3E2E4E2F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2" y="404773"/>
            <a:ext cx="8145012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4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80EAA-3010-478F-8637-957B3CFB5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23" y="383553"/>
            <a:ext cx="706853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60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991D2D-5200-4408-B87F-78F8B24F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44" y="298259"/>
            <a:ext cx="11545911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42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9E366C-B6CF-4C3A-BF8F-31FC06FBD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18" y="273777"/>
            <a:ext cx="9907383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77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69634E-999A-417D-92FA-D75577558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291328"/>
            <a:ext cx="11679280" cy="895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9D5EFD-ED3F-4BF5-8770-1E2218C84CF2}"/>
                  </a:ext>
                </a:extLst>
              </p14:cNvPr>
              <p14:cNvContentPartPr/>
              <p14:nvPr/>
            </p14:nvContentPartPr>
            <p14:xfrm>
              <a:off x="306720" y="1180440"/>
              <a:ext cx="11747520" cy="504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9D5EFD-ED3F-4BF5-8770-1E2218C84C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360" y="1171080"/>
                <a:ext cx="11766240" cy="50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258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860D0D-87E6-4790-8A60-AF4FED5801D1}"/>
                  </a:ext>
                </a:extLst>
              </p14:cNvPr>
              <p14:cNvContentPartPr/>
              <p14:nvPr/>
            </p14:nvContentPartPr>
            <p14:xfrm>
              <a:off x="593640" y="147240"/>
              <a:ext cx="10703520" cy="573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860D0D-87E6-4790-8A60-AF4FED5801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4280" y="137880"/>
                <a:ext cx="10722240" cy="574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6795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30427F-0582-4933-A16D-C4B519218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363094"/>
            <a:ext cx="11774543" cy="28293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D0C8A7-9427-494A-87CB-1A339E76FB0A}"/>
                  </a:ext>
                </a:extLst>
              </p14:cNvPr>
              <p14:cNvContentPartPr/>
              <p14:nvPr/>
            </p14:nvContentPartPr>
            <p14:xfrm>
              <a:off x="946440" y="85680"/>
              <a:ext cx="10591920" cy="392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D0C8A7-9427-494A-87CB-1A339E76FB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080" y="76320"/>
                <a:ext cx="10610640" cy="39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178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00E4A7-AEE8-4DD9-9935-568A2C0D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7" y="224033"/>
            <a:ext cx="11869806" cy="18290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FD1923-ADD6-412F-A19B-C34B4975A6DB}"/>
                  </a:ext>
                </a:extLst>
              </p14:cNvPr>
              <p14:cNvContentPartPr/>
              <p14:nvPr/>
            </p14:nvContentPartPr>
            <p14:xfrm>
              <a:off x="309600" y="1556640"/>
              <a:ext cx="11301480" cy="397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FD1923-ADD6-412F-A19B-C34B4975A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1547280"/>
                <a:ext cx="11320200" cy="39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6769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45E91E-46CE-4903-B1EE-8F27B5A4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6" y="385499"/>
            <a:ext cx="10536120" cy="4763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95ED4C-368E-4ECC-9D19-77867740FCAA}"/>
                  </a:ext>
                </a:extLst>
              </p14:cNvPr>
              <p14:cNvContentPartPr/>
              <p14:nvPr/>
            </p14:nvContentPartPr>
            <p14:xfrm>
              <a:off x="678240" y="261720"/>
              <a:ext cx="11508120" cy="631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95ED4C-368E-4ECC-9D19-77867740F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880" y="252360"/>
                <a:ext cx="11526840" cy="63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982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48CBAA-F3BB-4395-B70C-7254C258F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268143"/>
            <a:ext cx="11545911" cy="5334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41F1DD-E633-4F24-8DA6-E8A7E576D055}"/>
                  </a:ext>
                </a:extLst>
              </p14:cNvPr>
              <p14:cNvContentPartPr/>
              <p14:nvPr/>
            </p14:nvContentPartPr>
            <p14:xfrm>
              <a:off x="616680" y="824040"/>
              <a:ext cx="11318400" cy="5877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41F1DD-E633-4F24-8DA6-E8A7E576D0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320" y="814680"/>
                <a:ext cx="11337120" cy="58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4701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F09550-D4FE-4125-86FE-5DFD2B9E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99" y="288142"/>
            <a:ext cx="11574490" cy="21624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8C5170-7775-40F8-A496-007AEAE145CC}"/>
                  </a:ext>
                </a:extLst>
              </p14:cNvPr>
              <p14:cNvContentPartPr/>
              <p14:nvPr/>
            </p14:nvContentPartPr>
            <p14:xfrm>
              <a:off x="905040" y="2724840"/>
              <a:ext cx="10607040" cy="400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8C5170-7775-40F8-A496-007AEAE145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680" y="2715480"/>
                <a:ext cx="10625760" cy="40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096359-BF53-4E29-815C-324784E8D7B0}"/>
                  </a:ext>
                </a:extLst>
              </p14:cNvPr>
              <p14:cNvContentPartPr/>
              <p14:nvPr/>
            </p14:nvContentPartPr>
            <p14:xfrm>
              <a:off x="7343640" y="131400"/>
              <a:ext cx="2457360" cy="94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096359-BF53-4E29-815C-324784E8D7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34280" y="122040"/>
                <a:ext cx="2476080" cy="96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426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0F62BD-4082-4B2A-9821-09A1CBEB6DC8}"/>
                  </a:ext>
                </a:extLst>
              </p14:cNvPr>
              <p14:cNvContentPartPr/>
              <p14:nvPr/>
            </p14:nvContentPartPr>
            <p14:xfrm>
              <a:off x="540720" y="203400"/>
              <a:ext cx="10846800" cy="600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0F62BD-4082-4B2A-9821-09A1CBEB6D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360" y="194040"/>
                <a:ext cx="10865520" cy="60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8299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C496E4-D65B-4454-B94D-5D0BA0B1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2" y="329637"/>
            <a:ext cx="7059010" cy="5525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447BF5-C5BB-4EC9-8487-4A145FE882E9}"/>
                  </a:ext>
                </a:extLst>
              </p14:cNvPr>
              <p14:cNvContentPartPr/>
              <p14:nvPr/>
            </p14:nvContentPartPr>
            <p14:xfrm>
              <a:off x="553680" y="442080"/>
              <a:ext cx="11529720" cy="621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447BF5-C5BB-4EC9-8487-4A145FE882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320" y="432720"/>
                <a:ext cx="11548440" cy="62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D97641-A773-4827-B769-DCB5A8D55FD3}"/>
                  </a:ext>
                </a:extLst>
              </p14:cNvPr>
              <p14:cNvContentPartPr/>
              <p14:nvPr/>
            </p14:nvContentPartPr>
            <p14:xfrm>
              <a:off x="1263600" y="1544040"/>
              <a:ext cx="1322640" cy="1561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D97641-A773-4827-B769-DCB5A8D55F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4240" y="1534680"/>
                <a:ext cx="1341360" cy="15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161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5C6591-4756-4405-8B58-1E10B367B29E}"/>
                  </a:ext>
                </a:extLst>
              </p14:cNvPr>
              <p14:cNvContentPartPr/>
              <p14:nvPr/>
            </p14:nvContentPartPr>
            <p14:xfrm>
              <a:off x="1634760" y="720"/>
              <a:ext cx="9462960" cy="565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5C6591-4756-4405-8B58-1E10B367B2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5400" y="-8640"/>
                <a:ext cx="9481680" cy="56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7834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C58BF-C993-4873-B63E-6BDC73F9E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3" y="321205"/>
            <a:ext cx="11726912" cy="8002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1A877E-78F0-4A2C-8B66-47EBCC2E317F}"/>
                  </a:ext>
                </a:extLst>
              </p14:cNvPr>
              <p14:cNvContentPartPr/>
              <p14:nvPr/>
            </p14:nvContentPartPr>
            <p14:xfrm>
              <a:off x="349920" y="350640"/>
              <a:ext cx="9226080" cy="5266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1A877E-78F0-4A2C-8B66-47EBCC2E31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560" y="341280"/>
                <a:ext cx="9244800" cy="52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986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6af921c6-6f3c-4d56-a22a-8f189f1aa58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4793</TotalTime>
  <Words>12</Words>
  <Application>Microsoft Office PowerPoint</Application>
  <PresentationFormat>Widescreen</PresentationFormat>
  <Paragraphs>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等线</vt:lpstr>
      <vt:lpstr>等线 Light</vt:lpstr>
      <vt:lpstr>Arial</vt:lpstr>
      <vt:lpstr>Calibri</vt:lpstr>
      <vt:lpstr>Calibri Light</vt:lpstr>
      <vt:lpstr>Office Theme</vt:lpstr>
      <vt:lpstr>MAT205: Abstract Algebra II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820</cp:revision>
  <dcterms:created xsi:type="dcterms:W3CDTF">2021-09-19T05:52:48Z</dcterms:created>
  <dcterms:modified xsi:type="dcterms:W3CDTF">2023-07-06T01:51:22Z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