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391" r:id="rId6"/>
    <p:sldId id="392" r:id="rId7"/>
    <p:sldId id="425" r:id="rId8"/>
    <p:sldId id="393" r:id="rId9"/>
    <p:sldId id="395" r:id="rId10"/>
    <p:sldId id="426" r:id="rId11"/>
    <p:sldId id="427" r:id="rId12"/>
    <p:sldId id="396" r:id="rId13"/>
    <p:sldId id="409" r:id="rId14"/>
    <p:sldId id="397" r:id="rId15"/>
    <p:sldId id="398" r:id="rId16"/>
    <p:sldId id="399" r:id="rId17"/>
    <p:sldId id="400" r:id="rId18"/>
    <p:sldId id="401" r:id="rId19"/>
    <p:sldId id="402" r:id="rId20"/>
    <p:sldId id="428" r:id="rId21"/>
    <p:sldId id="429" r:id="rId22"/>
    <p:sldId id="410" r:id="rId23"/>
    <p:sldId id="430" r:id="rId24"/>
    <p:sldId id="411" r:id="rId25"/>
    <p:sldId id="412" r:id="rId26"/>
    <p:sldId id="413" r:id="rId27"/>
    <p:sldId id="414" r:id="rId28"/>
    <p:sldId id="415" r:id="rId29"/>
    <p:sldId id="416" r:id="rId30"/>
    <p:sldId id="423" r:id="rId31"/>
    <p:sldId id="424" r:id="rId32"/>
    <p:sldId id="431" r:id="rId33"/>
    <p:sldId id="417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60"/>
  </p:normalViewPr>
  <p:slideViewPr>
    <p:cSldViewPr snapToGrid="0">
      <p:cViewPr varScale="1">
        <p:scale>
          <a:sx n="86" d="100"/>
          <a:sy n="86" d="100"/>
        </p:scale>
        <p:origin x="39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1-09-21T04:59:56.5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16945 3883 4060 0,'0'0'588'0,"0"0"-408"15,0 0-180-15,0 0 0 0,0 0 124 16,0 0 252-16,0 0-52 0,0 0-204 16,0 0-120-16,-4-3-172 0,4 3-36 0,0 0 56 15,0 0 152-15,0 0 132 16,0 0-4-16,0 0-36 0,0 0 0 0,0 0 52 16,0 0 128-16,0 0 144 0,0 0 0 15,0 0-24-15,0 0-16 0,0 0-52 16,0 0-168-16,0 0-64 0,0 0-16 15,0 0 4-15,0 0-16 0,0 0 28 16,0 0-4-16,0 0-8 0,0 0-68 16,0 0 40-16,0 0 12 0,0 0 0 0,0 0-12 15,0 0-44-15,0 0 4 16,0 0 52-16,0 0-52 0,0 0 104 0,0 0 52 16,0 0 64-16,0 0-60 0,0 0-32 15,0 0-24-15,0 0 12 0,0 0-36 16,0 0-16-16,0 0 28 0,0 0 76 15,0 0-24-15,0 0-52 0,0 0-96 0,0 0-8 16,0 0-8-16,0 0 0 0,0 0 8 16,0 0 61-16,0 0-9 15,0 0 12-15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7:03:14.1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4558 9503 1668 0,'0'0'2060'0,"0"0"-1004"15,0 0-1040-15,0 0 152 0,0 0 4348 16,0 0-3248-16,0 0-71 0,0 0-149 16,0 0 36-16,0 0-160 0,-49 0-84 15,45 3 64-15,1-3-108 0,-1 0-176 16,4 3-124-16,0-3-164 0,0 0-172 16,0 0-108-16,4 3-44 0,3 3 44 15,6-2 36-15,2 5 32 0,9-3 40 16,1 1 60-16,6-4 100 0,1 0 8 0,8 0-48 15,4-3-60-15,3 0-60 0,2 0 84 16,-2 0-112-16,1 0-48 0,-1-3 28 16,-2 0-28-16,2 3-84 0,-2-3-4 15,-6-1-4-15,1-2-64 0,-4 3 60 16,-4 0 0-16,0-3-40 0,-9 2-44 0,-3 1 0 16,1 0-88-16,-10 3 52 0,-3-3-112 15,-3 3-84-15,-1 0-124 0,-4 0-52 16,0 0 64-16,-13 0-104 0,5 3-492 15,-12 0-928-15,5 0-2300 0,-21 7-753 0</inkml:trace>
  <inkml:trace contextRef="#ctx0" brushRef="#br0" timeOffset="370.394">4633 9613 6584 0,'0'0'1660'0,"0"0"672"0,0 0-1071 0,0 0-405 16,0 0 64-16,0 0 236 0,0 0-224 15,0 0-352-15,0 0-320 0,0 0-96 16,0 0-16-16,-4 19 152 0,4-2 60 0,0 5-76 16,-4 3-8-16,4 4-44 0,0 3-108 15,0-1 60-15,0 7-24 0,0 4-36 16,0 2 4-16,0 3-120 0,0 5 44 15,-4 1-40-15,0-2-8 0,4 0 0 16,-3 1-4-16,-1-6 4 0,4-1 4 16,-4-4-8-16,-1-6-4 0,5-7 0 15,0-5 0-15,0-8-40 0,0-4-128 16,0-2-112-16,0-4-172 0,0 0-52 16,0-5 76-16,0 0-68 0,0 0-128 0,0 0-140 15,0 0-204-15,0 0-184 16,5-7-344-16,-5-2-357 0,4-1-631 0,-4-6-1644 0</inkml:trace>
  <inkml:trace contextRef="#ctx0" brushRef="#br0" timeOffset="676.416">4701 10106 9880 0,'0'0'2001'15,"0"0"-1133"-15,0 0-204 0,0 0 620 16,0 0-140-16,0 0-200 0,0 0-260 16,0 0-76-16,0 0 120 0,0 0-176 15,79 16-260-15,-54-10 76 0,-1 3-112 0,0-2-60 16,3 2 0-16,1-3-76 0,0 1 40 16,4-4-112-16,-1 0-4 0,-3-3-44 15,4 4-12-15,-4-4 4 16,0 0-64-16,-4 0 60 0,1-4-36 0,-6 1 0 15,-3 0-40-15,-4 3-80 0,0-3-40 0,-4 3-24 16,0 0-172-16,-8-4-100 16,4 4-100-16,-4 0-112 0,0 0-288 0,0 0-668 15,-8 4-776-15,0-1-2309 0,-8 3-3131 0</inkml:trace>
  <inkml:trace contextRef="#ctx0" brushRef="#br0" timeOffset="1019.088">4565 10550 80 0,'0'0'9672'0,"0"0"-8071"0,0 0-857 0,0 0 24 16,0 0 556-16,0 0-300 0,0 0-120 15,0 0-312-15,0 0-156 0,0 0-64 16,0 0 160-16,9 22 36 15,14-25 148-15,1 0-192 0,4 3-156 0,0-3-88 16,4-1-24-16,-4 4-24 0,4-2-72 16,0 2 32-16,0 0-20 0,-1 0-52 15,1 0-44-15,-4 0 16 0,4 0-92 16,-4 0 0-16,0 0 0 0,-4 0 0 16,-1 0-48-16,-2 0 48 0,-6 0-8 15,1 0-4-15,-4 0-40 0,1 0 44 0,-6 0-148 16,-3 0-28-16,-4 0-156 0,4 0-136 15,-4 0-268-15,0 6-288 0,0 3-428 16,-4-3-1112-16,-11 17-3341 0</inkml:trace>
  <inkml:trace contextRef="#ctx0" brushRef="#br0" timeOffset="2185.484">5139 11128 2812 0,'0'0'420'0,"0"0"-212"0,0 0 2748 15,0 0-152-15,0 0-1268 0,0 0-555 16,0 0-57-16,0 0-32 0,0 0-16 15,0 0 20-15,12 25-116 0,-8-18-64 16,1 5-32-16,-1 1-40 0,-1 3-152 16,-3 1-48-16,4 4-64 0,0 8-60 15,-4 3-124-15,4 9-112 0,-4 0-36 0,0 10-48 16,0 6 16-16,4 3 32 16,-4 8-36-16,0 4-12 0,0-2 0 0,0 3 0 15,0-3-88-15,0-1 84 0,0-4-56 16,0-9 52-16,0-2 4 0,0-6 4 15,0-6 12-15,0-5-12 0,0-5-4 16,0-6-4-16,0-8-76 0,0-2 8 16,0-3-20-16,0-3-212 0,0-4-120 15,0-4-28-15,0-2-124 0,0 0-216 16,0 0-344-16,0-6-700 0,0 1-1048 16,0-5-3009-16</inkml:trace>
  <inkml:trace contextRef="#ctx0" brushRef="#br0" timeOffset="2633.027">4769 13183 8552 0,'0'0'3293'0,"0"0"-1885"0,0 0-888 15,0 0-48-15,0 0 512 0,0 0 276 16,0 0-328-16,99-39-76 0,-59 27-92 16,4-1-248-16,3 3-200 0,6-2 28 0,3-1 60 15,-4 0-88-15,-1 4-36 0,-3 2-72 16,-1 1-100-16,-2 0-24 0,-6-1-12 16,-3 4-60-16,-4 0-4 0,-4 3-8 0,0-3-12 15,-12 3-144-15,0 0-112 0,-9 0-96 16,2 3-124-16,-5 0-172 0,0 0-64 15,-4 7-40-15,0-1-176 0,-4 4-788 16,-5 0-1472-16,-6 9-3613 0</inkml:trace>
  <inkml:trace contextRef="#ctx0" brushRef="#br0" timeOffset="2995.492">4872 13284 8716 0,'0'0'2313'0,"0"0"-1449"15,0 0-480-15,0 0 180 0,0 0 556 16,0 0-196-16,0 0-244 0,0 0-304 16,-8 69-112-16,12-43-60 0,4 3-104 15,1 3 76-15,2-4 48 0,1 7 36 16,0 1-24-16,-4-3-48 0,8 9-76 15,-4 6 96-15,0-1-8 0,0 4-28 16,4 3 12-16,-4 3-108 0,0 4-64 16,-5-2-4-16,2 2-4 0,-1-7 96 15,0-7-100-15,-5-5 0 0,1-10 0 16,-4-7-124-16,4-9-36 0,1-3 48 0,-1-7 0 16,-4 1-48-16,4-4-112 0,-4-3-188 15,4 0-88-15,-4 0-68 0,3-7-212 16,-3-2-172-16,0-7-512 0,0 3-1113 15,0-18-2511-15</inkml:trace>
  <inkml:trace contextRef="#ctx0" brushRef="#br0" timeOffset="3316.593">5016 13783 11309 0,'0'0'1796'0,"0"0"-1136"0,0 0-140 15,0 0 468-15,0 0 344 0,0 0-288 16,0 0-164-16,0 0-340 0,0 0-208 16,0 0-148-16,0 0 48 0,28-6 112 15,-9 6 192-15,5 0-172 0,0 2-120 0,1 2 48 16,3-4-84-16,-5 3-27 0,5 0-57 16,0-3 8-16,-4 0-12 0,4 0-32 15,0 0-16-15,-4 0-60 0,-1 0-12 0,1 0 4 16,0 0 0-16,-8-3-4 15,0 0-8-15,-4 3-40 0,0 0 40 0,-8 0-152 16,4 0-80-16,-4 0-17 16,-1 0-71-16,2 0-24 0,-5 3-196 0,4 0-112 15,-4-1-124-15,0 9-252 0,0-5-456 16,0 7-928-16,0-4-2297 0,-4 4-3847 0</inkml:trace>
  <inkml:trace contextRef="#ctx0" brushRef="#br0" timeOffset="17965.485">6848 13687 10452 0,'0'0'1149'0,"0"0"783"16,0 0-476-16,0 0 32 15,0 0-132-15,0 0-184 0,0 0-316 0,0 0-268 16,0 0-224-16,0 0-92 0,-11-10-44 15,11 10-68-15,0 0-64 0,0 0-84 16,7 0 36-16,2 4 40 0,6-1 117 16,6 0-9-16,2 0 168 0,5 1-88 0,0-1-180 15,4-1-8-15,3 2-76 0,6-1 104 16,2 0-112-16,6 4 4 0,-2-4 64 16,9 0-28-16,0 0-44 0,4 0-12 15,-1 1-36-15,5-4 44 0,4 0 0 16,-1-7-92-16,1-2 12 0,0-4 24 15,0 0-16-15,-5 0-80 0,1 4 60 16,-8-4-76-16,0 4 64 0,-9 3-96 16,-2-1-65-16,-2 1 49 0,-7 2-36 15,-4 2-96-15,-1-5 36 0,-3 7-12 16,-3-3 8-16,-5 0-120 0,-1 0-176 16,-2-4-232-16,-2 4-332 0,-2-3-352 0,-6 0-480 15,1-1-553-15,-8-3-2459 0</inkml:trace>
  <inkml:trace contextRef="#ctx0" brushRef="#br0" timeOffset="18283.023">8283 13398 9760 0,'0'0'2745'0,"0"0"-1613"16,0 0-1116-16,0 0 60 0,0 0 620 15,0 0 316-15,0 0-68 0,0 0-344 16,84 18-104-16,-61-7-100 0,5 2-76 16,-4-1-84-16,0 4 24 0,-3-3-76 15,2 3-60-15,-3-1 24 0,0-2-136 0,-1 3 44 16,-2-4-56-16,-2 5 0 0,-2-1-12 16,-2 0 4-16,-3 3 0 0,-4 0-68 15,-4-1-84-15,0 5-48 0,-8 2 0 16,-7-3-28-16,-2 3-84 0,-7 1 8 15,1 0 16-15,-5-1 60 0,-4-3-64 0,1 0-60 16,-10-2-208-16,5-5-324 16,4-5-592-16,8-4-1064 0,1-6-2689 0</inkml:trace>
  <inkml:trace contextRef="#ctx0" brushRef="#br0" timeOffset="18760.071">9299 13351 4424 0,'0'0'5052'0,"0"0"-2959"16,0 0-713-16,0 0-272 0,0 0 132 15,0 0-156-15,112 15-76 0,-65-15-252 16,5-6-164-16,4-1-160 0,-1 1-140 0,1-2 52 16,0 1 0-16,-8-3-188 0,0 0-88 15,-4 1-68-15,-8-1-88 0,-4-2 16 16,-1 2-100-16,-6-3-340 0,-2 4-152 15,-11 3-100-15,-4-1-268 0,-8 4-460 16,0 3-544-16,-4 0-1005 0,-16 0-2559 0</inkml:trace>
  <inkml:trace contextRef="#ctx0" brushRef="#br0" timeOffset="18985.836">9649 13347 2660 0,'0'0'5456'0,"0"0"-3888"16,0 0-315-16,0 0 287 0,-51 83 116 15,42-51-264-15,2 6-412 0,3 6-280 16,4 7-32-16,0 3 84 0,0 0-48 16,0 3-216-16,0-1-168 0,4 2-112 15,-4-4-72-15,3-3-128 0,-3-7-16 16,0-2 8-16,0-10-48 0,0-7-36 0,4-8-100 16,1-9-268-16,-1-4-300 0,-4-4 76 15,4 0-80-15,-4 0-276 0,0-4-628 16,4-4-492-16,-4-6-149 0,4 1-887 15,-4-12-1112-15</inkml:trace>
  <inkml:trace contextRef="#ctx0" brushRef="#br0" timeOffset="19196.757">9530 13766 6552 0,'0'0'1492'0,"0"0"-584"0,0 0 64 15,0 0 449-15,0 0 143 0,0 0-76 16,0 0-316-16,87-19-176 0,-63 16-100 15,1 3-228-15,3-3-212 0,0 3-88 16,3-6-36-16,5 6-12 0,0-7-124 0,-1 4-112 16,1 0-84-16,1-3 0 15,-5 2-156-15,-5-2-128 0,1-1-368 0,0-2-124 16,-4 3-168-16,0-4-284 0,-9 1-804 16,-2 6-1109-16,-2-10-3359 0</inkml:trace>
  <inkml:trace contextRef="#ctx0" brushRef="#br0" timeOffset="19485.788">10550 13043 6688 0,'0'0'6861'16,"0"0"-5377"-16,0 0-916 0,0 0 148 0,0 0 740 16,0 0-84-16,0 0-688 15,0 0-684-15,0 0 12 0,-16 63-12 0,12-30 148 16,0-3-148-16,-3 12-48 0,2-4-28 0,-3 6 16 16,0-3-76-16,1 4-168 0,-6-1-200 15,5-2-136-15,-3-1-204 0,2-6-420 16,1-4-992-16,1-8-2229 0,-1 5-2483 0</inkml:trace>
  <inkml:trace contextRef="#ctx0" brushRef="#br0" timeOffset="21611.198">9099 5959 9140 0,'0'0'4161'15,"0"0"-3221"-15,0 0-484 0,0 0 72 16,0 0 216-16,0 0 284 0,0 0 0 16,0 0-140-16,84 29-360 0,-48-20-112 0,4-2-120 15,0 2 8-15,-1-2-156 16,-3-5-52-16,1 2-24 0,-5-1-68 0,-4-3-4 16,-1 0 0-16,-7 0-128 15,4-3-360-15,-8-3-224 0,-4 2-12 0,-4-2-128 16,-4 3-268-16,-4 0-928 0,0 3-1088 15,-12 0-3157-15</inkml:trace>
  <inkml:trace contextRef="#ctx0" brushRef="#br0" timeOffset="21866.833">9123 6032 5196 0,'0'0'4184'0,"0"0"-2776"0,0 0-131 15,0 0 215-15,0 0 16 0,-35 77-308 16,31-52-316-16,4 7-164 0,-4 6-40 16,4 3-92-16,-4 10-48 0,4 6 24 15,-4 7-160-15,-1 8-148 0,-2 5-124 16,3 2-60-16,-4 0-72 0,8-6-12 0,-4-9-100 16,4-10-20-16,4-16-88 0,0-6-72 0,4-13-224 15,-1-10-132-15,2-5-104 0,-1-4-240 16,-1-4-896-16,1-2-1260 0,1-16-3029 15</inkml:trace>
  <inkml:trace contextRef="#ctx0" brushRef="#br0" timeOffset="22082.703">9028 6556 7384 0,'0'0'2928'0,"0"0"-1127"15,0 0-509-15,0 0 28 0,0 0-236 16,0 0-268-16,0 0-80 0,0 0 104 0,95-32 48 15,-59 32-200-15,-4 0-188 0,5 0-132 16,-6 0-40-16,1 0-84 0,0-2-88 16,0-3-112-16,-4-1-44 0,-5 0-148 15,1 0 16-15,0-1-356 0,-3-1-148 0,-2-3-148 16,-3 2-360-16,0-3-788 16,-8 5-2184-16,4-9-2945 0</inkml:trace>
  <inkml:trace contextRef="#ctx0" brushRef="#br0" timeOffset="22350.94">9864 6026 9168 0,'0'0'2237'0,"0"0"-789"0,0 0-12 0,0 0 140 16,0 0-148-16,-19 85-496 0,10-60-416 16,2 2-184-16,-1 1-112 0,0 3-108 0,0 1-112 15,-4 3-60-15,4 0-16 0,0-3-192 16,0-3-372-16,0-4-128 0,4-6-104 16,-3 0-384-16,2-3-132 0,-3 0-540 15,4-10-2201-15,-4 0-2159 0</inkml:trace>
  <inkml:trace contextRef="#ctx0" brushRef="#br0" timeOffset="22816.036">8717 5698 10656 0,'0'0'2629'15,"0"0"-1369"-15,0 0-288 0,0 0 156 16,0 0-108-16,0 0-288 0,0 0-264 15,0 0-112-15,0 0 48 0,0 0 256 0,0 0-148 16,75-2-180-16,-47 2-52 0,0 0-40 16,8 0 17-16,-3 0-137 0,6-4 4 15,5 1-52-15,0 0 0 0,7-3-64 16,1 3 84-16,8-4-92 0,0 4-4 16,4 0-4-16,-1 0 0 0,9-1-4 15,0 1 8-15,0 0-8 0,8 0-60 16,-1 0 0-16,5-3 12 0,-4-1-124 15,-1 1-109-15,-8 3-71 0,-2 0-136 0,-9-1 88 16,-9 4-52-16,-7-3-164 0,-4 3 188 16,-8-3-92-16,-8 3-248 0,-9 0-188 15,-2 0-328-15,-9 0-196 0,-1 0-800 16,-3-3-1801-16,0-1-1103 0</inkml:trace>
  <inkml:trace contextRef="#ctx0" brushRef="#br0" timeOffset="28581.207">9634 7292 3876 0,'0'0'2840'0,"0"0"-1240"16,0 0 532-16,0 0-1087 0,0 0-17 15,0 0 132-15,0 0 144 0,0 0-184 0,0 0-252 16,0 0-312-16,11 74-144 0,-7-52-80 16,0 3 40-16,-4 0 44 0,5 8-172 15,-1-1-120-15,0 1-24 0,-1 6-16 16,1 3-80-16,0-2 68 0,-4 2-72 0,4 2 0 15,-4 1-8-15,4 3 8 0,-4 2-4 16,0-2-4-16,0 6-56 16,0-4-20-16,-4 2-76 0,4 1 12 0,-4-2 60 15,4 4-8-15,0-5-28 0,-4 1-12 16,4 0 28-16,-4-1-52 0,4-2 36 16,-3 0 0-16,3-1 36 0,-4-3 80 15,0 1-52-15,4 0 48 0,0-1-100 16,-5 1-48-16,5 0-88 0,-4-1 24 15,4 0 88-15,0 0 24 0,-4 5 0 0,4-5-16 16,0 0 44-16,0 0 84 16,-4 1 48-16,1-1 64 0,-1 1-12 15,0-4 0-15,-5 1 48 0,5-2-36 0,-3-1-104 16,3 2 68-16,0-6-72 0,0 6-4 16,4-5 0-16,0 2-76 0,-4-4 72 15,4 4-4-15,0 3-40 0,0-3 48 0,0 4 4 16,0-1 108-16,0-3-28 0,0 3 28 15,4-5-12-15,-4 2-48 0,4-4-4 16,0-2-48-16,0 0-12 0,-1 0 0 16,-3 0-52-16,8 0 56 0,-3-1-52 15,-1 1 48-15,4 3-4 0,-5 0 8 16,1 0 8-16,4-3 0 0,-3 1-4 16,-1 3 4-16,0-4 0 0,-4 0 52 15,3-4-44-15,1 4 36 0,0-6-44 0,-4-5 0 16,4 2 0-16,0-4-4 15,-4 3-68-15,5-5 20 0,-1 4 48 0,-1-2-4 16,1 3 8-16,0 1 0 0,0-1-48 16,0 3 48-16,1-3 0 0,-1 1 72 15,-4 0 16-15,0-5-12 0,3 1-64 16,-3 0 0-16,4 0 0 0,-4-3-12 0,4 0 0 16,-4 0-12-16,4 0-40 0,-4 0 4 15,4 2 44-15,0 2 4 0,1 1 0 16,-5 5 8-16,3 0 4 0,1 6 36 15,0-4 36-15,0 4-80 0,-4-1 128 16,0 1-120-16,4 1 60 0,-4-3-72 16,0 0-12-16,4-2-40 0,-4 3 48 15,0-1-4-15,4-2 0 0,-4 0-40 16,4 4 48-16,0 0 0 0,-4 0 12 16,4-1-4-16,0 4 4 0,-4-4 36 0,4-1-40 15,-4-2 0-15,4-2 0 0,-4 2-8 16,0-6 60-16,4 0-52 0,-4 1-8 15,0-4 0-15,0 0-48 0,3 0 36 16,-3-3-4-16,5 3-56 0,-5 0 64 16,4-3 4-16,-4 3-4 0,0-3-4 15,0 3 12-15,0-6 0 0,0 0 0 16,0 1 4-16,0-3 8 0,0-1 48 0,0-4-48 16,0 0-8-16,0 1-4 15,0-5 0-15,0 5-8 0,0-4 0 0,0 3-52 16,0 1 56-16,0 2 0 0,0-2 0 15,0 2 4-15,0 0-8 0,0 4 8 0,0-2 60 16,0 0-48-16,0-1-4 0,0-1-8 16,0 5 4-16,0-8 52 0,0 2 28 15,4 3-84-15,-4-5 4 0,0 1 0 16,0-1 0-16,4 0 60 0,-4-3-4 16,0 0-48-16,0 4 88 0,4-4 48 15,-4 4 12-15,3 2-84 0,1-3-16 16,1 1-56-16,-5-4 0 0,4 0 0 15,-4 0-4-15,0-3-4 0,0 0-8 16,0 0 4-16,0 0-4 0,0 0-52 16,0 0 16-16,0-3-76 0,0 3-84 0,0 0-52 15,0-3-24-15,0 0-40 0,-4-4 4 16,4 4 32-16,0-7-100 0,-5 1-128 16,1-4-288-16,-3-2-780 0,3 2-1581 15,-9-9-3563-15</inkml:trace>
  <inkml:trace contextRef="#ctx0" brushRef="#br0" timeOffset="38558.154">6339 10176 652 0,'0'0'716'0,"0"0"-128"0,0 0 52 15,0 0-28-15,0 0-128 0,0 0-40 16,0 0-68-16,0 0-104 0,0 0-24 15,-13 0-64-15,13 0-40 0,0 0-40 16,0 0-104-16,0 0-156 0,-4 0-144 16,4 0-64-16,0 0 76 0,0 0 80 15,0 0 52-15,0 0-16 0,0 0-480 16,0 0 420-16,0 0-344 0,0 0-284 0,0-4-639 0,4 8 1498 16</inkml:trace>
  <inkml:trace contextRef="#ctx0" brushRef="#br0" timeOffset="59448.992">7976 12757 5136 0,'0'0'432'0,"0"0"1920"0,0 0 404 0,0 0-815 15,0 0-297-15,0 0-68 16,0 0-208-16,0 0-192 0,0 0-44 0,20 9-264 15,-23-9-236-15,-10 0-120 0,1-2-87 16,0 2-169-16,-4-4-100 0,-4 4-32 0,-4 0-64 16,1 4 48-16,-9 4-96 15,-5 3 36-15,2 3-48 0,-5 5-96 0,-3 4 36 16,-6 6-24-16,-3 3-4 16,1 2 40-16,-1 8-72 0,4-2 60 0,1 2 12 15,7 3-172-15,3-4 87 0,5-2-39 16,9-1-8-16,7-4-40 0,4-2 108 15,9-7 52-15,3-3 0 0,0-5-48 16,15-4-4-16,5-5 64 0,3-1-12 16,5-7 60-16,4 0-4 0,5-7 8 0,-1-5 36 15,-5-1-40-15,5-6 96 0,-4 0-88 16,-4-3 0-16,0 0-4 0,-9 0 8 16,1-5 76-16,-3 6-28 0,-6-2 12 15,-3 4-72-15,1 5 76 0,-9-3 44 16,0 7-24-16,0 1-36 0,-13-1 4 15,2 4-64-15,-6 0-92 0,-2 3 84 16,-5-4-44-16,0 1 4 0,-4 3-84 0,0-4-112 16,0 4-112-16,0 0-84 0,9 3-24 15,-6 0-28-15,9 0-308 0,4 0-524 16,1 0-412-16,2 0-752 0,1 3-1949 16,5 0-3467-16</inkml:trace>
  <inkml:trace contextRef="#ctx0" brushRef="#br0" timeOffset="61527.071">3079 11496 8068 0,'0'0'856'16,"0"0"1149"-16,0 0-617 0,0 0-456 16,0 0-28-16,0 0 4 0,36 73 84 0,-23-59-348 15,2-5-48-15,-3-4-136 0,-4-1-272 16,4-1-104-16,-1-3 4 0,-2 0 24 16,3 0-4-16,0 0 28 0,-4-7 12 15,0 2-12-15,-1-2-12 0,2-6 0 16,-1 1 132-16,-4-1-144 0,3-3-16 0,-7 0-32 15,4 1-20-15,-4-1-44 0,0 0-4 16,0 3 4-16,0 1 80 0,0 6 8 16,-4-5-76-16,1 3 48 0,-1-2-20 15,-4 3-32-15,-1-2 48 0,-2-1 0 16,3 0-56-16,-5 2-12 0,2 1 8 16,-1-3 8-16,0 4 52 0,4 2 56 15,0 4-100-15,0 0 28 0,0 0-40 16,0 0-112-16,0 4 16 0,-4 5-16 15,0 5-144-15,1 0 24 0,-2 5 96 16,2 2 0-16,-2 0 124 0,5 2 0 16,1 2 8-16,-1 0 4 0,8 0 100 0,-5 5-88 15,5-2 60-15,0-3-72 0,5 4 0 16,3-7-72-16,-1-6 64 0,1-3-128 16,5-4 88-16,-6-6-64 0,5 0-36 15,0-3 100-15,4-3 44 0,0-3 0 0,4-10 0 16,0 0-184-16,4-7 52 15,-4 2-12-15,3-5 40 0,-2 0-52 0,3 5-64 16,-9-2 12-16,6 4 164 0,-10 4 40 16,2 2 8-16,-6 4 0 0,-3 2 48 15,0 4 12-15,-4 3 92 0,0 0-56 16,0 0 80-16,0 3 20 0,0 4-48 16,0 2-84-16,0 4-64 0,0 6 184 15,4 3-96-15,5 1 20 0,-6 2-32 0,1-3 156 16,4-3-232-16,-4-6-244 0,4-5-336 15,4-4 72-15,-4-4-76 0,3 0-112 16,-2-9-288-16,7-4-176 0,-4-6-316 16,0-6-761-16,-5 3-795 0,10-20-1616 0</inkml:trace>
  <inkml:trace contextRef="#ctx0" brushRef="#br0" timeOffset="61797.881">3669 10804 5064 0,'0'0'5016'0,"0"0"-3227"16,0 0-417-16,0 0 76 0,0 0-192 15,0 0-464-15,0 0-256 0,-24 79-40 16,20-50 12-16,4 6 132 0,-4 7-100 16,0 6-160-16,0 2-84 0,-3 7-88 15,2 6-40-15,-3 8-92 0,0 1-16 0,1 1-60 16,-2 0-4-16,5 0 4 0,0-9-4 15,0-4-68-15,4-12-260 0,0-13-108 16,4-10-64-16,0-10-184 0,9-8-324 0,-2-4-272 16,1-3-480-16,0-6-1160 15,12-13-3549-15</inkml:trace>
  <inkml:trace contextRef="#ctx0" brushRef="#br0" timeOffset="62314.883">4060 11446 9580 0,'0'0'2909'0,"0"0"-1265"15,0 0-16-15,0 0-272 0,-84 69-328 16,63-40-360-16,2 3-252 0,3 3-72 16,0 0-40-16,9 0-56 0,-2-4-104 0,9-2-132 15,0-3-12-15,0-10-96 0,4-4-64 16,4-6-84-16,4-3-160 0,4-3 172 15,0-3 8-15,4-9-44 0,3-5-56 16,5-8-32-16,-4 0 44 0,4-4-60 16,0 4-12-16,-3 0 72 0,-1 2 148 0,-5 7-64 15,1 7 140-15,-4 3-124 0,-4 6 148 16,0 3 64-16,-1 9 228 0,-2 7 152 16,-5 4 216-16,0 5-196 0,0 7-56 15,-4 6-96-15,0 4-24 0,-4 3 96 16,-4 5 12-16,-5 1-36 0,2 0 36 15,-6 0 36-15,-2-3-4 0,-5-7-8 16,0 0-40-16,-4-4-96 0,0-3-124 0,-4-5-36 16,0-4-60-16,0-5-96 0,1-11-64 15,-5-2 40-15,8-6 24 0,-4-4-88 16,0-14 24-16,0-5 52 0,1-3-124 16,3-6 120-16,8-1 104 0,4-5 8 15,12 1-120-15,4-2 20 0,0-2 88 16,8 2-28-16,8-4 40 0,3 4 120 0,2 1-44 15,7-2-28-15,0 2-44 16,4 2 56-16,3 0-60 0,1 0 0 0,-4 4-12 16,0 2-84-16,-1 7-52 0,-6 1-316 15,-1 5-188-15,0 0-124 0,-5 0-468 16,-2 7-936-16,-2 0-2169 0,1 3-2595 0</inkml:trace>
  <inkml:trace contextRef="#ctx0" brushRef="#br0" timeOffset="63412.046">5940 9887 6676 0,'0'0'456'15,"0"0"2692"-15,0 0-615 0,0 0-865 16,0 0-496-16,0 0-140 0,0 0-100 15,0 0-204-15,0 0-196 0,0 0-164 0,8-13-160 16,-8 10-164-16,4-4-44 0,0 0-172 16,0 1-160-16,8-6-484 0,0-1-460 15,-4 4-1380-15,12-9-3585 0</inkml:trace>
  <inkml:trace contextRef="#ctx0" brushRef="#br0" timeOffset="63581.777">6462 9499 7504 0,'0'0'2540'0,"0"0"-683"0,0 0 211 15,0 0-400-15,0 0-736 0,0 0-448 16,36-82-476-16,-21 57-8 0,9-7-36 0,4-3-588 16,4-3-876-16,0 0-696 0,-4 6-2309 15,8-6-1567-15</inkml:trace>
  <inkml:trace contextRef="#ctx0" brushRef="#br0" timeOffset="63756.805">6949 8941 40 0,'0'0'5220'0,"0"0"-2852"16,0 0-76-16,0 0-411 0,0 0-445 0,31-84-612 16,-15 59-216-16,0 0-164 0,3 0-68 15,6 3-84-15,-5-4-172 0,4 0-120 16,-1 1-8-16,5-3-208 0,0-1-348 15,4 0-284-15,-4 1-256 0,4-3-680 0,-8 8-1225 16,12-9-2143-16</inkml:trace>
  <inkml:trace contextRef="#ctx0" brushRef="#br0" timeOffset="63932.709">7510 8293 5396 0,'0'0'2448'15,"0"0"-620"-15,0 0 69 0,0 0-373 16,0 0-596-16,40-74-420 0,-24 49-280 15,-1 0-176-15,6-1-52 0,-2 1-152 0,1 3 0 16,-3 2-24-16,-2 1-128 0,2 5-28 16,2-3-88-16,-7 8-268 0,4-4-224 15,0 3-105-15,-4-2-351 0,0 2-1268 16,11-9-2308-16</inkml:trace>
  <inkml:trace contextRef="#ctx0" brushRef="#br0" timeOffset="64101.868">8024 7769 3756 0,'0'0'3996'16,"0"0"-2092"-16,0 0-19 0,0 0-193 15,0 0-360-15,0 0-488 0,0 0-252 16,0 0-312-16,0 0-276 0,27-70-4 16,-22 64-116-16,-1-1-84 0,0 4-140 15,-4-2-216-15,4 1-188 0,0 1-504 16,-4 0-1357-16,0-4-3183 0</inkml:trace>
  <inkml:trace contextRef="#ctx0" brushRef="#br0" timeOffset="64464.889">7909 7489 7052 0,'0'0'4077'0,"0"0"-2321"0,0 0-76 15,0 0-108-15,0 0-296 0,0 0-332 16,0 0-280-16,0 0-224 0,0 0-96 16,0 0-100-16,84-60-108 0,-69 57 0 15,1 1-88-15,4-3-44 0,-4 3-4 16,3-2 4-16,2 1-4 0,-1 3-56 16,-5-3 12-16,6 3 40 0,-2 0 4 15,-3 0-72-15,-4 6 0 0,0 5-52 0,0-3-72 16,-4 9-48-16,0 1 0 0,0 4-28 15,-4 7 28-15,0 9 20 0,-4 0-72 16,0 6 12-16,0 4 100 0,-4 2 120 16,0 5 4-16,-7 6 60 0,-2-2-348 15,1 5 136-15,-4-1-124 0,-3 0 48 0,-2-1 40 16,5-8-120-16,1-7-112 0,-2-5-224 16,6-10-220-16,-1-10-672 0,3-7-1605 15,-2-2-5091-15</inkml:trace>
  <inkml:trace contextRef="#ctx0" brushRef="#br0" timeOffset="65984.371">7048 9340 7948 0,'0'0'2820'0,"0"0"-1315"16,0 0-241-16,0 0 92 0,0 0-84 16,0 0-332-16,0 0-456 0,0 0-188 15,0 0 260-15,0 0 12 0,60 13-104 16,-28-9-268-16,-1-4-60 0,1 0-36 0,0-4 8 15,0-2-8-15,-4 3-100 16,0-3 60-16,0 2-48 0,4 1 56 0,-9-3-68 16,1 2-8-16,-4 1-40 15,1 3-24-15,-10 0-40 0,-3 7 40 0,-1-1 8 16,-2 1 16-16,-1 2-36 0,-4-3 20 16,0 4 52-16,0-1-48 0,0 1 60 0,0 0 8 15,-9 5 52-15,6 2-56 0,-5 2-4 16,0 2 0-16,1 8 0 0,-6 6 16 15,5 3 44-15,-3 6-60 0,2 8-4 16,-3-2 0-16,5 1 4 0,-2-1-8 16,1-6 8-16,4-8 12 0,1-11 84 15,3-6 4-15,0-6-16 0,0-6-84 16,0-5-12-16,0 2 0 0,0-4 0 16,0 0 0-16,0 0-148 0,0 0-256 15,0 0-112-15,0-6-164 0,-4-1-324 0,0-3-548 16,-9 1-536-16,2 0-1877 15,-13-4-2047-15</inkml:trace>
  <inkml:trace contextRef="#ctx0" brushRef="#br0" timeOffset="66192.134">6912 9747 5976 0,'0'0'2868'0,"0"0"-615"0,0 0-153 16,0 0-20-16,0 0-472 0,0 0-368 15,104-29-376-15,-72 23-128 0,-4 3-260 16,4 0-136-16,0 0-96 0,-4-1-120 16,-4 1-124-16,-5 3-8 0,1-3-40 15,-4 3-148-15,-4 0-404 0,-4 0-160 16,0 6-148-16,-5 4-244 0,-3-1-756 16,0 4-1244-16,0 9-2429 0</inkml:trace>
  <inkml:trace contextRef="#ctx0" brushRef="#br0" timeOffset="66398.3">6932 9999 1460 0,'0'0'6596'0,"0"0"-4240"15,0 0-775-15,0 0-161 0,0 0-200 16,0 0-300-16,0 0-252 0,0 0 20 16,0 0 208-16,0 0-316 0,0 0-136 15,84 14-112-15,-60-14-28 0,-1 0-96 16,5 0-60-16,-4-2-48 0,1-5-100 15,-1 4-64-15,-1 1-240 0,1-3-420 16,0 5 92-16,0 0-420 0,-5 0-816 16,-6 0-1336-16,2 0-3009 0</inkml:trace>
  <inkml:trace contextRef="#ctx0" brushRef="#br0" timeOffset="69315.896">7972 9487 4608 0,'0'0'2784'0,"0"0"-2136"0,0 0 2509 0,0 0-929 16,0 0-728-16,0 0-296 0,0 0-236 16,0 0-276-16,0 0-196 0,0 6 280 15,16 0 108-15,0 1-276 0,4-1-156 16,0 0-12-16,4-2-88 0,0-1-123 15,-5-3-33-15,1 0-112 0,1 0-76 16,2 0 52-16,-3-7-60 0,0 1-56 16,-4 0 44-16,0-1-280 0,0 1-181 0,-8 3-219 15,4-4-92-15,-8 5-172 0,0 2-336 16,-4 0-644-16,0 0-736 0,0 0-1457 16,-8 9-1475-16</inkml:trace>
  <inkml:trace contextRef="#ctx0" brushRef="#br0" timeOffset="69698.24">8143 9594 5732 0,'0'0'2884'15,"0"0"-828"-15,0 0-291 0,0 0-57 16,0 0-120-16,0 0-308 0,0 0-300 16,0 0-216-16,0 0-248 0,0 0-112 0,0 0-84 15,-23 10-52-15,19-4-60 0,-1 4 0 16,1 2-12-16,0 2-100 0,1 2 16 15,-1-2-28-15,0 6-72 0,0-1 72 16,-5 0-24-16,5 7-52 0,-3-1 44 16,3 3-4-16,-4 2-36 0,-1-2 48 15,2 4-56-15,3-1 8 0,0-2 28 16,-4 0-40-16,8-4 0 0,0-3 72 16,0-6 40-16,0 0-52 0,0-4-52 15,0-5 41-15,8 2-37 0,-4-5 72 16,4-1 52-16,-1 0 252 0,10-3-136 0,-2 0-132 15,2 0 40-15,3-3-40 0,3-4-60 16,-3-2 24-16,4 0-76 0,-3-1-8 16,2-4-60-16,-3 0-24 0,4 0-304 15,-5-2-312-15,6-3-189 0,-1 0-259 0,0 1-484 16,-5 1-1136-16,-6 2-2429 0,2-4-3387 16</inkml:trace>
  <inkml:trace contextRef="#ctx0" brushRef="#br0" timeOffset="86802.913">14160 6429 9020 0,'0'0'4337'16,"0"0"-3609"-16,0 0-208 0,0 0 60 15,0 0 400-15,0 0 32 0,0 0-168 16,0 0-212-16,0 0-252 0,0 0-112 16,19 3 212-16,9 0 192 0,4 1-88 0,9-1-204 15,2 0-116-15,-3 0-152 0,4 3-15 16,-4-1-37-16,-5 0 52 0,1-2-64 15,1 0-36-15,-2-3 40 0,1 0-52 0,-4 0 0 16,0 0-8-16,-4 0-188 0,-4 0-121 16,-5 0-167-16,-3-3-164 0,-4 3-232 15,1-3-288-15,-10 3-940 0,-3 0-2112 16,0 0-1913-16</inkml:trace>
  <inkml:trace contextRef="#ctx0" brushRef="#br0" timeOffset="87099.551">14594 6467 5156 0,'0'0'5196'0,"0"0"-3871"16,0 0-377-16,0 0 112 0,0 0 172 15,0 0-64-15,0 0-240 0,0 0-148 16,0 0-148-16,-88 86-140 0,81-61 0 16,-6 4-160-16,2 6-28 0,-1 0-72 15,-1 5-72-15,-2 6-112 0,2-5-48 16,2 3-4-16,3 0 0 0,-1-5-8 15,9-4 8-15,0-4-52 0,0-4 56 16,9-6 0-16,-1-5-52 0,7-3 0 0,2-3 52 16,3-5 8-16,-1-5 128 0,5 0 204 15,4-3-132-15,0-9-72 0,4-1-80 16,0-6-56-16,0-4-96 0,4 1-380 16,-5-3-172-16,1 0 12 0,-4 0-400 15,0-1-652-15,0 3-948 0,-8 4-2205 16,4-6-2619-16</inkml:trace>
  <inkml:trace contextRef="#ctx0" brushRef="#br0" timeOffset="87494.036">15244 6109 6960 0,'0'0'3884'0,"0"0"-1779"0,0 0-957 15,0 0-252-15,0 0 264 0,0 0 64 16,0 0-36-16,0 0-304 0,0 0-296 16,0 0-148-16,-8 88 96 0,4-59 172 15,-1 6-259-15,1 2-145 0,-3 5-88 16,-1 6-20-16,-5 3-124 0,2 9-32 0,-1 4-40 15,-4 5 0-15,-5 8-4 0,2 2-36 16,3-3 32-16,-4 7-52 0,4-6-4 16,1-2-8-16,2-5 72 0,1-4-108 15,5-2 60-15,2-7-36 0,1-6 36 16,0-6 36-16,4-1-76 0,0-9 76 16,0-3-132-16,0-7 0 0,4-6-52 0,0-2-121 15,-4-12-195-15,9 2-12 0,-9-7-136 16,3 0-76-16,1 0-224 0,0-7-868 15,-4 2-1268-15,0-9-3289 0</inkml:trace>
  <inkml:trace contextRef="#ctx0" brushRef="#br0" timeOffset="88272.393">15515 7194 4072 0,'0'0'2528'16,"0"0"1404"-16,0 0-2479 0,0 0-57 0,0 0 76 16,0 0 64-16,0 0-168 0,0 0-304 15,0 0-132-15,0 0-200 0,0 0-160 16,0-6-84-16,19 15 217 0,5 1-89 0,8 2-216 16,0-2-132-16,-4-4-100 0,4 1 12 15,-1 0-20-15,-3-7-156 0,4 0 8 16,-4 0-12-16,4-7-48 0,-8-3-40 15,4 2-296-15,-9 1-268 0,-2 0-200 16,-6 1-193-16,-7 6-455 0,-4 0-960 16,0 0-1876-16,0 0-1661 0</inkml:trace>
  <inkml:trace contextRef="#ctx0" brushRef="#br0" timeOffset="88514.343">15629 7235 4772 0,'0'0'6389'0,"0"0"-4785"0,0 0-724 0,0 0 132 16,0 0 148-16,0 0 92 0,-75 87-160 16,67-59-292-16,5 4-100 0,-1 3-112 0,-1 5-124 15,1 6-72-15,0 4-64 16,0 1-64-16,0 2-140 0,-3 5-83 0,-2-1-41 16,5-5-8-16,0-5-41 0,4-7-11 15,0-8-4-15,0-9-8 0,0-4-120 16,8-7-64-16,-3-5-196 0,3-1-160 15,-1-6 28-15,1 0-192 0,5-6-460 16,-2-7-856-16,-3 4-1120 0,8-17-3089 0</inkml:trace>
  <inkml:trace contextRef="#ctx0" brushRef="#br0" timeOffset="88710.465">15562 7652 11145 0,'0'0'1604'0,"0"0"-952"15,0 0 300-15,0 0 272 0,0 0-4 0,0 0-16 16,0 0-244-16,0 0-112 16,0 0-296-16,92-16-200 0,-68 18-12 0,0 5-228 15,0-3-100-15,4-1-12 0,-5 2 0 16,5-1-72-16,0-1-296 0,0-3-292 16,8 0-220-16,-4 0-240 0,3 0-788 15,-7 0-2236-15,17 0-3173 0</inkml:trace>
  <inkml:trace contextRef="#ctx0" brushRef="#br0" timeOffset="89118.202">16602 6867 13373 0,'0'0'1924'0,"0"0"-1284"0,0 0-320 16,0 0 552-16,0 0 328 0,0 0 32 15,0 0-512-15,0 0-208 0,0 0-36 16,88-6-148-16,-56 9-84 0,0 0 13 16,-1 3-101-16,-3 1-60 0,4-1-96 15,-8-3-4-15,4 0-56 0,-5 1 48 0,2-1-376 16,-5-3-293-16,-1 0-259 0,-2 0-516 15,-10 0-1668-15,-7 0-4881 0</inkml:trace>
  <inkml:trace contextRef="#ctx0" brushRef="#br0" timeOffset="89314.796">16654 7052 14881 0,'0'0'2448'0,"0"0"-1532"15,0 0-336-15,0 0 8 0,0 0-12 0,0 0-28 16,0 0-24-16,0 0-132 0,0 0-212 16,96 19-104-16,-64-16-76 0,-1 3-28 15,1-2-56-15,4-2-340 0,0 4-456 0,-1 1-284 16,6 0-872-16,-9-2-2256 0,11 6-3861 16</inkml:trace>
  <inkml:trace contextRef="#ctx0" brushRef="#br0" timeOffset="90797.496">18666 6509 9640 0,'0'0'3229'15,"0"0"-1789"-15,0 0-760 0,0 0 352 16,0 0 308-16,0 0-164 0,0 0-352 0,0 0-520 16,0 0-144-16,0 0 36 0,-96-39-72 15,65 49-116-15,-5 2 0 0,0 5 64 16,-8 2-12-16,4 6-56 0,-4 3-4 16,-3 8-12-16,-2 1 0 0,-2 5 4 15,3 5 8-15,1 1 76 0,2-1-4 16,10 1-68-16,7-3-4 0,7-1-136 15,10-6 40-15,7-2 24 0,4-8 72 16,0 1 88-16,11-7 84 0,6-3-4 16,2-7-68-16,1-2 68 0,8-7-68 0,-3-3 84 15,6 0-16-15,1-9 28 0,-4-4-88 16,4-3-60-16,-8-3 76 0,-1 0-64 16,1-3-48-16,-7 2 49 0,-6 4 11 15,-7 2-12-15,4 0 52 0,-8 4-52 0,0-2-48 16,-4 2-12-16,-4 1-144 15,-3-1-28-15,-6 4-61 0,2-4-35 0,-5 3 4 16,-1 5 32-16,-2-1-100 0,3 3 64 16,-4 0-48-16,5 3-88 0,-6 4-148 15,5-1-336-15,0 3-764 0,5 1-1344 16,-13-1-4705-16</inkml:trace>
  <inkml:trace contextRef="#ctx0" brushRef="#br0" timeOffset="92222.449">19845 6896 5108 0,'0'0'8145'0,"0"0"-6861"0,0 0-1020 0,0 0-12 15,0 0 152-15,0 0 312 16,0 0 312-16,0 0-260 0,104 0-288 0,-64 0-84 15,3 0-128-15,5 3 28 0,1 1-40 16,-2-1 4-16,-3 0-92 0,4-3-92 16,-9 2-76-16,2-2 52 0,-2 4-52 0,-7-4 0 15,0 0-60-15,-4 0-88 0,-4 0-244 16,-5 0-172-16,2 0-28 0,-10-4-272 16,2 4-280-16,-9 0-304 0,-4 0-624 15,0 0-161-15,-12 6 61 0,-1-1-1000 16,-15-3-1928-16</inkml:trace>
  <inkml:trace contextRef="#ctx0" brushRef="#br0" timeOffset="92444.818">20009 7010 5672 0,'0'0'2636'0,"0"0"-1324"16,0 0-436-16,0 0 437 0,0 0-145 16,-84 25-200-16,76-22-68 0,0-3-184 15,8 4-176-15,0-1-124 0,0-3-80 16,0 4-72-16,12-1 72 0,4 4 320 15,8-2-100-15,8 5-40 0,-1-7-88 16,10 4-108-16,-1-5-88 0,3-2-112 0,-4 3-120 16,2-3 0-16,-5 0-60 0,-1 0 0 15,-3 0-172-15,0-3-184 0,-4 3-212 16,-4-6-236-16,-4 3-404 0,-4-3-680 16,-8 2-2273-16,-8-2-2811 0</inkml:trace>
  <inkml:trace contextRef="#ctx0" brushRef="#br0" timeOffset="92848.8">19897 6654 11161 0,'0'0'1792'0,"0"0"-1496"0,0 0-16 15,0 0 292-15,0 0 416 0,0 0-84 16,0 0-424-16,-92 74-244 0,68-49-148 16,-4 4-76-16,-4 2-12 0,1 4-4 15,-5 3-48-15,4 4-20 0,-4 2-92 16,5 1 52-16,-1-1-268 0,4-2 68 16,4-4 184-16,-1-4 68 0,10-2 60 0,3-7 88 15,4-5-88-15,4-5 0 0,4-2 100 16,8-1 200-16,8-1 32 0,4 1-84 15,3 1 164-15,9 0 48 0,9-1 12 16,-2 1 8-16,5 3-136 0,4-4 124 16,-1 7-160-16,2-3-64 0,-6 0-36 15,-2-4-200-15,-2 2-8 0,1-5-4 16,-4 0-92-16,4-6-152 0,-1-3-132 16,1 0-100-16,-3-6-148 0,2-9-588 0,-7 1-1108 15,4-14-4349-15</inkml:trace>
  <inkml:trace contextRef="#ctx0" brushRef="#br0" timeOffset="93114.135">20531 6728 10937 0,'0'0'5192'15,"0"0"-4760"-15,0 0-332 0,0 0 36 16,0 0 496-16,92 50 212 0,-64-34-68 15,-1 7-348-15,4-2-232 0,1 5 124 16,5 2-240-16,-9 4-76 0,4-3 44 16,-9 3-48-16,1 0 0 0,-7 0-52 15,2-1-68-15,-10-2-52 0,-2 3-60 16,-7-4-40-16,0 3-120 0,-7 1 48 0,-10 0 24 16,-7 3-88-16,-4 0-4 0,-4-3 76 15,-4-1 164-15,1-2-80 0,-5-3-312 16,0 0-468-16,-4-5-616 0,12-5-1201 15,-11-3-2103-15</inkml:trace>
  <inkml:trace contextRef="#ctx0" brushRef="#br0" timeOffset="94533.616">21654 6759 6492 0,'0'0'584'0,"0"0"0"0,0 0 3297 16,0 0-2165-16,0 0-92 0,0 0 64 16,0 0-260-16,84 13-320 0,-60-7-212 15,4 1-212-15,-1-1-160 0,5 0-12 16,5 4-75-16,-5-4-197 0,7 0-100 0,-7-2-140 15,4-4-60-15,3 0 48 0,-7 0-148 16,1 0-325-16,-1-6-271 0,0-1-144 16,-9 4-276-16,-7 0-968 0,-4-1-2076 15,-9 4-1841-15</inkml:trace>
  <inkml:trace contextRef="#ctx0" brushRef="#br0" timeOffset="94781.462">22013 6838 10604 0,'0'0'1737'0,"0"0"-625"0,0 0-312 16,0 0 172-16,-60 96 312 0,44-64-64 15,4-1-280-15,5 4-276 0,-2 0-188 16,1 4-48-16,8-2-60 0,-4 2-76 16,4-2-48-16,-4 5-76 0,4-4-68 0,0-1-100 15,0 2-48-15,8-7 44 0,0-3-56 16,1-4-96-16,6-6-188 0,1-3-180 15,8-6 72-15,0-5-100 0,11-5-160 16,2-3-340-16,6-9-748 0,6-6-988 0,-14 1-2237 16,21-8-1451-16</inkml:trace>
  <inkml:trace contextRef="#ctx0" brushRef="#br0" timeOffset="95313.951">22754 7064 5488 0,'0'0'7473'0,"0"0"-6381"16,0 0-548-16,0 0 24 0,0 0 680 16,-84-26 36-16,69 26-212 0,-2 0-236 15,2 7-272-15,2 0-100 0,2 0-112 0,-2 5-72 16,2-3-36-16,-1 7-52 16,-1-3-31-16,2 2-53 0,-2 2-32 15,6-2 68-15,-5 4-48 0,4 3 24 0,0 0 4 16,0 4 8-16,4 3-84 0,0 0 72 15,4-1 4-15,0 0-16 0,0 1-28 16,0-7-80-16,8-3-72 0,3-6-36 0,-2-3 48 16,3-5-4-16,4-1-20 0,-4-4 12 15,3 0 72-15,5-4 40 0,1-4-32 16,-2-9-8-16,5 2-304 0,0-8-96 16,-3-2-25-16,-2-1-99 0,5 0 16 15,-8 1 40-15,0 0 16 0,-5 3 72 16,2 1 0-16,-5 1 256 0,-5 4 124 15,1 3 76-15,-4 4-4 0,0 2 112 16,0 4 100-16,0 0 48 0,0 3 8 0,0-3-96 16,0 3-48-16,0 0 24 0,0 0-36 15,0 0-52-15,0 3-132 0,0 3-76 16,0 4 76-16,0 3 36 0,0-1 100 16,0 4 32-16,0 0 16 0,0 0-88 15,5 0-52-15,-1 3-44 0,0-4 0 16,0 4-4-16,0 1 4 0,3-1-8 15,-3 0-52-15,1 0 0 0,3-3 12 16,-1-3 44-16,1-1-72 0,1-5-92 0,-1-1-16 16,-1-6-96-16,1 0-48 0,5 0-40 15,-6 0-144-15,1-6-300 0,1-1-624 16,-5 2-832-16,-1-2-2657 0,-3-3-3695 0</inkml:trace>
  <inkml:trace contextRef="#ctx0" brushRef="#br0" timeOffset="95675.919">22440 6731 7008 0,'0'0'1400'16,"0"0"-724"-16,0 0 408 0,0 0 361 0,-25 66-125 16,22-44-288-16,-1 7-324 0,4 0-176 15,-5 3-28-15,1 2-28 0,4 8 116 16,-8-1 4-16,4 7-176 0,-3 6 64 16,-2 0-76-16,1-1-76 0,1 4-12 15,-1-2-40-15,-1 2-120 0,5-7-160 16,0-1 36-16,4-2-84 0,0-9 48 15,4-7-72-15,5-5-64 0,6-7 76 16,2-5-40-16,2-6 28 0,5-8 8 16,4 0 56-16,0-3-236 0,4-9-188 15,4-7-208-15,-1-4-380 0,5-5-700 0,-12 5-2116 16,13-14-3125-16</inkml:trace>
  <inkml:trace contextRef="#ctx0" brushRef="#br0" timeOffset="95936.442">23196 6864 9520 0,'0'0'1885'16,"0"0"-861"-16,0 0 204 0,0 0 140 16,0 0 304-16,0 0-332 0,72 83-244 15,-56-55-396-15,0 7-332 0,0 0-124 16,-5 4-120-16,2 1-40 0,-9 5-72 15,-4-1 24-15,0 4-36 0,-4-3-12 16,-4-1-208-16,-8 0-72 0,0-6-64 0,0 1-120 16,0-11-80-16,0-3-144 0,0-6 68 15,4-6-4-15,4-6-28 0,1-4-228 16,-2-3-744-16,5-3-2289 16,0-13-2079-16</inkml:trace>
  <inkml:trace contextRef="#ctx0" brushRef="#br0" timeOffset="96137.789">23742 7122 7352 0,'0'0'7397'0,"0"0"-5973"16,0 0-260-16,84 0 404 0,-52 0-256 15,-4-5-384-15,8 3-408 0,-1-2-372 16,5-1-136-16,-1-2-12 0,2 0-328 15,-5 4-452-15,-5 0-308 0,-3 1-288 0,-7 2-980 16,-10 0-2985-16,-11 2-5099 0</inkml:trace>
  <inkml:trace contextRef="#ctx0" brushRef="#br0" timeOffset="96314.105">23738 7331 4680 0,'0'0'10465'0,"0"0"-8869"0,0 0-1132 0,0 0 204 15,0 0 148-15,0 0 460 0,0 0-128 16,83 5-359-16,-35-13-217 0,8-3-332 16,-3 0-216-16,-2-6-24 0,1 5-156 15,-5-1-500-15,1 3-133 0,-4 5-223 16,4 1-400-16,-16 1-1300 0,7 3-6113 0</inkml:trace>
  <inkml:trace contextRef="#ctx0" brushRef="#br0" timeOffset="97006.137">25523 6617 12585 0,'0'0'2552'0,"0"0"-1156"15,0 0-188-15,0 0-96 0,0 0-240 16,-76-17-312-16,48 17-48 0,0 10-232 15,-4 6-180-15,0 6-52 0,-3 3 96 0,-5 7 64 16,1 4-24-16,-6 5-112 0,-2 3-72 16,-1 7 0-16,0 6 73 0,0 0 23 15,9 4 4-15,3-2-88 0,8-4-8 16,8-8 0-16,3-6-4 0,13-12 12 16,4-6-4-16,0-7-8 0,13-7 0 15,2-4 108-15,6 0 48 0,3-5-80 16,4-5 32-16,4-3-96 0,-1-5-12 15,-3-6-12-15,4 0-148 0,-9 0 40 0,1 3-96 16,-7-2-16-16,-6 4-73 0,-3 4-23 16,-8-2 156-16,0 6 160 0,-4-4 12 15,-7 4 0-15,-6-4 0 0,2-3-108 16,-9 4 24-16,0-1-160 0,0 1 120 16,4 5 4-16,-4 2 20 0,4 2 4 15,4 2-160-15,0 4-4 0,1 5 52 0,2-3-48 16,9 3-164-16,-4-2-308 0,8 1-452 15,0-1-476-15,4-2-528 0,0-1-1929 16,16-3-1763-16</inkml:trace>
  <inkml:trace contextRef="#ctx0" brushRef="#br0" timeOffset="97254.982">25810 6906 13477 0,'0'0'2784'0,"0"0"-1640"0,0 0-80 16,0 0 276-16,0 0-400 0,0 0 181 16,-80 37-237-16,57-14-436 0,-2 5-216 15,1 7-16-15,0 7-48 0,1-2 88 16,3 8 44-16,0 3 24 0,4-3-176 0,8 0-140 16,0-4-8-16,4-3-100 15,4-8-116-15,4-5-204 0,4-9-112 0,8-4 0 16,4-5-72-16,8-7 92 0,4-3-109 15,7-7-475-15,5-5-892 0,-4-4-1812 16,20-10-2437-16</inkml:trace>
  <inkml:trace contextRef="#ctx0" brushRef="#br0" timeOffset="97628.928">26371 7115 12317 0,'0'0'2064'16,"0"0"-1384"-16,0 0 608 0,0 0 536 0,-95-23-4 15,67 34-392-15,0 8-411 16,0 6-469-16,1 3-188 0,-1 10-44 0,0-2-4 16,8-2 196-16,4 0-156 0,4-4-200 0,8-8-152 15,0-6-84-15,4-7-12 0,0-3-40 16,12-6-68-16,0 0 12 0,4-3-60 16,11-9-64-16,1-10 40 0,4 0-112 15,0-11-144-15,4 2-88 0,-4 3 47 16,0 3 49-16,-8 1 88 0,0 6 80 15,-4 5 136-15,-5 7 148 0,-7 2 72 16,-4 4 120-16,1 7 420 0,-1 9 192 16,-4-1-28-16,0 7-195 0,-4 4-73 15,-1 0 0-15,1-1-12 0,0 1-24 0,4-5-184 16,0-1-216-16,0-5-12 16,13-2-144-16,-2-4 68 0,1-2-20 0,4-7-204 15,0 0-88-15,4 0-120 0,4-7-48 16,0-5-201-16,3 6-427 0,1-7-844 15,-7 7-684-15,3-1-3577 0</inkml:trace>
  <inkml:trace contextRef="#ctx0" brushRef="#br0" timeOffset="97855.13">26869 7000 12029 0,'0'0'2636'0,"0"0"-2232"15,0 0 340-15,0 0 48 0,0 0 252 16,0 0 204-16,0 0-84 0,84 38-588 0,-71-17-332 16,-2 0-88-16,1 8-92 15,-3 5-16-15,-2 8 48 0,-3-1-48 0,-4 7-48 16,0 0-48-16,-11 2-172 0,-6-3-72 16,-3 5-36-16,-3-8-100 0,-1-3-136 15,-4-6-160-15,0-2-68 0,0-8-588 16,0-10-900-16,8-1-2785 0,-16-6-3103 0</inkml:trace>
  <inkml:trace contextRef="#ctx0" brushRef="#br0" timeOffset="98950.043">28563 6550 9864 0,'0'0'4001'16,"0"0"-2949"-16,0 0-676 0,0 0-264 15,0 0 480-15,0 0 660 0,0 0-16 16,4 95-448-16,0-44-272 0,4 12-212 15,-4 10-20-15,0 4 8 0,-4-1 24 16,0 3 48-16,0-2-108 0,0-5-96 0,-4-5-152 16,4-13 113-16,0-13 27 0,0-9 8 15,8-10 12-15,4-9 76 0,0-3-16 16,0-8-128-16,4-2-96 0,0 0 68 16,3-12 24-16,5-6-48 0,4-9-44 0,0-1 48 15,0-7-52-15,0-3-120 0,-1-4 72 16,1-2-24-16,-3 0-88 0,3-11 28 15,-4 5-12-15,-4-1 8 0,-5 0-56 16,2 3 36-16,-10 10 8 0,5 3-145 16,-4 10 125-16,-3 3-52 0,2 6-60 15,-3 4-24-15,0 2-28 0,4 4-144 16,-3 2-332-16,-5 4-636 0,3 0-708 16,1 0-960-16,-4 4-2653 0</inkml:trace>
  <inkml:trace contextRef="#ctx0" brushRef="#br0" timeOffset="99185.242">28659 7059 12953 0,'0'0'2336'0,"0"0"-964"0,0 0-452 16,0 0 264-16,0 0 92 0,0 0-56 15,0 0-91-15,0 0-717 0,0 0-400 16,0 0-12-16,19-7 0 0,-2 0 4 15,-2 4-4-15,5-1-4 0,1 1 0 16,2 3 4-16,-3 0-8 0,4 0-88 16,4 3 24-16,0 4-72 0,4-3-136 15,0-1-217-15,4-1-259 0,3 3-380 16,1 0-956-16,-4-5-2224 0,8 7-3509 0</inkml:trace>
  <inkml:trace contextRef="#ctx0" brushRef="#br0" timeOffset="99648.263">29790 7054 4912 0,'0'0'7761'16,"0"0"-6129"-16,0 0-912 0,0 0 552 16,0 0 0-16,-96-12-172 0,68 12 16 15,0 10-320-15,-3 2-336 0,-1 10-204 0,0 7 24 16,0 9 25-16,0 0 351 0,4 3-76 16,5 1-204-16,7-8-148 0,4-6-128 15,12-8-100-15,0-7-84 0,4-7 72 16,11-3-180-16,6-3-76 0,7-3 40 15,3-9-136-15,9-8-48 0,0-6-161 16,0-2-119-16,-4-3-4 0,0 2-36 16,-5 4 68-16,1 3 148 0,-4-1 60 0,-8 11 68 15,-4 1 272-15,-4 9 116 0,-8 2 424 16,-4 7 8-16,0 2 172 0,0 10-100 16,0 6-52-16,-4 5-84 0,-4 4-40 15,0-3-8-15,4 2-16 0,4-5-180 0,0-6-124 16,12-6-144-16,4-4 8 0,3-2 52 15,2-7-148-15,3 1-196 0,0-4 36 16,-1 0-156-16,1-10-352 0,0 0-736 16,-7 1-2140-16,2-7-3401 0</inkml:trace>
  <inkml:trace contextRef="#ctx0" brushRef="#br0" timeOffset="99964.085">30396 6813 12865 0,'0'0'2764'0,"0"0"-1860"0,0 0-8 0,-40 73 332 16,12-42-4-16,-4 11-52 0,-3 3-367 15,-6 3-357-15,6 6-180 0,-1-4 32 16,4 1-80-16,8-4-64 0,5-2-84 15,6-3-28-15,9-11-44 0,4-6-84 16,0-3 72-16,12-5-48 0,4-1 52 16,0-7-112-16,8-3-124 0,0 1-80 15,0-7-64-15,-1 0-89 0,1 0 41 16,4 0-64-16,-4-7-196 0,0-3-556 16,1-2-1104-16,-10 3-2160 0,-7-8-3049 0</inkml:trace>
  <inkml:trace contextRef="#ctx0" brushRef="#br0" timeOffset="100138.573">30137 7194 17137 0,'0'0'3976'0,"0"0"-3516"0,0 0-143 16,0 0-1-16,0 0 168 0,83 0 640 15,-51-6-436-15,4 0-536 0,0-1-152 16,-4 1-180-16,4 0-264 0,-4-4-160 15,4 4-100-15,-5-5 0 0,-3 3-305 16,0-3-763-16,-7 3-1356 0,2-9-3301 0</inkml:trace>
  <inkml:trace contextRef="#ctx0" brushRef="#br0" timeOffset="100364.219">30957 6659 18005 0,'0'0'3816'0,"0"0"-3319"0,0 0-425 15,96-7 52-15,-60 0 212 0,0 1 16 16,0-1 72-16,0-3-220 0,3 1-204 16,2 0-36-16,-6-4-192 0,5 3-292 15,-8-2-88-15,0-1-69 0,-8 4-259 16,0-4-716-16,-9 3-2092 0,-2-3-2213 0</inkml:trace>
  <inkml:trace contextRef="#ctx0" brushRef="#br0" timeOffset="100615.16">31101 6629 3344 0,'0'0'12125'16,"0"0"-10481"-16,-28 80-1320 0,20-46 208 15,0 11 712-15,-4 2 308 0,8 7-127 16,0 10-613-16,1 2-452 0,-1 11-116 16,4 5 32-16,-5-2 88 0,1-4 276 15,4-10-316-15,4-5-152 0,5-14-172 16,2-8-60-16,6-8-48 0,2-5-132 16,-3-6-88-16,4-8-68 0,0-5-112 15,4-5-156-15,-9-2 72 0,6-9-237 16,-6-3-435-16,-2-5-884 0,-2-5-1756 15,-7 6-1821-15,-4-12-2890 0</inkml:trace>
  <inkml:trace contextRef="#ctx0" brushRef="#br0" timeOffset="100814.801">31148 7185 11897 0,'0'0'2108'0,"0"0"-1336"0,0 0 348 16,0 0 680-16,0 0-272 0,0 0-364 15,0 0-616-15,0 0-160 0,88-3-36 16,-56-7-119-16,9 4-73 0,2-4-88 16,-3 4 36-16,4-3-108 0,-4 2-8 15,-1 4-88-15,-3 0-112 0,0-3-229 16,-4 1-403-16,-4 3-420 0,-5-2-1124 16,5-1-3765-16</inkml:trace>
  <inkml:trace contextRef="#ctx0" brushRef="#br0" timeOffset="101096.589">32153 7718 21097 0,'0'0'1177'16,"0"0"-1177"-16,0 0-2437 0,0 0-1747 15,-103-7 2808-15,75 4 984 0,-24-2-1048 0</inkml:trace>
  <inkml:trace contextRef="#ctx0" brushRef="#br0" timeOffset="121030.275">2346 15402 8292 0,'0'0'5365'0,"0"0"-4505"16,0 0-504-16,0 0 388 0,0 0 284 15,0 0-216-15,0 0-232 0,0 0-148 16,0 0-124-16,0 0 24 0,28-4 24 16,-16 4 24-16,4 0-84 0,-1-2-40 0,10 2-36 15,-1 0-88-15,4 0-32 0,4 0 32 16,-1 0-132-16,9 0 72 0,0 0-64 15,4 0-4-15,4 2 0 0,3 2 12 16,1-1-12-16,4 0 0 0,4 0 8 0,0 0-8 16,4-3-4-16,3 0 0 0,1 0 0 15,3 0 4-15,2 0 68 0,-2-3-24 16,0 0-40-16,6-3 0 0,-2 2 4 16,1-3 24-16,8 2-36 0,-1-2 0 15,5 1-8-15,3-1 8 0,1 2 0 16,7-2-12-16,-3 4 12 0,8-4 4 15,-1 0 4-15,5 2 28 0,0-1-32 16,4-1 84-16,-5 0-80 0,1 4-16 16,-1-2-96-16,1 1 92 0,-1 1 0 0,1-1 12 15,3 4 0-15,1-3 16 16,0 3-4-16,-1-3-12 0,5 0 88 16,-5 0-80-16,0 1-8 0,1-3-52 0,-1 3 40 15,1-5 4-15,0 1 0 0,3-4-48 16,1 4 56-16,-4-4 4 0,4 1 8 0,-6 3 96 15,2-1-104-15,-1 1 64 16,-6-1-68-16,2 5-124 0,-3-3 100 0,-5 3 20 16,1-4 4-16,3 2-4 0,-7-3 4 15,4 5 0-15,-1-2 12 0,0 1 0 16,2 1-4-16,-6 2 40 0,1-3-48 16,-4-1-12-16,-5 1-160 0,5-1 164 15,-5 1 8-15,1-4-8 0,-4 5 8 16,0-4 0-16,-1-1 0 0,-3 1 48 15,0 2-36-15,-5-1 0 0,5 2-4 16,-9-1 88-16,5 1-96 0,-4-1 0 0,-1 4-12 16,-3-3-48-16,0 3-4 0,0-3 56 15,-4 3 8-15,3 0 0 0,-7 0-4 16,-4 0 0-16,4 0-44 0,-9 0 48 16,-3 3 4-16,0 0 8 0,0 1-12 15,-9-4 0-15,-3 3 12 0,1 1-4 16,-5-1 4-16,-5-3-4 0,-3 2-4 0,-4 1-4 15,0 1 0-15,-4-1-4 0,-5-3-4 16,2 3 0-16,-6 0-52 0,1 1 0 16,-4-4 44-16,1 3-44 0,-1-3 12 15,-4 3-36-15,0-3 36 0,0 0-16 16,4 0 64-16,-4 0 0 0,0 0 4 0,0 0-4 16,0 0 0-16,0 0 0 0,0 0-12 15,3 0 0-15,1 0 8 0,0 2 4 16,0-2 4-16,1 0 4 0,-1 4 4 15,0-4-4-15,3 3-8 0,1 0 0 16,1 1 0-16,-2-1 0 0,5 4-60 16,-4-5 60-16,4 1 0 0,-4 1 0 15,5-2-60-15,-2-2 60 0,-3 5 4 16,0-3-4-16,4-2-4 0,0 4 4 16,4-1 4-16,0 0 4 0,4 4 40 0,0-1 0 15,7 3-48-15,-3-2-4 16,4-1-8-16,0 0 12 0,-4-3 8 0,4 1 4 15,-5-1 100-15,2-3-56 0,-1 0-52 16,0 0 52-16,0 0-8 0,-5 0-48 0,-2 0-8 16,2-3 0-16,1 3 8 0,-3-4 8 15,-6 4-8-15,1-3 0 0,0 3-8 16,-4 0-40-16,0 0 48 0,-1 0-12 16,-2 0-72-16,-1 0-4 0,0 0 76 15,0 3 0-15,-4 1-60 0,4-4 24 16,-4 0 44-16,0 0 4 0,0 0 0 15,0 0 8-15,0 0 88 0,0 0 52 16,0 0-28-16,0 0 40 0,0 0-52 16,0 0-60-16,0 0-40 0,0-4-4 15,0 1-4-15,0-3-4 0,0-4-64 16,0 1 64-16,0 0-52 0,-4-4-4 0,4 0 60 16,-4 1 8-16,0-2-4 15,4-1-4-15,-4-2-124 0,4-2 120 0,0 0-44 16,0 0-24-16,0 1 24 0,0-5 44 15,0-2-60-15,0-1 4 0,-5 1-12 16,5-6 0-16,0 3-16 0,-3-5 16 0,3-2-24 16,-4 1 84-16,4-2 8 0,-4-5-56 15,4 0 56-15,0-4-40 0,0 1 44 16,0-4-8-16,8-3-128 0,-5 1-84 16,6-5 208-16,3-2-96 0,-5-3-64 15,6 0 84-15,-5-1-52 0,3-2 136 16,2 0-40-16,-6 0 44 0,5-2 0 15,-3-1 0-15,-5-1-48 0,3 3-12 16,1-5 60-16,-4 2-136 0,1 1 64 0,-1-1-100 16,3 3 164-16,-3-2-76 15,0 2-8-15,0 1 84 0,1-1 16 0,2 0-80 16,-3 5 60-16,0 1 4 0,0-2 8 16,4 3-4-16,-3 0 4 0,2-4-176 15,-3 4 68-15,0-4 32 0,4 5-36 16,-4-5 64-16,4 4-100 0,-4 0 148 15,0 0 0-15,0 3 0 0,0-4-76 16,-4 2-8-16,4 2 84 0,-1-4 0 0,-3 5 0 16,5-1 8-16,-5-1 104 0,4 1-104 15,0 0-8-15,-4 4-60 0,4-4 52 16,0 0 8-16,0 3-8 0,-1-4 0 16,-3 1 4-16,0 4 4 0,0-4-76 15,0 0-36-15,0 4 40 0,0-2-28 16,0 2 92-16,0 0-4 0,-3-2-68 15,3 1 72-15,0 0-56 0,0 0 12 16,0 4 52-16,0-4 0 0,0 7 12 16,0-3 52-16,0-2-4 0,0 2-52 0,0 3 0 15,0-4-8-15,0 0 0 0,0 4 40 16,-4-4-44-16,4 4 8 0,-4-1-8 16,4 1-8-16,-4 2 4 0,4 1 8 15,-4 4 48-15,4 1 12 0,-4 2-48 0,-4 5 96 16,0 0 4-16,0 1-12 15,4 5-88-15,-8-3 164 0,4 5-172 0,0 2-4 16,-4 1 8-16,4-2-8 16,0 1 96-16,1 3 16 0,-2 0-48 0,1 0-56 15,0 0-8-15,5 3 84 0,-6-2-32 16,5 4 32-16,0 0 28 0,0-3-24 16,-3 6-88-16,3-6-8 0,0 5-140 15,4-4 132-15,-5 0 16 0,1 4 12 16,0 0-4-16,4-1 52 0,-4-3-60 15,1 4-76-15,-1-4 4 0,0 0 72 0,4 1 0 16,0-1 0-16,0 1-12 0,0-1 0 16,0 0 12-16,0 3 12 0,0 4 88 15,0-1 8-15,0 4 40 0,0 3-12 16,0-3 24-16,0 3-60 0,0 0-40 0,0 0-52 16,0 0 4-16,0 0 0 15,0 0-12-15,0 0 4 0,0 0-4 0,0 0-84 16,4 0 72-16,3 0 12 0,1 0 72 15,5 0 0-15,-2 0 4 0,1-3 8 16,4 0-20-16,1 3-64 0,-2-2 4 16,5 2 92-16,0 0-32 0,4-5-64 15,0 5 8-15,4 0-8 0,0 0 60 16,4 0 0-16,7-2-48 0,-3-2 36 0,12 1-48 16,-4-3-4-16,8 2-4 0,0-2-28 15,3 0 36-15,1 0 68 0,0-1-68 16,7 1 0-16,-3-4 0 0,0 4 0 15,8-1 0-15,-5 4 0 0,1-3 0 16,8 3 0-16,-4 0 0 0,3-4-4 16,1 4-92-16,4 0 96 0,-1-3 40 0,5 2-36 15,0-3-8-15,0 5-4 0,0-1-52 16,-1 0 60-16,1-1 44 0,-1 2-44 16,1-3-8-16,4 3 4 0,-5-2 4 15,5 2 44-15,0 2-44 0,0-4-12 16,-1 2 12-16,5-3 24 0,-1 3 20 0,5-2-44 15,0 1 0-15,3-2 0 0,-3 1 48 16,0 4-48-16,-1-3-12 0,1 3-52 16,0 0 52-16,-5 0 12 0,5 0 8 15,0 0-8-15,-1 0-12 0,5 0 12 16,-1 0 0-16,1 3 8 0,3-3 80 16,-3 0-28-16,4-3-60 0,-4 3 0 15,-1-4-92-15,1 1 92 0,-1 3 0 16,1-3-4-16,-4 3 8 0,3 0 32 15,-3 0-32-15,3 0 4 0,1 3 144 16,-1 4-144-16,2 0 44 0,2-2-52 0,1-2-8 16,-5 3-104-16,4 1 108 0,2-3-116 15,-2-2 120-15,1 2 0 0,-1-2 0 16,0 3 48-16,2-5-36 0,2 2-4 16,-4-2 64-16,2 0-64 0,2 0 68 15,-4 4-36-15,5-4-40 0,-4 3-60 0,3-3 60 16,0 0 0-16,5 3 4 0,-1-3 0 15,5 0 4-15,-4 2-4 0,7-2 40 16,-3 0-44-16,-5 0 0 0,9 0 0 16,-8 0-152-16,3 0 152 0,1 0-4 15,0-2 4-15,3-1 0 0,1 3 48 16,-1-3-40-16,5 3-4 0,4 0 68 16,-5-4 0-16,0 4-72 0,4 0-176 15,-3 0 116-15,0 0 60 0,3 0 4 0,1 0 0 16,-5 0-4-16,5 0 0 0,-1 0 60 15,1 4-60-15,-1-4 0 0,-3 3-24 16,0-3-24-16,-1 3 36 0,5-1 4 16,-5 5 8-16,1-3 8 0,4 2 40 15,-6 4-44-15,2-1-4 0,-4 4 4 16,3-4-4-16,-7 4-156 0,-1 0 152 0,1-1-44 16,-5 1-24-16,5 1 24 15,-5 0 36-15,5-1 20 0,-4 0-8 0,-1-1 12 16,1 1 36-16,-1-1-48 0,-3 5-8 15,-4-4-4-15,3-1 12 0,1 4-12 16,-4-3 0-16,3 0 12 0,0-1 12 16,2 1-4-16,-2 1-8 0,0-3 8 15,-3-1-4-15,0-1 0 0,-5 5-4 16,1-8-100-16,3 2 100 0,-3-1 8 16,0 3 4-16,-4-3 0 0,7-1 104 15,-7 3-112-15,7-2 68 0,-3-1-24 16,-1 3-48-16,1-2 4 0,-1-1 48 0,-3-3-52 15,5 3-120-15,-2-2 112 0,1-1 8 16,-5 0 0-16,5-3 4 0,-1 3 36 0,1-3-40 16,-1 4 0-16,1-4 0 15,-1 0 72-15,6 3-24 0,-10-3-40 0,5 3-8 16,-1-3-64-16,1 3 56 0,-1 0-32 16,1 0-24-16,0 4 64 0,-5-4-60 15,9 3 60-15,-5-2 64 0,2-2-64 16,2 3-12-16,-3-3 12 0,3 1 0 15,-4 0 0-15,1-3-4 0,-1 4 0 16,2-4 4-16,-2 0 0 0,1 2 0 16,0 2 0-16,-1-1 4 0,-3 1 48 15,3-2-52-15,-3 1 0 0,0 4-8 16,-5-4-40-16,5 1 48 0,-8 2 0 0,3-4-92 16,-7-2 24-16,4 4 64 0,-5-2 8 15,-3-2-8-15,-1 0 8 0,-2 0 0 16,-2 0 80-16,-3 0-84 0,-1 0 48 15,-3 0-48-15,0 0 8 0,-5 0 72 0,-3 0-80 16,-3 0 0-16,-1 0-8 0,-9 0 0 16,-3 0 8-16,-5 0-8 0,-3 0-68 15,-8 0 76-15,0 0 88 0,-7 0-88 16,-6 0 0-16,-3 0 0 0,0 0 4 16,-8 0 0-16,0 0 44 0,0 0 60 15,0 0-8-15,-8 0-52 0,-3 0-48 16,-2 0 0-16,-6 0-60 0,-2-2-64 15,-7 2 40-15,0 0-52 0,-7-4-156 16,-1 2-176-16,-4-1-72 0,-4 0-264 0,-7-8-580 16,10 5-1444-16,-26-7-3737 0</inkml:trace>
  <inkml:trace contextRef="#ctx0" brushRef="#br0" timeOffset="122215.229">13045 10268 8352 0,'0'0'5081'0,"0"0"-3777"0,0 0-420 16,0 0 372-16,0 0-276 0,0 0-140 16,0 0 8-16,0 0-200 0,-5 66-112 0,10-31 172 15,-2 9-87-15,1 11-137 16,-4 5-96-16,0 6-64 0,-7 8-140 0,-2 5-40 15,-3 4-144-15,-8 5 0 0,5 1 4 16,-6 4-4-16,1-1-40 0,1-6 28 16,2-11-108-16,6-10-28 0,3-15 28 15,3-15-60-15,5-13-100 0,0-10-276 16,0-12-185-16,9 0-15 0,3-18-320 16,4-14-1108-16,-8 3-2336 0,3-34-2253 0</inkml:trace>
  <inkml:trace contextRef="#ctx0" brushRef="#br0" timeOffset="122480.974">13008 10334 4012 0,'0'0'7733'0,"0"0"-5929"16,0 0-748-16,0 0-212 0,52-72 224 16,-28 61-196-16,4 3-128 0,8 1-288 15,3 7-232-15,2 0 20 0,2 0-12 0,1 10-92 16,-9 6-140-16,2 3 0 0,-9 3 0 15,-9 6 64-15,-2 0-8 0,-6 5-52 16,-11-5 4-16,0 3 100 0,-7 1 40 16,-10 0 196-16,-2 0-76 0,-9-3-96 15,0-1-88-15,-4-3 0 0,0-8-76 16,-7-1 4-16,2-7-12 0,1 1-132 16,1-8-236-16,3 2 4 0,0-4-176 15,4-4-212-15,0-3-212 0,4-4-492 0,8 1-920 16,0 1-2529-16,8-8-2047 0</inkml:trace>
  <inkml:trace contextRef="#ctx0" brushRef="#br0" timeOffset="122760.116">13554 10429 6988 0,'0'0'6669'0,"0"0"-5669"0,0 0-344 16,0 0 776-16,92-3-76 0,-72 6-704 15,-5 4-368-15,2 6-124 0,-6 3 48 16,-3 2-108-16,-3 5-16 0,-1 5-76 16,-4 7 0-16,-9 3 64 0,-6 4-56 0,-2-1-16 15,-2-3 0-15,-1-7 0 0,8-5 8 16,-4-12 100-16,8-6 16 0,0-4 108 16,4-4 184-16,0-10 80 0,4-2-240 15,0-8-176-15,0-5-80 0,0-4-88 16,12-5-44-16,0 2-40 0,4-4-108 15,0 5-428-15,4 2-148 0,0 1-540 0,-1 6-1420 16,2 2-3105-16,-10 8-2783 16</inkml:trace>
  <inkml:trace contextRef="#ctx0" brushRef="#br0" timeOffset="123062.773">13909 10626 9036 0,'0'0'5349'0,"0"0"-4125"0,-28 86 292 16,19-54 140-16,2 0-84 0,-1-9-296 15,8-4-607-15,0-11-365 0,8-2-136 16,4-6-72-16,4 0-20 0,4-2-4 16,-1-10-60-16,5-7-12 0,0-4-108 15,1-3-316-15,-6 1-64 0,5 0 27 16,-8 1 37-16,-4 3 104 0,0 5 92 16,-8 3 68-16,-4 5 124 0,0 3 36 15,-12 3 72-15,-4 2-60 0,-8 0 36 16,0 0 52-16,-4 7 192 0,0-1 0 0,0-1-60 15,5 9-52-15,7-6 4 0,0 6-132 16,4-3-52-16,4 3-160 0,4-1-20 16,4-4-112-16,0 1-292 0,8 2-88 15,0-5-212-15,8 2-744 0,3-2-1388 16,-2-5-2677-16,7-4-2083 0</inkml:trace>
  <inkml:trace contextRef="#ctx0" brushRef="#br0" timeOffset="123296.717">14248 10674 3336 0,'0'0'208'0,"0"0"6572"15,0 0-4799-15,0 0-397 0,0 0 184 16,0 0-288-16,60 67-32 0,-57-61-440 16,1-3-384-16,0 0-244 0,4-3-188 15,0-3-80-15,4-6-20 0,0-4-92 16,4-3-8-16,0-3-188 0,0 0 28 0,-4 0-100 16,-5 7 36-16,-2-2 48 0,-5 9 184 15,0 5 0-15,-9-4 0 16,-6 4-88-16,-5 0 4 0,-4 0 84 15,0 4 96-15,-4 1-8 0,0-2-76 0,0 4-12 16,8 0-52-16,1-2 44 0,3 2-176 16,4 3-24-16,3-2-148 0,5 3-360 0,1-2-460 15,3 1-1056-15,0-4-2349 0,0 4-3303 16</inkml:trace>
  <inkml:trace contextRef="#ctx0" brushRef="#br0" timeOffset="123442.108">14578 10703 3420 0,'0'0'9361'0,"0"0"-7757"16,0 0-344-16,91 9 96 0,-63-9-240 16,4-3-156-16,-4-10-420 0,0-2-284 15,4-4-156-15,0-4-100 0,0 2-120 0,0-5-588 16,-8 0-392-16,0 1-516 16,-9 9-2256-16,-6-6-3253 0</inkml:trace>
  <inkml:trace contextRef="#ctx0" brushRef="#br0" timeOffset="123697.029">14777 10357 2948 0,'0'0'8541'0,"0"0"-6593"0,0 0-480 15,0 0-116-15,-44 69-108 0,33-44 152 16,3 7-328-16,-1 3-348 0,5 6-220 16,-3 4-40-16,3 2-131 0,0 8-85 15,-4 3-160-15,3 2-80 0,-2-1 8 16,-1 8 0-16,0-3-12 0,4 0 0 15,-1-5 48-15,2-1-48 0,3-2 112 16,0-4-4-16,0-11-100 0,0-7-4 16,0-11-4-16,0-10-56 0,0-4-4 15,-4-9-280-15,0 0-25 0,-4-3 1 0,-4-9-112 16,-4-7-172-16,-4-4-36 0,-4-9-224 16,-8-2-416-16,9 2-1184 0,-33-18-3281 0</inkml:trace>
  <inkml:trace contextRef="#ctx0" brushRef="#br0" timeOffset="124297.854">14088 10325 484 0,'0'0'1552'0,"0"0"-1252"15,0 0-208-15,0 0 24 0,0 0-64 16,0 0 4144-16,0 0-2744 0,0 0-284 16,0 0-4-16,0 0 21 0,0 0-73 15,-80 51-168-15,73-45-232 0,-6 4-172 16,5-3-72-16,-3 1-92 0,-5 5-60 16,0-4-16-16,-4 8-36 0,0-1 36 0,0 3-104 15,-4 3 40-15,4 0-100 0,-8 3 40 16,4 1-104-16,1 2-72 0,-2-3-48 15,-3 4-40-15,4-4 28 0,0 1-200 16,5-7-264-16,3 0-204 0,4-2-64 0,4-5-216 16,4-3-572-16,4 5-937 15,0-6-2195-15,0-1-664 0</inkml:trace>
  <inkml:trace contextRef="#ctx0" brushRef="#br0" timeOffset="125182.716">15359 10722 1828 0,'0'0'11041'0,"0"0"-9577"15,0 0-668-15,0 0 528 0,0 0-180 16,0 0 28-16,0 0-176 0,0 0-568 16,0 0-88-16,79 72-260 0,-75-62-80 0,1 0-112 15,-5-4-448-15,0 4-532 0,0 3-528 16,0-5-2144-16,-12 12-2817 0</inkml:trace>
  <inkml:trace contextRef="#ctx0" brushRef="#br0" timeOffset="125315.835">15219 11078 6644 0,'0'0'5733'0,"0"0"-4701"16,0 0-244-16,0 0 440 0,0 0 164 15,8 66-288-15,5-60-620 0,-2 1-460 16,9-4-24-16,-4-3-768 0,0 4-880 16,0-4-3024-16</inkml:trace>
  <inkml:trace contextRef="#ctx0" brushRef="#br0" timeOffset="125847.895">12510 11989 3664 0,'0'0'8609'0,"0"0"-6417"15,0 0-880-15,0 0-420 0,0 0-160 0,0 0 420 16,0 0-216-16,104-57-68 15,-64 44-88-15,3 3-284 0,5 1-19 0,0 2-53 16,4 4-148-16,4 0-56 0,4 3-4 16,3 0-44-16,9 0-64 0,0 0-12 15,11 0-88-15,1 0 76 0,12 3-84 16,-1 3 60-16,4 4-60 0,9 3 48 0,0 2-36 16,4 4 24-16,3 4-36 0,5-2 0 15,3 2 12-15,1 0-12 0,3-4 8 16,-3-7-4-16,-5 1 8 0,-4-7 100 15,-3 1-112-15,-9-7-4 0,-6 0-4 16,-14 0-72-16,-11 0-64 0,-8 0-120 16,-13 0-76-16,-7-3 36 0,-12 3-104 15,-8 0-116-15,-12 0-169 0,-4 3-183 16,-4 3-264-16,-4 0-872 0,-4-3-1840 0,-16 10-2733 16</inkml:trace>
  <inkml:trace contextRef="#ctx0" brushRef="#br0" timeOffset="126799.582">17057 10528 2812 0,'0'0'3940'0,"0"0"233"0,0 0-2301 16,0 0-64-16,0 0-8 0,0 0-160 15,0 0-384-15,0 0-420 0,0 0-128 16,0 0-160-16,-60 90-51 0,39-50-25 0,10 8-12 16,-6 5-12-16,10 6-96 0,-1-1-40 15,0 10-104-15,8-5-76 0,0-5-128 16,0-11-4-16,8-9 0 0,4-12-56 16,0-13 48-16,0-5-52 0,3-4 48 0,5-4 4 15,1-9-52-15,3-11 12 0,3-5-220 16,1-10-156-16,4 1-72 0,-4-12-60 15,0 3 47-15,3-5 21 0,-3 3 28 16,-3 0-4-16,-1 5 24 0,-9 5 120 16,-2 3 196-16,-2 3 16 0,-7 7 108 15,0 3 12-15,-4 3 268 0,0 7 124 16,0 3 12-16,0 6-60 0,0-4-40 16,0 4-72-16,0 0-180 0,0 7-56 15,0 2-8-15,0 7 180 0,0 9 41 16,0 4-13-16,0 3 44 0,0 3-80 0,0 3-16 15,0 0-100-15,0 0-56 0,0 0-120 16,0-4-100-16,0-5-288 0,0-6-257 16,0-5 45-16,4-8-40 0,4 0-776 15,0-10-1112-15,0 0-2509 0,8-10-4675 0</inkml:trace>
  <inkml:trace contextRef="#ctx0" brushRef="#br0" timeOffset="127421.136">18065 10618 6216 0,'0'0'2964'15,"0"0"141"-15,0 0-1433 0,0 0-232 16,0 0-32-16,0 0-328 0,0 0-104 16,0 0-336-16,0 0-252 0,0 0-152 15,-92 65 44-15,76-42-24 0,-5 2-100 16,10-3-44-16,-1 1-52 0,7-7 52 15,5 3-100-15,0-6-12 0,5-1-12 16,7-2 4-16,-4 2-80 0,4-2 76 0,4-2 8 16,-4 3 4-16,0 2-48 15,-1-4 48-15,2 0 0 0,-5 4 12 0,-5 3 48 0,1-4-12 16,0 5 76 0,-4-1-4-16,0-1-60 0,0 2 28 0,-4-2 44 0,-3-3-8 15,-5 2 141-15,-1-1-21 0,-2-4-124 16,-5 0-108-16,4-2-12 0,-4-4-208 15,0 0-121-15,4-3-83 0,-4 0-28 16,5-3 52-16,-2-7-64 0,6-3-124 16,-2-2-260-16,5-7-464 0,5 2-692 15,3-5-760-15,3 2-2125 0,1 4-2783 16</inkml:trace>
  <inkml:trace contextRef="#ctx0" brushRef="#br0" timeOffset="127793.24">18335 10811 4912 0,'0'0'3200'0,"0"0"1433"0,0 0-2889 0,0 0 536 16,48 76-348-16,-40-63-328 0,0-1-480 15,0-6-579-15,4 1-277 0,4-7-112 16,4 0 16-16,4 0-76 0,0-10-84 16,8-5-12-16,-4-2-68 0,0-1-152 0,-5-1-156 15,1-1-13-15,-12 5 37 16,0 3 36-16,-4-2 24 0,-8 7-24 0,0 5 68 15,-4-5 80-15,-8 4 56 0,-4 1 4 16,-3-3 56-16,-5 3 48 0,-4 2-128 16,-4-4 32-16,0 4 40 0,-4 0-4 15,-1 6-20-15,6 4 24 0,4 10 60 16,-1-2 0-16,0 11 160 0,0 0 60 16,4 6 36-16,3-1-12 0,6 1 208 15,-2 3-196-15,10-2-96 0,3-1-148 0,4-7 36 16,4-6-48-16,12-3-8 0,7-6-52 15,5-4 4-15,4-2 56 0,9-5 0 16,-2 2-92-16,8-4-284 0,2 0-52 16,-1-4-136-16,-1-2-348 0,5 0-1136 15,-12 4-2720-15,12-12-4185 0</inkml:trace>
  <inkml:trace contextRef="#ctx0" brushRef="#br0" timeOffset="128646.132">19945 10411 4364 0,'0'0'6741'0,"0"0"-4093"16,0 0-928-16,0 0 36 0,0 0-272 15,92 35-208-15,-52-26-164 0,3 1-275 0,5-4-313 16,8-1-140-16,-1 0 136 0,1-3-72 16,4 2-192-16,-8-4-100 0,4 0-48 15,-9 0-12-15,-2-4-56 0,-10 4-40 16,-3 0-60-16,-12 0 12 0,0 7-24 16,-13 3-24-16,-2 2-60 0,-5 7-16 15,-8 3-32-15,-12 10-24 0,-8 3-4 0,-7 7-44 16,-6-1 32-16,-2 6 52 0,-9-3 56 15,0 8 40-15,-3-5 24 0,-1 4-28 16,0-3 100-16,0-1 0 0,8-3-4 16,0-2-8-16,5-7-40 0,7 0 40 15,8-7 12-15,8-3 0 0,8-5 52 0,3-1 92 16,9-3-12-16,5-4 40 0,7-2-4 16,8 2 76-16,3-2 44 0,9-7-68 15,0 0-40-15,5-3 36 0,2 0-60 16,1 0-140-16,-5-9-16 0,6-1-112 15,-1-5-212-15,-1-1-416 0,2-4-168 16,-2 2-381-16,-7 1-1587 0,8-8-3908 0</inkml:trace>
  <inkml:trace contextRef="#ctx0" brushRef="#br0" timeOffset="128933.64">20765 11207 5004 0,'0'0'9645'0,"0"0"-8249"0,-28 71-304 0,21-49 664 15,-1-3-40-15,4-4-147 0,4-8-565 16,0-4-592-16,12-3-268 0,8-3 60 16,-1-10-44-16,13-3-28 0,0-9-60 15,1-4-72-15,-1-3-12 0,0 1-204 16,-6-4-148-16,-1 6 24 0,-5 4 28 16,-5 2-16-16,-2 5 52 0,-9 4 20 15,-4 6 136-15,-8 2 8 0,-8-1 16 16,-4 3 35-16,-8 2-35 0,0 2-4 15,-7 0 52-15,3 6 48 0,-5 3 48 16,1 7-36-16,5 3 48 0,3 0-52 0,0 3 80 16,8-3-88-16,4 0-8 0,1-6-104 15,6-1-336-15,5-1-392 0,4-3-940 16,0 2-2436-16,0-6-2921 0</inkml:trace>
  <inkml:trace contextRef="#ctx0" brushRef="#br0" timeOffset="129196.559">21200 10883 10804 0,'0'0'1721'0,"0"0"215"15,0 0-8-15,0 0-188 0,0 0-312 16,24 86-412-16,-24-54-384 0,0 4-196 16,-8-2-19-16,4 4-33 0,-5-3-224 15,2-1-28-15,3-5-36 0,-4-4-44 16,4-6 116-16,4-5-36 0,0-8-12 15,0-3 16-15,0-3 8 0,0 0 108 16,0-3 256-16,8-6-196 0,0-5-164 0,8-8-88 16,0-3-20-16,4-10-40 0,0 3-108 15,-1 1-4-15,6 2-152 0,-5 1-156 16,-5 6-176-16,2-1-188 0,-2 7-177 16,2 3-927-16,-6 5-2152 0,2-3-2905 0</inkml:trace>
  <inkml:trace contextRef="#ctx0" brushRef="#br0" timeOffset="129705.74">21590 10976 820 0,'0'0'6464'0,"0"0"-1879"15,0 0-2437-15,0 0-120 0,0 0-140 0,0 0-496 16,0 0-364-16,0 0-188 0,-7 89-171 15,-1-54-101-15,-1 6-180 0,2-6-120 16,-1 0-172-16,4-7-96 0,-1-2-12 16,5-10-60-16,0-4-12 0,5-2-64 15,3-10-128-15,-1 0-52 0,10-7 124 16,2-11-4-16,5-5-37 0,0-6-95 16,4 0-112-16,-3-2 100 0,1 2 144 15,-1 4 76-15,-1 0 124 0,-4 9 8 16,-1 0 4-16,-6 7 128 0,-5 6 212 0,-1-1 32 15,-3 4-96-15,0 4-12 0,-4 1 48 16,0 9 49-16,0 5 35 0,0 6-72 16,-4 0-40-16,0 4-32 0,-3-4 8 15,3 1 88-15,0-5-240 0,4-2-112 0,0-5-144 16,0-5-256-16,4-5-84 0,7-4-192 16,10-13-189-16,-1-6-423 0,-1-1-1728 15,5-21-5369-15</inkml:trace>
  <inkml:trace contextRef="#ctx0" brushRef="#br0" timeOffset="129910.834">22659 10468 220 0,'0'0'16861'0,"0"0"-14037"0,0 0-1668 15,-73 66 133-15,41-37-297 0,4 0 228 16,1 3-328-16,-1-5-520 0,8-2-372 15,0 2-24-15,4-2-60 0,0-3-252 16,1 4-328-16,2-1-168 0,1 4-268 16,5-8-965-16,3-1-2591 0,4-4-4017 0</inkml:trace>
  <inkml:trace contextRef="#ctx0" brushRef="#br0" timeOffset="130199.404">22674 10824 3220 0,'0'0'12561'0,"0"0"-10749"15,0 0-800-15,0 0 352 0,0 0-96 16,-83 79 237-16,55-57-429 0,8 0-496 16,-1-3-364-16,6 0-156 0,7-5-60 15,0 1-120-15,8-5 24 0,0 3 0 16,3-4 36-16,10 3 60 0,2 1-12 16,6-3-48-16,-1 2 12 0,-1 4-24 15,2 0 24-15,-1 0 48 0,-5 3 44 16,2-1-44-16,-6 1-4 0,-3 4 4 0,1-4 8 15,-5-3 64-15,-4 3-12 0,0-6 36 16,0 0-24-16,-9-4-24 0,-3 4-48 16,-4-7-8-16,-3 3-268 0,-2-2-76 15,-7-1-72-15,-4 1-32 0,-3-4-104 16,-5 3-121-16,-4-3-191 0,-3 0-488 0,-2-3-1008 16,10 0-2952-16,-13-8-6201 0</inkml:trace>
  <inkml:trace contextRef="#ctx0" brushRef="#br0" timeOffset="132129.682">25662 11078 964 0,'0'0'9396'15,"0"0"-6839"-15,0 0-613 0,0 0-272 16,17 72-252-16,-17-33-212 0,-4 2-316 15,-9 3-184-15,2 1-208 0,3-4-256 16,-1-4-64-16,1-4-172 0,5-8-8 0,3-2-72 16,0-11-36-16,0-2-76 0,0-7-120 15,7-3-108-15,1 0 44 0,12-13 12 16,-3-6-20-16,11-6-80 0,-1-7-24 16,1 0-100-16,4-3 208 0,-4 0 88 15,0 4 60-15,-1-2 12 0,-2 8 60 0,-5 6 152 16,-5 4 176-16,-3 8 148 0,-3 3 12 15,-6 4 24-15,-3 4-4 0,0 6 40 16,0 5-4-16,-3 4 16 0,-6 3-68 16,-3 8 16-16,-3-5-52 0,6 0 28 15,-2-6-152-15,3-2-80 0,4-9-100 16,4-4-4-16,0-2-96 0,0-2 52 16,4 0-72-16,11-2 120 0,2-10 116 15,6-2-116-15,1-5-244 0,8-3-24 16,-4 0 24-16,4 0-48 0,-4 3-4 0,0 3 64 15,-4 6 120-15,-5 4 52 0,1 6-64 16,-8 0 124-16,0 6 136 0,0 6 344 16,-3 2 20-16,-5 2-120 0,3 3 32 15,-3 3-48-15,0-3-48 0,-4 3 65 16,0-2 223-16,0 1-252 0,0 2-160 0,0-1-12 16,-8-1-120-16,4 2-60 0,-3-1-88 15,-2-3-308-15,1-3-320 0,4-3-173 16,1-4-159-16,3-5-432 0,0-4-1368 15,0 0-2381-15,0-13-1955 0</inkml:trace>
  <inkml:trace contextRef="#ctx0" brushRef="#br0" timeOffset="132629.85">26583 11128 2552 0,'0'0'10865'16,"0"0"-9141"-16,0 0-844 0,0 0 720 15,0 0 152-15,0 0-92 0,-8 79-455 16,0-49-525-16,0-2-284 0,0 3-92 16,0-2-64-16,0-4-180 0,4 1-60 15,0-7-120-15,0 0 0 0,4-7-184 16,-4-1-20-16,4-9-52 0,0-2-72 0,4 0-13 16,4-6 97-16,4-7 108 0,4-6 36 15,4 0-60-15,0-6-36 0,3-1 8 16,-3 1 88-16,5 0 72 0,-5 2 136 15,3 2 12-15,-3 2 0 0,1 5 0 16,-10 5 196-16,1 6 60 0,-4 3 4 16,0 3 56-16,-8 9 48 0,0 4 64 15,-4 4 9-15,-3 8-73 0,-6-3-60 0,1 4-16 16,0-4-8-16,0-6-100 16,5 1-100-16,3-8-80 0,-1-5-8 0,5-1-52 15,0-2 12-15,5-4 44 0,2-4-32 16,9-9 36-16,4 1 0 0,4-11-144 15,4-2-292-15,4-1 12 0,0 4 11 0,0 0 145 16,-4 2 0-16,0 12 12 0,-5-3 112 16,-7 11 20-16,-4 0 124 0,0 5 8 15,-4 4 324-15,-4 7 116 0,0 3-11 16,0 0-25-16,-4 6-48 0,0-3-132 16,4 3-28-16,-4-2-12 0,0 5-20 15,4-5-92-15,0 2-80 0,0-6-120 16,0 3-52-16,4-3-384 0,4-3-328 15,0 1-161-15,3-9-363 0,2-2-1684 16,11-6-3457-16</inkml:trace>
  <inkml:trace contextRef="#ctx0" brushRef="#br0" timeOffset="132979.832">27683 11303 1396 0,'0'0'13945'0,"0"0"-11669"0,0 0-1248 16,0 0 148-16,-96 19 68 0,60 3 229 0,-4 3-121 15,0 7-324-15,5 4-440 0,3-2-164 16,8 1-148-16,0-4-144 0,12-4-132 16,-1-6-8-16,10-2-40 0,3-5-36 15,0-9-12-15,12 2-12 0,4-7-64 16,4 0-44-16,8-4-48 0,4-8 0 16,-1-7-64-16,1-7-32 0,0 4-36 0,0-6 92 15,0 5 40-15,-8 1 44 0,0 3 4 16,-5 3 44-16,-6 7 88 0,-2 2 36 15,-7 7 48-15,0 0 196 0,-4 0 56 16,0 10-12-16,0 3 76 0,0 6-40 16,0 0-32-16,0 3-28 0,-4 0 12 15,4 0 28-15,0 0-64 0,0-2-36 16,4-1-24-16,9-7-84 0,2 2 12 16,2-5-60-16,2-4-60 0,1-1-432 15,0-4-536-15,0 0-544 0,-4-4-3141 0,3-1-6488 0</inkml:trace>
  <inkml:trace contextRef="#ctx0" brushRef="#br0" timeOffset="136948.055">24627 10318 8112 0,'0'0'5469'15,"0"0"-4417"-15,0 0-396 0,0 0 488 0,0 0 104 16,0 0-236-16,0 0-104 0,0 0-284 16,-32 74-296-16,27-48-20 0,5 7 32 15,0 3 144-15,0 5-55 0,0 0-89 16,-4 8-28-16,4-2-128 0,0 0-16 15,-4 5-120-15,1 2-36 0,-5-1 0 16,-5 7 48-16,-2 1-60 0,3 2 0 16,-4 1-72-16,1-7-120 0,2-3-124 15,5-6-60-15,8-7-72 0,0-10-161 0,0-9-171 16,4-9-320-16,8-9-652 0,0-4-1168 16,8-23-2725-16</inkml:trace>
  <inkml:trace contextRef="#ctx0" brushRef="#br0" timeOffset="137315.969">24874 11074 1068 0,'0'0'11297'0,"0"0"-9713"16,0 0-596-16,-32 79 736 0,27-63-100 16,5-3-492-16,0-6-628 0,13-7-348 15,2-4-8-15,5-5 24 0,8-7 12 16,0-7-52-16,0-2-60 0,4-4-72 15,-4 1-8-15,-5-1-64 0,1 4-48 16,-7 2 32-16,-6 4 40 0,-3 4 36 0,-3 2-60 16,-5 0-40-16,-5 7 52 15,-6 0-76-15,-5-4 64 0,0 4-64 0,-4-1 40 16,-4 7 48-16,0 0-100 0,0 0-172 16,0 10 196-16,-4 9-24 0,0 3-36 15,1 3 100-15,-6 11-96 0,6-1 180 16,-5 6 72-16,4-3-72 0,0 0 4 15,8 4 108-15,0-5 12 0,8-1-124 0,5-2 0 16,3-5-124-16,4-4-24 0,11-6 0 16,6-3-36-16,6-6 96 0,5-1-24 15,4-5-84-15,8-4-328 0,0 0-196 16,7-7-388-16,1-5-344 0,-8 1-1180 16,8-7-3237-16</inkml:trace>
  <inkml:trace contextRef="#ctx0" brushRef="#br0" timeOffset="140218.679">13872 13071 2072 0,'0'0'408'16,"0"0"-268"-16,0 0 4664 0,0 0-3428 15,0 0-84-15,13-73 177 0,-9 51-9 16,-4 4-188-16,0-6-236 0,0-1-76 0,0 3-112 16,0-3-240-16,-4-1 84 0,4 1-100 15,-8 0-224-15,3-1-124 16,2 5-180-16,-5-6 20 0,0 5-76 0,4 3 160 16,-4 0-168-16,0 3 0 0,0 7 36 15,0-2-28-15,-4 9 16 0,4 2-20 16,-8 0-4-16,4 9 48 0,-3 4-48 0,-2 3-72 15,-3 10 64-15,5 2 8 16,-2 10 36-16,2 7-36 0,-2 5 0 0,-2 11-36 16,3 8 36-16,-4 11-4 0,-4 5-20 15,0 8-24-15,-4-1 96 0,4 3 12 16,-4-3-60-16,0-9 112 0,5-4-40 16,-1-12-60-16,7-13 148 0,-2-10 84 15,3-9-76-15,4-9-68 0,4-11-40 16,4-5-60-16,0-7 96 0,4-3-84 0,0-10-12 15,8-5-240-15,0-8 56 16,4 1 60-16,0-3-68 0,4 0-128 16,-4 6 160-16,0 2 64 0,-1 9 8 15,2 1 40-15,-9 3 0 0,4 4 36 0,-5 0-12 16,1 0 24-16,0 4 120 0,1 3-8 16,-1-1-16-16,-4 0-48 0,4 3-48 0,-1 3 0 15,1 2 48-15,-4 4 0 0,0 2-40 16,0 8 128-16,0 0-132 0,-4 5-4 15,-3 5 96-15,-6 3-92 0,-2 0 72 16,2 1-16-16,6-4 0 0,-5 2 76 16,-1 2-52-16,10-4 0 0,-5 0-76 15,4 4-8-15,4-4-132 0,0 0 124 16,4 3 0-16,4-6 0 0,4-1-80 16,0-5-192-16,-1-4-60 0,2-6-224 15,-2-2-76-15,2-7-336 0,-2-7-988 16,-3-3-3197-16</inkml:trace>
  <inkml:trace contextRef="#ctx0" brushRef="#br0" timeOffset="141313.755">14877 13341 1748 0,'0'0'1864'0,"0"0"4776"16,0 0-4643-16,0 0-569 0,0 0-124 15,0 0-84-15,0 0-8 0,0 0-232 16,0 0-168-16,0 0-112 0,-44-57-68 15,36 57-80-15,0 0-8 0,0 0-127 0,-4 0-57 16,0 3-68-16,1 7-36 16,-6-1 8-16,2 7-20 0,-2 1-40 0,-3 4-144 15,5 2 0-15,-6 5-48 0,6 1 28 16,-1-1-40-16,0 4-4 0,8 0-8 16,-4 2-36-16,4 2 48 0,4 2-12 15,0-1 12-15,4 5 0 0,0 3-4 16,0-4-4-16,8-3 4 0,0 3-4 15,4-6-4-15,0-3 0 0,3 0-108 16,2-7 24-16,-2-3-196 0,6-3-156 16,-1-3-96-16,4-4-17 0,3 1-47 15,1-3-232-15,9-4-312 0,-6-6-840 0,-7 0-1772 16,7 0-2637-16</inkml:trace>
  <inkml:trace contextRef="#ctx0" brushRef="#br0" timeOffset="142798.075">15622 13169 1616 0,'0'0'7064'0,"0"0"-4479"0,0 0-713 15,0 0-284-15,0 0-48 0,0 0-136 16,0 0-168-16,0 0-328 0,0 0-332 16,0 0-212-16,-8 26 16 0,4-10-4 15,-4 9 109-15,0 4-97 0,0 3-132 16,0 5-64-16,-4 8-8 0,0 6-76 16,1 3 0-16,-6 9-108 0,6 1 48 15,-6 2-40-15,2 4-8 0,2-3 0 0,2-4 8 16,-1-1-8-16,3-12-240 0,6-6-16 15,-1-9 64-15,4-13-4 0,0-6-80 0,4-10-53 16,-1-2-123-16,6-4-108 16,-1-10-108-16,3-9-204 0,6-3-584 0,-2-10-756 15,-2 7-1824-15,2-17-2041 0</inkml:trace>
  <inkml:trace contextRef="#ctx0" brushRef="#br0" timeOffset="143162.379">15957 13386 11437 0,'0'0'2140'0,"0"0"-824"0,0 0-260 15,0 0 224-15,0 0-92 16,0 0-524-16,0 0-392 0,0 0-200 0,0 0-72 16,-92 35 0-16,68-20-8 15,4 7-64-15,-8 1 64 0,4 2-44 16,-4 3 52-16,0 4-12 0,0 0-36 0,5 0 36 15,-1 0-48-15,0-4 60 0,8-2 0 16,0-3 48-16,5-4-36 0,2-5 184 0,5 0-60 16,4-2 24-16,0-2-28 0,0-2-32 15,8 6 56-15,4-1 4 0,-4-1 60 16,8 1 160-16,-4 0 32 0,3 0-156 16,2-1-60-16,-1 1-100 0,0 0 49 15,0 2-85-15,3-2-48 0,-2-1 124 16,-2 5-136-16,2-4 0 0,-2-4-4 15,1 1-8-15,0-1-72 0,-4-3-161 16,4 1-143-16,-4-4-284 0,4 3-220 16,-4-3-308-16,0-3-512 0,-4 0-828 15,-1 0-2625-15,2 0-2183 0</inkml:trace>
  <inkml:trace contextRef="#ctx0" brushRef="#br0" timeOffset="143374.525">16312 13881 11745 0,'0'0'4740'0,"0"0"-3808"0,0 0-572 16,0 0 48-16,0 0 516 0,0 0 252 16,-69 77-564-16,54-58-380 0,-2-5-100 15,2 9-132-15,-2-4-48 0,2 3-36 0,-5 0-356 16,4 1-292-16,-4-1-212 0,0 0-228 15,0 0-776-15,4-9-1920 0,-3 6-2465 0</inkml:trace>
  <inkml:trace contextRef="#ctx0" brushRef="#br0" timeOffset="150315.093">16690 13128 7400 0,'0'0'6465'16,"0"0"-5465"-16,0 0-496 0,0 0 172 0,0 0 168 15,0 0 272-15,0 0-300 0,0 0-536 16,0 0-192-16,0 0 204 0,43 11 76 16,-22-6-96-16,-1 4 32 0,3 4 24 15,-3 0 64-15,4 3-136 0,-3 3-88 16,-2 3-84-16,-3 0 64 0,4 7-39 15,-4 3-37-15,-1 2-64 0,2 4 80 16,-6 4-88-16,2 6 8 0,-1-1-8 0,-5 4 0 16,6 3-8-16,-9 0-68 15,0 0-32-15,-4-6 47 0,0 3 61 0,0-7 57 16,0-6-49-16,0-7 0 0,-4-7 4 16,0-6 124-16,0-8-52 0,-1-1-36 15,1-9 36-15,0 0 48 0,-3 0-96 16,-6-6-36-16,2-4-120 0,-1-5 48 15,-4-4-36-15,0-4-40 0,0 1 4 0,0-3-65 16,4 2 29-16,4 1 56 16,0 3 16-16,4 3 104 0,4 0-4 0,0 1-76 15,0-4-28-15,0 2 4 0,8-5 60 16,4 0 36-16,-4-4-100 0,8 1 112 16,0-4 40-16,7-3-36 0,2 1-4 15,3-1 0-15,3 1 0 0,1 2 96 16,4 4-24-16,0 3 8 0,0-1-76 15,0 8-8-15,-4-4-32 0,4 6 24 16,-5-4-48-16,-3 5-12 0,0 2-100 0,-8-2-36 16,0 2-208-16,-9 4-144 0,-2 3-168 15,-5 0-260-15,-4 3-468 0,0 0-992 16,-8 3-2473-16,-8 9-2567 0</inkml:trace>
  <inkml:trace contextRef="#ctx0" brushRef="#br0" timeOffset="150534.406">17439 13500 16513 0,'0'0'2060'0,"0"0"-1692"0,0 0-184 0,0 0 16 15,0 0 324-15,0 0 124 0,0 0-256 16,0 0-392-16,0 0-232 0,80 41-208 16,-73-38-540-16,-3 0-684 0,0 1-2656 15,-4 3-4981-15</inkml:trace>
  <inkml:trace contextRef="#ctx0" brushRef="#br0" timeOffset="150696.184">17451 13728 14277 0,'0'0'2196'16,"0"0"-1412"-16,0 0-152 0,0 0-100 16,0 0 244-16,0 0-64 0,0 0-712 15,0 0 0-15,0 0-468 0,0 0-220 16,100 16-560-16,-85-21-1712 0,5-6-7069 0</inkml:trace>
  <inkml:trace contextRef="#ctx0" brushRef="#br0" timeOffset="151279.309">18073 13043 7976 0,'0'0'1232'0,"0"0"2041"0,0 0-1893 0,0 0-204 15,0 0 20-15,0 0 28 16,0 0-124-16,0 0-192 0,0 0-208 0,0 0-176 15,19 66-160-15,-14-34-108 0,-5 6-12 16,3 4-36-16,1 5 85 0,0 4 107 16,4-1-100-16,-4 8-104 0,1 2-52 15,2 0-36-15,-3 1-36 0,0-4-64 16,0 0-4-16,-4-2 8 0,4-5 0 16,0-9-12-16,-4-3-60 0,4-5-36 15,0-12 0-15,0-2-48 0,0-9-160 16,0-4-120-16,-4-3-113 0,0-3 5 0,4 0-32 15,-4-3-68-15,4-3-116 0,-1-6-80 16,2-5-796-16,3-4-996 0,-4 4-2401 16,4-11-3487-16</inkml:trace>
  <inkml:trace contextRef="#ctx0" brushRef="#br0" timeOffset="151662.458">18682 13347 11729 0,'0'0'2552'0,"0"0"-1148"0,0 0-436 16,0 0 312-16,0 0-232 0,0 0-44 15,0 0-404-15,-76 29-432 0,61-22-120 16,-2 1-48-16,-3 6-12 0,-7 2-60 16,-1 6-72-16,-4 0-112 0,0 6-76 15,-4 4 184-15,4 1 44 0,0 0 104 16,4-1 60-16,5-6 148 0,3 2 160 0,4-8-52 15,4-1-60-15,0-3-24 0,3-7-52 16,5 1-8-16,4-3-16 0,0-1-56 16,0-4-96-16,0 2 4 0,4-2 81 15,9 5-41-15,-2 0 48 0,6 2 16 0,-6 4 20 16,10 0-36-16,-2 2-8 0,1-2-28 16,1 0 36-16,3 2 0 0,-1-2-24 15,5 0 40-15,-4 0-100 0,4-1 72 16,0-1-76-16,0-3-4 0,-5 3-4 15,1-3-48-15,0 3-40 0,-4-2-116 16,0 0-256-16,-8 1-233 0,0-1-367 16,-4 0-372-16,-8-2-584 0,3 3-1008 0,-3 2-2981 15</inkml:trace>
  <inkml:trace contextRef="#ctx0" brushRef="#br0" timeOffset="152532.925">19124 13655 7760 0,'0'0'2760'0,"0"0"-831"16,0 0-273-16,0 0-216 0,0 0-72 15,0 0-116-15,0 0-340 0,0 0-224 16,0 0-136-16,0 0-116 0,0 0-68 15,8 0-64-15,-4 0 0 0,0 3 25 16,4 1 7-16,4-4-80 0,0 3 24 16,4-3-64-16,4 0-96 0,3 3-48 15,5-3 64-15,4 0-28 0,9 0 0 16,-2 0-96-16,9-6-8 0,-4-1 60 0,4 4-64 16,-1-3-4-16,2-4 0 15,2 1-44-15,-3-2 36 0,-5 3-108 0,2-2-48 16,-9 1-124-16,-1-1-48 0,-11 3-168 15,-4 5-25-15,-4-2-87 0,-8 2-200 0,-8 2-304 16,0 0-136-16,-4 0-156 0,-8 2-320 16,-4 2-724-16,1-2-1953 0,-10 2-1119 15</inkml:trace>
  <inkml:trace contextRef="#ctx0" brushRef="#br0" timeOffset="152861.921">19626 13423 3952 0,'0'0'5988'0,"0"0"-4323"0,0 0-909 0,0 0 152 16,0 0 476-16,0 0-24 0,0 0-268 16,0 0-412-16,0 0-220 0,84 23 20 15,-64-17-12-15,-1 0-28 0,6 4-144 16,3 3 44-16,0-4-60 0,-4 1-132 0,-1 2-100 15,1-2 24-15,-4 2-64 0,-4-2-4 16,0 4-4-16,-4-2-52 0,-4 1 40 16,-8 6-60-16,0 0 24 0,0 3-88 15,-16 3-204-15,-1 4-64 0,-10 2 48 16,0 5 24-16,-9-5 88 0,-5 4-76 16,-6-3-40-16,-5 0-84 0,0-7-364 15,12-5-1040-15,-23-1-3333 0</inkml:trace>
  <inkml:trace contextRef="#ctx0" brushRef="#br0" timeOffset="155694.573">20260 13278 4376 0,'0'0'2176'15,"0"0"-784"-15,0 0-44 0,0 0 329 0,0 0-57 16,0 0-128-16,0 0-228 0,0 0-132 16,0 0-160-16,0 0-108 0,0 0-124 15,-4 0-52-15,8 0-152 0,-4 0-120 16,4 0-124-16,3 0-84 0,1 0-28 0,1 0 52 16,6 0-72-16,2 0-51 15,2 0-49-15,1 0 0 0,1 6 40 0,3-3-16 16,-1 0-72-16,1 0 0 0,4 1 108 15,0-4-108-15,4 0 60 0,-8 0-72 16,4-7 0-16,-5 1-48 0,-3 0 36 16,1-1-108-16,-2 1-136 0,-7-1-97 15,-4 1-131-15,0 3-64 0,-8 3-112 16,0 0-188-16,0 0-260 0,-4 3-752 16,0 3-1212-16,-12 4-2881 0</inkml:trace>
  <inkml:trace contextRef="#ctx0" brushRef="#br0" timeOffset="156077.759">20331 13423 3180 0,'0'0'5824'0,"0"0"-4492"0,0 0-583 0,0 0 243 15,0 0 312-15,0 0 4 0,0 0-200 16,0 0-404-16,0 0-268 0,0 0-76 16,0 0 0-16,0 10 100 0,0 0 20 15,0 2-12-15,0 8-148 0,0-2-112 16,0 8-24-16,0-1-24 0,-4 7-16 16,4 3 16-16,-3 3-12 0,-1 3-4 0,4 4 4 15,-4-3-28-15,0 4-20 16,-1-4-88-16,-3 2 96 0,5-2-16 0,-1-7-92 15,0-3-8-15,4-7-44 0,0-3 4 16,0-13-36-16,0-2-28 0,0-4-68 0,0-3-308 16,0 0-136-16,0-7-28 0,4 1 108 15,0-6-12-15,-1-1-264 0,1-3-432 16,0-3-656-16,-4 6-1209 16,5-2-2075-16</inkml:trace>
  <inkml:trace contextRef="#ctx0" brushRef="#br0" timeOffset="156415.249">20307 13777 6400 0,'0'0'1444'0,"0"0"-796"15,0 0 92-15,0 0 396 0,0 0 205 0,0 0 3 16,0 0-324-16,0 0-336 0,0 0-92 16,0 0 60-16,0-13-72 0,5 13-108 15,3 0-48-15,-1 0-4 0,5 0-36 16,1 2-100-16,2-2-24 0,5 0-76 16,4 0 12-16,0 0 12 0,8-2-24 15,4-4-60-15,-4-1 20 0,4-3-92 16,-1 4-52-16,-3-4 0 0,-4 4-8 15,-4 3-164-15,-5-1-72 0,-2 1-236 16,-6 3 0-16,2 0-28 0,-9 0-88 0,0 0-124 16,0 0-248-16,-4 3-356 0,0 1-700 15,0-1-1213-15,-8 6-2819 0</inkml:trace>
  <inkml:trace contextRef="#ctx0" brushRef="#br0" timeOffset="156909.533">21113 13271 7504 0,'0'0'2384'15,"0"0"-887"-15,0 0 55 0,0 0 24 0,0 0-88 16,0 0-172-16,0 0-364 0,0 0-336 16,0 0-112-16,0 0-64 0,-20 13-132 15,12-4-112-15,-1 4-76 0,1 0-8 16,5 7-28-16,-5-1 24 0,-5 6-108 15,2 0 0-15,-1 3 0 0,-4 4-8 16,0-3-296-16,4-4-232 0,0-3-164 16,0-2-272-16,4-5-244 0,4 1-492 15,-4-9-1392-15,0 2-3349 0</inkml:trace>
  <inkml:trace contextRef="#ctx0" brushRef="#br0" timeOffset="157613.3">20152 12989 900 0,'0'0'6676'0,"0"0"-4396"16,0 0-859-16,0 0-77 0,0 0-16 15,0 0-140-15,0 0-232 0,0 0-252 16,0 0-196-16,0 0-72 0,0 0 60 15,-8 6-76-15,12-6-116 0,4 3 92 0,0 1 56 16,0-4 0-16,4 6-184 16,4-6-12-16,-4 3 0 0,4-3 0 0,3 3-12 15,2-3 36-15,3 0-59 0,4 0-113 16,0 0 24-16,0-6-124 0,4 2 4 16,-1-2 0-16,5-1 0 0,0 2-8 15,3-2 4-15,2 0-4 0,2 4 4 16,-3 0-4-16,4 3 0 0,-4 0 0 0,-1 0-8 15,2 0 0-15,-5 3-4 0,-1 0 8 16,1 4-12-16,0-3-36 0,-5-1 40 16,-3 0 8-16,-3-1 36 0,-5 2-36 15,-1-4-84-15,-10 0 72 0,-1 0 8 16,-1 0-8-16,-3 3-72 0,-4-3 36 16,0 0-16-16,0 0-20 0,0 0-49 15,0 0-111-15,0 0-96 0,-4 0-100 16,0 0-256-16,-3 0-432 0,-2 0-1012 0,5 0-2348 15,-15 0-3617-15</inkml:trace>
  <inkml:trace contextRef="#ctx0" brushRef="#br0" timeOffset="159810.887">22037 13023 9020 0,'0'0'2013'0,"0"0"-969"15,0 0-264-15,0 0 380 0,0 0 128 16,0 0 96-16,0 0-340 0,0 0-364 16,0 0-88-16,0 0 32 0,36 48-60 0,-21-29-100 15,6 7-112-15,-1-1-132 0,-1 0 0 16,-2 4-40-16,2-3-32 0,-3 2 9 16,-4 1-73-16,0-1-76 0,-8 0 104 15,4 4-108-15,-8 0 44 0,0 0-48 16,-4 3 0-16,-7-3-44 0,-2 3 40 15,-2-1 0-15,-2 5-156 0,-7-1 3 16,1-4 33-16,-5 1-80 0,0-3-40 0,-4-4-132 16,4 2-100-16,-4-9-52 0,4-1-180 15,4-5-180-15,0-5-428 0,5-1-704 16,6-5-2485-16,-2-4-4263 0</inkml:trace>
  <inkml:trace contextRef="#ctx0" brushRef="#br0" timeOffset="162946.498">23574 12903 2492 0,'0'0'7572'15,"0"0"-4951"-15,0 0-953 0,0 0-428 16,0 0-200-16,0 0-192 0,0 0-156 16,0 0-160-16,0 0-200 0,0 0-88 15,0 0-84-15,-4 22 160 0,4-3 60 16,0 6 180-16,0 8-72 0,0 5-148 16,0 6-108-16,0 4-87 0,-4 3 15 15,1 6 8-15,-1 0 0 0,0 6-68 16,0 4-16-16,4-1-36 0,-4 5-44 15,4-2 4-15,0-3-4 0,0-1 0 0,0-6-4 16,4-5-84-16,4-6 0 0,-4-3-136 16,3-7 28-16,-3-6-4 0,1-4-97 15,-1-2-107-15,0-11-196 0,0-2-260 0,-1-3-240 16,1-10-324-16,5 0-552 16,-5-7-656-16,0 1-1933 0,11-19-2723 0</inkml:trace>
  <inkml:trace contextRef="#ctx0" brushRef="#br0" timeOffset="165029.105">26535 13151 3968 0,'0'0'2396'15,"0"0"-652"-15,0 0-256 0,0 0 49 0,0 0 31 16,0 0-156-16,0 0-300 0,0 0-156 15,0 0-104-15,0 0-80 0,0 0-84 16,16-10-60-16,-16 10-88 0,0 0-100 16,0 0-48-16,0 0-12 0,-4 0-88 15,0 0-124-15,-4 0-80 0,0 0-52 16,-4 0-36-16,-4 3-8 0,0 6-80 16,-8 2-8-16,0 4-36 0,-4 4-4 15,-4 4-120-15,-3-1 0 0,3 0 12 16,-4 0 24-16,8-3 48 0,-4 3 100 0,4-6 72 15,0 4 8-15,5-8-8 0,3 3 48 16,0-1 40-16,0-5-40 0,0 4-44 16,8-4 44-16,-4-2 40 0,8-1 20 0,1 0 40 15,-2-3-40-15,9 1-8 16,-4-1-96-16,4-3-4 0,0 0-8 0,0 0-4 16,0 0-36-16,0 0 36 15,0 0 12-15,0 0 12 0,0 0 36 0,0 3-40 16,0-3 52-16,4 7 96 0,5-5 4 15,-6 5-52-15,1-1-56 0,4 4-52 16,0-4 72-16,4 0-12 0,0 4 0 16,-1 0 40-16,2-3-40 0,2 1-60 15,6-2-4-15,-1-1-4 0,-1 1 4 16,9 0 4-16,-4 0 12 0,4 1 48 16,0-4-60-16,-4 2-40 0,0-1 32 15,-4-1-40-15,0 4-28 0,-4-4-80 0,-4 3-100 16,0-4 12-16,-5 3-36 0,-3-3-40 15,0 2-32-15,-4-1-52 0,0 0-188 16,0 0-236-16,0 1-352 0,-4 2-540 0,0-3-1016 16,-7 3-3289-16</inkml:trace>
  <inkml:trace contextRef="#ctx0" brushRef="#br0" timeOffset="165821.069">26726 13084 8180 0,'0'0'2304'0,"0"0"-823"0,0 0-189 0,0 0 68 15,0 0-40-15,0 0-252 16,0 0-88-16,0 0-240 0,0 0-52 0,96 13-64 15,-68-10-148-15,0 0-60 0,0-3-52 16,0 3-24-16,-1 0-107 0,5-3-77 0,-4 0 16 16,4 0-64-16,-4-3-108 0,-4-3 0 15,0-4-192-15,-4 1-309 0,-1-1-263 16,-6 4-348-16,2-1-316 0,-11 1-812 16,0 3-1956-16,-4 3-2573 0</inkml:trace>
  <inkml:trace contextRef="#ctx0" brushRef="#br0" timeOffset="166030.587">26865 13386 2460 0,'0'0'8821'0,"0"0"-6837"0,0 0-864 0,0 82-248 16,0-50 396-16,0 2-12 0,0 2-44 15,0 2-440-15,0-6-392 0,4-1-148 16,-4-3-52-16,5-2-104 0,-1-4-76 15,0 1-4-15,0-7-168 0,-1-4-244 16,1 1-184-16,0-8-184 0,1 0-280 0,-1-3-448 16,0-2-800-16,0 0-1641 0,-4-2-1003 15</inkml:trace>
  <inkml:trace contextRef="#ctx0" brushRef="#br0" timeOffset="166199.7">26917 13712 2764 0,'0'0'8381'0,"0"0"-6917"15,0 0-1156-15,0 0 380 0,0 0 920 16,0 0 124-16,84-35-392 0,-59 32-516 16,-6-3-260-16,5 3-172 0,0-4-232 0,4 1-160 15,-5 0-40-15,5-4-328 16,-4 4-208-16,-3-3-224 0,3 2-176 0,-9-2-400 16,2 6-768-16,-10-4-1929 0,-7 7-2051 0</inkml:trace>
  <inkml:trace contextRef="#ctx0" brushRef="#br0" timeOffset="166397.052">26925 13871 11957 0,'0'0'2056'0,"0"0"-1460"0,0 0-308 16,0 0 256-16,0 0 512 0,0 0 128 16,0 0-444-16,0 0-248 0,0 0-48 15,0 0-28-15,76 28 0 0,-48-28-196 16,4-2-220-16,0-5 0 0,-4 1-136 15,0-1-448-15,-1 1-488 0,-3 3-176 16,0-3-480-16,-7 2-1240 0,-2 1-4673 0</inkml:trace>
  <inkml:trace contextRef="#ctx0" brushRef="#br0" timeOffset="170313.034">23918 13106 7716 0,'0'0'6249'16,"0"0"-5413"-16,0 0-784 0,0 0-4 15,0 0 720-15,0 0 152 0,0 0 36 16,0 0-272-16,0 0-228 0,95 26 12 0,-72-26 72 16,5-4 144-16,4 1-392 0,-4 0-60 15,4 0-124-15,0 0 28 0,-4-1-128 16,4 4 32-16,-4 0-40 0,0 0-96 15,0 0 84-15,-4 0-148 0,-5 0-280 16,1 0-120-16,-7 0-68 0,-2 4-220 0,-3-4-164 16,0 3-680-16,-3 0-1528 0,-10 0-2601 15</inkml:trace>
  <inkml:trace contextRef="#ctx0" brushRef="#br0" timeOffset="170546.387">24081 13243 6704 0,'0'0'2012'0,"0"0"148"0,0 0-1067 0,0 0-57 15,0 0 364-15,0 0-112 0,-60 79-124 16,52-54-328-16,0 7-368 0,0 3-48 16,4 6-112-16,-4 4-136 0,1 2-84 15,-2 4-28-15,-3 0-60 0,5-3 0 16,-2-4 4-16,1-2-4 0,4-9 0 15,0-3-136-15,4-11-12 0,0-10-232 0,0-2-212 16,4-7-140-16,0 0-28 0,4-4-124 16,4-8-300-16,-4-4-752 0,0 3-1917 15,4-12-1763-15</inkml:trace>
  <inkml:trace contextRef="#ctx0" brushRef="#br0" timeOffset="170729.562">24025 13583 5960 0,'0'0'288'15,"0"0"2568"-15,0 0-451 0,0 0-741 16,0 0-304-16,0 0-88 0,0 0-192 16,0 0-88-16,0 0-188 0,0 0-252 15,76 6-172-15,-53-4-124 0,-3-2-48 16,8 0 24-16,0 0-96 0,0-2-136 16,0-4-40-16,-1-1 28 0,1-3-296 15,-4 8-264-15,1-4-364 0,-5 1-300 16,-5 5-580-16,-7 0-2044 0,-3 5-3329 0</inkml:trace>
  <inkml:trace contextRef="#ctx0" brushRef="#br0" timeOffset="171763.151">24906 13151 11217 0,'0'0'1896'0,"0"0"-788"0,0 0 304 16,0 0 180-16,0 0-316 0,0 0-480 15,0 0-364-15,0 0-200 16,0 0-12-16,0 0-48 0,-41 40-88 0,26-23-84 16,-2-2 0-16,-2 5-12 0,3-1-60 15,-4 3 8-15,0 6-20 0,0-1-112 16,-4 0-108-16,4 2 56 0,4-3-56 16,1-4 168-16,2-7 128 0,5 2 0 15,-3-5 0-15,7-2 8 0,0-4 0 16,4 0 0-16,0-3-112 0,0 4 60 0,0-4 52 15,0 0 48-15,8 0-44 0,-4 1 44 16,3 3 28-16,-3-2-28 0,5 2 64 16,-1 0 32-16,-1-1-32 0,1 2 12 15,5 6-28-15,-2 2 40 0,1-2 12 16,4 6 72-16,-4-1-124 0,4 3-96 16,-4-2-36-16,0-1 32 0,0-3-40 15,-1 3-152-15,-2-4-256 0,3-2 156 16,-1-1-220-16,-2-1 8 0,2-2-24 0,2-4-224 15,-1 2-288-15,-1 0-140 0,-2-7-1556 16,-1 3-3333-16,-5-3 214 0</inkml:trace>
  <inkml:trace contextRef="#ctx0" brushRef="#br0" timeOffset="172146.493">25272 12903 5852 0,'0'0'4588'0,"0"0"-3223"16,0 0-441-16,0 0-4 0,0 0 360 0,0 0-12 15,0 0-392-15,0 0-252 0,0 0-268 0,0 66-108 16,-4-31 100-16,0 4-56 0,0 2-8 16,0 3-28-16,-4 4-244 0,4 3 48 15,-4 3-60-15,0 4-48 0,0 1 48 16,-3 1 0-16,-2 4-68 0,5-3 56 16,-4-4-208-16,4-7 0 0,0 1 60 15,5-13-52-15,-1-3-44 0,4-9-16 16,0-11-152-16,0-5-144 0,7-7 68 15,1-3 8-15,0-3-72 0,8-13-332 16,1-3-820-16,-2-3-969 0,13-20-2179 0</inkml:trace>
  <inkml:trace contextRef="#ctx0" brushRef="#br0" timeOffset="172514.897">25671 13151 652 0,'0'0'7432'0,"0"0"-2451"16,0 0-3913-16,0 0-320 0,0 0 348 16,0 0 104-16,0 0-132 0,0 0-516 15,0 0-292-15,0 0-248 0,0 0-4 16,-76-7-8-16,60 21-84 0,-8 0-28 16,0 5 0-16,-8 4 40 0,0 6-76 15,0-1-136-15,-3 7-148 0,-1-2 36 16,4 0 108-16,4 3 176 0,0-8 56 15,8 1 56-15,5-4 0 0,-2-3 8 16,13-6 40-16,0-3 4 0,1-3 44 16,3-1-88-16,0-3 40 0,3 0 100 0,1 5 28 15,4-5 44-15,0 0 16 0,4 1 0 16,0 2 36-16,4 1-76 0,0 2-24 16,0 4 60-16,3 0-232 0,-2 0 64 0,-2 2-64 15,5 2 12-15,-3 0-8 0,-2 1-4 16,2-2-12-16,-6 0-64 0,6-1-156 15,-2 2-28-15,2-7-268 0,-2 3-268 16,5-4-88-16,-4 1-448 0,-4-6-1352 16,0-1-2821-16</inkml:trace>
  <inkml:trace contextRef="#ctx0" brushRef="#br0" timeOffset="176764.866">27945 13795 560 0,'0'0'7676'0,"0"0"-4895"0,0 0-957 16,0 0-412-16,0 0-164 0,0 0-88 0,0 0-140 16,0 0-280-16,0 0-248 0,0 0 24 15,0 0 96-15,13 48-112 0,-10-29-108 16,-3 3-88-16,0 0-96 0,0 0-136 16,-3 1 0-16,-1-2-64 0,-5 5-8 0,-3-1-56 15,5 4 8-15,-6 0-88 0,6-7-144 16,-5-3-132-16,8-2-188 15,-5-12-72-15,9 2-28 0,0-7-276 0,0-4-600 16,13-8-1012-16,-1-1-1821 0,4-12-1831 0</inkml:trace>
  <inkml:trace contextRef="#ctx0" brushRef="#br0" timeOffset="178061.947">28603 13195 5136 0,'0'0'888'0,"0"0"3848"16,0 0-2731-16,0 0-365 0,0 0-328 15,0 0-96-15,0 0-208 0,0 0-244 16,0 0-176-16,0 0-208 0,0 0 12 0,44 7 196 16,-28 2-148-16,3 7-272 0,1 0 16 15,1 6-88-15,-2 0-48 0,1 3 12 16,1 4-48-16,-10 2 24 0,5 2-36 15,-4 5 0-15,-4 3 12 0,-4 0-12 16,3 0-88-16,-7 1 84 0,0-1-4 16,0-6-124-16,0 0 8 0,0-7 4 15,0-9 48-15,0-2 12 0,0-9-4 16,0-4-8-16,0-1-12 0,0-3 76 16,0 0 4-16,0 0 4 0,0 0 12 15,0 0-12-15,0 0-8 0,0-3-92 0,-3-3 28 16,-1 0-208-16,0-5-112 15,-4-1 172-15,0-7 24 0,4 0 24 0,-4 0-36 16,0-3-36-16,4-1 132 0,0 1 40 16,4 2 8-16,0 6 52 0,0-2 12 15,0 2-12-15,0 2-124 0,4-1 136 16,4 0 4-16,4-2 8 0,0 2 64 0,4-3 8 16,0 1-80-16,4-5 84 0,0 1-28 15,0-1 40-15,4 2-88 0,-5-1 72 16,5 0-84-16,0 0 44 0,1 3-44 15,-2-3 0-15,1 6-4 0,-4 1-108 16,-1 2 100-16,-2 4-36 0,-2-1-64 16,-2 7-84-16,-5-3-140 0,-5 3-344 15,1 0-276-15,-4 0-452 0,0 3-556 16,0 1-1017-16,0 5-2927 0</inkml:trace>
  <inkml:trace contextRef="#ctx0" brushRef="#br0" timeOffset="180063.593">29587 12998 6284 0,'0'0'2712'0,"0"0"-1212"0,0 0-363 0,0 0-37 16,0 0 136-16,0 0-212 0,0 0-28 0,0 0-56 16,0 0-168-16,0 0-156 15,-12 4-160-15,12-4-72 0,0 2-152 0,0 5-60 16,0 5 12-16,0 5 0 0,-4 5 36 15,4 6 12-15,0 1 12 0,-4 5 0 16,4 4-52-16,-4 1-128 0,4 6 32 16,-4-1-12-16,4 9-36 0,-4 2-44 15,-4 2-4-15,4 6 8 0,-4 4 40 16,0 3-44-16,5-1 16 0,-6 1-20 16,5-3-8-16,-4-6 8 0,8-4-112 0,-4-3-32 15,4-4 32-15,-3-9-8 0,3-3-28 16,0-5-20-16,0-5-28 0,0-6-24 15,0-9 0-15,0 0-60 0,3-10-128 16,1 1-68-16,0-4-92 0,4 0-40 16,-3-4-36-16,-1-5-120 0,-1-1-380 0,1-6-656 15,0-3-1013-15,-4 6-2031 16,0-12-795-16</inkml:trace>
  <inkml:trace contextRef="#ctx0" brushRef="#br0" timeOffset="180461.533">29767 13953 9880 0,'0'0'4249'15,"0"0"-3349"-15,0 0-672 0,0 0 324 16,0 0 500-16,0 0-120 0,0 0-140 0,0 0-212 15,95 7-140-15,-67-3-84 0,8-2 0 16,0 2-116-16,-5-4-80 0,5 0-88 16,0 0-68-16,-4 0-4 0,0-4-52 15,-8-2-32-15,0-1-256 0,-9 5-272 16,-6-2-260-16,-1 1-168 0,-8 3-76 16,0-3-556-16,0 3-1064 0,-4-2-3441 15,-16 2 229-15</inkml:trace>
  <inkml:trace contextRef="#ctx0" brushRef="#br0" timeOffset="180691.052">29898 14011 6412 0,'0'0'2000'0,"0"0"677"0,0 0-1597 0,0 0-400 16,0 0 404-16,-41 79 168 15,34-57-348-15,7 7-240 0,-4 0-188 0,4 3-116 16,0 2 12-16,0 1-16 0,0 3-144 15,0 0-64-15,0 4-12 0,-4-4-76 16,0 0-52-16,0-6-8 0,4-1-112 16,-4-6 4-16,4-1-40 0,0-12-148 15,0 1-140-15,0-7-244 0,0-3-168 16,0 0-12-16,0-3-288 0,4 0-868 16,-4-3-2081-16,0-10-1175 0</inkml:trace>
  <inkml:trace contextRef="#ctx0" brushRef="#br0" timeOffset="180882.357">29842 14391 5624 0,'0'0'248'0,"0"0"5453"16,0 0-4321-16,0 0-804 0,0 0 8 15,0 0 440-15,0 0 136 0,0 0-100 16,0 0-244-16,0 0-212 0,75 0-76 16,-58 4 12-16,-6-4-60 0,10 0-164 15,-5 0-132-15,3 0-184 0,1 0 0 16,0 0-64-16,4 0-252 0,-4-4-492 15,4-1-336-15,-1-2-280 0,2 0-456 16,-9 5-2697-16,-1-4-2423 0</inkml:trace>
  <inkml:trace contextRef="#ctx0" brushRef="#br0" timeOffset="197286.181">30460 13455 9020 0,'0'0'4469'0,"0"0"-3517"0,0 0-268 16,0 0 220-16,0 0 484 0,-88 20-236 16,80-18-340-16,0-2-116 0,8 0-84 15,0 0-184-15,0 4-200 0,12-4-116 16,4 0 44-16,11 0 137 0,10 0 191 16,3 0-108-16,8-4-132 0,-5-2-124 15,4 0-36-15,-6-1-12 0,-1 1-24 16,-5 0-48-16,-3 3-60 0,0 0 12 15,0-1 0-15,-4 4-216 0,-4-3-88 16,0 3-208-16,0-3-253 0,-8 3-163 16,0-3-324-16,-8 3-616 0,-8 0-828 0,0 0-1341 15,0 0-291-15</inkml:trace>
  <inkml:trace contextRef="#ctx0" brushRef="#br0" timeOffset="197495.504">30404 13611 9200 0,'0'0'2685'0,"0"0"-1405"16,0 0-784-16,0 0 0 0,0 0 248 0,0 0 312 15,0 0-136-15,0 0-324 0,0 0-188 16,0 0 12-16,56 51-36 0,-28-48-88 16,-1 0-28-16,9-3-160 0,0 0-108 15,0 0-308-15,-1 0-272 0,2 0-260 16,-5 0-128-16,0 0-280 0,-4 3-928 15,-9 0-2501-15,1 0-3882 0</inkml:trace>
  <inkml:trace contextRef="#ctx0" brushRef="#br0" timeOffset="198209.95">31934 13208 1460 0,'0'0'1500'0,"0"0"6048"0,0 0-5887 15,0 0-509-15,0 0 308 0,0 0 52 16,0 0-268-16,0 0-376 0,0 0-276 16,0 0-164-16,0 0-184 0,-80 0-60 0,48 22-108 15,-4 0 8-15,-3 7-28 0,3-1-52 16,-1 4 0-16,2-1 0 0,-1 5 0 15,4 2-4-15,-4 3-132 0,5 0 84 16,-5 3 48-16,4 5-8 0,4-5 8 0,0 0-8 16,8-6 4-16,4-6 0 0,12-9-80 15,4-4 0-15,4-10-52 0,12-3 76 16,4-6 60-16,4 0 144 0,8-13-68 16,4-8 8-16,3-2-8 0,1-5 8 15,-4-1-36-15,0-3-48 0,-8 4-40 16,0-1 28-16,-9 4-88 0,-6 8 52 15,-5 2-48-15,-8 5 8 0,0 2 28 16,-4 1-52-16,-9 0 52 0,-6 2-64 16,-1 0-20-16,-4-1-28 0,0 6 160 15,0 0-60-15,0 0 60 0,0 4-184 0,5 3-88 16,-1 1-36-16,3 3-204 0,6-3-284 16,3 5-296-16,0-1-600 0,3-1-868 15,1-2-1945-15,4 1-2163 0</inkml:trace>
  <inkml:trace contextRef="#ctx0" brushRef="#br0" timeOffset="200561.487">32531 12878 5848 0,'0'0'4'0,"0"0"3096"16,0 0-1572-16,0 0-459 0,0 0-117 15,0 0 116-15,0 0-140 0,0 0-296 16,0 0-204-16,0 0-152 0,0 0 104 16,41-45 120-16,-26 33 60 0,5-5-212 15,4 2-224-15,0-2-124 0,0 5-4 16,-4 3 0-16,-5 2 0 0,2 4-116 15,-6 1-28-15,2 2 12 0,-5 0 0 0,-4 5 84 16,-1 4 52-16,1 2-76 0,-4 1 76 16,0 3-12-16,0 5-36 0,-7 2 48 15,-5 3 136-15,-8 4-124 0,-1 9 88 16,-3 3-100-16,1 4 64 0,-5 6-60 16,4 3 0-16,-4 2 80 0,4 2 16 0,5-7 24 15,-2-7-124-15,14-9-36 0,3-6 28 16,4-10-4-16,0-6 4 0,8-4 8 15,-1-3 8-15,6-6 52 0,2 0-56 16,2-3 72-16,-2-9-24 0,5-4-52 16,-4 0-196-16,0-4-40 0,-4 4 160 15,0 4-24-15,-8 3-60 0,0 2 148 16,0 4-52-16,-4 3 64 0,0 0 0 16,0 3 0-16,0 4-48 0,0 5 48 15,-4 8 72-15,0-1-60 0,-5 3 88 16,9 0-96-16,-3 0 4 0,3 4 124 15,-4-1-68-15,4 3-56 0,0 2 172 0,0-2-132 16,0 2 64-16,0 3 0 0,0 2 12 16,0 0-36-16,0 4 120 0,0 1-24 0,0 2-72 15,-4-5-100-15,0 5 76 0,0-8-88 16,4 4-8-16,-4-2 8 0,0-1 4 16,4 0 44-16,-4-4-48 0,4 1 8 15,0-3-8-15,-4-4 0 0,4 1 0 16,-4-1 4-16,0-6 120 0,0-3-64 15,-4-4-48-15,5 1-12 0,-10-3 0 16,1-1-68-16,0 0-92 0,-3-2-124 16,-2 3 60-16,-2-3-32 0,-1-5 4 15,-1 2-68-15,-2-4-180 0,-1 0-180 16,-4-4-224-16,0-5-144 0,8-1-1404 16,-16-9-4069-16</inkml:trace>
  <inkml:trace contextRef="#ctx0" brushRef="#br0" timeOffset="208169.345">12901 15462 7516 0,'0'0'4465'0,"0"0"-3541"16,0 0-440-16,0 0 444 0,0 0 548 15,0 0-100-15,0 0-160 0,0 0-416 16,0 0-372-16,0 0-244 0,0 0-24 16,8-10 132-16,16 17 28 0,7-1-104 15,1 1-56-15,0 0-28 0,4-2 16 16,3-5 60-16,2 0-52 0,-1 0 4 15,-1-3-15-15,-2-6-97 0,-2-1-48 16,-3 3-4-16,0-2-93 0,-4 0-315 16,-9 2-224-16,6-2-144 0,-9 6-248 0,-1-4-480 15,-7 7-912-15,1 0-2337 0,-9 0-2155 0</inkml:trace>
  <inkml:trace contextRef="#ctx0" brushRef="#br0" timeOffset="208361.392">13232 15558 5824 0,'0'0'820'0,"0"0"3052"16,0 0-2947-16,0 0-177 0,0 0 312 16,-41 79 172-16,37-54-160 0,1 4-192 15,-1 6-428-15,0 0-16 0,4 6-52 16,-4-3-76-16,4 3-84 0,0-3-4 16,0-3-212-16,0-3-8 0,0-7-96 0,0-3-68 15,4-9-380-15,4-3-52 0,-1-4-52 16,2-6-196-16,2-3-620 0,1-4-1452 15,4-21-3713-15</inkml:trace>
  <inkml:trace contextRef="#ctx0" brushRef="#br0" timeOffset="208751.397">13662 15323 7736 0,'0'0'5177'0,"0"0"-3841"15,0 0-780-15,0 0-176 0,0 0 384 0,0 0 652 16,-20 73-328-16,12-45-436 0,4 3-332 16,-4 5-24-16,4 2-28 0,0 6-196 0,0 7 100 15,0 6-60-15,-4 3-104 0,0 4-8 16,0-4-8-16,4 1 4 0,0-10 4 16,0-7-24-16,4-9 84 0,4-10-108 15,4-8 48-15,0-11-76 0,4-6-68 16,4-4-140-16,0-12 40 0,0-6-12 15,4-3-88-15,0-7-64 0,-5 0 112 16,6 1 48-16,-6 5-36 0,2 3 48 16,-6 9 164-16,-3 7 64 0,4 0 8 15,-8 7 180-15,0 7 228 0,0 2 36 16,0 3-96-16,0 4-44 0,-4 4-8 0,0 2-40 16,0-3-72-16,0 0-60 0,0 0 36 15,0-6-160-15,5-1-112 0,-5-2-108 16,3-4-232-16,1-3-248 0,4 1-168 15,0-4-248-15,0 0-860 0,0-4-1961 16,4-8-1379-16</inkml:trace>
  <inkml:trace contextRef="#ctx0" brushRef="#br0" timeOffset="209061.713">14020 16033 1540 0,'0'0'5216'0,"0"0"-475"0,0 0-3329 16,0 0-304-16,0 0 4 0,0 0 160 15,0 0-100-15,0 0-344 0,0 0-324 16,80 39 124-16,-68-52-68 0,0-6-240 15,4-6-100-15,0-1-220 0,0-2 0 16,-4 2-196-16,-4-3-60 0,3 7 48 16,-7 3 48-16,0 3 40 0,-4 4 32 0,0 5 28 15,-11 1-52-15,-1 3-72 0,-4 3 88 16,-4 0 96-16,-4 0 64 0,4 12 48 16,4 1-64-16,-4 6 64 0,4 7-28 15,4 2 52-15,-3 7 8 0,2 3-8 0,5 0 12 16,1 4-16-16,-2-5-132 15,9-1-36-15,0-4-60 0,0-7-76 0,0-6 72 16,13-7 52-16,-2-5-36 0,6-4-28 16,2-3-192-16,5-6-40 0,0-7-124 15,8-6-100-15,0-3-352 0,0-5-436 16,7 0-1072-16,2 2-2673 0,-9 5-2767 16,19-2 7605-16</inkml:trace>
  <inkml:trace contextRef="#ctx0" brushRef="#br0" timeOffset="210005.956">15877 15533 680 0,'0'0'1500'0,"0"0"4440"16,0 0-4424-16,0 0-55 0,0 0-241 15,0 0 80-15,0 0 20 0,0 0-100 16,0 0-196-16,0 0-168 0,0 0-212 0,-16 0-152 16,1 15-188-16,-2 3-68 0,-7 12-52 15,5-5-52-15,-1 6-8 0,-5-2-76 16,10-4-40-16,-1 0-8 0,4-2 0 16,8-4-12-16,-1-6-72 0,5-1 84 15,9 1 0-15,6-3 72 0,6-1-68 16,7-2 4-16,-4 2-4 0,-1 1 52 15,1-1-56-15,0 0 0 0,-8 4-36 0,0 0 36 16,-4 3 100-16,-4-3-92 0,-4 2 64 16,0-3 24-16,-4 2 16 0,0-4 56 15,-4-4 164-15,-5 4-176 0,-2-8-8 16,-1 2-76-16,-4 2-16 0,0 1-56 16,-4-4-12-16,0 3 8 0,1 0-56 0,2-3 48 15,6 1 0-15,-6-4-148 0,10 0-132 16,3-4-160-16,0-5-132 0,4-4-240 15,0-2-272-15,8-8-772 0,-1 4-2352 16,17-9-3209-16</inkml:trace>
  <inkml:trace contextRef="#ctx0" brushRef="#br0" timeOffset="210346.391">16151 15846 8252 0,'0'0'4693'0,"0"0"-3633"0,0 0-352 0,0 0 488 15,0 0-292-15,0 0-308 0,0 0-248 16,0 0-200-16,0 0-148 0,0 0-84 16,81-44-28-16,-65 21-224 0,-4 5-88 15,-1-2 88-15,-2 5 76 0,-5 5-20 0,-1 3-24 16,-3 4 156-16,0 3-16 16,-3 0 36-16,-10 0 128 0,-2 3 80 0,-2 0 160 15,-2 4 76-15,-1 0-144 16,3-2 136-16,-2 5-48 0,3 3-24 0,0 3 64 15,4 3 24-15,0 7 108 0,0 5-112 16,4 4 88-16,0 3-28 0,4 6-12 16,0-2-84-16,4-4-4 0,4 0-48 15,8-10-96-15,4-6-100 0,0-5-36 16,4-11-12-16,0-4-48 0,3-2-100 16,5-8-60-16,4-9-208 0,0-5-236 15,5-6-396-15,-6-4-520 0,-3 4-1088 0,-4 3-2245 16,4-10-2163-16</inkml:trace>
  <inkml:trace contextRef="#ctx0" brushRef="#br0" timeOffset="210597.346">16778 15337 2568 0,'0'0'7224'0,"0"0"-5831"0,0 0-441 15,0 0 184-15,0 0 352 0,-4 68 0 16,0-36-156-16,-1 3-380 0,5 5-376 15,-4 11-156-15,4 4 8 0,0 6-12 16,0-2-88-16,0 5-108 0,0-4-180 16,0-6-40-16,0-3-4 0,0-7-56 0,0-9-76 15,0-7-84-15,4-9-60 16,1-6 60-16,-1-3-96 0,0-10-152 0,0 0-60 16,-4 0-76-16,0-10-188 15,0-3-448-15,0-1-816 0,-8-6-912 0,-1 1-2221 16,1 3-690-16</inkml:trace>
  <inkml:trace contextRef="#ctx0" brushRef="#br0" timeOffset="210765.279">16538 15777 236 0,'0'0'9096'0,"0"0"-7079"16,0 0-797-16,0 0-252 0,0 0 112 16,0 0 328-16,0 0-32 0,0 0-124 15,0 0-480-15,88 2-320 0,-60-2-108 16,-4-2-184-16,3-5-124 0,5-2-36 15,1-1-72-15,-1-3-344 0,7 1-248 16,-3-2-356-16,7 0-308 0,-15 3-1112 16,21-4-3601-16</inkml:trace>
  <inkml:trace contextRef="#ctx0" brushRef="#br0" timeOffset="211460.494">17925 15151 3980 0,'0'0'7797'0,"0"0"-6237"0,0 0-504 16,0 0 268-16,0 0-32 0,0 0-4 15,0 0-108-15,16 73-248 0,-16-25-384 16,4 12-108-16,-4 6-124 0,-4 8-15 15,-1-2-57-15,-6 8-36 0,-1 0-28 16,-4-1-72-16,4-3 12 0,0-6-108 16,8-13-12-16,0-10 0 0,4-15-100 15,4-10 16-15,4-11-132 0,4-9-64 16,0-2-36-16,8-9 83 0,0-10 53 0,3-4-64 16,2-8-108-16,3-1 20 0,-8 2 88 15,3 5 124-15,-3 0-28 0,-3 10 64 16,-6 3 84-16,1 5-64 0,0 7 64 15,-4 0 224-15,0 15 152 0,0 4-20 0,0 6-100 16,0 5-16-16,0 5-20 0,0-4-36 16,4-2 9-16,-4-4-57 0,8-2-136 15,-4-8-40-15,8-3-165 0,-1-5-27 16,1-3-156-16,5-4-208 0,3-4-164 16,-1-5-392-16,5-4-880 0,-4 3-2388 15,12-5-2641-15</inkml:trace>
  <inkml:trace contextRef="#ctx0" brushRef="#br0" timeOffset="211791.559">18810 15909 1528 0,'0'0'10465'0,"0"0"-7609"15,0 0-1764-15,0 0-288 16,0 0 648-16,-100 10-220 0,72 6 112 0,-4 3-211 16,4 7-357-16,4 2-232 0,4-3-204 15,5 4-112-15,6 0-84 0,1-8-80 0,4-2-64 16,4-2-4-16,0-11-156 0,12-4-128 15,-3-2-16-15,10-11 28 0,-3-5-4 16,8-9-48-16,4-7-156 0,-4-3-1 16,0 0 33-16,0 0-12 0,-9 3 136 15,6 9 68-15,-10 9 152 0,2 3 48 16,-6 5 60-16,-3 6 36 0,0 3 232 16,-4 11 232-16,0 0 64 0,0 9-80 15,0 3-191-15,0 2-49 0,0 1 32 16,0-4-56-16,-4 0-76 0,4-6-144 15,0-6-84-15,8-4-448 0,1-2-309 16,-2-4-95-16,10-3-240 0,-6 0-404 0,10-7-964 16,-10 1-2889-16,9-2-4151 0</inkml:trace>
  <inkml:trace contextRef="#ctx0" brushRef="#br0" timeOffset="213277.379">19300 15679 3088 0,'0'0'1548'0,"0"0"2356"0,0 0-2948 15,0 0 104-15,0 0 217 0,0 0 219 16,0 0-24-16,0 0-88 0,0 0 16 16,0 0-300-16,0 0-328 0,23-36-108 0,-31 45 4 15,-3 4-228-15,-10 6-136 0,-3 3-108 16,5 1-39-16,-5 2-85 0,0 0 16 16,0 1-40-16,4-4-44 0,4-3 4 15,1-3 64-15,6-4-72 0,1-2-44 16,8-1-28-16,0-2 8 0,0-1 64 15,8 0 4-15,4 1-4 0,8 3-4 16,0-4-128-16,4 3 23 0,0-2 97 16,-1 3-40-16,1-4-44 0,-3 0 88 15,-1 7-4-15,-8-3-40 0,-5 2 52 16,1-2 108-16,-3 2-60 0,-1 4-40 0,-4-3 44 16,0 2 20-16,-4-2-68 0,-5-2 4 15,1 0-4-15,-3-4-4 0,-6 0-52 16,2-4-60-16,-1 0-44 0,-5-3-16 15,2 0-44-15,-1 0-64 0,0 0-160 16,-4 0-88-16,4-3-120 0,0-4-348 0,1 0-856 16,6 4-2068-16,-2-8-2405 0</inkml:trace>
  <inkml:trace contextRef="#ctx0" brushRef="#br0" timeOffset="213768.441">21140 15662 2872 0,'0'0'5012'0,"0"0"-1787"0,0 0-1697 0,0 0-624 16,0 0 528-16,0 0 68 16,0 0-184-16,24 89-412 0,-16-44-376 0,0 8-196 15,0 7-40-15,-8 11-48 0,0 1 40 16,0 5-28-16,-8 5-112 0,0-2-20 16,-4-1-112-16,-3-3-12 0,2-3-12 15,2-3-148-15,-2-10 16 0,1-11-64 0,5-9 72 16,3-11-84-16,4-10-84 0,0-9-188 15,0-10-220-15,0-3-292 0,0-10-396 16,4-9-312-16,0-7-724 0,3-7-1877 16,-3 8-823-16</inkml:trace>
  <inkml:trace contextRef="#ctx0" brushRef="#br0" timeOffset="214027.455">21184 15770 2736 0,'0'0'4952'0,"0"0"-911"15,0 0-2989-15,0 0-376 0,0 0 340 16,79-29 4-16,-58 29-212 0,7 0 76 16,-4 3-212-16,0 4-340 0,-5 3-172 15,-2 2-48-15,-2 1 36 0,-6 3 36 0,-5 3 40 16,-4 0 56-16,0 3-56 0,-9 3-104 16,-3 4-20-16,-4-3-16 0,-3-1-36 15,2 0-48-15,-2-6-84 0,-1-3-100 16,3-3-84-16,6-4-152 0,3-6-48 15,4-3-148-15,4 0-268 0,0-3-672 16,4-9-1132-16,4 5-1785 0,12-12-1559 0</inkml:trace>
  <inkml:trace contextRef="#ctx0" brushRef="#br0" timeOffset="214361.15">21790 15751 6156 0,'0'0'2068'0,"0"0"725"16,0 0-1085-16,0 0-28 0,0 0 136 15,0 0-420-15,0 0-284 0,0 0-168 16,-91 57-232-16,66-32-152 0,1 7 84 16,4 3-119-16,1 0-237 0,10-3-152 0,1-3-52 15,4-4-84-15,4-3-68 0,0-9-80 16,4-7-44-16,4-3-16 0,5-3 3 16,2-6 45-16,1-10-44 15,5-6-4-15,2-1-24 0,-3-5-108 0,0 2 36 16,-4 1 96-16,4 4 24 0,-8 4 72 15,0 8 16-15,-4-1 92 0,0 10-68 0,-1 0 72 16,2 3 380-16,-5 11 0 0,0-2-100 16,3 6 0-16,-3 2-60 0,0 5 96 15,-4 1-24-15,4-4-35 0,1 3-53 16,-1-6 52-16,0-3-220 0,-4-6-36 16,3-8-220-16,1-2-108 0,-4 0-61 15,0-2-11-15,4-8-196 0,-4-3-260 16,4-6-620-16,-4-3-1228 0,5 3-2297 15,-5-7-2031-15</inkml:trace>
  <inkml:trace contextRef="#ctx0" brushRef="#br0" timeOffset="214610.718">21937 15712 6412 0,'0'0'4144'0,"0"0"-1931"0,0 0-929 16,0 0-68-16,0 0 204 0,0 0-300 0,0 0 100 15,56 74-204-15,-49-49-320 0,2 1-268 16,-1 2-64-16,-4 0-108 0,0 5-87 15,-4-3-97-15,0 3-8 0,0-1-4 16,0-4-60-16,-4-3-8 0,0-8-40 16,4-2 40-16,0-9 8 0,0-6 48 15,4 0 0-15,0-8-48 0,8-9-4 16,0-2 0-16,3-9-52 0,5-1-44 16,5-2-117-16,3-1-75 0,0 3 12 15,0 1-48-15,3 2-172 0,-3 7-224 16,-1 0-132-16,-6 3-208 0,3 3-456 0,-9 4-1160 15,-2-1-2757-15</inkml:trace>
  <inkml:trace contextRef="#ctx0" brushRef="#br0" timeOffset="-214251.85">22738 15312 664 0,'0'0'328'0,"0"0"8564"0,0 0-6955 16,0 0-773-16,0 0 8 0,0 0 268 15,0 0-176-15,0 0-156 0,0 0-504 16,0 0-196-16,8 51 32 0,-12-12 0 15,0 11-72-15,0 7-76 0,0 7 0 16,0 0-84-16,0 3-12 0,0-1-40 16,1-3-20-16,3-5 84 0,0-5-220 0,3-8-40 15,5-13 32-15,0-10-88 0,0-9-84 16,4-7-64-16,0-3-12 0,0-3-12 16,-4-3-100-16,3-7-108 0,2 1-188 15,-9-4-232-15,0 4-320 0,-4-4-732 16,0 1-760-16,0-1-489 0,-12 3-1735 15</inkml:trace>
  <inkml:trace contextRef="#ctx0" brushRef="#br0" timeOffset="-214081.207">22591 15906 1316 0,'0'0'640'15,"0"0"-328"-15,0 0 1932 0,-76-50 516 0,55 37-1100 16,10 3-444-16,3 1 241 0,4 6 3 16,4-3-148-16,0 6-368 0,12-7-200 15,-1 4-4-15,10 0 92 0,3-3-52 16,4 1 8-16,0 0-76 0,4 2-164 0,3-1-208 15,1 2-120-15,0-2-128 16,-1 1-92-16,2-1-148 0,-5-1-216 0,0 0-320 16,4 0-40-16,-5-2-288 0,1 1-600 15,-8-1-2216-15,3 2-3373 0</inkml:trace>
  <inkml:trace contextRef="#ctx0" brushRef="#br0" timeOffset="-213901.396">23117 15827 6368 0,'0'0'4557'0,"0"0"-2661"16,0 0-848-16,0 71-112 0,0-46 160 15,-5 3-32-15,1-2-180 0,0-7-600 16,4 0-284-16,0-7-296 0,-4-2-224 16,4-4 96-16,0 0-176 0,0-6-296 15,0 0-660-15,0 0-1633 0,-3-9-4527 0</inkml:trace>
  <inkml:trace contextRef="#ctx0" brushRef="#br0" timeOffset="-213734.786">23128 15637 2552 0,'0'0'10701'0,"0"0"-8813"0,0 0-1132 16,0 0 324-16,0 0 184 0,0 0-120 15,0 0-312-15,0 0-516 0,0 0-316 16,84-64-84-16,-64 54-208 0,0 5-568 15,0 1-320-15,-1 1-312 0,-2 0-1116 16,2 3-2869-16</inkml:trace>
  <inkml:trace contextRef="#ctx0" brushRef="#br0" timeOffset="-213252.8">23654 15815 1120 0,'0'0'812'16,"0"0"-72"-16,0 0 4912 0,0 0-4136 15,0 0-199-15,0 0 95 0,-75-36-24 16,62 36-212-16,2 0-208 0,-2 0-176 0,-2 10-208 15,-1 3-52-15,0 9 0 0,-4 3 8 16,4 5 88-16,0 3 20 0,4 3-188 16,5-4-128-16,-2-1-52 0,5-5-112 15,4-4-168-15,0-7-76 0,0-2-96 16,8-7 40-16,4 1-184 0,0-7-88 16,4 0 16-16,4-2-44 0,0-5-156 15,4-3-112-15,0 3-168 0,-1 1-312 16,1 0-488-16,-3 3-940 0,7 0-3041 0</inkml:trace>
  <inkml:trace contextRef="#ctx0" brushRef="#br0" timeOffset="-213174.726">23909 15912 260 0,'0'0'0'0</inkml:trace>
  <inkml:trace contextRef="#ctx0" brushRef="#br0" timeOffset="-212620.129">24025 15893 6400 0,'0'0'7569'15,"0"0"-5989"-15,0 0-1052 0,0 0-200 16,0 0 296-16,0 0 716 0,0 0 0 16,0 0-548-16,0 0-316 0,-84 13-220 15,72 7-12-15,-8 2-88 0,5 3-32 16,-2 7 9-16,6-4-85 0,3-2 36 16,-1-1-84-16,5-9-56 0,4-4-77 15,0-5-27-15,4-3 12 0,9-4 140 0,2-4-80 16,5-9-72-16,1-6-216 0,2-3-136 15,1-6-112-15,0-1-28 0,0 4 212 16,-4-2 156-16,-4 9 48 0,-1 3 28 16,-2 4 132-16,-5 8 76 0,-5 3 0 0,-3 3 468 15,0 11 124-15,0 2-88 0,0 3-172 16,0 3-28-16,-3 3 28 0,-1 0-52 16,-4-2 48-16,4-5-36 0,4-1-192 15,0-8-100-15,0-5-168 0,12-4-76 16,-1-11-132-16,10-3-40 0,3-16-268 15,0-4-288-15,8-8-828 0,-13 7-2512 16,17-16-2421-16</inkml:trace>
  <inkml:trace contextRef="#ctx0" brushRef="#br0" timeOffset="-212416.223">24563 15259 11301 0,'0'0'1552'0,"0"0"-1180"16,0 0 416-16,0 0 816 0,0 0 48 0,0 0-228 15,0 0-676-15,-16 89-380 0,12-54-136 16,0 6 148-16,-4 3 84 0,0 7-148 16,0 3-168-16,-4 3-148 0,0 6-204 15,0 0-212-15,-4 8-144 0,4 0 68 16,1-6-60-16,-2-4-196 0,5-6-220 16,1-15-244-16,7-5-856 0,0-16-2149 0,7 0-2807 15</inkml:trace>
  <inkml:trace contextRef="#ctx0" brushRef="#br0" timeOffset="-211895.138">25587 15865 6156 0,'0'0'2820'15,"0"0"-1024"-15,0 0-575 0,0 0-133 16,0 0 84-16,0 0 152 0,0 0-104 16,-68 86-28-16,60-54-256 0,4 0-236 15,4 2-100-15,0-4 12 0,4-5-188 16,4-6-144-16,4-7-172 0,0-5-56 0,0-4-52 16,7-3-60-16,-2-3-24 15,-2-10-72-15,5-4 32 0,1-2-84 0,-2 0-84 16,-3-6 0-16,-4 3 0 15,1 0 0-15,-2 3-16 0,-11 3 236 0,0 2-28 16,0 9 88-16,-11-2 12 0,-10 5 8 16,6 2-8-16,-9 0 4 0,0 0 84 0,-1 0-88 15,1 6-72-15,1 2 24 0,3 3-64 16,5 2 28-16,2 3-152 0,1-1 76 16,9-2 0-16,3 0-308 0,0-4-608 15,0-3-1072-15,7-2-2041 0,-3-4-2083 16,13 0 3156-16</inkml:trace>
  <inkml:trace contextRef="#ctx0" brushRef="#br0" timeOffset="-211667.109">25849 15833 5332 0,'0'0'6997'0,"0"0"-5465"16,0 0-520-16,0 0 488 0,0 0-180 0,0 0-320 16,88 48-240-16,-80-25-344 0,4-1-120 15,-8 6 20-15,0-2-60 0,-4 2-36 16,0-3-112-16,0 4-96 0,-8-7 112 15,5 0-112-15,-6-5 48 0,5-5 12 16,4-5 40-16,0-7-52 0,0 0 84 0,0 0 16 16,4-11 97-16,5-1-257 0,2-7 12 15,9-9-24-15,5-1-100 0,-2-6-241 16,5 4-131-16,4 2-128 0,-1 0-192 16,1 3-304-16,4 5-836 0,-12 5-2748 15,17 3-4209-15</inkml:trace>
  <inkml:trace contextRef="#ctx0" brushRef="#br0" timeOffset="-211252.663">26504 15938 5804 0,'0'0'7405'16,"0"0"-5513"-16,0 0-864 0,-105 58 396 15,70-33 60-15,3 3-196 0,4 4-268 0,8-4-339 16,4 1-317-16,8 0-132 15,5-4-52-15,3-2-128 0,0-5-52 0,7-8-72 16,13-4 24-16,0-6 0 0,8-12-48 16,8-14-76-16,-1-5-176 0,6-11-81 15,-2-3-179-15,1 1 36 0,-1 0 72 16,-2 0 72-16,-1-1 180 0,-4 1-32 16,-1-1-76-16,1-3-64 0,-4 0 24 15,-4-2 12-15,-8-1 216 0,4 4 168 16,-8-1 88-16,-5 0 0 0,2 7 136 15,-5 6 244-15,0 7 40 0,-4 8 56 0,0 11 48 16,0 9-84-16,0 0-28 0,-4 12-220 16,-4 11 60-16,-4 9 49 0,0 9-85 15,-8 6 12-15,4 7 180 0,-4 4 72 16,4 0-244-16,0-2-232 0,0-2-92 0,4-3-144 16,5-7-304-16,-1-5-32 15,8-8-116-15,0-2-37 0,8-7-35 16,3-3-308-16,6-10-1028 0,-6-2-2644 0,9-7-2493 0</inkml:trace>
  <inkml:trace contextRef="#ctx0" brushRef="#br0" timeOffset="-210969.287">26874 16033 7492 0,'0'0'5301'0,"0"0"-3305"0,0 0-1328 16,-12 86-40-16,12-63 612 0,0-4-28 0,7-7-228 15,10-5-348-15,3-7-308 0,12-10-108 16,7-9 12-16,1-9-232 0,8-4-48 15,-1-3-440-15,-2-3 84 0,-6 3 124 16,-3 3-64-16,-8 4 84 0,-8 3-32 16,-12 6 120-16,-4-1 144 0,-4 7 28 15,-12 4 124-15,-8 2 0 0,-8 1 144 0,0 3 40 16,0 3 24-16,1 6-52 0,-1 10-36 16,4 3 12-16,0 10 52 0,0 3-76 15,4 6-28-15,-4 3 16 0,0-3 0 16,0 3-87-16,5-6-109 0,2-3-24 15,6-10-305-15,7-3-327 0,0-12-260 16,4-7-76-16,4 0-312 0,7-13-972 0,1 3-1952 16,8-18-3321-16</inkml:trace>
  <inkml:trace contextRef="#ctx0" brushRef="#br0" timeOffset="-210736.488">27488 15821 2584 0,'0'0'11397'0,"0"0"-9853"0,0 0-1092 15,0 0 188-15,90 72 504 0,-69-46 140 16,-9 6-400-16,4 0-264 0,-9 0-252 16,6-1-4-16,-1-3-144 0,-9 4-208 15,1 0 0-15,-4 0 0 0,-4-4 60 0,1-2-72 16,-5-1-4-16,4-12 4 0,0-3 60 16,4-8 4-16,0-2 57 0,4-9-85 15,8-7 24-15,4-9-84 16,3-3 24-16,9-5 0 0,0-4-145 0,4-2-283 0,8 1-240 15,-4 0-188-15,4 0-360 0,-5 3-304 16,-7 13-996-16,4-10-2889 0</inkml:trace>
  <inkml:trace contextRef="#ctx0" brushRef="#br0" timeOffset="-207936.569">13602 16846 7172 0,'0'0'5365'16,"0"0"-4037"-16,0 0-556 0,0 0 236 16,0 0 84-16,0 0-160 0,0 0-212 0,0 0-300 15,0 0-200-15,0 0 36 0,0 0 100 16,28 60 232-16,-20-35-184 0,0 5-160 16,-1 2-52-16,2 5 28 0,-5 5-60 15,-4 5-88-15,4 4-72 0,-4 6 36 16,0 0 12-16,-4 4-96 0,0-1 48 15,-1 0-4-15,5-2-56 0,0-8 52 16,0-2-88-16,0-10-112 0,5-6-84 0,3-11-24 16,0-2-28-16,-5-8-36 0,10-8-232 15,-5-3-212-15,3-14-252 0,2 0-540 0,-2-9-764 16,1 8-1809-16,4-21-2215 0</inkml:trace>
  <inkml:trace contextRef="#ctx0" brushRef="#br0" timeOffset="-207569.212">14124 17072 1472 0,'0'0'10233'16,"0"0"-8061"-16,0 0-780 0,0 0-136 16,0 0-284-16,0 0-376 0,0 0-216 15,0 0-220-15,0 0-160 0,-91 73 0 16,70-54 0-16,1 0-72 0,5 3 12 15,-6-3-16-15,6 4 72 0,-5-2 0 16,3 2-8-16,-2-2-36 0,3-2 48 0,0 1 8 16,4-1 64-16,0-3-64 0,4-3 4 0,1 0 100 15,2-4-52-15,5 4 16 0,0-4-76 16,0-3 4-16,8 4 48 0,0 3 84 16,8-4 12-16,0 4 36 0,-1-1-48 15,10 5 60-15,-5-2-48 0,4 1 32 16,-1 0 68-16,1 0-128 0,0 3-120 15,0 0 0-15,1 0 104 0,2-3-104 16,-7 0-124-16,4-4 116 0,-4 2-56 16,0-5-220-16,-4-2-168 0,-1-5-160 15,-2 5-316-15,-5-7-576 0,-1 3-1148 16,1-3-2937-16</inkml:trace>
  <inkml:trace contextRef="#ctx0" brushRef="#br0" timeOffset="-206231.438">14669 17614 1172 0,'0'0'7612'16,"0"0"-5476"-16,0 0-507 0,0 0-405 0,0 0 208 16,0 0-212-16,0 0-196 0,0 0-184 15,0 0-236-15,0 0-100 0,56 54-136 16,-48-35-76-16,-3 4-72 0,3-2-84 16,-8 2-52-16,3 0-76 0,-3 2 40 15,0-3-48-15,0 3-36 0,0-2 36 0,-7 3-168 16,3-7-224-16,-5 0-260 0,5-7-172 15,1-2-88-15,-1-7-84 16,0-3-236-16,0-7-872 0,-1-2-2193 0,1-19-1487 0</inkml:trace>
  <inkml:trace contextRef="#ctx0" brushRef="#br0" timeOffset="-205802.274">15024 17119 7008 0,'0'0'4077'0,"0"0"-2573"15,0 0-724-15,0 0-20 0,0 0 352 16,80-21-12-16,-56 21-380 0,4 0-284 0,0 0-176 16,4 0-160-16,-1 6 0 15,-3 7 48-15,4-1-52 0,-4 7-80 0,0 6-4 16,-9 4 28-16,2 3-40 15,-9 6 0-15,-4 2 24 0,0 2-16 0,-8 3 40 16,0-1-40-16,-8-3-8 0,0-6 8 16,3-9 4-16,-2-4 0 0,3-6 48 15,-4-4-8-15,4-5-52 0,-4-1-112 16,0-2-36-16,4-4 36 0,-4 0-60 16,0-4 84-16,-4-2 88 0,4-4 0 15,1 1 4-15,-6-4 116 0,9 1 52 0,0-1-72 16,0-3 0-16,4-3-28 0,0 0 16 15,4-4 60-15,4-2-112 0,5-1-36 16,2-2 0-16,5-3-12 0,3-1-64 16,2-1-72-16,3 2-48 0,0 3-112 15,0-1-100-15,-4 7-216 0,-5 0-268 16,1 9-188-16,0 0-188 0,-12 7-572 0,4 3-2189 16,-12 3-2947-16</inkml:trace>
  <inkml:trace contextRef="#ctx0" brushRef="#br0" timeOffset="-204370.717">13275 16910 2728 0,'0'0'0'0,"0"0"0"0,0 0 3020 15,0 0-548-15,0 0-700 0,0 0-363 16,0 0-101-16,-88 60-124 0,69-44-68 15,-1 0-336-15,3 3-240 0,-2 3-164 16,3 3 0-16,0-2-80 0,0 5-72 0,4 1-12 16,0 3-128-16,4 5-8 0,0 5 36 15,4-1-100-15,4 7 84 0,0 6 4 16,8-2-96-16,4 4 44 0,0 1-48 16,4-3-84-16,0 0 20 0,3-3 4 0,2-4-288 15,-1-2-272-15,4-4-128 16,-1-6-172-16,1-6-480 0,8-4-1220 15,-8-9-2941-15,16-3-358 0</inkml:trace>
  <inkml:trace contextRef="#ctx0" brushRef="#br0" timeOffset="-203221.272">16136 16995 3116 0,'0'0'5576'16,"0"0"-3187"-16,0 0-1117 0,0 0-120 16,56 86-64-16,-37-55-164 0,2 2 56 15,-5-2-320-15,-1 1-264 0,2 3-208 16,-6 1-100-16,-3-3-28 0,1 6 16 16,-9 2-16-16,0 1-8 0,0-4-52 15,-9 0 48-15,1-3-40 0,1-3-4 0,-10-4 0 16,6-6-8-16,-6-2-80 15,2-8-136-15,-5 1-252 0,-1-6-112 0,2-2-132 16,-5-2-316-16,0-3-388 0,4 0-936 16,-4 0-2073-16,8 0-2355 0,-7-6 6745 0</inkml:trace>
  <inkml:trace contextRef="#ctx0" brushRef="#br0" timeOffset="-202568.316">17598 16935 1656 0,'0'0'7168'15,"0"0"-4919"-15,0 0-541 0,0 0-68 0,0 0-140 16,0 0-184-16,0 0-488 16,0 0-444-16,0 0-236 0,-79 58-72 0,55-40 84 15,-4 5-64-15,-4-1-96 0,4 1 0 16,0 2-60-16,0-6-40 0,-4 3-48 15,4 0-96-15,1 0-4 0,-5 0 0 0,4 1-36 16,4-1 60-16,0-3 140 0,4-3 84 16,0-1 8-16,4-2 0 0,4-1 4 15,8-5 48-15,-4 3 164 0,8-7-88 16,0 4-124-16,8-4 64 0,4 3 36 16,8 3 220-16,4-2 0 0,3 2-108 15,5-2-76-15,1 2 48 0,3-2-100 16,-4-1 88-16,-1 0-24 0,1 1-160 15,-4-1-108-15,0 1 108 0,-5 0-88 16,2-5-156-16,-5 4-164 0,-5-3-196 0,2 0-252 16,-10-3-228-16,1 0-592 0,1 0-1324 15,-5 0-3793-15</inkml:trace>
  <inkml:trace contextRef="#ctx0" brushRef="#br0" timeOffset="-202320.011">17012 17602 2936 0,'0'0'5208'0,"0"0"-2143"16,0 0-849-16,0 0-768 0,0 0-152 0,0 0-368 16,0 0-172-16,0 0 8 0,0 0-208 15,84 41-104-15,-48-35-12 0,-1 4-36 16,2-1-64-16,-1 2-156 15,3 1-84-15,-7-2-32 0,4 1-68 0,0 3-124 16,4-2 52-16,0 1 24 0,-5 3-512 16,5-6-116-16,1 2-244 0,-2-2-192 15,-3-1-912-15,-8 1-3097 0,4-1-3979 0</inkml:trace>
  <inkml:trace contextRef="#ctx0" brushRef="#br0" timeOffset="-200800.551">18479 17104 3012 0,'0'0'0'16,"0"0"0"-16,0 0 4940 0,0 0-2532 0,0 0-579 15,0 0-361-15,0 0-404 0,0 0-132 16,0 0-224-16,0 0-148 0,-44-45-52 16,32 45-60-16,4 0-16 0,-4 3 0 15,0 3-88-15,-4 7-136 0,4-1-72 16,-7 7-72-16,2 7 8 0,2 3 24 16,-5 3-20-16,3 6-28 0,2 0-48 15,-2 6 72-15,2 4 40 0,2 2-100 16,2 5-12-16,3-1-12 0,0 0 8 15,8 0 8-15,0-7-8 0,0 1 4 0,4-10-100 16,4-10 88-16,7-5-96 16,6-7-52-16,-1-7-60 0,8-9-76 0,0 0-196 15,4-6-100-15,-1-7-152 0,1-6-240 16,-4 0-516-16,-1 0-752 0,-6 0-1769 0,3-3-1751 16</inkml:trace>
  <inkml:trace contextRef="#ctx0" brushRef="#br0" timeOffset="-200352.244">18814 16954 3488 0,'0'0'676'0,"0"0"2704"15,0 0-1136-15,0 0-567 0,0 0-141 16,0 0-36-16,0 0-300 0,0 0-260 15,-8 67-228-15,8-45-156 0,0 3-232 16,0 5-28-16,0 3-136 0,0 3 36 16,0 2-84-16,0 4-40 0,0 2-60 15,0 3 52-15,0 7 20 0,0 1-72 16,0 2-12-16,-5 0-40 0,-3-4 40 16,4-5-124-16,4-4-84 0,-3-5 0 0,3-4 20 15,0-13-56-15,0-3-140 16,0-6-164-16,3-7-96 0,1-6-176 0,4 0-376 15,-3-10-880-15,6-6-717 0,-3-3-2347 16,1 1 1056-16</inkml:trace>
  <inkml:trace contextRef="#ctx0" brushRef="#br0" timeOffset="-200035.76">19172 17189 4668 0,'0'0'1236'0,"0"0"3608"15,0 0-3147-15,0 0-817 0,0 0-28 16,0 0-120-16,0 0 36 0,-87 76-224 16,66-57-332-16,-3 3-196 0,5-2-16 0,-5 2-116 15,4 0 116-15,0 0-48 0,4-2 44 16,-1-2-8-16,2 1 12 0,7-6 76 16,0 0 84-16,4-4 88 0,0-2-36 15,4 0-136-15,0-1-12 0,4 0 48 16,4 1 48-16,4 2 52 0,3-4-52 15,2 6 100-15,3-5-24 0,3 4-76 16,-2-4-12-16,-1 3-36 0,-1 4-112 0,1-4 0 16,1 4 0-16,-2 0-100 0,-3 0 24 15,4-4 28-15,0 4-308 0,-4-4-152 16,4 1-16-16,-8-1-12 0,4-6-192 16,-9 1-216-16,6-4-364 0,-5 0-532 15,-1-4-913-15,2-2-2315 0</inkml:trace>
  <inkml:trace contextRef="#ctx0" brushRef="#br0" timeOffset="-199769.336">19547 16976 1384 0,'0'0'6488'0,"0"0"-1263"15,0 0-3829-15,0 0-588 0,0 0 72 16,0 0 172-16,0 0-48 0,0 0-292 16,0 0-380-16,0 0-196 0,0 0 36 15,-36 86 36-15,27-57-136 0,-2 3-28 16,-2-1-44-16,2 1-160 0,-1 3-48 16,0 0-396-16,0-4-296 0,4 1-180 15,-4 3-372-15,0-6-856 0,4-7-1925 16,-4 10-1855-16</inkml:trace>
  <inkml:trace contextRef="#ctx0" brushRef="#br0" timeOffset="-199240.653">19714 17712 2764 0,'0'0'4620'0,"0"0"-483"16,0 0-2997-16,0 0-56 0,0 0 308 0,0 0-308 15,0 0-160-15,0 0-180 0,0 0-212 16,60 68-88-16,-57-43-112 0,1 4-184 16,-4-1-16-16,0 1-128 0,-4 3-4 15,-3-7-48-15,-1 0 0 0,-1-3-212 16,5-3-168-16,-3-6-116 0,3-3-160 15,0-4-168-15,0-6-476 0,-1-3-780 16,5-7-2097-16,-4 1-2183 0</inkml:trace>
  <inkml:trace contextRef="#ctx0" brushRef="#br0" timeOffset="-198802.478">20232 17195 1512 0,'0'0'9585'15,"0"0"-7969"-15,0 0-864 0,0 0 112 16,0 0 184-16,84 16-356 0,-65-6-76 16,1 3-132-16,-4 0-72 0,4 5-116 15,0 1-60-15,0 3-100 0,-8 7-40 16,4 3-36-16,-8 3-56 0,0 6 52 15,-8 3-52-15,0 5-4 0,0 1 4 16,0-2 40-16,-8-3-40 0,3-1 92 0,-2-6-96 16,3-7 52-16,-4-2-44 0,4-7-8 15,4-3-4-15,-4-9-108 0,4-3 112 16,0-7 60-16,0 0 88 0,0 0-140 0,0-11-8 16,-4-1 0-16,4-1 60 0,-4-9 12 15,4-4-64-15,0-2 56 0,0-1-64 16,0-3 8-16,4 1-4 0,0-1 76 15,8 1-36-15,0 2-44 0,0-3-108 16,4 4 44-16,0-1 52 0,-1 3 12 16,2 1-108-16,-6-1-40 0,6 4-200 15,-2 0-96-15,2 7-88 0,-6-1-116 16,6 3-168-16,-6 3-192 0,1 3-576 16,-3 1-712-16,-2 4-2393 0</inkml:trace>
  <inkml:trace contextRef="#ctx0" brushRef="#br0" timeOffset="-198463.167">20937 17065 4912 0,'0'0'6805'0,"0"0"-4061"0,0 0-1560 0,0 0-616 16,0 0-4-16,0 0 132 15,0 0 232-15,0 0-276 0,0 0-308 0,0 0-272 16,-12 66 52-16,8-39-4 0,0 1-116 15,0 7 0-15,-4 0-4 0,5 2-56 16,-6-1-236-16,5-1-312 0,0-4-160 16,0-5-304-16,4 0-612 0,-4-11-2276 15,4-2-3661-15</inkml:trace>
  <inkml:trace contextRef="#ctx0" brushRef="#br0" timeOffset="-198002.815">21387 17227 8140 0,'0'0'5457'0,"0"0"-4365"0,0 0-740 16,0 0-112-16,0 0 452 0,0 0 396 15,68 66 80-15,-56-47-208 0,-1 0-384 16,6 4-272-16,-6-1-84 0,-2 4-48 16,-1-1-88-16,0 7 40 0,-5 0-52 15,-3 3-72-15,0 0-48 0,0 3 44 16,-7 3-92-16,-5-2-112 0,-8 1 12 16,0 2 48-16,-3-1-60 0,-5 0-60 15,-4 0-64-15,0-2-96 0,-9-4-180 0,-2-7-244 16,-5 0-388-16,0-8-1336 15,13-5-2549-15,-21-5-2875 0</inkml:trace>
  <inkml:trace contextRef="#ctx0" brushRef="#br0" timeOffset="-195635.349">22212 17589 6020 0,'0'0'3012'16,"0"0"1369"-16,0 0-2809 0,0 0-604 15,0 0 24-15,0 0-48 0,0 0-228 16,0 0-136-16,0 0-116 0,0 0 16 15,32 19-40-15,-4-19-88 0,7 0-120 16,6 0-40-16,2-6-32 0,1 3-100 16,8-4-48-16,0 1 0 0,8 0-4 15,0-1-4-15,3 4 40 0,1 0-44 0,-4-3-60 16,0 3-60-16,-9-1-296 0,-3 1 88 16,-5 0-36-16,-6 0-200 0,-1 3-100 15,-12-3-24-15,-1 3-376 0,-10 0-664 16,-6 0-2188-16,-7 0-2069 0</inkml:trace>
  <inkml:trace contextRef="#ctx0" brushRef="#br0" timeOffset="-195372.189">22120 17843 1264 0,'0'0'5552'0,"0"0"-899"16,0 0-4025-16,0 0-564 0,0 0 1024 15,0 0 548-15,96-3-172 0,-48 0-432 16,4 0-364-16,3-1-208 0,5 4-56 16,0-3-96-16,-4 3-100 0,0 0-200 0,-4-3-8 15,-1 3-48-15,-3-3-112 0,-1 0-184 16,-6-3-272-16,-5 2-164 0,-8-2-180 15,-9 3-436-15,-3-1-1348 0,-4-2-3553 16</inkml:trace>
  <inkml:trace contextRef="#ctx0" brushRef="#br0" timeOffset="-194920.39">22455 17161 3432 0,'0'0'0'0,"0"0"0"0,0 0 5004 16,0 0-3024-16,0 0-963 0,-92 86-645 15,64-54-100-15,-7 8 100 0,-1 2-40 16,0-1-116-16,1 4-208 0,3-1 4 15,4-6-12-15,0 0-4 0,4-6 4 16,-1-4 64-16,6 1-48 0,3-4-12 16,-1-2 124-16,2-4-116 0,7 0 128 0,-4-3-132 15,8-4 120-15,4-2 12 0,0-1 64 16,0 1-40-16,0 3-12 0,4-4 188 16,4 4 140-16,4 0 40 0,-1-1-108 15,6 1-56-15,-6-1-44 0,10 2-100 16,-1-2 88-16,3 1 84 0,5 0 12 15,0 2 24-15,4 1-220 0,0 3 44 16,0 0-120-16,3-3 12 0,-3 0-88 16,1 1-48-16,3-9-4 0,-4 2-68 15,3-1-16-15,1-6-356 0,0-3-136 0,3-5-16 16,-2-12-152-16,-1-2-536 0,-12 3-1420 16,8-16-4197-16</inkml:trace>
  <inkml:trace contextRef="#ctx0" brushRef="#br0" timeOffset="-194635.921">22878 17392 4272 0,'0'0'6773'0,"0"0"-4825"16,0 0-828-16,0 0 408 0,0 0 28 15,0 0-368-15,0 0-352 0,87 67-384 16,-55-47-168-16,0 1-16 0,4 2-36 15,3-1-184-15,-7 6-48 0,4-2-4 16,-8 2-44-16,-4 1-60 0,0-1 44 16,-8 5-204-16,-4-2-88 0,-8 1 64 0,-4 2 32 15,0 1 88-15,-12 0-12 0,-4 4 12 16,0-4 60-16,-4-1 40 0,-4-2 20 16,-4 0 4-16,-4-4-112 0,-3-6-64 15,3-2-160-15,0-8-272 0,4-2-412 0,4-10-892 16,5 0-2505-16,-2-6-4451 0</inkml:trace>
  <inkml:trace contextRef="#ctx0" brushRef="#br0" timeOffset="-194001.506">24041 17131 1368 0,'0'0'2348'0,"0"0"3116"15,0 0-3231-15,0 0-505 0,0 0-128 16,0 0-252-16,0 0-272 0,0 0-108 15,0 0-56-15,0 0-224 0,0 0-152 16,51 64-228-16,-47-29-52 0,-4 7-28 16,5 5 76-16,-5 7-132 0,4 7 24 15,0 3-100-15,-4 5 37 0,4 4-17 16,-4 4-116-16,0-5-12 0,0-2-100 0,3-3 52 16,-3-7-61-16,4-9-75 0,0-9-120 15,0-15-12-15,5-7-24 0,-2-10 8 16,5-8-96-16,1-9-196 0,2-7-412 15,5-16-984-15,-8 9-2312 0,12-31-2277 0</inkml:trace>
  <inkml:trace contextRef="#ctx0" brushRef="#br0" timeOffset="-193651.893">24575 17345 6764 0,'0'0'1740'16,"0"0"1517"-16,0 0-1533 0,0 0-392 15,0 0-112-15,-75 28-216 0,54-12-420 0,-3 0-472 16,0 6-112-16,1-2-68 0,-1 1-4 16,3-2-164-16,-3 4-88 0,5-2 24 15,-5 2 4-15,4-4-24 0,4 3 32 16,-4-3 36-16,5 1 116 0,-2 0 36 16,2-2 88-16,6-3 12 0,1 2 92 15,4-2-4-15,1-3 0 0,3 2-16 16,0-1 80-16,3-4 72 0,5 1 132 15,5-4-8-15,2 3 28 0,2-2 72 16,2-4-88-16,1 3 20 0,4 0-44 0,-5 1 20 16,6 2-172-16,-1-2-76 0,-5-1-108 15,5 0 40-15,-4 1-40 0,1 2-100 16,-2 1-156-16,1-1-92 0,-4 1 40 16,0 0 172-16,0 3-160 0,0-4-336 0,-1 1-164 15,-2-1-388-15,-5-6-1112 0,3 7-2717 16</inkml:trace>
  <inkml:trace contextRef="#ctx0" brushRef="#br0" timeOffset="-192819.895">25439 17287 6400 0,'0'0'2752'0,"0"0"473"16,0 0-1949-16,0 0-692 0,0 0 376 15,0 0 448-15,0 0-128 0,0 0-316 0,0 0-352 16,0 0-256-16,0 0-124 16,-88-35-48-16,73 35-12 0,-9 10-172 0,0 3 0 15,-4 5-124-15,-4 8-44 0,0 0 116 16,-4 5-44-16,1 1 84 0,-5 0-64 0,4 3-20 15,0-4 36-15,0 5 60 16,4-5 0-16,0-2-4 0,4-4-40 0,8 2 40 16,1-13 4-16,6 2-8 0,9-9-88 15,1 0-52-15,3-4 0 0,0 0 40 16,7-3 108-16,6 2 232 0,-2 2 124 16,10-2-40-16,-2-2-84 0,1 5-48 15,4-3-48-15,-3 5-52 0,2-2 0 16,1 2 40-16,0 3-112 0,0 0-12 15,-1-1 8-15,1 1-8 0,1-1-8 16,-5 0 4-16,3-2-120 0,-3-4-144 16,1 0-160-16,-2 1-232 0,-3-2-164 0,4-2-472 15,-8 0-1140-15,-4 4-2945 0,-4-1-3775 0</inkml:trace>
  <inkml:trace contextRef="#ctx0" brushRef="#br0" timeOffset="-192236.912">25770 17110 2796 0,'0'0'168'0,"0"0"524"0,0 0 3740 15,0 0-2696-15,0 0-355 0,0 0-313 16,0 0-20-16,0 0-8 0,0 0-28 15,0 0-104-15,16-31-208 0,-16 36-168 16,0 4-12-16,0 8 100 0,4 8-116 16,-4 10-200-16,0 10 4 0,0 5-64 15,0 4-48-15,-8 7-60 0,4-1-76 0,0 4 12 16,-4-1-64-16,5-3 52 0,-2 0-60 16,1-5-60-16,0-8-24 0,4-6 24 15,0-9-136-15,0-10-220 0,0-5 24 16,4-12-64-16,0-1-160 0,4-4-240 15,4-9-212-15,0-11-396 0,4-5-788 16,4-4-809-16,-8 1-2263 0</inkml:trace>
  <inkml:trace contextRef="#ctx0" brushRef="#br0" timeOffset="-191902.984">26165 17304 768 0,'0'0'8824'16,"0"0"-7055"-16,0 0-921 0,0 0-272 15,0 0-28-15,-88 22 204 0,64-10-284 16,0 8-352-16,-4 2-116 0,5-3 0 16,-1 3-12-16,-1 0 4 0,5-3-44 0,1 0 40 15,2 0 8-15,2 0-4 0,3-2 8 16,0-2 8-16,4 1 80 0,3-3 52 16,-2-1-12-16,7-2-28 0,0 2-48 15,0-5 84-15,4 6 92 0,8-7 36 0,0 3 148 16,4-2-8-16,3-1-16 15,2 0 48-15,-1 5-112 0,3-6-16 0,1 2-160 16,4 0 0-16,0-1-104 0,-4 2-40 16,4-1-8-16,-5 3 0 0,1-3-68 15,1-1-176-15,-5 0-72 0,-1 0-80 16,-2 1-172-16,-2-4-196 0,1-3-160 16,-4 0-404-16,1 0-584 0,-2-6-769 15,-7-1-1915-15,4-8 117 0</inkml:trace>
  <inkml:trace contextRef="#ctx0" brushRef="#br0" timeOffset="-191655.856">26622 16961 8264 0,'0'0'5333'0,"0"0"-3941"16,0 0-624-16,0 0 152 0,0 0 224 16,0 0-196-16,0 0-368 0,0 0-324 15,-55 66-144-15,43-41-64 0,-4 7-48 16,-4 3-4-16,5 0-204 0,-6 3-184 16,1-3-112-16,1 3-164 0,2 1-348 15,2-5-456-15,2 1-1152 0,2-3-2117 16,3-10-2995-16</inkml:trace>
  <inkml:trace contextRef="#ctx0" brushRef="#br0" timeOffset="-191445.633">26854 17837 3816 0,'0'0'9957'16,"0"0"-8601"-16,0 0-1356 0,-40 67-364 16,28-45 364-16,0-3 88 0,-4 3-88 15,0 0-204-15,-4-3-1256 0,5 3-1237 16,-2-9-2907-16</inkml:trace>
  <inkml:trace contextRef="#ctx0" brushRef="#br0" timeOffset="-190203.412">28113 17173 3524 0,'0'0'1280'0,"0"0"2832"16,0 0-2224-16,0 0-591 0,0 0-185 15,0 0 312-15,0 0-276 0,95-25-268 0,-70 38-148 16,-1 6-112-16,-1 3-100 0,1 0 8 16,-4 6-24-16,0 1-160 0,-4 0-148 15,-4-1-64-15,-5 1-56 0,-2-1-28 16,-1 4 12-16,-4 0-52 0,0 0 0 15,-4 3-8-15,-1-7-48 0,-2 1 44 16,-5-4-68-16,4-9-64 0,3-6 136 0,-2-4 52 16,3-3-40-16,0-3 36 0,0 0 28 15,-4 0-72-15,0-3 8 0,0-7-12 16,0 1-100-16,1-10-84 0,-6 0-108 16,9-10 84-16,0 1-48 0,4 0 168 15,0-5-96-15,8 5-12 0,5-1 108 16,2 1 88-16,5 2-8 0,0 1 4 15,4 2-68-15,0-2-16 0,0 6-36 16,-5 0-8-16,5 3-328 0,-7 4-232 16,2-1-336-16,-3 0-268 0,4 4-444 15,-4-1-452-15,0 1-1813 0,-4 2-1227 0,0-2 3517 0</inkml:trace>
  <inkml:trace contextRef="#ctx0" brushRef="#br0" timeOffset="-189835.633">28890 16652 3400 0,'0'0'0'0,"0"0"0"0,0 0 3920 16,0 0-1484-16,0 0-847 0,-12 67-385 15,3-44-120-15,6 2-44 0,-1 7-144 16,-4-1-240-16,4 7-244 0,0 0-172 16,-1 10-56-16,2 0-60 0,-1 6 4 0,-4 7-32 15,0 2-88-15,0 4-8 0,-4-2-48 16,4 3 36-16,1-5-388 0,-2-2 128 15,1-4-128-15,8-6-92 0,-4-7 24 16,4-2 40-16,0-11-304 0,8-6-556 16,0-6-532-16,4-6-1313 0,-4-7-1423 15,0-3 1332-15</inkml:trace>
  <inkml:trace contextRef="#ctx0" brushRef="#br0" timeOffset="-187619.672">28798 16926 2460 0,'0'0'0'0,"0"0"8"0,0 0 32 0,0 0 2176 15,0 0-132-15,0 0-940 0,0 0-432 16,0 0 272-16,0 0 128 0,0 0-251 15,-12-22-181-15,12 22-128 0,0 0 48 16,0 0 148-16,-3 0 52 0,3 0 28 0,0 0 64 16,-5 2-168-16,5 2-108 0,0-2-48 15,-4 3-76-15,0 1-120 0,0 2-288 16,-4 3-84-16,1 5-112 0,-2 2 16 16,1 8 84-16,1-1-88 0,-1 7-72 15,-1 2-48-15,1 4-188 0,1 1-160 16,-6 2-288-16,6 0-636 0,-5-2-864 15,3 1-1517-15,2-7-1515 0</inkml:trace>
  <inkml:trace contextRef="#ctx0" brushRef="#br0" timeOffset="-187028.513">28929 17504 1488 0,'0'0'976'0,"0"0"1344"16,0 0 1928-16,0 0-2644 0,0 0-435 16,0 0 63-16,0 0-48 0,0 0-88 15,0 0-60-15,0 0-188 0,0 0-280 16,32 22-24-16,-27-3 12 0,-1 3-188 0,0 10-196 15,-4-1-24-15,0 7-96 0,0 4-44 16,-4 2-4-16,0-3-4 0,-5 4 0 16,2-1-48-16,-5-2-12 0,3-4-224 15,2-7-60-15,3-2-88 0,0-6-48 0,4-11-40 16,0-5-128-16,0-5-468 0,4-4-884 16,7-10-508-16,2-8-1465 0,-2 0-1395 15</inkml:trace>
  <inkml:trace contextRef="#ctx0" brushRef="#br0" timeOffset="-186699.356">29300 17602 952 0,'0'0'9336'0,"0"0"-7239"0,0 0-745 0,0 0 192 16,0 0-288-16,0 0-544 0,0 0-428 15,0 0-284-15,0 0-96 0,-92 45-16 16,77-33 36-16,-6 4-36 0,2 0-88 15,3 3-24-15,-8 0 112 0,4 0-24 16,0 3 72-16,5 0 64 0,-6 0-4 16,5 1-8-16,4-6 0 0,5-3 12 15,-2-1 8-15,5-3-8 0,0 0-76 0,4-5 64 16,0 1 12-16,4-1 92 0,5 1 132 16,-2 0 100-16,5-4-112 0,1 5-76 15,2 0 64-15,5-1 12 0,0 1-40 16,4-1-84-16,-4 3-88 0,4 1-8 15,-5-1-4-15,6 4 12 0,-5 3-64 16,-1 0-24-16,1 1 76 0,1-5-112 0,-2 1-308 16,-3-1-228-16,0 1-236 0,0-5-300 15,-4 3-752-15,0-5-1221 0,-8-4-2535 16</inkml:trace>
  <inkml:trace contextRef="#ctx0" brushRef="#br0" timeOffset="-186005.458">29722 17370 1616 0,'0'0'340'0,"0"0"6432"0,0 0-4519 16,0 0-457-16,0 0-220 0,0 0-264 0,0 0-180 15,0 0-288-15,80 29-100 0,-56-29-116 16,4 3-112-16,0-3-112 0,0 0-100 16,0-7-156-16,0 1-148 0,-4-3-40 15,0 2-156-15,-1-2-320 0,-3 3-184 16,-3-1-284-16,-10 4-408 0,1 3-1132 15,-4 0-2905-15,-8 3-2915 0</inkml:trace>
  <inkml:trace contextRef="#ctx0" brushRef="#br0" timeOffset="-185819.457">29818 17605 4328 0,'0'0'628'0,"0"0"4040"16,0 0-3287-16,0 0-725 0,0 0 588 15,0 0 4-15,0 0-100 0,0 0-128 16,0 0-284-16,104 16-348 0,-72-16-168 0,0-3-192 16,3-1-28-16,1-2-224 0,0 3-484 15,0 0-312-15,-5-4-316 0,-3 4-1024 16,13 0-2969-16</inkml:trace>
  <inkml:trace contextRef="#ctx0" brushRef="#br0" timeOffset="-184936.784">30651 17018 612 0,'0'0'3156'0,"0"0"3016"15,0 0-3815-15,0 0-797 0,0 0-272 16,0 0-64-16,0 0-276 0,0 0-368 15,0 0 28-15,0 0-44 0,63 63-268 16,-39-44-136-16,-3 4-52 0,-2-1 4 16,-3 3-28-16,0 4-80 0,0-4 0 15,-8 7-4-15,-4-1-72 0,0 1 24 0,-4 7-16 16,-4-5-252-16,-4 1 156 16,0-3-12-16,-4 0 0 0,4-4 96 0,0-5 4 15,1-7 68-15,-2-4 0 0,5-2 4 16,-4-7-172-16,5 0-4 0,-1 0 40 15,0 0 28-15,-5-3 8 0,5 0 52 0,0 0 48 16,1 0 0-16,-1-6-248 0,4 3 36 16,-4-7 136-16,0 1 16 0,4-4-76 15,0 0 72-15,0-6 64 0,0 0 136 16,0 0 124-16,4-3-148 0,0 0-100 16,0-3 40-16,3-1-52 0,6 1 0 15,-2-7-136-15,1 3 0 0,4-3-64 16,5 1 76-16,2 2 60 0,5 1 52 15,0 2-112-15,0 3 124 0,0 2-4 16,0 2 4-16,0 0 4 0,-4 3 4 16,3 0-8-16,1 3-64 0,0-3-60 0,4 0-428 15,-1 1-252-15,1-1-612 0,-4 3-948 16,4 0-2773-16</inkml:trace>
  <inkml:trace contextRef="#ctx0" brushRef="#br0" timeOffset="-64590.187">29675 16430 632 0,'0'0'1004'15,"0"0"40"-15,0 0-40 16,0 0 36-16,0 0-76 0,0 0-144 0,0 0-116 16,0 0-80-16,0 0-264 0,19-19-204 15,-19 16-76-15,0-3 8 0,0 0 912 0,4-1 8 16,-4-2-636-16,0 2-364 0,0 1 109 16,0-5 115-16,0 6 244 0,0-1 64 15,0-1 100-15,0 0-40 0,-4-1-40 16,-3 1-132-16,3-3-72 0,-4 2-192 15,-4 1 112-15,4-3 76 0,-4 3-24 16,4-2-168-16,-8 0-4 0,4 2-104 16,-4-2 120-16,-4 2 40 0,1 1-136 15,-2 0 0-15,-7 3 48 0,4-4-64 16,-8 7 96-16,1-3-148 0,-5 3 68 16,-4 0-76-16,-4 0 8 0,0 0 76 0,0 3-84 15,-3 1 76-15,2-1 48 0,-2 0-116 16,-1 0-8-16,1 0-4 0,2 0 4 15,-2-3-4-15,3 3-8 0,0-3 8 0,5 4-132 16,-6-4 60-16,2 3 52 0,-2 0 24 16,2 3 12-16,3 1 0 0,0 2 88 15,0 0-100-15,5 1 8 0,-5 4 56 16,3-2 0-16,-6 4-64 0,3 3-136 16,-4-3 124-16,4 6 4 0,-3-3-56 15,-1 3 60-15,0 0-8 0,0-3-36 16,-3 3 48-16,2 1-76 0,-2-2 12 15,-1 2-8-15,4-4 20 0,-4 4-4 16,5-4 52-16,-2 0 0 0,-2-1-136 16,3 2 92-16,0-1-16 0,5 0 60 0,-2 2-144 15,5 2 144-15,5 3-68 0,-1-4 68 16,4 3 4-16,0 0-8 0,1 2 0 16,-1-2-4-16,4 0-40 0,-4-3 44 15,4 0 8-15,-1-2-72 0,6-5 20 0,-1 1-76 16,4 0-48-16,-4-4 36 0,9 1 52 15,-2 3 16-15,5 1-4 0,1-3 72 16,-2 5-40-16,1 1 40 0,4 2 8 16,-3 0 68-16,-2 4-60 0,5 0 64 15,-4 2-76-15,1 1 88 0,-6 5-88 16,5-2 12-16,1 3-4 0,-5 3 4 16,3-2 164-16,5-5-100 0,1 4 80 0,-1-7-44 15,4 4 24-15,0 0 0 0,7-7-124 16,1 4 44-16,9-1-56 0,-2 4 0 15,1-3 12-15,5 3 100 0,-2-1 36 16,5 5-144-16,0-3 40 0,4 0-32 16,0 2 28-16,4-1 8 0,0-1 8 15,7-1-48-15,1-5 84 0,8 3-40 16,0-2 96-16,8-3-144 0,3 0 136 16,5-2-132-16,0-1 96 0,3 0-92 15,6 1 0-15,-6 2 0 0,8 1 40 0,2 2-52 16,-2 1 0-16,1-1-8 0,3 5-92 15,1-2 96-15,4 1 4 0,4-4 4 16,4 0 44-16,3-6 28 0,5-3-56 0,7-3-16 16,1-6 128-16,3-7-124 0,5 1 128 15,-5-4 12-15,5-4-148 0,-1-4 0 16,1-2 0-16,0-1-12 0,-5 5 12 16,4 0-48-16,-3-1 48 0,-5 1 8 15,1 0 4-15,-4-4 48 0,0 1 52 16,-5-4-112-16,1-2-12 0,-1-4-36 15,0-4 0-15,2-3 44 0,-2-2 8 16,1 0 20-16,-9-4-16 0,-3 0-8 16,-13-4 0-16,2 6 16 0,-10-3 68 0,-3 2-20 15,-8-4-64-15,-8 0 4 16,-1-1 32-16,-2 3 20 0,-2-9-52 0,-7 0-8 16,-1-5-8-16,-3-3-48 0,0-5-128 15,-8-2-20-15,-3 0 84 0,-2 0-24 16,-11-4 84-16,0 1 64 0,-4 2 12 15,-4 2 160-15,-4 2-84 0,-7 0 120 0,-6 6-160 16,-3-3 16-16,1 1-28 0,-5 2-24 16,-4-3 36-16,-4 0-96 0,0 1 24 15,-12 2-64-15,4 3 4 0,-7 1 84 16,-5 3 36-16,-4 3-36 0,-4 0-36 16,-4 3 32-16,-3 0-144 0,-5 3 140 15,0-3 0-15,-3 3-108 0,-2 1 108 16,-2-2 8-16,-1 2 0 0,1-1 8 15,-5 4-8-15,4 0 12 0,-3-2 36 0,-5 5 28 16,0-1-16-16,4 5 64 0,-3-5 0 16,0 1-124-16,-1 0 0 0,0-4-160 15,0-1 96-15,8 3-72 0,-3-2-48 16,7 1 108-16,1 2-108 0,-1 1 176 16,4 6-228-16,1 0 236 0,2 3 4 0,10 3-4 15,0 7-88-15,-1 0 76 0,4 6-136 16,4 0-152-16,1 0 0 0,2 6 40 15,1 0-108-15,5 7-36 0,3-7-176 16,3 7-116-16,2-7-28 0,7 4-436 16,5-4-785-16,6-3-2339 0,2 1-1708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7:07:35.24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1992 1273 12817 0,'0'0'1212'0,"0"0"-808"16,0 0-352-16,0 0 352 0,0 0 492 16,0 0 8-16,0 0-296 0,0 0 28 15,79-6 412-15,-35 2-364 0,0-2-280 16,8 3-48-16,-1 0-16 0,5 0 28 0,-4 3-236 15,0-4-84-15,-4 4 0 0,-4-3-48 16,-4 0-228-16,-5 0-212 0,-7-4-60 16,0 0-184-16,-8 2-116 0,0-4-348 15,-8 4-1032-15,-4-1-2525 0,-8 4-3539 0</inkml:trace>
  <inkml:trace contextRef="#ctx0" brushRef="#br0" timeOffset="202.021">2417 1426 7948 0,'0'0'2808'0,"0"0"-1431"0,0 0-1005 16,0 0 404-16,17 66 380 0,-6-31 408 15,2 0-460-15,-1 5-412 0,0 9-244 16,4 2-240-16,-5-1-208 0,-2 0 0 16,-1-4-284-16,-5-11-100 0,5-7-60 0,-8-6-180 15,5-3-116-15,-5 0-216 16,-5 1-744-16,1-9-1577 0,-20 15-4795 0</inkml:trace>
  <inkml:trace contextRef="#ctx0" brushRef="#br0" timeOffset="409.619">2099 2174 10844 0,'0'0'3101'0,"0"0"-1725"0,0 0-292 0,0 0 544 15,0 0-360-15,0 0-508 0,0 0-296 16,0 0-268-16,0 0-60 0,0 0 192 15,0 0 268-15,92-16-255 0,-57 14-197 16,-3-5-88-16,0 2-56 0,0-2 0 16,-4 0-84-16,4-2-148 0,0-1-181 15,-1 1-255-15,-3-1-200 0,4-6-196 16,0 0-940-16,-8 7-2232 0,0-14-1609 0</inkml:trace>
  <inkml:trace contextRef="#ctx0" brushRef="#br0" timeOffset="584.729">2856 1863 6432 0,'0'0'8229'0,"0"0"-6625"0,0 0-1008 16,0 0 212-16,83 20 660 0,-58-20-668 16,-1 0-420-16,4-3-188 0,4-7-104 15,-1-6-88-15,1-3-208 0,0-3-256 16,0-7-248-16,0 1-248 0,-8-4-492 15,-4 6-1332-15,-12-5-2981 0</inkml:trace>
  <inkml:trace contextRef="#ctx0" brushRef="#br0" timeOffset="884.586">2952 1451 3676 0,'0'0'5328'0,"0"0"-2243"15,0 0-1769-15,0 0-84 0,0 0 204 16,0 0-72-16,0 0-512 0,0 0-260 15,-16 88-88-15,28-56-28 0,-4 10 88 16,7-1-284-16,6 10-132 0,-5 6-76 0,7 2-64 16,-3 5-8-16,5 0-4 0,-5-4 4 15,-1 1 0-15,1-7 0 0,0-7-12 16,-4-2 12-16,-4-7 24 0,0 0-20 16,0-3 8-16,-8-4 108 0,-1 2-108 15,2-8-4-15,-5-3 64 0,0-6-12 16,0 0 36-16,-8-7 64 0,-4 1-4 15,-4-1 77-15,-8-3-233 0,-4-2-37 0,-7 2-219 16,-6-6-132-16,-6 0-172 0,-1-3-248 16,-4-6-272-16,0-1-576 0,-3-3-1480 15,6 1-1889-15,6-4-287 0</inkml:trace>
  <inkml:trace contextRef="#ctx0" brushRef="#br0" timeOffset="1617.443">5100 917 144 0,'0'0'9672'0,"0"0"-8279"0,0 0-593 15,0 0 236-15,0 0 500 0,0 0 0 16,0 0-384-16,0 0-396 0,0 0-260 16,0 0-4-16,0 0 208 0,-60-44-200 0,51 57-96 15,2 9-404-15,-9 9-24 0,0 11 16 16,-5 18-4-16,2 10 12 16,-1 9-16-16,-4 4-104 0,5 2 36 0,-6-2-52 15,5-10-12-15,9-13 92 0,-1-15 56 16,7-13 60-16,5-16-60 0,0-4-108 0,0-8 20 15,0-4-144-15,9 0-24 0,-1-4 72 16,3-2 24-16,2 0-12 0,2-1 12 16,2 1 60-16,-2 0-72 0,1 6 112 15,-4 0-64-15,0 6 36 0,0 10-48 16,0 6 136-16,4 10 40 0,-4 6 20 16,0 7 176-16,0 2 8 0,-5 1-44 15,2-1-140-15,-1-5 0 0,-4 2-60 16,0-6 0-16,-1 0 12 0,1-5-12 15,0-6-4-15,1-7-56 0,-5-4-40 16,4-7-280-16,0-4-228 0,-4 0-396 16,0-5-620-16,4 0-1156 0,-4-5-2285 15,0 3-1719-15,0-10 6680 0</inkml:trace>
  <inkml:trace contextRef="#ctx0" brushRef="#br0" timeOffset="2118.92">5626 1419 3584 0,'0'0'1068'0,"0"0"3988"0,0 0-3623 16,0 0-405-16,0 0 112 0,0 0 356 15,0 0-148-15,0 0-184 0,-84-23-140 16,80 23-196-16,-4 0-144 0,3 0-48 16,5 6 24-16,-4-1 8 0,1 1-183 15,-1 7-181-15,-8 2-172 0,3 7-60 16,-2 7 16-16,-1 6 20 0,0 3-36 16,4 6-20-16,0 7-52 0,4 3-4 15,0 1-8-15,4 2 8 0,0-3-68 16,0-1 0-16,4-5 60 0,4-8-148 0,8-4-8 15,0-4-220-15,-1-10 180 0,10-3-105 16,-1-3-55-16,0-10-204 0,-1-2-96 16,10-4-144-16,-6 0-664 0,5-10-1204 15,-8 1-2449-15,4-11-3463 0</inkml:trace>
  <inkml:trace contextRef="#ctx0" brushRef="#br0" timeOffset="2555.555">5933 1200 4224 0,'0'0'7385'0,"0"0"-6321"0,0 0-860 16,0 0 408-16,0 0 796 0,0 0 268 0,15 86-508 15,-7-45-524-15,0 9-176 0,0 5-76 16,-4 8 124-16,4 7-112 16,-5 6-196-16,-3-3-76 0,5 4-68 0,-5-8-64 15,4-5-12-15,0-14-60 0,0-8-48 16,4-10-212-16,-1-13-168 0,6-6-52 16,-2-8-92-16,2-5-132 0,6-9-460 15,2-10-1036-15,-1-6-2085 0,-1 0-1619 16,1-19 2257-16</inkml:trace>
  <inkml:trace contextRef="#ctx0" brushRef="#br0" timeOffset="2806.776">6346 1552 468 0,'0'0'11337'0,"0"0"-9533"0,0 0-952 16,0 0 80-16,0 0 176 0,-99 3-200 16,71 11-152-16,0 1-420 0,0 8-204 15,0 5-56-15,0 4 36 0,0 3-28 0,9 0-36 16,-1 2 52-16,4-2 24 0,4-3 24 15,8-3 72-15,0-7 0 0,4 3-36 16,0-5-64-16,8-1-56 0,8-4 8 16,-1 5 100-16,6-9-4 0,3 6 28 15,-5-4-196-15,9-1 4 0,-4-5 84 16,0 2 8-16,4-2-96 0,-5-4-12 16,2 0-280-16,-1-3-272 0,-4 0-280 15,-1 0-104-15,-2 0-328 0,-2-6-1088 16,-2 2-3053-16,-6-8-3663 0</inkml:trace>
  <inkml:trace contextRef="#ctx0" brushRef="#br0" timeOffset="3016.966">6513 1914 8188 0,'0'0'4889'0,"0"0"-3465"0,0 0-1044 0,0 0 516 0,0 0 532 15,0 0-204-15,0 0-240 0,0 0-396 16,0 0-220-16,0 0 108 0,73 67 96 15,-66-46-220-15,-3 9-159 0,4 1-69 16,-8-2-28-16,5 0-88 0,-5-6-8 16,0-9-84-16,0-7-209 0,0-3-315 15,0-4-208-15,0-6-4 0,0-5-632 16,0-2-1560-16,0-12-3225 0</inkml:trace>
  <inkml:trace contextRef="#ctx0" brushRef="#br0" timeOffset="3162.374">6565 1689 3940 0,'0'0'11797'16,"0"0"-10109"-16,0 0-1092 0,0 0 292 15,0 0 192-15,0 0 20 0,0 0-556 0,0 0-456 16,0 0-88-16,0 0-428 0,81-29-460 16,-66 26-188-16,-2 3-528 0,2 0-2520 15,-7 0-4833-15</inkml:trace>
  <inkml:trace contextRef="#ctx0" brushRef="#br0" timeOffset="4165.988">7048 2016 3024 0,'0'0'9489'0,"0"0"-7997"16,0 0-1204-16,0 0 296 15,0 0 840-15,0 0-180 0,0 0-340 16,0 0-300-16,28 82-224 0,-24-56 0 16,-4 2 12-16,4-3-136 0,-4 5-168 0,0-5-88 15,0-6-84-15,0 0-100 0,0-7-316 16,0-2-76-16,-4-7-152 0,4-3-76 16,0 0-464-16,0-3-888 0,0-3-1745 15,4-17-1643-15</inkml:trace>
  <inkml:trace contextRef="#ctx0" brushRef="#br0" timeOffset="4553.829">7362 1489 8188 0,'0'0'4445'0,"0"0"-2869"0,0 0-676 0,0 0 232 16,0 0 204-16,0 0-288 15,100-3-260-15,-72 9-104 0,0 4-120 0,7 2-152 16,1 7-192-16,1 0-132 0,2 6 8 16,-3 7-96-16,-4 3-96 0,-8 6-124 15,0 4-148-15,-8-1 76 0,-9 3 96 16,-2-1 160-16,-1-5 36 0,-4-5 64 16,0-9-52-16,-4-4 0 0,-5-8-8 15,6-5 0-15,-1-8 8 0,-4 3 132 16,0-5 164-16,3-5-104 0,-2 0-196 15,-1-9 56-15,-3 0-4 0,2-11-60 0,1-8 0 16,-3-2 8-16,2-6 64 0,1-4-72 16,0 5 0-16,5-2 8 0,-1 4-8 15,4 3-12-15,4 7 8 0,3 2-116 0,5 3-64 16,0 4-108-16,8 0-40 0,0 4-8 16,4-1-284-16,-5 6-188 0,9-2-352 15,-4 5-752-15,-3 1-1156 0,7 6-2693 0</inkml:trace>
  <inkml:trace contextRef="#ctx0" brushRef="#br0" timeOffset="4791.26">8163 1867 4712 0,'0'0'9609'15,"0"0"-8085"-15,0 0-1144 0,0 0 372 16,0 0 264-16,0 0-240 0,0 0-296 0,0 0-196 15,0 0-152-15,88 9-132 16,-76-5-12-16,0 1-160 0,-4 5-156 0,0 3 8 16,-5 3-88-16,-3 6 100 0,0 3-16 15,0 4 140-15,-7-3 88 0,3-4 96 0,-4-7 12 16,4-5 36-16,4-7-48 0,0-3-112 16,-4 0-488-16,4-13-328 0,0 4-924 15,-4-17-3909-15</inkml:trace>
  <inkml:trace contextRef="#ctx0" brushRef="#br0" timeOffset="5037.943">8171 1377 1564 0,'0'0'8304'0,"0"0"-6011"0,0 0-1029 16,0 0 220-16,0 0 56 0,0 0-248 0,0 0-376 15,0 0-252-15,0 0-224 0,0 0-288 16,0 0-152-16,48 11-260 0,-40-9-464 16,-4-2-312-16,5 6-368 0,-6-2-1400 15,-3 5-4573-15,-72-41 1069 0</inkml:trace>
  <inkml:trace contextRef="#ctx0" brushRef="#br0" timeOffset="5519.638">8709 1248 13657 0,'0'0'2536'0,"0"0"-2508"0,0 0 48 16,0 0 524-16,0 0 432 0,0 0 272 15,92 82-520-15,-68-50-368 0,3 2 108 16,1 2-96-16,0 5-188 0,0 0-104 15,0 3-39-15,-4 0-25 0,0 2-68 0,-4-2 0 16,-8 3 8-16,0-5-12 0,-8 3-193 16,-1-1-159-16,-3 0-136 0,-11 0-60 0,-9 0 32 15,-3-2-84-15,-10-4-28 0,1 1-148 16,0-11-628-16,4-8-1480 0,-12-8-3417 0</inkml:trace>
  <inkml:trace contextRef="#ctx0" brushRef="#br0" timeOffset="6300.627">9503 851 5988 0,'0'0'4768'0,"0"0"-3699"15,0 0-493-15,0 0 176 0,0 0 508 16,0 0-160-16,82-23-448 0,-61 14-312 15,-1-1-176-15,-1-3-156 0,2 0 116 16,-2 1-44-16,-7 6-80 0,-4 3-88 16,0 3 76-16,-3 0 12 0,-5 12 172 0,0 8-72 15,0 7 212-15,-5 12-4 0,-11 9-196 16,4 2-60-16,-7 8-52 0,-2-4-8 16,6 0-104-16,2-4 100 0,2-5 12 15,3-7 4-15,8-3 380 0,-4-7-176 16,4-4-136-16,0-6-72 0,4-3 0 15,4 2 48-15,-1-4 40 0,1-1-16 16,1 1-60-16,2 3 0 0,6-1 52 0,-6 5-56 16,5 5 40-16,4 4 64 0,0 5-52 15,-4 4-48-15,8 1 52 0,-4 5-16 16,0 1-40-16,0-1 4 0,4 3 48 16,-5-2-60-16,5-4-8 0,-3 1-52 15,-1-7-64-15,-1 0-36 0,-2-4 76 0,-2 1 8 16,-2-4-36-16,-2 1 64 0,1-4-12 15,-4 0 60-15,0 0-4 16,-4-1 4-16,0-2 8 0,0 0 64 0,-4-3-24 16,0-3-48-16,0-1-180 0,-4-5-40 15,0-1 84-15,-4-4-112 0,-4 1-112 16,0-4-40-16,-4-2 4 0,0 3 40 16,-4-3-172-16,-3 0-392 0,-5-3-728 15,-4-3-172-15,8-1-1297 0,-20-7-5046 0</inkml:trace>
  <inkml:trace contextRef="#ctx0" brushRef="#br0" timeOffset="6934.257">11120 1470 6096 0,'0'0'6877'15,"0"0"-5845"-15,0 0-832 0,0 0 268 0,0 0 680 16,0 0-8-16,0 0-320 0,20 74-140 16,-12-41-112-16,3 6 8 0,-2-1-60 15,-5 3-224-15,3-3-108 0,1 3-184 16,-4-6-40-16,1 0-32 0,-1-6-160 16,-4-7-220-16,4-6 24 0,-1-3-16 15,-3-10-60-15,4-3-264 0,-4-3-588 0,4-4-1388 16,-4-21-2513-16</inkml:trace>
  <inkml:trace contextRef="#ctx0" brushRef="#br0" timeOffset="7134.64">11013 1196 5804 0,'0'0'10681'0,"0"0"-8733"0,0 0-1540 15,0 0 216-15,0 0 540 0,0 0-276 16,0 0-499-16,86-38-289 0,-65 26-100 16,7-1-277-16,0 4-383 0,0-1-240 15,3 1-288-15,-6 2-792 0,14 4-3812 0</inkml:trace>
  <inkml:trace contextRef="#ctx0" brushRef="#br0" timeOffset="7466.755">12064 1390 6020 0,'0'0'12329'15,"0"0"-10425"-15,0 0-1356 0,0 0-36 16,-60 73 257-16,36-50-93 0,0 2-312 16,0 1-244-16,1-1-108 0,3-3 72 15,8 1-36-15,3-4 4 0,6-1-52 16,3-5-4-16,3 3-84 0,10-4-20 15,-2 1 12-15,10 0 12 0,3-4 24 0,-1 4-12 16,5-7 8-16,0 4-32 0,0-3-12 16,0-5 60-16,-4 2-84 0,0-1 8 15,-1 1 28-15,-6 1 48 0,-2-2 36 16,-6 4 4-16,-1 3-40 0,-8-2 48 0,0 6-12 16,-8-2-40-16,-5 4 52 15,-6-3 60-15,-1 3-12 0,-4-6-48 0,-4-1-60 16,0-6-417-16,-4 4-131 0,-4-4-72 15,-3-3-164-15,-10 3-548 0,2-3-816 16,7 3-2468-16,-24 0-3321 0</inkml:trace>
  <inkml:trace contextRef="#ctx0" brushRef="#br0" timeOffset="13217.265">14200 1432 6232 0,'0'0'5825'15,"0"0"-4213"-15,0 0-852 0,-56-63 164 16,44 49 484-16,-4 3-168 0,4 4-264 0,0 7-316 15,-4 0-196-15,8 0-168 16,-4 9 104-16,0 7 28 0,1 6-232 0,-2 10-76 16,1 3 12-16,5 9-44 0,2 5-28 15,1 1 1-15,4-3-61 0,0-5-4 16,0-8-4-16,4-5-53 0,1-10 49 16,2-10-60-16,5-2-88 0,1-7-8 15,2 0 44-15,5-12 16 0,4-8-284 16,0-5-44-16,4-7-80 0,-4 0 124 15,0 0 124-15,0 0 56 0,-5 7 92 0,-2 6 32 16,-6 4 32-16,2 5 52 0,-9 3-40 16,-1 7 44-16,-3 0 212 0,0 0 8 15,0 4-144-15,4 5 32 0,-4 4 128 16,4 3-44-16,0 3-32 0,0 2-72 0,5-2-4 16,-2 4-72-16,5-7-4 0,4-3-8 15,0-3-196-15,8-4 100 0,0-3-284 16,8-3-124-16,7-7-188 0,-3-2 48 15,5 0-892-15,-10-1-1540 0,5-6-3073 0</inkml:trace>
  <inkml:trace contextRef="#ctx0" brushRef="#br0" timeOffset="13884.021">15829 1330 1812 0,'0'0'1124'0,"0"0"-904"0,0 0 4880 16,0 0-2291-16,0 0-989 0,0 0-356 0,0 0-76 15,0 0-172-15,0 0-220 0,-88-47-132 16,68 53-164-16,5 3-64 0,-6 10-100 16,2 8-120-16,-1 3-112 0,0 12-64 15,4 5-7-15,4 4-1 0,0 4-40 16,8-3-44-16,0 3-64 0,4-4-44 15,8-9-40-15,8-9-108 0,0-9-76 16,8-15-56-16,4-9 116 0,8-3-9 0,-1-20-207 16,5-5-332-16,4-9-220 0,0-12-496 15,0-2-1112-15,-12 14-2625 0,4-24-3183 16</inkml:trace>
  <inkml:trace contextRef="#ctx0" brushRef="#br0" timeOffset="14284.217">16112 771 9292 0,'0'0'5429'0,"0"0"-4521"0,0 0-484 16,0 0 608-16,0 0 564 0,0 0-320 15,0 0-496-15,0 0-452 0,0 0-324 16,0 0-4-16,0 0-48 0,8 17 48 16,4 4 100-16,4 14 68 0,0 10-24 15,-1 8-140-15,-2 14 100 0,-1 13 4 0,-5 5-44 16,-2 4-64-16,-1 0-16 15,-4-3 16-15,0-10-4 0,0-13-44 0,0-12-36 16,8-16 24-16,-1-13-76 0,6-12 28 0,-1-10-36 16,3-3-4-16,1-13-12 15,8-9-8-15,1-10-52 0,2-7 0 16,1 1 108-16,-8 3-20 0,0 6 132 0,-8 7-4 16,-1 6 4-16,-6 13-64 0,-1 2 64 15,0 4 124-15,0 0 48 0,-4 10 84 16,0 3 60-16,4 6-24 0,-1 0-24 15,1 6-36-15,5 4-12 0,-5-4 33 16,4 3-105-16,-1-3-16 0,6-1-48 16,-5-6-84-16,3-2-60 0,2-3-60 15,2-3-184-15,-2-8-145 0,-2-2-171 16,5 0-140-16,0-2-156 0,4-8-840 16,-8 0-2644-16,8-9-4085 0</inkml:trace>
  <inkml:trace contextRef="#ctx0" brushRef="#br0" timeOffset="14626.299">17057 1421 4072 0,'0'0'9805'0,"0"0"-7537"0,0 0-1412 16,0 0 148-16,-100-2 412 0,72 11-60 16,4 4-308-16,0 7-235 0,5 2-305 15,2 3-168-15,1 6-100 0,8-1-60 16,4-3-32-16,4-4-76 0,0-4-72 15,4-6-84-15,4-4-28 0,4-6 16 16,4-3 0-16,0 0 0 0,8-12-84 16,4-7-256-16,-1-4-232 0,1-5 27 15,0-4 69-15,-4 7-64 0,-3-1 40 16,-2 7 44-16,-7 7 12 0,0 6 68 0,-4 6 116 16,-3 0 156-16,-2 0 200 0,1 6 336 15,0 3 108-15,-4 4 72 0,4 3-24 16,-4 3 20-16,0-4 16 0,4 4-40 15,-4 0 44-15,0-2-91 0,0-4-201 0,0-1-184 16,0-5-56-16,4-1-96 0,-4-6-132 16,4 0-417-16,4-4-247 0,0-5-196 15,0-1-1220-15,8-11-3672 0</inkml:trace>
  <inkml:trace contextRef="#ctx0" brushRef="#br0" timeOffset="14785.098">17451 1413 6900 0,'0'0'7717'16,"0"0"-6557"-16,0 0-656 0,0 0 392 0,8 76 948 16,-12-54 160-16,-5 0-567 15,5-3-641-15,4-2-528 0,0-5-268 16,0-2-180-16,4-1-204 0,5-7-576 0,-1 3-365 16,-1-5-1067-16,-3-5-4008 0</inkml:trace>
  <inkml:trace contextRef="#ctx0" brushRef="#br0" timeOffset="14927.097">17467 1152 9216 0,'0'0'7257'16,"0"0"-6509"-16,0 0-552 0,0 0 80 16,0 0-276-16,84-63-264 0,-60 53-868 15,-1 4-748-15,-7-1-2273 0,12 4-3579 0</inkml:trace>
  <inkml:trace contextRef="#ctx0" brushRef="#br0" timeOffset="15218.251">17770 1355 5124 0,'0'0'6385'15,"0"0"-3881"-15,-25 73-1784 0,18-47 64 16,-5 3 944-16,3-4 112 0,6-6-444 16,-1-2-520-16,4-9-460 0,0-2-223 0,0-2-97 15,4-1-96-15,8-3 0 0,-4 0 48 16,3 0-36-16,6-7-12 0,-2 1-377 15,6-7-147-15,-1 1-24 0,-5-1 108 16,5 4 96-16,-4-4 152 0,0 4-44 16,0-1-32-16,-4 4 136 0,0 0 132 15,-1-1 60-15,-2 4 140 0,-1-4 288 16,0 7-60-16,-1-3-244 0,-2 3-76 16,3 0 40-16,-4 0 36 0,0 0 20 15,-1 10 16-15,1 0-60 0,0 2 56 0,-4 7 17 16,5 0-61-16,-1 3-124 0,4-3-48 15,-5-2-88-15,5-2-517 0,1-5-579 16,-1-4-756-16,3-6-4372 0</inkml:trace>
  <inkml:trace contextRef="#ctx0" brushRef="#br0" timeOffset="15728.269">18857 1539 13013 0,'0'0'2848'16,"0"0"-1980"-16,0 0-668 0,0 0-100 15,0 0 0-15,0 0 36 0,0 0-136 16,40 70-584-16,-32-66-436 0,-4-1-252 16,0 0-908-16,-4-3-4101 0</inkml:trace>
  <inkml:trace contextRef="#ctx0" brushRef="#br0" timeOffset="15885.316">18821 1895 12257 0,'0'0'3112'0,"0"0"-2384"0,0 0 460 15,0 0 680-15,0 0-96 0,0 0-667 16,0 0-705-16,0 0-360 0,0 0-40 16,0 0-100-16,92 13-809 0,-64-19-407 15,0-1-588-15,-4 1-2888 0,4 2-6989 0</inkml:trace>
  <inkml:trace contextRef="#ctx0" brushRef="#br0" timeOffset="16897.38">20021 705 860 0,'0'0'9832'0,"0"0"-7279"0,0 0-905 15,0 0-124-15,0 0-104 0,0 0-484 16,0 0-480-16,0 0-52 0,0 0 60 16,52 89 332-16,-28-41-200 0,3 5-219 15,-3 7-13-15,0 1-96 0,0 9-220 0,0-1 24 16,-4 4-72-16,0 4 4 0,-5-1-4 15,6 0 0-15,-10-6-8 0,6-3-52 16,-6-13 60-16,2-7-8 0,-6-15 4 16,5-7-68-16,1-12 64 0,-2-7 4 15,2-3 4-15,-6-6 8 0,9-10-4 16,4-6 8-16,0-12 96 0,0-7-100 0,4-11-8 16,-4-1-12-16,-1-10-72 0,2 0 20 15,-1-7-20-15,-5-3 24 0,6-3-24 16,-2 3 24-16,1 1-148 0,4 2 136 15,-5 6-125-15,2 7 89 0,-5 10 36 16,-4 3-124-16,-1 8-180 0,-2 5-40 16,-9 9-72-16,0 10-172 0,0 2-216 15,-4 4-508-15,-8 3-1424 0,4 3-2933 16,-20 10-2571-16</inkml:trace>
  <inkml:trace contextRef="#ctx0" brushRef="#br0" timeOffset="17101.538">20256 1226 1044 0,'0'0'9284'15,"0"0"-6803"-15,0 0-865 0,0 0-228 16,0 0-120-16,0 0-328 0,0 0-200 16,0 0 144-16,0 0-148 0,88 2-260 15,-56-11-196-15,0-1-244 0,3-3-36 16,1 1-72-16,0-1-416 0,-1 4-444 15,6 2-220-15,-5 1-720 0,-8 1-2532 16,19 0-4461-16</inkml:trace>
  <inkml:trace contextRef="#ctx0" brushRef="#br0" timeOffset="17980.446">21244 796 4468 0,'0'0'2552'0,"0"0"1949"0,0 0-2989 16,0 0-240-16,0 0 392 0,0 0-300 15,0 0-436-15,0 0-140 0,0 0 8 16,0 74 120-16,4-36-76 0,0 9-75 0,0 0-257 16,-1 12-144-16,-3 0-108 15,0 5-172-15,0 0-36 0,0 2-48 0,-3 1-48 16,3-7-36-16,-4-3-268 0,4-9-264 15,0-10-101-15,4-9 1 0,8-14 8 16,0-5-64-16,3-10-520 0,2-3-1300 16,-1-6-2645-16,3-17-2967 0</inkml:trace>
  <inkml:trace contextRef="#ctx0" brushRef="#br0" timeOffset="18254.752">21667 1025 1032 0,'0'0'9784'15,"0"0"-7767"-15,0 0-809 0,0 0-20 16,0 0-164-16,-97 0-452 0,69 16-460 16,-4 6-112-16,0 1-136 0,6 2-12 15,-2 1 60-15,3-1-36 0,9 3-52 0,-3-2 32 16,10-4 20-16,-3 1 124 16,9-5 236-16,3 1 28 0,0-3-64 0,0 3 24 15,7-3 52-15,1 4 44 0,5-5 92 16,2 1-80-16,-2 0 52 0,6 0-28 15,-3-4-24-15,5-2-64 0,-6 3-36 0,5-7-108 16,-1 4-124-16,2-4-76 0,-6-3 28 16,2-3-60-16,-1 0-484 0,-1 0-416 15,-3 0-556-15,1-3-2324 0,-2-7-4893 0</inkml:trace>
  <inkml:trace contextRef="#ctx0" brushRef="#br0" timeOffset="18468.014">21858 1451 8372 0,'0'0'4737'0,"0"0"-2685"0,0 0-1072 15,0 0 324-15,0 0 212 0,0 0-300 16,0 0-436-16,0 0-452 0,0 0-216 16,0 0-40-16,7 76-12 0,-7-64-60 0,4 1 0 15,0 0-12-15,0 3-72 0,-4-3-100 16,5-5-156-16,-5-1-28 0,0-3-168 15,4-4-372-15,-4 0-384 0,4-11-1160 16,-4 5-2225-16,0-13-2827 0</inkml:trace>
  <inkml:trace contextRef="#ctx0" brushRef="#br0" timeOffset="18617.438">21914 1232 8412 0,'0'0'6557'16,"0"0"-5197"-16,0 0-884 0,0 0 716 0,0 0 224 15,0 0-436-15,0 0-724 0,0 0-256 16,0 0-256-16,0 0-12 0,79-51-320 16,-55 47-472-16,-4 4-400 0,-4 0-1460 15,4 4-4325-15</inkml:trace>
  <inkml:trace contextRef="#ctx0" brushRef="#br0" timeOffset="18800.269">22356 1505 9572 0,'0'0'5641'0,"0"0"-4581"16,0 0-336-16,-28 72 380 0,20-47-108 15,-5-1-260-15,6 1-392 0,-1 0-248 16,4-3-96-16,0 0-84 0,-1 2-64 16,1-6-416-16,1-3-296 0,-1-1 20 0,0-5-304 15,4-2-880-15,-4-5-2217 0,0-2-3187 16</inkml:trace>
  <inkml:trace contextRef="#ctx0" brushRef="#br0" timeOffset="19467.509">22599 802 6216 0,'0'0'2588'0,"0"0"177"15,0 0-1869-15,0 0-192 0,0 0 908 16,0 0-24-16,84-14-444 0,-57 26-424 16,5 4-192-16,4 6-72 0,0 3-88 0,0 4-76 15,-5 6-84-15,1 0-60 0,-4-1-88 16,-7 5 52-16,-2 2-108 0,-7 3 0 16,0 1-4-16,-8-1 4 0,0 4 8 15,-4-7-12-15,-4-2 4 0,-8-7 40 0,4-5-44 16,-4-7 12-16,4-8 64 0,1-5-76 15,2-4-220-15,-3-3 72 0,4 0 140 16,-4-10 8-16,1-2-72 0,2-8 64 16,1-5-92-16,0-9 4 0,0-5 88 15,4-8-44-15,0-2 48 0,0-1-56 16,4 3-32-16,4 3 88 0,4 4-164 16,4 7 80-16,4 3 16 0,0 5-28 15,0 6 28-15,4 0-40 0,-4 3-84 16,3 4-12-16,-3-1-100 0,1 7-424 15,-2 0-348-15,1-1-936 0,-8 7-2697 0,4 0-3863 0</inkml:trace>
  <inkml:trace contextRef="#ctx0" brushRef="#br0" timeOffset="19713.341">23291 1270 7656 0,'0'0'7665'0,"0"0"-6169"0,0 0-1420 16,0 0-40-16,0 0 336 0,0 0 212 16,81-22-100-16,-61 18-288 0,-1 4-196 15,1 0-60-15,0 4-16 0,-4 5 40 0,-4 7 36 16,4 0 184-16,-8 6-12 0,0 0 184 16,-8 3-36-16,0 1 0 0,0-3-52 15,0-4-120-15,0-1-64 0,0-8-84 16,-4-1 0-16,4-5-8 0,-4-4-112 15,0 0-492-15,4-10-336 0,-4-3-588 16,0 1-1484-16,4-11-4157 0</inkml:trace>
  <inkml:trace contextRef="#ctx0" brushRef="#br0" timeOffset="19868.752">23459 911 6916 0,'0'0'7497'0,"0"0"-5909"0,0 0-1160 15,0 0 236-15,0 0 240 0,0 0-300 0,0 0-492 16,92-57-112-16,-69 51-580 0,5 6-712 16,-8-4-792-16,12 4-3057 0</inkml:trace>
  <inkml:trace contextRef="#ctx0" brushRef="#br0" timeOffset="20717.656">21053 974 900 0,'0'0'872'0,"0"0"4660"15,0 0-2304-15,0 0-1311 0,0 0-437 16,0 0-168-16,-84 77-252 0,64-55-236 16,4 3-240-16,0 7-212 0,1 0 20 15,2 2 4-15,1 5 168 0,5 5-148 16,3 1-96-16,4 5-112 0,0 2-28 16,0-2-68-16,4 1-52 0,0 3-60 15,7 0 4-15,2-4-4 0,-2 2-84 0,10-8-16 16,-2 1-276-16,9-8-188 0,7-2-88 15,6-6-208-15,6-7-208 0,5-2-740 0,-8-12-1232 16,28-8-3137-16</inkml:trace>
  <inkml:trace contextRef="#ctx0" brushRef="#br0" timeOffset="21250.544">23950 851 5548 0,'0'0'4168'0,"0"0"-1143"15,0 0-2133-15,0 0-268 0,0 0 464 16,0 0 380-16,23 69-376 0,-11-47-448 16,4 5-228-16,0 0-72 0,3 5-36 15,2 1-40-15,-1 1-144 0,-1 4-64 16,-2-2-56-16,-2-3-4 0,-2 3-8 16,-2 2-4-16,-7-3 0 0,-4 3 12 15,0 3-132-15,-12 1-64 0,-4 2-212 16,-3 0-156-16,-9 5-40 0,0-2-4 0,-4 0-36 15,0-2-48-15,-4-1-324 0,-4-5-556 16,0-9-680-16,8-10-1629 0,-20-4-1987 0</inkml:trace>
  <inkml:trace contextRef="#ctx0" brushRef="#br0" timeOffset="21816.956">24854 1581 7312 0,'0'0'3044'0,"0"0"-743"0,0 0-961 0,0 0-256 16,0 0 164-16,0 0-112 0,31 82-356 16,-31-56-252-16,-3 2-196 0,-9 1-96 15,-1 2-52-15,2 1-64 0,-6-3-116 16,6-4-4-16,-2 1-8 0,2-7-188 16,-1-6-456-16,8-4-196 0,-4-6-72 15,8 1-208-15,-4-4-612 0,4 0-984 16,-4-10-4329-16</inkml:trace>
  <inkml:trace contextRef="#ctx0" brushRef="#br0" timeOffset="22385.063">25746 724 716 0,'0'0'8432'0,"0"0"-5723"0,0 0-981 15,0 0-196-15,0 0-124 16,0 0-152-16,0 0-304 0,0 0-264 0,0 0-296 16,0 0-184-16,8 53 184 0,1-21 388 15,-2 7-296-15,-3 5-115 0,0 6-21 16,0 2-44-16,0 5-72 0,0 0-40 16,-4 6 24-16,0 4-8 0,0-3-76 0,-8 3-60 15,0-4-64-15,4 0 36 0,-3 0-44 16,2-5-8-16,1-4-52 0,0-4 12 15,4-8-192-15,0-13-136 0,0-4-120 16,8-13-64-16,4-2-97 0,-4-10 37 16,8 0 36-16,0-12-188 0,8-7-548 15,0-7-1176-15,-5 1-2941 0,9-17-3823 0</inkml:trace>
  <inkml:trace contextRef="#ctx0" brushRef="#br0" timeOffset="22672.615">26388 1114 3284 0,'0'0'10609'0,"0"0"-8273"0,0 0-1848 0,0 0-376 15,0 0 312-15,-100 19 172 0,69-3 120 16,-6 4-248-16,1-1-320 0,0 6-148 16,1 3 0-16,-1 1-64 0,4 3 64 15,0-1 4-15,1 5-4 0,6-9 8 16,1 5-8-16,9-3 76 0,-2-3-40 15,10-4-36-15,3 0-4 0,0-3 4 0,4-3 4 16,4 3 4-16,4-4 0 16,3 5 56-16,6-1 32 0,-2 0 52 0,1 0 0 15,0 0-16-15,4 0-68 0,-3-3-52 16,2 3 56-16,1-7-68 0,-1 1-12 16,6-3-60-16,2-3-320 0,1-1-592 15,0-6-268-15,-3 0-852 0,6-3-3661 0</inkml:trace>
  <inkml:trace contextRef="#ctx0" brushRef="#br0" timeOffset="23031.978">26392 1714 7868 0,'0'0'6453'0,"0"0"-4977"0,0 0-1352 16,0 0 168-16,0 0 308 0,0 0 24 16,0 0 44-16,0 0-188 0,87-6-272 15,-62 0-208-15,-2-1-24 0,1 7-220 16,-4 3 8-16,-1 7 236 0,-2 9 60 16,-2 6 252-16,-6 7 20 0,-5 5 84 0,0 5 100 15,-4 3 56-15,-4 3-96 0,-4-4-220 16,-4 0-48-16,0 1-40 0,-4-1 28 15,0-6-75-15,4-2-37 0,0-8-32 16,4-6-52-16,0-6-4 0,0-3-96 16,4-7-265-16,4-6-219 0,-4 0-48 15,0-13-300-15,0-9-556 0,4 3-1288 16,-3-23-3837-16</inkml:trace>
  <inkml:trace contextRef="#ctx0" brushRef="#br0" timeOffset="23171.609">26603 1444 4060 0,'0'0'11649'0,"0"0"-9897"0,0 0-1172 15,0 0 360-15,0 0-180 16,99-56-444-16,-75 45-316 0,4 3-260 0,0 1-404 16,0 0-408-16,-1 7-580 0,-6 0-2564 15,-1 0-5321-15</inkml:trace>
  <inkml:trace contextRef="#ctx0" brushRef="#br0" timeOffset="23334.412">27045 1921 14081 0,'0'0'2156'15,"0"0"-2156"-15,0 0 16 0,-28 73-16 0,20-51 0 16,-3-3-144-16,2 0-548 0,-3 0-696 15,5-7-1116-15,-6 5-4001 0</inkml:trace>
  <inkml:trace contextRef="#ctx0" brushRef="#br0" timeOffset="23950.248">27344 983 7476 0,'0'0'3172'0,"0"0"-1259"0,0 0-533 16,84 0-496-16,-45 11 12 0,1 2 20 15,0 5-192-15,0 5-104 0,0 5-100 16,-1 4-80-16,-2-1-144 0,-5 7-12 16,0 1 32-16,-9 2-168 0,-3-3-24 15,-4 4-120-15,-8-2 8 0,-8 2 48 16,0 0-52-16,-4-5-4 0,-4-5 8 0,-4-4 36 15,4-5-36-15,0-10 76 16,4-5-4-16,-4-3-12 0,0-5-8 0,4 0 140 16,-4-7-128-16,0-2 12 0,0-5-88 15,1-5-160-15,3-6-32 0,4-6-28 16,0-4-24-16,4-11 144 0,7-1-60 16,6 0 64-16,-6 3-100 0,9 5-12 0,0 4-40 15,0 7-44-15,4 5 56 0,-1 4-468 16,-2 0-476-16,-1 1-832 0,-5 8-1985 15,-2 1-2899-15</inkml:trace>
  <inkml:trace contextRef="#ctx0" brushRef="#br0" timeOffset="24220.469">28089 1607 8068 0,'0'0'7641'0,"0"0"-7125"0,0 0-516 15,0 0 0-15,0 0 164 0,0 0 384 16,0 0-248-16,80 12-220 0,-57-10-80 16,1 9-76-16,0-2-36 0,4 4 104 0,-7 6-100 15,-6 0 108-15,-3 6 100 16,0 4 24-16,-8-1 212 0,-4 0-64 0,0 2 12 16,0 1 72-16,-8-5 88 0,0-1-76 15,-4 0-108-15,4-8-40 0,1-2-84 16,-6-5-52-16,9-3-84 0,-4-7-148 15,5 0-340-15,-10-11-496 0,9-3-368 16,-4-12-128-16,5 6-1220 0,-1-21-5077 0</inkml:trace>
  <inkml:trace contextRef="#ctx0" brushRef="#br0" timeOffset="24368.294">28372 1324 7096 0,'0'0'8113'0,"0"0"-6817"0,0 0-1132 15,0 0 60-15,0 0 272 0,0 0-196 16,87-26-300-16,-59 17-436 0,0-1-704 0,-7 1-660 16,2 0-3581-16</inkml:trace>
  <inkml:trace contextRef="#ctx0" brushRef="#br0" timeOffset="25168.756">25391 1041 3768 0,'0'0'2724'0,"0"0"1176"0,0 0-2275 15,0 0-129-15,0 0-40 0,0 0-312 16,-92 57-304-16,77-38-156 0,-1-3-152 15,4 6-100-15,0 4-12 0,4 2-76 16,4 7 0-16,0 0-40 0,4 3-24 16,0 7-24-16,0 0-72 0,4 2-124 15,0 4-8-15,1 2-52 0,-2 2-64 16,1-1 60-16,0-4-8 0,8-2-424 0,4-11-324 16,16-4-176-16,11-11-224 0,13-9-768 15,-7-10-2620-15,50-19-4081 0</inkml:trace>
  <inkml:trace contextRef="#ctx0" brushRef="#br0" timeOffset="25534.042">28810 651 9260 0,'0'0'4825'16,"0"0"-4533"-16,0 0 236 0,0 0 616 16,91 28 24-16,-70-15-164 0,-1 0-168 15,-5 2-248-15,5 4-232 0,-4 7-112 16,0-1-60-16,0 6 108 0,-4 8 24 15,0-1 88-15,-8 6 45 0,-4 8-25 16,0 2-252-16,-4 6-124 0,-8 1-4 16,-4 5-44-16,-3-3-72 0,-6 1-148 0,1 0-216 15,0-7-125-15,-4-3-59 0,5-3-200 16,-5-4-248-16,4-9-640 0,0-3-904 0,5-10-2297 16,-22 0-3531-16</inkml:trace>
  <inkml:trace contextRef="#ctx0" brushRef="#br0" timeOffset="35200.785">19909 3210 11009 0,'0'0'4096'0,"0"0"-3316"0,0 0-224 16,0 0 152-16,36 76 556 0,-16-57-132 16,0-3-376-16,4-3-352 0,4-3-244 15,0-10-64-15,-1 0-48 0,5-10 28 16,0-3-28-16,-4-10 12 0,0 1-60 15,0-6-12-15,-4-1-100 0,-4-2-204 0,-5-1-160 16,2 3-24-16,-6-3 72 16,-3 7 232-16,-4 0 96 0,-4 3 40 0,0 2 56 15,-8 1 4-15,-3 4 48 16,-2-2 160-16,-6 2-96 0,-1 1 60 0,-1 5-64 16,2-1 52-16,-1 4-48 0,4 6 8 15,0 0 148-15,1 4-148 0,-2 8-120 0,2 11-84 16,2 3-16-16,-2 7 100 0,2 9 100 15,5-1 32-15,5 10-132 0,-1 1 0 16,4 4 4-16,0-2 96 0,7 3-100 16,5-6 0-16,4-6 128 0,0-14 152 15,4-5-156-15,0-7-16 0,0-6-40 16,0-7-68-16,4-6-8 0,-5 0 4 16,5-6-8-16,4-11-156 0,-3-5-188 15,3-6-252-15,-4-4-152 0,4-3-252 16,-5-2-884-16,-3 8-2184 0,12-16-2097 0</inkml:trace>
  <inkml:trace contextRef="#ctx0" brushRef="#br0" timeOffset="35354.795">20730 3079 10844 0,'0'0'2093'0,"0"0"-805"0,0 0 424 15,0 90 272-15,0-59-284 0,0 1-356 0,0-4-419 16,0 1-381-16,0-7-288 0,0-6-256 15,0-3-132-15,0-7-416 0,0-3-97 16,0-3-83-16,0 0-324 0,0-9-708 16,0-1-2748-16,0-15-5189 0</inkml:trace>
  <inkml:trace contextRef="#ctx0" brushRef="#br0" timeOffset="35549.862">20578 2803 13133 0,'0'0'2268'0,"0"0"-1260"0,0 0 28 0,0 0 100 16,0 0-16-16,0 0-340 0,0 0-524 15,108-64-256-15,-72 58-12 0,4 3-280 16,4 3-552-16,-1-3-212 0,1 3-344 0,-12 0-1544 16,8 6-4709-16</inkml:trace>
  <inkml:trace contextRef="#ctx0" brushRef="#br0" timeOffset="35711.615">21145 3140 14113 0,'0'0'2384'0,"0"0"-1464"0,0 0 220 16,0 0 456-16,103 23-64 0,-71-23-691 15,3-5-541-15,5-4-300 0,4-7-60 16,-4-3-216-16,-4 0-212 0,-1-6-265 15,-3 0-135-15,-4-1-608 0,-11 3-2404 16,-2-8-3673-16</inkml:trace>
  <inkml:trace contextRef="#ctx0" brushRef="#br0" timeOffset="35917.092">21364 2724 9276 0,'0'0'5061'0,"-28"76"-3973"0,20-31-272 0,-5 12 592 16,2 12 332-16,2 5-224 0,-2 2-435 16,7-1-633-16,0-1-348 0,4-4-100 15,0-14-60-15,0-11-292 0,11-13-61 0,6-19-27 16,7-13-84-16,3-7 0 0,1-18-88 16,4-10-284-16,0-13-964 0,-8 11-2224 15,8-30-3133-15</inkml:trace>
  <inkml:trace contextRef="#ctx0" brushRef="#br0" timeOffset="36283.749">21671 2400 12645 0,'0'0'2072'0,"0"0"-1428"0,0 0 60 16,0 0 372-16,0 0 28 0,0 0-256 16,0 0-320-16,-4 95-124 0,4-44 96 15,0 13 500-15,0 5-355 0,0 15-185 0,-9 4-144 16,1 5-52-16,-8 1-144 0,0 1-48 15,0-9-72-15,1-13-88 0,7-13 80 16,4-16-52-16,4-17 0 0,0-15-192 16,12-12-196-16,8-12-64 0,3-15-9 15,5-13-163-15,8-11-96 0,0-3-212 16,0-3-356-16,-4 3-44 0,-4 9 156 16,-5 7 44-16,-3 13 428 0,-7 6 316 15,2 13 448-15,-7 6 728 0,1 12 544 16,-5 10 176-16,-1 4-236 0,1 5-480 0,0 4-140 15,-4-3-24-15,0-1 68 0,4-1 12 16,0-2-88-16,-4-6-24 0,4-3 73 16,1-9-221-16,2-4-388 0,1-6 0 0,4 0-328 15,0-13-181-15,0-6-111 0,8-3-200 16,-5-3-540-16,2 0-1372 0,-2 2-3577 16,-2 2-3195-16</inkml:trace>
  <inkml:trace contextRef="#ctx0" brushRef="#br0" timeOffset="36567.289">22212 3182 12553 0,'0'0'1960'0,"0"0"-1464"16,0 0 156-16,0 0 852 0,0 0 92 15,0 0-416-15,0 0-680 0,0 0-352 16,84 6-148-16,-64-25-88 0,-5-4-264 0,6 0-116 16,-2-2-20-16,-6 0-104 0,-2 3 0 15,-3 3 84-15,-8 3 100 0,0 7 408 16,-4 2 60-16,-11 3 264 0,-6 4 136 15,-7 0 68-15,0 4-60 16,-4 6 24-16,1 6 0 0,3 3-52 0,0 3-136 16,8 3-36-16,4 6-108 0,1 2 68 15,2-1 16-15,5-1 97 0,1 4 95 0,-1-3-132 16,8-7-60-16,0-2-180 0,4-5-64 16,7-7-184-16,6-9-144 0,6-2-32 15,1-9-261-15,4-7-207 0,0-7-52 16,4-2-524-16,-8 3-2596 0,19-16-4229 0</inkml:trace>
  <inkml:trace contextRef="#ctx0" brushRef="#br0" timeOffset="36773.485">22666 3048 12525 0,'0'0'2552'16,"0"0"-1684"-16,0 0-64 0,0 0 268 0,36 69 320 16,-32-46-180-16,0 2-568 0,1 1-168 15,-5 2 385-15,0 4 59 0,0-4-436 16,-9 2-276-16,1-5-136 0,-3 0-72 15,2-7-12-15,1-1-136 0,4-8 28 16,4-2-12-16,0-7 72 0,0-3-120 0,4-8-148 16,9-3-12-16,2-5 88 0,9-10-88 15,0-3-97-15,3-3-183 0,10 0-124 16,-5-3-272-16,4 2-524 0,-8 11-1188 16,15-10-2769-16</inkml:trace>
  <inkml:trace contextRef="#ctx0" brushRef="#br0" timeOffset="37745.861">24451 2686 9608 0,'0'0'3053'0,"0"0"-1221"0,0 0-372 0,0 0-144 16,0 0-252-16,-91 53-396 0,74-29-388 16,6 1-120-16,3 8 48 0,4 9 64 0,4 9-64 15,0 4 48-15,4 2-48 16,7 6-88-16,-3 0 28 0,5 4-100 15,-2-7-48-15,6-5 0 0,-2-12-100 16,5-7-8-16,1-11-24 0,2-9-260 0,1-10-292 16,4-6 68-16,0 0-184 0,0-9-392 15,-4-4-1376-15,4-15-3913 0</inkml:trace>
  <inkml:trace contextRef="#ctx0" brushRef="#br0" timeOffset="38017.036">24989 2460 12513 0,'0'0'1580'0,"0"0"-1276"0,0 0 528 16,0 0 752-16,8 84-32 0,-8-47-556 0,4 10-336 15,0 4-24-15,-4 9 156 16,0 11-223-16,0 5-217 0,-4 7-192 0,-8-1-84 15,0 7-76-15,-3-10-108 0,-2-3-208 16,6-12-209-16,2-13-59 0,9-20 100 16,0-8 20-16,4-17-76 0,8-6-420 15,4-10-584-15,-4 1-1340 0,13-26-2905 0</inkml:trace>
  <inkml:trace contextRef="#ctx0" brushRef="#br0" timeOffset="38283.961">25391 2832 10828 0,'0'0'2629'16,"0"0"-1817"-16,0 0-316 0,0 0 296 0,-95 25 264 15,67-6-284-15,-4 3-424 16,0 1-348-16,4 2-48 0,1 0-40 0,3 0 88 16,7 2 0-16,2-9-4 0,7 1-48 15,3-6 40-15,5 3 12 0,0-3 104 16,0-1 96-16,9 1 120 0,3 4 308 15,-1 2 112-15,6 0-276 0,3 2-96 16,-5 2 56-16,9-1 88 0,-3-3-148 16,6 3-107-16,-3-6-197 0,8 0-60 15,-4-7-84-15,3 1-293 0,1-4-279 16,0-3-272-16,-4 0-348 0,0 1-1096 0,-8-4-2612 16,5 0-5129-16</inkml:trace>
  <inkml:trace contextRef="#ctx0" brushRef="#br0" timeOffset="39022.405">25802 3292 8988 0,'0'0'2081'0,"0"0"-961"15,0 0-100-15,0 0 416 0,0 0 24 0,0 0-284 16,0 0-480-16,0 0-80 0,0 0 232 15,0 0-136-15,8 77-236 0,-8-50-184 16,0 0-108-16,0 1-28 0,0-6-52 16,0-3-104-16,0-2-60 0,0-5-84 15,0-6-224-15,4-3-240 0,3-3-300 16,2-3-188-16,3-10-628 0,-5 1-1220 0,6-11-4213 16</inkml:trace>
  <inkml:trace contextRef="#ctx0" brushRef="#br0" timeOffset="39216.918">25758 3026 1420 0,'0'0'9993'0,"0"0"-8301"15,0 0-1172-15,0 0 268 0,0 0 424 16,0 0-432-16,0 0-404 0,84-3-376 15,-68 3-252-15,-4-4-716 0,-1 4-688 16,-2 0-2293-16,-9-3-5435 0</inkml:trace>
  <inkml:trace contextRef="#ctx0" brushRef="#br0" timeOffset="39812.319">26204 3486 9852 0,'0'0'1637'0,"0"0"-957"0,0 0 268 16,0 0 524-16,0 0-72 0,0 0-172 15,0 0-436-15,0 0-348 0,0 79-84 16,-7-53-44-16,-6-1-144 0,2-3-172 0,-2 4 0 16,5-8-96-16,4-2-212 0,1-2-248 15,-1-9-320-15,4 1-388 0,4-6-624 16,3 0-1220-16,10-6-2473 0</inkml:trace>
  <inkml:trace contextRef="#ctx0" brushRef="#br0" timeOffset="40284.173">26698 2854 12449 0,'0'0'3784'0,"0"0"-3008"0,0 0-540 0,0 0 160 16,0 0 532-16,0 0-92 0,0 0-272 16,0 0-284-16,0 0-72 0,0 0 96 15,68 90 208-15,-52-57-148 0,0 6-192 16,4 2-160-16,-8 0-12 0,0 7-48 15,-4 0 0-15,0 3 48 0,-8-4-124 16,4-2-80-16,-4-7 80 0,0-6 120 16,3-10 4-16,-3-6-12 0,0-4-48 15,0-5-220-15,0-7-88 0,0 0 100 16,-7 0 100-16,3-4-56 0,-4-5 140 16,-1-1 84-16,2-5 0 0,3-1 4 0,0-6 8 15,4-3-4-15,0-8 116 0,8-2-40 16,-1-6 100-16,6 0-116 0,2-3-64 15,6 5 4-15,3 1 56 0,0 0-64 16,8 7 0-16,0-1-172 0,3 4 12 0,-3 5-72 16,4 0-60-16,0 8-16 15,-5-1-232-15,1 6-128 0,0 4-300 0,-4-1-200 16,-4 4-268-16,0 3-296 0,-8 0-697 16,0 3-2931-16</inkml:trace>
  <inkml:trace contextRef="#ctx0" brushRef="#br0" timeOffset="40545.424">27359 3279 13817 0,'0'0'2652'0,"0"0"-2180"15,0 0-308-15,0 0 308 0,0 0 280 0,0 0 220 16,0 0-492-16,0 0-296 16,0 0 60-16,0 0 36 0,32 73-108 0,-32-56-88 15,0 2-80-15,0-4-4 0,0-2-4 16,0 0-4-16,0-4-52 0,0-2-88 0,5-4-472 16,-5-3-228-16,4-3-312 0,0-7-800 15,-4 1-2412-15,4-14-4353 0</inkml:trace>
  <inkml:trace contextRef="#ctx0" brushRef="#br0" timeOffset="40718.056">27492 3032 3284 0,'0'0'10713'16,"0"0"-9021"-16,0 0-1036 0,0 0 588 15,0 0-268-15,0 0-484 0,0 0-380 0,86-19-112 16,-65 16-372-16,7 3-440 15,-4 0-244-15,0 0-652 0,-5 0-2745 0,5-3-5119 0</inkml:trace>
  <inkml:trace contextRef="#ctx0" brushRef="#br0" timeOffset="41033.311">28216 2724 16053 0,'0'0'2652'0,"0"0"-2296"0,0 0 112 16,0 0 496-16,0 0 12 0,0 0-307 0,0 0-269 16,76 34-172-16,-48-8 40 0,-1 6 204 15,1 3-148-15,0 6-116 0,-3 0-124 16,-1 3 8-16,-9 2-88 0,1-2-8 15,-4 0-40-15,-8-3-200 0,-4 3-128 16,0-2 20-16,-12-1-24 0,1-3 16 16,-10 4 56-16,1-7-97 0,-8 0-147 15,0 0-60-15,-4-10-116 0,5 0 52 0,-4-2 44 16,3-8-348-16,0-4-800 0,3-3-1084 16,-3-4-2789-16</inkml:trace>
  <inkml:trace contextRef="#ctx0" brushRef="#br0" timeOffset="41620.707">29810 2679 12973 0,'0'0'2016'0,"0"0"-1448"15,0 0 252-15,0 0 944 0,0 0 164 16,0 0-524-16,-84 48-663 0,41-26-497 15,-13 6-196-15,-4 5-48 0,-4-5 8 0,1 4 0 16,3-4-8-16,4 1-48 0,4-4-100 16,4 0-56-16,5-2 44 0,10-4 76 15,14-3 72-15,6-3-49 0,10-1-75 16,3-2 52-16,8 2 84 0,12 4 124 16,4 0 21-16,4-3 35 0,3 0-20 15,9-1 8-15,1-1-20 0,-6-3-4 16,5 3-48-16,-1-2 52 0,-3 0-136 0,-4 1-12 15,-4-1 0-15,-8-2-100 0,-3-1-212 16,-6-3-200-16,-3 3-265 0,0-2-247 16,-8-1-376-16,0 3-668 0,-4 0-744 15,-4 1-1893-15,-16-1-3131 0</inkml:trace>
  <inkml:trace contextRef="#ctx0" brushRef="#br0" timeOffset="41804.151">29097 3327 7248 0,'0'0'4377'0,"0"0"-2621"16,0 0-184-16,0 0 76 0,0 0-344 16,0 0-576-16,0 0-208 0,0 0 44 15,0 0 328-15,111 38-140 0,-67-21-300 0,9-3-271 16,2 0-141-16,1 2-40 0,-4-4-48 16,4 1-217-16,-9-4-735 0,1-2-392 15,-4 2-596-15,-13-6-2128 0,9 4-3805 0</inkml:trace>
  <inkml:trace contextRef="#ctx0" brushRef="#br0" timeOffset="42478.23">30559 2717 6352 0,'0'0'5917'0,"0"0"-3893"0,0 0-720 0,0 0 112 16,0 0-128-16,0 0-292 0,-79 39-224 16,59-18-256-16,4 5-68 0,0 9 16 15,4 3 193-15,3 7-101 0,6 5-144 0,-1 5-84 16,0 5-88-16,4 6-60 16,-4 1-132-16,0 0 12 0,4-1-44 0,0-5-16 15,0-7 0-15,4-7-52 16,8-12-32-16,4-2-144 0,3-8-232 0,9-9-120 15,4-7-185-15,5-6-159 0,2-3-164 16,9-12-596-16,-4-4-1128 0,-8 0-2617 16,11-16-3127-16</inkml:trace>
  <inkml:trace contextRef="#ctx0" brushRef="#br0" timeOffset="42753.74">31049 2479 9248 0,'0'0'3245'16,"0"0"-1737"-16,0 0-96 0,0 0 32 0,13 96-164 15,-6-52-60-15,-3 7-388 0,0 9-52 16,0 10 121-16,-4 3-233 0,0 10-220 15,0-4-160-15,-8 0-152 0,0-2-136 16,-4-11-140-16,4-2-208 0,0-8-176 16,5-10-57-16,3-9-75 0,0-11-124 15,7-10-224-15,9-9-772 0,-4-7-2352 16,16-11-2797-16</inkml:trace>
  <inkml:trace contextRef="#ctx0" brushRef="#br0" timeOffset="43009.902">31455 2882 10468 0,'0'0'2221'16,"0"0"-1465"-16,0 0-32 0,0 0 676 0,-107 22-144 15,71 4-660-15,-4 0-320 0,4 6-180 16,1-1 4-16,7-2-48 0,0 2-52 16,12-5-64-16,0 2 52 0,8-3-76 15,4-1 88-15,4-6 100 0,0 1 24 16,4 0 0-16,8-3 112 0,0 3 60 15,4 0 72-15,0-2-12 0,-1 1 12 16,6-1-64-16,-1-5-60 0,-1 3-132 16,2-2-100-16,-1-3-12 0,-1-4-84 15,5 1-564-15,0-7-596 0,4 0-616 0,-8 0-2756 16,8-11-4829-16</inkml:trace>
  <inkml:trace contextRef="#ctx0" brushRef="#br0" timeOffset="43282.972">31603 3363 11325 0,'0'0'4248'0,"0"0"-2952"16,0 0 324-16,0 0 16 0,0 0-260 16,0 0-719-16,0 0-597 0,0 0-48 15,0 0-12-15,0 0 72 0,0 0-28 16,71 50-44-16,-58-28-48 0,-5 0 36 0,-5 7 12 15,1 2 8-15,-4 1 4 0,-7 3 72 16,-1-3-36-16,-9 0 16 0,6-3-4 16,-6-1 12-16,6-6-8 0,3-7-64 15,0-1-156-15,0-11-328 0,4-3-137 16,-4 0-99-16,0-7-464 0,5-5-1088 16,-2-1-3088-16,1-16-2769 0</inkml:trace>
  <inkml:trace contextRef="#ctx0" brushRef="#br0" timeOffset="43436.37">31615 3064 12657 0,'0'0'2264'0,"0"0"-1800"16,0 0 380-16,0 0 788 0,0 0-496 16,100-45-720-16,-76 42-416 0,-1-3-296 15,1 6-480-15,0 0-460 0,-3 0-924 16,2 0-2993-16</inkml:trace>
  <inkml:trace contextRef="#ctx0" brushRef="#br0" timeOffset="44073.741">32133 3457 3664 0,'0'0'7861'0,"0"0"-6325"15,0 0-708-15,0 0 552 0,0 0 140 16,0 0-204-16,-4 85-516 0,-4-62-408 16,0 3-180-16,0-4-104 0,0 0-108 15,4-3-48-15,0-3-172 0,4-4-284 0,0-2-188 16,0-4-276-16,8-6-448 0,-4 0-1268 15,12-12-3033-15</inkml:trace>
  <inkml:trace contextRef="#ctx0" brushRef="#br0" timeOffset="44503.897">32595 2937 10756 0,'0'0'2857'0,"0"0"-1689"16,0 0-260-16,0 0 596 0,0 0-244 15,0 0-620-15,0 0-368 0,0 0-76 0,0 0 24 16,0 0 60-16,84 66 64 0,-64-41-52 15,-5 7-36-15,2 3-36 0,-2 3-76 16,-2 0 4-16,-2 4-40 0,1-1 0 16,1-6-96-16,-6-1-4 0,-3-5 52 15,0-6-56-15,0-4 0 0,1-6-4 16,-5-4-4-16,0-2-168 0,0-7-180 16,0 0 12-16,-5 0 168 0,1 0 100 0,0-7-100 15,4-6-36-15,0-2 12 0,0-8 112 16,0-2-160-16,4-4 112 0,5-6 132 15,2-3 68-15,1-4-68 0,4-2-112 16,4-3-108-16,0 6-260 0,0 3 60 16,4 6-148-16,-5 7-224 0,6 2-400 15,-5 7-816-15,-5 3-1193 0,9 7-3587 0</inkml:trace>
  <inkml:trace contextRef="#ctx0" brushRef="#br0" timeOffset="45267.032">33101 3267 612 0,'0'0'6628'0,"0"0"-4524"16,0 0-840-16,0 0-131 0,0 0-41 16,0 0-48-16,0 0-284 0,0 0-244 15,0 0-88-15,0 0 76 0,0 0 24 0,16 6 72 16,-8 7 56-16,0-1 72 0,0 4-64 15,0-3-184-15,0 6-140 0,-4-2-80 16,4-3-16-16,-4 3-16 0,3-4-32 16,-2-1-24-16,3 1-40 0,-4 0 4 15,-4-4-40-15,4 4-24 0,-4-4-12 16,0 1 4-16,0-1-64 0,0 5 4 0,0-2 0 16,-4 1 8-16,4 2-12 0,-4 1 4 15,4 1-4-15,-4-3 44 0,4 0-44 16,0 2 0-16,0-4 0 0,0 1 8 15,0 0 0-15,0-4 4 0,0-3 1 16,0-3-5-16,0 1-4 0,0-1-4 16,0-3-4-16,0 0 4 0,0 0 4 15,0 0 8-15,0 0 48 0,0 0 0 16,0 0 4-16,0 0-52 0,0 3 36 16,0-3-48-16,0 0-8 0,-4 0-40 15,4 0-28-15,-5 0-8 0,5 3 36 16,-3-3 40-16,-1 0 8 0,0 3 0 0,-4-3 48 15,-1 4 12-15,-2-1-12 16,3-3 4-16,-4 4 32 0,0-1-24 0,4-3-60 16,1 0-60-16,-2 0-257 0,5 0-47 15,0-3-220-15,4-4-380 0,0-6-488 16,0 1-620-16,0-1-2100 0,8-13-3141 0</inkml:trace>
  <inkml:trace contextRef="#ctx0" brushRef="#br0" timeOffset="45470.137">33229 3158 6280 0,'0'0'5105'0,"0"0"-3589"0,0 0-588 16,0 0 72-16,0 0-380 0,0 0-620 15,0 0-88-15,0 0-252 0,0 0-520 16,0 0-592-16,0 0-1185 0,63-2-3659 0</inkml:trace>
  <inkml:trace contextRef="#ctx0" brushRef="#br0" timeOffset="45869.146">33639 2676 10816 0,'0'0'3161'0,"0"0"-1745"0,0 0-344 0,0 0 396 15,67 82 8-15,-46-56-364 0,-5 6-296 16,3 3-83-16,-2 0 27 0,-2 6-276 16,-2 1-132-16,-6-1-148 0,-3 0-204 15,-4 6 0-15,-4-5-216 0,-12 2-112 16,-3 1-104-16,-5-1-32 0,-4-3-32 15,-4 4-49-15,-8-4-67 0,4 0 4 16,-4-3 44-16,-3-3-100 0,-2-3-272 0,-2-3-480 16,15-10-1412-16,-28 3-4333 0</inkml:trace>
  <inkml:trace contextRef="#ctx0" brushRef="#br0" timeOffset="46756.735">24810 4130 8596 0,'0'0'2329'0,"0"0"-1481"0,0 0 2008 0,0 0-968 15,0 0-940-15,0 0-328 0,-96 38-164 16,76-22 0-16,0 1-100 0,5 5-52 16,-2 3-108-16,6 6-12 0,3 7-24 15,3 4 0-15,1 6-4 0,4 5-44 0,-4 4-104 16,1 4 76-16,-1 3-84 0,0-1-60 15,4-2 48-15,0-4-36 0,4-7-16 16,7-9-116-16,6-8-200 0,-2-12-112 16,5-1-156-16,1-7-144 0,-2-4-272 15,5-3-808-15,-4-6-2357 0,4 0-2971 0</inkml:trace>
  <inkml:trace contextRef="#ctx0" brushRef="#br0" timeOffset="47565.07">22650 4784 8300 0,'0'0'1696'16,"0"0"-431"-16,0 0 111 0,0 0 64 0,0 0-216 15,0 0-140-15,0 0-112 0,0 0-180 16,-79-50-248-16,75 50-288 0,0 6-156 15,4 7-100-15,-5 6 112 0,5 6 8 16,0 4 4-16,9-1 60 0,-1 4 48 0,3-4-108 16,6-2-76-16,-6-5 12 0,6-1-60 15,-2-7-4-15,-2-4-4 0,2-2-100 16,-2-4 32-16,2-3 72 0,1 0-4 16,-4 0-32-16,4-10-44 0,-4 1-176 15,-1-7-132-15,2-3-52 0,-1-6-84 16,0 0-80-16,0 0 72 0,-8-5-100 15,-1 2-272-15,-3 3 76 0,0-1 440 16,-3 0 164-16,-9 5 140 0,-1-2-116 16,-2 4 52-16,-5 0-212 0,0 3 364 0,0 3 360 15,0 4-160-15,-4 6 272 0,5 3-232 16,-9 0-240-16,3 12-288 0,-3 1-16 16,4 6 152-16,1-3 144 0,3 3-68 15,3-3 0-15,6-3-256 0,7-5-1024 16,0-1-1149-16,4-3-2031 0</inkml:trace>
  <inkml:trace contextRef="#ctx0" brushRef="#br0" timeOffset="47851.197">22825 4603 3192 0,'0'0'5180'0,"0"0"-2712"0,0 0-107 15,81-2-357-15,-53 8-520 0,0 3-504 16,3 4-248-16,-4 9-180 0,-6 4-208 15,-1 6-184-15,-12 8-36 0,-5 5-112 16,-3 6 0-16,0 0-12 0,-3-7 48 16,-5-6 16-16,0-6-52 0,3-13 36 15,1-3-48-15,1-10 0 0,3-3 0 16,0-3 4-16,0 0 104 0,0-6 16 16,0-10-124-16,0-9-108 0,3-7-4 0,6-3-36 15,3-7-48-15,-1-2-36 16,2 0-272-16,2 0 36 0,-2-1-128 15,10 3-60-15,1 1-348 0,8 6-304 0,-4 7-576 16,12 0-2597-16</inkml:trace>
  <inkml:trace contextRef="#ctx0" brushRef="#br0" timeOffset="48403.202">25690 4238 6584 0,'0'0'3932'15,"0"0"-3055"-15,0 0-429 0,0 0 476 16,0 0 628-16,13 83-176 0,-9-45-124 0,3 4-468 15,1 8-92-15,0 4-136 16,-3 7 80-16,-2-1-60 0,-3 6-172 0,0 1-112 16,-8 3-244-16,0-1-44 15,0-6-4-15,4-11-124 0,1-11-168 0,3-16-256 16,3-8-360-16,9-15-224 0,8-2-692 16,-8-6-1364-16,12-19-3585 0</inkml:trace>
  <inkml:trace contextRef="#ctx0" brushRef="#br0" timeOffset="48681.754">26257 4517 12165 0,'0'0'1840'16,"0"0"-1500"-16,0 0 180 0,-92 49 272 16,55-27 40-16,2 0-296 0,-1 3-312 0,4-3-224 15,0 5-4-15,4-6-156 16,4 5 108-16,5-4-184 0,-2 0 60 0,6-6 176 15,6 0 0-15,2-3 88 0,-1-4 48 16,8 0 52-16,0 1-76 0,0 3 64 16,8-1 156-16,-1 4-8 0,6 0 132 15,2 3 12-15,6 0 36 0,-6-1-52 16,1-1 28-16,0-1-116 0,0 0-204 16,0-3-160-16,0-4-136 0,-4-3-328 15,4 1-416-15,0-4-328 0,0 0-760 16,-4-3-2892-16,4 0-5833 0</inkml:trace>
  <inkml:trace contextRef="#ctx0" brushRef="#br0" timeOffset="48916.764">26364 5001 12105 0,'0'0'2448'0,"0"0"-1816"0,0 0 32 0,0 0 104 16,0 0 140-16,0 0-140 0,0 0-236 15,11 78-188-15,-11-46 84 0,0 0 124 16,0 6 156-16,0-3-88 0,-4 3-159 16,1 0-133-16,-5-2-144 0,4-5-64 15,-4-2-36-15,3-7-84 0,2-3-4 16,-5-6-104-16,8-4-268 0,-4-6-185 0,0 0-59 16,-5-3-76-16,2-6-468 0,-5-7-1212 15,4 1-1992-15,-4-13-3005 0</inkml:trace>
  <inkml:trace contextRef="#ctx0" brushRef="#br0" timeOffset="49077.925">26403 4772 13417 0,'0'0'2568'0,"0"0"-1864"0,0 0 328 15,0 0 152-15,0 0-508 0,0 0-640 16,96-32-36-16,-72 28-464 0,0 2-460 15,4-1-592-15,-4 3-2496 0,8 0-4449 0</inkml:trace>
  <inkml:trace contextRef="#ctx0" brushRef="#br0" timeOffset="49266.981">26961 5153 14573 0,'0'0'2800'0,"0"0"-2216"0,0 0-460 16,0 0 108-16,-51 82 236 0,30-60-172 0,1 0-296 16,1 2-48-16,-1-3-248 0,0-2-408 15,0-1-236-15,4 2-756 0,4-10-904 16,-8 6-4813-16</inkml:trace>
  <inkml:trace contextRef="#ctx0" brushRef="#br0" timeOffset="49850.044">27531 4528 11489 0,'0'0'1500'0,"0"0"-876"16,0 0 216-16,0 0 368 0,0 0 24 16,0 0-352-16,0 0-100 0,92 21-188 15,-72 8-152-15,-4 3-120 0,0 3-112 16,-1 6-52-16,-7 1 64 0,5-2 60 15,-6 2-48-15,-3-1-48 0,-4 0-64 0,0-2 4 16,0-2-64-16,-4-2-56 0,0-3 80 16,1-6 52-16,-1-8-124 0,0-5-12 15,4-7-60-15,0-1-48 0,0-5 48 16,0 0 60-16,0-5 76 0,8-4 20 0,-5-7-92 16,9-3 132-16,1-9-75 0,-2-7-61 15,6 0-85-15,-2-10-51 0,1 4-80 16,0-3-140-16,0 6-56 0,4-1-52 15,0 7-112-15,4 7-148 0,-5 10-236 16,1-2-496-16,5 8-612 0,-14 3-856 16,13 3-2805-16</inkml:trace>
  <inkml:trace contextRef="#ctx0" brushRef="#br0" timeOffset="50083.672">28224 5013 15865 0,'0'0'2432'0,"0"0"-1876"15,0 0 120-15,0 0 460 0,0 0 81 0,0 0-465 16,0 0-524-16,0 0-228 0,0 0-8 16,12 73-4-16,-4-63-72 0,-4 3-204 15,5-1-52-15,-5-2 96 0,3-1-145 16,-7-2-195-16,4-4-52 0,-4-3-232 15,0 0-608-15,0-3-964 0,0-4-3061 16,-4-5-3651-16</inkml:trace>
  <inkml:trace contextRef="#ctx0" brushRef="#br0" timeOffset="50233.744">28308 4742 13981 0,'0'0'2348'15,"0"0"-1808"-15,0 0 464 0,0 0 56 0,0 0-724 16,92-63-336-16,-68 44-800 0,4 4-696 16,-9-1-1020-16,14-6-4073 0</inkml:trace>
  <inkml:trace contextRef="#ctx0" brushRef="#br0" timeOffset="50550.454">28830 4429 16497 0,'0'0'2480'0,"0"0"-2476"0,0 0 644 16,0 0 332-16,0 0 493 0,76 38-421 15,-53-19-556-15,1 4-208 0,4 2 52 0,0 2-88 16,-4 0-120-16,4 4-72 0,-4-2-60 15,0 2-40-15,-4 4 36 0,-5 4-4 16,2-1 0-16,-6 3-208 0,-7-3-96 16,1 3-160-16,-5 4 36 0,-5-4-12 15,-10 0 24-15,-5 0-36 0,-5-3-65 16,2 1 17-16,-9-4-92 0,1-6-108 0,-1-1-448 16,-5-3-596-16,-2-2-540 0,3-5-708 15,8-4-2081-15</inkml:trace>
  <inkml:trace contextRef="#ctx0" brushRef="#br0" timeOffset="51138.02">30216 4642 14085 0,'0'0'2632'0,"0"0"-1960"16,0 0-152-16,0 0 160 0,0 0 168 16,0 0-284-16,-99 9-452 0,67 4-112 15,0 2 0-15,0 4 0 0,1 4 84 16,-1-2-80-16,8 3 4 0,3-2 88 16,2 0 64-16,10-3 24 0,2 3-40 15,7 0-8-15,0 1 60 0,0 2-28 16,7-3-32-16,2 1-16 0,3-1-12 15,-1 0 52-15,6-3 73 0,-2-3 127 0,2 3 140 16,-1-6-368-16,-5-4-132 0,5-3-96 16,-4-2-196-16,0-2-264 0,1-2-201 15,-6 0-143-15,-3 0-460 0,0 0-1116 16,-4 0-2616-16,0 0-3621 0</inkml:trace>
  <inkml:trace contextRef="#ctx0" brushRef="#br0" timeOffset="51317.229">29786 5201 11025 0,'0'0'2956'0,"0"0"-1928"0,0 0-176 0,0 0 664 16,0 0-180-16,0 0-428 0,0 0-248 15,0 0-84-15,0 0 56 0,80 50-183 16,-40-44-205-16,8 1-112 0,-1-1-24 16,9-3-108-16,0 1-80 0,-5-4-637 15,-2 0-267-15,-1 0-228 0,-5 0-772 16,-11 0-2368-16,4 7-5289 0</inkml:trace>
  <inkml:trace contextRef="#ctx0" brushRef="#br0" timeOffset="51890.671">30914 4521 5564 0,'0'0'7033'16,"0"0"-5693"-16,0 0-656 0,0 0 108 16,0 92 428-16,0-54-100 0,0 7-168 15,0 1-324-15,0 9-152 0,8 2 24 16,-8 3 308-16,4 7-200 0,-4 0-135 15,0-1-25-15,-4-2-84 0,0-7-196 16,0-8-168-16,0-5-144 0,4-13-124 0,0-5-96 16,4-14-144-16,8-2-269 0,4-10 93 15,3 0-220-15,5-16-564 0,4-7-1164 16,-4 5-3085-16,12-18-2435 0</inkml:trace>
  <inkml:trace contextRef="#ctx0" brushRef="#br0" timeOffset="52133.33">31300 4892 10256 0,'0'0'2929'0,"0"0"-2013"0,0 0-664 0,0 0 356 16,0 0 572-16,-83-28-264 0,59 31-368 15,-4 9-548-15,4 5 0 0,-4-2-88 16,8 8 88-16,4 2 96 0,1-3-92 16,6 7 44-16,1-4-40 0,4 1 80 15,4-1 0-15,0-2 36 0,4-1 48 16,8-6-48-16,0-2-76 0,4 6 64 0,4-4-24 15,4-3 48-15,0 3-4 0,3 0-20 16,1-4-44-16,0 1-68 0,4-1-12 16,0-2-256-16,0-1-484 0,0-2-356 15,-1-1-624-15,-6-3-1336 0,6 0-5161 0</inkml:trace>
  <inkml:trace contextRef="#ctx0" brushRef="#br0" timeOffset="52795.134">31591 5328 13045 0,'0'0'1904'0,"0"0"-1840"16,0 0 12-16,0 0 528 0,0 0 648 15,0 0-160-15,0 0-448 0,0 0-348 16,83-25-76-16,-74 25 0 0,3 6 12 15,-5 2-24-15,2 9-48 0,-1 2 148 16,-1 3 32-16,-3 0-108 0,0 4-136 16,1-4 4-16,-1 0-16 0,0-3 24 15,0 0 40-15,-1-7 32 0,5-1-84 16,-4-5-96-16,5-4-76 0,-2-2-68 0,1 0-4 16,5-8-32-16,-6-9-308 0,9-2-540 15,-8 4-904-15,0-14-4012 0</inkml:trace>
  <inkml:trace contextRef="#ctx0" brushRef="#br0" timeOffset="52968.577">31739 5136 2904 0,'0'0'12053'0,"0"0"-9869"0,0 0-1252 15,0 0-60-15,0 0 148 0,0 0-372 16,0 0-392-16,95-50-256 0,-71 41-172 15,4 2-144-15,0 1-432 0,0-1-408 16,3 7-740-16,-6-3-1200 0,6 3-5001 0</inkml:trace>
  <inkml:trace contextRef="#ctx0" brushRef="#br0" timeOffset="53136.994">32245 5397 13165 0,'0'0'2532'0,"0"0"-1664"0,0 0-184 16,-21 87 468-16,17-60-144 0,1-2-348 16,3 0-428-16,0 2-232 0,0-8-440 15,3-3-368-15,5-4-204 0,5-2-452 16,-2-4-1264-16,6-6-3569 0</inkml:trace>
  <inkml:trace contextRef="#ctx0" brushRef="#br0" timeOffset="53549.944">32548 4917 13449 0,'0'0'1936'0,"0"0"-1836"0,0 0 684 16,0 0 276-16,103 17-8 0,-71-4-204 0,-1 1-296 16,5 3-236-16,1 2-108 0,-1 4 76 15,-9 2-104-15,5 3 140 0,-9 2 360 16,-2 1-291-16,-10 1-209 0,-2-1-108 16,-9 1-60-16,0-4 60 0,-13 1-72 15,-2-4 0-15,-1 0 12 0,0-5 72 16,0-4-76-16,8-3-8 0,-4-4-60 15,4-2-340-15,4-5 120 0,-4-2 207 16,4 0 69-16,1-6 4 0,3-6-4 16,0-7-4-16,0-4-164 0,3-9-72 15,9 0 136-15,4-9 60 0,4 4 0 0,0-5-208 16,4 7-100-16,0 3 28 0,-1 7 72 16,1 3-64-16,1 6-268 0,-5 0-400 15,3 6-552-15,-10 1-1288 0,6 3-3729 0</inkml:trace>
  <inkml:trace contextRef="#ctx0" brushRef="#br0" timeOffset="53839.129">33113 5429 15909 0,'0'0'4160'15,"0"0"-3828"-15,0 0-100 0,0 0 256 16,0 0-28-16,0 0-51 0,0 0-409 0,0 0-229 16,0 0 21-16,0 0 64 15,92-22-52-15,-76 22-24 0,-4 9 140 0,-9 4 76 16,1 3 8-16,-4 3 4 0,0 1 148 16,-4 1 76-16,1-2 24 0,-1 0-12 15,0-1 49-15,0-1-53 0,4-1-240 0,0-7-120 16,0-5-76-16,0-4 64 0,4-4-549 15,0-11-343-15,3-5-904 0,1 5-2788 16,5-21-4729-16</inkml:trace>
  <inkml:trace contextRef="#ctx0" brushRef="#br0" timeOffset="53970.178">33341 5232 7020 0,'0'0'7141'0,"0"0"-5865"0,0 0-84 16,0 0 768-16,0 0-816 0,0 0-556 15,0 0-316-15,95-41-272 0,-67 28-268 16,-1-4-640-16,-3 9-680 0,-7-2-1092 0,-2 1-3917 16</inkml:trace>
  <inkml:trace contextRef="#ctx0" brushRef="#br0" timeOffset="54584.165">30802 4728 6248 0,'0'0'4192'0,"0"0"-2491"15,0 0-105-15,-60 88-76 0,49-50-212 0,-6 6-216 16,10 7-348-16,-5 3-288 0,8 7-148 16,-5 6-188-16,9-4-120 0,0 0-68 15,0-6-92-15,4-3-24 0,9-6-296 16,2-7-164-16,9-6-12 0,4-6-168 15,4-3-272-15,8-7-1024 0,-12-7-2721 16,28-2-3370-16</inkml:trace>
  <inkml:trace contextRef="#ctx0" brushRef="#br0" timeOffset="55202.675">33599 4747 6808 0,'0'0'2944'15,"0"0"-1087"-15,0 0-181 0,0 0 52 16,0 0-192-16,20 69-208 0,-8-47-168 15,0 4-240-15,0 2-92 0,0 1-292 16,4 3-208-16,-8 0-71 0,0 3-37 16,-1-1-64-16,2 4-60 0,-5 1-88 15,0 2 4-15,-4 0 12 0,0 3-24 16,-4-5-12-16,-9 1-108 0,-2 2 12 16,-9-4 96-16,-4 3-96 0,-8 0-52 0,-3 1-73 15,-6-1-119-15,-6-2-132 0,-1-2-276 16,-4 2-340-16,-4-4-768 0,0-3-1216 15,13-10-2557-15,-21 9-2738 0</inkml:trace>
  <inkml:trace contextRef="#ctx0" brushRef="#br0" timeOffset="60516.419">5980 1188 4448 0,'0'0'948'0,"0"0"-400"0,0 0 248 16,0 0 60-16,0 0-296 0,0 0-160 16,0 0 2161-16,0 0-1289 0,0 0-724 15,0 0-140-15,7 47 128 0,-7-44 172 16,0 0 12-16,5 0-180 0,-5 7-84 15,4-1-132-15,-4 1-36 0,4 0 24 16,-4 2-16-16,0 1 40 0,0-1 24 16,0 5-40-16,0-2-24 0,0 2-76 0,0-2-60 15,-4 3-24-15,0 1-64 0,4 1-60 16,-5 0-12-16,5-2-4 0,0 5-68 16,0-5 64-16,0 8-4 0,0-3-52 0,0 2 56 15,0 0 4-15,0 4-4 16,0-1 8-16,0 1 4 0,0-1 4 0,0 4-4 15,0-1 0-15,0 1 4 0,0-3-8 16,0-1 0-16,0 4 0 0,0-3 0 16,0-1 4-16,0 0-4 0,0-2-8 15,-3 0-88-15,3 0 32 0,0-1 4 16,0 0 48-16,0 1-48 0,0-1 48 16,3 1 12-16,-3-1 0 0,5 0 4 15,-5-3 44-15,0 1-36 0,0-4 36 16,4-1-44-16,-4 1 8 0,0 0 40 0,0 0-4 15,0-2-36-15,4 2-12 0,-4-3 0 16,4 3-4-16,-4 0 4 0,0-3 12 16,0 6 36-16,0-2-40 0,0 1 44 15,4 2-48-15,-4-1 44 0,0 0 24 16,0 0 4-16,0-3-64 0,0 0 60 16,0-7 4-16,0 1-16 0,4 0-12 0,-4-4 12 15,0-2 4-15,0-4 20 0,0 4 40 16,0-7-40-16,0 2 0 0,0-2-20 15,0 0 8-15,0 0-24 0,0 0 24 16,0 0-72-16,0 0 0 0,0 0 0 16,0 0-192-16,0 0-116 0,0 0-72 0,0-2-120 15,3-5-328-15,-3-3-432 0,0 1-524 16,0 0-1328-16,0-14-3825 0,-3 83 1681 0</inkml:trace>
  <inkml:trace contextRef="#ctx0" brushRef="#br0" timeOffset="61600.733">2546 5359 7096 0,'0'0'4849'15,"0"0"-4185"-15,0 0 76 0,0 0 292 16,0 0 76-16,-80 13 200 0,80-13-300 16,0 0-416-16,11 0-272 0,10 3-76 15,7-3 544-15,15 3-56 0,5-3-184 16,4 0-292-16,-1 0 0 0,5 0-60 16,-3 0-100-16,-10-6-47 0,5-5-49 0,-4 0 0 15,-9-3-4-15,6-1-105 0,-9-3-183 16,-1-1-340-16,-6-1-272 0,-6 1-140 15,1 6-736-15,-12 4-1280 0,0-1-3457 0</inkml:trace>
  <inkml:trace contextRef="#ctx0" brushRef="#br0" timeOffset="61776.725">2944 5385 4560 0,'0'0'6917'0,"0"0"-5609"15,0 0-440-15,0 0 812 0,-52 99-8 16,44-62-580-16,5 10-268 0,-2 5-76 15,5 1 12-15,0 5-248 0,0-4-112 16,0 3-60-16,0-1-119 0,0-4-49 16,0-2-172-16,0-11-52 0,5-5-8 15,2-9-133-15,1-8-295 0,4-4-256 16,0-7-244-16,0-4-72 0,4-4-700 0,0-10-1280 16,-4-5-2609-16,7-24-2099 0</inkml:trace>
  <inkml:trace contextRef="#ctx0" brushRef="#br0" timeOffset="62177.474">3466 4911 13757 0,'0'0'2224'0,"0"0"-2024"0,0 0 316 16,0 0 380-16,0 0 56 0,-8 99-216 15,4-55-96-15,0 5-44 0,4 7 16 16,0 1-116-16,0 6-95 0,0 1-97 0,0 6-144 15,0 3-28-15,-4 0-120 0,4-3 84 16,0-3-96-16,0-7-44 0,0-6-4 16,4-13-36-16,0-12-88 0,0-11-192 15,-1-7-145-15,6-9-51 0,-1-2-100 16,3-6 64-16,2-13 360 0,6-3 28 16,-2-7-272-16,-2-2 48 0,2 2 224 15,-6 7 108-15,-2 5 88 0,-1 5-160 0,-1 10 172 16,-3 2 88-16,0 0 316 15,-4 2 92-15,9 8 8 0,-6 6-88 0,1 2-24 16,0 5 8-16,4 2-80 0,-8-2 32 16,4 2 36-16,1 0 13 0,-2-3-37 15,1 1-84-15,-4-7-136 0,4 0-144 16,0-4-60-16,0-5-144 0,0-1 32 0,0 0-288 16,0-6-369-16,4 3-303 0,0-3-320 15,0 0-948-15,0 0-2104 0,0-9-1837 0</inkml:trace>
  <inkml:trace contextRef="#ctx0" brushRef="#br0" timeOffset="62500.811">3888 5936 9400 0,'0'0'2653'0,"0"0"-1553"15,0 0-208-15,0 0 424 0,0 0 76 16,0 0-60-16,80 71-224 0,-68-68-412 16,-5 0-316-16,2-3-24 0,3-3 216 0,4-7-208 15,-1-2-144-15,2-8-135 0,-2-1-29 16,6-4-56-16,-1-1-181 0,-5 0-51 15,-3 1-48-15,0 6 12 0,-4 3 108 16,-4 6-44-16,-4 4 44 0,0 3 160 0,-4 0 0 16,-4 3 0-16,-4 3-4 0,-4 0 4 15,-4 7 0-15,5 2 4 0,-6 4 80 16,6 3 40-16,-1 7-16 0,4 0 100 16,-1 5 0-16,10 1-28 0,-5 2-56 15,4-2 80-15,4 0-80 0,0-4-39 16,4-3-85-16,4-6-53 0,-1-5-143 15,10-8-56-15,3-6 128 0,3 0-8 16,5-16-64-16,8-9-244 0,0-6-244 16,8-8-520-16,-5-6-904 0,-3 11-2496 15,16-17-4073-15</inkml:trace>
  <inkml:trace contextRef="#ctx0" brushRef="#br0" timeOffset="63883.901">5677 5620 3604 0,'0'0'8877'16,"0"0"-7281"-16,0 0-636 0,0 0 500 15,0 0-80-15,0 0-356 0,0 0-264 16,0 0-232-16,0 0-88 0,0 0-64 16,-28 104-84-16,28-56 0 0,0 2-35 15,5 5-77-15,-1-4-8 0,3-4-4 16,1-6-56-16,5-6-112 0,-2-13 0 15,1-6-88-15,0-7-68 0,4-9 12 0,4-6-16 16,0-9-9-16,7-11-183 16,-3-9 36-16,0-6-112 0,1-3-72 0,-6 2 60 15,-3 1 84-15,1 3 172 0,-6 0 48 16,1 6 124-16,-8 7 12 0,4 6 52 0,-8 7 36 16,0 1 60-16,0 8 96 0,0 3 208 15,0 0-60-15,0 3-172 16,0 10-136-16,0-1 40 0,0 7 132 0,0 4-16 15,0 3 16-15,0-1-12 0,0-3-63 16,4 0-93-16,0-3-88 0,0-3-44 16,4 0-44-16,0-4-165 0,0-5-551 15,0-3-380-15,3-4-428 0,-2 0-1412 16,3-13-4165-16</inkml:trace>
  <inkml:trace contextRef="#ctx0" brushRef="#br0" timeOffset="64128.631">6299 5664 6280 0,'0'0'7333'16,"0"0"-6013"-16,-16 70-504 0,4-36 676 15,3 8-96-15,2 2-80 0,3 7-352 16,0 0-200-16,4 6-155 0,0 7-221 0,0 2-208 16,0 7-32-16,0 3-64 0,0 4-28 15,0 2-56-15,-4 0-84 0,4-1 24 16,0-6-24-16,0-4-28 0,0-8-276 15,0-9-156-15,0-10 19 0,0-9-11 16,0-12-48-16,0-11-76 0,0-12-212 16,4-3-180-16,-4-16-368 0,4-12-284 15,-4-14-228-15,4-9-501 0,-4 6-1699 16,0-37-600-16</inkml:trace>
  <inkml:trace contextRef="#ctx0" brushRef="#br0" timeOffset="64338.467">6299 5889 2672 0,'0'0'6636'0,"27"-67"-4751"0,-14 49-921 15,-2-5 148-15,2 5 208 0,-2 5 16 16,6-1-320-16,-6 9-268 0,1 2-256 0,1 3-132 16,-2 6-104-16,6 3 4 0,-6 11-40 15,1 2 16-15,-4 6-28 16,0 7 0-16,0 6-40 0,-8 6 16 0,0 5-48 16,-4 2-88-16,-4 2-48 0,-1-4 0 15,-2-5-72-15,3-5-356 0,1-14-308 16,2-6-112-16,1-8-204 0,-4-12-400 15,4-4-596-15,0-9-3113 0,1-24-3223 0</inkml:trace>
  <inkml:trace contextRef="#ctx0" brushRef="#br0" timeOffset="64555.732">6737 5800 7220 0,'0'0'3288'0,"0"0"-1023"0,0 96-1261 0,-9-45 416 16,2 6 288-16,-5 9-420 15,5 4-264-15,-6 3-168 0,1 0-136 0,5 0-256 16,-2-3-196-16,1 4-220 0,4-2 24 16,-3-2-24-16,3 0-40 0,-5-7 141 15,1-9-149-15,1-9-4 0,-2-11-45 16,1-11-327-16,1-7-100 0,-1-10-96 16,-1-6-140-16,5-6-356 0,-3-13-652 15,3-9-876-15,0-2-1769 0,4-26 17 0</inkml:trace>
  <inkml:trace contextRef="#ctx0" brushRef="#br0" timeOffset="64755.058">6689 5905 10224 0,'0'0'2549'0,"0"0"-1797"0,0 0 84 0,64-70 476 16,-44 61-68-16,0 3-376 0,-1 6-76 16,6 0-152-16,-5 2-188 0,-1 8-156 15,-2 3-16-15,2 3 0 0,-7 3 12 16,-4 4-72-16,0 5-48 0,-4 4-64 15,-4 9-20-15,-4 3-40 0,-8 4-48 0,-4-1 0 16,0-2-124-16,0-4-204 0,-3-6-136 16,-2-10-60-16,1-5-88 0,9-14-76 15,-5-6-276-15,4-4-568 0,8-4-1388 16,-4-22-3557-16</inkml:trace>
  <inkml:trace contextRef="#ctx0" brushRef="#br0" timeOffset="65066.051">7080 5972 12805 0,'0'0'1884'0,"0"0"-1280"0,0 0 568 0,52 70 664 16,-41-51-252-16,-3 0-520 0,0-7-248 15,1-6-391-15,-2-6-281 0,5 0-96 16,0-6-40-16,0-6 4 0,4-11-12 0,0-2-80 16,0-3-160-16,0-4-189 0,-9 0-55 15,6 3 32-15,-9 4 64 0,-4 6 32 16,0 3 148-16,-4 7 60 0,-9 6 76 15,-2 3-40-15,-5 3 112 0,-3 9 0 16,-2 4 76-16,-3 10 132 0,8 2 84 16,5 4 28-16,-2 6 32 0,6 0 0 0,7 3 52 15,0 1-76-15,-1-4 49 0,5-6-49 16,0-7-112-16,0-6-216 0,5-3-48 16,3-9-232-16,-1-7-192 0,5 0-393 15,1-10 173-15,-2-6-68 0,6-6-420 16,-2-10-972-16,-6 7-2516 0,10-19-2901 0</inkml:trace>
  <inkml:trace contextRef="#ctx0" brushRef="#br0" timeOffset="65283.537">7450 5791 9532 0,'0'0'3281'0,"0"0"-2045"0,0 0-160 0,79 9-44 16,-58 11-104-16,-1 5-84 16,-9 7-376-16,2 2 84 0,-5 8 148 0,-4 5 120 15,-4-2-100-15,0-1-136 0,0 1-171 16,-4-7-161-16,0-3-128 0,-5-10-40 15,1-5-12-15,5-11 0 0,-1-3 40 0,4-6 92 16,0 0 0-16,0-13-204 16,0-6-12-16,0-9-336 0,0-7 104 0,7-6 52 15,6-1-136-15,2-2-109 0,6-1-15 16,3 1-144-16,3-1-392 0,10 4-664 16,-2 3-868-16,-3 10-1956 0,11-13-5521 0</inkml:trace>
  <inkml:trace contextRef="#ctx0" brushRef="#br0" timeOffset="65931.655">8622 4949 12717 0,'0'0'1996'0,"0"0"-1340"16,0 0 588-16,59 67-100 0,-38-19-168 0,-6 16-104 15,-7 5-160-15,4 18-104 0,-8 1-12 16,0 7 25-16,-4-1-185 0,0-1-220 15,0-7-56-15,0-4-52 0,0-15-108 16,0-6-80-16,4-11 20 0,0-15-76 16,0-9-80-16,0-14 32 0,-4-8-152 15,4-4-165-15,0-7 185 0,0-6 144 16,4-2 64-16,3-7 36 0,2-1 24 0,2 4-40 16,2 0 16-16,-6 7-76 15,6 1-44-15,-2 9 128 0,-2 2-16 0,-2 0 80 16,-3 2 244-16,1 9 108 15,-2-2 40-15,-3 3-76 0,0 1-60 0,-4 0-51 16,0 0 27-16,0 0-28 0,-4 2 64 16,-3 1-100-16,-6-3-32 0,-2 3-28 15,-2 0-48-15,-2-3-60 0,-5 0-76 16,3-4-92-16,-3-4-64 0,9-1-120 0,-5-4-24 16,8 0-37-16,1-16-231 0,6-3-432 15,1-9-632-15,4-7-716 0,0 9-1492 16,12-15-2037-16</inkml:trace>
  <inkml:trace contextRef="#ctx0" brushRef="#br0" timeOffset="66248.255">9116 5797 11597 0,'0'0'2504'0,"0"0"-1392"0,0 0 520 0,7 87 228 16,-7-56-352-16,0 1-180 0,-4-1-343 15,4-5-357-15,0-4-276 0,0-6-220 16,8-4-132-16,5-2-72 0,-2-7-24 15,6-3-28-15,-2-3-32 0,2-7 0 16,2-9-76-16,5-6 52 0,-8-7-16 0,4 1 28 16,0-5-24-16,-5 5 56 0,-2-1 15 15,-2 4-39-15,-7 2 88 0,0 4-160 16,-4 3 112-16,0 2 24 0,-11 9 96 16,-1-3 48-16,-8 5-24 0,-4 4-24 15,-4 2-36-15,5 2 36 0,-5 9 108 16,3 3-24-16,1 9 40 0,5 3 8 15,-1-1 28-15,7 4-15 0,2-4-41 16,7-3-104-16,4-3-193 0,0-7-99 0,4-1 0 16,7-5-364-16,2 0-264 0,2-6-692 15,-2 3-1540-15,6-3-4645 0</inkml:trace>
  <inkml:trace contextRef="#ctx0" brushRef="#br0" timeOffset="66599.653">9570 5686 11461 0,'0'0'2248'0,"0"0"-1320"0,0 0 104 0,4 77 400 0,-12-36 40 16,0 3-108-16,-4 4-156 0,4-1-91 15,0-5-221-15,4-5-352 0,4-8-348 16,0-7-196-16,8-9-180 0,4-7-12 16,0-6-124-16,8-6 136 0,0-13-196 0,-1-6-132 15,5-7-137-15,1-10-11 0,-1 5 20 16,-1-2-100-16,1 1 12 0,-4 0 156 15,-4 3-76-15,0 4 160 0,-4 3 440 16,0 2 44-16,-4 10 372 0,-4 3 348 16,0 7 8-16,-4 6-176 0,0 0-112 15,0 3-48-15,0 10-76 0,0 6 136 16,-4 7 60-16,0 2-75 0,-9 3-61 16,6 4 0-16,-1 0 84 0,0-2-132 15,0-2-196-15,4 1-132 0,0-7-52 0,4 0-96 16,0 0-116-16,0-2-256 0,0-7-148 15,0-7-181-15,4-2-251 0,0-7-1052 16,0-4-2504-16,0-15-3385 0</inkml:trace>
  <inkml:trace contextRef="#ctx0" brushRef="#br0" timeOffset="66935.384">10048 5778 13833 0,'0'0'3188'15,"0"0"-2172"-15,0 0 8 0,-28 73 408 16,20-47-19-16,0 0-297 0,1-5-320 16,2-5-300-16,1-3-196 0,0-3-228 15,4-5-72-15,0 2-96 0,0-7-24 16,0 0 12-16,0 0-264 0,0-3-4 16,8-3-156-16,0-7 0 0,4-4 8 0,4-2-117 15,0 0-191-15,4 1-304 0,-1 5-156 16,2 0 12-16,-1 7-100 0,-1 3 128 15,-2 3 516-15,-2 0 736 0,-2 3 292 0,-2 6 624 16,-3 1 404-16,1 3 168 0,-2-1-472 16,-7-1-220-16,4 1 136 0,-4 4-152 15,0 0-48-15,0 3 21 0,0-4-293 16,4 1-256-16,-4 0-204 0,8-3-180 16,4 0-28-16,0-1-336 0,8-6-293 15,4-2-251-15,4-4-652 0,-1-13-2108 16,-3 0-1957-16,21-18-3110 0</inkml:trace>
  <inkml:trace contextRef="#ctx0" brushRef="#br0" timeOffset="67297.211">10689 5768 12057 0,'0'0'4056'0,"0"0"-3028"0,0 0-72 16,0 0 4-16,0 0-64 0,0 0 276 0,-80 71-127 16,61-43-197-16,-1 3-136 0,4 2-228 15,0-1-208-15,4-7-36 0,5-6-56 16,7-4-172-16,0-8-12 0,0-4-120 0,0-3-52 15,7 0-56-15,5 0 108 0,4-12 60 16,0-4-84-16,4-3-88 0,-1-10-68 16,1-3-76-16,5-6-24 0,-1 0-96 15,-1-6 11-15,1-1-111 0,4-3-160 16,-4-2-136-16,-4-1 128 0,-4-3 172 16,0 1 308-16,-4-5 284 0,-1 4 0 15,-6 3 164-15,-1 7 68 0,-4 9 140 16,4 9-76-16,-4 14 232 0,0 5 44 15,0 7-56-15,-4 0-152 0,0 7-168 16,4 8 36-16,-8 11 44 0,4 2-19 16,0 8-1-16,0 4 48 0,0 5-4 15,0-1 76-15,-1 4 84 0,-2 0-160 0,3-1-140 16,4-2-160-16,0-4-132 0,0 1-412 16,4-2-496-16,3 2 43 0,6-1-271 15,-5-8-1488-15,4 0-4257 0</inkml:trace>
  <inkml:trace contextRef="#ctx0" brushRef="#br0" timeOffset="67834.799">12634 5724 6644 0,'0'0'7577'0,"0"0"-6229"16,0 0-640-16,-4 70 288 0,4-32 540 16,-4 3-252-16,4 1-380 0,-4-1-404 15,4-6-196-15,-4-6-147 0,4-10-157 16,0-4-88-16,0-8-169 0,4-7-631 15,0 0-224-15,-4-7-328 0,0-2-1356 0,0-20-5733 16</inkml:trace>
  <inkml:trace contextRef="#ctx0" brushRef="#br0" timeOffset="67999.393">12311 5454 13745 0,'0'0'1972'16,"0"0"-1080"-16,0 0 152 0,0 0 376 15,0 0-220-15,51-73-492 0,-14 60-624 16,6-2-84-16,6-2-460 0,6 2-568 16,5 3-264-16,3-1-396 0,6 3-100 15,-14 3-848-15,25 5-2705 0</inkml:trace>
  <inkml:trace contextRef="#ctx0" brushRef="#br0" timeOffset="68241.305">13187 5479 1748 0,'0'0'12725'16,"0"0"-10585"-16,-47 74-1168 0,27-46 200 15,-8 11 192-15,0-2 36 0,0-2-211 0,5 1-461 16,2-8-344-16,9 1-288 16,8-7-96-16,4-3-156 0,4-6-12 0,16-1-88 15,0-2 64-15,8-7-60 0,8 3 152 16,0-6 4-16,0 0-60 0,-5 0-16 16,1 3 76-16,-8 1 84 0,-7 3 12 15,-2 1 0-15,-7 5 72 0,-4 4 0 16,-4-3 40-16,0 6-28 0,-8-1-8 15,-4 3-76-15,-8-3 0 0,-4 4-8 0,-4-5-28 16,1 2-160-16,-5-5-188 0,-1 2-165 16,-2-2-327-16,-1 1-752 0,8-6-1420 15,-19 6-3133-15</inkml:trace>
  <inkml:trace contextRef="#ctx0" brushRef="#br0" timeOffset="69599.682">16403 5461 7868 0,'0'0'6129'15,"0"0"-4881"-15,0 0-692 0,0 0 60 0,0 0 208 16,0 0 140-16,0 0-284 0,0 0-276 16,0 0-144-16,-28 79-64 0,20-38 0 15,0 1-52-15,0 5 16 0,0 0 60 16,5 2 60-16,-6 1 24 0,1 7-72 15,4 1-24-15,-3 5 12 0,3 7-88 16,-1 0-83-16,1 0-49 0,4 3 36 16,0-3-36-16,0-4-48 0,4-2-49 15,8-7 49-15,0 0-52 0,4-9 52 0,8-10-36 16,0-6 72-16,4-10-36 16,0-6 48-16,0-7 116 0,0-2-112 0,0-7 76 15,0 0-68-15,3-7 148 16,-3-6-27-16,-1-2-49 0,6-10 4 0,-1-5-88 15,0-4 60-15,0-8-48 0,3-5 72 16,-3-4-80-16,0-3-4 0,0-3-56 0,0 0 8 16,-4-1-100-16,4-2 28 0,-4-3-73 15,-4-1-63-15,-5 0 12 0,1-2 148 16,-4 2 8-16,-4 1-104 0,-8 6-4 16,0 2 84-16,-4 8 40 0,0 6 12 15,0 12-52-15,-4 4 52 0,-4 6-36 16,0 6-76-16,-4 6-72 0,4 2-52 15,0 2-72-15,-4 3-172 0,8 0-564 16,-3 6-1024-16,3-4-1888 0,-9 9-2581 0</inkml:trace>
  <inkml:trace contextRef="#ctx0" brushRef="#br0" timeOffset="70033.476">17610 5607 10929 0,'0'0'2688'0,"0"0"-1760"0,0 0-336 16,0 0 288-16,0 0 424 0,0 0 80 0,0 70-428 16,0-32-208-16,0 10-116 0,0 5-36 15,0 11-59-15,0 3-89 0,-4 2-84 0,1 4-76 16,-6 4 16-16,1-1-136 0,1-1 0 15,3-1-120-15,-5-1-48 0,1-3-8 16,4-7-136-16,4-6-48 0,0-6-220 16,0-9-108-16,4-7-120 0,4-10-165 15,5-9-71-15,-2-10-312 0,5-6-368 16,8-16-432-16,-8-3-956 0,16-32-3465 0</inkml:trace>
  <inkml:trace contextRef="#ctx0" brushRef="#br0" timeOffset="70316.15">18112 6000 7736 0,'0'0'4669'0,"0"0"-3813"0,0 0-360 15,0 0 88-15,0 0 236 0,-95 10 304 16,67 9-352-16,-8 6-384 0,-4 7-4 16,0 6 60-16,0 1 48 0,1 2-36 0,-6 3 12 15,10-3 56-15,-1 1 12 0,0-4-132 16,8-3-200-16,4-4-116 0,9-7-88 15,2-3 0-15,9-5 0 0,4-3-208 16,4 2 0-16,13 2 136 0,2 1 68 16,5 1 4-16,4 0 36 0,4 3-32 15,0-2-4-15,-1 2 84 0,1-3-68 16,0 0-8-16,0-1-8 0,-4 1-8 16,0 1-164-16,4-1-500 0,-4 0 24 15,0 0-124-15,0-3-352 0,-4-3-904 0,-9-3-1872 16,6-10-2693-16</inkml:trace>
  <inkml:trace contextRef="#ctx0" brushRef="#br0" timeOffset="70753.409">18224 6626 4528 0,'0'0'7829'16,"0"0"-5713"-16,0 0-1056 0,0 0-68 15,0 0 252-15,0 0 76 0,0 0-352 16,0 0-636-16,0 0-148 0,0 0-64 16,0 0 0-16,47 9-120 0,-34-5 12 15,-2-1-12-15,1 3 4 0,-3 5 104 16,-2 0-24-16,1 5-20 0,-4 3 44 15,0 7 12-15,1-4-32 0,-5 3-80 0,0 1 52 16,0-7-52-16,0-4-8 0,0-5-84 16,0-6-124-16,4-4-620 0,-4 0-400 15,0-14-264-15,3 5-924 0,-3-23-3061 0</inkml:trace>
  <inkml:trace contextRef="#ctx0" brushRef="#br0" timeOffset="70899.111">18348 6286 16073 0,'0'0'2476'0,"0"0"-1308"0,0 0-84 0,0 0-496 15,0 0-412-15,0 0-176 0,0 0-156 16,0 0-212-16,95-70-1060 0,-71 58-1588 0,-5-1-8461 16</inkml:trace>
  <inkml:trace contextRef="#ctx0" brushRef="#br0" timeOffset="76666.566">19108 6470 4044 0,'0'0'4328'0,"0"0"-2788"0,0 0 573 16,0 0-785-16,0 0-372 0,0 0 104 16,0 0 136-16,0 0-28 0,0 0-192 15,-8-18-360-15,8 18-224 0,4 0-100 16,0-4-36-16,1 4 0 0,2-3 100 0,5 0 20 16,4 3-96-16,0-3-84 0,8 3-15 15,4 0-33-15,4 0-28 0,7 0 60 16,10 0-32-16,3 0 116 0,6 0 220 15,2-4-216-15,4 1-172 0,-4 0-84 0,0-4-12 16,-1 4 48-16,-3 1-48 0,-3-2 0 16,2-2-4-16,-7 3-44 0,0-4-36 15,-8 4-100-15,-5-3-176 0,-3 3-100 16,-4-1-124-16,-8-2-85 0,0 3-367 16,-8-3-952-16,-4 3-2004 0,-4-10-2781 0</inkml:trace>
  <inkml:trace contextRef="#ctx0" brushRef="#br0" timeOffset="76901.799">20187 6242 2660 0,'0'0'10729'0,"0"0"-8869"0,0 0-1256 0,0 0 40 16,0 0 252-16,0 0 144 0,0 0-264 15,0 0-104-15,0 0-168 0,81 28-176 16,-61-18-48-16,4-4-108 0,-5 4 8 15,2 3-80-15,-6 0-96 0,-2-1 36 0,-6 1-40 16,-3 6-8-16,-4 3-32 0,0 3 40 16,-15 7 0-16,-9 3 0 0,-1 2-280 15,-6 5-232-15,-1-4-136 0,0 0-76 16,0-3-124-16,-4 0-688 0,8-12-1656 16,-16 5-5417-16</inkml:trace>
  <inkml:trace contextRef="#ctx0" brushRef="#br0" timeOffset="77832.601">14439 5797 11325 0,'0'0'2204'0,"0"0"-808"0,0 0-516 0,0 0 36 16,24-69 128-16,-5 56-164 0,1 3-120 16,5 8-160-16,-2-3-64 0,1 5-48 15,0 11-184-15,4 4-12 0,-4 1-47 0,-5 7-49 16,2 2 20-16,-6 3-44 15,-2 4-28-15,-2 4-132 0,-2-5 72 0,-1 4-24 16,-5 0-56-16,1 2 0 0,-4 5 4 16,0-1 4-16,-4 1-12 0,-3 2 0 15,-2-3-8-15,-2-6-76 0,3 1 80 16,-5-11 4-16,6-3 0 0,-1-6 8 16,0-4 0-16,3-9-8 0,1 1-52 15,4-4-8-15,-3 0 60 0,-1-4-8 16,0-8-68-16,0-4-120 0,0-9 64 15,0-11 12-15,-1-2 20 0,5-6 40 16,0-3-13-16,0-1 1 0,5 0 20 0,-1 3 52 16,4 1-4-16,3 2-68 15,-2-2-48-15,7 6-16 0,-5 0 76 0,2 3-24 16,2 7-36-16,5 3-40 0,1 2 0 16,-2 4 64-16,1 6-24 0,4 1-4 15,0 2-24-15,0 1 52 0,4 2-52 0,-4 1-256 16,-4 3-244-16,3 3-292 15,-3 0-436-15,-3 0-548 0,-6 0-996 0,1 9-3353 0</inkml:trace>
  <inkml:trace contextRef="#ctx0" brushRef="#br0" timeOffset="78160.747">15319 5959 14693 0,'0'0'2024'0,"0"0"-1424"15,0 0-492-15,0 0 316 0,0 0 8 16,0 0-124-16,0 0-308 0,0 0-148 16,0 0-756-16,0 0-656 0,80 35-1264 15,-76-25-4837-15</inkml:trace>
  <inkml:trace contextRef="#ctx0" brushRef="#br0" timeOffset="78316.722">15324 6194 12585 0,'0'0'2704'16,"0"0"-1660"-16,0 0-84 0,0 0 304 0,0 0 24 16,0 0-384-16,0 0-500 0,0 0-380 15,0 0-24-15,0 0-124 0,67 67-544 16,-48-61-412-16,2 0-584 0,-5 1-2668 15,3 2-7769-15</inkml:trace>
  <inkml:trace contextRef="#ctx0" brushRef="#br0" timeOffset="81351.738">20977 5909 8432 0,'0'0'4033'0,"0"0"-1845"0,0 0-992 16,0 0-552-16,0 0-56 0,0 0 292 16,0 0 536-16,0 0-448 0,103 41-92 0,-66-25-219 15,-2-4-137-15,5-2-156 0,-4-4-72 16,4-3-112-16,0-3-48 0,-1-3 4 16,-3-6-136-16,1-4-40 0,-5 0-192 15,-6 1-324-15,-5 1-268 0,-5 3-113 16,-8 2-323-16,-4-1-932 0,-4 7-2132 15,-4-4-3385-15</inkml:trace>
  <inkml:trace contextRef="#ctx0" brushRef="#br0" timeOffset="81516.413">21108 6070 10544 0,'0'0'2429'15,"0"0"-941"-15,-28 66-316 0,24-30-40 0,0 8 8 16,0 7 56-16,4-1-56 0,0 5-336 15,0 2-280-15,0-2-219 0,0-3-121 16,0 0-28-16,0-5-104 0,4-2-52 16,-4-8-72-16,4-7-72 0,0-8-173 15,1-6-63-15,3-7-436 0,-5-3-368 16,5-2-604-16,-4-4-2044 0,-4 0-2681 0</inkml:trace>
  <inkml:trace contextRef="#ctx0" brushRef="#br0" timeOffset="81700.522">21057 6445 12865 0,'0'0'2476'0,"0"0"-1268"15,0 0-240-15,0 0-76 0,0 0 312 16,0 0 116-16,0 0-347 0,95-3-425 0,-55-4-176 16,-1 1-140-16,2-4-136 0,2-2-92 15,2-4-4-15,2-3-192 0,-2 0-452 16,-2-3-193-16,-4-4-307 0,2 5-636 15,-14 1-2188-15,5-5-3385 0</inkml:trace>
  <inkml:trace contextRef="#ctx0" brushRef="#br0" timeOffset="81882.546">21849 6092 12625 0,'0'0'2392'0,"0"0"-1120"0,0 0 220 16,-36 80 184-16,25-48-76 0,-6-1-287 15,6 1-597-15,-1-7-416 0,3-2-220 16,2-4-80-16,3-3-124 0,0-7-176 0,0-2-380 16,4-1-229-16,0-6-187 0,0 0-512 15,-4 0-1116-15,-4-3-2669 0</inkml:trace>
  <inkml:trace contextRef="#ctx0" brushRef="#br0" timeOffset="82201.163">20821 5598 9500 0,'0'0'4629'0,"0"0"-3429"0,0 0-484 0,0 0 364 15,0 0 84-15,0 0-80 16,0 0-68-16,0 0-296 0,0 0-76 0,0 0-3 16,88-37-93-16,-52 29-140 0,3-2-92 15,6 1-52-15,2 3-44 0,9-1-28 16,0 3 0-16,4 2-120 0,4-2-64 16,-1 4-8-16,1-2 0 0,0 2-204 15,-1 0-448-15,-7 0-328 0,0 0 84 16,-9 0-5-16,-6 0-319 0,-5 0-652 15,-8 2-1964-15,-9-2-3609 0</inkml:trace>
  <inkml:trace contextRef="#ctx0" brushRef="#br0" timeOffset="86698.365">17554 7722 3148 0,'0'0'2308'0,"0"0"-1296"16,0 0 1196-16,0 0 133 0,0 0-825 16,0 0-380-16,0 0 16 0,0 0-68 15,0 0-32-15,17-14-144 0,-17 14-192 16,0 0-136-16,0 0-68 0,0 0-120 16,0 0-132-16,0 0-16 0,0 0-88 0,0 0-56 15,0 0-40-15,0 3-56 0,0 1 8 16,4 3 120-16,0-1-8 0,-4 7-52 15,3-1 60-15,-3 4 16 0,0 0 20 16,0 3 5-16,0 1-29 0,0 1-20 16,0 5-52-16,0 2-24 0,0 4-44 0,0 3 8 15,-3 3 56-15,3 3-68 16,-4 0-8-16,4 4-4 0,-4-1-36 0,-1 0 36 16,1 1 0-16,4-3-36 0,-4-7 0 15,4-1 36-15,-4-8-36 0,4-3 44 16,0-9-60-16,0-3-32 0,0-9-73 15,0 2-87-15,0-4 0 0,0 0 36 16,0-4-36-16,0-4 60 0,0-3 76 16,0-4-136-16,0-8 84 0,8 1 88 15,-4-3-76-15,1 0 72 0,3-4-44 16,-1 0 56-16,-3 3 76 0,4 1-48 16,0 0 48-16,0 0-48 0,4 5-28 0,-4 2 28 15,8 1-12-15,-5 5 56 0,2-1-84 16,-1 6 88-16,0 2 4 0,4 2 72 15,-4-1-4-15,0 4-24 0,-5 0 88 16,1 0 0-16,1 4 72 0,-5-1-124 16,0 0-20-16,-4 3 20 0,0 4 64 0,0-1-28 15,-4 0 28-15,-4 5-148 0,-5 0-72 16,2 0-172-16,-6-1-100 0,6-1-24 16,-6-2 84-16,6-1 52 0,-1-6 12 15,4 4 20-15,0-7 176 0,0 0 24 16,4 0 112-16,-4 0 36 0,4 0-76 15,0-3-20-15,4-4-52 0,-4 4 4 16,0 0-4-16,4-3 120 0,0 2-44 16,0 1-28-16,0 3-40 0,0-3-8 15,0 3-4-15,0 0-68 0,0 0 72 0,8 0 72 16,-4 0 76-16,4 0 48 0,0 3-24 16,4 0 36-16,-5 4 36 0,2-4-24 15,-1 3-60-15,0 4-12 0,0-4 20 0,-4 1-32 16,4 2-40-16,0 1-12 15,-5-1-8-15,1 1-28 0,1-1 12 0,3 7-12 16,-4 1 24-16,0 1-60 16,-1 1 40-16,5 0 8 0,1 3-52 0,-5-3 0 15,7-3 160-15,-2 0-156 0,3-6-12 16,-5-1 0-16,6-3-8 0,-2-6 4 16,5 0-4-16,-4-6-64 0,4-3 0 15,0-3-12-15,3-2-296 0,2-2-336 16,-5 1-252-16,0-1-400 0,0 6-1028 15,-8 0-2741-15,-1 5-2979 0</inkml:trace>
  <inkml:trace contextRef="#ctx0" brushRef="#br0" timeOffset="87076.55">18048 8334 10264 0,'0'0'2289'0,"0"0"-1265"0,0 0-24 15,0 0-128-15,0 0 136 0,0 0-224 16,0 0-352-16,0 0-168 0,0 0-68 0,0 0-96 15,0 0 8-15,72-9 4 0,-64 9-100 16,0 0 0-16,0 3-4 0,0 0 92 16,-4 4 72-16,0 2 52 0,0 0 44 15,0 4-48-15,-4 0 4 0,0 2 8 0,0-2-76 16,0 1-56-16,0-2-4 16,0-3-48-16,0-3-48 0,-4-2-8 15,4-2-8-15,0-2-32 0,0 0-136 0,0-2-304 16,0-4-300-16,0-5-236 0,0-3-736 15,0 0-1212-15,0-8-3965 0</inkml:trace>
  <inkml:trace contextRef="#ctx0" brushRef="#br0" timeOffset="87232.51">18172 8051 7080 0,'0'0'7449'0,"0"0"-6053"16,0 0-780-16,0 0-128 0,0 0 72 15,0 0 528-15,0 0-388 0,0 0-468 16,0 0-232-16,0 0-416 0,0 0-496 16,88 6-912-16,-73-9-1260 0,2-2-6721 0</inkml:trace>
  <inkml:trace contextRef="#ctx0" brushRef="#br0" timeOffset="87793.158">19443 7775 6460 0,'0'0'6153'0,"0"0"-4141"16,0 0-952-16,0 0 80 0,0 0 100 15,0 0 192-15,0 74-332 0,3-34-260 0,2 7-283 16,-1 8-157-16,-4 3-132 0,0-1-64 16,0 0-32-16,-4-7-160 0,-1-2-12 15,2-10 0-15,-1-9-84 0,4-7-208 0,0-9-12 16,0-7-180-16,0-6-369 16,4 0-231-16,4 0-392 0,0-9-1100 0,-4 2-2733 15,-4-5-3475-15</inkml:trace>
  <inkml:trace contextRef="#ctx0" brushRef="#br0" timeOffset="87970.634">19483 8182 11729 0,'0'0'2224'0,"0"0"-1248"0,0 0 240 16,0 0 284-16,0 0-32 0,0 0-228 16,87 3-328-16,-54-3-47 0,6 3-237 15,9-3-180-15,4-3-120 0,4-4-40 0,4-2-116 16,3 0-172-16,-3-4-40 0,0-3-128 15,-4 0-424-15,-1 0-400 0,-3 0-309 16,-4 1-1063-16,-12 1-3012 0,-4-2-4401 0</inkml:trace>
  <inkml:trace contextRef="#ctx0" brushRef="#br0" timeOffset="88197.43">20220 7972 11669 0,'0'0'2060'0,"0"0"-1032"0,0 0-272 15,0 0 236-15,0 0 4 0,0 0-8 16,0 0-284-16,0 0-176 0,79-3-52 16,-58 12-60-16,-2 1-112 0,1 3 0 15,1 3-84-15,-6-4-52 0,1 8-84 16,-4-5-80-16,-4 4-4 0,-4 4-48 0,-4-1-12 16,0 3-208-16,-8 4-96 0,-4-1-64 15,1 5-108-15,-10-5-28 0,5 0-76 16,-3-2-160-16,-2-1-468 0,1-6-656 15,9-3-1212-15,-14-4-3305 0</inkml:trace>
  <inkml:trace contextRef="#ctx0" brushRef="#br0" timeOffset="88900.066">21268 7569 10376 0,'0'0'2313'15,"0"0"-997"-15,0 0-192 0,0 0 348 16,0 0-116-16,0 0-360 0,0 0-380 16,79-45-40-16,-47 45 132 0,0 7-272 15,4 9-108-15,4 6-208 0,-4 6-116 0,0 7 72 16,-5 4-72-16,-3 1 53 15,-7 2 15-15,-6 2-68 0,-7 4 0 0,-3 0 84 16,-1 0-40-16,-4-1-36 0,-4-3-12 0,-9-2-40 16,2-5-156-16,2-5 392 0,-3-6-184 15,1-7 96-15,2-3-60 16,1-7-48-16,1-5 12 0,3-4 60 0,0-4-72 16,0-8 0-16,4-7-84 0,0-10-12 15,0-6 92-15,0-3-44 0,8-6 44 16,3-4-4-16,-3 1-44 0,5 5 52 15,-2 4 0-15,6 6-261 0,-6 4 149 16,6 5-104-16,-6 5 216 0,6 1-160 16,2 2-120-16,-3-2-404 0,3 9 124 15,2-6-324-15,-1 5-552 0,3 3-944 16,-6 3-2241-16,3 3-2643 0</inkml:trace>
  <inkml:trace contextRef="#ctx0" brushRef="#br0" timeOffset="89120.774">21941 8064 14513 0,'0'0'2804'0,"0"0"-2000"0,0 0-40 0,0 0-100 16,0 0 556-16,0 0-160 0,0 0-551 16,0 0-301-16,0 0-88 0,0 0-116 15,0 0 0-15,63 29 0 0,-58-14 8 16,-1 5 84-16,0-1-36 0,-4 3 28 15,4-3-88-15,-4 3-8 0,0-6-104 16,0-6-92-16,0-3-172 0,0-5-377 16,0-2-367-16,0-2-388 0,0-9-812 0,0 3-2552 15,-4-12-3909-15</inkml:trace>
  <inkml:trace contextRef="#ctx0" brushRef="#br0" timeOffset="89266.296">21993 7807 1316 0,'0'0'9857'0,"0"0"-7985"0,0 0-892 16,0 0 396-16,0 0-244 0,0 0-124 16,0 0-116-16,95-19-412 0,-71 16-480 15,1 3-60-15,3-3-704 0,3 3-840 16,-6-4-2792-16,10-2-5173 0</inkml:trace>
  <inkml:trace contextRef="#ctx0" brushRef="#br0" timeOffset="90162.314">22627 7560 9168 0,'0'0'2057'16,"0"0"-853"-16,0 0-156 0,0 0-56 15,0 0 132-15,0 0 44 0,0 0-336 16,0 0-300-16,0 0-136 0,0 0 96 15,-69 66 84-15,58-31 84 0,-1 3-60 16,-1 6-104-16,6 1-80 0,3-4-51 0,0 4-113 16,4-4-44-16,0-6-196 0,4-3-12 15,4-10-144-15,4-7-64 0,4-8-301 16,8-7-75-16,0-2 60 0,-1-12-76 16,5-2-256-16,-4-3-724 0,-4 4-1128 0,-4-11-3305 15</inkml:trace>
  <inkml:trace contextRef="#ctx0" brushRef="#br0" timeOffset="90700.28">22881 7382 13313 0,'0'0'2316'16,"0"0"-736"-16,0 0-296 0,0 0-224 15,0 0-60-15,0 0-72 0,0 0-455 16,0 0-169-16,0 0-60 0,0 0 44 15,53 70 40-15,-46-40-124 0,-3 10-20 0,-4 7-112 16,0 8-72-16,-11 1 4 0,-6 5-4 16,2 5 0-16,-9-2-96 0,3 1-148 15,2 0-132-15,-1-5-20 0,3-10-28 0,2-5 43 16,2-13 17-16,9-13 196 0,1-9 56 16,3-8-96-16,0-4-108 0,3-14 48 15,10-7 84-15,-1-8 52 0,4-8 132 16,3-1-184-16,-6-9-48 0,2 5 60 15,-2 3 12-15,-5 6 148 0,3 7 12 16,-7 2 104-16,0 13-4 0,1 5 48 16,-5 3 144-16,4 5-96 0,-1 0-72 15,1 0 44-15,4 5-8 0,-4 0-24 16,5 4-40-16,-6-2 12 0,1 2-64 16,0 1-40-16,-4 4-4 0,0 1 0 15,-4 0 0-15,-7 8-184 0,-2-1-12 0,-7 3-36 16,1-2 60-16,-2 0 160 15,2-4-36-15,-1-8 48 0,8 3 64 0,-4-8 72 16,8 0-16-16,4-3-108 0,4 0 48 16,0 4 48-16,0-4 16 0,8 2 96 0,3 2-4 15,2 3 100-15,2 0-12 0,2-4-47 16,-2 3 35-16,2 1 12 0,-2-3-16 16,2-1-68-16,-2-3-140 0,-2 0-80 15,-2-3-12-15,1 0-180 0,4-6-368 16,0-4-193-16,0-3-319 0,-1-2-1000 15,-2 2-2980-15,2-6-6101 0</inkml:trace>
  <inkml:trace contextRef="#ctx0" brushRef="#br0" timeOffset="90896.464">23153 7982 12285 0,'0'0'2560'15,"0"0"-1268"-15,0 0 160 0,0 0-268 16,0 0 252-16,0 0-424 0,0 0-512 0,0 0-235 15,0 0 3-15,0 0-48 16,35 42-88-16,-31-34-60 0,-4 9-12 0,0-2-60 16,0 1-8-16,0 3-136 0,0-7-196 15,0 5-169-15,-4-9-211 0,4-1-156 16,-4-7-276-16,4 0-1004 0,0-7-2380 16,0-11-4541-16</inkml:trace>
  <inkml:trace contextRef="#ctx0" brushRef="#br0" timeOffset="91048.988">23232 7715 14557 0,'0'0'2540'0,"0"0"-1696"16,0 0 140-16,0 0-40 0,0 0-344 0,0 0-600 16,84-51-72-16,-56 39-308 0,-4-2-676 15,0 5-760-15,8-3-3788 0</inkml:trace>
  <inkml:trace contextRef="#ctx0" brushRef="#br0" timeOffset="91298.773">23738 7578 16381 0,'0'0'3056'0,"0"0"-2200"0,0 0-512 16,0 0 8-16,0 0 244 0,0 0 401 15,0 0-417-15,72 76-364 0,-56-56-44 0,-4 2-28 16,4 0-48-16,-1 7-88 0,-3 2 40 16,1 4-36-16,-6 4-4 0,-7-2-8 15,0 2 4-15,-4 2-4 0,-7 0-12 16,-6-2-228-16,-3-2-184 0,1-1-96 16,-5-5-96-16,0 1-201 0,-8 0-379 15,0-4-1140-15,4-9-2832 0,-23 10-5045 0</inkml:trace>
  <inkml:trace contextRef="#ctx0" brushRef="#br0" timeOffset="112335.701">15423 9703 8644 0,'0'0'1964'0,"0"0"845"16,0 0-1869-16,0 0-496 0,0 0 324 15,0 0 216-15,0 0-128 0,0 0-148 16,88-10-228-16,-65 4-96 0,5 0-152 16,0-1-48-16,0-3-112 0,-4 3-68 0,0 1-4 15,-5 4-4-15,2-4-92 0,-6 2-260 16,-2 1-260-16,-6 3-100 0,1 0-220 15,1 0-368-15,-5 3-812 0,0 1-1121 16,-4 8-2247-16</inkml:trace>
  <inkml:trace contextRef="#ctx0" brushRef="#br0" timeOffset="112514.57">15629 9769 5804 0,'0'0'2368'0,"0"0"-1100"0,0 0-348 15,0 0 433-15,-27 77 107 0,23-47-152 16,0 6-288-16,4 9-124 0,0-1-248 15,0 4-312-15,0-1-64 0,0-3-172 16,0-2-100-16,0-4-4 0,0-7-208 16,0-6-232-16,0-8-144 0,4-1-168 0,-4-7-416 15,0-2-800-15,0-4-2077 16,0 3-1203-16</inkml:trace>
  <inkml:trace contextRef="#ctx0" brushRef="#br0" timeOffset="112676.068">15451 10271 5184 0,'0'0'2964'0,"0"0"-788"0,0 0-695 16,0 0-365-16,0 0-224 0,0 0 32 15,0 0-4-15,0 0-300 0,0 0-220 16,88 3-116-16,-65-3-184 0,1-10-48 16,0 1-52-16,0-3-220 0,-1-2-560 0,2-4-276 15,-1 1-552-15,-4 2-1085 0,3-5-3291 0</inkml:trace>
  <inkml:trace contextRef="#ctx0" brushRef="#br0" timeOffset="112832.102">16033 10140 10452 0,'0'0'1469'0,"0"0"-597"0,0 0 820 0,0 0-204 16,0 0-472-16,0 0-272 0,91 36-200 15,-71-46-320-15,4-6-176 0,0 0-48 16,4-6-272-16,0-3-360 0,-5 0-488 15,1-5-580-15,-7 11-2261 0,-2-9-2811 0</inkml:trace>
  <inkml:trace contextRef="#ctx0" brushRef="#br0" timeOffset="113106.99">16204 9753 9260 0,'0'0'1937'15,"0"0"-705"-15,0 0 32 0,0 0 232 0,-44 71-188 16,40-44-288-16,-1 3-192 0,2 1-212 15,3 4-72-15,0 3-104 16,8 3-60-16,0 1-100 0,-4-1-148 0,4 3-20 16,-1 2-40-16,2 1-60 0,-5 3 80 15,0-2-92-15,0 0-4 0,-4-4 0 16,0-4 4-16,0-1 0 0,0-4-48 16,-8-7-24-16,0-2-100 0,-1-4 64 15,-2-2-16-15,-1-8 28 0,-8 1-4 0,4-8-80 16,-4 0-92-16,0-5-96 0,-4 0 0 15,-4-10-124-15,1-6-172 0,-1-3-416 16,-4-6-328-16,0-8-632 0,8 12-1997 16,-8-24-2911-16</inkml:trace>
  <inkml:trace contextRef="#ctx0" brushRef="#br0" timeOffset="113947.48">17399 9525 11221 0,'0'0'1488'0,"0"0"-356"0,0 0-168 16,0 0 296-16,0 0-36 0,0 0-220 15,0 0-536-15,0 0-72 0,0 0 228 16,0 0 232-16,64 44-140 0,-53 11-312 16,-6 4-163-16,-1 8-81 0,-4 7-40 15,0-2-72-15,-4 1-40 0,-5 4-8 0,2-5-8 16,-1-2-52-16,-1-9-156 0,2-10-89 16,3-10 25-16,0-13 24 0,4-9-72 15,0-8-64-15,0-9-108 0,0-2 108 16,0 0 172-16,0-13 84 0,4-3 64 15,0-6 28-15,-1-6 36 0,6-4-44 16,3 0 52-16,-1-2 4 0,2 2 4 0,2 3-4 16,6 3 8-16,-1 7 260 0,-1 7-88 15,-2 5 36-15,-2 4-100 0,1 3-108 16,-4 0 36-16,-4 3-40 0,0 7 64 16,-4-1 100-16,-4 7-24 0,0-3-4 15,0 3-56-15,0 3-28 0,-8-2-60 16,0 2-60-16,-4-1-124 0,4-3-24 15,-4-2 36-15,4-1-24 0,1-5 48 16,3 0 136-16,0-4 12 0,4-3 124 0,0 0 36 16,0 0-160-16,0 0-148 15,4 0 148-15,3 0 48 0,5 3 260 0,0 4 44 16,0-4-108-16,0 3-48 0,0 0-80 16,4 1-116-16,0-4-60 0,-1 0 0 15,6 0-24-15,-5-3-172 0,3 3-12 16,2-3-408-16,-6 0-292 0,2 0-504 0,-6 0-1460 15,2 4-3353-15</inkml:trace>
  <inkml:trace contextRef="#ctx0" brushRef="#br0" timeOffset="114557.799">18013 10325 2720 0,'0'0'9405'16,"0"0"-7709"-16,0 0-896 0,0 0 20 15,0 0-320-15,0 0 168 0,0 0-32 16,0 0-276-16,0 0-112 0,4 74-12 16,-1-60 36-16,1 5-88 0,-4-2-24 0,0-1-24 15,0 2-28-15,0-1 16 0,0-2-64 16,0-2-60-16,0 0 0 0,0-7-120 16,0-3-164-16,0-3-208 0,0 0-80 15,0-3-72-15,0-7-208 0,0-2-596 16,0-1-1356-16,4-12-4077 0</inkml:trace>
  <inkml:trace contextRef="#ctx0" brushRef="#br0" timeOffset="114715.457">18084 10140 14041 0,'0'0'1992'16,"0"0"-1176"-16,0 0 252 0,0 0-216 15,0 0-140-15,0 0 84 0,0 0-320 16,0 0-400-16,88-25-76 0,-64 16-488 15,8-4-556-15,4 3-432 0,-12 1-836 16,15-1-4733-16</inkml:trace>
  <inkml:trace contextRef="#ctx0" brushRef="#br0" timeOffset="115028.713">19152 9937 15865 0,'0'0'1564'0,"0"0"-1328"16,0 0-220-16,0 0 144 0,-91-41 308 15,66 41 468-15,1 7-372 0,1 5-272 0,3 7 16 16,0 6-28-16,0 8-120 16,8 4-28-16,-4 5 28 0,4 2-28 0,4 4-20 15,4 0-52-15,4-4 12 0,0-3-12 16,0-3 16-16,12-3-76 0,0-5 0 15,0-9-4-15,4-5 0 0,4-6-8 16,0-5-72-16,-5-5 0 0,6 0-52 16,3-5-132-16,-4-9-180 0,-5 0-276 15,2-5-304-15,-2-4-456 0,-7 6-1024 16,-4-1-2921-16</inkml:trace>
  <inkml:trace contextRef="#ctx0" brushRef="#br0" timeOffset="115170.077">18921 10249 13373 0,'0'0'2300'0,"0"0"-1220"0,0 0 176 0,0 0-612 0,0 0 68 15,0 0 244-15,0 0-396 0,87-36-328 16,-59 27-232-16,4-1-60 0,-4 1-208 16,8 0-168-16,-8-1-420 0,4 3-464 15,-8 7-1400-15,4-2-4157 0</inkml:trace>
  <inkml:trace contextRef="#ctx0" brushRef="#br0" timeOffset="115776.137">19817 9487 4468 0,'0'0'992'16,"0"0"3128"-16,0 0-2920 0,0 0 73 16,0 0 275-16,0 0-52 0,0 0-100 15,0 0-264-15,-4 88-340 0,0-50-4 16,4 6-64-16,0 8-284 0,0 8 8 15,0 7-68-15,0 0-124 0,-4 5 24 16,1-1-63-16,-5 1-69 0,-1-2-76 0,1-7-72 16,1-2 0-16,3-7-108 0,4-16-125 15,0-6-155-15,0-13-64 0,8-9-216 16,3-10-152-16,6 0-128 0,3-10-476 16,-9-2-1268-16,17-24-2925 0</inkml:trace>
  <inkml:trace contextRef="#ctx0" brushRef="#br0" timeOffset="116046.088">20156 9864 5076 0,'0'0'6893'15,"0"0"-5257"-15,0 0-608 0,0 0-108 16,0 0 60-16,-91 35 68 0,63-16-184 16,4 3-444-16,-4 1-260 0,4-1-100 0,3 0-48 15,6 0-4-15,-1-2-8 0,8-1-32 16,0 0 32-16,4-3 12 0,4 3 148 15,0-4 36-15,4 1 36 0,8 3 40 16,0 1 80-16,4-1 40 0,4-4 72 16,0 5-112-16,0-8-72 0,0 4-87 15,-1-7-45-15,1 1-64 0,1 0-84 16,-2-4 0-16,5-3-48 0,-7 0-148 16,2 0-373-16,1-3-299 0,0 0-368 0,3 0-912 15,-6 0-3364-15,3-6-5877 0</inkml:trace>
  <inkml:trace contextRef="#ctx0" brushRef="#br0" timeOffset="116314.481">20459 10300 5792 0,'0'0'7893'0,"0"0"-6161"0,0 0-636 16,0 0-24-16,0 0-232 0,0 0-248 15,0 0-212-15,0 0-184 0,0 0-184 16,0 0 60-16,0 0 16 0,59 63 20 15,-50-41-20-15,-5 6 44 0,0 2 16 16,-4 1 156-16,0 4 172 0,-4 3-136 16,-9-3-84-16,2 1-60 0,-6-3-51 0,6-1-45 15,-1-6-92-15,0-1-4 16,0-6-4-16,0-3-12 0,8-7-52 16,-4-2-80-16,0-3-101 0,5-4-95 0,-1 0-112 15,-1-7-192-15,1-9-240 0,4-3-260 0,-4-10-596 16,4 4-2372-16,0-29-4161 0</inkml:trace>
  <inkml:trace contextRef="#ctx0" brushRef="#br0" timeOffset="116468.205">20651 10049 3420 0,'0'0'11537'15,"0"0"-9725"-15,0 0-744 0,0 0-32 16,0 0-420-16,0 0-484 0,0 0-132 15,79-55-244-15,-55 46-336 0,0-4-444 0,-5 7-848 16,5-3-4053-16</inkml:trace>
  <inkml:trace contextRef="#ctx0" brushRef="#br0" timeOffset="117772.305">21957 10218 5592 0,'0'0'5296'15,"0"0"-3931"-15,0 0-305 0,0 0-68 0,0 0 68 16,0 0-64-16,0 0-224 15,0 0-212-15,0 0 352 0,96 8-396 0,-53-5-132 16,1 0-176-16,4-3-100 0,0 0-48 16,4 0 16-16,-5-3-76 0,-2-6-8 15,-2 0-128-15,-3-3-380 0,-9 1-196 0,1-1-176 16,-4-1-344-16,-11 3-864 16,-2-3-2977-16</inkml:trace>
  <inkml:trace contextRef="#ctx0" brushRef="#br0" timeOffset="118014.673">22515 9950 9864 0,'0'0'1589'16,"0"0"-793"-16,0 0-108 0,0 0 92 0,0 0-108 16,80 3-4-16,-57 7-152 15,1 2-112-15,4 5-204 0,0 2 116 0,0-1-252 16,-4 8-64-16,-8 2-100 15,-4 1 100-15,-4 6-104 0,-8 0 96 0,-4 7-112 16,-9-4-8-16,-6 3 76 0,-1 0 52 16,-8 0 4-16,0 0-4 0,0-5-256 0,0-2-148 15,5-5-340-15,-1-4-384 0,0-3-768 16,12-9-2225-16,-4 1-3175 0</inkml:trace>
  <inkml:trace contextRef="#ctx0" brushRef="#br0" timeOffset="118966.365">24041 9455 5624 0,'0'0'5084'0,"0"0"-3107"15,0 0-561-15,0 0-228 0,0 0-336 0,0 0-48 16,0 0-32-16,92 63-104 0,-60-28-64 16,7 6-260-16,-3 1-76 0,0 3-48 15,4 2-96-15,-8 4-16 0,-5-1-108 16,-3 4-4-16,-7-3-80 0,-6-3 84 0,-3-6-124 16,-3-4 124-16,-1-10 36 0,-1-6-36 15,-3-3-4-15,0-6 4 0,0-4 0 16,-3-3-152-16,-1 1 40 0,-5-7 64 15,5 0 48-15,0 0 72 0,-7-9 64 16,7-8 36-16,-5-1-172 0,1-8-92 16,5-6 92-16,-1-3 4 0,0-2 176 0,-1-2-180 15,5 1 0-15,0 4 76 16,9 2 132-16,6 3-160 0,2 1-36 0,2 2-4 16,9 0 56-16,0 1-64 15,0 3-8-15,4 3-152 0,-1 0-24 0,1 3 40 16,-8 1-4-16,1 4-144 0,-6 2-372 0,-3 6-188 15,-4 3-180-15,0 0-536 0,-4 0-980 16,-8 9-3041-16</inkml:trace>
  <inkml:trace contextRef="#ctx0" brushRef="#br0" timeOffset="119200.912">24734 10017 11341 0,'0'0'2188'0,"0"0"-996"0,0 0-132 16,0 0 104-16,0 0-96 0,0 0-304 0,0 0-248 16,0 0-244-16,0 0-200 15,0 0-4-15,84 32-68 0,-76-24-4 0,-1 9 0 16,-7-1 0-16,0 6-8 0,0 3-48 16,0 4 0-16,0-7-88 0,-4 1 100 15,1-8-188-15,3-5-132 0,0-7-224 0,0-3-188 16,0 0-152-16,0-7-292 0,3-7-548 15,1 0-2641-15,0-14-2083 0</inkml:trace>
  <inkml:trace contextRef="#ctx0" brushRef="#br0" timeOffset="119365.734">24846 9788 4668 0,'0'0'8393'0,"0"0"-6753"15,0 0-784-15,0 0 364 0,0 0-28 16,0 0-132-16,0 0-252 0,79-22-576 0,-55 19-232 15,4-3-60-15,0-1-124 16,4 1-440-16,0-4-596 0,3 1-676 0,-10 2-2208 16,6-2-3577-16</inkml:trace>
  <inkml:trace contextRef="#ctx0" brushRef="#br0" timeOffset="119556.906">25411 9528 1828 0,'0'0'9217'15,"0"0"-7525"-15,0 0-380 0,0 0 444 16,-67 79-216-16,50-43-144 0,2 2-156 16,7 6-336-16,0 0-200 0,0 4 97 15,8-3-341-15,0 2-252 0,4-3-172 16,8-3-36-16,-4-3-168 0,7-8-160 16,6-9-60-16,-1-8-85 0,8-6-27 15,0-7-156-15,8-7-212 0,-1-13-768 0,-11 8-2124 16,12-26-3937-16</inkml:trace>
  <inkml:trace contextRef="#ctx0" brushRef="#br0" timeOffset="120031.583">25750 9309 4196 0,'0'0'9709'0,"0"0"-8129"15,0 0-876-15,0 0 336 0,-12 66 528 16,12-34 4-16,0 6-380 0,0 4-559 15,0 2-185-15,0 7-72 0,0 3-100 16,-3 6-264-16,-10 1-4 0,-2-1-8 16,-6-1-252-16,1-1-232 0,1-10 36 15,6-6 107-15,5-17 229 0,5-6 28 16,3-11-96-16,0-8-248 0,0 0-72 16,11-2 188-16,2-15 308 0,6-1 0 0,1-8-252 15,8-5 20-15,0 2 92 0,-4 1-28 16,0 2 60-16,0 8 40 0,-4 1 60 15,-5 8 12-15,2 3 72 0,-10 0 136 16,-3 6 76-16,0 0-16 0,-4 0-72 16,0 0-36-16,0 0-64 0,-4 0-36 0,-3 6-60 15,-5 0-72-15,0 3 0 0,-8 3-52 16,0 2-24-16,4 2 40 0,-4-4-112 16,4-2-76-16,4-1 188 0,8-2 108 15,-4-4 120-15,8-3 16 0,0 3-112 16,0 0 64-16,0 3-4 0,8 4 196 15,0 3 52-15,0-1-76 0,1 1 0 16,2 4-60-16,1-5-16 0,0 1 28 16,0-5-64-16,4 3-36 0,0-5-108 15,0 1-100-15,3-7-216 0,-2 0-132 16,2 0-100-16,1-7-308 0,1-3-536 0,-2-3-1308 16,-7 5-2349-16,4-11-2579 0</inkml:trace>
  <inkml:trace contextRef="#ctx0" brushRef="#br0" timeOffset="120264.543">26133 9893 9608 0,'0'0'2285'0,"0"0"-929"16,0 0 304-16,0 0-136 0,0 0-388 16,0 0-48-16,0 0-192 0,0 0-408 15,0 0-156-15,75 51-40 0,-67-45-84 16,1 3-76-16,-5 1-132 0,3 0-36 0,-7 3-36 15,4-4-52-15,-4 7-156 0,0-1-208 16,0 4-40-16,-4-2 136 0,-3-2 96 16,-2 1-232-16,1-6-68 0,4-1-36 15,-3-9-308-15,3 0-344 0,-1-3-928 16,5-13-3033-16</inkml:trace>
  <inkml:trace contextRef="#ctx0" brushRef="#br0" timeOffset="120417.623">26284 9649 12973 0,'0'0'2772'0,"0"0"-1768"0,0 0-220 0,0 0 144 15,0 0-212-15,0 0-200 0,91-48-348 0,-63 39-168 16,-4 5-244-16,0 1-504 0,1 0-576 16,-6 3-576-16,-3 0-2152 0,0 10-4001 0</inkml:trace>
  <inkml:trace contextRef="#ctx0" brushRef="#br0" timeOffset="121381.325">24734 10057 5824 0,'0'0'1548'0,"0"0"1120"0,0 0-351 16,0 0-657-16,0 0-396 0,0 0-180 15,0 0-264-15,0 0-260 0,0 0-40 16,0 0-100-16,0 0-112 0,76-28-76 16,-64 28-12-16,-1 0-60 0,2 0-24 15,-5 0-88-15,-1 0-40 0,6 0 76 16,-5 0-8-16,-1 0-64 0,-3 0-4 16,5 0-8-16,-5 0 0 0,0 0-60 15,-4 0-40-15,0 0-36 0,0 3-72 16,0 4 116-16,0 3 92 0,0 5 72 0,-4 2 148 15,-5 1-132-15,1 5 20 16,-3-1-108-16,-2 0-4 0,2 4-68 0,-1 0-24 16,3-1 20-16,-2-4 32 0,3 2 44 15,4-4 0-15,-1 0 12 0,-2-3 0 16,3-4 48-16,4 4-8 0,-4-3 68 16,0-1 88-16,4 1-24 0,-4-2 24 15,4-5-12-15,0-1-88 0,0-2-60 0,0-3 40 16,4 0 20-16,-4 0 76 0,8-3 48 15,-4-2-64-15,8-1-36 0,0-5-32 16,8-4-100-16,-1-5-4 0,5 1-144 16,1 0-180-16,3-3-220 0,3 3-256 15,1-3-336-15,8 2-756 0,-12 8-1964 16,24-9-2545-16</inkml:trace>
  <inkml:trace contextRef="#ctx0" brushRef="#br0" timeOffset="121804.262">26682 9712 5684 0,'0'0'7421'0,"0"0"-6061"16,0 0-464-16,0 0 584 0,0 0-288 15,0 0-80-15,0 0-184 0,0 0-464 16,92 63-196-16,-72-46 64 0,4-2-164 15,-5 4-156-15,2 4 36 0,-5-1 40 0,-1 6-40 16,-7-2-44-16,-3 2 68 16,-5 1-72-16,0 2 108 0,-13 2 137 0,-2-3-133 15,-9 3-100-15,0 2-12 16,-4-3 0-16,0-1-184 0,0-2-229 0,0-1-111 16,1-5-124-16,3-1-36 0,3-6-200 15,10 0-364-15,-2-10-808 0,10-3-2300 0,3-3-3601 16</inkml:trace>
  <inkml:trace contextRef="#ctx0" brushRef="#br0" timeOffset="122199.059">27428 9864 7868 0,'0'0'6353'0,"0"0"-4741"0,0 0-184 15,79 12 20-15,-47-7-320 0,0-3-188 16,-4 2-316-16,0-1-336 0,0-3-276 16,0 0-12-16,0-3-136 0,-9-1-108 15,5-3-352-15,-8 5-416 0,0-1-576 0,-4 3-1360 16,-8 0-2909-16,-4 3-2891 0</inkml:trace>
  <inkml:trace contextRef="#ctx0" brushRef="#br0" timeOffset="122348.098">27436 10112 7884 0,'0'0'6469'0,"0"0"-5357"0,0 0-436 16,0 0 752-16,0 0 28 0,0 0-220 15,84 6-344-15,-45-6-516 0,8-6-268 16,6 0-108-16,2-7-132 0,9 3-76 15,0-2-328-15,7-2-452 0,-2 0-672 16,-14 0-2172-16,21 2-3001 0</inkml:trace>
  <inkml:trace contextRef="#ctx0" brushRef="#br0" timeOffset="122765.937">28654 9388 3488 0,'0'0'8669'0,"0"0"-6817"0,0 0-704 15,0 0-116-15,0 0-44 0,0 0-156 16,0 0 104-16,0 0-16 0,104 51-320 15,-72-16-160-15,-4 3-184 0,-5 10-100 16,2-1-92-16,-9 1 0 0,-4 3-64 16,0 0-100-16,-8 3 92 0,-4-1 8 15,0 1 8-15,-13 3-8 0,2-3-4 0,-9-7-80 16,4-1 0-16,-4-9 80 0,4-8 4 16,4-6 0-16,4-8-4 0,0-9-168 15,5-2 136-15,3-4 36 0,-5-4 0 16,5-10-60-16,0-10-76 0,0-4 4 0,8-10 124 15,4-7-92-15,4-2 4 0,4-7 0 16,0 3 84-16,4 1-112 0,-1 1 52 16,5 9-88-16,0 1-60 0,4 4-356 15,0 10-264-15,0 3-224 0,4 6-892 16,-12 4-1848-16,7 5-2457 0</inkml:trace>
  <inkml:trace contextRef="#ctx0" brushRef="#br0" timeOffset="123044.687">29157 10264 16673 0,'0'0'3016'16,"0"0"-2356"-16,0 0-600 0,0 0 72 15,0 0 64-15,0 0 108 0,0 0-120 16,0 0-116-16,83-9-68 0,-51 3-48 0,1 6-48 15,-2 0-40-15,-7 6 28 0,-4 10 8 16,-9 6 4-16,-2 10 96 0,-5 6 108 16,-4 3 16-16,-9 4-4 0,-2-1-44 15,-1-3 140-15,0-3-32 0,0-3-112 16,4-13-64-16,0-2-8 0,4-7-84 16,0-10-184-16,0-3-412 0,0-7-116 0,0-5-656 15,4-2-976-15,-7-17-3285 0</inkml:trace>
  <inkml:trace contextRef="#ctx0" brushRef="#br0" timeOffset="123199.237">29340 9979 8748 0,'0'0'5897'0,"0"0"-4725"16,0 0-316-16,0 0 684 0,92-20-532 15,-64 14-308-15,8-3-284 0,-5-1-416 16,5 1-260-16,0-4-856 0,0 4-736 15,-12 2-2304-15,11 1-4237 0</inkml:trace>
  <inkml:trace contextRef="#ctx0" brushRef="#br0" timeOffset="123510.153">30121 9643 5244 0,'0'0'4124'0,"0"0"-1507"0,0 0-829 16,0 0-144-16,-92 82-72 0,77-44-284 15,-2 10-180-15,2 3-240 0,-1 2-12 16,-5 1-176-16,6 1-183 0,-2-3-25 0,6 0-132 15,3-8-88-15,8-5-252 16,0-11 0-16,12-3-132 0,4-8-48 0,7-8 72 16,9-6-280-16,9-6-136 0,-2-13-69 15,9-7-151-15,4-8-428 0,-17 5-1460 16,17-21-3929-16</inkml:trace>
  <inkml:trace contextRef="#ctx0" brushRef="#br0" timeOffset="123982.497">30495 9366 13313 0,'0'0'3008'15,"0"0"-2456"-15,0 0-156 0,-19 73 644 16,10-36 680-16,-2 12-76 0,3 5-479 16,-5 6-533-16,2 4-212 0,-2 2 52 15,2 1 12-15,-1-4-196 0,-4 1-288 0,0-3 0 16,4-4-288-16,-4-7-244 0,4-5-84 15,4-8-36-15,0-7-28 0,4-9 63 16,4-9 81-16,0-7-148 0,0-5-416 16,0-10-304-16,4-6 124 0,8-10 316 15,-3-2 120-15,-2-7 72 0,5-3 96 16,4 0 500-16,-4-3 176 0,4-1 112 16,4 7 44-16,-4 7 20 0,-1 6 296 15,2 9 148-15,-6 7 48 0,2 6 48 16,-5 0-128-16,-1 6-164 0,1 7-16 15,-4-1 100-15,-4 4 48 0,0 3-88 16,-8-3-160-16,1 6-100 0,-5-3-136 16,-4 1-60-16,0-2-12 0,0 1 0 0,-1 1-112 15,2-5-120-15,7 1 0 0,-1-3 72 16,6-1 36-16,3 1 124 0,0-3 100 16,0 2 144-16,0 1 76 0,8 0 12 0,0 3-76 15,4-1-12-15,0-2 36 0,4 4 12 16,4-5 0-16,-5 1-156 0,9-7-136 15,0-3-64-15,4-3-176 0,0-3-592 16,4-6-452-16,0-7-696 0,-13 3-3160 16,13-10-6033-16</inkml:trace>
  <inkml:trace contextRef="#ctx0" brushRef="#br0" timeOffset="124192.375">30826 10232 5836 0,'0'0'8501'0,"0"0"-6913"0,0 0-856 15,0 0 336-15,0 0 20 0,0 0-316 16,0 0-344-16,8 68-292 0,0-50-132 16,-4 5 0-16,0-1 52 0,-4 7-52 15,0 3 0-15,0 2 80 0,-12-2 4 0,0 3-40 16,-4-7 60-16,0 1-56 0,0-7-48 16,-3-2-4-16,-2-8-320 0,1 1-108 15,5-11 0-15,-6-2-212 0,10-8-444 16,-6-9-956-16,10 2-3105 0,-1-20-4219 0</inkml:trace>
  <inkml:trace contextRef="#ctx0" brushRef="#br0" timeOffset="124338.058">30854 9931 10676 0,'0'0'6981'0,"0"0"-6237"0,0 0-128 15,0 0 684-15,0 0 148 0,0 0-479 16,0 0-509-16,88 3-460 0,-56-12-24 15,4-4-664-15,-1-3-357 0,5-4-507 16,-8 8-1568-16,16-13-5165 0</inkml:trace>
  <inkml:trace contextRef="#ctx0" brushRef="#br0" timeOffset="124535.718">31635 9792 6036 0,'0'0'8773'0,"0"0"-7377"0,0 0 80 16,0 0 248-16,0 0-280 0,32 79-23 15,-29-57-429-15,-3 3-520 0,0 4-244 16,0-1-140-16,0 4-88 0,-11 4 0 0,-6-3-72 16,-6 6-144-16,-5 5-120 0,-7-2-172 15,-10 6-148-15,-6-4-205 0,-5 4 17 16,-8-4-204-16,-4-3-568 0,-7 1-1008 16,-9-4-2413-16,24-13-3035 0,-39 7 6480 0</inkml:trace>
  <inkml:trace contextRef="#ctx0" brushRef="#br0" timeOffset="126400.778">14897 11128 6656 0,'0'0'6981'0,"0"0"-5989"16,0 0-288-16,0 0 76 0,-100-77 336 15,73 65 12-15,-1 3-48 0,-4 5-332 16,0 4-200-16,4 0-108 0,-8 11-160 15,4 3-268-15,0 16-12 0,-4 1-100 0,0 10 52 16,5 10 0-16,-1 0 44 0,4 3-8 16,4 1-56-16,8-8 64 0,4-7-4 15,12-1 8-15,0-7 0 16,8-7-100-16,8-3-8 0,8 1 96 0,4-4-60 16,8 0 72-16,-1 0 0 0,10 0 0 15,-6-3-80-15,5 0 80 0,-4-1 0 0,-4 2 12 16,-4-2 64-16,-12 2-68 0,-1 2 76 15,-11-1 12-15,-3 4 64 0,-5 1 0 16,-9 2-52-16,-6 0-96 0,-2-2 36 16,-7-5-44-16,5-5-4 0,-1-3-188 15,4-6-68-15,0-4-76 0,4-4-140 16,4-9-180-16,8-9-292 0,-4-3-452 16,4-1-1392-16,0-15-3645 0</inkml:trace>
  <inkml:trace contextRef="#ctx0" brushRef="#br0" timeOffset="126642.959">15052 11769 13609 0,'0'0'2928'0,"0"0"-2028"15,16 68 52-15,-12-47 496 0,1-1-44 0,-5-8-215 16,0-2-485-16,3-7-412 0,1-3-148 16,4 0-72-16,4-7 24 0,0-2-36 0,4-7-60 15,0-4 0-15,-4-1-240 0,0 2-124 16,-4 0 24-16,0 5 40 0,-8 5 80 15,0 4 144-15,0 1 68 0,-12 4-32 16,-4 0-156-16,-4-3 40 0,0 3-5 16,-4 0 17-16,5 3 60 0,2 1-100 15,2 1-216-15,2 4-248 0,13 2-320 16,0-3-636-16,0 6-1404 0,13 1-3161 0</inkml:trace>
  <inkml:trace contextRef="#ctx0" brushRef="#br0" timeOffset="127104.794">16813 11623 2996 0,'0'0'7728'16,"0"0"-6403"-16,0 0-337 0,0 0-136 0,0 0 904 15,0 0-312-15,0 0-256 0,0 0-300 16,0 0-288-16,0 0-528 0,-16 73 868 16,53-60-172-16,6-3-295 0,5-4 15 15,3-6-344-15,-2 0-36 0,-2-13-216 16,-3-3 340-16,0-6-720 0,-5-1 852 15,2-5-716-15,-5-3 352 0,-5 3-993 16,-7-2 433-16,-4 5-432 0,-4 3-1000 16,-8 6-2824-16,-4 0-4173 0</inkml:trace>
  <inkml:trace contextRef="#ctx0" brushRef="#br0" timeOffset="127293.823">17124 11334 2948 0,'0'0'10573'0,"0"0"-8977"0,-43 92-856 0,34-37-256 16,-3 8 684-16,9 7 80 16,-1 0-92-16,4-1-388 0,0-8-340 0,4-7-352 15,3-10-76-15,1-9-160 0,4-13-400 16,0-13-124-16,4-9 96 0,4-9 256 16,4-16-236-16,4-7-448 0,-4-12-1228 15,-5 13-3089-15,2-28-2363 0</inkml:trace>
  <inkml:trace contextRef="#ctx0" brushRef="#br0" timeOffset="127780.564">17519 10959 7880 0,'0'0'5609'0,"0"0"-4365"0,0 0-236 16,0 0-16-16,0 0-196 0,0 0-52 16,-36 99 44-16,27-51-260 0,2 6 36 15,3 12 192-15,4 1-268 0,-4 9-248 0,0 1-104 16,4-1-124-16,-4-1-12 0,4-1 0 15,0-13-220-15,0-10-304 0,0-14-12 16,4-14 132-16,4-11 148 0,3-9 36 16,2-3 112-16,2-15-76 0,2-5-112 15,-2-8-60-15,5-7 60 0,1 0 48 0,-6-3-36 16,1 6 48-16,4 3 76 0,-4 7-240 16,-4 10-160-16,0 5-8 0,0 7 292 15,-4 10 276-15,0 9 656 0,-4 6 20 16,0 7-168-16,0 3-72 0,0 0-92 15,-4 2 200-15,0 1-200 0,0 1 256 16,0-4-100-16,0 0-208 0,4-10-292 16,-4-9 40-16,3-4-40 0,1-7-160 15,5-5-96-15,-1-5-12 0,-1-7-28 16,10-4-196-16,-6-6-296 0,6-3-324 16,-6 0-696-16,10-4-700 0,-6 6-1 0,5 1 465 15,4 7 344-15,-4 4 540 0,0 9 1160 16,0 2 1420-16,-8 2 384 0,3 9 304 15,-6 4-15-15,-1 4-465 0,-4 1-320 16,-1 5-304-16,-3-3-244 0,0 3 68 16,0-3-88-16,0 1-140 0,-7-5-208 0,3-1-232 15,0-8-156-15,-5-5-4 0,5-1-564 16,-3-3-332-16,-5-7-464 0,8 0-1260 16,-12-14-4225-16</inkml:trace>
  <inkml:trace contextRef="#ctx0" brushRef="#br0" timeOffset="127923.679">17929 11544 7736 0,'0'0'7561'0,"0"0"-6241"0,0 0-560 0,0 0 660 15,80-19-560-15,-52 13-196 0,4-4 104 16,3 1-648-16,5-7-120 0,-1 3-780 16,6-3-420-16,-2 0-576 0,-2 7-1340 15,-9-1-2325-15,7 8-2851 0</inkml:trace>
  <inkml:trace contextRef="#ctx0" brushRef="#br0" timeOffset="128164.527">18511 11525 6796 0,'0'0'6445'0,"0"0"-3813"0,0 0-1208 0,-56 86 24 16,31-54-172-16,6-1-20 0,-5 1-103 15,4-4-305-15,4 2-316 0,4-9-216 16,8-2-184-16,0-3-132 0,4-3-156 16,8-3-40-16,4-2 124 0,9 3 72 15,2-2 0-15,1 1-8 0,4-4-76 16,-4 3-96-16,0 1-52 0,-1-1 88 15,-2 1 136-15,-6 2-40 0,1 1 0 16,1-3 44-16,-9 2 0 0,-1-1 0 16,-7 1 4-16,0 1-72 0,0-5-148 15,-4 6-144-15,-7-5-120 0,-2 1 11 0,-2-1 9 16,-5-2-156-16,-5-1-508 0,1 1-1284 16,5-4-3036-16,-17-3-3689 0</inkml:trace>
  <inkml:trace contextRef="#ctx0" brushRef="#br0" timeOffset="128936.156">19790 11611 1552 0,'0'0'9328'0,"0"0"-7671"15,0 0-533-15,0 0 204 0,87 15-308 16,-71-4 84-16,-4-2-284 0,0 7-316 15,-8 0-120-15,0 6-152 0,-4 3-228 16,0 0 280-16,-8 3-164 0,-4 2-108 16,0-1 4-16,-4-1-12 0,4-3-4 15,1-3-16-15,2-6-116 0,5-10-92 0,4-6 28 16,0 0-84-16,4-9-168 0,9-10 4 16,2-6 72-16,5-5 36 0,4-1 12 15,4 3-36-15,-5 5 52 0,5 4 196 16,0 10 112-16,0 2 52 0,-3 7 340 15,-1 7 120-15,-1 2-104 0,-7 8-60 16,-4 5 60-16,-3 0 12 0,-6 4-24 16,1-1-124-16,-4 0-52 0,0-3-12 15,0-3-72-15,-4 0 8 0,4-9-80 0,0-7-64 16,0-3-172-16,4 0-12 0,4-10 24 16,0-6 148-16,8-3 12 0,-1-6-136 15,2-3-60-15,3 3 148 0,-4-1 44 16,4 7-72-16,-5-1 68 0,6 8-28 15,-6 2 36-15,-2 7 272 0,2 3 20 0,-2 0-108 16,-2 6 344-16,2 8-124 0,-2 2 372 16,1-2-215-16,0 5-245 0,4 2-60 15,-4 0-28-15,0-5 16 0,3 3-140 16,2-6-104-16,-1 3-108 0,0-6-4 16,4-5-372-16,3-1-269 0,1-4-171 15,4 0-68-15,0-13-420 0,8-3-868 16,-4-6-1824-16,-4 6-1393 0,11-12-890 0</inkml:trace>
  <inkml:trace contextRef="#ctx0" brushRef="#br0" timeOffset="129265.468">21001 11719 3556 0,'0'0'484'16,"0"0"6316"-16,0 0-4031 0,0 0-721 15,0 0-420-15,0 0-564 0,0 0-188 16,0 0 56-16,-84 48-32 0,60-23-228 16,-3 6 69-16,3 8 67 0,0-1-168 15,7-1-108-15,6-2-84 0,7-6-208 16,4-7-240-16,0-8-92 0,7-5-16 0,10-6 48 15,-2-3 52-15,6-3-40 0,3-10-124 16,-1-6-92-16,5-4 12 0,0-4-112 16,4-3-60-16,-8 2-32 0,0 0 56 15,0 1-12-15,-9 6 47 0,2 5 73 16,-9 6 132-16,-1 7 148 0,-3 3 12 16,-4 0 120-16,0 3 320 0,0 7 57 0,0 6 11 15,0 0-156-15,-4 6-48 0,4 0 8 16,-4 0-20-16,4 0-40 0,0-3-60 15,0-3-144-15,4-2-48 0,4-2-168 16,1-10-180-16,-2 2-172 0,9-4-24 16,-4-6-124-16,8-11-133 0,0-1-587 15,4-8-1420-15,-9 4-3256 0,13-12-5005 0</inkml:trace>
  <inkml:trace contextRef="#ctx0" brushRef="#br0" timeOffset="129469.351">21506 11671 6672 0,'0'0'7813'0,"0"0"-5785"16,0 0-1168-16,-35 76 440 0,23-38-160 16,-4 10 56-16,4 9 81 0,5 10-381 15,-2 6-100-15,9 9-12 0,0 3-360 0,0 5-280 16,0 2-84-16,9 3-60 0,-6 0-164 16,1-6-28-16,0-3-100 0,0-9-164 15,-4-14-40-15,4-13-72 0,-4-15 168 16,0-15 136-16,4-14-196 0,-4-10-501 15,0-15-615-15,5-12-992 0,-5-13-1488 16,0 5-441-16,3-30-2855 0</inkml:trace>
  <inkml:trace contextRef="#ctx0" brushRef="#br0" timeOffset="129698.675">21443 11734 7948 0,'0'0'6181'0,"0"0"-4601"0,0 0-900 16,0 0 68-16,76-66 220 0,-48 53-156 15,0 4 24-15,4 6-224 0,-5-1-272 16,6 4-60-16,-6 4-72 0,-3 4-136 0,0 6-68 16,-9 2-4-16,2 3-8 0,-10 0 8 15,2 3-4-15,-9 4-56 0,0 2-24 16,-12 0-76-16,-4 4 100 0,-8 0-16 16,0 0-56-16,-4-4-40 0,-4-3-48 15,0-6-12-15,-3-2-84 0,3-5-272 16,0-2-252-16,0-7-260 0,4 1-920 15,8-4-2749-15,-8-4-3391 0</inkml:trace>
  <inkml:trace contextRef="#ctx0" brushRef="#br0" timeOffset="130174.317">22829 11741 6656 0,'0'0'5689'0,"0"0"-4385"0,0 0-152 16,0 0-520-16,0 0 612 0,0 0 208 16,36 98-232-16,-31-53-216 0,-1 3-312 15,-4 3-264-15,0-1-124 0,-9-2-135 16,5-10-49-16,0-7-120 0,0-9-148 16,4-11-373-16,0-9-259 0,0-2-88 15,0-2-116-15,0-15-524 0,4 4-1140 0,0-15-2969 0</inkml:trace>
  <inkml:trace contextRef="#ctx0" brushRef="#br0" timeOffset="130332.174">22846 11592 10768 0,'0'0'4277'0,"0"0"-3573"16,0 0-476-16,0 0 436 15,0 0-152-15,99-39-412 0,-67 30-100 0,4-1-572 16,-1 1-812-16,6-1-324 0,-2 4-456 15,-7 0-277-15,17 6-3327 0</inkml:trace>
  <inkml:trace contextRef="#ctx0" brushRef="#br0" timeOffset="130574.639">23419 11693 5396 0,'0'0'8141'16,"0"0"-6433"-16,0 0-712 0,-51 79 80 0,34-56 124 16,-2-2-108-16,-1 2-100 0,3 0-444 15,2-4-332-15,7-4-80 0,0 1-80 16,4-3-56-16,4 3-120 0,0-4-4 15,12-1 64-15,4-3-20 0,0 3 80 16,3 1 4-16,5-6 0 0,1 4 8 16,-1 2-12-16,-1-2 12 0,1 3 208 15,0-1-76-15,-4 1-60 0,-4 0 16 0,0 3-40 16,-4-4-52-16,-5 1 41 0,-3 1-1 16,-4 0-48-16,0-1-12 0,-4-3-209 15,-3 3-203-15,-5-5-256 0,-4-1-104 0,4 0-64 16,-4-4-124-16,4-1-408 0,-4-2-900 15,-3 0-2509-15</inkml:trace>
  <inkml:trace contextRef="#ctx0" brushRef="#br0" timeOffset="131166.486">24451 11597 5076 0,'0'0'6401'0,"0"0"-4749"0,0 0-544 16,0 0 328-16,0 0-292 0,72 87-88 16,-60-46-252-16,-4 6-180 0,-4 1-168 15,-4 3-16-15,0 0-12 0,0-7-16 16,0-2-216-16,0-13-136 0,4-8-60 0,3-8-4 15,2-6-4-15,-1-4 8 16,3-3 84-16,6-13 16 0,3-3 8 0,-1-10-36 16,9-3-72-16,-4-4-84 0,4 1-12 15,-8-4 84-15,8 5-36 0,-8 3 44 16,4 5-4-16,-5 4-80 0,-6 9-56 0,-2 3-52 16,2 7-48-16,-5 7 48 0,-1 9 196 15,5 3 112-15,-3 7-4 0,2-1-100 16,1 0 40-16,-3-2 76 0,-2-5 48 15,1-2 80-15,1-3 16 0,-5-7-11 16,-1-2-113-16,1-4-20 0,4 0-4 16,0-4 48-16,0-8 76 0,4-7-52 15,4-7-192-15,0-2-156 0,0-4-460 16,0 0-285-16,0 4-51 0,-1 0-348 16,2-5-904-16,-6 14-2184 0,6-9-2697 0</inkml:trace>
  <inkml:trace contextRef="#ctx0" brushRef="#br0" timeOffset="131464.458">25216 11797 3344 0,'0'0'6448'0,"0"0"-2167"0,0 0-3433 16,0 77 44-16,0-64 708 0,0-4-40 15,4-5-300-15,4-4-432 0,5 0-364 16,-2-7-123-16,13-5-1 0,-1-4-60 16,5-10-232-16,0-2-48 0,-4-5-268 15,1 5-60-15,-1 3 71 0,-9 6 101 16,-7 3 84-16,1 7-16 0,-9-1 88 15,0 4 4-15,-13-1-4 0,-6 4-48 16,-2 3 48-16,-7 0 40 0,0 10 60 16,1 3 44-16,-5 9-32 0,4 6 21 15,5 4 47-15,-5 5-32 0,7 5-64 16,1 0 12-16,8-1 16 0,1 3-52 16,6-6-60-16,5-3-60 0,0-6-64 0,9-4-8 15,6-9-172-15,9-10-1 0,8-6 49 16,4-3-72-16,3-12-108 0,2-11-140 15,6-6-208-15,-2-6-596 0,-10 6-1160 16,14-22-2877-16</inkml:trace>
  <inkml:trace contextRef="#ctx0" brushRef="#br0" timeOffset="131664.457">25913 11248 10244 0,'0'0'5829'0,"0"0"-4753"15,-60 102-616-15,41-51 268 0,-9 10 516 16,8 8 244-16,0-3 33 0,0 2-337 0,12-5-508 16,0-6-468-16,8-5-208 0,0-11-336 15,5-7-208-15,6-5-12 0,9-13-12 16,0-9 72-16,4-7-41 0,4-14-203 16,4-8-568-16,-1-6-1284 0,-10 6-3124 15,11-23-2705-15</inkml:trace>
  <inkml:trace contextRef="#ctx0" brushRef="#br0" timeOffset="131835.948">26208 11262 6036 0,'0'0'8349'0,"0"0"-6689"15,0 0-940-15,0 0-24 0,0 0 156 16,-32 69 108-16,12-28 324 0,1 10-368 16,2 4-223-16,-3 1-137 0,1 5-60 15,3-1-240-15,4-3-156 0,-4 0-100 0,4-3-376 16,0-3-604-16,4-3-285 15,0-1-287-15,4-5-708 0,4-10-708 0,0 6-3537 0</inkml:trace>
  <inkml:trace contextRef="#ctx0" brushRef="#br0" timeOffset="132236.264">26507 11778 92 0,'0'0'6900'0,"0"0"-1439"0,0 0-3981 16,0 0-432-16,0 0 388 0,0 0-16 15,0 0-16-15,-35 68-340 0,46-63-320 16,10 2-268-16,6-3-196 0,4-4-195 0,10 0-85 15,2-7-8-15,6-2-297 16,-6-4-475-16,5 0-280 0,0 1-316 16,-17 1-636-16,18-1-3773 0</inkml:trace>
  <inkml:trace contextRef="#ctx0" brushRef="#br0" timeOffset="132715.256">27324 11678 7584 0,'0'0'6473'0,"0"0"-5537"15,0 0-304-15,-100 0 424 0,68 12 12 0,-7 10 204 16,2 10-60-16,-2 2-396 0,-5 14-196 16,4 4 133-16,4 2-61 0,4 3-100 15,9-3-120-15,7-7-220 0,4-5-252 0,12-10-12 16,0-13-72-16,15-7-24 0,10-10-12 15,6-4-40-15,13-17-20 0,4-13-60 16,4-9-112-16,3-6-132 0,1-8-24 16,0 1 19-16,-4 0 77 0,4 0-24 15,-5-2-188-15,-2-2-380 0,-6-2-80 16,-3-4 92-16,-9 4 556 0,-3-7 436 16,-7 4 112-16,-5 2 300 0,-4 4-64 15,-5 1 36-15,-3 8-52 0,-4 3 100 16,0 10 36-16,0 9-136 0,0 11 60 15,-4 5 48-15,4 10-40 0,-3 0-352 0,-1 10-48 16,0 5-12-16,-4 11 12 16,-1 6 12-16,-2 9 160 0,3 3 24 0,-1 11 24 15,-2 5-4-15,-6 10 41 0,2 3 299 16,-1 7-156-16,-8-1-108 0,4-3-64 16,0-6-204-16,4-10-24 0,9-3-96 15,-2-10-304-15,9-5-96 0,0-11-49 0,4-5-171 16,8-10-236-16,4-10-384 0,4-6-1108 15,0 0-1880-15,-8-9-1217 0,8-7-895 0</inkml:trace>
  <inkml:trace contextRef="#ctx0" brushRef="#br0" timeOffset="133011.413">27690 11966 5612 0,'0'0'8121'0,"0"0"-5961"0,0 0-1356 15,0 83-56-15,4-61 412 0,5-3-16 16,2-6-56-16,10-4-336 0,2-9-423 0,9 0-109 15,4-15 56-15,4-8-200 0,3-5-76 16,2-4-256-16,-10-4-36 0,1 2-157 16,-4 2-39-16,-4 4 100 0,-13 2 180 15,-2 1-12-15,-5 3 36 0,-8 0 24 16,-8 0 136-16,-5 2 24 0,-6 5 160 16,-5 2 132-16,0 6-36 0,-4 7 0 0,0 3-60 15,1 16-12-15,-1 7 72 0,0 6-16 16,0 2 5-16,4 8 11 0,0 2-52 15,4-3 4-15,4 1-40 0,4-11-36 16,9-1-132-16,3-8-48 0,0-7-60 16,7-5-120-16,5-7-136 0,4-3-137 15,4-3-179-15,4-10-236 0,4-6-580 16,-8 4-1548-16,8-15-3481 0</inkml:trace>
  <inkml:trace contextRef="#ctx0" brushRef="#br0" timeOffset="133181.818">28156 11953 10664 0,'0'0'8093'0,"0"0"-7013"16,0 0-576-16,0 0 200 0,0 0-48 0,0 0 561 15,84 19-337-15,-48-34-492 16,4-5-268-16,4-5-120 0,8-3-4 0,-1-7-212 16,1 0-536-16,0-1-348 15,-4 2-129-15,-9 2-655 0,-15 7-2464 0,4-7-2849 0</inkml:trace>
  <inkml:trace contextRef="#ctx0" brushRef="#br0" timeOffset="133451.141">28559 11395 2888 0,'0'0'10901'15,"0"0"-9273"-15,0 0-1360 0,0 0 272 16,-44 83 520-16,37-49 584 0,-6 4 24 16,1 4-476-16,0 5-487 0,4 7-209 15,-3 3-88-15,-2 9-92 0,-2 5-184 16,-2 6-60-16,6 5 16 0,-6 4-88 15,10 5 8-15,3-2 4 0,4 1 84 16,4-8-36-16,8-6-52 0,7-6 112 16,6-7-84-16,-1-3-36 0,0-9-108 0,-1-6-172 15,1-7-68-15,-4-3 32 0,-4-13-80 16,-4-2-40-16,-4-12-100 0,-8-4 27 16,0-4-3-16,0-7 184 0,-12-9-396 15,0-9-564-15,0-10-596 0,-4-12-864 16,8 9-2141-16,-3-36-3299 0</inkml:trace>
  <inkml:trace contextRef="#ctx0" brushRef="#br0" timeOffset="133693.345">29093 11906 4484 0,'0'0'10813'0,"0"0"-8781"0,0 0-1412 16,0 0-324-16,0 0-64 0,0 0 224 16,0 0 552-16,0 0-360 0,0 0-380 0,0 0-136 15,28 79-84-15,-33-56-40 16,-2 2-4-16,-5 7-8 0,-4 0 0 16,-4-1-336-16,0 1-220 0,0-1-52 0,1-1-100 15,6-5-316-15,5-3-808 0,4-6-1060 16,4-10-1733-16,0-6-1295 0,4 0 4840 15</inkml:trace>
  <inkml:trace contextRef="#ctx0" brushRef="#br0" timeOffset="133914.408">29141 11633 1668 0,'0'0'11645'0,"0"0"-9129"0,0 0-1336 0,0 0-112 16,0 0 200-16,0 0 112 0,0 0-139 16,87 4-357-16,-63-4-376 0,1-7-276 0,-2 0-232 15,1-2-60-15,-4-1-412 0,-1 3-352 16,2 2-245-16,-10 2-347 0,2 3-1400 16,-5 0-3457-16,-8 6-4215 0</inkml:trace>
  <inkml:trace contextRef="#ctx0" brushRef="#br0" timeOffset="134232.471">29395 11928 6020 0,'0'0'7397'0,"0"0"-5433"0,-11 69-720 16,-1-36 384-16,0 8-32 0,-4-3-84 16,0-3-355-16,4-3-493 0,4-6-432 0,0-5-228 15,8-7-4-15,0-2-76 0,0-5-56 16,5-1-36-16,2-3-196 0,5-3-168 15,0 0-65-15,8-3-83 0,-4-10 20 16,7 1-76-16,-2-2-172 0,3-1-304 16,-4-4-216-16,3 2 132 0,-3 2 524 0,4-1 772 15,-8 0 328-15,0 6 116 16,-8 4 248-16,0 6 216 0,-4 0-20 0,0 0-144 16,0 10 32-16,-4-1-72 0,0 7-140 15,0 0-76-15,4 3-12 0,-4-3 168 16,4-3 13-16,0 0-417 0,4-7-240 15,0 0-84-15,8-6-144 0,0 0-393 16,0-3-243-16,8-6-288 0,0-4-908 16,-9 0-2472-16,9-3-4137 0</inkml:trace>
  <inkml:trace contextRef="#ctx0" brushRef="#br0" timeOffset="134698.987">29954 12139 7656 0,'0'0'8241'16,"0"0"-7025"-16,0 0-1016 0,0 0 244 0,0 0 76 15,0 0 304-15,0 0 120 0,83-36-796 16,-59 14-148-16,0-3-564 0,4-1-172 16,-4 0-4-16,-1 5 320 0,-6-2-128 15,-2 4-24-15,-11 0 148 0,-4 3 424 16,-4 3 204-16,-7 4 156 0,-13 3 176 16,-1 6-100-16,-6 6-4 0,-1 13 124 15,0 6 48-15,-4 11 20 0,4 4-112 16,1 5 72-16,3 3 341 0,0-4-113 15,3-2-196-15,14-9-204 0,3-6-304 0,8-5-36 16,12-9-60-16,12-4 156 0,8-6-60 16,7-3-108-16,9-16-196 0,5-6-396 15,2-7-232-15,-3-5-13 0,0-5 81 16,-1 1-36-16,-3 0-296 0,0-3-568 16,0-1-496-16,-4-5 200 0,0-1 612 15,-5-5 1340-15,-7-1 76 0,0-7 1012 0,-4 1-300 16,-4-7-104-16,-4 3-52 0,-4 1-68 15,-4 7 52-15,0 10 208 0,-5 11 44 16,-3 13-132-16,-4 13 40 0,0 9-104 16,0 0-184-16,0 3-160 0,-7 10-60 15,-1 9 0-15,-9 10 37 0,-2 10 179 16,-1 11 472-16,-4 4-316 0,0 10-196 0,0 0-80 16,-4 3-100-16,8 2-264 0,0-2 0 15,5 0-264-15,3-6-256 0,7-1 136 16,5-9-184-16,0 0-304 0,0-10-417 15,5-11-899-15,-1 8-4728 0</inkml:trace>
  <inkml:trace contextRef="#ctx0" brushRef="#br0" timeOffset="134843.51">31017 12471 19517 0,'0'0'5013'0,"0"0"-4797"0,0 0-216 15,0 0-576-15,-56-76-100 0,28 50 132 0,-4 1-560 16,9 6-3709-16,-17-9-10340 0</inkml:trace>
  <inkml:trace contextRef="#ctx0" brushRef="#br0" timeOffset="-165036.249">5538 6884 4060 0,'0'0'7645'15,"0"0"-5981"-15,0 0-664 0,0 0-24 16,0 0 180-16,0 0-260 0,0 0-348 16,0 0-104-16,0 0 12 0,67-14-76 15,-39 14 0-15,4 0-12 0,8 3 96 0,-5 4-112 16,10-1-84-16,-2-3 0 0,2 0-36 16,2 1 61-16,1-4 35 0,3-4-24 15,1-4-28-15,8-6-56 0,-4 5-40 16,4-4-136-16,0 3-40 0,0 1 0 15,3 3 44-15,-3 2-40 0,4 4 0 0,0 0-4 16,-1 4-4-16,1-1 0 0,3 3 48 16,1 0 8-16,4-2-52 0,4-1 44 15,0-3-44-15,3 0 8 0,5-7 96 16,4 1-104-16,-4-3 128 0,2 3-80 16,2-1-52-16,-4 1-108 0,0-1 96 15,-5 7 12-15,1 0-8 0,-4 0-36 16,0 7 44-16,-5-1 0 0,6 1-12 15,-6 2 4-15,0-3-4 0,2-3-36 16,-2-3 48-16,0 0 4 0,2-3 4 16,-6-6 100-16,5-1-108 0,-5-3-8 15,-3 1 8-15,0 2 0 0,-8 1 4 0,-4-1 84 16,0 4-88-16,-9 0 0 0,6 0 0 16,-6 1 4-16,4 3 40 0,1-1-40 0,1 0 52 15,-2-3-44-15,1-1-4 16,-1 1 4-16,2 0 72 0,-6-5-24 0,2 3-52 15,-2-6 40-15,-3 5 0 0,4-4-36 16,-5 4 132-16,1-1 36 0,-3 0 24 16,2 4-124-16,-7 3-80 0,4 0 0 15,-1 3-12-15,1 0 12 0,1 0 0 16,-5 3-12-16,3 0 4 0,-3 1 0 16,0 1 8-16,-4-5 48 0,4 4-48 15,-4-1 76-15,-5-3-64 0,5 0 72 16,-4 0-72-16,-4 0 72 0,0 0-76 15,-4 0-8-15,0 0 0 0,-4 0 0 16,0 0 8-16,0 3-4 0,-4-3 8 16,0 3-4-16,-5 1-8 0,5-1 0 0,1 0 0 15,-5 0-48-15,0 1 44 16,-1-2 4-16,-3-2-8 0,4 0 8 0,-4 0 12 0,0 0-12 16,0 0-8-16,0 0-136 15,-4 0-64-15,-3 0-140 0,-6 0-232 0,-2 0-168 16,-5 0-176-16,0 0-413 0,-8-2-1463 15,8-2-3316-15,-20 1-5361 0</inkml:trace>
  <inkml:trace contextRef="#ctx0" brushRef="#br1" timeOffset="-151369.573">1665 12706 13033 0,'0'0'1940'0,"0"0"-1396"0,0 0-384 0,0 0 484 15,0 0 156-15,0 0-228 0,0 0-92 16,0 0 100-16,0 0 268 0,92 54-88 16,-76 0-456-16,-1 10-48 0,-3 5-100 15,-3 7-148-15,-2-6-8 0,1 1-16 0,-4-12-56 16,1-1-72-16,2-11-260 0,-7-11-12 15,4-11-24-15,-4-12-148 0,0-7-152 16,0-6-104-16,0-17-64 0,-7-8-512 16,-6-13-828-16,1-12-865 0,0 5-1119 15</inkml:trace>
  <inkml:trace contextRef="#ctx0" brushRef="#br1" timeOffset="-150989.768">1717 12665 612 0,'0'0'1920'0,"24"-93"6040"15,-12 65-6323-15,-1-4-717 0,6 7 60 16,-6 6-156-16,6 7-56 0,-10 5-152 15,5 4-116-15,-3 3-188 0,2 10-124 0,-3 5 108 16,4 14-8-16,0 10-288 0,0 8 592 16,-4 6-592-16,0 11 272 0,0-3-164 15,-4-4 4-15,-4-10 16 0,0-6-128 16,0-6 0-16,0-10 24 0,0-5-24 16,0-5-124-16,0-5-72 0,8-3-160 15,0-5-164-15,7-2 432 0,6 0 88 0,3 0 124 16,0 0-48-16,3-2 84 15,-3-3-156-15,-4 0-4 0,1 5 0 0,-6 0-4 16,-3 0 4-16,-4 3 136 0,0 6 100 16,-8 8-16-16,4 1 236 0,-4 8-88 15,0 6 96-15,-8-1-144 0,-4 8-176 16,-4 2 16-16,-4 3-160 0,-3-3 84 16,-5 5-84-16,4-9 12 0,-4-5-12 15,4-4-144-15,-4-6-52 0,0-2 36 0,4-8 12 16,4-2-132-16,0-4-124 0,8-6-100 15,5 0-112-15,3 0-140 0,4-9-476 16,7-7-1052-16,5-7-248 0,8-5-105 16,4-7-1335-16,3-7-700 0</inkml:trace>
  <inkml:trace contextRef="#ctx0" brushRef="#br1" timeOffset="-150619.304">2060 13230 132 0,'0'0'2332'0,"0"0"-1652"0,87-61 4652 16,-67 56-3472-16,-4 5-543 0,-4 0 131 0,0 12 228 15,0 10-152-15,-1 7-240 0,6 12-420 16,-2 7 48-16,-2 2-20 0,2 5-524 15,2-8-236-15,-2-9-132 0,1-10-60 16,0-4 0-16,0-16-16 0,-4-2-44 16,4-6-52-16,0 0-24 0,4-12-48 0,0-7-36 15,-1-10-4-15,6 1-132 0,-5-1-512 16,4 4 920-16,-5 6 8 0,2 3-196 16,-2 7-76-16,1 6 84 0,0 3 76 15,0 0 100-15,-4 8 12 0,4 6 656 16,-4 4-184-16,0 5-16 0,0 2-52 15,-9 10-328-15,6 6 412 0,-5 7-192 16,-5 6-16-16,-3 3 0 0,4 3-12 16,-4 4 88-16,-4-4 20 0,1 3-84 0,-13-2-71 15,4-4-17-15,-9-6 4 16,-2-7-64-16,-1-5-60 0,-4-8 12 0,4-8 4 16,0-8 80-16,5-12-108 0,-2-3-72 15,2-3-12-15,6-9-60 0,2-10-84 0,2-4-136 16,9-5 84-16,0-8 148 0,13-5-24 15,2-1-48-15,5-5 44 0,1-4 28 16,7-3 60-16,0 3-108 0,-1-3-405 16,1-1-263-16,3 4-252 0,1 4-584 15,-4 8-1304-15,13-9-4261 0</inkml:trace>
  <inkml:trace contextRef="#ctx0" brushRef="#br1" timeOffset="-149986.516">3952 12890 13717 0,'0'0'2348'0,"0"0"-2032"16,0 0 356-16,0 0 272 0,84 16 68 15,-53-3-424-15,1 0 380 0,13-4-276 0,-2 1-240 16,4-3 33-16,5-1-353 0,-3-6 208 16,-6 0-96-16,1-4-88 0,-4-5-36 15,-4 2-76-15,-8-3-44 0,-8 8 0 16,-5-2-60-16,-7 4-216 0,-3 4-176 15,-5 11-32-15,0 7 227 0,-13 7 17 16,-2 9-28-16,-5 7 60 0,-8 2 196 16,0 1 0-16,-8 3-196 0,0 0 208 15,1-4 112-15,-10 0-16 0,6 2-36 16,-1-12 4-16,3 2 80 0,6-11-80 16,11-2-64-16,4-7 0 0,8-3 104 0,8-7 64 15,0 4-96-15,17-7-24 0,-2 3 113 16,9-2 59-16,4-1 116 0,4-2-20 15,0-4-60-15,0 0-52 0,-4-7-48 16,4-3-56-16,-1-2-100 0,-3-4-44 16,0-3-352-16,0-4-272 0,-5 2-109 15,5-8-63-15,-3 3-332 0,-1-5-924 0,-9 12-2316 16,2-13-2085-16</inkml:trace>
  <inkml:trace contextRef="#ctx0" brushRef="#br1" timeOffset="-149696.737">4681 13344 312 0,'0'0'10184'0,"0"0"-5711"0,0 0-3881 16,43 72-16-16,-26-42 800 0,-2-5 328 16,2 1-384-16,-2-11-428 0,-2-2-480 15,2-6-179-15,-2-7-101 0,-2 0-84 0,2-4 60 16,2-8-36-16,-3-4 4 0,4-7-76 16,-8-2-36-16,4 0-256 0,-8 0-36 15,0-1-49-15,0 1 49 0,-4 6 72 16,0 3 144-16,0 6 112 0,-8 4 0 15,-4 3 196-15,-4 3-124 0,-8 3 4 16,0 3-72-16,1 7 104 0,-1 0-24 0,0 2 4 16,3 4-76-16,2 1 60 15,3-1-64-15,4-1 4 0,3-1-12 0,2-5-56 16,3 1-32-16,0-3-228 0,4-4-268 16,0-3-224-16,0 0-284 0,4-3-1080 15,0 0-2600-15,3-3-2961 0</inkml:trace>
  <inkml:trace contextRef="#ctx0" brushRef="#br1" timeOffset="-149452.512">4952 13230 4244 0,'0'0'6408'16,"0"0"-3751"-16,0 0-1513 0,88-26 16 15,-69 26-144-15,5 0-380 0,-7 7 8 16,-2 5 308-16,2 8-276 0,-6 2-260 16,1 3-76-16,-3 7-56 0,-2-1-44 15,1 7-20-15,-4-2-48 0,0-1-88 16,-4-4 28-16,0-5 32 0,0-6 0 0,0-8-8 15,0-3-39-15,0-9 99 16,0 0 216-16,0 0 132 0,0-9-204 0,0-3-244 16,0-8-36-16,0 1-56 0,4-6-4 15,4-1-60-15,-4 0-24 0,4-2-4 16,-1 2-152-16,2-2-292 0,3-1-221 0,-5 1-111 16,6-1-224-16,-1 1-632 0,-5 3-900 15,6 6-2261-15,-5-11-2607 0</inkml:trace>
  <inkml:trace contextRef="#ctx0" brushRef="#br1" timeOffset="-149070.837">5430 13176 1892 0,'0'0'8540'16,"0"0"-6187"-16,0 0-1221 0,0 0 300 15,0 0 248-15,0 0 16 0,0 0-456 16,24 86-460-16,-20-58-340 0,3 7-160 15,-2 0-124-15,-1 0-148 0,4-3-8 16,0-7-96-16,0-2-12 0,0-11 8 16,0-2-8-16,-1-7 12 0,2-3-40 0,-1 0-20 15,0-7 56-15,-1-5 52 0,6-7-12 16,-5-3-64-16,-1-4-20 0,1-2-76 16,5 0-28-16,-2-5 56 0,2 5-20 15,-6 2 68-15,5 4 104 0,1 3 40 16,-6 5 76-16,1 9 108 0,-4 2 184 15,5 3-28-15,-9 0 28 0,3 6-16 16,1 10-24-16,-4 0-12 0,4 6-59 16,0 3-37-16,0 4-4 0,-4 0-44 15,4 3-28-15,-4-4-120 0,3-3-24 16,2-3-96-16,-1-9-112 0,-4-7-44 0,8-2-41 16,-4-4-207-16,0-13-168 0,-1-6-224 15,6-7-448-15,-1 5-1316 0,0-21-3541 0</inkml:trace>
  <inkml:trace contextRef="#ctx0" brushRef="#br1" timeOffset="-148869.45">6079 12795 5624 0,'0'0'8341'0,"0"0"-5641"0,0 0-1656 16,0 0 424-16,0 0 60 0,-43 67-139 15,31-36-397-15,-4 4-304 0,4 1-276 16,0-5-220-16,4-3-192 0,4-5-64 15,0-1-164-15,0-6-268 0,4 3-316 16,0-3-181-16,0-3-311 0,8-1-1116 16,-4-3-3224-16,7-4-4921 0</inkml:trace>
  <inkml:trace contextRef="#ctx0" brushRef="#br1" timeOffset="-148626.61">6211 13071 7564 0,'0'0'6269'0,"0"0"-4701"16,0 0-1076-16,0 0 772 0,-4 73 604 0,-4-48-120 15,0 1-531-15,0 0-501 0,5-4-316 16,3-3-208-16,0-3-136 0,0-4-56 16,3 1-8-16,9-4-136 0,0 1 0 15,4-4 84-15,4-2 48 0,-1 3 8 16,2-7-8-16,-1 0-88 0,-1 2 96 16,-2-2 4-16,-2 3 0 0,-2 0 4 15,-6 1 60-15,1 5 56 0,-8-3 108 16,0 4-8-16,0 3-64 0,-8 0-96 15,-3 1-56-15,-6 3-4 0,2 2-540 16,-5-3 528-16,-4 0-472 0,-1 3-184 16,-6 0-973-16,3 0 1297 0,-12 4-1056 0,12-11-3244 15,-19 7-3165-15</inkml:trace>
  <inkml:trace contextRef="#ctx0" brushRef="#br1" timeOffset="-148097.471">7426 12658 8976 0,'0'0'6745'0,"0"0"-5577"15,-24 76-496-15,12-44 304 0,5 4 192 16,-2 5 40-16,1 6-820 0,4 7 645 15,1 6-561-15,3 7-156 0,0 6-88 16,0 4-104-16,7 2-4 0,1 0-120 16,1 0-236-16,-2-9 68 0,5-9 168 0,4-17-364 15,0-9-96-15,0-19-157 0,0-6-127 16,4-10-316-16,0-10-500 0,-1-3-1296 16,-2-22-2737-16</inkml:trace>
  <inkml:trace contextRef="#ctx0" brushRef="#br1" timeOffset="-147736.245">7828 13316 14201 0,'0'0'2308'0,"0"0"-1064"0,32 67-208 16,-19-45 560-16,-2-4-51 0,6-8-573 16,-2-3-576-16,2-7-396 0,2-10 148 15,5-9-4-15,-4-3 0 0,0-7-108 16,0-6-36-16,-5 0-192 0,2 0-196 15,-6 3 24-15,2 0-72 0,-9 10 12 16,3 4 71-16,-7 6 85 0,0 5 16 16,0 0 92-16,-11 7 92 0,-6 0 68 0,-2 7 60 15,-1 2-48-15,-8 3 36 0,4 4 64 16,0 6 140-16,4 1-92 0,0 9 8 16,5 0-8-16,-2 6 33 0,10 4 27 0,-1 2-52 15,-1 3 16-15,5-3-4 0,4 2-44 16,0-9-88-16,8-2-48 0,5-10 0 15,2-3-72-15,1-9-76 0,5-7 16 16,2-6-196-16,1-6-193 0,0-13-187 16,0-6-168-16,-1-7-512 0,1-5-780 15,-7 7-2084-15,2-14-1697 0</inkml:trace>
  <inkml:trace contextRef="#ctx0" brushRef="#br1" timeOffset="-147271.201">8215 13106 3556 0,'0'0'11193'0,"0"0"-9933"0,0 0-968 16,0 0 544-16,0 0 796 0,0 0 48 0,40 85-316 16,-32-46-515-16,4 6-329 0,-4-1 0 15,3 3 84-15,-2-5-364 0,3-1-236 16,-5-3-4-16,1-6-96 0,1-7-192 0,-1-9-100 16,-1-6 64-16,6-10-4 0,-5-6 0 15,-1-11-20-15,6-11 8 0,-2-10-113 16,1 0-7-16,-3-7-28 0,2 5 184 15,1-2 96-15,0 4 204 0,0 6 4 16,1 9 72-16,-6 4 100 0,-3 10 180 16,0 5 88-16,0 4 32 0,-4 13-31 15,4 6-41-15,-4 13-88 0,0 3-56 16,0 7 8-16,0-2 64 0,0-1 12 16,0-4-124-16,4-4-156 0,-4-11-52 15,8-5-8-15,-4-8-68 0,4-7-16 16,-1-3-12-16,2-10 24 0,-1-6-40 0,3-10-104 15,6 1-100-15,-6-10-44 16,2 2-64-16,2 2 120 0,2 5 76 0,-2 1 92 16,-2 9 76-16,-2 3 60 0,1 5 4 0,1 11 128 15,-6 0 292-15,5 7 12 0,0 10-12 16,0 1-12-16,4 5-48 0,0 2-40 16,-5 3-84-16,6-2-20 0,-6 5-4 15,2 1 12-15,-5-3-84 0,-1 3-144 16,2-4-4-16,-1-1-356 0,-4-6-196 15,-1-5 0-15,-3-9-24 0,4-7-192 16,-4 0-637-16,0-13-1163 0,0 1-2428 16,0-18-2741-16</inkml:trace>
  <inkml:trace contextRef="#ctx0" brushRef="#br1" timeOffset="-146914.015">8981 13204 13105 0,'0'0'4484'0,"0"0"-4016"16,0 0 248-16,0 0 780 0,0 0 149 15,0 74-289-15,0-49-388 0,0 4-364 16,0-3-196-16,0-1-204 0,0 0-156 0,0-3-48 16,3-3-44-16,5-3-100 0,-4-6-192 15,4-4-100-15,-3-6 4 0,2-4 68 16,1-8 52-16,0-10-40 0,4-7-108 16,0 1-12-16,-1-5-125 0,2 5-11 15,-2 0 268-15,6 2 144 0,2 7 196 16,-2 7 24-16,-2 2 280 0,-2 10 100 15,-2 0 204-15,-3 6-87 0,1 7-193 16,-2 6-52-16,-3 10 16 0,-4-1-48 16,4 7 8-16,-4 3 0 0,0 0 40 0,0 1-52 15,0-8-108-15,0 2-132 0,0-12 0 16,0-2-60-16,4-7 52 0,0-5-76 16,4-7-84-16,0-3-172 0,0-9-140 15,4-5-40-15,0-8-184 0,4-4-317 16,0-2-519-16,8-1-540 0,-5 4-564 15,5 2-1244-15,4 0-377 0,-11 10 41 16,15 4 1673-16</inkml:trace>
  <inkml:trace contextRef="#ctx0" brushRef="#br1" timeOffset="-146511.121">9821 13268 4440 0,'0'0'1224'0,"0"0"7101"16,0 0-6317-16,0 0-868 0,0 0 320 15,0 0-232-15,0 0 200 0,0 0-103 0,-24 85-441 16,16-66-368-16,-4 0-212 0,4 4-100 16,0-4-108-16,0 0-24 0,5-3-68 15,-2 0-4-15,1-3-48 0,4-4-24 16,0 1 12-16,0-4-48 0,4 0-36 16,1-2-100-16,6-4 40 0,-3 2 36 0,0-2 0 15,4 0-40-15,0 0 40 16,-5 0 0-16,6 0 92 0,-5-2-32 0,-1-8-120 15,2 0-52-15,-5-5 96 0,4-5 16 16,-5-2-17-16,1 0-119 0,0 3-132 16,1 0-4-16,-1 7 64 0,-4 1 192 15,4 8 120-15,0 0 64 0,-4 3 332 0,3 3 72 16,1 0 84-16,0 4 44 0,0 0-91 16,1-2-189-16,-1 2-92 0,0-3-64 15,-1-1-96-15,1-3-24 0,0 3-48 16,5-3-40-16,-5 3-188 0,0-3-53 15,3 0-87-15,1 0-36 0,1 0-48 16,2-3-24-16,-3 0-348 0,5 0-600 16,-2 3-888-16,-7 0-1865 0,4 0-3207 0</inkml:trace>
  <inkml:trace contextRef="#ctx0" brushRef="#br1" timeOffset="-145685.587">9370 13516 3968 0,'0'0'196'0,"0"0"1704"16,0 0 1192-16,0 0-1023 0,0 0-813 15,0 0-336-15,0 0-120 0,0 0 88 16,0 0 52-16,-24-80-172 0,24 58-244 16,5-1-92-16,3 1-60 0,-1 4 24 15,1-1 44-15,5-1 4 0,-6 8-64 0,5-1-36 16,1 7-100-16,-2 3-100 0,2 0-20 15,-2 3-52-15,1 0 0 0,0 3-64 16,0 3-8-16,-4 3-4 0,4 1 0 16,-4-1-104-16,0 4 96 0,0 3-148 0,0-4-48 15,-4 4-108-15,4 4-88 0,-4-1-12 16,-1 3 8-16,-3 3-12 0,5-3-48 16,-5 4-104-16,0-4-160 0,4 0-152 15,-4-5-388-15,0 2-868 0,0-11-2717 16,0 6-1979-16</inkml:trace>
  <inkml:trace contextRef="#ctx0" brushRef="#br1" timeOffset="-144771.24">11016 13566 8520 0,'0'0'7013'0,"0"0"-6309"16,0 0-704-16,0 0 0 0,-12 83 52 0,4-55 396 15,4 4-24-15,-3-2-316 0,-2-5-104 16,1-3-4-16,4 0 0 0,-3-7-172 15,3-5-352-15,0 0-256 0,4-10-228 16,0 0-428-16,0-7-1129 0,0 1-2443 16,8-13-472-16</inkml:trace>
  <inkml:trace contextRef="#ctx0" brushRef="#br1" timeOffset="-144322.376">11630 12919 14497 0,'0'0'2900'0,"0"0"-2024"0,0 0-872 0,0 0 40 15,0 0 660-15,0 0 544 0,0 0-296 16,79 64-452-16,-51-64-123 0,12 0-89 15,0 0-92-15,4 0-40 0,0-7-84 0,-4 0-72 16,3-4-4-16,1 0-80 0,-4 3 80 16,-4-3-80-16,-1 5-72 0,-3 6-4 15,0 0-8-15,-8 3 44 0,0 6 4 16,-8 4-1-16,0 6-3 0,-4-2 120 16,-4 4-80-16,0 2 72 0,-4-1-68 15,0 4 80-15,-4 2 8 0,0 3-8 16,0 7-4-16,-4 11 4 0,4 5 0 15,-4 5 0-15,0 9 0 0,0 5 0 16,4-1 0-16,0-5-48 0,0-4 44 16,0-15-44-16,0-9 44 0,0-20-12 15,0-11-68-15,0-8-196 0,0-2-400 0,-3-17-180 16,-2-4-444-16,1-8-1164 16,0 2-3133-16,-8-12-4083 0</inkml:trace>
  <inkml:trace contextRef="#ctx0" brushRef="#br1" timeOffset="-144150.23">11825 13627 9488 0,'0'0'5073'0,"0"0"-3713"15,0 0-320-15,0 0 324 0,0 0 4 16,0 0-296-16,0 0-268 0,0 0 157 16,0 0-393-16,99-25-280 0,-63 6-220 15,1 0-68-15,-5-1-88 0,-1 1-140 16,-4 3-196-16,-2 4-120 0,-1 2 67 15,-4 4-215-15,-9 6-320 0,1 3-660 16,-7 13-1372-16,-5-4-2161 0,-5 27-2491 0</inkml:trace>
  <inkml:trace contextRef="#ctx0" brushRef="#br1" timeOffset="-144001.689">11937 13935 4272 0,'0'0'7445'0,"0"0"-5389"0,0 0-764 15,0 0 168-15,0 0 32 0,0 0-344 0,0 0-268 16,0 0-244-16,0 0-172 0,0 0 409 15,19 6-9-15,9-15-320 0,12-7-244 16,-4-1-228-16,4-1-72 0,0-1-132 16,-1-3-520-16,2-2-609 0,-10 10-667 15,9-5-3728-15</inkml:trace>
  <inkml:trace contextRef="#ctx0" brushRef="#br1" timeOffset="-143256.244">13606 13579 1160 0,'0'0'1384'0,"0"0"3100"0,0 0-2732 16,-99-51-108-16,67 39-319 0,4-1-81 16,-4 3 52-16,8 7-336 0,0 3-104 15,7 0 108-15,6 10-316 0,-1 9-216 16,4 9-112-16,4 11 0 0,4 5-24 16,0 10 60-16,4 1 332 0,8 1-176 15,0-5-160-15,0-3-180 0,0-14-36 16,-1-9-136-16,-2-8-60 0,-1-10-24 15,3-7 24-15,-2-5 8 0,7-9 40 16,0-12-60-16,3-3-332 0,5-9-144 0,0-4-52 16,1 8 156-16,-2-2 152 0,5 8 32 15,0 6 88-15,0 9 72 0,-4 7-60 16,0 6 160-16,-5 0 0 0,1 10 12 0,-8 5 236 16,4 1 12-16,-8 3 84 0,0 1 48 15,4-1-72-15,-4 0-16 0,0 2-32 16,1-1-116-16,2-5 4 0,1 1-160 15,0-3-24-15,8-3-112 0,0-1 16 16,4-3-296-16,4-2-272 0,4-1-248 16,3-3-656-16,-7 0-2244 0,20 0-1801 0</inkml:trace>
  <inkml:trace contextRef="#ctx0" brushRef="#br1" timeOffset="-142484.174">14865 13458 7900 0,'0'0'4417'15,"0"0"-2393"-15,0 0-624 0,0 0-268 16,79-28 244-16,-58 34-196 0,-1 10-104 16,-1 9-272-16,-2 10-255 0,-10 6-233 15,1 8-100-15,-4-2-68 0,1 1-40 16,-5-4-72-16,0-8-36 0,0-5-48 15,0-9-36-15,0-9 36 0,-5-7-64 16,5-6-44-16,0 0-148 0,0-9-85 16,0-10-47-16,0-7 140 0,9-11-56 15,-6-2 60-15,5-6 120 0,0 4 24 0,4 3 40 16,4 7 96-16,0 1 8 0,0 12 4 16,0 5 200-16,0 7-32 0,-4 6 16 15,4 9 112-15,-4 10-16 0,-4 7-100 16,0 2-8-16,-1 7-100 0,-7 0 64 15,4 0 20-15,-4-3 16 0,0-4-100 16,0-6-72-16,0-9-4 0,0-6-8 16,0-4-88-16,5-3 28 0,-1-12-24 0,4-5-76 15,-1-8 40-15,6-4-28 0,-2 0 88 16,6 1-12-16,-2 2 12 0,2 8 56 16,-6 2 16-16,5 3 16 0,0 7 176 15,4 6 64-15,-4 0-12 0,0 6 24 16,0 9 49-16,0 2-77 0,-1 2-44 15,2 0 20-15,-2 3 4 0,2-3 176 16,-6 3 100-16,6 1-240 0,-2-2-136 16,-2-2-120-16,2-2-48 0,-3-1-156 0,4-5-316 15,4 0-268-15,0-5-157 0,4-6-507 16,-4 0-1252-16,8-6-3708 0</inkml:trace>
  <inkml:trace contextRef="#ctx0" brushRef="#br1" timeOffset="-142136.579">16112 13416 1580 0,'0'0'12165'0,"0"0"-9717"0,0 0-1520 15,-92 65 272-15,64-37 116 0,0 7-56 16,0 4-191-16,9 5-341 0,3 0-256 16,4 1-120-16,8-1-100 0,4-9-156 0,0-3-72 15,8-10-24-15,0-6-84 0,4-10-60 16,0-6 60-16,-1 0 12 0,6-9-12 15,-1-10-208-15,3-8-36 0,-2 0-84 16,-2-4-84-16,2-5 23 0,-6 1 105 16,1 3 40-16,4-2 120 0,-4 8 40 15,-4 1 44-15,4 8 116 0,0 5 8 16,-4 5 24-16,0 7 416 0,0 0 84 16,4 7-28-16,0 5-115 0,-1 1-33 15,2 10-44-15,2 2-24 0,-6 1 20 0,3-1-68 16,-5 0-104-16,1-3-128 0,1-6-12 15,-1 0-192-15,-5-7-292 0,1-2 12 16,0-7-148-16,-4 0-209 0,4-2-343 16,1-9-884-16,-1-1-2604 0,-4-7-3505 0</inkml:trace>
  <inkml:trace contextRef="#ctx0" brushRef="#br1" timeOffset="-141969.807">16387 13452 1552 0,'0'0'12673'0,"0"0"-10921"15,0 0-936-15,44 82 264 0,-28-44 252 16,-5-2 392-16,6 5-231 0,-2-9-573 16,2-4-436-16,-2-5-352 0,1-8-132 15,1-2-144-15,-2-7-252 0,2-6-152 0,-2 0-140 16,5-8-273-16,0-9-479 0,-8-2-1376 16,12-16-3633-16</inkml:trace>
  <inkml:trace contextRef="#ctx0" brushRef="#br1" timeOffset="-141796.889">16761 13353 5308 0,'0'0'8985'0,"0"0"-6825"0,0 0-1440 16,0 0 88-16,-88 80 388 0,60-38 148 15,1 2-52-15,-4 9-443 0,-1 2-293 16,-1-1-96-16,1 0-108 0,5-3-52 16,-1-7-188-16,4-3-112 0,4-6-108 15,4-9-316-15,4-7-228 0,4-10-144 16,8-5-129-16,0-4-379 0,0-13-1304 15,8 1-2500-15,4-18-2493 0</inkml:trace>
  <inkml:trace contextRef="#ctx0" brushRef="#br1" timeOffset="-141630.091">16757 13506 8732 0,'0'0'5889'0,"0"0"-5057"0,0 0-216 16,0 89 260-16,0-48 304 0,0 0 0 15,0 4-320-15,0-3-456 0,-3-8-272 0,3-2-128 16,0-4-4-16,0-9-464 0,0-2-404 16,0-12-264-16,3-5-296 0,1 0-1432 15,-4-18-3177-15</inkml:trace>
  <inkml:trace contextRef="#ctx0" brushRef="#br1" timeOffset="-141452.386">16973 13208 9276 0,'0'0'7877'0,"0"0"-6465"0,0 0-476 15,0 0 40-15,0 0-244 0,0 0 93 0,0 0-361 16,0 0-464-16,0 0-80 0,0 0-208 0,52 67-493 16,-48-61-499-16,-1-3-1032 0,-3 13-4893 15</inkml:trace>
  <inkml:trace contextRef="#ctx0" brushRef="#br1" timeOffset="-140520.335">17240 13591 10152 0,'0'0'7145'15,"0"0"-5673"-15,0 0-892 0,15 86-104 16,-15-51 332-16,0 0 445 0,0 4-161 0,0-9-536 16,0 0-400-16,-4-11-156 15,4-7-52-15,0-2-20 0,0-3-84 0,0-7-136 16,0 0-216-16,0-7-196 0,4-6-61 16,5-9 373-16,3-3 40 0,-1-7-4 15,6 1 52-15,-2-1 20 0,1 3 188 16,5 0 60-16,-6 10 36 0,5 0 48 15,-8 6 196-15,-1 4 112 0,2 6 84 16,-5 3-12-16,-4 3-40 0,-1 6-36 0,1 8-83 16,1 1-49-16,-5 8-76 0,0 2 24 15,0 1 16-15,0 0 56 0,0-4-44 16,4-4-120-16,-4-7-76 0,4-1-96 16,4-10 36-16,-5-3-64 0,14 0 16 15,-6-3 108-15,10-7-72 0,3-7-196 16,-5-4-72-16,9-2-1 0,-4 2-23 15,0-2-96-15,-1 1-4 0,-2 6 132 16,-1 3 100-16,-5 7 96 0,-2 6 136 0,2 0 40 16,-7 6 436-16,5 11-24 0,-2 1 12 15,-2 5-100-15,-1 0-72 0,-4-4 1 16,3-7-137-16,-3-3-156 0,0-5-92 16,1-4-80-16,-1 0-69 0,3-4-259 15,1-5 36-15,5-3 24 0,-6-5 12 0,5-2 0 16,-4 3-76-16,4 0 24 0,-4 6 184 15,0 5 296-15,0 1 248 0,-4 4 220 16,0 4 84-16,0 8 208 0,0 4-16 16,-4 3-124-16,0 4-147 0,0-1-73 15,0 0-24-15,0-3-12 0,0-3-108 16,0-4-164-16,4-2-92 0,-1-4-96 16,2-3-52-16,3 0 40 0,0-3 48 15,-1 0-96-15,6-6 32 0,-1-7-20 16,-1-2-36-16,6-7-124 0,-6-8-121 0,6-3-195 15,-2-9-52-15,1-3-244 16,5-10-784-16,-6-3-976 0,5-7-1328 0,-8 15-909 16,0-29-1362-16</inkml:trace>
  <inkml:trace contextRef="#ctx0" brushRef="#br1" timeOffset="-140324.727">18200 12995 3132 0,'0'0'1392'0,"0"0"3900"16,0 0-1379-16,0 0-2545 0,0 0-248 0,0 0-96 15,0 0-120-15,0 0-4 0,0 0-56 16,0 0-168-16,8 70-116 0,-8-29 60 15,0 6 109-15,0 2-281 0,3 4-196 16,1 4-120-16,1 3-72 0,3 1-60 16,-4 6-4-16,0-7-140 0,3 1-268 15,-2-8-120-15,3-8 95 0,-4-6-11 16,3-11-200-16,-3-9-244 0,5-3-408 16,-5-7-1012-16,0-3-1980 0,0-6-2833 0</inkml:trace>
  <inkml:trace contextRef="#ctx0" brushRef="#br1" timeOffset="-139619.311">19538 13602 5944 0,'0'0'4812'0,"0"0"-2951"0,0 0-637 0,5 72-284 16,7-52 280-16,-5-8-240 0,6-2-336 16,-2-7-420-16,6-3-112 0,-6 0 12 15,5-13 160-15,4-3 232 0,-4-9-184 16,4-10-332-16,0 0-208 0,-5-7-260 0,-2 5 0 15,-1 2-4-15,-9 6 112 0,1 7 36 16,-4 6 176-16,0 4 148 0,-4 5 120 16,-3 7 164-16,-5 0 28 0,-4 0-64 15,-8 3 124-15,0 7-16 0,0 3-156 16,0 2 8-16,4 7-24 0,1 7 48 16,2 3 40-16,6 9 44 0,3 4 64 15,-1 5 24-15,5 4 8 0,4-3 4 16,0-3-112-16,8-10-135 0,1-7-109 0,2-11-60 15,1-8-156-15,4-12-65 0,9 0 53 16,-1-19-172-16,3-6-40 0,1-13-156 16,3-10-212-16,-3-9-456 0,0-3-1152 15,-7 12-2292-15,7-22-2089 0</inkml:trace>
  <inkml:trace contextRef="#ctx0" brushRef="#br1" timeOffset="-139428.679">20084 12795 1616 0,'0'0'11585'0,"0"0"-9857"16,0 0-1124-16,0 0 24 0,0 0 348 16,-15 105 400-16,6-58-112 0,5 8-444 15,4 5-332-15,0 3-124 0,9 3-84 16,-5 5-39-16,7 1-21 0,-3 2-212 0,1-1-8 16,2-3-120-16,-3-10-245 0,5-6-295 15,-6-7-228-15,5-12-276 0,4-5-468 16,-4-18-1508-16,-1-3-2969 0,6-18-2010 0</inkml:trace>
  <inkml:trace contextRef="#ctx0" brushRef="#br1" timeOffset="-139180.804">20451 12972 7900 0,'0'0'6497'0,"0"0"-5477"16,0 0-240-16,0 96 408 0,-4-52 148 15,4 8 64-15,0 0-364 0,0 7-452 0,0 0-183 16,4 5-73-16,7 3-52 0,2 0 4 16,2-4-64-16,6-3-140 0,-1-3-76 15,-5-9-4-15,2-13-80 0,-2-7 12 16,2-8-72-16,-2-14-28 0,-2-3-104 16,-2-3-52-16,1-9 12 0,-3-7-85 15,-2-6-123-15,-3-4-132 0,0-6-312 16,-4 1-760-16,0 5-1408 0,-15-9-2813 0</inkml:trace>
  <inkml:trace contextRef="#ctx0" brushRef="#br1" timeOffset="-139006.691">20180 13440 6048 0,'0'0'6669'0,"0"0"-5841"16,0 0-820-16,0 0 184 0,0 0 656 15,0 0 908-15,0 0-240 0,91 31-420 16,-42-31-368-16,-2-9-80 0,-3-4-260 0,4-3-216 15,-4 4-164-15,-4-4-8 0,-5 0-72 16,1-1-380-16,-4 5-504 0,-4-1-288 16,0 5-708-16,-12 1-1924 0,3 0-2433 0</inkml:trace>
  <inkml:trace contextRef="#ctx0" brushRef="#br1" timeOffset="-137759.48">21806 13668 4456 0,'0'0'9069'0,"0"0"-7285"0,0 0-1244 16,0 0 168-16,0 0 100 0,11 79 292 15,-11-43-288-15,5 2-296 0,-5-4-224 16,4 1-56-16,-4-3-164 0,4-10-72 15,0-2-160-15,-4-5-12 0,0-5-416 16,3-4-136-16,-3-3-128 0,4-3-316 16,-4-7-1072-16,0 2-2713 0,0-17-4095 0</inkml:trace>
  <inkml:trace contextRef="#ctx0" brushRef="#br1" timeOffset="-137619.807">21806 13500 6384 0,'0'0'6649'0,"0"0"-5529"0,0 0-424 16,0 0 248-16,0 0-204 0,0 0-688 16,95-70-52-16,-78 61-632 0,6 2-776 0,-7 1-784 15,12 0-3389-15</inkml:trace>
  <inkml:trace contextRef="#ctx0" brushRef="#br1" timeOffset="-137333.865">22193 13814 7312 0,'0'0'2604'0,"0"0"-915"16,0 85-281-16,-5-56 636 0,-3 1-8 16,8-5-464-16,-4-10-528 0,4-2-508 15,0-10-340-15,4-3-124 0,4-3-20 0,4-10 8 16,0-2-60-16,4-10-40 0,0-5-180 16,4-1-124-16,-5-4 40 0,6 6 96 15,-10 4-16-15,6 8 76 0,-6 9 40 16,-2 4-4-16,-1 4 4 0,3 10 108 15,-7 3 132-15,5 8 28 0,-5-1 0 0,3 5 48 16,-3-3 0-16,0 0-60 0,0 1-72 16,5-5-28-16,-6 1-48 0,5 4-12 15,-4-4 12-15,0 3-64 0,5-3 16 16,-6 0-296-16,1-3-356 0,0 0-200 16,4 0-468-16,-4 1-1168 0,1-9-2549 15,2 9-3806-15</inkml:trace>
  <inkml:trace contextRef="#ctx0" brushRef="#br1" timeOffset="-136752.584">24013 13290 3648 0,'0'0'7196'0,"0"0"-5599"0,0 0-361 16,0 0-448-16,0 0 80 0,4-69 104 0,-8 62-136 15,-4 4-128-15,0 3-128 0,-4 3-148 16,0 10-88-16,0 9-112 0,-3 7-76 0,-2 12-152 16,1 12-8-16,0 8-24 0,0 6 28 15,1 5 0-15,3 2 0 0,-4-1-108 16,4-6 60-16,7-10-52 0,1-10 28 15,4-15-40-15,0-13-32 0,0-9-4 16,9-8-200-16,-1-2 64 0,-1-6 236 16,6-6 0-16,-5-1-52 0,3-3 0 15,-3 7 52-15,1-1 36 0,-2 7-64 16,1 6 76-16,0 7 356 0,1 9 148 16,-2 6-220-16,1 6-88 0,1 5-36 15,-2 5 124-15,1 4-64 0,0 0-60 16,4-1-72-16,-4 0-88 0,0 0-4 0,4-3-8 15,-4-2-72-15,0-7-4 0,3-4 40 16,-2-6-136-16,-1-6-308 0,3-6-220 16,-2-4-132-16,-1-3-580 0,-4-3-860 15,3 0-1625-15,-3-9-1563 0</inkml:trace>
  <inkml:trace contextRef="#ctx0" brushRef="#br1" timeOffset="-136300.768">24893 13694 588 0,'0'0'7444'0,"0"0"-5488"16,0 0-883-16,0 0-5 0,0 0 248 16,-91-51 116-16,75 48-56 0,4 3-192 15,0 3-172-15,4 9-4 0,-4 4-332 16,0 10-224-16,1 5-76 0,-2 7-48 0,1 10 60 15,5 3 5-15,-2 3-129 0,5-1 16 16,0 8-136-16,4 0-20 0,4-2-16 16,9-1-96-16,-2-1-8 0,10-7-4 15,2-2-96-15,5-6-16 0,4-7-212 16,3-7-188-16,-2-12-9 0,3-10-27 16,-4-6-40-16,-1-6-96 0,-3-10-64 15,4-6-524-15,-9-3-692 0,-2 3-1232 16,3-14-2401-16</inkml:trace>
  <inkml:trace contextRef="#ctx0" brushRef="#br1" timeOffset="-135997.909">25224 13408 2824 0,'0'0'10297'0,"0"0"-8041"16,0 0-1260-16,0 0-412 0,0 0 40 16,4 92 180-16,0-51 288 0,5 7-368 15,-2 6-200-15,1 9-120 0,4 3-64 0,0 8 0 16,0-1-147-16,0-1-61 15,0 2-132-15,-1 0-48 0,2-8-76 0,-2 0-93 16,-3-9-247-16,5-6 0 0,-2-16-228 16,2-9-116-16,-2-17-168 0,6-9-536 15,-2-19-728-15,-7 3-1757 0,12-28-3155 0</inkml:trace>
  <inkml:trace contextRef="#ctx0" brushRef="#br1" timeOffset="-135740.737">25690 13789 9908 0,'0'0'4325'16,"0"0"-3465"-16,0 0-196 0,0 0 640 16,-88 38-88-16,60-16-60 0,-3 6-372 15,4 4-444-15,-1 3-216 0,3-2-28 16,1 1-92-16,4 1-4 0,1 0-72 0,6 0 24 16,2-4 36-16,3 1 12 0,-1-6 0 15,9-4 8-15,0-3 76 0,5-3 64 16,3-4-100-16,3 1 60 0,6-3 28 15,2 2-52-15,1-3-72 0,4 1 72 16,1 3-76-16,3-3-8 0,-1-1-12 16,1-3-96-16,-1-2-332 0,1-4-252 15,0 0-352-15,0 0-448 0,-7-4-2352 0,6-4-3713 16</inkml:trace>
  <inkml:trace contextRef="#ctx0" brushRef="#br1" timeOffset="-135564.962">26029 14290 6764 0,'0'0'9413'15,"0"0"-7765"-15,0 0-968 0,-8 82 44 0,0-49 12 16,0-2-248-16,-4 1-172 0,4-3-316 16,-4-4-48-16,4-3-352 0,0-6-116 15,-4 1-332-15,4-8-460 0,-3 0-1096 16,3-2-2633-16,-12-4-4615 0</inkml:trace>
  <inkml:trace contextRef="#ctx0" brushRef="#br1" timeOffset="-135052.292">26420 13890 2796 0,'0'0'8785'0,"0"0"-7453"16,0 0-620-16,84-9 252 0,-53 18 324 15,1 7-236-15,0 10 116 0,4 0-308 16,-4 5-232-16,-4 3 20 0,-4 2-244 16,-5 2-236-16,1 4-8 0,-8-2-88 15,0 5-68-15,-8-1 8 0,-4 0-12 0,0 4-72 16,-7-6 60-16,-2-1-36 0,-3-7 48 15,0-4 40-15,0-9-40 0,1-8-8 16,2-3 8-16,-3-10 60 0,5-7-60 16,-1-12-4-16,3-13 0 0,1-9-56 15,4-9 60-15,4-13 0 0,9-2 0 0,-2-4-96 16,13 5 20-16,0 4-20 16,4 6 36-16,4 6-4 0,0 8-56 0,-4 4-308 15,4 4-124-15,0 7-124 0,-4 0-324 16,-1-1-884-16,-7 14-1996 0,4-7-2089 0</inkml:trace>
  <inkml:trace contextRef="#ctx0" brushRef="#br1" timeOffset="-134595.14">27523 13728 7644 0,'0'0'4657'0,"0"0"-3085"16,80 32-596-16,-52-15-84 0,0 4 312 15,-4 4-12-15,-9 1 16 0,1 2-476 16,-8 1-256-16,0 0-180 0,-8 0-68 15,0 2-32-15,-4 4-124 0,-8 0-64 16,1-3-8-16,-9 3-240 0,-1-1-92 16,2-5 4-16,-5-3 0 0,0-1-52 0,-4-6-184 15,4-3-112-15,1-3-500 0,-5 0-804 16,7-8-572-16,1 1-601 0,12-6-1999 16,-3-2 1912-16</inkml:trace>
  <inkml:trace contextRef="#ctx0" brushRef="#br1" timeOffset="-133835.907">28264 13405 1304 0,'0'0'11233'0,"0"0"-9145"0,0 0-1596 16,0 0 36-16,0 0 240 0,0 0 132 15,0 0-280-15,0 0-548 0,0 0-72 16,0 0-84-16,48-26 84 0,-36 19 64 15,4-1-52-15,0-3 36 0,0 5-40 0,0-2-4 16,-1-3-4-16,2 2 0 0,-6 2 0 16,6 1 8-16,-6 3 4 0,1 3 0 15,-3 0 0-15,-2 3 84 0,-3 7 4 0,-4 6 60 16,0 3 124-16,0 6 136 0,-8 7-248 16,1 6-160-16,-10 6 36 0,6 5-48 15,-6 1-8-15,2 4-4 0,-1 2-36 16,0-2-28-16,4-2 76 0,0-5 12 15,4-5 52-15,0-11 44 0,8-5 52 16,0-11-88-16,0-2-68 0,0-6 48 16,8-7-52-16,0 0-8 0,4 0 0 15,4 0-4-15,-1-3 12 0,2-1 0 16,2 4-88-16,-3 4 88 0,5 4 0 0,-6 9 48 16,9 8 52-16,-3 7 180 15,-2 3 88-15,5 4-64 0,-4 5-24 0,3-3-72 16,-2 0-112-16,3-3-52 0,0-2-44 15,-9-3-4-15,6-7-4 0,-10 0 0 16,-3-7-76-16,-3 3 0 0,-5-3-40 16,0 0 40-16,-9 0 72 0,-6 3-84 0,-6 0-64 15,-7-2-208-15,0 2-168 0,-7-6 180 16,-1 0 12-16,0-7-356 0,4-6-1052 16,8-3-3388-16,-11-9-5641 0</inkml:trace>
  <inkml:trace contextRef="#ctx0" brushRef="#br1" timeOffset="-129318.743">4299 15109 7900 0,'0'0'4069'16,"0"0"-3069"-16,0 0-236 0,0 0 36 16,0 0 496-16,-28-72 256 0,19 59-228 15,2 3-184-15,-5-2-272 0,3 1-148 16,-2 3 9-16,-5-3-101 0,4 2-108 15,-4 0-24-15,-4-1-168 0,0 4-112 16,1-3-24-16,-2 5-48 0,1-2-84 16,1 6 88-16,-5 0-88 0,-1 0-60 15,-3 0-84-15,0 10 36 0,5-1 40 0,-5 7-68 16,0 2 68-16,0 8-100 0,0 6 0 16,0 3 52-16,4 7 52 0,1 5-40 15,-1 7-16-15,4 3 12 0,0 4 40 16,4-1-100-16,8-3 48 0,4-3-24 15,4-7 84-15,4-5 0 0,8-4 48 16,4-6-36-16,4-4 60 0,4 0-72 16,0-9 8-16,8 1-4 0,0-8-4 15,3-5-56-15,1-7 8 0,4 0-148 0,-4-14-92 16,4-4-136-16,-1-8-12 0,-3-2-204 16,1-4-541-16,-6-2-727 0,-3-7-1252 15,-4 12-2341-15,0-22-3907 0</inkml:trace>
  <inkml:trace contextRef="#ctx0" brushRef="#br1" timeOffset="-129075.68">4642 14640 7628 0,'0'0'6129'0,"0"0"-5077"0,0 0-1000 16,0 0 452-16,0 0 628 0,-21 82 396 0,14-57-368 15,-6 7-524-15,5 7-280 16,1 2-88-16,-1 13 12 0,-5 3-12 16,6 13-36-16,-5 2-88 0,-1 12-132 15,6-1-12-15,-1-1-52 0,-1-6-20 0,5-9-84 16,1-8-88-16,3-7-136 0,0-8-168 0,7-12-52 16,2-7-200-16,6-10-328 0,-2-8-1100 15,-5-4-2333-15,7-6-2987 0</inkml:trace>
  <inkml:trace contextRef="#ctx0" brushRef="#br1" timeOffset="-128682.339">4964 15481 7052 0,'0'0'5265'0,"0"0"-3533"0,0 0-1148 16,0 0 172-16,0 0 924 0,0 0 92 15,0 0-560-15,0 0-428 0,0 0-336 16,0 0-108-16,-96 52-168 0,81-41 33 0,-5 8-9 15,-1 4 32-15,2 2 28 16,6 4 96-16,-2 3 132 0,2 2-184 0,2-2-104 16,3 0-28-16,8-6-72 0,-4-7-12 15,4-7-84-15,0-6-4 0,8-2-92 16,0-4-24-16,-1 0-24 0,10 0-16 16,2-13 52-16,1-3-12 0,1-6-48 0,3-8-52 15,-5 0-80-15,-2-5-4 0,2 0 24 16,-3 3 52-16,0 4 32 0,-4 5 99 15,0 11 37-15,-5 5-16 0,2 4 76 16,-5 3 0-16,0 3 233 0,0 6 59 16,0 5-12-16,-1 0-52 0,1 6-32 15,-4 2 32-15,0 1 0 0,0 2-68 16,0-2-4-16,0-1-52 0,5 0-104 0,-5-7-60 16,0-1-192-16,4-8-256 0,-4-3-256 15,4-3-161-15,0 0-403 0,3-7-740 16,-3-6-924-16,5 1-1965 0,-1-19-1319 15</inkml:trace>
  <inkml:trace contextRef="#ctx0" brushRef="#br1" timeOffset="-128524.367">5143 15484 6928 0,'0'0'5221'16,"0"0"-3005"-16,0 0-1228 0,0 0-324 0,0 0 264 16,12 74 672-16,-12-49-212 0,0 0-400 15,0 4-404-15,-4-4-111 0,0 0-157 16,4-6-316-16,0-2-60 0,0-9-353 15,0-1-279-15,0-1-224 0,0-6-224 16,0-3-788-16,0 0-2212 0,0-16-2401 0</inkml:trace>
  <inkml:trace contextRef="#ctx0" brushRef="#br1" timeOffset="-128402.703">5199 15319 11129 0,'0'0'3232'16,"0"0"-2660"-16,0 0-332 0,0 0 388 15,0 0-228-15,0 0-400 0,0 0-36 16,0 0-1108-16,0 0-760 0,0 0-2805 0</inkml:trace>
  <inkml:trace contextRef="#ctx0" brushRef="#br1" timeOffset="-127986.489">5411 15452 7372 0,'0'0'4225'0,"0"0"-2549"16,0 81-1204-16,-4-53 668 0,-1 9 748 15,1-5-92-15,0 0-348 0,0-7-360 16,4-6-372-16,0-2-279 0,0-11-217 16,4-4-208-16,0-2-12 0,0 0-184 0,5-5-56 15,2-5-29-15,1-6 97 0,4 0-8 16,-1 0-76-16,2 4-60 0,-1 2-28 16,-4 4 28-16,-4 6 84 0,-1 3 108 15,6 6 124-15,-5 4 4 0,-1 1 72 16,2 5 108-16,-1-1 120 0,-4-3 12 0,-1 2-48 15,1-4-72-15,0-4-112 16,0-6-84-16,5-3 0 0,-5 0-72 0,3-3-12 16,1-6 8-16,5-4 76 0,2-4 60 15,-2 2-60-15,6-1-136 0,-3 0 76 16,0 0 12-16,0 4-28 0,-1 5 28 16,2 1-36-16,-6 6 72 0,2 0 12 15,-1 0 244-15,-1 3 36 0,6 0 0 0,-6 4-12 16,2 2 21-16,-2-2-57 0,6 0-76 15,-6 1-68-15,1 3-28 0,-3 0-60 16,2 3-12-16,-7 7-36 0,0 1-100 16,1 10-324-16,-5 3-369 0,0 4-195 15,-9-5-240-15,1-2-1020 0,1-9-2504 16,-6 2-3237-16</inkml:trace>
  <inkml:trace contextRef="#ctx0" brushRef="#br1" timeOffset="-127452.945">3478 16259 9836 0,'0'0'4485'15,"0"0"-2933"-15,0 0-1136 0,0 0 480 0,0 0 960 16,0 0-144-16,0 0-435 0,0 0-525 16,0 0-232-16,0 0-132 0,80 22-24 15,-53-19-52-15,5 4-36 0,12-5-32 16,3-2 104-16,9 5 120 0,8-5-296 15,5 0-124-15,6-5-48 0,9 3 12 16,4-5-12-16,-2 4-4 0,6 1 4 0,0 2-12 16,8 0 0-16,0 0 4 15,3 5 8-15,-4 2 0 0,5 2 108 0,0 3-108 16,-9-1-60-16,1 1-28 0,-9 1 80 16,1-5-100-16,-8 3-72 0,-4-2 72 15,-5-2 48-15,-7-1-12 0,-8-6 0 16,0 4 68-16,-8-4-92 0,-5 0 24 15,-3-4-12-15,-8 1 0 0,-4 3 0 16,-4 0-52-16,-4 0-32 0,-8 0 12 16,-1 0 12-16,-2 0-60 0,-1 3 8 15,-5-3-8-15,1 0 12 0,-4 0-76 16,4 0-8-16,-4 0-136 0,0 0-305 0,0-3-355 16,0-3-484-16,0-4-556 15,0 3-2268-15,-8-8-2005 0</inkml:trace>
  <inkml:trace contextRef="#ctx0" brushRef="#br1" timeOffset="-124785.698">6741 15208 7280 0,'0'0'5661'0,"0"0"-3325"0,0 0-1264 16,0 0-600-16,0 0 288 0,0 0 424 15,0 0 204-15,0 0-364 0,0 0-392 16,0 0-231-16,75 73-269 0,-62-61-44 16,-2-1-88-16,2-6-108 0,-5 2-132 15,-4-4-177-15,3-3-359 0,-3 4-360 0,0-4-500 16,-4 0-1200-16,0 3-2713 0,-4 3-3791 0</inkml:trace>
  <inkml:trace contextRef="#ctx0" brushRef="#br1" timeOffset="-124649.465">6733 15504 12357 0,'0'0'1912'0,"0"0"-1432"16,0 0 228-16,0 0 696 0,0 0 12 15,0 0-344-15,0 0-400 0,0 0-392 16,0 0-8-16,0 0-116 0,40 33-156 15,-29-22-140-15,10-5-144 0,-1 1-364 16,-1-5-456-16,5 1-444 0,-7 1-1576 16,10 3-3993-16</inkml:trace>
  <inkml:trace contextRef="#ctx0" brushRef="#br1" timeOffset="-112840.875">21200 13703 1004 0,'0'0'7736'0,"0"0"-6844"0,0 0-208 0,0 0 3261 15,0 0-2457-15,0 0-344 16,0 0-28-16,0 0-216 0,0 0-100 16,0 0 28-16,8 9-120 0,-16 1-124 0,0 3-123 15,0 3-109-15,-8 3-60 0,0 6-28 16,-4-4-20-16,1 6-28 0,-5 1-48 16,-4 0-84-16,0 5-80 0,-4 1-4 15,-8 5-60-15,-4 5 48 0,-7 7-84 16,-5 2 0-16,-4 8-132 0,-8-1-52 15,4 5-36-15,5-9 88 0,3-5 20 16,12-10 16-16,8-10 8 0,12-10-69 16,8-9 21-16,9-10-36 0,-2-2-72 15,9-9-172-15,0-7-540 0,0-5-392 16,9-12-528-16,-2 8-1028 0,14-19-3297 0</inkml:trace>
  <inkml:trace contextRef="#ctx0" brushRef="#br1" timeOffset="-112537.606">21203 13735 7628 0,'0'0'3092'0,"0"0"-1419"0,0 0-53 15,0 0 132-15,0 0-496 0,84 56-228 16,-63-39-128-16,-1-2-260 0,3 2-64 15,1-2-40-15,0 7-60 0,1-2-172 0,-2 2-12 16,1 3-111-16,4 1-93 16,0 9 140-16,7 0 352 0,5 6 532 0,1-3-568 15,-2 3-388-15,4 1-156 0,2-4 48 16,2 3-40-16,5-4-8 0,4 3 0 16,-8-9 0-16,4 1-72 0,-13-4-36 0,2-6-48 15,-9-3-120-15,-8-6-64 0,-1 0-132 16,-3-7-156-16,-8 0-148 0,0-6-309 15,-8 0-971-15,-4 0-2080 0,0-6-2781 0</inkml:trace>
  <inkml:trace contextRef="#ctx0" brushRef="#br1" timeOffset="-109636.66">20144 14833 7928 0,'0'0'1388'0,"0"0"-548"0,0 0 3081 0,0 0-2333 15,0 0-196-15,0 0-236 0,0 0-160 16,0 0-176-16,0 0-88 0,0 0-148 16,0 10-204-16,-4 6-115 0,-3 6 39 0,-2 10-60 15,1 6-28-15,-3 2 4 16,3 9-76-16,-5 1-48 0,2 4-88 16,-6 4 0-16,6-1-8 0,-2-4-8 0,2 1 0 15,-1-6-76-15,3-10 72 0,5-9-60 16,1-10 0-16,3-7-88 0,0-5-92 15,0-3-136-15,3-4-137 0,1-11-215 16,5-4-92-16,-1-10-256 0,3-7-632 16,2-6-880-16,-2 2-1653 0,6-14-2051 0</inkml:trace>
  <inkml:trace contextRef="#ctx0" brushRef="#br1" timeOffset="-109201.125">20136 14900 6168 0,'0'0'3984'0,"0"0"-2307"0,0 0-181 15,0 0 140-15,0 0-124 0,0 0-292 16,0 0-404-16,0 0-68 0,0 0 124 16,0 0-32-16,56 63-280 0,-40-28-159 15,-9 0-109-15,6 6-24 0,-5 1-136 0,-4 5-60 16,-1 1-64-16,1-4-4 0,5-2-4 16,-5-7-12-16,0-9-96 0,3-11 0 15,-3-5-16-15,5-7 16 0,-5-3-60 16,4 0-4-16,3-7-49 0,-2-9-19 0,2-6-40 15,1-7 0-15,1-2 60 0,-2-4-72 16,2-3 48-16,-6 0 36 0,5 0 36 16,1 3-48-16,-2 0 212 0,1 6 4 15,0 4 4-15,-4 6 40 0,3 2 132 16,-2 6 72-16,-1 1 24 0,-4 3-60 16,3 7-12-16,-3 0 12 0,1 0-40 15,-1 3 40-15,0 4-64 0,0 5 40 16,0 1-64-16,-1 10 4 0,6 2 9 0,-9 7-9 15,4 2 32-15,-4 5-12 0,0 1 16 16,0 6-40-16,0-2 0 0,0-2-36 16,4-2 16-16,0-7 32 0,0-8-48 15,7-6-84-15,-2-7-84 0,2-5-96 16,1-4-160-16,-3-3-196 0,2-3-193 16,1-7-171-16,0 1-276 0,-4-4-1100 15,0 3-2688-15,1 1-3769 0</inkml:trace>
  <inkml:trace contextRef="#ctx0" brushRef="#br1" timeOffset="-108979.249">20941 15332 12897 0,'0'0'5212'0,"0"0"-4324"0,0 0-396 16,0 0 104-16,0 0 444 0,0 0 101 15,0 0-389-15,-28 73-536 0,24-57-208 16,0 3-8-16,1 0-8 0,-1 3-88 16,-1 1-36-16,1-1-244 0,-4 0-156 15,4 0-213-15,1-3-95 0,-1-3-344 16,0-6-704-16,4-7-1228 0,0-3-4609 0</inkml:trace>
  <inkml:trace contextRef="#ctx0" brushRef="#br1" timeOffset="-103522.612">21351 14970 456 0,'0'0'4368'0,"0"0"-2844"0,0 0-1432 16,0 0 1440-16,0 0 2853 0,0 0-2521 15,0 0-328-15,0 0-92 0,0 0-84 16,0 0-204-16,-8-7-180 0,8 5-232 16,0 2-151-16,8 0-93 0,1 0-136 15,2 0-76-15,10 0 88 0,2 0-52 16,5-3 28-16,0 3-112 0,4-4-120 16,-4 4-60-16,0 0 0 0,0 0-56 0,-4-3-4 15,-1-1 0-15,1 1-72 0,-8 0-120 16,0 0-192-16,-4 3-148 0,-4-3-172 15,-4 3-132-15,0 0-233 0,-4 0-519 16,0 0-660-16,-4 3-888 0,0 3-2325 0,-4 1-947 16</inkml:trace>
  <inkml:trace contextRef="#ctx0" brushRef="#br1" timeOffset="-103270.561">21583 14998 2552 0,'0'0'4696'15,"0"0"-2204"-15,0 0-699 0,0 0-53 16,0 0-88-16,0 0-128 0,0 0-392 15,-77 74-440-15,70-56-200 0,-1 4-24 16,0 1 36-16,3 3-16 0,-2-1-72 16,3 3-52-16,0-2-84 0,0 2-60 15,4-3-52-15,0 1-8 0,0-4-27 0,4-2-9 16,4-8-52-16,4 1-72 16,0-3 0-16,3-4-84 0,6 0 76 0,3-6-80 15,4 0 16-15,4-6-245 0,3-7-179 16,5 1-80-16,0-4 40 0,0-4-212 15,-1 2-768-15,-11 4-1328 0,8-8-3533 0</inkml:trace>
  <inkml:trace contextRef="#ctx0" brushRef="#br1" timeOffset="-102670.83">19961 14868 4880 0,'0'0'2904'15,"0"0"-716"-15,0 0-295 0,0 0-229 16,0 0-256-16,-88 83-176 0,65-62-244 0,3 5-180 15,-1-3-180-15,2-1-196 0,-1 0-64 16,-1-3-112-16,6 1-108 0,-5 1-64 16,4 1-68-16,0 3-8 0,0 5-8 15,4 1-64-15,0 4 4 0,9 4-24 16,-1 2 20-16,4 2-20 0,0 6-4 16,0 2-192-16,4-5-164 0,7 6-72 15,-3-8-192-15,4-5-52 0,4-5-168 0,4-11-192 16,-1-4-416-16,2-6-516 0,-1-8-2393 15,8-5-1999-15</inkml:trace>
  <inkml:trace contextRef="#ctx0" brushRef="#br1" timeOffset="-102220.453">21997 15109 10724 0,'0'0'3229'0,"0"0"-1249"15,0 0-156-15,0 0-184 0,0 0-260 16,59 68-380-16,-46-54-407 0,2 3-181 16,2-1 12-16,-2 0 96 0,-2 3-84 15,-2 1-184-15,1-2-60 0,-3 4-96 16,-5 0-24-16,-4 0-8 0,0 1-56 15,-4-1-8-15,-5 3 0 0,-6 4 0 0,-2 0-44 16,-2-1 36-16,-9 4-152 0,-4 3-116 16,-5-3-100-16,-6 6 16 0,-4-3-148 15,-5 3-196-15,-1-1 51 0,-3-1-335 16,-3-5-636-16,15-8-2680 0,-19 5-3485 0</inkml:trace>
  <inkml:trace contextRef="#ctx0" brushRef="#br1" timeOffset="-100754.208">9323 15751 7988 0,'0'0'3109'16,"0"0"-905"-16,0 0-1316 0,0 0-204 16,8-83 804-16,-8 58-32 0,0 0-212 15,-4-4-408-15,0 1-192 0,-9 2-156 16,2 0-60-16,-1 1-160 0,-4 3-172 0,1 3 85 15,-6 3-21-15,5 3 20 0,0 7-8 16,0 3-4-16,1 3-60 0,-2 0-24 16,2 6-84-16,-2 7-12 0,2 3-120 15,-2 6 72-15,2 0 12 0,-1 1-12 16,0-4 48-16,4 3-36 0,0 0 40 16,-4-3 0-16,4 3 0 0,1 0 8 15,-2 1 0-15,1 0 0 0,5-2 12 0,-6 5-4 16,5-8 44-16,1 1-48 0,3-3-4 15,-1-6 8-15,1-1 36 0,4-5-44 16,0-4-12-16,0 0-48 0,0 0 56 16,0 0 0-16,0 0 0 0,0 0-4 15,0 0 4-15,0 0-4 0,0 0-4 16,0 0-76-16,0 0 16 0,0 0 64 0,0 0-52 16,0-4-24-16,4 4-24 0,1-2-28 15,-1 2-9-15,0-5-111 0,3 3-96 16,-3-1-112-16,4 3-36 0,-3-3 0 15,-1-1-4-15,-1 4-148 0,1 0-224 16,0 0-296-16,0 0-540 0,4 0-552 16,-8 4-1829-16,0 4-2731 0</inkml:trace>
  <inkml:trace contextRef="#ctx0" brushRef="#br1" timeOffset="-100110.58">9028 15563 1720 0,'0'0'1800'0,"0"0"-1800"16,0 0-924-16,0 0-1671 0</inkml:trace>
  <inkml:trace contextRef="#ctx0" brushRef="#br1" timeOffset="-99653.291">9175 15512 8536 0,'0'0'2741'15,"0"0"-1381"-15,0 0 256 0,0 0 24 16,0 0 48-16,0 0-428 0,0 0-328 15,0 0-124-15,0 0-68 16,0 0-47-16,0 0-133 0,8 0-184 0,-8 0-160 16,0 0-36-16,0 0 28 0,0 0-28 15,-4 0-12-15,-3 4-68 0,3-1 8 16,-5 1-12-16,-3 2-48 0,1 0-44 16,-6 3 4-16,2 8-4 0,-1-1 0 15,-5 5-8-15,-2 5 4 0,-1 2 0 0,0 4 0 16,-4 3-12-16,0 0-36 0,-4 2 40 15,4 2-40-15,0-4-24 0,5 4-12 16,-1-5 68-16,0 1-116 0,4-3 12 0,8-4-48 16,0 1 48-16,4 0-28 15,4-8-56-15,0-4-40 0,4-1-8 0,0-7-16 16,0-2-36-16,0-5 3 0,4-2-91 16,0 0-44-16,8-7-136 0,0-1 92 15,0-9-60-15,4 2-232 0,-5-10-356 16,2-1-32-16,2-2-24 0,-2-4-284 15,2-3-772-15,6-4-1885 0,-10 12 145 16,13-21 952-16</inkml:trace>
  <inkml:trace contextRef="#ctx0" brushRef="#br1" timeOffset="-99016.425">9144 15437 1604 0,'0'0'3168'0,"0"0"-1164"0,0 0-340 15,0 0 84-15,0 0-215 0,0 0-305 16,0 0-196-16,0 0-120 0,87-58-4 0,-75 56-128 15,4 2-84-15,-4 0-124 16,4 0-128-16,-4 6 100 0,-4-3 92 0,4 2-48 16,-4 2-208-16,0 0-124 0,-1-4-36 15,2 3-100-15,-5-2-56 0,0-1-56 16,0 0 0-16,-1 3 40 0,1 1-36 16,5 2 0-16,-1 4 0 0,-1 2 84 15,1 8 28-15,5 6-112 0,-6 6 96 0,1 6-36 16,0 6-12-16,-3 8-56 0,2 2 4 15,-3 3-8-15,0-2 64 0,4-6-4 16,-3-3 13-16,2-8 183 0,-3-6 444 16,4-7-204-16,-4-6-216 0,0-5-100 15,1-9-60-15,-2-4-120 0,1-4-4 16,0 0-52-16,0 0 56 0,4-6 4 0,0-7 116 16,0-3 16-16,0-5-40 0,0-6-36 15,4-4-48-15,-4-7-4 0,3-3-8 16,2-3-48-16,2-5 36 0,2 2-36 15,2-4-24-15,-3 0 64 0,5 3-40 16,2 1 0-16,-3 0-28 0,-3 5 72 16,2 5-8-16,1 4-36 0,-8 5 36 0,4 8-60 15,-4 5 24-15,0 2 0 0,-4 6-12 16,0 5-36-16,-1 2-24 0,-3 0-4 16,1 0 40-16,-1 0 12 0,0 0 24 15,0 5 40-15,-4 2 8 0,3-1 48 16,-3 4 36-16,4 3 36 0,-4-1-32 15,4 4-4-15,-4 3-84 0,4 0 12 16,1 4 48-16,-5 2 84 0,4 3 0 16,0 5-48-16,-1 5-84 0,1-1 0 15,0 4 48-15,-4 7-60 0,0 2-8 0,4 2 4 16,-4 3-48-16,0-5 4 0,0-2-12 16,0-11 0-16,5-5-72 0,-5-6-60 15,4-8-76-15,0-8-20 0,3-3-88 16,-3-4-24-16,0-3 11 0,5 0-15 15,-2-3-20-15,1-7-136 0,0-2-408 16,4-5-508-16,0 2-1140 0,-4-1-2509 0,4-10-2883 16</inkml:trace>
  <inkml:trace contextRef="#ctx0" brushRef="#br1" timeOffset="-98723.726">10414 15798 13417 0,'0'0'2204'0,"0"0"-1828"15,0 0 564-15,0 0 772 0,0 0 356 0,92 4-631 16,-68-4-613-16,0-4-428 16,4-5-116-16,-1-1-140 0,-3-3-140 0,4-2-48 15,-4-1-204-15,-3 0-328 0,-2-3-232 16,1 3-149-16,-8 4-663 0,-3-1-2084 16,-6 6-2809-16</inkml:trace>
  <inkml:trace contextRef="#ctx0" brushRef="#br1" timeOffset="-98521.879">10422 15942 5520 0,'0'0'7529'0,"0"0"-5033"16,0 0-704-16,0 0-260 0,0 0-268 0,0 0-192 16,0 0-271-16,0 0-121 0,0 0-100 15,84 14-156-15,-52-14-196 0,0 0-152 16,-1-2-76-16,5-4-76 0,-4-4-116 15,5 1-292-15,-5-1-300 0,3 3-141 16,-3-5-415-16,-4 5-1232 0,4-2-3796 0</inkml:trace>
  <inkml:trace contextRef="#ctx0" brushRef="#br1" timeOffset="-98193.044">11144 15459 11837 0,'0'0'2768'16,"0"0"-1336"-16,0 0 268 0,0 0 52 16,84 15-312-16,-45-10-419 0,1-5-257 15,-1 0-280-15,6-11-228 0,-6 2-136 16,-3-4-120-16,0-3-4 0,-3 0-128 16,-6 0-304-16,1 1-328 0,-4-2-269 15,-4 5-407-15,-5 2-1028 0,-6 3-2204 0,-9 7-3137 0</inkml:trace>
  <inkml:trace contextRef="#ctx0" brushRef="#br1" timeOffset="-98002.188">11387 15529 8928 0,'0'0'2829'0,"0"0"-685"0,0 0 16 16,-20 89-156-16,16-51-340 0,0-3-420 15,4 5-464-15,0 2-139 0,0 3-129 16,-4-1-236-16,4-2-276 0,0-4-8 15,-4-3-172-15,4-7-268 0,0-9-76 16,0-6 27-16,0-4-211 0,0-6-180 0,0-3-488 16,0 0-976-16,0 0-1508 0,0 0-1417 15,0-3-759-15</inkml:trace>
  <inkml:trace contextRef="#ctx0" brushRef="#br1" timeOffset="-97837.489">11378 15951 8020 0,'0'0'3129'16,"0"0"-1177"-16,0 0 0 0,0 0-28 15,88-28-340-15,-64 24-344 0,4-3-264 0,4 1-12 16,0 0-43-16,4-3-377 16,-1-3-300-16,2 1-244 0,-10-1 0 15,1-1-124-15,-4 3-212 0,-4 1-320 0,-4 0-157 16,0 5-187-16,-8 4-604 0,-4 0-1556 16,-4 7-3873-16</inkml:trace>
  <inkml:trace contextRef="#ctx0" brushRef="#br1" timeOffset="-97643.07">11411 16227 14129 0,'0'0'2424'0,"0"0"-1804"0,0 0 100 16,0 0 552-16,0 0 96 0,0 0-452 16,0 0-552-16,0 0 73 0,107-19 119 15,-59 7-48-15,-4-4-372 0,8 3-100 16,-5-3-36-16,-2 0-100 0,-2 4-80 15,-3 1-460-15,4-1-261 0,-5 5-207 0,1 5-1000 16,-12 2-2808-16,8 0-5005 0</inkml:trace>
  <inkml:trace contextRef="#ctx0" brushRef="#br1" timeOffset="-92853.399">2505 16684 8308 0,'0'0'432'0,"0"0"96"16,0 0 1657-16,0 0-317 0,0 0-508 16,0 0-340-16,0 0-292 0,0 0-152 15,0 0-56-15,0 0-24 0,4 70-88 16,-4-38-112-16,0 3-12 0,0 12 24 16,0 4-4-16,0 10-48 0,-4 6-96 15,-3 3-24-15,-1 2-64 0,0 1-68 0,-1 0-4 16,-2-3-4-16,3-3-80 0,4-13 20 15,-1-7 4-15,5-12-24 0,-3-9-40 16,3-6-132-16,0-12-224 0,0-2-108 0,0-2-192 16,0-4-276-16,0 0-504 15,0-10-728-15,0 4-1769 0,0-16-283 0</inkml:trace>
  <inkml:trace contextRef="#ctx0" brushRef="#br1" timeOffset="-92576.82">2462 16796 8096 0,'0'0'2008'0,"0"0"-1296"0,0 0 765 0,0 0 311 16,0 0-640-16,0 0-304 16,80-51-204-16,-57 48-316 0,1-1-160 0,-4 4-40 15,5 0 24-15,-10 4-60 0,1 8-28 16,-4 4 4-16,0 7 44 0,-9 2 128 15,-3 6-36-15,0 7-80 0,0 1-44 16,0-4-68-16,-11-1-8 0,3-2-48 16,0-3-152-16,-4-4-168 0,4-6-92 0,-3-2-224 15,-2-5-84-15,5-6-48 0,-4-3 32 16,4-3-208-16,-3 0-264 0,-2-7-429 16,1 2-1075-16,-3-17-1828 0</inkml:trace>
  <inkml:trace contextRef="#ctx0" brushRef="#br1" timeOffset="-92321.362">2780 16852 9984 0,'0'0'1729'0,"0"0"-805"0,0 0 716 16,0 0 112-16,0 0-488 0,0 0-456 16,0 0-400-16,0 0-212 0,0 0 136 15,56 77-64-15,-56-39-168 0,0 3-40 0,-4 0-52 16,1-3 44-16,-1-2-52 15,-5-11 4-15,9-9 4 0,-4-4-8 0,4-8 12 16,0-1 60-16,-4-3 40 16,4 0 60-16,0 0 20 0,0-3-20 0,0-1 12 15,0-2-36-15,4 0 180 0,5-7-328 16,-1-3-4-16,3-2-108 0,2-6-400 16,2 3-416-16,1-4-540 0,0-1-1220 15,0 10-2761-15,4-9-3827 0</inkml:trace>
  <inkml:trace contextRef="#ctx0" brushRef="#br1" timeOffset="-92039.766">3119 17068 10676 0,'0'0'1661'15,"0"0"-1201"-15,-4 70 952 0,0-47 908 16,4-1-680-16,0-6-692 0,0-7-444 16,0-2-260-16,0-7-144 0,8 0-88 0,1 0-8 15,-2-4 4-15,5-2 236 0,0-4 0 16,0-2-172-16,3-4-72 0,-2-6-148 15,-1 0-160-15,-4-3-132 0,0-5-112 16,0 9-24-16,-4 1 192 0,-4 4 224 16,0 4-100-16,0 6 260 0,-8 2 172 15,-4 1 224-15,-4 0-24 0,-4 3-40 0,-4 0-224 16,0 3-56-16,0 6 68 0,4 1-48 16,1 6-72-16,2 0-64 0,6 3 56 15,3-3-52-15,3-1-124 0,1 2-64 16,4-2-72-16,0 1-308 0,9 0-552 15,-1-3-1252-15,-1-4-3133 0,5-2-3003 0</inkml:trace>
  <inkml:trace contextRef="#ctx0" brushRef="#br1" timeOffset="-91791.428">3310 17065 6916 0,'0'0'2012'0,"0"0"-796"0,0 0 397 16,0 0 467-16,24 73 68 0,-20-50-488 15,1-1-780-15,-1 0-280 0,0-3-72 0,-1-3-148 16,1-7-148-16,0 1-36 0,0-7-24 16,0 0 36-16,1-3-112 0,-2 0-12 15,1-6 76-15,4-1 108 0,0-2-52 16,4-7-68-16,0-3-51 0,-1-3-1 16,2-3-96-16,-1-5-265 0,-4 3-151 15,4-2-108-15,-1 3 0 0,2 1-160 16,2 6-384-16,-2 0-680 0,-1 6-872 15,4 1-2433-15</inkml:trace>
  <inkml:trace contextRef="#ctx0" brushRef="#br1" timeOffset="-91387.798">3740 17176 4912 0,'0'0'8849'0,"0"0"-7997"0,0 0-840 15,0 0 896-15,0 0 472 0,0 0-536 16,0 0-472-16,0 0-212 0,0 0-48 16,0 0 24-16,88 7 72 0,-75-14 88 15,2-5-56-15,2 2-240 0,-6-6-160 16,2 4-60-16,-6-4 12 0,1-1-16 16,0 8 4-16,-4 0-52 0,-4 2 120 15,0 4 152-15,0 0 84 0,-4 3-24 16,-8 0-56-16,-4 0 88 0,0 0 20 15,-4 3-108-15,1 0 48 0,2 4 8 0,-3 2 136 16,9 5-48-16,-6-2-136 0,6 7 36 16,-1 3 88-16,3 7 48 0,2-1-24 15,-1 4-64-15,4 3 16 0,0 2-104 16,4-4 0-16,0 2-4 0,0-7 44 16,0-6 64-16,0-5 72 0,4-8-136 0,4-3-48 15,-4-3-12-15,8-3 12 16,0 0 8-16,3 0-8 0,2-6 0 0,7-4-160 15,-5-2-244-15,9-4-308 0,0 3-304 16,0-3-536-16,-8 4-1064 0,12-7-2421 0</inkml:trace>
  <inkml:trace contextRef="#ctx0" brushRef="#br1" timeOffset="-90394.886">4709 16719 11897 0,'0'0'936'15,"0"0"-172"-15,0 0-192 0,0 0 956 16,8 77 348-16,-8-36-800 0,0 9-548 16,0 1-260-16,0 6-60 0,0 4 0 15,-8-5-108-15,0 2-92 0,3-4-8 16,2-3-60-16,-1-9-28 0,0-11 16 16,0-9 72-16,4-9 4 0,-4-10-4 0,4-3-64 15,0 0 0-15,0 0-32 0,4-6-248 16,4-1-236-16,4 1 296 0,4-3 284 15,0-1 16-15,3 0-16 0,-2 3-108 16,-2 5 44-16,2-1-20 0,-10 3 84 16,6 0 12-16,-9 3 244 0,0 3 68 15,0 1-56-15,-4-1 76 0,0 0-48 0,0 4 60 16,0-1 156-16,-8 4 36 16,-5 3-156-16,2-3-164 0,-6 2-104 0,6-5-28 15,-6-1 13-15,2 1-109 0,-2-7-4 16,2 0-56-16,2-3-161 0,2 0-167 15,-1-6-184-15,4-4-208 0,0-2-164 16,8-4-280-16,0-3-1088 0,4 0-2393 16,12-10-1867-16</inkml:trace>
  <inkml:trace contextRef="#ctx0" brushRef="#br1" timeOffset="-90004.613">4999 17249 11281 0,'0'0'2508'0,"0"0"-1712"0,9 77 564 16,-9-42 1008-16,0 9-636 0,0 0-572 15,-9-2-383-15,6-7-217 0,3-7-220 16,-4-9-256-16,4-6-84 0,0-10-112 0,0 0-68 16,4-3-64-16,3-3 4 0,2-3-4 15,3-4-13-15,4-5 41 0,3-1-28 16,2-3 232-16,-1 0-184 0,-1 2-12 16,1 5-48-16,1 2 64 0,2 7-64 15,1 3 188-15,0 6 68 0,-5 7 100 16,5 4-40-16,-7 2 124 0,-2 2 12 15,-2 5-4-15,-5 5 16 0,-1 1-12 16,-7 3 48-16,0 9 32 0,0 4 69 16,-4 0-93-16,-7 4-8 0,-6-2-4 15,-2 0 16-15,-1-5-52 0,0-7-60 16,-5-7 4-16,2-8-52 0,-1-2 0 0,4-10-24 16,1-5-60-16,2-6-12 0,2-3 0 15,-5-6-96-15,-1-10-96 0,2-11-160 16,-1-1-520-16,3-4 752 0,10-3 12 0,3-3-185 15,4-1-83-15,7 1-64 0,6 0-12 16,6-4-184-16,9 1-428 0,4-1-708 16,-8 10-1276-16,16-15-4005 0</inkml:trace>
  <inkml:trace contextRef="#ctx0" brushRef="#br1" timeOffset="-89440.917">5901 17262 11985 0,'0'0'2448'0,"0"0"-1500"0,0 0-104 15,0 0 900-15,0 0 4 0,0 0-296 16,0 0-687-16,0 0-413 0,0 0-180 16,0 0-172-16,-73 89-100 0,66-51 100 15,7 3 168-15,0 4-168 0,0-1-72 16,3 1-64-16,5-1-409 0,5-5 397 16,-2-7-144-16,2-7-1144 0,-2-12 1252 0,5-7-592 15,0-6-544-15,5-4-1008 0,-6-3-2317 16,5-14-3619-16</inkml:trace>
  <inkml:trace contextRef="#ctx0" brushRef="#br1" timeOffset="-89150.345">6155 17500 10576 0,'0'0'2373'0,"0"0"-1633"0,0 0 504 0,16 86 988 16,-11-60-304-16,-1-4-628 0,-1-9-532 15,5-4-344-15,-4-6-264 0,4-3-88 16,0-3 61-16,4-4-85 0,-1-8 76 15,2-7-124-15,-1-7-136 0,0-3-169 16,0-2-107-16,-5-2 48 0,2 4 204 16,-9 4 16-16,4 9 80 0,-4 3 64 0,0 3 12 15,-4 7 40-15,-5 0-40 0,2 6 48 16,-10-3 60-16,2 3 136 0,-2 0-36 16,6 6-160-16,-5 6 4 0,4 4-52 15,0 4-12-15,5 2 8 0,2 0 0 16,5 1-8-16,0-2-136 0,0-2-132 15,0 0-440-15,5 1-452 0,-1-5-1004 16,3-2-2592-16,5-4-4033 0</inkml:trace>
  <inkml:trace contextRef="#ctx0" brushRef="#br1" timeOffset="-88863.305">6402 17468 3116 0,'0'0'7356'15,"0"0"-6031"-15,0 0-57 0,0 0 900 0,0 0 176 16,12 83-752-16,-12-61-528 15,0-3-320-15,0-3-88 0,0-6-291 0,0-1-365 16,0-9-60-16,0 0-97 0,0 0-75 16,4-3-292-16,1-7 64 0,2-5 92 15,-3-4 232-15,8 0 76 0,-3-4-76 16,2 4 16-16,1 6-40 0,-4 1 76 16,4 2 8-16,-1 1 20 0,-2 6 56 15,3 3 160-15,-5 0 60 0,2 0 24 16,-1 3 72-16,-4 3-56 0,3 0-20 15,-3 7-20-15,5-3 60 0,-5 3-36 16,0-5-100-16,0 6-76 0,-1-5-68 0,5 4-112 16,-4-3-312-16,5-1-368 15,-2 0-148-15,5 1-404 0,1-7-1088 0,-6 1-2369 16,10-4-2399-16</inkml:trace>
  <inkml:trace contextRef="#ctx0" brushRef="#br1" timeOffset="-88620.449">7052 17037 13165 0,'0'0'3160'0,"0"0"-1940"16,0 0-168-16,0 0 604 0,0 0-168 0,0 0-675 15,0 0-609-15,-4 69-132 16,4-33 52-16,0 5 20 0,0 6-96 0,0-2-48 15,4-1-8-15,0 1-88 0,3-7-24 16,-3 0-232-16,1-10-72 0,-1-5-1 16,0-8-123-16,-4-2-184 0,0-9-184 15,0-1-700-15,0-3-1324 0,0-7-2949 0</inkml:trace>
  <inkml:trace contextRef="#ctx0" brushRef="#br1" timeOffset="-88433.908">6765 17395 10424 0,'0'0'2005'0,"0"0"-433"16,0 0 688-16,0 0-608 0,0 0 136 16,0 0-936-16,0 0-388 0,0 0-136 15,0 0 100-15,0 0 153 0,0 0-385 16,103-19 156-16,-59 13 128 0,0-6-272 16,3-1-208-16,-2-3 0 0,-6-1-224 0,1-2-404 15,-3 1-148-15,-5 2-61 0,-4 0-495 16,-9 7-1396-16,5-1-3841 0</inkml:trace>
  <inkml:trace contextRef="#ctx0" brushRef="#br1" timeOffset="-88171.343">7291 17338 12837 0,'0'0'2244'0,"0"0"-2028"0,0 0 1092 0,0 0 404 15,0 0-248-15,0 0-304 0,0 0-492 16,0 0-351-16,75 7-49 0,-62 2-76 15,-5 1-92-15,-1 6-28 0,1 3 48 16,-4 3-12-16,-4 4 28 0,0 6-28 16,0-5-60-16,0-2-44 0,-4-2 0 0,4-4 0 15,0-9 0-15,0-7 8 16,0-3-8-16,0 0-4 0,0-3-4 0,0-7-104 16,4-9-160-16,1-4 76 0,2-4-88 15,9-5-305-15,0-3-375 0,0-3-408 16,8 3-932-16,-8 9-2272 0,16-6-3453 0</inkml:trace>
  <inkml:trace contextRef="#ctx0" brushRef="#br1" timeOffset="-87864.986">7836 17306 14233 0,'0'0'2420'16,"0"0"-1888"-16,-43 70 448 0,27-38 780 15,0 0-152-15,1 0-347 0,2-6-377 16,5-5-316-16,1-9-208 0,7-5-240 15,0-3-120-15,0-4-108 0,0 0 96 16,3-6-288-16,5-7-64 0,4-4 148 0,4-5-84 16,-1-3-172-16,2-4-76 0,-2 4-21 15,2 0 81-15,-2 6 52 0,-2 6-52 16,-2 3-64-16,2 7 40 0,-5 3 180 16,-1 0 332-16,1 7 24 0,-3 2 344 15,-1 4 160-15,-4-1-52 0,4 1-12 16,-4 3-52-16,0 0-36 0,0 3 17 0,0 0 19 15,0 3-28-15,3-3-104 0,1 0-220 16,4-2-60-16,5-2-204 0,-2-2-52 16,6-4-228-16,2-5-293 0,5-4-211 15,0 0-308-15,-5-13-1464 0,2 3-2781 16,3-13-3739-16</inkml:trace>
  <inkml:trace contextRef="#ctx0" brushRef="#br1" timeOffset="-87452.284">8403 17338 2632 0,'0'0'11557'0,"0"0"-9473"0,0 0-988 16,0 0 696-16,0 0-168 0,0 0-383 15,-81-3-429-15,62 3-364 0,-1 7-72 16,0 5-124-16,0 7-92 0,0 7-156 16,0 5 0-16,4 4 4 0,4 4 52 15,4-1 48-15,0-7 36 0,8-2-144 0,0-13-4 16,0-4-44-16,4-8-60 0,4-4-96 15,5-7-4-15,2-8 52 0,5-11-36 16,4-9-136-16,-4-10-228 0,0-2-172 0,0-4-65 16,-1 4-219-16,2-4-176 0,-6 3-160 15,2 1-40-15,-2-1-8 0,-2 7 256 16,-6-1 1100-16,1 7 40 0,-4 4 512 16,-4 2 232-16,5 1 164 0,-5 5 60 15,0 8 40-15,0 2-108 0,0 7-28 16,0 2-172-16,0 4-140 0,0 0-24 15,0 6 193-15,0 7-229 0,4 3-112 16,-4 10-88-16,0 2-56 0,0 10-16 16,0 0 24-16,0 7-44 0,0-4-88 15,0 7-116-15,0-4-4 0,0 4-108 16,0-4-184-16,0-3-468 0,0-2-208 0,3-7-225 16,5-7-691-16,-4-10-2796 15,5-11-4153-15</inkml:trace>
  <inkml:trace contextRef="#ctx0" brushRef="#br1" timeOffset="-87303.952">8706 17417 8188 0,'0'0'7973'15,"0"0"-6749"-15,0 0-592 0,-9 87 832 16,1-55 296-16,0-7-387 0,5-3-561 16,-5-6-488-16,8-7-300 0,-5-5-24 15,5-4-360-15,-4 0-500 0,4-4-29 16,-8-5-47-16,5-4-1108 0,-5 0-2808 15,-1-12-3177-15</inkml:trace>
  <inkml:trace contextRef="#ctx0" brushRef="#br1" timeOffset="-87185.697">8618 17279 13373 0,'0'0'3196'0,"0"0"-2524"0,0 0-164 16,0 0 184-16,0 0 156 0,0 0 72 15,0 0-580-15,0 0-340 0,0 0-508 0,79-11-544 16,-67 8-952-16,4 3-3832 0</inkml:trace>
  <inkml:trace contextRef="#ctx0" brushRef="#br1" timeOffset="-86968.997">9020 17389 10016 0,'0'0'7497'0,"0"0"-6421"15,0 0-324-15,0 0 836 0,-67 67-19 16,54-42-433-16,-2 0-520 0,7 5-364 15,-1-2-108-15,1 3-60 0,5 1-84 0,-1 3 0 16,4-6-84-16,0-3-12 0,4-12-84 16,7 0-84-16,2-8-76 0,2-6 16 15,5-6-52-15,0-13-36 0,0-3-36 16,0-14-113-16,-4-5-387 0,4 0-924 16,-9 6-1900-16,10-18-1953 0</inkml:trace>
  <inkml:trace contextRef="#ctx0" brushRef="#br1" timeOffset="-86670.976">9351 16910 10604 0,'0'0'2541'0,"0"0"-1533"0,0 0 304 16,-16 83 652-16,12-49 12 0,-4 4-608 15,4 3-211-15,-1 1-381 0,1-1-88 16,1 4-288-16,-1 0-204 0,4 5-100 16,0 1-96-16,0-1-48 0,0 4 0 15,4-7-100-15,-1 2-212 0,6-8-76 16,-1-8 12-16,-4-12-36 0,3-5 59 16,-3-3-3-16,0-7-44 0,1-6-100 15,-5 0-248-15,0 0-408 0,0-9-424 0,0-5-588 16,-9 2-616-16,2-1-1105 0,-5-9-727 15</inkml:trace>
  <inkml:trace contextRef="#ctx0" brushRef="#br1" timeOffset="-86509.594">9104 17415 8252 0,'0'0'2368'0,"0"0"-527"0,0 0 95 16,0 0-224-16,0 0-384 0,0 0-400 0,0 0-288 16,0 0-52-16,0 0 256 0,0 0 56 15,75-13-267-15,-43 6-197 0,0 1-84 16,4 0-48-16,-5-4-28 0,1 4-128 15,-8-3-148-15,1 2-24 0,-1-2-292 16,-5 2-412-16,-3-2-145 0,5 0-187 0,-2-2-864 16,-3 5-2768-16,0 4-5141 0</inkml:trace>
  <inkml:trace contextRef="#ctx0" brushRef="#br1" timeOffset="-86337.822">9725 17430 9068 0,'0'0'5949'15,"0"0"-4821"-15,-3 68-236 0,-1-40 988 0,-1 4 116 16,-3-1-403-16,0-2-601 0,5-7-620 16,-6-3-372-16,5-6-48 0,0-6-436 15,4-5-156-15,0-2-124 0,-4-6-61 16,4-7-579-16,-4-9-1100 0,4 6-2024 16,0-16-1805-16</inkml:trace>
  <inkml:trace contextRef="#ctx0" brushRef="#br1" timeOffset="-86248.177">9718 17279 11417 0,'0'0'1564'0,"0"0"-1564"16,0 0-4-16,0 0-368 0,0 0-588 15,0 0-797-15,0 0-3971 0</inkml:trace>
  <inkml:trace contextRef="#ctx0" brushRef="#br1" timeOffset="-85680.376">9905 17462 11085 0,'0'0'4608'15,"0"0"-4080"-15,0 0 72 0,15 80 852 0,-11-55 404 16,5-3-408-16,2-3-659 0,5 0-473 16,-4-3-124-16,8-3-8 0,0-1-112 15,0-5-72-15,-4-3-192 0,4-4-160 16,-5 0-84-16,2-11-1 0,-2-1 69 16,-2-7-80-16,-6-4-112 0,1 4-76 0,-8-3 240 15,0 7 212-15,0-5 148 0,0 5 36 16,-8 2 196-16,1-3-12 0,-6 3 100 15,2 0 240-15,-1 1 28 0,0 5-176 16,0 5-60-16,4-2-84 0,-4 4-3 16,4 4-81-16,0 5-136 0,0-3 48 15,0 7-36-15,4-4-24 0,0-2-132 16,0 0-161-16,4-1-219 0,0-4-156 0,0-2-68 16,0 0-24-16,0 0-312 0,8-2-580 15,0-2-364-15,4 2-192 0,-4-5-21 16,8 7-75-16,-4 0 1004 0,0 0 1300 15,4 3 232-15,-5 9 1096 0,2 1 472 16,2-1 289-16,-3 2 43 0,1 2-224 16,-2-4-292-16,-2 1-332 0,2-4-216 15,-3 1-92-15,5-3-100 0,-6-1-255 16,5 0-233-16,-4-3-156 0,4 0-76 16,0-3 0-16,0 0-156 0,0 0-36 15,0-6-192-15,4-4-88 0,-4 1 12 16,4-4 40-16,-1 1-5 0,-2 2-23 0,2 1-36 15,-2-4 84-15,-2 7 120 0,1-5 44 16,1 6 80-16,-2 2 4 0,-3-1 80 0,4 4 200 16,-8 0 336-16,4 0-111 0,-4 7-205 15,1-2-64-15,-1 6 40 0,-1 5 56 16,-3-1 100-16,0 4-132 0,0 1-172 16,0-5-132-16,0 1-76 0,0-3-384 15,0-4-556-15,0-2-429 0,0 0-2975 16,-7-5-7837-16</inkml:trace>
  <inkml:trace contextRef="#ctx0" brushRef="#br1" timeOffset="-84755.139">11335 17554 7492 0,'0'0'6193'0,"0"0"-4333"0,0 0-852 16,0 0-400-16,0 0 408 0,48 67 288 15,-40-48-324-15,-4-3-540 0,-1-7-356 16,-3-2-84-16,4-4-156 0,-4 1-248 0,4-2-624 15,1 1-524-15,-1 4-1128 0,0-4-3113 16,-4 4-2711-16</inkml:trace>
  <inkml:trace contextRef="#ctx0" brushRef="#br1" timeOffset="-84671.055">11355 17786 3828 0,'0'0'5268'16,"0"0"-4220"-16,0 0-688 0,0 0-360 15,0 0-452-15,0 0-4576 0</inkml:trace>
  <inkml:trace contextRef="#ctx0" brushRef="#br1" timeOffset="-83326.248">12339 17176 8080 0,'0'0'508'0,"0"0"3553"0,0 0-2357 15,0 0-304-15,0 0 16 0,0 0-240 16,0 0-216-16,0 0-52 0,79-28-92 16,-47 25-268-16,0 0-183 0,0-1-181 15,-4-3-176-15,0-1-8 0,-4-5-48 16,0 3-16-16,-5-6-117 0,-2 4-295 0,-6-1-276 16,2 1-228-16,-5 2-520 0,-5-3-1260 15,-3 4-2669-15,0 2-2751 0</inkml:trace>
  <inkml:trace contextRef="#ctx0" brushRef="#br1" timeOffset="-83154.801">12534 17072 9640 0,'0'0'1793'15,"0"0"-1009"-15,0 0 240 0,-11 76 812 16,6-41 260-16,1 6-620 0,4 3-520 16,-4 5-208-16,4-5 20 0,-4 0-260 0,0-6-324 15,0-2-184-15,1-11-12 16,-1-3-60-16,-1-3-100 0,1-6-276 0,-4-1-296 15,1 1-236-15,-1-1-548 0,-9-2-936 16,6-1-2357-16,-9 1-3763 0</inkml:trace>
  <inkml:trace contextRef="#ctx0" brushRef="#br1" timeOffset="-82972.734">12207 17634 9804 0,'0'0'2741'0,"0"0"-1173"16,0 0-192-16,0 0 468 0,0 0-312 15,0 0-404-15,0 0 20 0,0 0-235 16,92 3-201-16,-64-3-204 0,4 0-144 16,-4 0-196-16,-1 0-168 0,1-7-24 15,0 1 20-15,-3-6-188 0,3-1-316 0,-5-6-304 16,5 0-197-16,0-6-527 16,-8 8-1556-16,4-11-3885 0</inkml:trace>
  <inkml:trace contextRef="#ctx0" brushRef="#br1" timeOffset="-82788.158">12849 17456 11569 0,'0'0'2464'15,"0"0"-1148"-15,0 0 576 0,0 0 132 16,0 0-348-16,95 23-788 0,-71-37-475 16,4-2-281-16,0-9-132 0,0-4 0 15,0-2-324-15,0-7-93 0,-5 3-251 16,-2 0-224-16,-5 3-468 0,-4 7-636 15,-5 2-664-15,-7 8-1557 0,0-1-1059 0</inkml:trace>
  <inkml:trace contextRef="#ctx0" brushRef="#br1" timeOffset="-82539.175">13060 17117 7612 0,'0'0'2516'0,"0"0"-919"16,0 0-49-16,0 0 76 0,0 0-12 16,0 0-256-16,-80-13-368 0,72 28-300 15,4 8-64-15,4 5-4 0,0 10-8 0,0 6 81 16,0 4-53-16,0 3-240 0,4 3-120 15,0-3-76-15,0 5-108 0,1-4-84 16,-1-2-4-16,-1 1 0 0,1-4 4 16,0-5-8-16,-4-4 4 0,4-3-8 15,-4-6-8-15,0-1 8 0,0 0 0 16,0-4-8-16,-4-6-40 0,0-2 44 16,-3-3-44-16,-2-1-72 0,1-5-148 15,-3-1-20-15,-2-2-52 0,-2-4-84 16,-2 0-73-16,-2-7-247 0,-1-6-108 0,-4-6-524 15,0-3-744-15,4 2-920 0,-8-20-2749 16</inkml:trace>
  <inkml:trace contextRef="#ctx0" brushRef="#br1" timeOffset="-81801.786">14291 16796 7264 0,'0'0'4317'0,"0"0"-2845"0,0 0 104 16,0 0-80-16,0 0 240 0,0 0-380 0,0 0-424 15,0 0-288-15,-4 83-84 0,0-39-108 16,1 9 9-16,3 5 119 0,-9 1-144 16,5 2-204-16,-4 2-136 0,1-1-40 15,-6-3-56-15,1-2-48 0,1-3-12 16,2-9-36-16,5-13-232 0,1-10-288 16,3-9 92-16,0-13-33 0,0 0-91 15,0-10-168-15,7-12-276 0,2-7-576 16,-1-9-1084-16,-1-7-1449 0,1 11-875 15,-4-20-107-15</inkml:trace>
  <inkml:trace contextRef="#ctx0" brushRef="#br1" timeOffset="-81468.667">14276 16958 7052 0,'0'0'3172'15,"0"0"-1035"-15,0 0-617 0,0 0-128 16,0 0-124-16,0 0-136 0,0 0-300 16,0 0-256-16,0 0 220 0,0 0-36 0,79 12-248 15,-63 29-40-15,-4 4 29 16,-1 5-29-16,-2 2-96 0,-1-5-160 0,0-3-208 15,-1-9-8-15,2-7-48 0,-5-9-24 16,4-5 0-16,-1-11-136 0,2-3 4 16,6-6 56-16,-2-10 16 0,2-6-120 15,6-7-29-15,-6-6-11 0,-2 0 108 16,-2 0 96-16,-3 0 88 0,4 4 48 16,-8-1-48-16,0 3 4 0,-4 4 84 15,0 2 48-15,0 4-4 0,0 4-20 16,-4 2 45-16,4 7-157 0,0-1 0 15,0 7-181-15,0 0-63 0,8 10 244 0,4 3 24 16,4 9 220-16,-1 6-63 0,2 7 39 16,3 6-4-16,-4 1 4 0,0 2-148 15,-4 1-72-15,-5-1-84 0,6-3-376 16,-6-6-405-16,5-6-231 0,4-7-488 0,0-6-944 16,-4-6-2597-16,8-7-5615 0</inkml:trace>
  <inkml:trace contextRef="#ctx0" brushRef="#br1" timeOffset="-74295.138">15227 16621 7492 0,'0'0'1232'0,"0"0"3781"0,0 0-3897 15,0 0-312-15,0 0 540 0,0 0-68 16,0 0-180-16,0 0-424 0,0 0-144 16,24-23 32-16,-28 30 48 0,-3 6-15 15,-6 3-169-15,-2 9-228 0,-6 3-112 16,-3 8 0-16,-3-1 0 0,3 0 0 16,-8 2-80-16,4-5 32 0,-4 4-36 15,4-5-12-15,-3-6-60 0,7 1 60 16,-1-7-48-16,10-3 60 0,7-7 0 0,0 1-4 15,8-4-116-15,0-3-12 0,0 1 68 16,3 1 64-16,10-1 100 0,2 2 104 16,2-3 24-16,3 0-20 0,-1 1-64 15,5-4 24-15,1 0-44 0,-1 0-40 0,-1 0-36 16,1 0-48-16,0 0-44 0,0 0-40 16,-1 0 8-16,-2 0-92 0,-5 0-144 15,0 3-268-15,-9-3-112 0,2 0-25 16,-5 0-111-16,-4 4-320 0,0-4-964 15,0 0-2020-15,-17 5-1857 0</inkml:trace>
  <inkml:trace contextRef="#ctx0" brushRef="#br1" timeOffset="-74086.942">14765 17221 7884 0,'0'0'2800'0,"0"0"1477"15,0 0-2789-15,0 0-48 0,0 0 16 0,40 66-208 16,-24-49-444-16,12-2-452 0,4-3-99 0,3-1 51 16,2-2-24-16,6-2-64 15,-7-4-168-15,9 0-48 0,-10 0-24 0,-3-3-312 16,-4 3-505-16,0-3-239 0,-1 3-552 16,-7 0-2884-16,12 4-4117 0</inkml:trace>
  <inkml:trace contextRef="#ctx0" brushRef="#br1" timeOffset="-73736.571">15678 16862 7644 0,'0'0'5493'0,"0"0"-3137"0,0 0-488 16,0 0-508-16,91 57-120 0,-59-41 160 15,0-3-123-15,0-3-453 0,0-7-416 16,0-3-272-16,-1 0-80 0,1-13-56 0,-4 0-48 16,-4-5-232-16,0-1-372 0,-8 0-232 15,-7 2 19-15,-6 7-475 0,-3 4-972 16,0 3-1620-16,-16 3-2441 0</inkml:trace>
  <inkml:trace contextRef="#ctx0" brushRef="#br1" timeOffset="-73555.404">15809 16958 4852 0,'0'0'480'0,"0"0"3584"16,0 0-2127-16,0 0-169 0,-16 72 224 0,16-40-208 16,0 6-272-16,0 7-208 0,0-1-156 15,-3 4-300-15,3-4-203 0,0 1-281 16,-4-4-256-16,-1-9-108 0,5-4-168 0,0-1-304 16,0-13-137-16,0-1-119 0,0-7-228 15,0-2-392-15,5-4-1056 0,-1 0-1648 16,-1-7-565-16,-3-9-1371 0</inkml:trace>
  <inkml:trace contextRef="#ctx0" brushRef="#br1" timeOffset="-73417.896">15821 17361 796 0,'0'0'2648'16,"0"0"-2024"-16,0 0 3688 0,0 0 305 15,0 0-2509-15,80-55-388 0,-60 49-256 16,4-3-332-16,0 2-140 0,-1 4-104 16,5 1-159-16,0-5-205 0,0 0-212 0,-4 1-216 15,4-1-96-15,-5 2-136 16,-6 1-336-16,-6-2-169 0,-2 6-91 0,-5 0-244 15,-4 0-732-15,0 3-1352 0,-20 16-2777 16</inkml:trace>
  <inkml:trace contextRef="#ctx0" brushRef="#br1" timeOffset="-73253.877">15781 17586 3332 0,'0'0'4452'0,"0"0"693"0,0 0-3013 0,0 0-372 0,0 0-272 16,0 0-332-16,0 0-164 0,0 0-200 15,108 38-316-15,-68-44-235 0,0-7-217 16,0 0-24-16,-1-2-132 0,-7 2-161 16,4-3-595-16,-8-1-408 0,-8 5-804 15,-5-1-2752-15,-6 1-4757 0</inkml:trace>
  <inkml:trace contextRef="#ctx0" brushRef="#br1" timeOffset="-72670.472">15268 17252 680 0,'0'0'1380'16,"0"0"6104"-16,0 0-4407 0,0 0-1205 15,0 0-248-15,0 0-112 0,0 0-164 16,0 0-344-16,0 0-368 0,0 0-260 0,0 0-72 15,-32 20 60-15,28-13-71 16,-1-5-37-16,1 8-28 0,0 3-44 0,1 2 8 16,3 11-20-16,-4 2 8 0,4 1 64 15,0 6 116-15,0 3-140 0,0-3-136 16,0 0-84-16,0 0 0 0,0-3-12 16,4-4-100-16,-1-3-248 0,1 1-184 15,0-7-172-15,5 0-121 0,2 0-247 16,1-3-792-16,0-7-804 0,9 1-3925 0</inkml:trace>
  <inkml:trace contextRef="#ctx0" brushRef="#br1" timeOffset="-72018.503">16834 17164 1188 0,'0'0'10473'0,"0"0"-7389"0,0 0-1320 16,0 0-112-16,83 28-532 0,-55-18-212 15,-4-1-384-15,0-3-292 0,4-2-172 16,-9-4-60-16,5 0-44 0,0 0 40 15,-3-4-88-15,-2-2-228 0,-3 0-388 0,-8 3-444 16,0-4-532-16,-4 7-1312 16,-4-3-3269-16,0 3-1474 0</inkml:trace>
  <inkml:trace contextRef="#ctx0" brushRef="#br1" timeOffset="-71838.075">16920 17405 3132 0,'0'0'6356'0,"0"0"-3175"0,0 0-1397 15,0 0-488-15,0 0-64 0,0 0-440 16,0 0 36-16,0 0 168 0,105 32-508 16,-73-29-180-16,-1-3-152 0,1-6-148 15,-4-4-8-15,4-9-120 0,-4 0-296 16,-4-6-356-16,-5-5-396 0,-2 11-968 16,-2-12-3925-16</inkml:trace>
  <inkml:trace contextRef="#ctx0" brushRef="#br1" timeOffset="-71571.87">17172 16945 3284 0,'0'0'2396'16,"0"0"4725"-16,0 0-5237 0,0 0-412 16,0 0-200-16,104 25-292 0,-69-12-228 15,5-3-188-15,0 2-136 0,4 1 352 16,0-1-380-16,-4 1-300 0,-8 6-96 15,-4 0 8-15,-9 6 48 0,-3 4-52 16,-8 6-8-16,-4 3-72 0,-4 10-160 16,-8 0-72-16,-4-1 12 0,-8 1 48 15,5-4-12-15,-5-3-4 0,-1-6-20 16,2-3 8-16,-1-6-56 0,3-8-168 0,2-5-304 16,2-3-584-16,2-7-788 0,3-3-1701 15,-5-7-2907-15</inkml:trace>
  <inkml:trace contextRef="#ctx0" brushRef="#br1" timeOffset="-71136.888">18327 16954 1632 0,'0'0'1524'0,"0"0"6581"15,0 0-5849-15,0 0-408 0,0 0-280 0,92 48-316 16,-68-35-180-16,4-4-228 0,4-6-376 15,4 0-212-15,-1-3-172 0,5-6-84 16,-4-3 0-16,0-1-172 0,0 0 88 16,-8 4-40-16,-4 0 4 15,-5 6-88-15,-6 0-24 0,-5 6 48 0,-5 7 72 16,-3 6 60-16,0 9 52 0,-7 4 124 16,-6 6-40-16,-2 4-36 0,-2-1 4 15,2 4-44-15,-2-5 52 0,2 4-48 16,2 1 48-16,2-6-60 0,-1-5 0 15,4-2-44-15,0-9-40 0,0-4-272 16,4-6-256-16,0-4-156 0,-4-3-160 16,0-3-736-16,4-3-2840 0,-16 0-5049 0</inkml:trace>
  <inkml:trace contextRef="#ctx0" brushRef="#br1" timeOffset="-70973.265">18427 17462 9260 0,'0'0'4753'0,"0"0"-3869"0,0 0-292 16,0 0 976-16,0 0-328 0,80-22-232 16,-56 12-64-16,-1 4-540 0,-3-3-404 15,4-1-36-15,-3 0-504 0,-6 4-440 16,-3 0-28-16,-4 6-472 0,-4 0-2388 16,-4 0-2433-16</inkml:trace>
  <inkml:trace contextRef="#ctx0" brushRef="#br1" timeOffset="-70802.456">18383 17647 4880 0,'0'0'364'16,"0"0"5629"-16,0 0-3321 0,0 0-1004 15,0 0-400-15,0 0-284 0,0 0-380 16,0 0 380-16,0 0-104 0,84 0-340 16,-48 0-224-16,0 0-208 0,-1-7-108 15,5-6-108-15,0 0-308 0,0 1-304 16,3-7-212-16,2 3-660 0,-13 0-2608 0,15 1-5133 0</inkml:trace>
  <inkml:trace contextRef="#ctx0" brushRef="#br1" timeOffset="-70135.174">19682 16893 964 0,'0'0'8684'0,"0"0"-6439"16,0 0-573-16,0 0 40 0,0 0-80 15,0 0-428-15,0 0-156 0,64 83-156 16,-52-54-148-16,-4 6-120 0,-4 0-139 0,-4 2-145 16,0 5-84-16,-4 3-100 15,-9-1-60-15,2 0-88 0,-6 0-4 0,-2-5 8 16,-1-4 60-16,0 0-72 0,0-7 0 16,0-5-12-16,1-4-60 0,2-3-180 15,2-6-40-15,-2-8 0 0,10-2 59 16,-6 0-55-16,2-9-104 0,3-8 4 0,-5-1-76 15,9-8 220-15,-3-2 36 0,3-4-28 16,0 4 176-16,4 2-64 0,0 7 40 16,0 3 84-16,0 3 196 0,8 7-12 15,-4-1 48-15,3 5-36 0,6-2-72 16,-2 1 20-16,6 3 4 0,6 0 12 16,1 3-40-16,0 8 28 0,8-5-52 15,-4 7 12-15,0-1-8 0,0 1-44 16,0 3-56-16,0-1 0 0,-5 4 0 15,-3 1-40-15,5 2 40 0,-6 3-48 0,-3-3-488 16,0 1-136-16,0-1-52 16,-1-3-140-16,2 0-936 0,-6-6-2188 0,14-1-3793 0</inkml:trace>
  <inkml:trace contextRef="#ctx0" brushRef="#br1" timeOffset="-69657.567">20467 16989 3840 0,'0'0'1144'0,"0"0"5461"16,0 0-4177-16,0 0-712 0,0 0-264 16,0 0-436-16,0 0-424 0,0 0-284 15,0 0-160-15,-80 13-60 0,64 6-4 16,0 7 64-16,5 2 24 0,-6 3 36 15,10 8 60-15,-1-1 148 0,3 3 36 16,5 7 20-16,0-1-143 0,5 1-133 16,3-3-76-16,3-8-72 0,2-2-40 15,-2-9 52-15,5-7-60 0,0-6-8 16,5-4-112-16,-6-6-24 0,5-3 20 16,-1-9 3-16,-2-5-3 0,3-5-192 15,-8 1-84-15,-1-4-184 0,2-1-188 0,-9 4-284 16,-4 4-480-16,0 2-828 0,0 6-1833 15,-4 1-1059-15</inkml:trace>
  <inkml:trace contextRef="#ctx0" brushRef="#br1" timeOffset="-69501.565">20331 17373 3008 0,'0'0'144'0,"0"0"1940"16,0 0 2388-16,0 0-2651 0,0 0-297 16,0 0-140-16,0 0-196 0,0 0-256 15,0 0-248-15,0 0 160 0,0 0 4 16,56 3-148-16,-28-3-184 0,0 0-212 15,4-3-208-15,4-3-80 0,-4-7-16 16,3-3-260-16,1 4-556 0,5-8-168 16,-2 5-156-16,4-4-336 0,-15 6-2496 0,13-3-4593 0</inkml:trace>
  <inkml:trace contextRef="#ctx0" brushRef="#br1" timeOffset="-69038.394">20758 16945 288 0,'0'0'10484'16,"0"0"-8083"-16,0 0-801 0,0 0-180 16,0 0-156-16,0 0-388 0,0 0-232 15,0 0 336-15,84 3-40 0,-45-3-284 0,5-3-155 16,0 0-201-16,-1-1-104 0,-2 1-100 16,-1-3-92-16,-9 0-4 0,1 0-72 15,-4-5-160-15,-4 3-337 0,-4-6-199 16,-4 5-120-16,-8-1-400 0,-4 1-1348 15,-1 5-3177-15,-6 1-4067 0</inkml:trace>
  <inkml:trace contextRef="#ctx0" brushRef="#br1" timeOffset="-68861.898">20973 17015 2704 0,'0'0'2736'15,"0"0"3345"-15,0 0-3997 0,-20 91-300 0,20-52-164 16,-4-1-320-16,4 9-228 0,0 2-388 15,0-2-256-15,-4 0-184 0,4-5-244 16,-4-3-84-16,4-9-480 0,0-8-256 16,0-2 8-16,0-10 36 0,4-8-444 0,-4 2-1472 15,4-4-2921-15</inkml:trace>
  <inkml:trace contextRef="#ctx0" brushRef="#br1" timeOffset="-68705.207">20993 17383 1460 0,'0'0'8424'0,"0"0"-5747"0,0 0-957 16,0 0 84-16,0 0-404 0,79-10-412 16,-58 7-28-16,-1 0-324 0,-1-3-416 15,-2-1-220-15,-2 1-84 0,-7 3-444 16,0-4-196-16,0 7-312 0,-8 0-684 0,0 0-2692 16,-8 13-3093-16</inkml:trace>
  <inkml:trace contextRef="#ctx0" brushRef="#br1" timeOffset="-68554.876">20953 17621 3220 0,'0'0'2020'0,"0"0"3640"0,0 0-4167 0,0 0 327 15,0 0 84-15,0 0-368 0,87 3-264 16,-59-3-180-16,0-6-360 0,8-4-304 16,0 4-308-16,-1-7-120 0,6 1-24 15,-1-1-440-15,-5 0-536 0,1 0-252 16,1 1-796-16,-14 5-3020 0,14-2-6061 0</inkml:trace>
  <inkml:trace contextRef="#ctx0" brushRef="#br1" timeOffset="-68037.869">21690 16904 3344 0,'0'0'6552'15,"0"0"-4131"-15,0 0-537 0,0 0-280 16,0 0 72-16,0 0-340 0,0 0-332 15,0 0-368-15,0 0-88 0,0 0 184 16,56 95-223-16,-36-57-181 0,-1 9-40 16,2 0-20-16,-1 2-52 0,3 5-32 15,-7-1-88-15,5 5-48 0,-6 2-40 16,2 0-4-16,-6-2-4 0,6-1 0 16,-6-10-72-16,1-2-60 0,4-11-244 15,-4-4-120-15,4-8-88 0,-4-10-181 0,4-5-247 16,-1-7-496-16,-2-7-1012 0,-1-2-2540 15,-1-16-2969-15</inkml:trace>
  <inkml:trace contextRef="#ctx0" brushRef="#br1" timeOffset="-67791.411">22399 16938 3740 0,'0'0'10817'0,"0"0"-9233"0,0 0-940 16,0 0 312-16,-19 67 144 0,6-35-132 0,2 10-64 16,-6 2-308-16,2 3-220 0,-2 4-35 15,-2 3-1-15,-1 2-84 0,-1 2-124 16,2 0-60-16,-1-5-72 0,0-2-8 16,8-10-64-16,1-9-244 0,2-13-240 15,9-8-149-15,0-11-123 0,0-7-188 16,9-13-32-16,2-12-976 0,6-9-2140 15,-6 6-1389-15</inkml:trace>
  <inkml:trace contextRef="#ctx0" brushRef="#br1" timeOffset="-67438.465">22367 17091 3648 0,'0'0'392'0,"0"0"5096"16,0 0-2783-16,0 0-1221 0,0 0-120 16,0 0 36-16,0 0-456 0,0 0-200 15,0 0 168-15,0 0-140 0,0 0-172 0,84 32-100 16,-76-10-72-16,1 0-88 0,-2 6-99 15,1 1-45-15,-8-1-76 0,4-1-24 16,0-6-88-16,-4-2-8 0,3-9 0 16,-3-4-96-16,5-6-48 0,3 0 8 15,-4-9 4-15,7-5 23 0,2-7-3 16,-1-8-44-16,4-3-76 0,-4 1 24 16,4-1 64-16,-4 3 84 0,-1 8 56 15,2-3-4-15,-2 10-92 0,1 0 16 16,0 5 84-16,0 5 12 0,-3 4 148 15,2 0 156-15,1 10 24 0,0 0-96 16,0 2-51-16,0 8-121 0,4-1 40 0,-5 3 32 16,6 0 12-16,-6 3-8 15,6 0 32-15,-6 5 88 0,2-9 92 0,-1 2-164 16,-1-4-196-16,-2-3-60 0,-1-7-52 16,-1 1-224-16,-3-7-284 0,4-3-409 0,1 0-263 15,2-10-924-15,-3 1-3404 0,8-8-5665 16</inkml:trace>
  <inkml:trace contextRef="#ctx0" brushRef="#br1" timeOffset="-67263.225">23224 17351 6596 0,'0'0'7977'0,"0"0"-5713"15,0 0-984-15,4 79 172 0,-4-50-316 0,0-1-440 16,0 4-223-16,0 0-157 0,-4-3-148 15,0-1-168-15,-4-6-144 0,0 2-453 16,0-3-411-16,-4-2-120 0,0-1-720 16,0-4-2884-16,-8 5-4973 0</inkml:trace>
  <inkml:trace contextRef="#ctx0" brushRef="#br1" timeOffset="-64017.708">23611 17047 4680 0,'0'0'6104'15,"0"0"-4099"-15,0 0-757 0,0 0-412 0,0 0 232 16,0 0-76-16,0 0-148 0,0 0-164 16,103 44-224-16,-75-37-172 0,4-1 12 15,0-6 32-15,0 0-120 0,-4 0-72 16,0 0-128-16,-4-4-8 0,-5 2 0 15,-3-5-124-15,0 3-168 0,-7 1-224 16,-2 0-260-16,-3 1-288 0,0 2-548 0,-4 0-1508 16,-4 2-2957-16</inkml:trace>
  <inkml:trace contextRef="#ctx0" brushRef="#br1" timeOffset="-63806.074">23626 17202 3056 0,'0'0'3256'0,"0"0"1481"16,0 0-3313-16,0 0-480 0,0 0 288 16,0 0-72-16,0 0-80 0,80 57-272 15,-48-48-228-15,-4-5-112 0,4-4-36 16,0 0-152-16,-4-7-156 0,0-2-116 16,-1-4-8-16,-7 0-136 0,0-2-416 15,0-1-348-15,-4 3-616 0,-8 0-1416 16,0-6-4445-16</inkml:trace>
  <inkml:trace contextRef="#ctx0" brushRef="#br1" timeOffset="-63539.783">23830 16821 4652 0,'0'0'1536'0,"0"0"2688"0,0 0-2591 16,0 0 55-16,79 16-220 0,-51-7-308 15,4 1-340-15,0-1-72 0,0 5-268 16,-1-2-124-16,-3 1-60 0,0 0-64 16,0 1-48-16,-7 6-36 0,-6-1-24 15,-2 6-64-15,-6 1 0 0,-7 5-56 0,-4 8 8 16,-12-4 48-16,4 3-60 0,-8 0-8 16,5-3-116-16,-6-4 76 0,1-1-88 15,1-2-48-15,2-9-160 0,2 0-220 16,-1-7-116-16,8-2-152 0,-4-4-248 15,8 1-556-15,-4-7-1356 0,0 0-3149 16</inkml:trace>
  <inkml:trace contextRef="#ctx0" brushRef="#br1" timeOffset="-62788.676">24938 16634 964 0,'0'0'1500'16,"0"0"5228"-16,0 0-4675 0,0 0-489 15,0 0 40-15,0 0-68 0,0 0-196 16,0 0-312-16,0 0-300 0,0 0-176 15,0 0-76-15,7 38 0 0,-7-10 12 16,-4 14-108-16,-3 2-248 0,-2 7-12 16,1 3-32-16,1 0-40 0,-1 3-36 15,-5-3-8-15,2 7-4 0,-2-5 0 16,2-2-8-16,-1 0-44 0,-4-6 4 16,4-10 36-16,3-6-36 0,-2-10-84 0,7-6-232 15,0-6-160-15,0-8-52 0,4-2-84 16,0 0-188-16,0-6-404 0,0-10-740 15,4-6-940-15,4 0-1985 0,0-23-2335 0</inkml:trace>
  <inkml:trace contextRef="#ctx0" brushRef="#br1" timeOffset="-62322.043">24938 16802 1736 0,'0'0'6516'15,"0"0"-4096"-15,0 0-1015 0,0 0-49 16,0 0 200-16,0 0-348 0,0 0-404 15,0 0-84-15,0 0-64 0,91-13-116 16,-75 26-72-16,0 6 20 0,-1 3-84 16,-2 10-84-16,-1-1-64 0,-1 8-124 15,-6 5-8-15,-1 1-32 0,-4 2-88 16,0 1 4-16,0-4-8 0,0-2-40 16,-4-8 40-16,4-4 4 0,-5-11-4 0,5-11-4 15,0 3-56-15,0-9-4 0,0-2 4 16,0 0 48-16,0-7-84 0,9-1-4 15,-1-12 92-15,3-5 8 0,2-7-120 16,2-6-64-16,-2-3 88 0,2-1-88 16,2 1 184-16,-6 3-8 0,1 4 8 15,0 2 4-15,0 2 8 0,-4 5 72 0,0 6-72 16,0 4 172-16,-4 5 0 0,4 0-12 16,-8 7-160-16,8 0-12 0,-4 0-8 15,0 3-56-15,0 0 56 0,4 3-44 16,0 0 52-16,4 10 72 0,-1 0 64 15,2 5 48-15,-2 6 20 0,1 4-68 16,1 7 92-16,-6 3-116 0,1 6 93 16,1 4-69-16,-5 3-96 0,3-1-40 15,-3 1-96-15,0-1 32 0,0-8-105 0,5-4-171 16,-2-6 84-16,5-7-220 0,0-6-280 16,0-6-224-16,1-3-504 0,-2-7-1096 15,5-3-2977-15</inkml:trace>
  <inkml:trace contextRef="#ctx0" brushRef="#br1" timeOffset="-61802.624">25922 16961 3812 0,'0'0'1080'16,"0"0"3692"-16,0 0-2695 0,0 0-565 15,0 0-180-15,0 0 4 0,0 0-108 16,0 0-212-16,0 0-140 0,0 0-80 15,0 0-112-15,-41 12-208 0,30 4-160 16,-1 6-84-16,0 7-48 0,0 10 69 16,4 1 15-16,0 5 0 0,0 2-28 15,4 4 88-15,4-1-160 0,-4-4-120 16,4-2-48-16,0-6-48 0,4-3 0 16,8-12-96-16,0-4 24 0,0-10-172 0,4-6-132 15,3-3-209-15,5-10-171 0,1-5-12 16,-1-10-656-16,-1-7-1284 0,-7 6-2737 15,8-12-2851-15</inkml:trace>
  <inkml:trace contextRef="#ctx0" brushRef="#br1" timeOffset="-61370.608">26435 16773 7716 0,'0'0'7549'0,"0"0"-6353"16,0 0-588-16,0 0 436 0,5 89 308 15,-5-53-200-15,4 1-336 0,0 4-403 16,-4 1-73-16,3-1-24 0,-3 4 192 16,0-4-48-16,0 6-340 0,-3-2-112 15,-5-1 4-15,-5-2-4 0,-2-4-8 16,2-7 8-16,-6-2 40 0,3-7-48 0,0-6-160 16,-4-7-264-16,0-2-132 0,4-7-76 15,-4 0 183-15,0-10 21 0,4-6 40 16,-4-3-52-16,8-6 24 0,-4 0 72 0,4-4 76 15,1 1 8-15,2-2 256 16,1 2 0-16,5 6 4 0,3 0 124 0,0 6 60 16,0 3 60-16,0 4 28 0,7 2-52 15,1 4-24-15,5 0-64 0,2 3-68 16,1 0-4-16,0 6 48 0,4 4 88 16,0 3 72-16,0 3 60 0,0-1 12 15,4 7-11-15,-5-2-49 0,2 1-48 16,-1 3-40-16,-1-3-84 0,-2-1-104 15,-2-2-4-15,5 1-56 0,-8-6-40 16,4 0-280-16,-4 0-221 0,0-4-243 16,0-3-136-16,-4-1-808 0,0-3-2192 15,0-4-2893-15</inkml:trace>
  <inkml:trace contextRef="#ctx0" brushRef="#br1" timeOffset="-61133.831">26850 17062 1736 0,'0'0'9877'0,"0"0"-5649"15,0 0-3236-15,0 0 264 0,0 0 184 16,0 0-364-16,0 0-104 0,75 64-339 16,-62-48-353-16,-2 0-160 0,-3-1-12 15,1 4-96-15,-5 0-4 0,-1 4-8 16,-3 2-12-16,-7 0-216 0,-6 8-184 15,-2-2-101-15,-6 4-107 0,-3-1-40 0,-4 3-60 16,0 0-116-16,-3-5-376 16,-5-1-852-16,0-8-2609 0,8-5-3299 0,-11-5 5796 0</inkml:trace>
  <inkml:trace contextRef="#ctx0" brushRef="#br1" timeOffset="-58985.154">24805 15735 692 0,'0'0'220'16,"0"0"10729"-16,0 0-8373 0,0 0-1088 16,0 0-272-16,0 0-224 0,0 0-376 15,0 0-248-15,-95-12-244 0,72 12-124 0,-5 0-84 16,0 6-28-16,0 0 0 0,0 3 52 15,-4 1-76-15,4-1 12 0,4 1 112 16,0 3 12-16,1-3 4 0,2 2 60 0,1-2-64 16,1-1 4-16,2 1 56 15,2-1-12-15,-2 1 28 0,2-4-4 0,2 4 16 16,6-1 32-16,-1-3-44 0,4 5-68 16,4-3 4-16,0 9 88 0,8 2 32 15,3 6 152-15,6 4-28 0,7-4-24 16,-5 3-48-16,5 2-52 0,-3-9-56 15,2 2-64-15,-7-4-12 0,5-5-36 16,-6-3-52-16,-2-1 76 0,-6-1-120 16,1-6-272-16,0 0-320 0,-4 1-76 15,-4-4-52-15,0 0-280 0,0 0-736 16,0 0-1320-16,0 0-2697 0</inkml:trace>
  <inkml:trace contextRef="#ctx0" brushRef="#br1" timeOffset="-58776.893">24064 16291 1396 0,'0'0'6368'15,"0"0"-3364"-15,0 0-1203 0,0 0-349 16,45 65 240-16,-26-45-288 0,9 0-400 16,0-5-216-16,0 4-272 0,-4-6-260 15,0 0-156-15,-1-1-100 0,-6-1-100 16,-1-3 52-16,-4-2-136 0,-1 1-280 15,-2-3-252-15,-5-2-236 0,0 4-528 16,-4-2-1124-16,0-1-2285 0,0 1-2099 0</inkml:trace>
  <inkml:trace contextRef="#ctx0" brushRef="#br1" timeOffset="-58411.537">23925 15377 2672 0,'0'0'640'0,"0"0"6092"0,0 0-4463 15,0 0-957-15,0 0 132 0,0 0-156 16,0 0-344-16,0 0-272 0,-35 69-140 16,18-36-92-16,-2 7-44 0,-1 4-56 15,-1 8 92-15,-3 1-68 0,1 5-132 16,-1 2-108-16,-4 0-120 0,4 0-4 16,0-5 0-16,8-11-88 0,0-9-8 0,8-10-136 15,4-9-220-15,4-6-212 0,0-8-24 16,0-2-64-16,8 0-292 0,1-12-628 15,6-7-712-15,-3-6-1465 0,0 3-975 16</inkml:trace>
  <inkml:trace contextRef="#ctx0" brushRef="#br1" timeOffset="-58035.366">23817 15624 132 0,'0'0'2620'0,"0"0"-1904"0,0 0 3264 16,0 0-1140-16,37-63-1155 0,-33 56-493 15,4 1 12-15,-5 2-228 0,5 4-212 16,-4 0-196-16,5 0-172 0,-2 0-84 0,5 7 60 15,-3 5-136-15,2 2 24 0,-3 5-12 16,-4 3-4-16,1 9 28 0,-5 1-112 16,0 6 0-16,-5 4-148 0,-3-5-12 15,0-2 0-15,5-3-8 0,-1-10-44 0,-1-9-8 16,5-4-40-16,0-6-44 16,0 1-80-16,0-4 28 0,9-4 196 0,-2-2 48 15,5-7 24-15,4-6-72 16,0-6-112-16,4-6 52 0,0-4-152 0,0 0 28 15,0-1 36-15,0 3 136 0,-1 0-56 16,2 8 60-16,-6 6 8 0,-2 0 0 16,-2 9 124-16,-2 0-24 0,-1 10 24 15,-1 0-124-15,-3 0 4 0,0 10 88 16,0 3-4-16,1 3 48 0,-5 6-12 16,0 6-40-16,0 7 16 0,-5 4-100 0,-3 5-24 15,-3 7-76-15,-2 0 16 0,1 3-572 16,1-3-324-16,-2-4-148 0,6 1-792 15,-1-16-2513-15,4 9-3703 0</inkml:trace>
  <inkml:trace contextRef="#ctx0" brushRef="#br1" timeOffset="-50851.355">27511 17298 3140 0,'0'0'8'16,"0"0"-8"-16,0 0 4524 0,0 0-3264 15,0 0-288-15,0 0 8 0,0 0 61 16,0 0-1-16,0 0-48 0,0 0-104 0,-16-5-184 15,16 5-64-15,0 5 112 0,0-5 68 16,0 0-104-16,0 0-64 0,0 0-24 16,0 0-64-16,0 0-92 0,0 0-32 15,0 0-64-15,4 0-47 0,-4 0-49 16,4 0-76-16,0 0-80 0,-4 0-28 0,8 0-84 16,0 0 0-16,4-5 192 0,4 3 28 15,0-2-76-15,4 1-96 0,4 0 24 16,-4 1-20-16,8-5 32 0,-4 0-24 15,4 4-60-15,3-3-8 0,1 2-4 16,12-1 8-16,0-2 208 0,3-3-216 16,5 4-4-16,1-3-8 0,-2-1 8 15,1 0 0-15,0 4-8 0,-5-3-56 16,5 2 64-16,-8 1 0 0,0 3-8 0,-4 0-48 16,-5 0 12-16,-3 3 40 0,-4 0-124 15,0 0 60-15,-4 0-16 0,0 0-92 16,0 0-12-16,-4 0-4 0,0-4 16 15,-1 4-64-15,-2-3-20 0,-6-3-53 16,2 3 1-16,-5-1-36 0,-5-3 8 16,1 7-68-16,-4-2-116 0,0-1-144 0,0 3-304 15,0 0-228-15,0 0-388 0,0 0-284 16,0 0-440-16,0 0-1657 0,-4 0-2655 0</inkml:trace>
  <inkml:trace contextRef="#ctx0" brushRef="#br1" timeOffset="-50504.104">28531 17011 8036 0,'0'0'5073'0,"0"0"-3513"16,0 0-712-16,0 0-144 0,0 0 408 15,0 0 76-15,0 0-204 0,0 0-644 16,0 0-276-16,0 0-16 0,0 0 196 15,56 0-48-15,-32 0-100 0,-4 4 16 0,-1 2-64 16,2 3 60-16,-6 1-20 0,5 2-84 16,1 1 8-16,-6 3 36 0,1 1 12 15,-4-3-60-15,1 5 48 0,-2 1-36 16,-7-1 40-16,0 3-8 0,-4 3-44 16,0 1-76-16,-4 3-32 0,-4 3-64 15,-8-1 28-15,0 4 44 0,0-3-56 16,-3 0-76-16,-2-4 0 0,1-3-148 15,5-6-40-15,-2 1-60 0,10-8-60 16,-5-2-204-16,3-7-684 0,6-3-1164 0,-1 0-2365 16,-4-9-3099-16</inkml:trace>
  <inkml:trace contextRef="#ctx0" brushRef="#br1" timeOffset="-45481.07">29552 16598 28 0,'0'0'8144'15,"0"0"-3463"-15,0 0-3457 0,0 0-316 16,0 0 428-16,0 0 208 0,0 0-300 0,0 0-288 16,0 0-332-16,0 0-248 0,11 13-252 15,21-13 300-15,11 0 477 0,6-3-405 16,3 3-232-16,-1 0-168 0,-3-3 40 15,-4 3-52-15,-4 0-76 0,-4 0-8 16,-4-3-48-16,-4-1 40 0,0 2-164 16,-5-5-360-16,-7 4-216 0,-4-3-129 15,-8 2-51-15,0 1-468 0,-4 3-772 0,-12 0-732 16,4 0-2613-16,-20 3-2415 0</inkml:trace>
  <inkml:trace contextRef="#ctx0" brushRef="#br1" timeOffset="-45289.186">29719 16679 848 0,'0'0'1812'0,"0"0"2776"0,0 0-1708 0,0 0-1143 16,-28 82-365-16,28-47 48 0,0 6-160 0,0 3-268 15,3 10-220-15,1 0-32 0,0 6-100 16,1 3-208-16,-1 1-200 0,-4 0-184 16,0-4-48-16,0-6-12 0,0-9-88 15,4-14-120-15,-4-7-24 0,7-13-188 16,-3-1-160-16,0-10-164 0,0 0-312 15,1-3-1028-15,-5-7-1989 0,0-12-2571 0</inkml:trace>
  <inkml:trace contextRef="#ctx0" brushRef="#br1" timeOffset="-45102.733">29610 17117 4560 0,'0'0'8173'0,"0"0"-6529"0,0 0-1116 0,0 0 504 16,0 0 580-16,0 0-324 0,0 0-184 15,109-5-444-15,-78 5-148 0,9 0-4 16,0 0-31-16,0 0-285 0,0-2-96 16,4-4-96-16,-5-7-4 0,-3 1-140 15,0-2-393-15,0-2-375 0,0 1-136 16,0-4-552-16,-17 6-1224 0,9-3-3477 0</inkml:trace>
  <inkml:trace contextRef="#ctx0" brushRef="#br1" timeOffset="-44872.687">30519 16649 4636 0,'0'0'7877'0,"0"0"-6629"0,0 0-548 0,0 0 712 0,0 70 28 16,-4-44-252-16,4-1-488 0,-3 1-368 15,-6 5-148-15,1-2-40 0,1 6-56 16,-1 0-88-16,-5-3-196 0,6-1-552 15,-5-5-92-15,8-7-52 0,-5-10 8 16,6-3-88-16,3-6-556 0,-4 0-1312 16,0-19-4173-16</inkml:trace>
  <inkml:trace contextRef="#ctx0" brushRef="#br1" timeOffset="-44471.635">29762 16202 704 0,'0'0'11125'16,"0"0"-9197"-16,0 0-524 0,0 0 308 15,0 0-212-15,0 0-88 0,0 0-472 16,0 0-308-16,0 0-276 0,0 0-103 15,0 0-45-15,-36-6-40 0,40 6-96 16,0 0-8-16,-4 0-16 0,5 0-36 16,2-4 0-16,5 4 108 0,4 0 36 15,4-3 28-15,8 3 20 0,0 0 76 16,4 0 32-16,-1 0-20 0,10 0-184 0,-2 0-12 16,1 3 0-16,8-3-88 15,0 0-4-15,8 0 52 0,0 0-44 0,7-3 40 16,-3 0-52-16,4 0-8 0,-4-3-100 15,-5 2 48-15,-3-2-12 0,-4 2 12 16,-9 2-24-16,-3-3-136 0,-12 5-44 16,-3 0-64-16,-10 0-44 0,-2 0-64 0,-5 0-64 15,-4 0-105-15,0 0-199 0,0 0-372 16,0 0-908-16,-4 0-2152 0,-9 0-2261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7:14:15.9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4350 5968 7248 0,'0'0'872'16,"0"0"3001"-16,0 0-2221 0,0 0-388 15,0 0 88-15,0 0-96 0,0 0-156 16,0 0-224-16,0 0-72 0,0 0-96 16,-24-12-136-16,20 19-135 0,0 8-169 15,0 7-48-15,-3 13 20 0,-1 10-20 16,3 9 8-16,-3 9 16 0,1 10-28 0,-1 10-132 16,-5 6-84-16,6 5 0 0,-5 5-12 15,0 0-36-15,4-7-60 0,0-7 24 16,-1-11 84-16,6-14-72 0,3-19 64 15,0-10-88-15,0-14-120 0,0-10-160 0,0-7-120 16,3-7-41-16,6-16-311 16,7-4-252-16,0-15-228 0,-1-12-1040 0,-2 9-2168 15,2-31-2149-15</inkml:trace>
  <inkml:trace contextRef="#ctx0" brushRef="#br0" timeOffset="467.128">4294 6089 6520 0,'0'0'4344'0,"0"0"-2751"16,0 0-241-16,0 0 164 0,0 0-292 16,0 0-368-16,0 0-284 0,0 0-252 15,0 0-196-15,0 0 24 0,0 0-12 0,65-25-76 16,-50 53 40-16,9 14 120 0,-4 12-120 16,-4 10-40-16,4 8-12 0,-4 8-48 15,-4 0-36-15,4-5-272 0,-9-5 124 0,6-13 184 16,-5-9 40-16,-1-16 92 15,1-13-120-15,-3-10 0 0,-1-6-12 0,4-3-12 16,-5-3 12-16,10-9 112 16,-1-11 196-16,-1-5-172 0,6-11-72 0,-10-5-64 15,5-4-72-15,-3-2 56 0,-2-4-44 16,-3 3-12-16,-4-3-4 0,4 3 76 16,0 3 0-16,0 8 0 0,0-2-48 0,4 4 36 15,4 6 12-15,-5 7 48 0,6 6 148 16,-5 3 0-16,-1 6 24 0,2 4-12 15,3 3-24-15,-8 3-36 0,8 0-4 16,-4 9-68-16,0 5 32 0,3 7 40 16,2 8-16-16,-2 9 16 0,-2 9 20 15,3 7-80-15,-9 13-4 0,5 6-80 16,1 3-4-16,-1 1-48 0,-5-4 0 16,5-3 40-16,5-10-56 0,-6-6 52 15,5-13-36-15,-3-9 0 0,2-11-112 0,-3-4-180 16,4-8-184-16,0-5-344 0,0-4-292 15,4-11-552-15,-4 3-1308 0,4-17-3181 0</inkml:trace>
  <inkml:trace contextRef="#ctx0" brushRef="#br0" timeOffset="1118.195">5602 6673 1264 0,'0'0'6960'16,"0"0"-1687"-16,0 0-3409 0,0 0-284 15,0 0 20-15,0 0-212 0,0 0-436 16,0 0-392-16,0 0-172 0,0 0-11 15,75-31 131-15,-40 24-24 0,6 4-168 0,6 0-88 16,2 3 64-16,7 0-28 0,-1 0-12 16,4 3-24-16,1 0-80 0,4 4-4 15,4-7 24-15,8 0 12 0,4-3-132 16,3-7 12-16,4-2-12 0,-3-1-48 16,4 0-12-16,-9 3 8 0,-2 4 0 15,-6 3-4-15,-7 3-76 0,-8 0-168 16,-12 0-96-16,-4 3-76 0,-12 0-132 15,-4 4-12-15,-5-4-24 0,-6 0-84 16,-6-3-201-16,1 0-343 0,-4 0-760 16,-4-3-2004-16,0-4-1685 0,0-2-2646 0</inkml:trace>
  <inkml:trace contextRef="#ctx0" brushRef="#br0" timeOffset="1382.422">7048 6381 6128 0,'0'0'1480'0,"0"0"1692"15,0 0-299-15,0 0-965 0,0 0-304 16,0 0-352-16,0 0-392 0,0 0-160 16,0 0-52-16,0 0-148 0,75 0-52 15,-51 7-131-15,0-1-109 0,4 0-40 16,-3 4-84-16,-2-1-84 0,-3 7 0 16,0 1-4-16,-4 1 0 0,-4 4-68 15,-4 8-24-15,-4-2-148 0,-4 3 39 16,-8 7 69-16,-5-3 28 0,-2 3-100 0,-5 1 52 15,-4-1-16-15,1-3 24 0,-2 3-192 16,-6-3-248-16,3-3-148 0,0 0-136 16,0-7-628-16,11-9-1020 0,6-10-3269 0</inkml:trace>
  <inkml:trace contextRef="#ctx0" brushRef="#br0" timeOffset="5198.8">9406 3311 6368 0,'0'0'1912'15,"0"0"-1512"-15,0 0 1853 0,0 0 383 16,0 0-1024-16,0 0-440 0,0 0-88 16,-12 71-84-16,12-50-112 0,0 5-216 15,8 5-112-15,1 4-60 0,-1 7-132 16,3 5-104-16,-3 7-31 0,1 10 95 15,-2 5 132-15,1 8-228 0,-4 5-184 16,1 4 20-16,-1 7-68 0,-4-1-12 16,0 2-120-16,0 2-196 0,0-8-12 15,0 5 0-15,0-11-1 0,0 0 25 16,0-5 24-16,0-6 0 0,0-8 36 16,7-7 60-16,-3-11-12 0,4-4-36 15,1-13-148-15,-2-5-224 0,1-7-484 0,0-11-648 16,0-5-732-16,0 0-1869 0,0-5-2119 15</inkml:trace>
  <inkml:trace contextRef="#ctx0" brushRef="#br0" timeOffset="10232.602">9613 6292 11265 0,'0'0'3256'15,"0"0"-1780"-15,0 0-360 0,0 0 220 16,0 0-92-16,0 0-232 0,0 0-268 16,0 0-343-16,0 0-169 0,0 0-64 15,-28 36-24-15,13 5-44 0,-1 12-16 16,-4 11-24-16,4 6-60 0,-4 6-4 15,4 1 0-15,0-1-8 0,4-2 4 0,5-16-136 16,3-9-148-16,4-18 48 0,0-11 75 16,4-13-27-16,3-7-96 0,1-11 96 15,5-8 16-15,6-12-76 0,-3-10-208 16,4-11-24-16,0-1 32 0,0-5 136 0,-5 2 148 16,6-2-36-16,-6 4 144 0,-2 4 56 15,-2 1 8-15,2 9 4 0,-5 7 72 16,-5 8 168-16,5 9 176 0,-4 4-28 15,-4 5-36-15,4 4-76 0,-4 3-84 16,9 0-76-16,-6 3-56 0,5 7 32 16,5 9 28-16,-6 3 44 0,1 10-164 15,0 3 132-15,-4 5-64 0,1 6-72 16,-2-9-4-16,5-2-56 0,-4-9-40 16,0-10-68-16,4-7 56 0,0-6 52 15,0-3 60-15,0-12-4 0,4-4 4 0,0-10-160 16,-1-9-56-16,2 1 32 0,-2-4 84 15,2-1 16-15,-1 2 80 0,-1 2-4 16,2 3-4-16,2 0 8 0,-6 10-8 16,2 2 8-16,1 12-120 0,-3 3 124 0,-2 5 24 15,5 11 160-15,1 4-24 16,-2 8 60-16,1 2 0 0,0 10-28 0,0 6 64 16,0 0-60-16,-4 4 132 0,4-1-268 15,-5-5-12-15,6-4-44 0,-5-14-4 16,-1-5-4-16,2-6-56 0,3-6-268 15,-5-4-376-15,1 0-140 0,5-11-248 16,-2-1-1020-16,-7-1-2472 0,5-12-3281 0</inkml:trace>
  <inkml:trace contextRef="#ctx0" brushRef="#br0" timeOffset="10403.084">10542 6207 9852 0,'0'0'5181'0,"0"0"-4237"15,-12 73 144-15,-4-31 424 0,0 2-100 16,-8 7-484-16,4-1-440 0,4-2-368 16,0-7-120-16,4-6-96 0,9-9-440 15,-1-4-320-15,0-9-184 0,4-4-196 16,0-6-764-16,0-3-2000 0,-9-5-2653 0</inkml:trace>
  <inkml:trace contextRef="#ctx0" brushRef="#br0" timeOffset="15497.168">9729 1377 9132 0,'0'0'1176'0,"0"0"-620"15,0 0 461-15,-91 7 247 0,63-3-144 0,-4-4-196 16,4 2-320-16,-4 2-48 16,4-4 52-16,0 2 240 0,9-2 88 0,-2 0-296 15,10 0-64-15,-6 0 108 0,6 4-28 16,-2-4-216-16,2 0-87 0,-2 0-29 16,-2 0 52-16,3 0-72 0,-4 0-100 15,0 0-68-15,0 0-28 0,4 0 24 16,4 0-36-16,4 0-24 0,0 0-64 15,4 0-8-15,0 0-56 0,0 0-52 16,4 0-24-16,8 0 16 0,0 0 116 16,8 0 120-16,-1 0 60 0,9 0-36 15,0 0-20-15,0 0-16 0,4-4 0 16,4 2 60-16,0-2 60 0,0 2-128 0,0-2-100 16,-4 1-4-16,0-1-68 0,0 1 68 15,-1 0 0-15,-3 1-212 0,-3-5-84 0,-2 3-52 16,-3-2-48-16,-8 3-32 0,0 0-128 15,-4 1-313-15,-4-3-419 0,-4 5-204 16,0-2-464-16,-8 2-100 0,-8 0-912 16,4 0-2161-16,-20 0-1335 0</inkml:trace>
  <inkml:trace contextRef="#ctx0" brushRef="#br0" timeOffset="15808.993">9175 1330 2160 0,'0'0'2036'16,"0"0"2808"-16,0 0-3240 0,0 0-651 16,0 0 303-16,0 0-212 0,0 0-384 0,0 0-144 15,0 0-48-15,-11 77 96 0,11-52 152 16,0 10-8-16,8 0-136 0,-5 7-4 15,5 2-76-15,-4 6-188 0,0 4-120 16,1 6-60-16,-5 4-112 0,0 3 84 16,0-4-80-16,0-7-12 0,0-4-4 15,0-11-12-15,0-6 4 0,0-9-40 16,0-11-112-16,4-5-168 0,-1-7-16 16,5-3-112-16,0 0-176 0,4-7-148 0,0-5-488 15,1-7-572-15,-2-3-1156 0,-3 3-2677 16</inkml:trace>
  <inkml:trace contextRef="#ctx0" brushRef="#br0" timeOffset="15984.268">9299 1746 4620 0,'0'0'5064'16,"0"0"-2679"-16,0 0-1425 0,0 0-400 0,0 0 656 16,0 0-8-16,0 0-480 0,0 0-140 15,0 0 20-15,88-29 32 0,-64 26-232 16,3 3-300-16,1-3-100 0,4 0-8 15,-4 0-84-15,4 0-396 0,-1-4-288 16,6-3-364-16,-1-2-576 0,-8-1-2617 0,11-9-4347 16</inkml:trace>
  <inkml:trace contextRef="#ctx0" brushRef="#br0" timeOffset="16200.131">10259 1221 4788 0,'0'0'8765'16,"0"0"-7393"-16,0 0-972 0,0 0 204 0,-28 87 452 15,20-51-200-15,-3 1-240 16,-2 3-208-16,2 6-200 0,-2-5-60 16,5 0-144-16,1 1-4 0,-1-7-184 0,3-4-468 15,5-9-128-15,0-9-80 0,0-3-332 0,0-7-832 16,0-3-925-16,-8 0-2595 0</inkml:trace>
  <inkml:trace contextRef="#ctx0" brushRef="#br0" timeOffset="16548.326">8737 990 4548 0,'0'0'6268'0,"0"0"-3399"15,0 0-857-15,0 0-424 16,0 0-224-16,0 0-492 0,0 0-420 0,0 0-124 16,0 0-20-16,0 0-16 0,0 0 96 0,55 0 185 15,-31-2-257-15,8-3-196 0,4 3-48 16,12-2 64-16,8 1-88 0,12-2-44 15,8-6 80-15,15 2 12 0,5-3-88 16,11-5 60-16,9 2-64 0,4-7-4 16,-1-1 4-16,5-2 8 0,-13-1-12 15,-3 0-72-15,-16 5-292 0,-13-2-108 16,-12 8-137-16,-15 2-195 0,-7 0-88 16,-17 7-252-16,-13 6-1076 0,-11 0-3537 0</inkml:trace>
  <inkml:trace contextRef="#ctx0" brushRef="#br0" timeOffset="18584.099">4279 4603 3828 0,'0'0'1176'16,"0"0"3472"-16,0 0-3187 0,0 0-537 16,0 0 164-16,0 0 272 0,0 0-136 15,0 0-296-15,0 0-268 0,0 0-176 16,0 10-76-16,0 0-48 0,4 5 32 0,-1 7 136 15,5 7 12-15,-3 6-232 0,3 2-68 16,-1 5-20-16,-3 3-96 0,0 3 20 16,0 3 4-16,-4 3-64 0,5-1-76 15,-5 4 0-15,0-2 40 0,0 2-4 0,0-3-44 16,0-3-64-16,0-7-104 16,0-6-52-16,0-6-84 0,0-10-124 0,4-2-36 15,-4-12 48-15,0-2-128 0,0-6-172 16,0 0-248-16,4 0-368 0,-4-2-448 15,0-8-696-15,0 1-1965 0</inkml:trace>
  <inkml:trace contextRef="#ctx0" brushRef="#br0" timeOffset="19095.676">3733 3626 1720 0,'0'0'10957'0,"0"0"-9249"0,0 0-776 15,0 0 588-15,0 0 68 0,0 0-348 16,0 0-332-16,0 0-228 0,0 0-232 16,0 0-215-16,0 0-137 0,-44 22-8 15,36 19 8-15,-4 12 12 0,-4 12-36 16,4 7-64-16,-4 5-8 0,4 5 8 16,-3 1-8-16,2-8-72 0,5-1-328 15,4-13-233-15,1-17 209 0,3-16 108 16,0-8-52-16,0-8-220 0,0-9-124 15,3-3-152-15,5-15-488 0,5-7-560 0,-2-1-2073 16,6-27-1235-16</inkml:trace>
  <inkml:trace contextRef="#ctx0" brushRef="#br0" timeOffset="19467.846">3697 3742 1696 0,'0'0'8708'0,"0"0"-6779"15,0 0-717-15,0 0 232 0,0 0 56 16,0-65-180-16,0 65-544 0,4 0-540 0,3 5-232 15,2 8 68-15,3 4 272 0,4 5 280 16,0 7-96-16,4 4-236 0,-5 3-144 16,2-1-112-16,-6 0-36 0,2-7-4 15,-2-2-60-15,1-11-8 0,-3-2 24 16,-2-3-148-16,5-8-96 0,-3-2-40 16,-2 0-60-16,1-2 76 0,4-10 80 15,0-7 16-15,0-7 60 0,-5-6 12 0,2-3 136 16,3-3-88-16,-8 2 76 0,-1-1-28 15,1 5 104-15,-4 7-52 0,0 5 72 16,5 8-60-16,-5 6 136 0,4 2 16 16,-4 4-164-16,4 0-28 0,4 7-20 15,-1 5 48-15,2 7 160 0,6 4 184 16,-2 8-84-16,2 8 56 0,-3 2-120 16,4 0-36-16,-4-2-156 0,1-5-4 0,-2-2-148 15,5-9 4-15,-8-8 8 0,4-2-184 16,-4-4-184-16,0 1-136 0,-4-4-240 15,4-3-624-15,-4-3-1028 0,-4 3-2081 16,0-6-2211-16</inkml:trace>
  <inkml:trace contextRef="#ctx0" brushRef="#br0" timeOffset="19709.322">4410 3482 3240 0,'0'0'9941'0,"0"0"-8785"16,0 0-664-16,0 0 580 0,0 0 192 16,-40 70-296-16,33-40-276 0,-2-2-200 15,5 7-64-15,0 2-76 0,4 8-32 0,0-1-112 16,0 8-100-16,0-2-108 0,8-2 12 16,1-6-12-16,2-11-132 0,-3-9-160 15,5-6-112-15,2-6-160 0,-3-7-236 16,4-3-152-16,0 0-356 0,4-10-864 0,-8 1-1913 15,7-14-2179-15</inkml:trace>
  <inkml:trace contextRef="#ctx0" brushRef="#br0" timeOffset="20081.249">4825 3403 8824 0,'0'0'5501'15,"0"0"-4377"-15,0 0-1012 0,0 0 504 16,0 0 784-16,8 83-104 0,-8-46-340 15,0 8-160-15,3 3-164 0,-3 0-84 0,4 5-111 16,-4 7-145-16,0 5-208 16,0-2-24-16,-4 3-60 0,1-5 0 15,-5-9-72-15,-5-12 68 0,6-11 0 0,-5-11-4 16,3-5-344-16,2-6-73 0,-5-4 109 16,-1-3 12-16,6-6-100 0,-9-7-20 15,4-6-92-15,0-3 52 0,0-3 60 0,4-5-64 16,0-4-100-16,4 2 196 0,0 3 284 15,4 4 88-15,0 3 0 0,4 6 184 16,4 0 128-16,4 6 44 0,0 4-60 16,0 1-136-16,8 0-60 0,-1 5 48 15,5 0-52-15,4 5 92 0,4 3 180 16,0 5-124-16,-4 3 84 0,8 5-72 16,-8 2-168-16,4 3-16 0,-4-1-72 15,0-6-76-15,0-3-72 0,0-3-120 16,-4-10-208-16,-1-3-276 0,-3-3-268 15,-4-7-1256-15,4-15-3261 0</inkml:trace>
  <inkml:trace contextRef="#ctx0" brushRef="#br0" timeOffset="20287.416">5446 3584 8836 0,'0'0'4685'0,"0"0"-3657"0,0 0-764 16,0 0 632-16,0 0 372 0,0 0-140 15,64 67-192-15,-53-48-348 0,6 3-208 16,-6 3-184-16,2 4-160 0,-5 2-36 16,-4 8-4-16,-4 5-288 0,-4 5-200 15,-9 1-36-15,-6 4 36 0,-5-3 72 16,-8-1-100-16,-4-2-364 0,1-3-564 16,-6-7-1028-16,9-13-2693 0</inkml:trace>
  <inkml:trace contextRef="#ctx0" brushRef="#br0" timeOffset="22344.765">5984 3457 1668 0,'0'0'11821'0,"0"0"-10261"15,0 0-1180-15,0 0 464 0,0 0 700 0,0 0-300 16,0 0-264-16,0 0-248 0,0 0-280 16,0 0-172-16,-28 13-112 0,32-13-168 15,0-3-48-15,0 0-144 0,4-4-88 16,0 1 48-16,4-7-148 0,7-2-412 15,6-8-400-15,3 0-980 0,-8 5-3188 0,12-14-4969 16</inkml:trace>
  <inkml:trace contextRef="#ctx0" brushRef="#br0" timeOffset="22514.74">6649 3041 4000 0,'0'0'8733'0,"0"0"-7105"0,0 0-944 15,0 0 60-15,0 0-252 16,56-70-344-16,-33 48-148 0,2-4-316 16,6 1-536-16,5-3-364 0,9-4-596 15,-2 1-945-15,1 1-2123 0,-12 9 285 0</inkml:trace>
  <inkml:trace contextRef="#ctx0" brushRef="#br0" timeOffset="22864.099">7203 2651 1084 0,'0'0'1236'16,"0"0"5504"-16,0 0-5368 0,0 0-920 0,0 0 309 0,0 0 367 15,79-63-160-15,-58 50-396 0,3-4 160 16,4 3-152-16,0-3-128 0,0 4-112 16,4-3-100-16,-4 4-4 0,-2-7-36 15,2 3-56-15,0-7-144 0,4 2-336 16,4-5-644-16,1-3-404 0,-5 1-308 16,3-4-713-16,-3 7-639 0,0-1-1088 15,-4 4 1720-15,-4 6 1668 0,-9 4 744 16,-3 2 1476-16,-3 3 792 0,-2 4 936 0,-3 3-844 15,-4-2-487-15,4 2-285 0,0-4-504 16,1-3-476-16,-1 5-204 0,3-8-152 16,5 1-252-16,1-7-24 0,6 0-304 15,-3-4-648-15,5 2-208 0,-2 2 44 16,-3 3 299-16,0 1 273 0,0 5 284 0,-8 4 76 16,-1 0 208-16,1 3 244 0,-3 0 400 15,-5 0-11-15,4 0-373 0,0 0-252 16,0 0 44-16,-1-4 76 0,10 2-128 15,-1-3-64-15,-1-1-761 0,6-2-611 16,-2-3-1512-16,1-3-1356 0,5 0 2241 16</inkml:trace>
  <inkml:trace contextRef="#ctx0" brushRef="#br0" timeOffset="23136.242">8120 1777 5228 0,'0'0'9005'0,"0"0"-7341"0,0 0-1248 16,0 0 96-16,0 0 72 0,0 0 136 16,0 0 8-16,0 0-200 0,0 0-184 15,95 67-136-15,-70-44-76 0,-2 2-80 16,1 4-44-16,-4 2 64 0,-1 5-60 15,-6-3-12-15,-5 9-4 0,-5-3-300 16,-3-2-164-16,-7 5 16 0,-10-2 20 16,-6 2-12-16,-9-1-64 0,-4-1-12 15,-8 0-144-15,-4 2-468 0,8-14-1444 16,-23 10-3485-16</inkml:trace>
  <inkml:trace contextRef="#ctx0" brushRef="#br0" timeOffset="23714.599">6829 3429 9532 0,'0'0'4953'0,"0"0"-4361"0,0 0-376 15,0 0 524-15,0 0 588 0,0 0-128 0,0 0-228 16,0 0-264-16,92 0-280 0,-61-13-148 16,1 0-108-16,4-2-100 0,0-4-72 15,-1-4-4-15,-3 0-132 0,-4 2-300 16,-4 1-92-16,-7 2 88 0,-6 2 12 16,-3 3 96-16,-8 4 24 0,0 2 88 15,-12 4-116-15,-4 0 176 0,-8 3-76 16,1 0 188-16,-9 0-76 0,0 3 124 15,0 4 0-15,4 2 148 0,0 0-136 0,0 4-4 16,4 6 92-16,0 3 112 0,5 6 8 16,-2 5 4-16,6-1-64 0,-1 3 48 15,8-1 28-15,-1 1-28 0,9-6-100 16,0-4-8-16,9-3 48 0,2-6 180 16,10-4-132-16,-2-1 12 0,5-8-156 15,0 0-40-15,0-3 72 0,4-3-84 0,-5-11-136 16,2 2-376-16,3-7-224 15,0-4-324-15,0-5-760 0,-4 6-3164 0,4-13-4857 0</inkml:trace>
  <inkml:trace contextRef="#ctx0" brushRef="#br0" timeOffset="23896.887">7387 3184 4700 0,'0'0'8449'0,"0"0"-7341"0,0 0-588 16,19 80 536-16,-10-52 920 0,2-3-412 15,2 2-636-15,-2-8-464 0,5 0-232 16,4-1-224-16,0-5-8 0,-1-7-148 16,6-2-388-16,-1-4-272 0,4-7-200 15,0-13-332-15,0-1-1008 0,-9 5-2205 16,1-16-2055-16</inkml:trace>
  <inkml:trace contextRef="#ctx0" brushRef="#br0" timeOffset="24064.603">7686 3149 1344 0,'0'0'10173'0,"0"0"-7989"15,0 0-1308-15,0 0-208 0,-92 47 176 0,68-20 96 16,0 1-120-16,-4 3-104 0,4 4-176 16,1-3-96-16,2 1-52 0,10-5-64 15,-6-6-292-15,10-3-36 0,-2 0-292 16,9-10-528-16,0 1-328 0,0-7-380 16,9-3-1248-16,2-6-2961 0,2-4-2123 15,10-18 7717-15</inkml:trace>
  <inkml:trace contextRef="#ctx0" brushRef="#br0" timeOffset="24315.501">7892 2769 10236 0,'0'0'4229'0,"0"0"-3913"15,0 0-140-15,-24 88 568 0,16-47 748 0,4 1-84 16,1 6-472-16,3-1-376 15,0 4-80-15,7-4-92 0,-3 4-168 0,5-3-100 16,-1-7-120-16,-1-5-8 0,6-8-76 16,2-6-24-16,-3-6 20 0,4-3-68 15,0-7-236-15,0-6-120 0,1 0-40 16,-2-6 24-16,1-11-76 0,-4 2-364 16,-1-7-708-16,-7 2-1048 0,-4 1-1293 15,0 0-215-15,-11 3-288 0</inkml:trace>
  <inkml:trace contextRef="#ctx0" brushRef="#br0" timeOffset="24482.017">7877 3210 32 0,'0'0'2100'0,"-92"-16"-1476"16,48 10 5964-16,4 0-4227 0,12 1-929 0,9 5-184 16,2 0 136-16,14 0-204 0,3 0-172 15,0 0-12-15,0 0-184 0,3 0-188 16,9 0-224-16,4 0-44 0,9 0 32 16,6 0 329-16,5-6-293 0,4-2-244 15,4-6-180-15,-4-2-44 0,-5-3-124 0,1 3-400 16,-4-3-405-16,0 4-127 0,-8-1-372 15,0 3-932-15,-9 4-2264 0,-2 2-1777 16,-5 4 1434-16</inkml:trace>
  <inkml:trace contextRef="#ctx0" brushRef="#br0" timeOffset="24764.083">8088 3095 6200 0,'0'0'4404'0,"0"0"-1531"16,0 0-1717-16,0 0-300 0,8 70 428 15,-4-58 20-15,3-1-356 0,-3-5-432 16,9-4-224-16,-6-2-48 0,10 0-48 0,-2-2-60 15,6-8-136-15,-2-5-36 0,1-5-564 16,0-2-112-16,0 0-76 0,0-4-28 16,-5 4 44-16,2-3 68 0,-10 6-316 15,1 2 20-15,-8 5 860 0,0-1 140 16,-4 0 468-16,-7 7 204 0,-6-2 60 16,2 4-16-16,-1 4-116 0,4 0-56 15,-3 12-132-15,-2 7-104 0,2 6-36 16,-2 11 108-16,6-1 88 0,-6 0 216 0,6 0-156 15,2-1-324-15,1-5-204 0,4-3 0 16,4-7-144-16,0-10-160 0,8-3-212 16,9-6-60-16,-2-6-88 0,9-7-64 15,4-9-652-15,4-6-1180 0,0-5-2389 16,-4 8-1259-16</inkml:trace>
  <inkml:trace contextRef="#ctx0" brushRef="#br0" timeOffset="25244.684">8470 2982 3008 0,'0'0'652'16,"0"0"7549"-16,0 0-5637 0,0 0-1428 15,0 0-392-15,-8 82 292 0,1-54 212 16,-2 1-128-16,-3-1-304 0,5-6-316 16,2-2-220-16,1-4-156 0,4-7-124 15,0-2-88-15,4-7-80 0,5 0-16 0,6-4-24 16,1-8-144-16,9-4-160 16,-6-4-152-16,5 1-48 0,-4 0-92 0,-1-3-64 15,2 6 76-15,-6 0 152 0,-2 4 196 16,-6 2 444-16,1 4 180 0,-4 3 424 15,1 3 160-15,-5 0 48 0,0 6-92 16,0 4-128-16,-9 5-164 0,1 4-8 16,1 4 56-16,-6 0 268 0,2-2-84 15,7-2-199-15,0-3-229 0,4-6-124 16,0-4-108-16,0-6-132 0,8 0 32 0,8-6 88 16,-1-10-193-16,6-7-199 0,3-4-228 15,-1-6-124-15,1-2-240 0,4-3-360 16,-4 3-268-16,-1-5-180 0,-2-6-428 15,3 2-285-15,-9-8 13 0,-2 2 2504 16,-6 0 340-16,-3 2 592 0,-4 7 636 16,0 12 677-16,-7 10 151 0,3 10-480 0,4 5-460 15,-4 4-368-15,0 6-304 0,-1 8-172 16,-3 8-160-16,1 6-60 0,-5 10 300 16,0 4 361-16,4 2-277 0,0 4-196 15,0-1-316-15,0 1-252 0,4 2-12 16,0 2-48-16,0-2-336 0,4 4-76 15,0-5-36-15,0-5-280 0,0-6-61 0,4-7-139 16,0 2-208-16,-4-2-868 0,0-8-2276 16,-4 8-2821-16</inkml:trace>
  <inkml:trace contextRef="#ctx0" brushRef="#br0" timeOffset="25580.921">6646 4391 14821 0,'0'0'2348'0,"0"0"-2348"16,0 0-440-16,0 0 440 0,0 0 448 0,75-13 188 15,-27-4 92-15,12-4-40 0,11-8-220 16,9-3-80-16,7-2-56 0,5-1-124 15,4-4-64-15,8 2 16 0,8 1-88 16,2-2-72-16,14 1-24 0,12 2-24 16,3-4 48-16,0 2 72 0,1 2-72 15,-13-4 0-15,-11 4 0 0,-8 0-156 16,-17 4-40-16,-16-1-24 0,-10 6-148 16,-18 4 160-16,-7 3 52 0,-16 4-28 0,-12 5-112 15,-8 4-136-15,-8 2-256 0,-8 4-516 16,-8 0-1556-16,-24 0-5929 0</inkml:trace>
  <inkml:trace contextRef="#ctx0" brushRef="#br0" timeOffset="25734.178">9016 3796 13313 0,'0'0'8765'0,"0"0"-8101"0,0 0-664 15,0 0-664-15,0 0 139 0,0 0 13 16,-80-5 12-16,61 5-932 0,-22 5-4576 0</inkml:trace>
  <inkml:trace contextRef="#ctx0" brushRef="#br0" timeOffset="33664.005">2075 4054 6672 0,'0'0'624'0,"0"0"-336"16,0 0 1900-16,0 0 5 0,0 0-1005 15,0 0-548-15,0 0 32 0,0 0 84 0,0 0-240 16,12-35-188-16,-8 29-100 0,4-4-4 15,-4 3 12-15,5 2 104 0,-2-2-56 16,5 1-36-16,-4-1-100 0,4 4-84 16,-4 0 36-16,3 1-60 0,2 2-40 15,-5 0-4-15,-1-4 4 0,6 4 4 16,-1 0-4-16,0 0 0 0,4 0 8 16,0 0 40-16,3 0-48 0,-2 0-8 15,2 4 4-15,-3-2 4 0,5 1-12 16,-10 4 8-16,5 0 4 0,0-5 52 15,-4 5-52-15,0-4 0 0,0-1 0 0,-5 3 16 16,6-5-4-16,-1 0-8 0,0 0 8 16,0 0-12-16,-1-5 0 0,2 3-52 15,-2-4-8-15,-3 0-264 0,-3 2-132 16,3 1-108-16,-8-1-216 0,4 4-340 16,-4 0-952-16,0 4-2189 0,-8 5-3079 0</inkml:trace>
  <inkml:trace contextRef="#ctx0" brushRef="#br0" timeOffset="33914.168">2135 4279 8884 0,'0'0'2625'15,"0"0"-1513"-15,0 0 204 0,0 0 176 0,0 0-536 16,0 0-432-16,0 0-252 0,0 0 64 15,0 0 0-15,0 0-16 0,80-6-72 16,-52 6-24-16,-4 0-64 0,4 0 36 16,4-3-124-16,0 0-12 0,-1-4-60 15,5 1-44-15,-4-3-312 0,4-1-384 0,-1 1-340 16,-3-1-364-16,0 1-532 0,-4 3-2009 16,4-1-2955-16</inkml:trace>
  <inkml:trace contextRef="#ctx0" brushRef="#br0" timeOffset="35406.71">720 3610 1788 0,'0'0'10013'0,"0"0"-8261"0,0 0-924 16,0 0 456-16,0 0 108 0,0 0-388 16,0 0-496-16,0 0-272 0,-47 69-64 15,34-34 72-15,-2 7 0 0,3 5 4 0,-4 7-52 16,4 1-28-16,-4 1-32 0,4 5-136 15,-4-1-12-15,8-3-36 0,1-9 36 16,3-7-88-16,-1-12-44 0,1-9-4 16,4-9-148-16,0-4-144 0,0-4-164 15,0-3-64-15,4-7-4 0,5-5-368 16,2-10-408-16,6-10-548 0,-6 7-809 16,9-26-2655-16</inkml:trace>
  <inkml:trace contextRef="#ctx0" brushRef="#br0" timeOffset="35782.439">688 3752 3948 0,'0'0'324'0,"0"0"6088"16,0 0-4703-16,0 0-853 0,0 0 212 0,4-70 344 16,-4 65-196-16,0 5-396 0,0 0-240 15,5 0-564-15,-5 2-16 0,8 5-300 16,0 9 300-16,4 3 136 0,4 12 148 0,4 8-136 16,-5 5-40-16,5 0-108 0,-4 1-4 15,-4-6 4-15,0-11-48 0,-4-6 40 16,0-9 8-16,0-1-4 0,-4-5-60 15,0-4-20-15,0-3-16 0,0 0-108 16,4-10-16-16,0-5 124 0,0-7 52 16,4-8-100-16,-4-4-4 0,0-5 4 15,-1 5 136-15,-2-4 12 0,-1 0 4 16,-4 6 4-16,0 6 4 0,0 5 140 16,0 1-144-16,0 8 4 0,4 5 184 15,-4 1-144-15,4 6-52 0,0 0-124 16,-4 0-152-16,4 0 28 0,-1 9 236 0,6 4 12 15,-5 6 288-15,4 10 8 0,-1 5-72 16,-3 8-40-16,0-1-96 0,1 3-88 16,-1-2-8-16,-4-8-168 0,8-2-220 15,-5-6-260-15,5-4-160 0,1 0-392 0,-2-3-976 16,-3-9-1753-16,4 2-2439 0</inkml:trace>
  <inkml:trace contextRef="#ctx0" brushRef="#br0" timeOffset="36584.012">1147 3613 208 0,'0'0'7932'16,"0"0"-6452"-16,0 0-628 0,0 0 449 15,0 0 79-15,0 0-20 0,0 0-360 0,91 47-424 16,-70-43-236-16,-6-1-88 0,5 0-164 16,-3-3 60-16,-2 0-12 0,5-3-136 15,-8 0-132-15,4-4-356 0,-4 1-228 16,-4 0-304-16,0-1-632 0,0 1-1253 15,-8 0-2567-15</inkml:trace>
  <inkml:trace contextRef="#ctx0" brushRef="#br0" timeOffset="36815.648">1291 3695 1812 0,'0'0'4500'0,"0"0"-1384"15,0 0-1784-15,0 0-291 0,0 0 151 0,-17 68-96 16,17-49-260-16,0-5-196 0,0 6-48 15,0-1-28-15,0 3-164 0,0 0-116 16,5 4-84-16,-1 3-112 0,0-4-4 0,3 4-32 16,-3-7-44-16,4 3-8 0,1-6 12 15,-2-3-4-15,1-2 4 0,0-6-12 16,0 2-4-16,0-7-44 0,0 4-52 16,1-7-12-16,2 0-12 0,-3 0-324 15,4-7-276-15,4-6-320 0,-5-6-908 16,2 0-2161-16,-1-12-3143 0</inkml:trace>
  <inkml:trace contextRef="#ctx0" brushRef="#br0" timeOffset="37012.096">1498 3746 732 0,'0'0'2204'15,"0"0"4396"-15,0 0-5604 0,0 0-43 16,40 67 611-16,-25-42-52 0,-3-3-476 15,4 4-308-15,-4 0-340 0,0-4-124 0,-4 0-264 16,4-7-44-16,-4-4-44 0,0-2-72 16,0-6-128-16,0-1-432 0,0-2-440 15,3-5-568-15,-2-2-1233 0,-1-14-2799 0</inkml:trace>
  <inkml:trace contextRef="#ctx0" brushRef="#br0" timeOffset="37201.185">1685 3721 6188 0,'0'0'1820'0,"0"0"2117"0,0 0-3133 16,0 0 168-16,0 0 532 0,0 0-156 0,-80 54-492 15,68-33-396-15,-8 6-224 0,0 1-84 16,5 5-152-16,-2-3-60 0,-2 2-52 16,2-3 24-16,6-1-368 0,-2-2-228 15,2-7-132-15,3-7-92 0,4-2-76 16,4-7-596-16,0-3-1277 0,0-3-2543 0</inkml:trace>
  <inkml:trace contextRef="#ctx0" brushRef="#br0" timeOffset="37566.092">1701 3591 6520 0,'0'0'1404'16,"0"0"1020"-16,0 0-1575 0,0 0 271 0,0 0 396 15,0 0-324-15,0 0-464 0,0 0-208 16,0 0-196-16,0 0-100 0,0 0-224 16,56 12 64-16,-49-12-64 0,-3 4 0 15,5-1 12-15,-5 0 64 0,3 0-76 16,-3 4-88-16,4-1 80 0,-3 0 4 16,2 0-60-16,-3 1 52 0,0 2-40 15,0 1 52-15,0 0 68 0,1 2-64 0,-1 1 68 16,-1 2-60-16,-3 5 124 0,0 2-12 15,0-4-116-15,0 6 68 0,0-6-72 16,0 1-4-16,0-6-12 0,0 0-112 16,0-4 112-16,0-3-188 0,0 1-112 15,0-1-104-15,0-3-112 0,0 0-52 0,0-3-176 16,0 0-108-16,0 0-96 0,0 0 24 16,0 0-57-16,-3-3-479 0,-1-3-1268 15,-1 1-2368-15</inkml:trace>
  <inkml:trace contextRef="#ctx0" brushRef="#br0" timeOffset="37964.133">2198 3457 2844 0,'0'0'768'0,"0"0"4364"0,0 0-3996 0,0 0-23 16,0 0 415-16,0 0 0 0,0 0-376 16,0 0-236-16,0 0-48 0,0 0-236 15,-35 66-284-15,19-40-152 0,-4 7-84 16,-8-2-24-16,0 10-80 0,-4 3 56 16,-7 7-56-16,-6 7-8 0,-10 8 8 15,-1 3 4-15,-11 12 0 0,-6 5 148 16,-6 1-108-16,-8 3 44 0,-1 2-96 15,-4 3-8-15,4-2-88 0,0 1 88 16,9-5 4-16,7-3-44 0,8-7-224 16,4-5-144-16,13-14 168 0,8-10 72 0,7-12-132 15,8-6-104-15,3-3-12 0,6-10-8 16,2-3 20-16,6-6-32 0,3-1 4 16,0-6 72-16,4 0-52 0,0-3-112 15,0 0-184-15,0 0-16 0,0 0-152 0,4 0-397 16,4 0-183-16,-1-6-4 0,-2 3-1344 15</inkml:trace>
  <inkml:trace contextRef="#ctx0" brushRef="#br0" timeOffset="39056.567">1191 5128 4120 0,'0'0'5264'0,"0"0"-3211"0,0 0-1397 0,0 0 252 15,0 0 224-15,0 0 132 0,0 0-280 16,92 15-272-16,-77-11-32 0,2-4-148 15,-2 0-100-15,-2 0-100 0,2 0-100 16,-7 0-96-16,4 0 36 0,-4-4-12 16,0 1-12-16,-4-1-16 0,0 4 16 15,-4 0-24-15,0 0-16 0,0 0-24 16,0 0-8-16,0 0-28 0,0 0-36 16,0 0 0-16,0 0-12 0,0 0-96 0,0 4-40 15,0-1 28-15,0 4-76 0,-4 4 120 16,4 9 64-16,0 6 88 0,0-1-16 15,0 4-72-15,0-1-12 0,0-6 0 16,0 1 0-16,0-4-48 0,0 0 8 16,0-6 40-16,0-4 8 0,0-2-4 15,0-5 0-15,0 2-4 0,0-4-36 16,0 0-12-16,0 0-40 0,0 0-204 0,0 0-164 16,0 0-60-16,4-6-92 15,-4-7-560-15,4 3-1476 0,0-18-3789 0</inkml:trace>
  <inkml:trace contextRef="#ctx0" brushRef="#br0" timeOffset="39230.687">1374 4848 2492 0,'0'0'5560'0,"0"0"-1687"0,0 0-2221 0,0 0-372 15,0 0-236-15,0 0-364 0,0 0-456 16,0 0-224-16,0 0-8 0,0 0-144 15,92-13 28-15,-80 13-804 0,3 7-616 16,-6-1-2601-16,-1 13-4799 0</inkml:trace>
  <inkml:trace contextRef="#ctx0" brushRef="#br0" timeOffset="39424.88">1637 5140 1564 0,'0'0'5340'15,"0"0"537"-15,0 0-4349 0,0 0-420 16,0 0 364-16,0 0-172 0,0 0-424 0,0 0-396 16,0 0-248-16,0 0-136 0,32 80-32 15,-28-62-64-15,-1 5-192 0,-3 0-300 16,5-2-320-16,-1-2-228 0,0-3-92 16,0-3-344-16,0-5-776 0,-4-1-2053 15,4-7-2063-15</inkml:trace>
  <inkml:trace contextRef="#ctx0" brushRef="#br0" timeOffset="39713.941">1697 5064 4556 0,'0'0'976'0,"0"0"3504"0,0 0-2151 16,0 0-697-16,0 0 24 0,0 0-216 15,0 0-568-15,0 0-392 0,0 0-148 16,0 0-136-16,84-19-120 0,-73 28-68 0,2 1 52 15,-2 5-56-15,1 9-4 0,-3 1-72 16,-2 3-40-16,-3 4 52 0,0 3-212 16,0-7 0-16,-4-2 160 0,0-7 68 15,0-4 44-15,0-5 0 0,0-3 4 16,0-4 8-16,0-3 136 0,0 0 24 16,0 0-24-16,0 0-72 0,0 0-24 15,0-7-52-15,0 0-84 0,0 1-88 16,4-7-112-16,1-1-76 0,2-3 112 15,1-2-384-15,0-3-500 0,4 6-1484 0,-4-9-3969 0</inkml:trace>
  <inkml:trace contextRef="#ctx0" brushRef="#br0" timeOffset="39945.585">2167 4947 7416 0,'0'0'2472'15,"0"0"553"-15,0 0-1549 0,0 0-28 16,-44 63-92-16,36-35-416 0,0 1-260 16,0 2-56-16,4 5-84 0,0-2-184 15,4 5-260-15,0-1 0 0,0-4-96 16,0-2-40-16,4-7-144 0,4-2 112 16,-4-7-36-16,4-6-76 0,0-1-112 15,4-6-328-15,0-3-300 0,0 0-56 0,4-9-524 16,-4-4-1108-16,8-15-2825 0</inkml:trace>
  <inkml:trace contextRef="#ctx0" brushRef="#br0" timeOffset="40314.478">2473 4788 5688 0,'0'0'6061'0,"0"0"-4985"0,0 0 644 0,0 0 320 16,0 0-376-16,21 63-484 0,-17-37-324 15,-1 6-36-15,1-1-188 0,0 7-195 16,1 4-173-16,-5-1-140 0,0-4-124 16,0 1-4-16,0-2-4 0,-9-7 0 15,5-4-64-15,-3-6-256 0,-1 0-161 16,4-6-95-16,-5-4 12 0,-2-3-88 0,3-2-212 16,4-4-88-16,-4-4 4 0,0-2-208 15,0-3 408-15,-1-4-128 0,6 0 336 16,-5-3 548-16,4 7 40 0,0-1 404 15,4 4-76-15,0 3 72 0,4 3 64 16,0 0-40-16,4 0-108 0,0 0-216 0,4 3-4 16,4 3 500-16,4-2 8 0,-4 2-40 15,3 0-12-15,2 0-64 0,-1 4-368 16,-1-4-112-16,-2 1-48 0,2-4 0 16,1 0-104-16,-4-3-252 0,0 0-372 15,4-3-308-15,-4-10-464 0,-4 4-1576 16,4-17-4529-16</inkml:trace>
  <inkml:trace contextRef="#ctx0" brushRef="#br0" timeOffset="40492.569">2844 4988 5776 0,'0'0'4692'16,"0"0"-3095"-16,0 0-345 0,0 0 660 16,0 0 32-16,37 76-224 0,-26-54-468 15,-3 1-312-15,0 4-200 0,0-2-279 16,-4 8-217-16,0-1-200 0,0 3-44 15,-4 0-196-15,0 3-324 0,-8 3-125 0,-4-3-15 16,-8 0-84-16,-4 3-212 0,-8-2-988 16,8-14-2632-16,-32 10-4441 0</inkml:trace>
  <inkml:trace contextRef="#ctx0" brushRef="#br0" timeOffset="41097.141">1103 6016 1460 0,'0'0'7836'16,"0"0"-5539"-16,0 0-1413 0,0 0 304 15,0 0 216-15,0 0-256 0,100 0-284 16,-65-3-184-16,6 0-184 0,6-3-100 16,9-1-64-16,12-2-272 0,8-1 112 15,7-5-24-15,12-5 36 0,1 1-112 16,8 0-60-16,3-2 60 0,1 1-72 0,-4 4 0 15,-9 0 48-15,1 4-48 0,-9-1-60 0,-3 3-76 16,-8 1 36-16,-4 2 88 16,-4 1-124-16,-5-1 64 0,-7 5-12 0,-5-1-104 15,-2 3 116-15,-6 0 68 0,1 0 4 16,-12 0-8-16,0 0-108 0,-8 0-56 16,0 0 72-16,-4 0 16 0,-4 0-76 15,-4 0-28-15,-1-4-44 0,-6 4-68 16,3 0 4-16,-8 0-40 0,0 0-112 15,0 0-184-15,0 0-388 0,-4 0-1284 16,-13 0-3457-16</inkml:trace>
  <inkml:trace contextRef="#ctx0" brushRef="#br0" timeOffset="47126.683">1645 5086 2856 0,'0'0'1540'0,"0"0"-1528"16,0 0 276-16,0 0 140 0,0 0 3500 0,0 0-2388 15,0 0-459-15,0 0-245 0,0 0 20 16,0 0-32-16,-4 0-88 0,4 0-144 16,0 0-104-16,0 0-96 0,0 0-56 15,0 0-36-15,0 0-12 0,0 0-80 16,0 0-120-16,0 0-88 0,0 0-40 15,0 0-112-15,0 0-108 0,0 0-100 16,0 0-116-16,0 0-368 0,0 3-176 16,0-3-124-16,0 3-316 0,0 1-461 15,0-2-411-15,4 3-2772 0,-8-22 2600 0</inkml:trace>
  <inkml:trace contextRef="#ctx0" brushRef="#br0" timeOffset="64363.74">6116 1591 3476 0,'0'0'0'16,"0"0"0"-16,0 0 1500 0,0 0-876 0,0 0-624 15,0 0 16-15,0 0 20 0,0 0 420 16,0 0-24-16,8-10-172 0,-5 6 64 16,1 4 272-16,0-3 432 0,-4 3 224 15,0 0 81-15,0 0-1 0,0 0 32 16,0 0 12-16,0 0-104 0,0 0-156 15,4 0-88-15,-4 0-108 0,0 0-116 16,4 0-156-16,-4 0-272 0,9 0-180 16,-2 0-111-16,5-3 47 0,12 1 40 0,0-2-4 15,8-3-32-15,0 4-88 16,0-3-44-16,-1 3 56 0,1-4-48 0,-4 5-12 16,0-5 0-16,0 4 0 0,0-4 0 0,-5 1-44 15,1 3-40-15,-3-3-184 16,-10 3-109-16,6-1-207 0,-10-2-12 0,1 6-40 15,-4-3-24-15,-4 3-80 16,0 0-248-16,0-3-424 0,-4 3-504 0,-4 0-508 16,1 0-1785-16,-10 0-763 0</inkml:trace>
  <inkml:trace contextRef="#ctx0" brushRef="#br0" timeOffset="64605.549">6442 1479 560 0,'0'0'2140'0,"0"0"-1736"0,0 0 2060 15,0 0 1564-15,0 0-2543 0,0 0-365 16,0 0-160-16,0 0 132 0,-75 70-80 15,71-57-160-15,-5 6-160 0,5 0-156 0,0 2-52 16,1 6-64-16,-1-2-40 0,-4 4-48 16,-1-1 12-16,2 4-60 0,3-6-76 15,-4 2-60-15,4-6-4 0,-1-3-8 16,1-3 24-16,4-4-68 0,0-2-92 16,4-3-72-16,9 2 28 0,-2-3 40 0,6 1 0 15,-2-4-48-15,6-3-20 0,-1 0-12 16,3-3-4-16,-3-7-84 0,8-6-244 15,-4-2-196-15,3-8-252 0,-3 0-340 16,4-6-936-16,-11 7-2309 0,6-16-3103 0</inkml:trace>
  <inkml:trace contextRef="#ctx0" brushRef="#br0" timeOffset="64794.839">6896 1137 9380 0,'0'0'5605'0,"0"0"-4537"0,0 0-600 16,0 0 344-16,0 0 572 0,0 0-280 16,0 0-432-16,0 0-340 0,-11 70-140 0,2-36-92 15,1 4-100-15,1 3 0 16,3 1-112-16,-9 3-252 0,6 2-552 0,-1 7-192 16,-5 0-1200-16,6-9-2944 0,-18 18-3617 15</inkml:trace>
  <inkml:trace contextRef="#ctx0" brushRef="#br0" timeOffset="68524.842">14379 2476 5380 0,'0'0'6965'0,"0"0"-5561"15,0 0-796-15,0 0-64 0,0 0 252 16,0 0 308-16,0 0 176 0,88 35-148 15,-53-25-348-15,5-4-208 0,4-3-116 16,-4-3-92-16,7-3-80 0,2-10 5 0,-1-6-133 16,-1-6-64-16,1-7-96 0,0-3 0 15,-4-3-244-15,-5 0-389 0,-3 3-255 16,-8 0-324-16,-8 10-1236 0,-8 0-3557 0</inkml:trace>
  <inkml:trace contextRef="#ctx0" brushRef="#br0" timeOffset="68763.043">14733 2032 6368 0,'0'0'7377'0,"0"0"-6225"0,0 0-596 16,0 0 148-16,-51 82 372 0,42-47-36 16,2 7-264-16,3 5-236 0,0 4-136 15,0 6-136-15,4 4-144 0,0-1-124 0,0 0-36 16,0-6-64-16,4-7-120 0,4-12-148 15,4-12-36-15,-4-11 60 0,3-6-48 16,6-6-68-16,-2-6-144 0,5-13-232 16,5-9-520-16,-6-7-684 0,1 7-1073 15,0-27-2399-15</inkml:trace>
  <inkml:trace contextRef="#ctx0" brushRef="#br0" timeOffset="69132.438">15112 1720 9684 0,'0'0'2601'0,"0"0"-1373"15,0 0-316-15,0 0 400 0,0 0-208 16,0 0-120-16,0 0-172 0,0 0-208 16,0 0-76-16,8 82-4 0,-8-36-156 15,0 8-64-15,0 7 0 0,0 4-36 0,0 12-136 16,-4 9-88-16,-4-1-44 0,0 2-64 16,0-2-116-16,0-12-124 0,4-10-52 15,4-15 128-15,0-17 104 0,0-12-24 16,0-9-180-16,8-10-28 0,8-6 160 15,0-13 24-15,-1-10-24 0,10-6-36 16,-9-3-64-16,3-6 84 0,2 2 204 16,-5 1 0-16,-1 10 8 0,-3 5 88 15,0 8 172-15,0 7 108 0,-8 8-72 16,5 3-76-16,-6 7-12 0,1 6 244 16,4 9 96-16,-8 8-48 0,4 6-64 0,-4 5 185 15,0 5-1-15,0-2-284 0,0 0 16 16,0 0-208-16,0-6-144 0,0-3-12 15,4-13-96-15,1-2-136 0,2-15-224 0,-3 2-188 16,4-7-85-16,4 0 33 0,0-12-232 16,0-4-744-16,4-7-848 0,-1-5-1744 15,-2 2-405-15,6-15-1311 0</inkml:trace>
  <inkml:trace contextRef="#ctx0" brushRef="#br0" timeOffset="69260.355">15578 2486 808 0,'0'0'2960'0,"0"0"1896"15,0 0-2051-15,0 0-729 0,0 0-216 16,0 0-156-16,0 0-204 0,0 0-4 15,51 79-204-15,-51-48-223 0,-7 5-245 16,3-8-268-16,-4-6-448 0,8-2-108 16,-4-8-240-16,4-2-376 0,0-7-268 0,-4 0-261 15,4-3-995-15,-4 0-3136 0,-4-16-6469 0</inkml:trace>
  <inkml:trace contextRef="#ctx0" brushRef="#br0" timeOffset="69413.313">15539 2273 12209 0,'0'0'5668'0,"0"0"-4668"0,0 0-448 0,0 0 12 16,0 0-248-16,0 0-192 0,0 0-124 15,90-28-124-15,-57 21-108 0,3 1-736 16,7 2-796-16,-11 2-2564 0,20-3-4661 0</inkml:trace>
  <inkml:trace contextRef="#ctx0" brushRef="#br0" timeOffset="69652.37">16148 2270 3920 0,'0'0'9913'0,"0"0"-7829"0,0 0-472 16,-28 82 216-16,12-50 124 0,-4 0-311 16,-4-3-421-16,4-1-340 0,4-3-292 0,1-2-320 15,7-7-268-15,-1-4 0 0,9 2-76 16,0-8-56-16,0 2-72 0,13 3 12 16,2-3 72-16,5 3 72 0,5-2 40 15,-2 1 4-15,-3-4-4 0,4 3 4 16,-5-2-8-16,2-1 4 0,-10 3 0 0,6-2 8 15,-10 2 0-15,-3 1-4 0,-4-1 4 16,0 1 0-16,0-1-4 0,-7 4-200 16,-9-4-124-16,0 1-152 0,-5-3-52 15,-2 2 24-15,-5 1-220 0,-4-1-461 16,-3 1-1015-16,7-4-2272 0,-20 1-4125 0</inkml:trace>
  <inkml:trace contextRef="#ctx0" brushRef="#br0" timeOffset="70080.378">17674 2196 1788 0,'0'0'11013'0,"0"0"-9157"0,0 0-760 16,0 0-16-16,0 0 28 0,0 0 184 16,-76 99 80-16,60-48-204 0,0 3-235 15,4 6-205-15,1 7-188 0,2-3-152 0,1-1-136 16,5-6-200-16,3-5-52 0,0-8-108 16,0-16-240-16,7-9-124 0,10-10-132 15,-2-9-60-15,13-3-105 0,4-12-215 16,4-14-716-16,4-6-1052 0,-12 3-2144 15,8-15-1821-15</inkml:trace>
  <inkml:trace contextRef="#ctx0" brushRef="#br0" timeOffset="70336.341">17941 2473 2764 0,'0'0'10669'0,"0"0"-8333"0,0 0-868 16,0 0-44-16,20 73 24 0,-20-48 96 16,0 0-99-16,0-5-589 0,3-8-468 15,1-2-388-15,1-10-24 0,3 0-48 16,3 0 64-16,2-6 0 0,2-10-4 15,2-6-180-15,2-3-184 0,-2-5-36 16,2 2 12-16,-7 3-12 0,0-1 160 0,0 1 8 16,-4 6-25-16,-4-1 41 0,-4 5 164 15,0 3 64-15,-12 1 280 0,0 5 1 16,-4 3-185-16,0 3-8 0,-3 3 32 16,2 8-84-16,-3 7-24 0,9 1 24 0,-6 2 60 15,6 6-56-15,3-8-40 16,4 0-256-16,0-7-509 0,4 4-331 0,0-6-968 15,4-1-2076-15,8-9-2393 0</inkml:trace>
  <inkml:trace contextRef="#ctx0" brushRef="#br0" timeOffset="70613.34">18224 2317 6140 0,'0'0'4476'0,"0"0"-1679"0,0 0-1577 0,0 0 228 0,0 0 100 0,0 0 116 15,43 79-96-15,-43-49-183 16,4 4-261-16,-4-2-372 0,0 0-464 0,0-7-288 15,0-3-12-15,4-5-108 0,1-9-184 16,3-1-104-16,-1-3-40 0,5-4-12 16,1-7 36-16,6-5 60 0,-3-7 23 15,8-4 1-15,-4-2 12 0,-4-1 20 16,4 4 80-16,-4 0 156 0,0 3 68 16,-4 6-96-16,-1 4 100 0,2 6 72 0,-2 3 28 15,-3 3-52-15,5 6 0 16,-6 7 72-16,5 0 76 0,1 0-36 0,-2 3-4 15,-2-1-44-15,2-1-112 0,1-1-84 16,0-1-292-16,0 2-392 0,0-5-1004 16,0-2-2400-16,0 2-3197 0</inkml:trace>
  <inkml:trace contextRef="#ctx0" brushRef="#br0" timeOffset="71189.661">19113 1784 248 0,'0'0'13785'0,"0"0"-11277"0,0 0-1500 16,0 0-608-16,0 0-128 0,0 0 320 15,0 0 436-15,-5 99-76 0,-3-36-280 16,0 12-211-16,1 9 75 0,-2 2 128 16,1-4-276-16,4 1-184 0,1-11-144 0,-1-8-60 15,4-10-60-15,0-12 56 0,0-11-8 16,4-12-60-16,3-3-84 0,-3-7-208 16,0-5-144-16,1-4-172 0,-5 0-185 15,0-7-147-15,0-5-520 0,0-8-872 16,0 2-2520-16,-13-15-2057 0</inkml:trace>
  <inkml:trace contextRef="#ctx0" brushRef="#br0" timeOffset="71347.693">18778 2314 6988 0,'0'0'8129'0,"0"0"-6385"0,0 0-772 0,0 0-108 16,0 0-80-16,0 0 36 0,0 0-76 16,0 0-136-16,0 0-131 0,107 3-213 15,-68 1-104-15,-2-4-160 0,3 0-8 16,-1-4-188-16,-3-2-461 0,1-1-435 15,-2 1-304-15,-7 0-1228 0,8 3-4157 0</inkml:trace>
  <inkml:trace contextRef="#ctx0" brushRef="#br0" timeOffset="71597.419">19446 2267 1736 0,'0'0'11313'0,"0"0"-9841"0,0 0-500 15,0 0 484-15,0 0-216 0,0 0 92 16,81 28-256-16,-65-19-360 0,-4 4-83 0,-1 3 119 15,2 3-364-15,-6 3-160 0,1 7-44 16,-8 3-28-16,0 6 0 0,-4-3-12 16,-3 3-8-16,-6 0-4 0,1-6 0 15,5-3 24-15,-1-11-48 0,3-8-60 16,5-4-44-16,0-3-4 0,0-3-8 16,0 0-64-16,5-6-108 0,7-7-108 0,3-2-52 15,1-7-60-15,12-8-144 0,4 3-228 16,0-3-177-16,8 2-823 0,-9 6-2044 15,18-7-3257-15</inkml:trace>
  <inkml:trace contextRef="#ctx0" brushRef="#br0" timeOffset="71896.962">20136 2381 7796 0,'0'0'6853'0,"0"0"-4265"15,0 0-1424-15,-76 82 272 0,44-50 212 0,4 3-107 16,1-2-249-16,7-8-352 0,7-6-448 15,6-10-356-15,3 1-136 0,4-8-84 16,0-2-12-16,4 0-96 0,8 0-36 16,4-7-72-16,8-7 80 0,4-2-116 0,-4-6-148 15,4-3-20-15,-5 2 104 0,-3 4 36 16,1 3 36-16,-6 3 64 0,-3 7 32 16,-7 2 23-16,-2 4 209 0,1 4 36 15,0 2 317-15,-4 3 99 0,0 4 44 16,0 6-88-16,0 0-32 0,0 0-36 15,0 0-76-15,0-2-172 0,0-2-92 16,12-5-96-16,-4-2-48 0,8-3 12 16,4-3-4-16,-1-2-224 0,2 0-244 15,3-2-208-15,4-5-161 0,-4 1-1339 0,-1 0-2964 16,9-1-4381-16</inkml:trace>
  <inkml:trace contextRef="#ctx0" brushRef="#br0" timeOffset="72263.986">20698 2400 8840 0,'0'0'7485'0,"0"0"-6089"16,0 0 132-16,-80 3 88 0,57 10-279 15,-5 9-213-15,0 7-36 0,4 2-220 16,3 4-156-16,6 3-256 0,3-6-144 16,4-3-144-16,8-4-156 0,0-9-12 15,0-7-8-15,12-5-160 0,0-4 0 16,8-4-36-16,4-15 0 0,8-3-60 15,-5-12-196-15,5-4-104 0,5-7-88 16,-6-6 96-16,5-1-48 0,0 0-220 16,-4-9-453-16,-1-2-211 0,-3-5-312 15,0 2-88-15,-7-1 692 0,-2 7 892 0,-6 9 304 16,-2 10 472-16,-7 16 660 16,0 9 48-16,0 9-128 0,-4 7-40 0,0 4-264 15,-4 8-164-15,-4 11 160 0,-8 8-87 0,4 11-13 16,-3 9 408-16,-2 5-196 0,-3 5-60 15,5 6-268-15,-6 2-224 0,2-2-172 16,-1 0-132-16,3-7 0 0,6-6-264 16,3-10-172-16,8-8-224 0,0-11-248 15,8-10-288-15,12-11-833 0,-5-4-2543 16,17-13-2901-16</inkml:trace>
  <inkml:trace contextRef="#ctx0" brushRef="#br0" timeOffset="72415.228">21192 2445 8008 0,'0'0'8493'0,"0"0"-6593"0,0 0-1028 16,-8 82 644-16,-4-51 201 0,-4 2 11 16,5-5-440-16,-2-2-684 0,2-8-456 15,3-5-148-15,-1-3-228 0,5-7-184 0,-3-3-224 16,7 0-340-16,-4-7-332 16,0-2-1761-16,-5-13-4319 0</inkml:trace>
  <inkml:trace contextRef="#ctx0" brushRef="#br0" timeOffset="72548.359">21040 2273 7340 0,'0'0'10033'16,"0"0"-7837"-16,0 0-1448 0,0 0 212 15,0 0-23-15,0 0-297 0,81 6-156 16,-66-3-328-16,1 1-156 0,0 2-532 16,4 0-500-16,4 0-233 0,0 4-743 15,-4-3-2104-15,19-1-1989 0</inkml:trace>
  <inkml:trace contextRef="#ctx0" brushRef="#br0" timeOffset="72724.19">21559 2381 4636 0,'0'0'9125'0,"0"0"-6309"16,0 0-1104-16,-28 76-116 0,7-44 4 15,-2 3-59-15,-5 4-201 0,4-2-196 0,4-2-480 16,4-7-304-16,4 1-204 0,4-4-156 16,8-3-44-16,0-5-4 15,0-2-36-15,13-2-48 0,2-3-36 0,9-1-196 16,0-9-104-16,8 0-24 0,4 0 8 15,0-9-48-15,3-4-312 0,2 1-553 16,-9-1-1511-16,11-4-4436 0</inkml:trace>
  <inkml:trace contextRef="#ctx0" brushRef="#br0" timeOffset="73180.927">22049 1963 7552 0,'0'0'5837'0,"0"0"-4973"0,0 0-396 16,0 0 276-16,0 0 376 0,0 0-136 15,0 0 64-15,0 0-40 0,0 110-64 16,-12-44-324-16,-4 8-24 0,-1 8 205 0,2 4-245 15,7-4-48-15,-4-1-72 0,8-6-76 16,4-8-184-16,0-9-176 0,0-11-12 16,4-12-48-16,4-10-60 0,4-9 12 15,-4-7-84-15,8-9-220 0,-1-3-132 16,2-10-96-16,-6-6-28 0,6-9-365 0,-9-1-987 16,-1-3-1068-16,-7 10-1997 0,0-13-1063 0</inkml:trace>
  <inkml:trace contextRef="#ctx0" brushRef="#br0" timeOffset="73324.253">21798 2413 588 0,'0'0'6856'0,"0"0"-275"0,0 0-4929 16,0 0-720-16,0 0 52 0,0 0-56 15,0 0-240-15,-4-64 84 0,40 54 144 16,7 1-308-16,9 0-159 0,8-4-85 16,0 3-72-16,4-2-112 0,-1 2-168 0,1 1-12 15,-4-1-120-15,0 4-472 0,3 6-529 16,-7 0-443-16,-12 0-1520 0,15 3-5053 15</inkml:trace>
  <inkml:trace contextRef="#ctx0" brushRef="#br0" timeOffset="73697.441">23240 2426 5124 0,'0'0'5540'0,"0"0"-4315"0,0 0-1049 16,0 0-172-16,0 0 796 0,0 0 1068 15,0 0-16-15,0 0-400 0,0 0-380 16,0 0-300-16,0 0 464 0,40 47-143 16,7-31-329-16,5-1-316 0,4-8-220 0,0-4-108 15,4-3-48-15,-9-10-72 0,1-5-8 16,0-4-40-16,-4-6-180 0,0-10-280 16,-1-1-244-16,-2-1-37 0,-6-2-235 15,-7 1-1208-15,-12 13-3168 0,-12-7-4293 0</inkml:trace>
  <inkml:trace contextRef="#ctx0" brushRef="#br0" timeOffset="73867.413">23607 2130 9412 0,'0'0'5457'0,"0"0"-4173"16,-33 96-532-16,22-49 292 0,-1 17 520 0,3-1 204 15,-2 4-287-15,3-4-549 0,4 1-592 16,0-10-280-16,4 0-60 0,0-10-148 15,4-6-308-15,8-9-260 0,4-7-144 0,11-12-77 16,10-7-235-16,6-6-428 0,6-16-904 16,-14 3-3065-16,16-23-3463 0</inkml:trace>
  <inkml:trace contextRef="#ctx0" brushRef="#br0" timeOffset="74079.768">24057 2724 2824 0,'0'0'12177'0,"0"0"-10445"0,16 70-972 16,-12-51 216-16,7 0 388 0,2-10-32 15,2-5-555-15,2-4-341 0,11-10-84 16,-1-9-72-16,5-9-160 0,0-4-120 16,-1-7-100-16,-3 1-144 0,-7 4 100 0,-1 5 36 15,-12 4-52-15,-5 9 16 0,-3 4 72 16,-11 1 72-16,-9 8-172 0,-12 3-45 16,-8 0-3-16,-4 7 12 0,-7 8-72 15,-5 5-156-15,-4 5-176 0,4 7-416 0,0-1-1116 16,16-6-3092-16,-19 20-5497 0</inkml:trace>
  <inkml:trace contextRef="#ctx0" brushRef="#br0" timeOffset="75407.655">15092 4219 4136 0,'0'0'12173'0,"0"0"-10285"0,0 0-1764 15,0 0 212-15,99 19 460 0,-50-12 332 16,7-4-264-16,-5 0-355 0,1-3-289 16,0 0-124-16,-5-6-88 0,1-7-8 15,0-3-72-15,-4-6-413 0,-4-6-147 0,-1-4 8 16,-2-4-208-16,-10-2-1088 16,-3 10-3380-16,-8-20-4705 0</inkml:trace>
  <inkml:trace contextRef="#ctx0" brushRef="#br0" timeOffset="75606.443">15483 3870 3300 0,'0'0'10473'0,"-45"76"-8713"15,26-26-740-15,-1 18 508 0,0 10-76 16,4 6 112-16,4 4-435 0,4-1-401 16,4-4-256-16,4-6-208 0,0-6-264 15,8-14-12-15,8-15-228 0,3-17-392 16,9-20 64-16,4-7 288 0,5-23-25 15,6-13-227-15,-3-13-300 0,4-10-996 16,-8-9-1176-16,4-2-2045 0,-12 14 841 16,11-31-1660-16</inkml:trace>
  <inkml:trace contextRef="#ctx0" brushRef="#br0" timeOffset="76180.915">15969 3577 4744 0,'0'0'7693'0,"0"0"-4913"0,0 0-1320 15,0 0-480-15,0 0 132 0,0 0 68 16,-9 74-120-16,-2-16-244 0,-2 10-111 0,2 15 299 15,-1 10-328-15,0 5-244 0,-4 0-116 16,4 7-124-16,0 0-192 0,4-7 0 16,1-6-48-16,2-12-48 0,1-20-244 15,4-18 16-15,4-17-12 0,4-20-28 16,12-5 48-16,0-14 4 0,8-22-100 16,4-11-24-16,4-10 23 0,-8-10-87 15,3 0 0-15,-3 4-108 0,-4 2 68 16,0 10 320-16,-8 13 108 0,-1 13 112 0,-2 9 280 15,-9 13 136-15,0 3-124 0,0 13 308 16,-4 12 176-16,0 7-119 0,-4 10-209 16,-4-2-60-16,0 5 0 0,3-4 44 15,2-6-116-15,3 0-188 0,0-10-128 16,0-2-156-16,3-4-400 0,6-7-304 16,-1-8-96-16,3-4 31 0,2 0-139 15,2-13-532-15,2-3-340 0,-2-1-32 16,2 5 668-16,-6 3 1200 0,6 9 100 0,-6 0 700 15,6 13 352-15,-6 0 96 0,6 3-8 16,-2-4-112-16,1 1-16 0,0-7-44 16,4-3-148-16,-1-3-116 0,2-15-119 15,3-8-125-15,4-8-184 0,-5-11-164 0,1 1-48 16,0-4-64-16,-4 4-48 0,-4 3-24 16,-4 9-112-16,-8 4 16 0,0 9 84 15,-4 10 76-15,-12 2 4 0,-4 4-96 16,-8 10 76-16,0 9 24 0,-8 9 172 15,4 8 8-15,-4 5 28 0,5 3-16 16,-1 4 36-16,4 2 64 0,4-2 204 16,4-3-136-16,4-4-212 0,8-2-148 15,0-8-132-15,4-5-252 0,12-4-136 16,4-9 48-16,12-4 60 0,4-9 36 16,11-3 72-16,6-10-181 0,3-6-247 15,3-3-624-15,5-3-988 0,-12 6-2436 0,23-4-2473 0</inkml:trace>
  <inkml:trace contextRef="#ctx0" brushRef="#br0" timeOffset="76914.405">17857 4295 8264 0,'0'0'5285'0,"0"0"-3825"0,0 0-432 15,0 0 76-15,88 16 220 0,-65 9-20 16,-2 10-84-16,-10 10-331 0,2 6-369 15,-9 3-144-15,-4 3-156 0,0-6-64 0,0-7-148 16,0-6-8-16,0-9-48 0,0-10-96 16,0-12-208-16,0-7-36 0,11-5 12 15,2-9 191-15,2-16 5 0,5-3-4 16,4-9-132-16,-4-3-60 0,0 1 96 16,0-4 108-16,-4 10 96 0,-4 3 76 15,4 10 0-15,-9 9 136 0,2 9 48 0,-5 7-124 16,0 0 76-16,-4 10 192 0,0 9 108 15,0 3-68-15,0 7-67 0,0-1-45 16,0 4-24-16,-4-7 44 0,0-6-68 16,4-5-100-16,0-8-64 0,0-3-44 15,4-3 0-15,8-7-36 0,0-5 36 16,7-7 0-16,6-6-128 0,-1 2-68 16,-1 2 40-16,-3 4 72 0,4 4-12 15,-4 7 8-15,0 3-32 0,0 3 64 16,-5 9 56-16,6 4 156 0,-5 6 172 15,0 6 12-15,-5 0-52 0,2 5-8 0,2 1 56 16,-2-2 376-16,-2-4-300 0,6 3-184 16,-6 2-144-16,1-5-84 0,0-3-140 15,0-6-308-15,4-4-104 0,0 1-4 16,8-7-48-16,0-2-28 0,4-4-241 0,4-6-907 16,-9-4-2508-16,21-20-3177 0</inkml:trace>
  <inkml:trace contextRef="#ctx0" brushRef="#br0" timeOffset="77233.233">19204 4349 7644 0,'0'0'8753'16,"0"0"-7073"-16,0 0-796 0,0 0 244 15,-91 26-40-15,54 2 137 0,-3 14 59 16,1 2-136-16,3 7-248 0,4 3-224 16,4-3-100-16,8-10-240 0,9-10-168 0,7-1-168 15,-1-16-64-15,5 0-20 0,5-8-72 16,2-6-96-16,9 0-48 0,4-9-36 15,4-10-12-15,0-6-76 0,8-7-68 16,-5-4-76-16,1-1-12 0,-4-2 0 16,0 4-48-16,-3 3 180 0,-2 7 216 0,-3 3 51 15,-4 9 181-15,-4 7 0 16,-4 6 305-16,0 0 107 0,4 13 60 0,-4 2 120 16,0 11-144-16,0 3-40 15,4 5-44-15,-8 1 8 0,8 0 12 0,-4 4-56 16,0-7-204-16,3-5-124 0,2-4-280 15,-1-7-284-15,0-7-40 0,-1-9-48 16,6 0-60-16,-2-9-292 0,-3 0-1801 16,5-21-5555-16</inkml:trace>
  <inkml:trace contextRef="#ctx0" brushRef="#br0" timeOffset="77412.971">19463 4382 13357 0,'0'0'5400'15,"0"0"-4320"-15,20 69 8 0,-12-36 405 16,3 4 107-16,2-2-240 0,2-3-696 0,6-7-508 16,7-3-156-16,-4-9-236 15,8-4-260-15,-1-9-204 0,1-3-20 0,4-13-164 16,0-6-681-16,-8 3-2427 0,7-19-3773 16</inkml:trace>
  <inkml:trace contextRef="#ctx0" brushRef="#br0" timeOffset="77565.151">19854 4286 12525 0,'0'0'6120'0,"0"0"-5236"0,-73 67-164 16,38-32 584-16,-9 12-7 0,-4 7 83 15,-3 4-416-15,-1 2-448 0,-4-3-176 16,7-4-184-16,-2-2-156 0,11-3-180 16,4-10-292-16,4-3-224 0,13-10-160 15,3-5-160-15,8-7-477 0,8-11-1283 16,0-2-4028-16</inkml:trace>
  <inkml:trace contextRef="#ctx0" brushRef="#br0" timeOffset="77761.904">20164 4309 13121 0,'0'0'4976'0,"0"69"-4064"0,-8-24-164 16,0 9 460-16,-4 5 213 0,0 2-77 15,4-4-596-15,8-6-556 0,-4-9-192 16,4-11-300-16,4-8-376 0,0-11-256 16,5-9-109-16,-2-3-387 0,-3-6-1364 15,4-23-4485-15</inkml:trace>
  <inkml:trace contextRef="#ctx0" brushRef="#br0" timeOffset="77895.92">20184 4026 8584 0,'0'0'10317'0,"0"0"-8309"0,0 0-1496 0,0 0-320 0,0 0-188 16,0 0 144-16,0 0-148 0,0 0 0 15,0 0-208-15,0 0-436 0,95 0-468 16,-78 6-772-16,-1 13-3676 0</inkml:trace>
  <inkml:trace contextRef="#ctx0" brushRef="#br0" timeOffset="78397.97">20483 4509 14545 0,'0'0'4584'15,"0"0"-3356"-15,0 0 256 0,-8 82-331 0,0-57-65 16,3-3-364-16,2-6-484 16,-1-3-228-16,4-3-12 0,0-3-8 0,4-5-88 15,8-2-100-15,4-7-248 16,8-8-16-16,0-7-48 0,8-4-120 0,0-6-48 15,-1 4-105-15,-3 3-155 0,0 5 104 16,-8 7 448-16,0 4 224 0,-9 6 156 0,2 3 4 16,-9 0 356-16,-4 6 172 0,0 11 340 15,-4 2-52-15,-5 2-243 0,-2 5-89 16,3 0-12-16,-5-4-36 0,6 0-160 16,3-7-108-16,4-2-168 0,0-7-80 15,0-1-76-15,4-5-196 0,3 0-168 16,14-7 36-16,-1-6 12 0,4-6-41 15,3-3-155-15,1 0-164 0,0 3-284 16,4-2-156-16,-4 7 700 0,0 3 572 0,0 3 160 16,-8 1 288-16,-1 3-52 15,-2 4 112-15,-2 4-40 0,-6 3 84 0,-1 5 84 16,-4 7-12-16,3 0-16 0,-3 6 49 16,-4 1 59-16,4-1-52 0,-4-2-144 15,5-2-216-15,-1-5-196 0,0-2-104 0,3-6-4 16,6-4-12-16,-2-2 4 0,5-2-124 15,4-6-88-15,0-6-152 0,0-7-88 16,4 0-120-16,0 0-28 0,0-3-109 16,-1 0-259-16,1-4-508 0,0-3-936 15,-3-3-1456-15,-6 7 627 0,9-29-1907 0</inkml:trace>
  <inkml:trace contextRef="#ctx0" brushRef="#br0" timeOffset="78586.581">21622 3763 6352 0,'0'0'1948'0,"0"0"2773"0,0 0-3549 0,0 0-628 16,0 0 200-16,0 0 600 0,0 0 20 16,-15 75-192-16,6-53-412 0,1 4-224 15,-3 5 12-15,2 8 217 0,-2 8-109 16,-1 7-160-16,-1 10-72 0,6 3 96 16,-5 5-88-16,-4 4-228 0,4 4-204 15,0-7 0-15,0-6-300 0,8-7-136 16,0-9-156-16,4-9-132 0,0-9-285 0,8-7-451 15,-4-6-1572-15,12-5-3577 0</inkml:trace>
  <inkml:trace contextRef="#ctx0" brushRef="#br0" timeOffset="80152.164">21347 4464 1120 0,'0'0'368'0,"0"0"112"16,0 0 3764-16,0 0-2460 0,0 0-516 0,0 0-272 16,0 0 461-16,0 0-229 0,0 0-424 15,-88-13-80-15,73 29-120 0,-1 3-60 16,0 6 8-16,0 6 52 0,4 2-32 15,0-1-100-15,8-1-128 0,0-9-120 0,0-3-100 16,4-6-52-16,0-7-72 16,4-6-112-16,4 0 64 0,4-2 48 0,4-8 12 15,4-6-12-15,0-3-236 0,-1-6-108 16,2 0-16-16,-1-1 124 0,-8 0-36 16,4 8 108-16,-8 1-8 0,-1 8 96 15,-3 2 24-15,0 5-52 0,-4 2 104 16,4 6 164-16,-4 9 108 0,0 4 152 15,5 4-12-15,-5 6-128 0,0 2 12 16,0 1 12-16,4 1-112 0,-4-6-24 0,4-2-172 16,-1-8 0-16,9-4-196 0,-3-4-76 15,6-9-344-15,2 0-68 0,6-7-188 16,1-8-676-16,-4 2-2405 0,12-13-3703 0</inkml:trace>
  <inkml:trace contextRef="#ctx0" brushRef="#br0" timeOffset="80435.852">21826 4429 1068 0,'0'0'11553'0,"0"0"-9189"16,0 0-1100-16,-17 76-220 0,6-41 220 16,3 3-172-16,-8-3-284 0,8 3-368 15,-5-5-260-15,6-8-124 0,3-6-56 16,0-7-100-16,4-3-312 0,0-9-348 16,0 0-196-16,4-7-80 0,7-7-456 15,-2-3-1404-15,3-21-3877 0</inkml:trace>
  <inkml:trace contextRef="#ctx0" brushRef="#br0" timeOffset="80584.95">21834 4134 4348 0,'0'0'7097'16,"0"0"-5341"-16,0 0-916 0,0 0-16 15,0 0 356-15,0 0-136 0,0 0-548 16,0 0-496-16,0 0-224 0,0 0-860 15,0 0-656-15,71 22-2821 0</inkml:trace>
  <inkml:trace contextRef="#ctx0" brushRef="#br0" timeOffset="81498.622">22459 3965 4820 0,'0'0'7465'0,"0"0"-6277"0,-19 89-412 15,10-48 636-15,1 13 280 0,-3 0-48 0,-6 0-480 16,6 3-492-16,-2-3-356 0,-2 1-100 16,7-8-140-16,-1-6-68 0,5-10-8 15,4-5-48-15,0-10-16 0,0-6-56 16,0-3-136-16,4-5-196 0,-4-2-84 16,0 0-100-16,0-2 20 0,-8-5-100 15,-3 1-564-15,-6-7-756 0,2 4-640 16,-5-4-229-16,4 0-95 0,-4 4 448 15,0-5 532-15,-4 2 2020 0,4-1 1852 16,4-2 1336-16,1 2-512 0,2 0-531 16,5 0-365-16,8 7-56 0,0 0-272 0,0-1-244 15,13 4-432-15,2-3-120 0,9-3 80 16,8-4-164-16,4 0-288 0,3-1-164 16,6-1-120-16,-2 0-8 0,6-2-64 15,-6-2-76-15,5 8-400 0,-4-3-152 16,-5 4-12-16,2 4-92 0,-9 6-180 0,-4 3-172 15,-9 13 8-15,-3 3 580 0,-12 6 568 16,-4 4 480-16,0 7 504 0,-8-2 24 16,-4 7 116-16,-4-2 48 0,4 5-188 15,-4-2-152-15,0-1-172 0,4-4-164 16,5-1-167-16,3-8-169 0,4-3-160 16,0-2-64-16,15-4-8 0,6 0 12 15,3 0 52-15,3 0-4 0,5 0 4 16,-1 6-101-16,2 4 37 0,-6-1 72 0,1 11 52 15,-11-1 8-15,-2 3 13 0,-6 1 95 16,-5-1-8-16,-4 0 8 0,-13-3 16 16,-6-3-40-16,-5-7-84 0,-1-3-48 15,-3-6 36-15,-3-5-48 0,3-11-76 16,0-3-20-16,5 0 12 0,-2-10 84 16,5-5 132-16,5-4 48 0,-2-6-56 0,6-8-100 15,3-8-24-15,-1-3-256 16,9-11-44-16,0-2-100 0,4 0 59 0,16 3 97 15,8 0 48-15,8 3-36 0,9 4 124 16,2 3-172-16,1 2-196 0,7 1-76 16,-3 6-480-16,-4 3-1040 0,-8 13-2276 15,12-6-3269-15</inkml:trace>
  <inkml:trace contextRef="#ctx0" brushRef="#br0" timeOffset="82030.415">24120 4298 11101 0,'0'0'6024'0,"0"0"-4612"16,0 0-784-16,-99 96-152 0,71-52-60 16,4 7 428-16,-4 2 153 0,12-1-401 15,0-8-296-15,12-9-200 0,4-12-100 16,0-8-72-16,8-9-56 0,12-6 128 16,8-6 0-16,4-16-48 0,8-7-160 15,4-8-80-15,-1-8-177 0,2 1 29 16,-6-1 24-16,-3 7 104 0,-8 6 76 15,-4 4-48-15,-5 5-76 0,-10 11-48 0,-9-2-12 16,-4 8 316-16,-16 4 100 16,-4 2 76-16,-8 0 84 0,-4 6 120 15,1 7 52-15,3 0 24 0,4 3-184 0,7-4-120 16,6 4-52-16,2-3-184 0,6-4-540 16,7 1-544-16,4-4-1596 0,16-3-1593 15,8 0 465-15,11-3 1884 0,10-3 2108 0,-2 0 2332 16,9 0 380-16,0 0 133 0,-5 3 11 15,-3 0-736-15,-4 0-296 0,-4 0-368 16,0 0-287-16,-5-4-357 0,-3-8-376 16,4-4-256-16,0-6-120 0,0-10-60 15,0 0-432-15,0-8-464 0,-4-2-285 16,-1 1-447-16,-6 11-1356 0,-1-13-3749 0</inkml:trace>
  <inkml:trace contextRef="#ctx0" brushRef="#br0" timeOffset="82274.503">24655 3946 3332 0,'0'0'9909'16,"0"0"-7193"-16,0 0-1972 0,-45 99-184 16,38-58 284-16,3 10 548 0,4 0 208 15,0 9-375-15,0 3-485 0,8 8-244 16,-1 1-148-16,-7 8-92 0,4 2-112 16,-4 0-140-16,-4 1 56 0,-7-3 12 15,3-1-60-15,-5-9-12 0,2-10 4 0,-2-6-4 16,-2-6-72-16,-5-10-60 0,0-3 48 15,-4-13-72-15,0-3 8 0,0-9-44 16,-8-8-148-16,4-2-92 0,-4-2-68 16,0-10 124-16,1-8 147 0,7-6-75 15,0-9-112-15,8-12-680 0,8-11-1032 16,1 11-3932-16,7-43-5293 0</inkml:trace>
  <inkml:trace contextRef="#ctx0" brushRef="#br0" timeOffset="82557.767">25950 3838 3752 0,'0'0'808'0,"0"0"5833"15,0 0-3913-15,0 0-672 0,-92 67-60 16,72-26-384-16,3 7-196 0,6 9-271 15,-1 6-9-15,-4 7-460 0,8 3-276 16,-8 1-172-16,4-2-84 0,1-5-136 16,-2-1-8-16,1-8-84 0,5-10-336 15,2-11-40-15,1-5 0 0,4-12 28 16,9-11-4-16,6-9 24 0,9-4-173 16,4-15-219-16,4-12-716 0,4-10-1192 15,3-3-1696-15,-11 4-1605 0,8-19 14 0</inkml:trace>
  <inkml:trace contextRef="#ctx0" brushRef="#br0" timeOffset="82829.427">26120 4051 6216 0,'0'0'8877'0,"0"0"-6113"16,0 0-1544-16,0 0-424 0,0 0-12 0,0 0 248 15,0 0 1-15,0 0 67 0,25 70-400 16,-22-35-252-16,1-3-196 0,0-4-252 16,5-2-40-16,6-8-32 0,2-5-144 15,2-2-40-15,9-11 100 0,4 0 96 16,4-14-24-16,0-5-48 0,4-9 36 15,-1-1 36-15,-3-3-16 0,-4 4-80 16,0-4-24-16,-4 7-88 0,0-1 112 16,-8 10 60-16,-1 4-12 0,-2 5 24 0,-2 7 84 15,-2 13 60-15,-2 12 364 0,2 10-40 16,-2 10-92-16,-3 5-64 0,-4 8-24 16,5-2-12-16,-6 5-92 0,1-1-100 15,-4-2-364-15,4-4-672 0,0-7-432 16,0-2-837-16,0-17-3135 0,8 7-3805 0</inkml:trace>
  <inkml:trace contextRef="#ctx0" brushRef="#br0" timeOffset="85515.363">27137 6128 11925 0,'0'0'4852'0,"0"0"-3760"0,0 0-744 0,0 0 180 16,111-77 612-16,-55 30-196 0,12-14-216 16,11-9-227-16,9-9-177 0,7-4-80 15,6-5-16-15,-2-1-72 0,4 0-156 16,-3 5-96-16,-5 7 92 0,-3 3 0 15,-4 0-48-15,-8 8-80 0,-9 9-36 0,-7 5-304 16,-16 12-41-16,-12 8-35 0,-16 13-96 16,-8 6 68-16,-8 7-88 0,-4 6-256 15,-12 0-620-15,-8 13-932 0,-1-4-1713 16,-22 21-1179-16</inkml:trace>
  <inkml:trace contextRef="#ctx0" brushRef="#br0" timeOffset="85717.789">27331 6169 11777 0,'0'0'4608'15,"0"0"-3488"-15,0 0-996 0,0 0 112 16,0 0 628-16,108-3 436 0,-44-27-236 16,16-14-396-16,7-13-363 0,13-10-185 15,0-5-68-15,3-4-52 0,1-4-168 0,-4 4-161 16,-5 0-195-16,-7 3-120 0,-9 9-188 15,-14 4-384-15,-14 5-1300 0,-19 17-2621 16,-16-12-4375-16</inkml:trace>
  <inkml:trace contextRef="#ctx0" brushRef="#br0" timeOffset="85958.645">27547 5109 4548 0,'0'0'9465'16,"0"0"-8569"-16,0 0-440 0,52 101 400 16,-20-50 764-16,7 9-328 0,2 13-128 15,-2 10-528-15,1 8-428 0,-4 8 72 16,0 2-160-16,-4 1-120 0,0-6-8 0,-4-8-64 16,0-11-160-16,4-14-304 15,-1-15 72-15,5-13 72 0,0-14 88 0,0-14-92 16,-1-7-292-16,-3-13-364 0,0-18-940 15,-8 5-2408-15,0-34-3449 0</inkml:trace>
  <inkml:trace contextRef="#ctx0" brushRef="#br0" timeOffset="86149.61">28097 4711 7492 0,'0'0'6833'16,"0"0"-5721"-16,0 0-1036 0,0 0-28 15,0 0 632-15,-12 118 740 0,24-49-148 16,4 14-328-16,3 13-344 0,2 5-232 16,-1 5-196-16,-1 1-172 0,-3 0-340 15,5-5-380-15,-10-4-64 0,10-8-216 0,-6-11-640 16,1-22-2604-16,4 10-2873 0</inkml:trace>
  <inkml:trace contextRef="#ctx0" brushRef="#br0" timeOffset="87155.773">9952 7864 8928 0,'0'0'4593'0,"0"0"-3477"0,0 0-396 0,0 0-256 15,0 0 292-15,0 0 240 0,0 0-84 16,80 14 296-16,-24 1-172 0,12 7-220 15,11-1-231-15,5 6-113 0,0-2-208 16,0-3-128-16,-1-3-52 0,-7-3 12 0,-1-10-88 16,1-6-8-16,-8 0-4 0,-1-6-68 15,-3-7-12-15,-4-2-268 0,-8 2-264 16,-9-3-225-16,-7 3-367 0,-12 4-1292 16,-16 6-4293-16</inkml:trace>
  <inkml:trace contextRef="#ctx0" brushRef="#br0" timeOffset="87365.922">10128 8487 4712 0,'0'0'9921'0,"0"0"-8437"16,0 0-680-16,0 0-60 0,0 0 84 16,0 0-112-16,0 0 288 0,135-19-16 15,-59 8-295-15,3 3-281 0,9-3-228 16,0 2-4-16,-4 0-136 0,-5-1-44 0,-3-3-240 15,-12-2-344-15,-4-1 35 16,-13 0 1-16,-3-3-160 0,-8-4-284 0,-12 2-972 16,-9 5-2608-16,-11-10-4225 0</inkml:trace>
  <inkml:trace contextRef="#ctx0" brushRef="#br0" timeOffset="87630.191">10379 7597 5500 0,'0'0'8585'16,"0"0"-7689"-16,0 0-780 0,0 0 724 16,91-6 488-16,-42 22-200 0,6 6-144 15,8 3-104-15,1 10-112 0,8 10-184 16,0 6-364-16,-5 2-171 0,-3 12-45 16,-8 1-4-16,-8 8-12 0,-12 1-209 15,-4 1-71-15,-12 1 64 0,-12-5 44 0,-8 2 112 16,0-1 64-16,-17-3-92 0,-6-1-92 15,-9-5-80-15,-8-4 52 0,0-6 24 16,-8-6-60-16,-3-7-172 0,-1-6-300 16,0-6-448-16,4-7-956 0,9-7-1988 15,-10-2-2453-15</inkml:trace>
  <inkml:trace contextRef="#ctx0" brushRef="#br0" timeOffset="88138.866">13264 7750 6704 0,'0'0'3256'0,"0"0"-403"15,0 0-1465-15,0 0-588 16,0 0 152-16,0 0 276 0,0 0 24 0,-4 76-120 16,-5-24-348-16,1 11-308 0,-3 15-160 15,-6 14-36-15,2 4-28 0,-1 9-116 16,-9 0-15-16,2 3-9 0,-1-4-100 0,0-5-12 15,0-7-12-15,0-13-100 0,8-15 52 16,0-17-197-16,8-14-35 0,8-19-132 16,0-9-260-16,0-5-184 0,13-19-80 15,2-11-428-15,9-14-976 0,-8 6-1733 16,16-42-2115-16</inkml:trace>
  <inkml:trace contextRef="#ctx0" brushRef="#br0" timeOffset="88515.152">13391 7791 11325 0,'0'0'4000'0,"0"0"-3408"16,0 0-148-16,0 0 228 16,0 0 100-16,0 0-380 0,0 0 484 0,79 38 140 15,-55 16-280-15,0 10-128 0,0 15 1 16,-4 6-113-16,0 11-208 0,-4-4-164 16,0-3-64-16,4-9-60 0,-4-14-8 15,4-18-112-15,4-17 68 0,-1-12 40 0,1-13-48 16,4-8 48-16,0-17 0 0,0-16-216 15,-4-9-76-15,4-11-73 0,-5-4 121 16,-6-5 136-16,-2-3-8 0,-2-2 128 16,-5-5 8-16,-5-2-8 0,1 3-24 15,-4 3-156-15,0 10 180 0,4 13 4 16,1 14 104-16,-1 17 76 0,3 10-136 16,1 6-48-16,5 6 0 0,2 16 140 15,5 7 117-15,5 13-113 0,-2 5 16 16,-3 10-16-16,4 7 4 0,-5 1-16 15,2 9-28-15,-5 0-100 0,0-5-8 0,-5 1-88 16,9-13-308-16,-8-5-221 0,4-11-71 16,5-10 44-16,-10-3-96 0,6 1-268 15,-6-6-436-15,-3-8-1244 0,4 1-2625 0</inkml:trace>
  <inkml:trace contextRef="#ctx0" brushRef="#br0" timeOffset="88932.405">14969 8169 1760 0,'0'0'8916'0,"0"0"-7691"16,0 0 171-16,91 0 404 0,-47 3 8 16,0 3-408-16,-1-2-404 0,-2 2-368 15,-2-6-252-15,-3 3-144 0,0-3-228 16,-8 0-4-16,0-6-60 0,-4-1-96 16,-5-2-496-16,-2 3-268 0,-6-1-340 15,-2 1-1108-15,-5 6-2813 0,-8 0-2615 0</inkml:trace>
  <inkml:trace contextRef="#ctx0" brushRef="#br0" timeOffset="89113.201">15100 8410 12897 0,'0'0'2344'0,"0"0"-1652"0,0 0-300 0,0 0 356 16,0 0 616-16,35 64-96 0,-7-48-364 15,4 2-368-15,13-4-112 0,-2-5-71 0,9-2-109 16,0-4-172-16,3-3 0 15,5-10-72-15,0-9-84 0,0-3-341 0,-4-11-183 16,4-7-244-16,-1-2-192 0,-3 1-816 16,-12 6-2660-16,4-15-4169 0</inkml:trace>
  <inkml:trace contextRef="#ctx0" brushRef="#br0" timeOffset="89429.69">16260 7838 13877 0,'0'0'2936'0,"0"0"-1780"15,0 0-612-15,87 36-116 0,-59-24-8 16,-5-2 240-16,2 0-196 0,-5-5-316 0,0 2-88 16,-4-3-60-16,0 2-12 15,-4 0-60-15,-5 1-4 0,1 2 16 0,-3 1-184 16,-1-1 12-16,-4-3 48 0,0 4 100 15,-4-4 20-15,-5-3-192 0,5-3-76 16,-3 0-48-16,-1 0-88 0,-1-6-40 16,5 0 100-16,0-4 208 0,4 1-64 15,0-1-60-15,0 0-28 0,4 3 0 16,0 5 52-16,5-1 60 0,-5 3 0 16,3 0-164-16,-3 0-1032 0,0 0-500 15,5 0-973-15,-9 0-1947 0</inkml:trace>
  <inkml:trace contextRef="#ctx0" brushRef="#br0" timeOffset="89713.001">16224 7969 6412 0,'0'0'7393'0,"0"0"-6557"0,0 0-836 0,0 0-164 16,0 0 164-16,0 0 756 0,4 99 528 15,-4-45-176-15,0 6-488 0,0 7-92 16,0-1-24-16,0 7-36 0,0 1-200 16,0-2-180-16,-4-2-88 0,0 0-60 15,-5-6-60-15,5-8-248 0,4-12-52 16,0-8-44-16,0-14-80 0,9-9-124 0,3-13-540 15,-1-3-1284-15,-2-7-3305 0</inkml:trace>
  <inkml:trace contextRef="#ctx0" brushRef="#br0" timeOffset="89877.027">16383 8417 13373 0,'0'0'2996'15,"0"0"-2172"-15,0 0-428 0,0 0 592 16,0 0 204-16,0 0-56 0,92 9-432 15,-68-6-472-15,4-3-159 0,0 0-73 16,-1 0-56-16,1-3-117 0,0 1-299 16,-4-5-344-16,-4 3-188 0,-4 1-340 0,-9 3-1164 15,-7 10-2993-15</inkml:trace>
  <inkml:trace contextRef="#ctx0" brushRef="#br0" timeOffset="90064.818">16263 8880 11777 0,'0'0'4608'0,"0"0"-3972"0,0 0-300 16,0 0 96-16,0 0 140 0,0 0 400 16,0 0-104-16,0 0-160 0,80 67-16 15,-40-67-131-15,8-3-369 0,0-10-180 16,4 0-12-16,-1 1-264 0,5-1-189 16,-8 3 41-16,-5 1-612 0,6-1-212 15,-10 3-732-15,-11 5-2308 0,12 2-4397 0</inkml:trace>
  <inkml:trace contextRef="#ctx0" brushRef="#br0" timeOffset="91278.84">16486 7947 732 0,'0'0'10929'0,"0"0"-9253"0,0 0-760 16,0 0-96-16,0 0 404 0,0 0-28 16,0 0-20-16,0 0-208 0,0 0-136 15,0 0-52-15,0 0-75 0,36-58-157 16,-36 58-76-16,0 4 0 0,0-4-16 16,0 0-80-16,0 3-64 0,0-3-92 0,0 0-112 15,5 0-108-15,-1 3-24 0,3-3-12 16,14 7 36-16,2-5 96 0,13 1-24 15,4 4-72-15,3-7-4 0,10 0-68 16,2 0 64-16,-2 0-64 0,-2-3-76 16,-3-1-212-16,-1-1-148 0,-2-2-84 15,-2 1-132-15,-7-1-177 0,-1 4-411 16,-7-2-1208-16,-7 5-3212 0,-10-4-5741 0</inkml:trace>
  <inkml:trace contextRef="#ctx0" brushRef="#br0" timeOffset="92487.506">10577 10662 9276 0,'0'0'5165'16,"0"0"-4569"-16,0 0-220 0,0 0 732 0,129 47 508 16,-69-38-432-16,3-5-12 0,9-4-416 15,-1-7-368-15,1-8-35 0,0-4-145 16,-1-7-124-16,-7 0-24 0,-4 1-60 15,-8-1-120-15,-9 7-377 0,-6 4-223 16,-10 8-96-16,-7 7-252 0,-3 4-660 16,-10 5-1148-16,-11 17-2509 0</inkml:trace>
  <inkml:trace contextRef="#ctx0" brushRef="#br0" timeOffset="92674.876">10901 11024 1500 0,'0'0'10109'16,"0"0"-8213"-16,0 0-1084 0,0 0-68 15,0 0 164-15,0 0-104 0,0 0 252 0,0 0 28 16,0 0-176-16,91 44 276 0,-23-41-271 16,8-3-53-16,3-3-412 0,1-7-304 15,-1-2-144-15,-6-4-136 0,-2-3-92 16,-7 0-196-16,-8-1-220 0,-4-2-181 16,-9 3-323-16,-11 0-1268 0,-8-6-3352 0</inkml:trace>
  <inkml:trace contextRef="#ctx0" brushRef="#br0" timeOffset="92944.568">11307 10287 4652 0,'0'0'8469'16,"0"0"-7149"-16,0 0-320 0,108-6 716 0,-57 6-500 15,5 9-220-15,8 1-212 0,3 5-212 16,-3 4-204-16,4 4-188 0,0 5-180 15,-8 5 0-15,-9 0-12 0,1 6 0 16,-16 2 12-16,-4 4-8 0,-12-1-56 16,-12 7 60-16,-8 3-44 0,-8 10-100 15,-20 2-12-15,-4 4 4 0,-8 4 8 16,-4-5 28-16,-3 0-100 0,-1-5-136 16,0-7-48-16,-4-6-248 0,9-7-296 15,-2-8-712-15,17-14-1148 0,0-7-2877 0</inkml:trace>
  <inkml:trace contextRef="#ctx0" brushRef="#br0" timeOffset="93279.23">13988 10881 16161 0,'0'0'1944'0,"0"0"-1684"15,100 6 108-15,-28-3 124 0,7 0 120 16,9-3 172-16,0 0-164 0,-8-3-400 16,-1-6-88-16,-12-4-132 0,2-6-8 0,-14-6-392 15,1-5-208-15,-4-5-188 0,-9-6-532 16,-6 6-1852-16,-5-16-5113 0</inkml:trace>
  <inkml:trace contextRef="#ctx0" brushRef="#br0" timeOffset="93473.785">14534 10287 9500 0,'0'0'6029'15,"-7"70"-5297"-15,7-16-232 0,3 11 208 16,1 16 748-16,0 5 64 0,4 2-352 16,-4 1-547-16,8 0-221 0,0-6-160 15,0-1-240-15,4-12-48 0,0-10-508 16,4-16-77-16,-4-18 113 0,3-17 128 15,5-14 136-15,1-25-148 0,2-11-564 16,-6 0-1880-16,6-42-4809 0</inkml:trace>
  <inkml:trace contextRef="#ctx0" brushRef="#br0" timeOffset="93845.775">15052 9836 8340 0,'0'0'8625'16,"0"0"-7953"-16,0 0-28 0,32 98 168 0,-24-33 400 15,-4 7 8-15,0 14 89 0,0 8-497 16,0 2-256-16,0 6-40 0,0-1-128 16,0 4-256-16,0-1-132 0,0-1-24 15,0-6-48-15,-4-13-108 0,8-15-172 16,-4-15 124-16,0-23 60 0,4-14 72 16,3-13-24-16,-2-8-232 0,3-15 24 15,4-12 52-15,3-11-28 0,-2-6 28 16,-2-6-64-16,-2 0 35 0,2 3 157 15,-2 4 64-15,-2 9-48 0,1 2 128 16,0 18-52-16,-4 8 56 0,4 10 120 16,0 3 233-16,-4 17 179 0,3 9-84 0,-2 4-96 15,3 9-96-15,-5 2-16 0,2 4 64 16,3-3 20-16,-5 3-72 0,2-7-20 0,3 0-140 16,-5-9-92-16,1-4-48 0,1-11-136 15,-1-8-188-15,3-9-172 0,2-3-84 16,-2-14-64-16,6-8-217 0,2-7-1143 15,-7 4-3244-15,4-13-4925 0</inkml:trace>
  <inkml:trace contextRef="#ctx0" brushRef="#br0" timeOffset="94147.14">15769 10985 9260 0,'0'0'8457'16,"0"0"-7357"-16,0 0-584 0,44 83 20 15,-28-68 552-15,-4-2 237 0,4-6-393 16,0-7-556-16,8-10-136 0,0-9-20 15,4-9-40-15,0-11-180 0,0-4-12 0,-5-6-376 16,1 5-132-16,-4-1 24 16,1 8-12-16,-14 1 120 0,1 11 47 0,-8 3 85 15,-4 9 124-15,-12 3-4 0,-7 8 136 0,-9 2 96 16,-9 2 220-16,6 11-24 0,-5 9 37 16,4 7 71-16,8 9-40 0,0 3-20 15,8 7-108-15,5 6-16 0,2 0-24 16,2 3-36-16,7-3-8 0,-4 0 8 15,8-6-132-15,0-6-24 0,12-8-72 16,8-9 0-16,3-6-36 0,5-9-328 16,4-7-48-16,8-6-36 0,0-13-232 15,-1-10-125-15,1-6-919 0,-8 7-3692 16,8-16-4897-16</inkml:trace>
  <inkml:trace contextRef="#ctx0" brushRef="#br0" timeOffset="94682.437">16570 10744 1240 0,'0'0'1028'0,"0"0"9205"0,0 0-8197 16,0 0-700-16,0 0-360 0,0 0-92 15,0 0 176-15,-11 86 168 0,7-48-104 0,-1 6-151 16,5 3-225-16,0 5-128 0,0-5-112 16,5-2-136-16,2-7-156 0,1-7-144 15,4-6 0-15,0-4-64 0,4-13-8 16,4-4 0-16,0-8 0 0,8-8-112 16,-1-10-8-16,1-10-144 0,0-6-124 0,0-3-180 15,-8-1-12-15,0 2 72 0,-4-2 131 16,-4 3 73-16,-7 4 24 0,-5 7 60 15,0 5 172-15,-13 5 48 0,-7 5 220 16,-3 4 108-16,-9 6-48 0,-9 3-51 16,2 3-129-16,-5 9-28 0,0 8 36 15,4 2 0-15,5 3-8 0,7 4-40 16,4-1-60-16,3 1 0 0,2-4-96 16,6-3-256-16,6-2-341 0,3-7-259 15,0-2-616-15,4-8-1516 0,0-3-3325 16</inkml:trace>
  <inkml:trace contextRef="#ctx0" brushRef="#br0" timeOffset="94915.765">16973 10624 9276 0,'0'0'7265'0,"0"0"-6009"16,0 0-772-16,0 0 132 0,76 69-76 16,-68-40 780-16,-1 6 45 0,-3 2-409 15,4 8-400-15,-3-1-168 0,-5-2-148 16,3 2-180-16,1-2-60 0,-4-7 0 15,4-3-48-15,0-7 48 0,4-6 0 16,-3-7-8-16,2-9-4 0,1-3 4 16,4-9-4-16,4-13 0 0,4-10 8 15,0-5-128-15,4-8-160 0,0-6-168 16,0-3-216-16,-1-1-52 0,1 5-173 16,0 2-967-16,-3 4-1880 0,-6 16-1497 0,5-5-3055 15</inkml:trace>
  <inkml:trace contextRef="#ctx0" brushRef="#br0" timeOffset="95445.672">17459 10715 8128 0,'0'0'7857'0,"0"0"-6569"0,-13 84-544 0,6-51 204 15,3 6 280-15,-4-4 332 0,0 0-299 16,3-7-621-16,2-5-424 0,3-8-216 16,0-2-8-16,0-3-256 0,8-8-196 15,0-2-144-15,4-2-76 0,4-10-37 16,3-7 45-16,5-4-256 0,1-6-536 15,-1 0-280-15,0 1 96 0,3 6 1456 16,-3 3 192-16,-4 2 316 0,-1 9 228 16,-2 4 272-16,-1 2 212 0,-8 2-16 0,0 6-24 15,-1 2-132-15,-3 9-88 0,1-1-120 16,-5 2-187-16,0 5-61 0,0-4-12 16,4-7 48-16,0 1-168 0,-4-6-208 15,4-5-60-15,3-2-48 0,1 0 48 16,5 0-4-16,2-9 4 0,2-7-196 15,7 0-92-15,-1-6-76 0,1 0 0 0,0-3-49 16,0 0 1-16,4-5-4 0,-5 2 76 16,-2-1 24-16,-10-2 56 0,2 1 52 15,-13 3 112-15,0-2-24 0,-13 1 120 16,-2 5 124-16,-9 7 24 0,-1 4 8 16,-3 8 76-16,1 4-36 0,-1 16-12 15,1 9 12-15,2 8-16 0,1 7 52 16,0 2 72-16,9 6-23 0,-2 0 11 15,6 2-40-15,-1 1-8 0,3 0-52 0,2-3 40 16,3-5-76-16,4-1-60 0,0-10-84 16,0-4-12-16,11-9 0 0,2-3-60 15,2-3 60-15,2-3-60 0,2-1-156 16,1-6-40-16,1 0-108 0,-6-3-48 16,5-3-97-16,4-4-87 0,-4-1-40 15,8-9-196-15,-4-2-744 0,4-3-412 0,-4 3-3605 16,8-12-4303-16</inkml:trace>
  <inkml:trace contextRef="#ctx0" brushRef="#br0" timeOffset="96845.403">16849 10668 704 0,'0'0'10753'0,"0"0"-9129"16,0 0-352-16,0 0-172 0,71-76 180 16,-50 56-260-16,-5 5-104 0,0 5-156 0,-5 4-24 15,-2 2-104-15,-1 4-252 0,-1 4-112 16,6 8 24-16,-5 4 265 0,-1 9 51 15,1 7-212-15,1 7-116 0,-5 2-88 16,-1 6-48-16,1 1 64 0,0 2-28 16,-4 5-12-16,4-2-72 0,0-1-48 15,1 2-44-15,2-4 0 0,-3-1-4 0,0-6 48 16,4-4-48-16,-3-11 4 0,-5-6 8 16,3-9 0-16,-3-7-12 0,4-2 0 15,-4-4 0-15,4 0 8 0,0-7-8 16,4-9-64-16,8-6 60 0,0-9 8 15,4-5-8-15,4-7-40 0,-5-2-28 16,5-3 68-16,1-3-8 0,-1-3-48 16,0 0 48-16,-1 0-96 0,1 0 24 15,0 9 36-15,-5 4 40 0,6 10 4 16,-5 6-56-16,-5 6-48 0,6 5 32 16,-5 9-8-16,-1 5-72 0,-3 0 12 15,4 5 0-15,-4 9-100 0,1 5-132 0,2 2-72 16,-3 8 12-16,-4 0-49 0,4 2-163 15,0 4-292-15,0 4-804 0,-4-14-2136 16,4 19-2529-16</inkml:trace>
  <inkml:trace contextRef="#ctx0" brushRef="#br0" timeOffset="97679.66">18587 10525 6460 0,'0'0'6201'0,"0"0"-5053"16,0 0-248-16,0 0 360 0,23 88 240 15,-14-39 128-15,-9 7-364 0,0 8-472 16,-5 5-248-16,-7-2-199 0,1 0-81 16,-6-9-20-16,10-8-112 0,-1-15-124 15,3-10-8-15,5-9-48 0,0-13-60 16,5-3-100-16,6-6-277 0,10-16 193 0,10-7-48 16,1-12 24-16,0-3-52 0,4-4-108 15,-4 0 84-15,0 7 52 0,-4 10 32 16,-8 8 36-16,-1 14 272 0,-2 5 124 15,-10 8 144-15,-3 17 260 0,-4 4 0 16,0 8-124-16,-4 2-100 0,-7 3-12 16,-2 0 36-16,2-3-12 0,-2-7-11 15,1-5-113-15,9-7-120 0,3-7-64 16,0-9-8-16,7-3-72 0,10-13-84 0,11-9 8 16,3-11 40-16,9-4-221 15,3-5-279-15,2 1 72 0,-2 3 208 0,2 6 180 16,-6 3 48-16,1 10 100 0,-5 2 60 15,-3 14 304-15,-8 6 148 0,4 3 76 16,-7 17-67-16,-6 5-61 0,2 7-132 0,-2-2-120 16,-3 6-64-16,-4-1 0 15,0 3 64-15,0 3 32 0,-4 1 280 0,4-1-280 16,-4-3-180-16,4-3-60 0,-1 1-52 16,2-11-432-16,3 0-580 0,-5-6-453 15,6-6-1199-15,-5-4-5305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7:16:56.39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19973 1921 5044 0,'0'0'628'15,"0"0"4092"-15,0 0-3403 0,0 0-473 16,0 0 216-16,0 0 260 0,0 0-12 0,0 0-184 15,0 0-172-15,-5 3-140 0,10-3-124 16,-5 0-28-16,0 0-36 0,4 0-56 16,-4 0-67-16,0 0-89 0,0 0-124 15,4 0-20-15,-4 0-52 0,4 0-44 16,4 0-40-16,-1 0 24 0,6 0 0 16,-2 0-8-16,6 0 20 0,-2 0-24 15,6 0-96-15,-1 0-48 0,3 0 0 16,1 0 0-16,-4 0-4 0,8 0-8 15,0 3-48-15,-5 0 0 0,5-3 48 16,0 3-60-16,-3 1 60 0,3-4-36 0,0 0-96 16,0 0-88-16,3 0-8 0,1 0-220 15,-4 0-96-15,0-4-233 0,-1 1-211 16,-3 0-296-16,0 0-748 0,1 0-1036 16,-1-4-2269-16,-9 4-2379 0,5 0 6449 15</inkml:trace>
  <inkml:trace contextRef="#ctx0" brushRef="#br0" timeOffset="429.332">21308 1977 5348 0,'0'0'4336'15,"0"0"-1147"-15,0 0-2257 0,0 0-552 16,0 0 456-16,0 0 600 0,0 0-220 16,0 0-360-16,0 0-292 0,0 0-184 15,-77-21-84-15,77 21 8 0,-3 0 64 16,3 0 156-16,0 2 0 0,0-2-111 0,0 0-85 15,0 0-48-15,0 0-28 0,0 0-32 16,0 0-16-16,0 0-48 0,3 0-44 16,2 5-16-16,3-5 0 0,4 2 60 15,8 4 136-15,-1-3 188 0,5 4-200 16,0 0-184-16,4-1-88 0,0 0-4 16,0 1 4-16,4-5-8 0,0 5-8 0,-4-4-112 15,4-1-172-15,0-2-20 16,0 0 84-16,-4 0-316 0,-4 0-500 0,-1 0-657 15,-3-2-827-15,-5-1-3052 0,2 0-3793 16</inkml:trace>
  <inkml:trace contextRef="#ctx0" brushRef="#br0" timeOffset="1677.315">28308 2013 7052 0,'0'0'3288'15,"0"0"805"-15,0 0-2929 0,0 0-196 0,0 0 560 16,0 0 8-16,0 0-376 0,0 0-392 16,0 0-243-16,0 0-137 0,0 0-64 15,0 3 64-15,4-3 12 0,-4 0-88 16,4 0-152-16,4 0 8 0,0 0-36 16,7 0-36-16,2 0 0 0,3 0-84 15,8 0 0-15,-5 0-12 0,9 0-52 16,0 0 52-16,5 3-4 0,-2-1-68 15,5 3 68-15,-1-3-56 0,2 2 60 16,-5-1-72-16,3 0-24 0,-3-3-12 16,-4 0 24-16,-4 0-28 0,0 0-32 15,-8 0 48-15,-1 0 36 0,-2 0 48 0,-6 0-120 16,2 0-100-16,-6-3 76 0,-3 3-12 16,0-3-124-16,-4 3-72 0,4-4-49 15,-4 4 1-15,0 0 8 0,0 0-192 16,-4-2-384-16,-4 2-608 0,1 0-864 0,-6 0-2024 15,-6 0-1825-15</inkml:trace>
  <inkml:trace contextRef="#ctx0" brushRef="#br0" timeOffset="3090.662">8399 9306 8112 0,'0'0'5661'0,"0"0"-4417"0,0 0-680 15,0 0 108-15,0 0 560 0,0 0-132 16,0 0-140-16,0 0-372 0,0 0-148 16,0 0 72-16,0 0 180 0,103 6-87 15,-55-6-337-15,-1-6-100 0,6-4-32 0,-6-3-88 16,5 1-40-16,-4 3-8 0,-1-2-56 15,-2 3 44-15,-6 1-88 0,1-3-8 16,-8 4-96-16,-8 3-356 0,0-4-145 16,-9 4-111-16,-6 0-308 0,-5 3-852 0,-4 0-2024 15,0 0-1261-15,-24 9-2826 0</inkml:trace>
  <inkml:trace contextRef="#ctx0" brushRef="#br0" timeOffset="3327.711">8514 9499 7188 0,'0'0'6469'0,"0"0"-5353"15,0 0-816-15,8 70 304 0,0-32 764 0,0 4-80 16,-1 2-400-16,2 7-288 0,-1-1-184 16,-4 7-136-16,-1 4-144 0,-3-1-28 15,0 0-96-15,4-2-12 0,-4-8-12 16,5-5 12-16,-5-6-60 0,4-12-88 15,0-7-240-15,0-4-248 0,0-7-276 16,-1-5-224-16,1-1-816 0,-4-3-2208 16,4-7-2437-16</inkml:trace>
  <inkml:trace contextRef="#ctx0" brushRef="#br0" timeOffset="3500.935">8545 9953 7444 0,'0'0'6777'16,"0"0"-5153"-16,0 0-980 0,0 0-32 15,0 0 688-15,0 0-36 0,0 0-212 16,97-44-248-16,-74 41-207 0,1 3-185 16,4-3-136-16,0-1-140 0,0 1-132 0,4 0-4 15,0-3-40-15,0-5-72 0,-1 6-396 16,5-9-125-16,-4 6-119 0,4-2-348 16,-4 0-696-16,-8 5-2720 0,7-2-4189 0</inkml:trace>
  <inkml:trace contextRef="#ctx0" brushRef="#br0" timeOffset="3811.091">9561 9388 8160 0,'0'0'5705'16,"0"0"-4101"-16,0 0-1040 0,0 0-120 0,-47 76 128 16,31-50 444-16,4 6-212 0,1 6-240 15,-2 3-84-15,1 9-4 0,9 5 36 16,-1 11-64-16,4 5-68 0,0-2-63 16,4 4-89-16,7-7-8 0,6-5-112 15,2-14-108-15,1-5-48 0,4-17 36 0,4-12-136 16,-5-13-116-16,9-7-225 15,5-18-191-15,-5-13-408 0,7-9-668 0,-15 6-2964 16,16-29-5765-16</inkml:trace>
  <inkml:trace contextRef="#ctx0" brushRef="#br0" timeOffset="4182.305">10096 9382 11265 0,'0'0'6208'0,"0"0"-5316"16,0 0-264-16,4 82 472 0,0-43 352 15,-4-2-43-15,3 8-493 0,5-1-396 16,-3 3-244-16,3 8-68 0,-4 2-112 16,-1 1-96-16,-3 5 8 0,0-3-8 15,-7-3-4-15,-6-7-56 0,2-8 0 0,-1-7 0 16,-4-6-4-16,-4-4-176 16,4-8-72-16,-4-5-88 0,4-5-36 0,-4-7 88 15,5-7 116-15,2-5-20 0,-2-11-148 16,-2-6 83-16,2-3-23 0,2-2 36 15,-2-4-136-15,11 9 112 0,0 3 240 16,4 7 88-16,0 10 0 0,4 3 344 16,7 2 80-16,1 4-32 0,4 0-16 0,5 4 1 15,2 2-1-15,1 8 24 0,4-2 8 16,4 1 16-16,-4 2-96 0,0 1-52 16,-4-3-108-16,-1-5-48 0,1 3-120 15,-7-2-12-15,2-2 0 0,1-1-144 16,-3 0-36-16,2 1-12 0,-3-4-388 15,0-3-292-15,0-3 71 0,-4-7-15 16,0-3-1816-16,0-10-3876 0</inkml:trace>
  <inkml:trace contextRef="#ctx0" brushRef="#br0" timeOffset="4410.131">10674 9560 10732 0,'0'0'4781'0,"0"0"-3713"0,0 0 64 0,0 0 384 0,36 76 136 15,-29-48-123-15,1 1-365 0,1 3-512 16,2 0-280-16,-3 3-104 0,0 2-100 16,4 2-96-16,-8-1-12 0,-4 6 24 15,0-2-84-15,0 2-48 0,-8-4-144 16,-4 2-88-16,0-3 4 0,-4-4-120 16,-3-3-88-16,-6-5-96 0,1 3-28 15,-8-8-157-15,1-3-63 0,-1-7-356 16,-4 1-1048-16,8-7-2588 0,-15-12-4009 0</inkml:trace>
  <inkml:trace contextRef="#ctx0" brushRef="#br0" timeOffset="5227.689">11969 10076 9216 0,'0'0'2645'0,"0"0"-805"16,0 0-44-16,0 0-212 0,0 0-136 0,0 0-428 16,0 0-360-16,0 0-208 0,0 0-124 15,0 0 124-15,0 0 469 0,75 5-337 16,-47-5-284-16,0-5-8 0,8 3-16 15,7-1 184-15,1-4-4 0,9 0-248 16,2-1-28-16,8-2 0 0,10-5 12 16,2 2-72-16,5-6-68 0,8 2-52 15,7-5-8-15,1 3-44 0,-1-3 44 0,1 3-36 16,-1 2 44-16,-3-2 0 0,-8 8-4 16,0-3 0-16,-9 6-4 0,1 4-40 15,-8 1 48-15,-1 3 72 0,-14 0-64 16,-6 0-8-16,-8 0-120 0,-2 0 72 0,-9 3 44 15,-5 1-44-15,-3-4-48 16,-4 0-192-16,-4 0-4 0,-4 0-68 0,-4 0-52 16,-4 0-84-16,0 0-60 0,0 0-72 15,-4 0-113-15,-4-4-431 0,-4 1-1000 16,0-1-1892-16,-12-2-1597 0</inkml:trace>
  <inkml:trace contextRef="#ctx0" brushRef="#br0" timeOffset="5474.266">13921 9651 9972 0,'0'0'4913'15,"0"0"-4433"-15,0 0-140 0,0 0 204 16,0 0 776-16,59 71 160 0,-47-56-440 16,4 5-356-16,-4-5-232 0,1 1-124 15,-2 0-35-15,6 4-73 0,-6-8-88 0,5 7-72 16,-4-3 208-16,4 0 96 15,-13-4-196-15,2 4-164 0,-5 3-4 0,0 0-196 16,-12 3-288-16,-4 2-121 0,-4 1 81 16,-4-3 12-16,-8-4-36 0,0-1-224 15,-7-5-508-15,-6-2-840 0,10-4-1772 16,-29-6-2453-16</inkml:trace>
  <inkml:trace contextRef="#ctx0" brushRef="#br0" timeOffset="5888.846">12554 9493 11741 0,'0'0'2276'0,"0"0"-1328"0,44-76 84 15,-24 41 60-15,3 3-100 0,1 3-316 16,0 4-220-16,1 5-100 0,-1 8-52 16,4 3-68-16,-1 5-80 0,1 4-44 15,0 0 32-15,0 6-68 0,0 5-4 16,0 4-64-16,-4 1 0 0,-1 0 64 15,1 3 28-15,-4 0-28 0,4-3 12 16,-4 3 16-16,4-3 80 0,0 4-92 16,-4-8 32-16,3 1-112 0,2-5-8 15,-1-1-48-15,0-7 44 0,8 0-4 16,3-7-92-16,1-7-312 0,4-9-392 16,4-3-252-16,-1 1-476 0,-11 3-1644 0,16-13-3957 15</inkml:trace>
  <inkml:trace contextRef="#ctx0" brushRef="#br0" timeOffset="6409.064">15072 9280 168 0,'0'0'10580'0,"0"0"-7903"0,0 0-801 0,0 0-20 16,0 0-196-16,95 32-80 0,-58-23-436 16,3-2-231-16,-1-4-117 0,9 0-324 15,-4-3-120-15,4-3-100 0,-5-3-36 16,-2-4-120-16,-5 1-84 0,-5-4-12 16,1-4-60-16,0 5-72 0,-8-1-180 15,-4 0-304-15,-4 4-220 0,-4 6-233 0,-12 3-675 16,0 0-1968-16,-4 6-880 0,-17 13-3161 15</inkml:trace>
  <inkml:trace contextRef="#ctx0" brushRef="#br0" timeOffset="6633.289">15247 9522 992 0,'0'0'7520'0,"0"0"-3367"0,0 0-2081 15,0 0-384-15,0 0-256 0,0 0-284 16,-24 85-108-16,28-53-40 0,5 12-195 0,-1 7-137 15,-1 7-148-15,-3 5-36 0,5 7-64 16,-2-1-188-16,-3 5-124 0,0-5-48 16,0-7-60-16,0-10-72 0,1-3 64 15,-1-18-124-15,3-9-256 0,-3-3-156 16,4-9-268-16,1-4-181 0,-2-6-275 0,1 0-540 16,0-12-2032-16,-4 2-2657 0</inkml:trace>
  <inkml:trace contextRef="#ctx0" brushRef="#br0" timeOffset="6813.79">15343 9944 8432 0,'0'0'4869'0,"0"0"-3233"0,0 0-896 0,0 0 16 16,0 0 476-16,0 0 224 0,0 0-96 16,84 6-396-16,-56-3-343 0,4-3-261 15,3 0-164-15,1 0-40 0,8-6-32 16,-4-4-64-16,3-2-60 0,2-1-148 15,-2 0-408-15,2-3-345 0,-2 4-255 16,0 3-488-16,-15 2-2840 0,13 3-4737 0</inkml:trace>
  <inkml:trace contextRef="#ctx0" brushRef="#br0" timeOffset="7260.558">16451 9436 5916 0,'0'0'3052'0,"0"0"1685"0,0 0-3193 16,0 0-824-16,0 0-68 0,0 0 320 16,0 0-84-16,-84 54-76 0,72-16-124 15,0 13-76-15,4 6-40 0,-4 3-40 0,4 4-55 16,5 2-149-16,-1 1-100 0,4-1-32 15,0-1-192-15,0 1-4 0,4-6-48 16,3-6-40-16,9-7-56 0,-4-8-316 16,8-7-221-16,4-10-27 0,4-7-144 15,0-8-32-15,7-7-276 0,1-3-976 16,-4-7-2224-16,8-18-3301 0</inkml:trace>
  <inkml:trace contextRef="#ctx0" brushRef="#br0" timeOffset="7727.912">17049 10722 6584 0,'0'0'11033'0,"0"0"-9785"16,0 0-868-16,0 0-84 16,0 0 96-16,0 0 84 0,0 0-440 0,0 0-36 15,-52-83-220-15,52 32 84 0,0-3 64 16,0-12-76-16,0-8 28 0,4-8-152 15,-4-4 52-15,7 0 0 0,-3 1 24 16,9 5 128-16,-6 11 68 0,10 6 112 16,-2 8 208-16,5 7 24 0,-4 11-124 15,4 2-60-15,0 3 8 0,0 9 92 16,-8 9-52-16,0 3-16 0,-4 5-56 16,-5 6-76-16,-3 0-52 0,0 3 88 15,-3 11-88-15,-9 0 152 0,-4 16 24 0,-4 1-136 16,0 1-48-16,5 2 0 0,-2-8 4 15,6-7 68-15,6-5-72 0,5-6 0 16,0-2-132-16,0-2 32 0,8 3 92 16,8-5 0-16,4 1 4 0,0 0 0 15,4-3 0-15,4 0-4 0,0 0 0 0,-4 0 8 16,0 0 8-16,-5 4-4 0,1 3 0 16,-3 1 40-16,-10 3 176 0,1 1 121 15,-4 4-85-15,-4 3-40 0,0 3 40 16,-4 0-28-16,-7 4-92 0,-2 2-132 15,-6-3 0-15,-1 0-4 0,-8-6-72 16,3-2-160-16,1-7-156 0,5-7-109 16,3-3-135-16,0-10-52 0,8-12-404 15,0-9-764-15,0-11-2364 0,4 7-2609 16</inkml:trace>
  <inkml:trace contextRef="#ctx0" brushRef="#br0" timeOffset="7917.083">17714 9287 1720 0,'0'0'11405'16,"0"0"-9289"-16,0 0-1224 0,80 51-12 0,-65-29 284 16,2 3 300-16,-2 3-8 0,-3 2-483 15,4 3-453-15,-4 6-156 0,-4-1-160 16,4 3-96-16,-12 4-44 0,0 3-64 16,-12-1-72-16,-8 4-216 0,-8 3-88 15,-8-3-96-15,1 3-101 0,-9-6-143 16,-4-1-212-16,-4 1-364 0,-3-4-1372 15,-5 1-3065-15,8-14-4363 0</inkml:trace>
  <inkml:trace contextRef="#ctx0" brushRef="#br0" timeOffset="9527.277">15702 6404 4332 0,'0'0'2032'0,"0"0"3017"16,0 0-3345-16,0 0-256 0,0 0 164 16,0 0-116-16,0 0-160 0,0 0-308 15,39 66-160-15,-31-40-28 0,-3 6-99 16,-1 6-101-16,-4 6-48 0,0 7-156 16,0 5-136-16,-4 9-120 0,-1 1-48 15,-3 8 40-15,1 4-64 0,-1 8-48 0,-1 6 24 16,2 4-76-16,-1-1 52 0,0 0-8 15,3-3-52-15,1-5-132 0,4-8 120 16,0-10-36-16,0-8-12 0,0-7-96 16,0-10-28-16,9-6-80 0,-5-9-72 15,4-3 8-15,-4-8-84 0,3-5 52 16,-3-4-16-16,5 1-36 0,-1-7-13 0,-1 0-87 16,2-3-292-16,-1 0-296 0,-1 0-368 15,-3-6-540-15,4-4-736 0,-8-2-1873 16,0 2-2523-16</inkml:trace>
  <inkml:trace contextRef="#ctx0" brushRef="#br0" timeOffset="11018.68">14916 4826 5700 0,'0'0'5225'0,"0"0"-3685"16,0 0-584-16,0 0-244 0,0 0 592 0,0 0 176 15,0 0-252-15,0 0-376 0,0 0-376 16,0 0-108-16,49-23 0 0,-18 23 156 15,5 0 148-15,9 0-296 0,-6 4-183 16,5-1-81-16,-4 0-40 0,0-3 12 16,3 0-24-16,-2-3 36 0,-6-4 4 15,5 1-40-15,-8-3-60 0,-4-4-4 16,-4-1-108-16,-9 6-248 0,2-3-201 16,-14 5-159-16,1 4-132 0,-4-1-252 0,0 3-780 15,-7 0-1960-15,-6 0-2665 0,-10 5-87 0</inkml:trace>
  <inkml:trace contextRef="#ctx0" brushRef="#br0" timeOffset="11245.191">15135 4892 1160 0,'0'0'9344'0,"0"0"-7143"16,-3 67-761-16,3-29-268 0,0 13 212 15,0 4 8-15,0 1-124 0,0-2-312 16,0 0-336-16,0 0-120 0,0-7-260 15,0 5-140-15,0-8-52 0,0-3-40 16,-4-6-8-16,4-7-84 0,0-8-76 16,0-8-144-16,0-5-84 0,0-4-160 0,0-3-152 15,0 0-120-15,0-7-204 0,4-5-800 16,-4-1-1392-16,0-15-3545 0</inkml:trace>
  <inkml:trace contextRef="#ctx0" brushRef="#br0" timeOffset="11403.029">15163 5232 7656 0,'0'0'4809'16,"0"0"-3293"-16,0 0-728 0,0 0-72 0,0 0 852 15,0 0-180-15,0 0-232 0,0 0-300 16,84 13-344-16,-67-10-196 0,2-3-108 16,1 0-160-16,4 0-48 0,0-3-232 15,4-4-412-15,0-2-212 0,3 3-200 16,-3-4-912-16,-3 7-3048 0,2-6-6293 0</inkml:trace>
  <inkml:trace contextRef="#ctx0" brushRef="#br0" timeOffset="11946.35">14777 4559 2612 0,'0'0'5820'0,"0"0"-1847"15,0 0-2317-15,0 0-540 0,0 0 80 16,0 0 12-16,0 0-268 0,0 0-240 0,0 0-124 15,0 0-48-15,0 0 20 0,92-3-52 16,-56 3-56-16,0-3-75 0,8-3-85 16,-1 1-64-16,9-1-36 0,-4 1-20 15,8-2-52-15,4 0-24 0,3-1 60 0,9-3 160 16,0 5 108-16,3-2-268 0,-3-6-136 16,-4 8-8-16,0-4-48 15,-9 4 44-15,-3 0-56 0,-4 2 0 0,-12 1-28 16,-4 3-128-16,-8 0-148 0,-9 0-68 15,-6 0-52-15,-6 0-88 0,-3 0-121 16,-4 3-223-16,0 4-528 0,-11-1-900 16,2 0-2364-16,-18 4-4257 0</inkml:trace>
  <inkml:trace contextRef="#ctx0" brushRef="#br0" timeOffset="15193.994">9207 6911 2820 0,'0'0'0'0,"0"0"0"16,0 0 2740-16,0 0 156 0,0 0-1240 16,0 0-507-16,0 0-197 0,0 0 20 15,0 0-4-15,0-2-148 0,0 2-140 16,0 0-152-16,0 0-76 0,0 0-28 0,0 0-36 16,0 0-280-16,0 2 328 0,0-2-200 15,0 6-28-15,0-1-60 0,4 1-12 16,-4 7 24-16,0 5 36 0,0 1-36 15,0 7-12-15,0 2-24 0,0 4-40 16,0 0 0-16,-4 6-80 0,0 0-4 0,4 0 4 16,-3 6-12-16,-1 5-92 15,4 1 100-15,0 1 48 0,0-1-48 0,0 4-72 16,0 4-16-16,4 0 76 0,-1-4-36 16,-3 4 40-16,4 3 4 0,0-4-8 15,0 4-112-15,-4-4 76 0,4 0-88 16,-4 0 24-16,0-2-48 0,0-2 28 15,0-4 44-15,4-5 88 0,-4 0 8 16,5-3-4-16,-5-3-4 0,3-3 0 16,1 0-84-16,0-7 20 0,-4-2 16 0,4-4-4 15,-4-3 40-15,4 0-72 0,0 0 32 16,-4-6 40-16,0-1-60 0,5 1 20 16,-5-7-68-16,0-6 44 0,3 5 28 15,-3-5-4-15,0 0-60 0,0 0-24 16,0-5-76-16,4-1-160 0,0-2-52 15,4-6-116-15,-4-2-368 0,8-6-880 0,-4-9-933 16,-4 9-2867-16,3-23 629 0</inkml:trace>
  <inkml:trace contextRef="#ctx0" brushRef="#br0" timeOffset="29063.641">12630 10432 4180 0,'0'0'8969'0,"0"0"-7229"0,0 0-1120 16,0 0-156-16,0 0 264 0,0 0 328 15,0 0-180-15,0 0-296 0,80-44-152 16,-61 32-208-16,1-1-60 0,1 3-88 16,-2 4-64-16,-3 0 4 0,-4 2-12 0,4 4-108 15,-8 0 0-15,4 4-4 0,-4 5 52 16,0 4 8-16,0 6 48 0,-4 3-4 15,-1 3 8-15,1 8 8 0,-4 1-8 16,0 1-76-16,0 0 16 0,0 3 56 0,5 1 4 16,-1-6-4-16,4 3 4 0,-1-1 0 15,6 0 8-15,2-3 0 0,2-3 284 16,2-7-36-16,-3-6-72 0,5-7 24 16,2-3 12-16,-3-6 12 0,0 0 180 15,0-6-108-15,0-8-95 0,0 3-65 16,0-11-96-16,-4-3-48 0,-1-4-341 15,2-3-159-15,-6 0-172 0,2 0-208 16,-2 1-384-16,-3-2-1004 0,0 11-2624 16,-8-13-2637-16</inkml:trace>
  <inkml:trace contextRef="#ctx0" brushRef="#br0" timeOffset="29321.446">13136 10341 3952 0,'0'0'4236'15,"0"0"149"-15,0 0-3581 0,0 0-220 0,0 0 440 16,-48 77 108-16,44-52-52 16,0 0-216-16,-4 3-296 0,4 4-220 0,4 6-92 15,-4 3-120-15,4 7-132 0,0 3-4 16,0 9-4-16,0 4-4 0,0 2-4 16,0 4-88-16,0-4 52 0,0 2 40 15,0-8-188-15,0-2 184 0,4-8-176 16,4-9 28-16,-4-6-148 0,4-10-36 15,0-5-104-15,-1-12-136 0,2 3-204 16,3-8-356-16,0-3-568 0,-4-7-1021 16,0-2-2355-16,-1-4 340 0</inkml:trace>
  <inkml:trace contextRef="#ctx0" brushRef="#br0" timeOffset="29713.845">13590 10972 3912 0,'0'0'572'0,"0"0"5120"15,0 0-4623-15,0 0-325 0,0 0 76 16,12 67 72-16,-12-35-80 0,0 0-80 16,0 6-116-16,0-3-148 0,-4 0 20 15,-4 0-40-15,-4 0-40 0,1-7 64 16,-6 0 20-16,-3-5-132 0,4-5-128 15,-4-1-120-15,5-4-108 0,-2-3 68 0,-3-8 16 16,9-2-88-16,-1 0-132 0,-1-6 68 16,6-4-120-16,-1-2-84 0,0-4 44 15,3 0 4-15,5-3 24 0,0-3 32 16,0 3 92-16,0 0-76 0,5 3 48 0,3-1 36 16,4 12 4-16,-5-1 60 0,10 1 96 15,-2 5 4-15,5 0 108 0,1 5 4 16,3 1-52-16,-1 6 36 0,1-2-84 15,0 3-108-15,-4 2 40 0,-4 1-44 16,4 3-48-16,-4-3 44 0,0 4-256 16,-1-6-284-16,-6 0-200 0,-1-5-420 15,-1-2-1352-15,-3-4-3973 0</inkml:trace>
  <inkml:trace contextRef="#ctx0" brushRef="#br0" timeOffset="29877.324">13857 11306 1108 0,'0'0'5948'0,"0"0"805"0,0 0-5929 16,0 0-444-16,-16 76 160 0,8-50 168 15,4-1-72-15,-4 0-252 0,4 1-384 16,-4-7-136-16,4-3-536 0,4-4-552 0,0-2-800 16,-4-4-2713-16,4-6-3039 0,0 0 7256 0</inkml:trace>
  <inkml:trace contextRef="#ctx0" brushRef="#br0" timeOffset="30393.25">14280 11941 6004 0,'0'0'8157'0,"-21"75"-7145"0,17-45-560 16,1-5 292-16,-6-3 228 0,5-6-168 15,0-10-236-15,0-6-88 0,4-9-28 16,-4-7-452-16,1-12-172 0,-1-4 172 16,-5-9 112-16,5-4 84 0,0-3-24 15,-3-2-112-15,-1-1-52 0,-5-7-4 0,2-1-4 16,3-1-56-16,-1-8-128 16,6 2-124-16,3 2 112 0,0 4-84 0,0 0 84 15,3 6 48-15,10 3 48 0,-1 6 92 0,0 7-40 16,0 4 48-16,3 11 64 0,-6 5-16 15,2 7 64-15,-3 5-12 0,-4 6-88 16,1 0 48-16,-1 4 0 0,-4 9 128 16,3 1 104-16,1 9-192 0,0 3-40 15,-4-1-12-15,0 0-40 0,0-9 44 16,0 0-52-16,4-9-4 0,-4-4-96 16,4-3-48-16,5 0 48 0,2 0 100 15,1-3 84-15,4-4-84 0,0 1-84 16,0 2 20-16,4-2 16 0,-4 4 0 15,0-2-16-15,-4 4 64 0,-1 0 8 16,-2 4 44-16,-1 1 44 0,-4 2 88 0,-4 2 40 16,0 3-68-16,0 2 16 0,0-2-72 15,-8 4-28-15,0 0-72 0,-4 0-112 16,-8 3-120-16,0-3-160 0,-4 0-84 16,-8 3-92-16,4 0-336 0,-8 3-660 15,-3-3-1372-15,7 0-3209 0,-24 4 509 16</inkml:trace>
  <inkml:trace contextRef="#ctx0" brushRef="#br0" timeOffset="37634.96">10988 5372 1460 0,'0'0'1108'0,"0"0"7757"0,0 0-6893 16,0 0-1156-16,0 0-248 0,0 0 252 15,0 0 12-15,0 0-236 0,0 0-260 16,48-11-236-16,-36 11-92 0,4 0-8 16,0-2-12-16,0 2-76 0,0-3 28 15,3 0-116-15,-2 3-160 0,3-3-88 16,-1 0-80-16,1 3-64 0,1-4-328 16,2 1-440-16,1-1-624 0,-4 2-1289 15,4-4-2115-15,-8 2 3044 0</inkml:trace>
  <inkml:trace contextRef="#ctx0" brushRef="#br0" timeOffset="38062.368">11677 5305 1460 0,'0'0'1320'0,"0"0"-32"0,0 0 1304 0,0 0-464 16,0 0-588-16,0 0-199 0,0 0-109 16,92 0-228-16,-79 0-420 15,2 0-168-15,5 0-400 0,0 0-16 0,0 0-316 16,8 0-280-16,0-2-116 0,4-9-736 15,3 3-369-15,1-3 277 0,0 2-304 16,-4 2 20-16,-1 1 416 0,1 0 860 16,0-1 548-16,-4 4 756 0,0 3 212 15,0 0 112-15,-4 0 92 0,0 0-120 16,-4 0 12-16,0 0-32 0,0 0-280 16,-1 0-159-16,5 0-197 0,1 0-124 0,-1 0-144 15,4-3-124-15,-1 0-4 0,-3-3-56 16,4-1-176-16,0 4-152 0,4 0 8 15,-4 0 67-15,3 3 129 0,1 0 180 16,-4 0 0-16,0 0 0 0,0 0 64 16,0 3 64-16,-5-3 121 0,2 0 47 15,-1 0-64-15,0 0-156 0,0 0-76 16,3-3 4-16,1-1-4 0,-4-2-12 0,4-3-156 16,4 2-168-16,-4 4-1 0,0-3 69 15,4 2 48-15,-4-3 76 0,0 5 136 16,-4-1 8-16,-5-3 64 15,5 3 16-15,-8-1-72 0,4 1-8 0,-4-1-92 16,-4 2-980-16,-4-1-1692 0,4-4-3615 0</inkml:trace>
  <inkml:trace contextRef="#ctx0" brushRef="#br0" timeOffset="38398.746">13395 4981 52 0,'0'0'10532'0,"0"0"-9103"16,0 0-1057-16,0 0 444 0,0 0 480 15,0 0 4-15,0 0-196 0,0 0-360 16,0 0-224-16,0 0-148 0,0 0-16 0,95 13-124 15,-74-4-132-15,-2 4-16 0,5 0-16 16,-4 3-68-16,0-4-4 0,-4 1-4 16,-4 1-68-16,-4-2 72 0,0 1-44 15,-4 2 48-15,-4-3 56 0,0 8 8 16,-8-1-16-16,-8 3 0 0,0 1-48 16,-8 2-88-16,-4-6-280 0,0 6-76 15,-4-5-200-15,-7 2-248 0,3-6-600 0,8-4-1352 16,-9-3-3689-16</inkml:trace>
  <inkml:trace contextRef="#ctx0" brushRef="#br0" timeOffset="41229.022">11550 4156 3556 0,'0'0'6568'0,"0"0"-4443"0,0 0-493 0,0 0-456 16,0 0 184-16,0 0-4 0,0 0-316 15,0 0-220-15,0 0-196 0,0 0-208 16,12 0-100-16,0 0 12 0,4 0 136 16,4 0-3-16,4-3-157 0,0 3-124 15,3 0-72-15,1 0-8 0,0-4 20 0,-4 1-60 16,4-1-60-16,0 2 0 0,-4-1-12 15,-1 0 4-15,-2-1-52 0,3-2 0 16,-9 3-100-16,2-4-288 0,-6 2-109 16,2 1-87-16,-9 1-76 0,3-1-148 15,-7 4-460-15,0 0-764 0,0 0-740 16,0 4-1601-16,-7 3-1303 0</inkml:trace>
  <inkml:trace contextRef="#ctx0" brushRef="#br0" timeOffset="41840.766">11829 4156 3008 0,'0'0'312'0,"0"0"-192"0,0 0 1220 15,0 0 2712-15,0 0-2524 0,0 0-563 16,0 0-117-16,0 0-168 0,0 0-108 15,0 0-60-15,0 0-208 0,-4 0-64 16,4 0-24-16,0 0-40 0,0 0 0 16,-4 0 64-16,4 3 12 0,0 0 24 15,0 1 36-15,0-2-68 0,-4 1-44 16,4 1 0-16,0 3-28 0,-4-5 4 0,4 2-16 16,0-4 4-16,0 3-40 0,0 0-12 15,0-3-16-15,0 0 28 0,0 2-12 16,-4-2-12-16,4 5-16 0,0-3 16 15,-4 2-12-15,4-1-28 0,0 0-12 16,-4 0 4-16,4 0-44 0,-4 1 4 16,4 2 60-16,-4 0-64 0,4 1-4 0,-4-1 0 15,4 3 8-15,-4 4 0 0,4 3 36 16,-3 3-36-16,-2 7 76 0,1-1-28 16,4 1 100-16,-8-5-88 0,8 2-64 15,-4-4 44-15,0-7 20 0,4 1 16 16,-3 1 32-16,3-6-32 0,0-2-88 15,0 1 4-15,0 2 56 0,0-6 0 16,0 4 28-16,3 0-40 0,1-2 52 16,0-1-28-16,0 3 64 0,0-1 120 15,5-3 24-15,-2 0-96 0,-3-1-76 0,4-2-12 16,-4 5 28-16,4-5 32 16,0 0-8-16,4 0 68 0,-5-5 113 0,10 3-25 15,-6-4-84-15,2 0-88 0,2-5-84 16,-2 3-44-16,2-3-4 0,-2 3 0 0,-2-3-12 15,5-1-84-15,-4-1-76 0,0 0-80 16,-3 1-113-16,-2 2-135 0,1-2-72 16,-4 5-100-16,-4 4-320 0,0 0-984 15,0 0-2296-15,-8 3-3505 0</inkml:trace>
  <inkml:trace contextRef="#ctx0" brushRef="#br1" timeOffset="52093.754">12203 4791 6692 0,'0'0'2904'0,"0"0"-1303"0,0 0-369 15,0 0 72-15,0 0 240 0,0 0-148 16,0 0-428-16,0 0-276 0,0 0-208 16,0 0-152-16,-32-51-76 0,49 67 148 15,-2 6 304-15,5 10-232 0,1 9-136 0,-2 11-132 16,1 6-52-16,1 13 41 16,-6 2-113-16,1 10 28 0,0-1-40 0,-5 4-72 15,2 0-84-15,-1-7 72 0,0-6-76 16,-4-13 28-16,3-9-73 0,-3-13-15 0,1-13-8 15,2-12-4-15,-7-6-96 16,0-7-180-16,5-3-52 0,-2-10-16 16,-3-9-108-16,0-11-312 0,0-11-532 0,0-9-808 15,-4-8-700-15,0 13-1401 0,-8-28-2435 0</inkml:trace>
  <inkml:trace contextRef="#ctx0" brushRef="#br1" timeOffset="52242.854">12227 4826 9368 0,'0'0'1665'16,"0"0"-801"-16,0 0 148 0,0 0 224 16,-63 70-288-16,46-42-444 0,-2 4-392 0,3-7-112 15,4 4-188-15,4-7-584 0,-4-3-356 16,8-3-364-16,0-6-637 0,4-3-995 16,-4-7-1648-16</inkml:trace>
  <inkml:trace contextRef="#ctx0" brushRef="#br1" timeOffset="52409.074">12175 4711 8128 0,'0'0'2148'0,"0"0"-767"0,0 0-125 15,0 0 192-15,0 0-296 0,0 0-196 16,0 0 0-16,0 0-88 0,0 0-240 16,101 29-196-16,-78-16-284 0,9 0-124 15,-4 2-24-15,3 5-308 0,-3 2-432 16,4 3-224-16,0 0-332 0,-8-2-1168 15,12 12-2865-15</inkml:trace>
  <inkml:trace contextRef="#ctx0" brushRef="#br1" timeOffset="52914.333">12008 6439 8160 0,'0'0'1876'0,"0"0"1029"0,0 0-1605 16,0 0-592-16,0 0 8 0,0 0 492 15,0 0-56-15,88-7-412 0,-56 10-212 16,7 1-184-16,-3-1-100 0,0-3-60 16,1 0-108-16,-2 0-76 0,-3-7-80 15,-4-2-284-15,4-4-360 0,-9 0-240 16,5-2-340-16,-8-1-584 0,-8 6-1984 15,-3-6-2549-15</inkml:trace>
  <inkml:trace contextRef="#ctx0" brushRef="#br1" timeOffset="53175.973">12283 6194 8460 0,'0'0'1840'0,"0"0"-783"16,0 0 111-16,-16 98 260 0,16-59-276 0,0 2-300 15,12 0-208-15,-4 0-172 0,4 4-60 16,0-1-28-16,-4 4-76 0,4-4-84 16,-4 5-28-16,-4-2-132 0,0-3-28 15,-4-2-36-15,0 0-4 0,0-12 4 16,-8 3 44-16,0-12-40 0,0-1 8 16,0-8 76-16,0-5-20 0,-4-1-68 15,4-6-232-15,-3 0-212 0,-2-10-100 16,1-5-64-16,0-5-44 0,4-6-88 15,4-2-600-15,4-2-252 0,0 3-693 16,21-8-2123-16</inkml:trace>
  <inkml:trace contextRef="#ctx0" brushRef="#br1" timeOffset="53537.614">12837 6486 10436 0,'0'0'2033'0,"0"0"-921"0,0 0 432 16,0 0-136-16,0 0 24 0,-56 86-200 15,41-54-288-15,-2 3-188 0,1-1-136 16,4-2-95-16,5-6-153 0,-1-1-80 16,8-6-124-16,0-3-168 0,0-3 0 15,4 0-132-15,3-7 72 0,5 3-60 16,1-6 36-16,-2 0-28 0,6-3-104 16,-2 0-52-16,5-6-25 0,0-3 1 15,-4-4-48-15,-1-3 24 0,2-3-64 16,-6 0 0-16,-2-1 16 0,-1-1-56 15,-4 2 4-15,0 3 120 0,-4 0 12 0,0 4 272 16,0 2 12-16,0 3 108 0,-4 4 68 16,0 0 8-16,0 3 12 0,4 0-84 15,0 6 132-15,0 4 4 0,0 9 44 16,0 1-72-16,0 5 88 0,4-3-40 0,0-3-160 16,0-6-108-16,-1-1-84 0,1-2-60 15,1-7-360-15,-1-3-184 0,4 0-12 16,-5-6-128-16,5-10-1184 0,-8 3-2316 15,4-12-2301-15</inkml:trace>
  <inkml:trace contextRef="#ctx0" brushRef="#br1" timeOffset="53912.898">13008 6464 2540 0,'0'0'8413'0,"0"0"-7037"16,0 0-992-16,0 0 252 0,0 0 408 15,0 0 52-15,0 0-416 0,0 0-300 16,16 72-84-16,-4-55-8 0,-3 2-88 16,2 0-76-16,-7 0-76 0,4 6 0 15,0-1 28-15,-4 1-68 0,-4 0 0 16,0 2 56-16,4 3-64 0,-4-5-72 0,0 1 60 16,0-8-76-16,0-1-84 0,0-5-128 15,-4-6 52-15,4-3 88 0,0-3 60 16,0 0 56-16,0 0 44 0,4-6 12 15,0-2 164-15,0-6 136 0,4-5 136 16,0-3-140-16,0 0-24 0,0-1-84 16,4 0 20-16,-4-2-32 0,0 6-180 15,-1-3-8-15,2 4 0 0,-1 1-64 0,0 4-20 16,3-2-92-16,2 2-20 16,-2 4 12-16,6-1-16 0,-2 4 4 0,1 0 8 15,0 2 112-15,0 4-272 0,0 0-160 16,-4 4-100-16,0 2-248 0,-4 6-624 15,0-2-712-15,-4 9-2389 0</inkml:trace>
  <inkml:trace contextRef="#ctx0" brushRef="#br1" timeOffset="54844.414">13745 6563 12377 0,'0'0'2088'0,"0"0"-1560"0,0 0-24 16,0 0 616-16,0 0 272 0,0 0-296 15,0 0-336-15,100 6-304 0,-76-12-212 0,0-4-116 16,0-2-128-16,0-5-148 16,-1 4-328-16,1-2-392 0,-4-1-144 0,-4 0-240 15,0 4-784-15,-8 2-1804 0,0-3-1561 0</inkml:trace>
  <inkml:trace contextRef="#ctx0" brushRef="#br1" timeOffset="55092.428">13932 6336 7552 0,'0'0'1752'0,"0"0"-768"16,0 0-223-16,-7 74 331 0,7-39 84 15,7 4-96-15,2 5-148 0,-1 3-88 16,-1 4-128-16,6 3-156 0,-2 2-140 16,-3 5-172-16,0 1 120 0,-3-4 112 15,-1 0-136-15,-1-7-144 0,-3-6-116 16,0-5-24-16,0-4-48 0,0-11-8 15,0-6-4-15,0-6-72 0,0-10-36 0,0-3-236 16,0 0-188-16,-3-13-36 16,-1-3-260-16,-5-9 16 0,5-11-156 0,-4-4-728 15,5-8-852-15,-1 10-1925 0,0-17-1535 0</inkml:trace>
  <inkml:trace contextRef="#ctx0" brushRef="#br1" timeOffset="55392.784">14303 6509 11729 0,'0'0'1600'0,"0"0"-824"0,0 0 84 16,0 0 132-16,0 0-24 0,36 72-296 16,-32-53-436-16,0 3-88 0,0 1-96 15,0 2-52-15,0-3-8 0,0 1-116 16,-4-2 112-16,0-4 12 0,0-7 0 15,0-1 52-15,0-6 8 0,0-3 64 0,0 0 124 16,0-6 36-16,0-7-172 0,0-2-112 16,0-4-12-16,0-7-60 0,0 0-16 15,8 4-48-15,-4-4-48 0,4-2-360 0,3 6-228 16,-2-3-192-16,-1 2-244 0,3 4-648 16,-2 0-457-16,-1 3-987 0,0 5-1640 0</inkml:trace>
  <inkml:trace contextRef="#ctx0" brushRef="#br1" timeOffset="55643.246">14499 6484 5652 0,'0'0'2796'0,"0"0"-712"16,0 0-603-16,7 79-101 0,-7-48 40 16,4 1-48-16,0 1-232 0,-4-6-248 15,9-8-128-15,-5 0-236 0,3-12-200 16,1-4-84-16,5-3-24 0,-2 0 12 16,5-12-84-16,-4-7-76 0,4-4-72 0,-4-5-332 15,4-2-192-15,-4-1-164 0,-4 3 36 16,0 1 24-16,-5 6 4 0,-3 2 104 15,0 3 20-15,-3 6 20 0,-9 1 240 16,-4 7 240-16,0 2 28 0,-4 8 296 16,4 9-48-16,-4 8 92 0,4 7 68 15,0-1-16-15,-4 4 16 0,8 0-76 0,1-4-52 16,2-5-308-16,2-8-64 0,3-4-180 16,4-4-464-16,0-10-300 0,0 0-552 15,7-5-1124-15,1-3-2265 0,8-17-2354 0</inkml:trace>
  <inkml:trace contextRef="#ctx0" brushRef="#br1" timeOffset="56062.041">14710 6448 5900 0,'0'0'6657'0,"0"0"-5417"0,0 0-292 16,0 0 224-16,0 0 192 0,12 74-52 16,-12-49-316-16,0 3-212 0,0-3-188 15,0-3-156-15,0 1-380 0,0-7-60 16,0-4-84-16,0-5-52 0,0-7 28 15,3 0-64-15,5 0-132 0,1-10 24 16,2-1 12-16,1-9-28 0,0-2-84 16,4-1-48-16,0 1-40 0,0 6 136 0,0 7 132 15,-4 5 116-15,0 4 20 0,0 4 64 16,-1 8 348-16,-2 4 56 0,-5 6 16 16,0 0-16-16,-4 1 0 0,0-1-24 0,0-2 0 15,0-8-64-15,0-3-48 0,4-5-124 16,0-4-132-16,-1-4-12 0,1-5-84 15,5-7 76-15,3-5-112 0,0-6-248 16,0 2-8-16,3-4 144 0,5 4 36 16,1 0 84-16,-6 2 56 0,5 4 56 15,1 6 60-15,-10 1-56 0,-3 10 60 16,0-3 288-16,0 5 16 0,-4 0-88 16,4 5-60-16,3 0 60 0,2 8 132 15,-1 2 233-15,-5 2-297 0,6 5-236 16,-5-3 20-16,4 0-120 0,-4 0-12 0,0 0-280 15,-1-4-312-15,2-2-309 0,3 0-475 16,-5-2-852-16,-3-6-2328 0,5 1-2649 0</inkml:trace>
  <inkml:trace contextRef="#ctx0" brushRef="#br1" timeOffset="56961.17">15550 6086 7808 0,'0'0'1024'0,"0"0"476"16,0 0 1185-16,0 0-865 0,0 0-436 0,0 0-36 16,-16 89-272-16,12-51-168 0,4 3-40 15,0 3-52-15,9 5-328 0,-2-8-75 16,1 0-113-16,4-9-116 0,-4-4 20 16,4-8-140-16,0-12-60 0,-4-3 4 15,8-5-8-15,0-7-8 0,3-9-44 16,2-10-56-16,3-8-208 0,-5-5-144 15,1-2-61-15,-3-1 105 0,-2 5-60 0,-2 2 76 16,-6 3 8-16,1 4 96 0,0 2 16 16,-4 3 144-16,-4 4 136 0,0 7 60 15,0 5 64-15,0 1 96 0,-4 6 64 16,4 0-52-16,0 0-72 0,-4 6-4 16,4 7 176-16,0 7-4 0,0 5-12 15,0 7 36-15,0 6-11 0,0 0 11 16,4-4-84-16,5 2-124 0,-6-11-144 15,5-3-168-15,0-9-52 0,1-3-265 0,-2-10-87 16,5 0 0-16,0-7-124 0,8-5-284 16,-4-10-836-16,-4 6-1996 0,4-20-1781 0</inkml:trace>
  <inkml:trace contextRef="#ctx0" brushRef="#br1" timeOffset="57292.364">16056 6057 7960 0,'0'0'2600'0,"0"0"-1299"15,0 0 71-15,0 0 528 0,0 0 48 16,-8 83-340-16,4-60-504 0,0-5-432 16,4 5-220-16,-3-8-124 0,3 1-232 15,0-3-96-15,0-4-120 0,0-2-112 16,3-7-180-16,5 0-16 0,0 0 196 0,4-10 120 16,0-2 4-16,1-4 8 0,-2-3 16 15,1 3 72-15,0 3-60 0,0 1 68 16,-4 2-4-16,4 4 8 0,0-1 0 15,-1 7 8-15,2 0 176 0,-2 0 96 16,2 4-84-16,-5 5 12 0,3 4 100 16,-2 6 20-16,-1 0 0 0,-4 0-36 15,-1 3-24-15,1 0 265 0,0-3 75 0,-4 1-320 16,4-1-236-16,-4-7-52 0,0-2-60 16,5-1-12-16,-5-5 24 0,0-4-72 15,0 0-232-15,4 0-240 0,-1-7-225 16,5-2-159-16,0-4-556 0,4-6-1168 15,-4 7-2256-15,9-14-2009 0</inkml:trace>
  <inkml:trace contextRef="#ctx0" brushRef="#br1" timeOffset="57445.09">16535 6067 11685 0,'0'0'1880'0,"0"0"-1092"16,0 0 48-16,0 0 284 0,0 0 348 15,15 83-48-15,-15-58-344 0,-4-3-320 16,-4 3-304-16,8-5-452 0,-3-5 0 15,3-5-500-15,0-4-220 0,0 1-184 16,0-7-304-16,0 0-1248 0,0-7-2981 16,0-12-3911-16</inkml:trace>
  <inkml:trace contextRef="#ctx0" brushRef="#br1" timeOffset="57593.721">16546 5835 12897 0,'0'0'2332'0,"0"0"-1616"0,0 0-96 15,0 0 360-15,0 0 440 0,0 0-156 0,0 0-628 16,0 0-496-16,0 0-140 0,0 0-72 16,0 0-136-16,80 13-464 0,-61-10-444 15,6 0-488-15,-9 0-2396 0,3 4-3129 0</inkml:trace>
  <inkml:trace contextRef="#ctx0" brushRef="#br1" timeOffset="58192.93">17049 6077 3496 0,'0'0'1784'0,"0"0"-768"0,0 0 1904 16,0 0-1600-16,0 0-535 0,-20-77-101 0,12 62 56 15,-1-2 104-15,1 2 4 16,1 5-152-16,-1 1-80 0,-1 6 40 0,2 3 20 15,3 5-56-15,-4 12-28 16,-1 11-160-16,2 13 36 0,-1 10-40 0,0 7 112 16,-1 2 44-16,6 1-120 0,-1-8-64 15,0-8-155-15,0-7-185 0,4-13-60 16,0-9-8-16,8-3-149 0,4-13-15 0,4 0 4 16,0-10-76-16,3-9-232 15,-2-6-232-15,2-7-4 0,-2 0 0 0,-2 0-28 16,1 7-56-16,-4 0 84 0,-3 5 156 15,-2 8 280-15,-3 6 200 0,0 6 76 16,0 3 340-16,-4 12 492 0,4 11 52 16,-4 6-192-16,0 5-112 0,0 9-88 15,0 1-100-15,0 7 148 0,0-1-100 16,0 5-172-16,0 2 96 0,-4 4 48 16,4 0 77-16,-4-4-261 0,4-6-68 0,0-3-64 15,4-13-84-15,5-10-12 0,-6-12-132 16,5-9-136-16,4-7-133 0,-4-20-99 15,8-5-204-15,-5-13-188 0,6-12-376 16,-2-8-1196-16,-2 10-2300 0,2-31-1777 0</inkml:trace>
  <inkml:trace contextRef="#ctx0" brushRef="#br1" timeOffset="58709.148">17442 5896 6140 0,'0'0'6665'16,"0"0"-5681"-16,0 0-796 0,0 0 16 15,0 0 276-15,0 0 440 0,0 0 164 16,0 0-312-16,0 0-264 0,17 82-76 16,-13-44-28-16,3 3-96 0,-3-6-244 15,1 1-64-15,3-11-76 0,-4-6-8 16,3-6-88-16,1-10-64 0,5-3-48 0,-2-10 36 16,6-9-148-16,2-4-172 0,1-8-196 15,-3 3-192-15,-2-1-132 0,1 3 148 16,-8 8 240-16,4 5 700 0,-8 10 0 0,-1 3 304 15,2 3 412-15,-5 13 488 16,0 6-96-16,0 6-204 0,0 4-124 0,0 1-12 16,0-2-104-16,0 1-136 0,0-4-184 15,4-6-224-15,4-5-8 0,3-5 60 16,6-6-76-16,-2-6 16 0,2-6-112 16,7-6-128-16,-5-8-240 0,5-2 76 15,0-7-64-15,4 4-196 0,-4 0-40 16,-4-1-40-16,4 7-36 0,-4 0-212 15,-1 3-48-15,-2 4 344 0,-6 2 484 0,-3 3 100 16,1 5 272-16,-9-2 472 0,4 1 312 16,-4-3-100-16,0-4-152 0,0 1-148 15,0-7-240-15,-4 0-148 0,-5 3-52 16,1 1-216-16,5 5-8 0,-9 7-136 16,-4 4-88-16,0 15 32 0,-4 12 200 15,-4 7 0-15,4 10 212 0,0-1 32 16,4 5 12-16,0-11-84 0,9-3-100 0,3-10-72 15,4-6-132-15,11-9-128 0,13-9-80 16,12-4-44-16,8-6-32 0,4-11-808 16,-12 1-1156-16,20-9-4161 0</inkml:trace>
  <inkml:trace contextRef="#ctx0" brushRef="#br1" timeOffset="58836.245">18952 5924 18897 0,'0'0'3245'16,"0"0"-3245"-16,0 0-1365 0,-86 4-679 15,62-4-3176-15,-17 0-1617 0</inkml:trace>
  <inkml:trace contextRef="#ctx0" brushRef="#br1" timeOffset="85111.484">8541 5194 5824 0,'0'0'7461'16,"0"0"-6393"-16,0 0-952 0,0 0 252 15,0 0 436-15,0 0-84 16,101 35 188-16,-69-32-224 0,7 0-56 0,5 0-60 15,0-3-116-15,3 0-120 0,-2 0-100 16,-2-6-172-16,-3 3-60 0,0-6 12 16,-4 2-60-16,0-3 0 0,-8-2-212 15,3 2-388-15,-6-3-104 0,-6 4-284 16,-3 0-368-16,-8 2-792 0,0 4-1937 0,-12 3-1751 16</inkml:trace>
  <inkml:trace contextRef="#ctx0" brushRef="#br1" timeOffset="85307.322">8734 5340 3332 0,'0'0'6416'16,"0"0"-5268"-16,0 0-259 0,0 0 123 0,-53 89 288 15,50-57-288-15,-1 5-108 0,4 5 48 16,0 6-340-16,0 3-8 0,0 6 76 16,4 0-252-16,-4 3-180 0,3 4-164 15,1-5-84-15,0-4-56 0,-4-7-32 16,4-10-256-16,5-17-36 0,-5-8-100 15,3-9-212-15,1-4-504 0,0-4-872 16,-3-4-2089-16,-2-15-2391 0</inkml:trace>
  <inkml:trace contextRef="#ctx0" brushRef="#br1" timeOffset="85480.723">8753 5724 9564 0,'0'0'2873'0,"0"0"-2005"0,0 0 84 15,0 0 460-15,95-2-392 0,-71 2-88 0,4 0-276 16,0 0-236-16,0 0-348 16,0 0-20-16,-3 0-52 0,-6 0-100 0,1-5-108 15,-8 5-560-15,-5 0-424 0,-2 7-764 16,-5 3-2069-16,-9 6-2583 0</inkml:trace>
  <inkml:trace contextRef="#ctx0" brushRef="#br1" timeOffset="85691.86">8637 6080 4972 0,'0'0'4276'0,"0"0"-1979"0,0 0-633 0,0 0-128 15,0 0-176-15,0 0-296 0,0 0-528 16,0 0 908-16,0 0-404 0,0 0-404 16,100 35-444-16,-64-35 673 0,4-4-453 15,8-2-412-15,-1-7-72 0,5-2 72 16,8-5 36-16,0-2-36 0,0 0-889 0,3 0 709 15,-3-1-636-15,4 5-200 0,-8 2-812 16,-17 4-2492-16,10-1-4889 0</inkml:trace>
  <inkml:trace contextRef="#ctx0" brushRef="#br1" timeOffset="90716.691">7510 5684 6064 0,'0'0'7373'16,"0"0"-5777"-16,0 0-980 0,0 0-608 16,0 0 688-16,0 0 188 0,0 0-216 0,96-11-124 15,-68 11 12-15,3-3-104 0,1 0-156 16,4-3-200-16,0-1-44 0,4 4-52 0,-4-3-4 15,0 0-8-15,-5-1-96 0,1 1-4 16,-8 0-292-16,1 2-172 0,-6 1-216 16,-3 0-12-16,-4 3-312 0,-8 3-1196 15,-4 4-2445-15,-8 12-3447 0</inkml:trace>
  <inkml:trace contextRef="#ctx0" brushRef="#br1" timeOffset="90889.149">7621 5966 4864 0,'0'0'6133'16,"0"0"-4629"-16,0 0-892 0,0 0-64 0,0 0 300 16,0 0 276-16,0 0-256 15,0 0-256-15,88 41-68 0,-51-41-264 0,2-3-280 16,1-7-248-16,-1 1-412 0,-2-4-140 16,-1 0-120-16,-8 1-736 0,-5-1-1385 15,-3-4-3731-15</inkml:trace>
  <inkml:trace contextRef="#ctx0" brushRef="#br1" timeOffset="91192.151">6299 5207 11837 0,'0'0'2372'0,"0"0"-2104"0,0 0-64 16,0 0 448-16,0 0 52 15,103 28-284-15,-71-18-136 0,8-4-44 0,-1 0-92 16,6-2-136-16,-6-4-4 0,6 0-8 15,-6-4-8-15,5-2-140 0,-4-3-364 16,-4-1-660-16,-4 1-408 0,-12-1-1241 16,-5 0-4023-16</inkml:trace>
  <inkml:trace contextRef="#ctx0" brushRef="#br1" timeOffset="91410.389">6490 5438 3116 0,'0'0'6040'16,"-28"73"-3511"-16,21-31-965 0,-2 12-92 16,1 9 168-16,0 7-372 0,1 3-376 15,-2 6-400-15,1 4-148 0,4-4-276 0,4-2-68 16,0-14-4-16,0-12 0 0,0-19-8 16,4-13-100-16,0-10-328 0,0-3-312 15,5-6-56-15,-5-2-176 0,3-9-996 16,1-1-2465-16,-4-20-3979 0</inkml:trace>
  <inkml:trace contextRef="#ctx0" brushRef="#br1" timeOffset="91568.238">6455 5794 2508 0,'0'0'7692'0,"0"0"-5903"16,0 0-649-16,0 0 320 0,79 28 116 15,-55-18-452-15,4-3-292 0,4-7-412 16,-1 0-200-16,5-4-80 0,0-9-140 15,4 1-48-15,0-7-396 0,-1 0-460 16,-7 0-4-16,0 0-512 0,-12 2-1404 16,0-2-2937-16</inkml:trace>
  <inkml:trace contextRef="#ctx0" brushRef="#br1" timeOffset="91895.569">5856 4961 9352 0,'0'0'5309'0,"0"0"-4865"0,0 0 136 0,0 0 324 15,88 7 164-15,-56-7-324 16,7 0-44-16,6-2-24 0,-2-3-176 16,9 0-120-16,4-4-172 0,8 2 24 0,0 1-136 15,3 0-92-15,1-1-4 0,-5 0 0 16,1 2-4-16,-4-1-80 0,0-1-40 0,-8 3 28 16,-5-2-368-16,1-1-208 0,-4 7-100 15,-4-2-416-15,-12-2-1324 0,-8 4-4157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7:35:30.5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10682 12747 4868 0,'0'0'156'0,"0"0"-156"16,0 0 4864-16,0 0-3415 0,0 0-281 16,0 0 120-16,84 67-112 0,-73-42-132 0,-7 4-240 15,0 3-156-15,-4 2-104 0,0 4-48 16,0 4-104-16,-8-1-24 0,-8 4-72 16,0-4-4-16,-8 4 4 0,-4-4-16 15,-4-3 48-15,-3 3-12 0,-5 0-108 0,-8-5-108 16,1-3-100-16,-2-3 0 0,-3-8-8 15,5-6-124-15,-1-10-88 0,4-3 12 16,0-3-180-16,4-6 32 0,5-4 160 16,7-2 92-16,4-4 104 0,8 3 0 15,4-2-12-15,4-4-148 0,4 3 88 16,0-4 72-16,4 1 72 0,0-3-64 16,4 3 0-16,4-3 80 0,4 3-4 15,0 0 52-15,4 3-40 0,3 2 4 16,6 2-40-16,3 3 36 0,3 0 20 15,5 6-116-15,9-1 0 0,2 4 56 0,9 0 92 16,0 7 8-16,4 2-156 0,-1 4-8 16,0 2-76-16,-7 5 36 0,-3 2-52 0,-10 0 100 15,1 3 0-15,-8 2 0 0,-4-2 0 16,-1 6-8-16,-6 1-32 0,-2-1-56 16,-6 4 20-16,2-3-20 0,-6-4-64 15,-5-5-120-15,3-8-176 0,-3-1-208 16,-4-11-272-16,4-3-740 0,-4 0-1196 15,4-6-2513-15</inkml:trace>
  <inkml:trace contextRef="#ctx0" brushRef="#br0" timeOffset="469.866">12359 12816 4196 0,'0'0'7565'0,"0"0"-6605"0,0 0-56 16,0 0 124-16,0 0 244 0,87 84-20 15,-63-43-184-15,1 7-368 0,-2 6-48 16,1 6 204-16,4 3-296 0,-4 4-256 0,0 0-132 16,-5-1-116-16,2-5-56 0,-1-11-132 15,-5-11 32-15,-2-8 4 0,-2-12-76 16,-3-6-132-16,0-9-328 0,-8-4-204 16,0-7-100-16,0-9-636 0,0-5-1036 15,0 1-1761-15,0-22-1075 0</inkml:trace>
  <inkml:trace contextRef="#ctx0" brushRef="#br0" timeOffset="714.11">12658 13204 6188 0,'0'0'4596'0,"0"0"-3063"0,0 0-321 15,0 0 232-15,99-21-108 0,-58 17-324 16,-2 4-332-16,8 0-52 16,5 0 432-16,4 0-340 0,8-7-268 0,8 1-100 15,8-7-36-15,7 1 85 0,13-10 183 16,7 3-308-16,5-6-140 0,7 2-40 0,1 1 24 15,-4 3-32-15,-1-1-80 0,-3 8-8 16,-5-1 0-16,-3 0-8 16,-5 1-76-16,-11 3 12 0,-4 2-208 0,-13-2-120 15,-7-1-132-15,-12 1-113 0,-12-1-135 16,-8 1-124-16,-12-1-548 0,-8-2-1060 16,-5 5-1824-16,-7-9-1473 0</inkml:trace>
  <inkml:trace contextRef="#ctx0" brushRef="#br0" timeOffset="964.579">14802 12608 9140 0,'0'0'3273'0,"0"0"-2021"15,0 0-920-15,0 0-44 0,0 0 232 16,86-32 376-16,-65 35 344 0,3 4-356 16,0 4-192-16,-1 8-80 0,1-2-216 15,-4 6-176-15,1 2-112 0,-6 0 52 16,2 8-76-16,-10-3-32 0,-3 9 32 0,-4-1-12 15,0 6-56-15,-8 5 32 0,-8 1-48 16,1 1-8-16,-10 2 4 0,-3 1 0 16,1 1-72-16,-9 1-120 0,0-2-12 15,-4-6-84-15,0 0-100 0,0-10-64 16,9-13-148-16,-1-12-64 0,8-13-256 16,7-3-1456-16,-2-29-3745 0</inkml:trace>
  <inkml:trace contextRef="#ctx0" brushRef="#br0" timeOffset="1564.324">17661 13312 4248 0,'0'0'0'0,"0"93"-1424"0,-15-46-844 16,-5 7 2268-16,-12 12 472 0,-4 2 1404 0,1-2 3136 15,-9-2-2760-15,4-7-99 0,-4-13-445 16,8-9-228-16,1-19-276 0,-2-13-160 16,1-9-316-16,-3-19-320 0,-1-17-396 15,0-15 124-15,-4-19-136 0,5-16-8 16,2-16-40-16,1-16-260 0,5-6-40 15,3-13 4-15,12 4 72 0,8-1 220 0,8 3 52 16,8 10-4-16,16 10-48 0,3 8 52 16,14 18 128-16,-5 12 108 0,7 8-228 15,-3 17 76-15,-4 12 68 0,-4 15 8 16,-8 7 112-16,-5 11-52 0,-2 9-72 16,-9 4 12-16,-1 10 416 0,-3 9 24 15,-4 6-176-15,0 9-120 0,0 0-132 16,-8 3 12-16,-3-9-4 0,3-3-20 0,-1-10-27 15,6-7-77-15,3-5-56 0,0-4-84 16,0-3-73-16,12 0-75 0,11 0 96 16,13 0 136-16,8 0-4 0,4 0-52 15,4 0 44-15,-4-3-96 0,-5 3 24 16,2 0-4-16,-10 10 76 0,-7-1 0 16,-4 4-36-16,-4 2 40 0,-9 4 4 15,-6 1 4-15,-5 5 48 0,-5-3 12 16,-6 1 76-16,-13 2 84 0,-4-3 44 15,-12 0-92-15,1-3-135 0,-13-3-37 0,-4 0-97 16,0-6-75-16,-8 2-84 16,0-6-168-16,-3-3-148 0,3-3-116 0,-3-3-160 15,-1-6-248-15,4-10-992 0,16 3-1148 16,-16-16-2709-16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7:18:56.008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8502 1924 1656 0,'0'0'1460'16,"0"0"-792"-16,0 0-212 0,0 0 180 16,0 0 200-16,0 0 60 0,0 0-104 15,0 0-180-15,0 0-224 0,0 0-220 16,-4 0-88-16,4 0-80 0,0 0 116 15,-4 0 144-15,4 0 1380 0,0 0-839 16,0 0-393-16,0 0-72 0,0 0 176 16,0 0 216-16,0 0 48 0,0 0-156 0,0 0-104 15,0 0-152-15,0 0-24 0,4 0-48 16,0 0-80-16,4 0-12 0,4 3-4 16,0-3-80-16,-1 3 8 0,2-3 84 15,2 0-20-15,6 3-140 0,-1-3-40 16,-1 0-8-16,5 0 4 0,-3 0-4 0,-2 0 0 15,1 0-48-15,-3 0 44 0,2 0-84 16,5 0 80-16,0-3 8 0,-5 3 0 16,5-3-4-16,-3 0-180 0,-2 3-192 15,1-3-220-15,1-1-276 0,-6-2-288 16,1 0-688-16,-4 3-2185 0,4-7-2575 0</inkml:trace>
  <inkml:trace contextRef="#ctx0" brushRef="#br0" timeOffset="1058.641">10637 1788 2888 0,'0'0'3996'0,"0"0"-2968"0,0 0-456 15,0 0 204-15,0 0 580 0,0 0 113 16,0 0-177-16,0 0-264 0,0 0-132 16,0 0-92-16,-8 0-64 0,8 0-80 15,-3 0-40-15,3 0-52 0,0 0-76 16,0 0-76-16,0 0-96 0,0 0-88 16,0-4-48-16,0 4-16 0,0 0-56 15,0 0-4-15,0-3-104 0,3 3-4 0,5 0-8 16,-3 0-4-16,7 0 12 0,3 0-4 15,1 7 0-15,5-4-4 0,2 0 0 16,5-1 8-16,0 4 4 0,4-1-4 16,-4-3-12-16,-4 2 4 0,4-4 4 15,-4 3-4-15,-1-3 0 0,-3 0-76 16,1 0-200-16,-2 0-20 0,-3-3 48 16,-4-1-16-16,0 4 4 0,0-2-28 0,-8-3-60 15,0 3-52-15,0 2-76 16,-4 0-272-16,0-4-464 0,0 4-432 0,0 0-340 15,0-2-693-15,-8 2-2547 0</inkml:trace>
  <inkml:trace contextRef="#ctx0" brushRef="#br0" timeOffset="6666.098">10893 807 6044 0,'0'0'156'0,"0"0"1080"0,0 0 1084 16,0 0-911-16,0 0-381 15,0 0-32-15,0 0 84 0,-80-26-92 16,68 26-272-16,-4 0-76 0,0 0-252 0,4 2-40 15,-4 9-100-15,0-3-88 0,1 9-84 16,-2 6-64-16,2 5-12 0,-6 3 60 16,1 7-12-16,1 4-48 0,-1 5-12 15,-4 4-76-15,8 7 84 0,-4 5-60 16,1 4 16-16,6-1-52 0,-2 8 12 16,6-2 88-16,1 7-8 0,8-2-52 15,0-1 56-15,4-6-8 0,9-7 8 16,6-9 0-16,1-13 4 0,8-11 96 0,0-8 32 15,4-13 32-15,4-7 0 0,7-2 76 16,1-8 184-16,4-15-116 0,4-9-104 16,0-9-80-16,4-6-56 0,-5-10 20 15,1-7-80-15,-5-3-4 0,-2-2-124 16,-2-1-180-16,-7 0-40 0,-8 0-28 16,-4 3 0-16,-11 1 164 0,-6-1 32 0,-7 3 128 15,-12 7 48-15,-8 7 12 0,-8 6 136 16,-3 5-72-16,-10 14 96 0,1 6-60 15,-3 9 12-15,3 10 112 0,-4 3-88 16,1 13 12-16,-6 6-24 0,2 10-52 16,-5 7 28-16,4 5-32 0,1 7-80 0,2-4-48 15,2 7 36-15,7-3-112 0,4 0-220 16,8-4-324-16,4-6-188 0,12-2-260 16,0-11-256-16,5-6-256 0,3-9-673 15,3-6-1627-15,9-7-1412 0</inkml:trace>
  <inkml:trace contextRef="#ctx0" brushRef="#br0" timeOffset="6961.467">10697 958 8764 0,'0'0'1836'0,"0"0"-495"0,0 0 215 16,44 80 120-16,-24-39 32 0,8 7-480 16,4 9-352-16,-1 7-276 0,6 5-232 15,3 4-224-15,-5 0-132 0,1-6-12 16,0-9-8-16,-4-18-76 0,4-8 12 15,-9-16-184-15,5-9-348 0,-4-7-208 16,0-10-180-16,-4-6-408 0,0-9-596 0,-8 0-704 16,4-24-2581-16</inkml:trace>
  <inkml:trace contextRef="#ctx0" brushRef="#br0" timeOffset="7129.345">11239 1035 11489 0,'0'0'2136'0,"0"0"-1196"16,0 0 824-16,-95 26-432 0,63-1-180 15,-4 6-60-15,-8 14-192 0,0 6-276 0,-4 6-260 16,1 6-171-16,-1 11-185 0,-4-2-8 16,4 1-56-16,0 3-297 0,5-6-159 15,3-3-120-15,8-6-4 0,4-11-88 16,4-2-336-16,8-9-924 0,4-11-1820 16,1-6-2265-16</inkml:trace>
  <inkml:trace contextRef="#ctx0" brushRef="#br0" timeOffset="7822.332">11769 736 3024 0,'0'0'6784'0,"0"0"-4823"0,0 0-629 16,0 0 116-16,0 0 176 0,0 0-376 15,0 0-416-15,0 0-216 0,0 0 12 16,0 0-152-16,104 3 24 0,-68 7-84 16,-4-1-196-16,3-2-124 0,-3-1-48 15,0-3-48-15,0-3-72 0,-8 0-40 16,4 0-168-16,-9-5-256 0,2-2-332 15,-6 0-288-15,-2 1-888 0,-6-1-2176 16,-3 1-2917-16</inkml:trace>
  <inkml:trace contextRef="#ctx0" brushRef="#br0" timeOffset="8016.442">11924 958 7564 0,'0'0'3124'0,"0"0"-1071"15,0 80-257-15,0-45 144 0,0 3-484 16,-4-3-644-16,4-4-504 0,0-6-236 0,-3-6-72 16,3-8-72-16,0-2-28 15,0-6-108-15,0-3-496 0,3 0-324 0,5 0-404 16,1-9-780-16,-5 0-2189 0,3-10-2007 0</inkml:trace>
  <inkml:trace contextRef="#ctx0" brushRef="#br0" timeOffset="8159.465">11973 1061 6688 0,'0'0'2180'0,"0"0"-576"0,0 0 133 16,0 0-105-16,0 0-228 0,0 0-280 15,0 0-488-15,0 0-312 0,87-17-216 16,-71 8-108-16,4 2-212 0,-8-2-324 16,4-1-196-16,-4 1-220 0,-1-1-252 15,2 3-932-15,-9 5-1757 0,-1-5-1179 0</inkml:trace>
  <inkml:trace contextRef="#ctx0" brushRef="#br0" timeOffset="8448.808">11681 530 6836 0,'0'0'4581'0,"0"0"-3121"0,0 0-540 16,0 0 636-16,0 0-164 0,0 0-444 15,0 0-256-15,0 0-200 0,0 0-100 16,92 28-184-16,-72-24 52 0,0-1-88 16,4 1-16-16,0-4-32 0,4 0-16 0,3-4-108 15,1-3-36-15,0 1-36 0,0-7 12 16,0 4-332-16,0-1-124 0,0 1-248 15,-4 3-276-15,-4-1-524 0,-4 4-760 16,3 0-2781-16</inkml:trace>
  <inkml:trace contextRef="#ctx0" brushRef="#br0" timeOffset="8722.63">12686 448 5884 0,'0'0'5008'0,"0"0"-3247"15,0 0-361-15,0 0 332 0,0 0-44 16,-12 85-476-16,7-53-524 0,1-1-368 0,-3 1-16 15,3 7-72-15,-4-5-232 16,-1 7-48-16,-2 0-344 0,3 4-416 0,-4 3-304 16,-4 3-684-16,8-13-2768 15,-16 18-6081-15</inkml:trace>
  <inkml:trace contextRef="#ctx0" brushRef="#br0" timeOffset="9548.802">11945 742 636 0,'0'0'1120'16,"0"0"68"-16,0 0-212 0,0 0-208 0,0 0-180 15,0 0 12-15,0 0 192 0,0 0 248 16,0 0-28-16,0 0 76 0,0 0-120 15,-32 23-103-15,32-23-5 0,0 0-84 16,-4 4-48-16,4-4-72 0,0 2-48 0,0 1-108 16,0 4-56-16,-4 2-4 0,4 8 8 15,0 1-76-15,-5 5-176 0,5 5-120 16,0 4-24-16,0 2-52 0,0 5-12 16,0 1-184-16,0 2-264 0,0 0-252 15,0-1-156-15,0 1-52 0,0-2-312 16,0-5-740-16,5-6-1285 0,-1 6-2443 0</inkml:trace>
  <inkml:trace contextRef="#ctx0" brushRef="#br0" timeOffset="10832.199">7306 10388 8708 0,'0'0'1940'0,"0"0"-755"15,0 0 415-15,0 0 172 0,0 0-200 0,0 0-268 16,0 0-248-16,0 0-280 0,0 0-192 16,0 0-108-16,0 0-124 0,0-12-96 15,21 18 25-15,7 4 155 0,7-1 96 16,5-3-96-16,4-2-120 0,0-2-232 16,0-2-44-16,0-2-40 0,-1-8 0 15,1-6 4-15,0-3-4 0,-4 0-8 0,4-3-64 16,-9 3-196-16,-3 0-188 0,-4 3-152 15,-7 3-181-15,-6 4-135 0,-7 6-460 16,-3 3-1152-16,-5 0-2724 0,-13 9-3361 0</inkml:trace>
  <inkml:trace contextRef="#ctx0" brushRef="#br0" timeOffset="11135.792">7263 10566 2632 0,'0'0'5556'0,"0"0"-1531"0,0 0-3245 0,0 0-308 15,0 0 748-15,0 0 328 0,0 0-288 16,0 0-420-16,0 0-320 0,0 0-80 16,0 70-8-16,12-35-4 0,0 9 12 0,0 7-76 15,-1 3-144-15,6 2-52 16,-2 5-68-16,-2 3-92 0,-2 0 48 0,6-4-56 15,-10 0-8-15,5-6 8 0,-3-6 0 0,-2-7-44 16,5-5-140-16,-8-11-36 0,1-6 52 16,-1-7-40-16,-4-2-84 0,3-3-148 15,-3-7-88-15,0 0-36 0,0 0-176 16,0-7-376-16,0-5-604 0,-7-11-884 16,-2 4-2397-16,-10-16-2491 0</inkml:trace>
  <inkml:trace contextRef="#ctx0" brushRef="#br0" timeOffset="11359.753">7394 10944 3664 0,'0'0'9637'0,"0"0"-8153"0,0 0-980 16,0 0 556-16,0 0 544 0,0 0-336 0,0 0-264 15,88 13-100-15,-64-11-360 16,8 3-139-16,-4-5-129 0,0 0-104 0,4 0-172 15,-4 0 0-15,4-5-44 0,-5 5 36 0,6-2-116 16,-2-2-44-16,-4 1-333 0,5 0-107 16,0 0-160-16,1 3-196 0,-6 0-664 15,-3 0-2140-15,4 0-3029 0</inkml:trace>
  <inkml:trace contextRef="#ctx0" brushRef="#br0" timeOffset="12515.244">8944 10792 6340 0,'0'0'428'0,"0"0"4933"0,0 0-3373 0,0 0-612 15,0 0-120-15,0 0-336 0,0 0-264 16,0 0 48-16,0 0-140 0,0 0-100 15,0 0-72-15,96 15-76 0,-69-8-36 16,5-3 24-16,1 2-36 0,3 0-11 16,3-4-61-16,1 5 68 0,4-3-44 15,0-4-52-15,0 3-24 0,3-3 28 16,2 0-52-16,2 0-24 0,1 0-36 0,0 0-48 16,-1-3 0-16,5 3 36 0,-4 0-40 15,4 0-8-15,-1-4 52 0,1 4-40 16,0-3-12-16,0 3 0 0,4-4-76 15,-4 4 76-15,4 0 0 0,-1 0 0 16,0 0 0-16,-3 4 0 0,0 3 8 16,0-4-4-16,0 0-4 0,0-3-8 0,-1 2 8 15,-3-2 0-15,4 0-8 16,-4 0 8-16,3 0 8 0,-3-2 0 0,0-1 56 16,0 0-60-16,0-1 44 0,-4 1-40 15,-5-1 44-15,1 4-44 0,0 0-16 16,-4 0 4-16,-1 0-8 0,-2 0 8 15,-1 0 4-15,-1 0-44 0,1-2 44 0,-4 2 4 16,0-4 8-16,-4 2-12 0,0-2 0 16,-4 2 0-16,0-5 0 0,-1 0 0 15,-3 4 48-15,-3-4-48 0,2 5 0 16,-3-1 0-16,-4-1 0 0,4 1 60 16,-4 3-60-16,3-4 8 0,-2 4-8 15,-5 0-8-15,4 0-32 0,-4 0 40 16,0-2 8-16,-1 2-8 0,-3 0-48 15,1 0 36-15,-1-4-36 0,-4 4-40 0,4 0-80 16,-4 0 24-16,0 0-36 16,0 0-4-16,0 0 28 0,0 0-4 0,0 0-32 15,0 0-88-15,-4 4-61 16,0-4-155-16,-5 2-176 0,2-2-220 0,-5 0-452 16,0 0-784-16,0-2-832 0,-8-15-2777 0,100 30-1631 0</inkml:trace>
  <inkml:trace contextRef="#ctx0" brushRef="#br0" timeOffset="12831.913">11586 10465 15409 0,'0'0'2204'0,"0"0"-2004"0,0 0 32 0,0 0 376 16,0 0 176-16,87 31 328 0,-62-18-404 15,-6 0-284-15,9 2-119 0,0 1-109 16,-4-3-124-16,0 3-60 0,0 1-8 16,-4-5 8-16,0 3-12 0,-5 2-4 0,-2-2 0 15,-2 1-8-15,-3 3 4 16,1 0-40-16,-9 6 8 0,0 4 36 0,-4 4 4 16,-9 0-60-16,-2 6-52 0,-5 2-93 15,-8-3-15-15,4 1-144 0,-8-2-40 16,4-1-8-16,1-11 104 0,-1-3-156 15,4-6-76-15,3-10-472 0,2-6-700 16,3 0-1516-16,-8-16-4129 0</inkml:trace>
  <inkml:trace contextRef="#ctx0" brushRef="#br0" timeOffset="13443.158">12439 10125 6672 0,'0'0'1884'0,"0"0"2209"0,0 0-2541 16,0 0-148-16,0 0 224 0,0 0-256 0,0 0-132 16,95 22-140-16,-59-10-91 15,8-5-293-15,-4-1-172 0,3-2-72 0,2-4-84 16,-2-7-100-16,1-9-36 0,0-3-56 16,-1-6-88-16,-2-1-36 0,-2-2-72 15,-7 2-60-15,0 1-60 0,-4 3-412 16,-8 3-204-16,-4 6-112 0,-4 3-109 15,-8 10-383-15,-4 0-860 0,0 7-1920 0,-4 3-1037 16,-16 12-3095-16</inkml:trace>
  <inkml:trace contextRef="#ctx0" brushRef="#br0" timeOffset="13732.709">12669 10334 10904 0,'0'0'2081'0,"0"0"-1037"0,0 0-248 0,0 0 236 16,9 79 424-16,-5-53-232 0,3 3-388 16,1 6-224-16,1 3-148 0,2 6 48 15,-3 7-84-15,0 3-140 0,1 0-152 16,-2 3-39-16,1 0-97 0,1 3-4 16,-2-2-4-16,-3-4 4 0,4-3-8 15,0-4-49-15,0-3-11 0,-4-5-4 0,0-7-80 16,4-7-52-16,-4-6-84 0,0-6-96 15,0-4-88-15,-4-6-64 0,0-3 12 16,0 0-48-16,0-3-268 0,0-6-372 16,0-8-512-16,-8-1-308 0,4 1-857 15,-8-11-1835-15</inkml:trace>
  <inkml:trace contextRef="#ctx0" brushRef="#br0" timeOffset="14004.786">12793 10811 5548 0,'0'0'8153'15,"0"0"-6469"-15,0 0-1120 0,0 0 116 16,0 0 712-16,0 0-112 0,0 0-56 0,0 0-444 16,84-4-244-16,-60 1-75 0,0 0 147 15,8-4-188-15,0 2-188 0,3-2-52 16,1-3-12-16,0 2-44 0,4-6-40 15,-4 5-72-15,3-7-4 0,-3 3-4 16,0 1-4-16,0-1-12 0,0 0-72 16,-4 1-100-16,0 1-176 0,-4-1-148 0,-5 2-136 15,-7 5 15-15,0-1-91 0,-7 6-416 16,-6-5-820-16,1 5-1136 0,-4 5-3497 0</inkml:trace>
  <inkml:trace contextRef="#ctx0" brushRef="#br0" timeOffset="15631.881">7331 7813 3180 0,'0'0'3980'16,"0"0"-3892"-16,0 0 316 0,0 0 2885 15,0 0-1505-15,0 0-624 0,0 0-196 0,0 0 16 16,-25-70-88-16,25 63-184 15,0 5-184-15,0-1-144 0,0 3 40 0,0 0 60 16,0 0 60-16,0 0-124 0,4 0-124 16,-4 5-48-16,5 6-12 0,-1 2 12 0,4 2-36 15,-8 4-40-15,4 4-32 16,-1 5-52-16,1 1-76 0,0 5 0 0,1 8-4 16,-5 5 8-16,0 7 49 0,0 10-61 15,4 9 4-15,-4 7-4 0,0 2 0 16,0 4-12-16,4 0 12 0,-4 2 32 15,0 1-32-15,0-3-12 0,0-3-49 16,4-4 61-16,-4-2 0 0,0-8 13 16,0-5-1-16,0-4 48 0,0-3-16 15,0-6-40-15,0-10-4 0,0-6 4 16,0-7-4-16,0-8-8 0,0-12-40 16,0 3 44-16,0-8-8 0,0-3 8 15,0 0 4-15,0 0 0 0,0 0-8 16,0 0 8-16,0 0-73 0,0 0-11 0,0-3-52 15,0 3-80-15,0-4-104 0,0 2 16 16,0-3-24-16,-4-1-40 0,0 0-72 16,0 0-36-16,4-4-56 0,-5 1-196 0,1-1-328 15,4-1-400-15,0-9-468 0,-4 7-781 16,4-13-2411-16</inkml:trace>
  <inkml:trace contextRef="#ctx0" brushRef="#br0" timeOffset="21063.53">6876 5603 6020 0,'0'0'8361'0,"0"0"-7101"0,0 0-1072 16,0 0 204-16,0 0 596 0,0 0 88 15,0 0-372-15,101 0-264 0,-62 0-132 0,4-3-64 16,2 1 72-16,-2-5-108 0,2-3 48 16,-10 4-108-16,5-3 8 0,-4-4-116 15,-8 3-40-15,-4 1-76 0,-5 3-92 16,-3-1-456-16,-4 3-232 0,-8 4-240 0,1-2-528 15,-5 2-1392-15,0 0-2501 0</inkml:trace>
  <inkml:trace contextRef="#ctx0" brushRef="#br0" timeOffset="21298.604">6949 5747 6320 0,'0'0'4176'0,"0"0"-2731"0,0 0-41 15,-32 69 244-15,27-40-160 0,5 10-280 16,0 1-444-16,0 4-88 0,9 8-72 16,-2 5-80-16,5 6-108 0,-3 4-172 0,-2 3-100 15,5-4-140-15,0-5-4 0,-4-6-72 16,0-15 0-16,-1-11 12 0,2-10-112 16,-5-10-244-16,0-9-268 0,4 0-128 15,-5-3-176-15,1-9-352 0,-4-5-744 16,5 4-2429-16,-5-18-2619 0</inkml:trace>
  <inkml:trace contextRef="#ctx0" brushRef="#br0" timeOffset="21470.376">7044 6086 1644 0,'0'0'6396'0,"0"0"-4360"15,0 0-219-15,0 0 251 0,79-6-436 0,-55 6-604 16,0-3-180-16,4 3-204 0,-3-7-224 15,1 1-224-15,2-4-196 0,-3-2-84 16,3-8-252-16,0 2-256 0,0-5-192 16,-4 5-344-16,-5-2-944 0,-3 1-2909 0</inkml:trace>
  <inkml:trace contextRef="#ctx0" brushRef="#br0" timeOffset="21899.809">6562 5309 8896 0,'0'0'4537'0,"0"0"-3157"0,0 0-508 16,0 0 480-16,0 0-212 0,0 0-352 16,0 0-232-16,0 0-128 0,59-71-36 0,-38 65-40 15,2 0-12-15,1 0 40 0,0 2-40 16,8-2-99-16,0 3-81 0,3-1 20 15,1 2-20-15,9-2-52 0,2-2-24 0,5 0 36 16,0-4-72-16,4 1-36 0,-1-4 4 16,1 0-12-16,0 1-4 0,-4-5 0 15,-5 4-100-15,-7 4-140 0,-3-1-124 16,-14 1-109-16,-3 9-147 0,-9-3-164 16,-6 3-60-16,-5 0-248 0,0 3-496 15,0 0-956-15,-5 3-2869 0</inkml:trace>
  <inkml:trace contextRef="#ctx0" brushRef="#br0" timeOffset="26535.333">12012 5581 8384 0,'0'0'1604'0,"0"0"2365"0,0 0-2781 16,0 0-320-16,0 0 100 0,0 0 48 15,0 0-264-15,0 0-308 0,0 0-224 16,0 0 172-16,75 10 124 0,-34-3 8 16,2-5-244-16,6 1-64 0,2-3-56 0,-3 0-100 15,0 0 72-15,-8-5-128 16,-1-2-4-16,-3-3 0 0,-4 4-48 0,-4-3-156 16,-4-1-260-16,-4 1-364 0,-8-2-324 15,-1 9-308-15,-6-4-1156 0,-5 6-2401 16,0 0-3027-16</inkml:trace>
  <inkml:trace contextRef="#ctx0" brushRef="#br0" timeOffset="26799.334">12156 5696 7400 0,'0'0'1144'0,"0"0"2873"0,0 0-2649 16,0 0-280-16,-13 70 28 0,10-42-200 0,3 7-120 15,0 6-156-15,3 4-184 16,6 3-60-16,-1 9-28 0,3 3 8 0,-3 3-104 16,5 1-140-16,-6 2-84 0,1-5 4 15,1-4-52-15,2-6-88 0,-3-13 76 16,1-7-72-16,-5-8-16 0,3-10-132 16,-3-7-328-16,-4-3-116 0,4-3-40 0,0 0-104 15,0-6-444-15,-4-3-1136 0,0-4-1965 16,0-10-2331-16</inkml:trace>
  <inkml:trace contextRef="#ctx0" brushRef="#br0" timeOffset="26985.858">12152 6111 4820 0,'0'0'5712'16,"0"0"-3871"-16,0 0-705 0,0 0 360 15,0 0 124-15,0 0-500 0,0 0-232 16,0 0-196-16,79-50-168 0,-55 40-72 0,0 4-72 15,4-4-100-15,0 1-96 0,-1-1-184 16,5-2-76-16,0 2-8 0,-4-3-380 16,0 0-280-16,0 1-240 0,-4 3-64 15,0-2-552-15,-12 6-1088 0,8-2-3405 0</inkml:trace>
  <inkml:trace contextRef="#ctx0" brushRef="#br0" timeOffset="27733.613">11928 5216 8536 0,'0'0'1036'0,"0"0"2889"16,0 0-2517-16,0 0-364 0,0 0-12 15,0 0-140-15,0 0-140 0,0 0-196 16,0 0-128-16,0 0-84 0,0 0 24 15,41 13 144-15,-22-7 8 0,5 1-164 16,0-4-67-16,4 3-69 0,0-3 12 16,4 0-40-16,-4-3-48 0,4 0-44 15,0 0-48-15,0 0-44 0,-1 0-8 16,1-6 0-16,0 3 4 0,0 0-8 16,0 0 8-16,-4-1-12 0,0 1 8 15,-5 0-4-15,-3 3-72 0,-3 0 64 16,-2 0 0-16,1 0 0 0,-8 0-132 0,0 0-36 15,4 0-28-15,-8 0-20 0,0 0-89 16,0 0-63-16,0 0-128 0,-4 0-140 16,4 0-72-16,0 0-116 0,-1 0-464 0,2 0-716 15,-5 0-1152-15,4 6-2505 0</inkml:trace>
  <inkml:trace contextRef="#ctx0" brushRef="#br0" timeOffset="28248.386">13275 4731 5552 0,'0'0'1188'0,"0"0"3161"0,0 0-2169 16,0 0-368-16,0 0-88 0,0 0-308 15,0 0-360-15,0 0-172 0,0 0-128 0,0 0-148 16,0 0-59-16,-28 66-53 0,24-47-24 16,0 7-36-16,1-1-76 0,-1 4-116 15,-5-1-64-15,5 4-36 0,0 3-48 16,-3 0-84-16,-1 3-8 0,3 1-4 15,-3 5 0-15,1-3-4 0,-1-3 4 0,-1 0-48 16,5-6-120-16,-3 0-36 16,3-7-148-16,0-3-120 0,0-6-156 0,4 0-173 15,-4-10-247-15,4 1-540 0,0-1-1212 16,0-3-2889-16,0-3-4247 0</inkml:trace>
  <inkml:trace contextRef="#ctx0" brushRef="#br0" timeOffset="32264.761">12442 7324 5244 0,'0'0'2472'0,"0"0"-1484"0,0 0-496 0,0 0 2025 16,0 0-573-16,0 0-740 15,0 0-436-15,0 0-136 0,0 0-20 0,-3 70-92 16,3-47-148-16,0 2-136 0,7 4 24 16,-3-1 12-16,0 1-88 0,5 3 0 15,-2-1-48-15,-3 2-12 0,4 0-40 0,-4-1-72 16,1 1 52-16,-1-2-52 15,-1 4-4-15,-3 1 0 0,4-3 0 0,0 3-4 16,-4 2 4-16,4 3 20 0,0 4-28 16,0-1-60-16,1 3 8 0,2 5 48 15,-3-2-56-15,-4-3-28 0,4 2-44 16,-4-5-28-16,4-3 48 0,-4 0 40 16,0-2 64-16,0-4-92 0,4 0-24 15,-4-1-12-15,0 1 88 0,5 6-100 16,-5-2 24-16,0 2-76 0,3 0 4 15,-3 4 96-15,0-5-36 0,4-1 124 16,0-1 0-16,-4 0 0 0,4-3 12 0,0-4 0 16,-4 2 4-16,0-8 44 0,4 0 24 15,-4-2-60-15,4-7 36 0,-4-1 28 16,0-5-68-16,4-1-8 0,-4-2-4 16,0-4-12-16,0 0-44 0,0 0 60 0,0 0 4 15,0 1 0-15,0-4 4 0,0 0-8 16,0 3 0-16,0-3-4 0,0 4 4 15,0-4-48-15,4 5-4 0,-4 2 52 16,0-5 8-16,0 5-8 0,0-1 0 16,0-6 8-16,0 4 4 0,0-2-12 15,0-2 0-15,0 0-4 0,0 0-56 16,0 0-16-16,0 0-48 0,0 0 52 16,0 0-68-16,0 0 128 0,0 0-36 15,0 0-4-15,0-2 52 0,0 2 48 0,0-4 64 16,0 4-24-16,0 0-4 0,0-2-72 15,0 2 52-15,0-4-64 0,0 4-48 16,0 0 32-16,0 0-96 0,0 0 16 16,0 0-20-16,0-2 20 0,0 2 84 0,0 0 4 15,0-5-76-15,0 3-4 0,0-2-64 16,0-2-252-16,-4 0-600 0,4 3-1244 16,-12-10-3389-16,28 54-1491 0</inkml:trace>
  <inkml:trace contextRef="#ctx0" brushRef="#br0" timeOffset="33429.627">10004 10122 4396 0,'0'0'8949'0,"0"0"-7389"15,0 0-616-15,0 0 136 0,0 0 48 16,0 0-372-16,0 0-144 0,0 0-36 16,0 0-124-16,0 0-172 0,0 35-156 0,0-16-52 15,0 4-72-15,0 2 0 16,0-3-4-16,0 3-56 0,0-6-16 0,0 0-32 16,0-6-196-16,0-4-160 15,0-3-88-15,0-2-28 0,0-4-108 0,0 0-256 16,-4 0-548-16,1-7-888 0,-2 1-1989 15,-3-16-2055-15</inkml:trace>
  <inkml:trace contextRef="#ctx0" brushRef="#br0" timeOffset="33581.254">9888 9979 11641 0,'0'0'1944'16,"0"0"-828"-16,0 0-184 0,0 0 324 15,0 0-212-15,0 0-440 0,0 0-260 16,0 0-272-16,0 0-72 0,0 0-172 15,0 0-380-15,92-64-492 0,-68 64-396 16,-8 0-1000-16,8 7-3521 0</inkml:trace>
  <inkml:trace contextRef="#ctx0" brushRef="#br0" timeOffset="34016.76">10491 10071 1108 0,'0'0'9917'0,"0"0"-8501"0,0 0-728 0,0 0 216 16,-77 54 20-16,58-39-296 0,6-2-60 16,-2 0 8-16,2-3-88 0,2 2-156 15,3 1-156-15,3 4-176 0,2 1 12 16,3 1 136-16,3 0-48 0,6 3-12 16,-1-3 60-16,3 0-52 0,2-6-20 15,-2-7-16-15,2-2-8 0,-1-4-48 16,-1-7 4-16,2-9 200 0,-2-6 184 15,1-7-380-15,0-3-12 0,-4-8-476 16,0-5-44-16,1-3 100 0,-6-2-16 0,5-5-60 16,-4 1 84-16,0 1 56 0,0-2 292 15,-4 5 64-15,0-1 164 0,0 7-160 16,-4 0 252-16,-4 6 268 0,0 6-152 16,1 6 136-16,2 7-12 0,1 9 20 15,0 4-60-15,0 6-88 0,0 0 12 0,4 3-24 16,0 10-112-16,0 9-184 0,0 3 12 15,0 13 28-15,8 4 56 0,5 9 100 16,-2-1-36-16,5 4-136 0,4 7-80 16,4-1-4-16,-5-3-12 0,5-7-120 15,1-8-236-15,-1-16-120 0,-5-7-72 16,1-6-236-16,1-11-228 0,3-2-664 16,-9 0-1092-16,9-19-3593 0</inkml:trace>
  <inkml:trace contextRef="#ctx0" brushRef="#br0" timeOffset="35048.019">8773 5903 2460 0,'0'0'7132'0,"0"0"-4683"15,0 0-697-15,0 0-148 0,0 0-272 16,0 0-236-16,0 0-136 0,0 0-136 16,0 0-88-16,0 0-68 0,-36-26-228 0,36 26-224 15,0 0-104-15,4-4-52 16,4 1-60-16,4 3 97 0,8-3 63 0,0 0-40 15,4 0-48-15,3-4-24 0,1 4-40 16,4-3 76-16,0 3 16 0,5-4-40 16,-2 1 24-16,5-1-72 0,-1 1-4 15,2 0-4-15,2 0-4 0,1 2 4 0,4 1-4 16,4-3-4-16,4 3-64 0,3 0 64 16,6-1 4-16,2-2-4 0,1 3 4 15,-1-1 4-15,1-1-4 0,0 1 4 16,-4-2 44-16,-4 3-40 0,-1-4 56 15,-3 0-64-15,-4 5-60 0,0-8 56 16,-5 3 0-16,-3 1-56 0,-4-2 56 16,-4-3-8-16,-1 5-72 0,-3-3-76 15,-4 2-44-15,0 1-28 0,-8 3-85 16,0-1-95-16,-4 1-28 0,-4 3 52 16,0 0-52-16,-4 0-100 0,-4 0-76 0,0 0-236 15,-4 0-464-15,0 0-824 0,0 0-2273 16,0-3-4159-16</inkml:trace>
  <inkml:trace contextRef="#ctx0" brushRef="#br0" timeOffset="35315.372">10367 5561 900 0,'0'0'11389'16,"0"0"-9577"-16,0 0-1472 0,0 0 560 15,0 0 480-15,0 0-172 0,0 0-200 16,92 7-344-16,-73-7-344 0,5 4-88 16,0-1-60-16,-4 3-124 0,0 1 48 15,0 5 16-15,-5-2-108 0,-2 6 4 16,-1 3-8-16,-9 3 12 0,-3 3 36 0,0 5-40 16,0 1-8-16,-11 4-44 0,-2-3 40 15,-2 2-60-15,-5-2-92 0,0-1-248 16,-4-1-268-16,0-2 20 0,-4-3-128 15,4-3-424-15,-4 1-1076 0,9-7-2373 0,-13 3-2251 16</inkml:trace>
  <inkml:trace contextRef="#ctx0" brushRef="#br0" timeOffset="35893.413">9327 4997 7628 0,'0'0'4073'0,"0"0"-2385"0,0 0-608 15,0 0 44-15,0 0 56 0,0 0-288 16,0 0-212-16,0 0-36 0,0 0 128 15,79-9-28-15,-47 6-196 0,1-1-168 16,2 4-40-16,-3-6-11 0,4 3-113 16,-8-1-80-16,4-3-128 0,-4 2 36 15,-5-4-44-15,-3 2-76 0,0 1-188 0,-4 0-381 16,-4-1-231-16,0 0-164 0,-4 4-436 16,-8 1-1424-16,4 2-2397 0,-4 0-2379 0</inkml:trace>
  <inkml:trace contextRef="#ctx0" brushRef="#br0" timeOffset="36234.407">9662 4947 6216 0,'0'0'3236'0,"0"0"-1147"16,0 0-309-16,0 0 72 0,0 0-220 16,0 0-352-16,0 0-392 0,0 0-324 15,0 0-212-15,0 0-104 0,-68 73-52 16,63-61-16-16,1 4 4 0,1 0-64 15,3 4-32-15,0-6-16 0,0 2-60 0,0 4 60 16,0-1-64-16,0 0 56 0,0 0 20 16,0 0-24-16,0 0-60 0,0 0 0 15,3 0 4-15,-3 0 0 0,4-2 4 16,1-9-8-16,-1 2 8 0,0 0 64 16,0-7 4-16,3-1-28 0,6 2 36 15,-5-1 24-15,7-3 209 0,-2 0-97 16,6 0-100-16,-3-3-36 0,5-3-84 15,-2-4-56-15,1 3-4 0,4-1-168 16,0-3-393-16,0 2-255 0,4-1-116 16,0-2-164-16,-4-1-1016 0,-5 4-2212 15,5-4-3121-15</inkml:trace>
  <inkml:trace contextRef="#ctx0" brushRef="#br0" timeOffset="43903.791">10422 3940 4000 0,'0'0'8901'0,"0"0"-7669"0,0 0-876 15,0 0 36-15,0 0 440 0,0 0 324 16,0 0-264-16,0 0-248 0,0 0-224 0,-47 19-212 15,34-3-84-15,-2 10-40 0,3 5 16 16,-4 4-88-16,-4 10 96 0,4-1-100 16,-8 7-4-16,4-1-4 0,-3 2-48 0,-2-5 0 15,5 0-76-15,1-8-96 0,2-8-40 16,6-8-108-16,2-8-64 0,1-12-28 16,5-3-212-16,-1-5-596 0,0-12-1392 15,-4 2-2689-15,3-20-1931 0</inkml:trace>
  <inkml:trace contextRef="#ctx0" brushRef="#br0" timeOffset="44128.788">10040 4079 3300 0,'0'0'7292'0,"0"0"-5199"16,0 0-1389-16,0 0-400 0,0 0 408 16,0 0 224-16,0 0-172 0,-43 77-148 0,43-49-156 15,0 1-72-15,0 3-140 0,0 2-88 16,3 1-36-16,1 4 0 0,4-4-124 15,-4-4-12-15,4-5-40 0,4-14-32 16,4-2-16-16,4-7-100 0,4-3 88 16,4-10 104-16,4-5-176 0,-4-4-116 0,7-4-184 15,-3 2-44-15,0 0-76 0,0 0-100 16,-4 2-388-16,-4 3-928 0,8-3-2949 0</inkml:trace>
  <inkml:trace contextRef="#ctx0" brushRef="#br0" timeOffset="44888.723">10849 3182 4856 0,'0'0'756'0,"0"0"4753"0,0 0-3713 0,0 0-396 15,0 0-540-15,0 0 996 0,0 0-716 16,0 0-336-16,0 0-304 0,0 0-68 16,27 28-44-16,-14 10 308 0,-1 6-184 15,-1 8-208-15,-2 0-87 0,-1 3-93 16,-1 3-52-16,1-4-72 0,1 2-208 15,-2-2 208-15,1-6 120 0,0-6-120 16,-3-14-72-16,2-12-52 0,-3-7-57 16,0-6-15-16,4-3 0 0,1-6-44 15,-2-4-116-15,5-5-80 0,0-8 32 16,0-2 156-16,-4-1 28 0,-1 1 24 16,2 0 148-16,-5 2 44 0,4 5 0 15,-1 2 0-15,2 3 0 0,-5 3 4 0,4 8 136 16,-5 2 108-16,5 0 112 0,-3 2-88 15,-1 8-24-15,0 3-60 0,0 3 60 16,-1 2 0-16,-3 1-40 0,0-2-56 0,0-2-40 16,0-5-108-16,4 0-12 0,-4-5-96 15,4-1-100-15,0-2-292 0,1 2-232 16,-1-4-212-16,0 0-436 16,7-4-960-16,-7 2-1932 0,9-14-1797 0</inkml:trace>
  <inkml:trace contextRef="#ctx0" brushRef="#br0" timeOffset="45165.095">11359 3571 10076 0,'0'0'2433'16,"0"0"-1501"-16,0 0-284 0,0 0 412 15,36 77-256-15,-33-61 824 0,1-7-616 16,5-3-740-16,-5-3-112 0,4-3 24 16,-1 0-36-16,1-9 36 0,1-4-52 0,2-2-132 15,-3-7-8-15,1-1-176 0,-2 0-36 16,1 2-320-16,-4 5 536 0,0-1-156 0,-4 8 60 15,0 0 28-15,0 2 72 0,-4 4 52 16,-4 0-4-16,1 0 88 0,-6 0-12 16,5 3 36-16,-3 0 36 0,2 6-144 15,1 7-52-15,1-1-112 0,3 5 64 16,4-2-28-16,-4 1 28 0,4 1-64 16,0-3-268-16,0-3-464 0,4 1-248 15,0-5-752-15,-1-1-2501 0,1-6-2523 0</inkml:trace>
  <inkml:trace contextRef="#ctx0" brushRef="#br0" timeOffset="45614.809">11645 3413 4760 0,'0'0'7165'16,"0"0"-5909"-16,0 0-276 0,0 0 384 0,0 0 252 16,0 0-20-16,8 82-260 15,-16-60-396-15,1-2-296 0,3-5-315 0,4-2-293 16,-4-7-36-16,4 0-193 0,0-6-231 15,0 0-40-15,4 0 0 0,0-2 60 16,7-10 0-16,-2-5-72 0,6-2 32 16,-3 1 200-16,1-5 8 0,-2 7 0 15,-3 0 140-15,1 3 48 0,-2 7 44 16,1 0 4-16,-4 3 0 0,1 3 88 16,-5 0 184-16,4 0 24 0,-4 3-24 15,0 0-28-15,0 6 16 0,0-2 56 16,0 5-8-16,0-2-76 0,0-4-84 15,0 0-52-15,0-6-36 0,0 0-52 0,3 0 36 16,-3 0-44-16,4-3-48 0,0-3-108 16,0-3 8-16,4-1 72 0,0-3-20 15,0 4 84-15,0 0-112 0,4 2 40 16,0 1-40-16,0-1 112 0,0 7-28 16,0 0 40-16,4 0 112 0,-4 7 132 15,-1-1-12-15,-2 7 24 0,-1 3-12 0,-1-4 24 16,1 4 0-16,-3 0-48 0,-1-3-88 15,-4 2-36-15,4-5-96 0,-4 3-52 16,0-4-288-16,0-2-404 0,0 0-136 16,0-5-152-16,3-2-416 0,1 0-1036 15,0 0-2205-15,0-13-3159 0</inkml:trace>
  <inkml:trace contextRef="#ctx0" brushRef="#br0" timeOffset="45918.503">12199 3371 6108 0,'0'0'7249'0,"0"0"-6053"0,0 0-300 16,0 0 460-16,-20 64 600 0,12-42-568 15,4 0 12-15,1-3-527 0,3 0-593 16,0-6-96-16,0-3-16 0,7-4-168 16,1-3-88-16,1-3-12 0,2 0 4 0,6-7 0 15,-2-1-12-15,-2-5-657 0,2-3 665 16,2-3-288-16,-6-3-12 0,1 3 60 15,0-3 68-15,-4-1 64 0,0 7-84 16,-4 1 172-16,-4 5 120 0,0 0 136 16,-4 5 72-16,-4 1-72 0,-7-2 4 0,2 6-136 15,-7-4 140-15,4 4-72 0,-4 0-8 16,5 7-56-16,2 0-8 0,1 1-8 16,1 3-128-16,-2 1-72 0,6 1-48 15,3-1-296-15,0 1-396 0,0 0-1012 16,-1-1-1924-16,5 4-2969 0</inkml:trace>
  <inkml:trace contextRef="#ctx0" brushRef="#br0" timeOffset="46567.591">12551 3264 13357 0,'0'0'2768'0,"0"0"-2252"0,0 0-288 16,0 0-104-16,0 0 632 0,0 0 428 16,0 0-32-16,11 88-368 0,-11-58-348 15,0-2-216-15,-4-3-124 0,4 4-88 16,0-7-8-16,0-3-48 0,0-1-48 16,0-4-28-16,0-9-192 0,4-1-144 15,4-4-16-15,4-6 72 0,0-7-100 0,3-5-12 16,2-5-4-16,3-3-60 0,-4-2-16 15,0 6 96-15,3-4 208 0,-6 7 168 16,-2 3 112-16,1 7 12 0,-3-1 160 16,-6 7 264-16,1 3 88 0,-4 0 36 15,0 0 92-15,0 7-72 0,0 5-124 16,0 5-88-16,-4 2-40 0,1-1 28 16,-1-2 56-16,-1-3-96 0,5-4-72 15,0-6-48-15,0-3-76 0,0 0-108 0,0 0 0 16,9-6 0-16,2-3 24 0,2-4 48 15,2-4-56-15,2-2-16 0,2 1-16 16,1 3-44-16,-1-2-12 0,2 11-60 16,-5 2 68-16,0 4 20 0,0 0 44 15,-1 10 112-15,-2 7 168 0,-2 2-75 16,1 0 27-16,-8 2-4 0,5-1-8 16,-6-2-76-16,-3 1-104 0,0-6-40 0,4-4-84 15,-4-2-304-15,0-7-293 0,0 0-279 16,4 0-224-16,-4 0-444 0,8-10-960 15,-3 4-2257-15,2-13-1519 0</inkml:trace>
  <inkml:trace contextRef="#ctx0" brushRef="#br0" timeOffset="46809.506">13096 3356 260 0,'0'0'11929'16,"0"0"-9385"-16,0 0-1624 0,0 0-52 16,0 0 524-16,0 0 88 0,0 0-160 15,0 0-468-15,0 0-463 0,0 0-217 16,0 0-76-16,60 57-88 0,-44-67 0 0,-1-5-8 15,2-4-252-15,-2-4-245 0,-2 4-39 16,2-3-36-16,-7 3-236 0,1 0 624 16,-2 6-184-16,-7 4 24 0,0 2 320 15,0 4 24-15,-11 3 208 0,-2 0-72 0,-6 0 72 16,-1 0 12-16,-1 10 24 0,2 2-24 16,-1 4-192-16,0 6 104 0,4 0 52 15,0 1-84-15,4 0-52 0,0-9-48 16,4 3-368-16,4-8-612 0,0 4-628 15,0-6-2196-15,4-4-4289 0</inkml:trace>
  <inkml:trace contextRef="#ctx0" brushRef="#br0" timeOffset="47031.141">13403 3223 11117 0,'0'0'2956'0,"0"0"-2060"0,0 0-40 0,0 0 300 16,0 0 144-16,39 86 16 0,-39-61-240 15,0 4-356-15,0-1-344 0,0 0-231 0,0-6-141 16,0-6-4-16,5-3-4 0,-1-7-4 16,0-3-77-16,-1-3-23 0,5 0-52 15,1-12-24-15,6-4 64 0,2-9-124 16,-2-1-144-16,5-5-248 0,-4 2-88 16,4 0-100-16,0 0-140 0,-4 1-512 15,0 6-812-15,-4 3-2649 0,-4-3-3467 0</inkml:trace>
  <inkml:trace contextRef="#ctx0" brushRef="#br0" timeOffset="47511.232">13928 3194 6688 0,'0'0'3036'0,"0"0"-975"0,0 0-1009 15,0 0 80-15,0 0 260 0,13 76-36 16,-13-35-288-16,0 11-240 0,0 8-188 15,0 3-124-15,0 7 36 0,4 3-4 16,-4 0-136-16,4 0-180 0,-4-3-232 0,4-13 0 16,-4-13-160-16,3-12-80 0,5-14-56 15,1-7-20-15,-2-11-244 0,1-11-348 16,0-10-188-16,1-14-864 0,-6 7-2776 16,1-27-5469-16</inkml:trace>
  <inkml:trace contextRef="#ctx0" brushRef="#br0" timeOffset="47731.148">14024 3314 12717 0,'0'0'2488'15,"0"0"-1684"-15,0 0-336 0,0 0 464 16,0 0 144-16,0 0-236 0,0 0-696 16,0 0-144-16,0 0-120 0,0 0 120 15,0 0 72-15,44 32-72 0,-36-13-36 16,-8 10-212-16,0 3-80 0,0 6-104 0,-8 0-52 15,-4-3 88-15,0-4 384 0,1-3-64 16,-6-8 76-16,9-10-308 0,-4-4-44 16,4-6-200-16,0-9-404 15,5-11-576-15,3 5-1361 0,0-31-1919 0</inkml:trace>
  <inkml:trace contextRef="#ctx0" brushRef="#br0" timeOffset="48098.669">14239 2851 184 0,'0'0'12389'0,"0"0"-10481"16,0 0-1240-16,0 0 692 0,0 0 280 0,0 0 32 15,0 0-428-15,24 89-463 0,-24-52-333 16,0-1-180-16,0 2-160 0,0 0-108 16,0 0-52-16,0-2-20 0,0-3-40 15,0 3-176-15,0-4-309 0,0-10-23 16,4-3 256-16,0-10 144 0,1-9-148 0,2 0-232 15,5-5-188-15,4-9 220 0,0-5-112 16,0 0-180-16,4-3 168 0,-4 6 416 16,-1 4 236-16,2 5 40 0,-2 3 440 15,-2 2 152-15,-2 2 56 0,2 2 96 16,-5 5-4-16,-1 3 36 0,-3 0-16 16,0 2-52-16,1 4-76 0,-1 0-11 15,-4-1-125-15,0 1-108 0,0-3-100 16,0-1-152-16,0-5-136 0,0 0-88 15,0-4-164-15,4-3-548 0,-1 0-353 16,5-10-107-16,9 1-52 0,-6-10-808 16,9-1-1712-16,-4 5-1517 0,4-7-47 0</inkml:trace>
  <inkml:trace contextRef="#ctx0" brushRef="#br0" timeOffset="48223.69">14738 3210 6200 0,'0'0'4224'0,"0"0"-2191"0,0 0-465 0,0 0-344 15,0 0 0-15,36 72-104 0,-36-49-44 16,0-1-120-16,0-3-208 0,0 4-284 15,0-4-224-15,-4-4-240 0,-1-2-120 16,1-6-464-16,0 2-372 0,0-9-264 16,0 0-644-16,1 0-2040 0,-5-9-4425 0</inkml:trace>
  <inkml:trace contextRef="#ctx0" brushRef="#br0" timeOffset="48352.246">14742 3045 13401 0,'0'0'2504'0,"0"0"-1712"15,0 0 316-15,0 0 148 0,0 0-116 16,0 0-336-16,0 0-548 0,83-10-256 16,-59 3-476-16,0-2-560 0,4 0-528 15,-4-1-1220-15,16-2-3185 0</inkml:trace>
  <inkml:trace contextRef="#ctx0" brushRef="#br0" timeOffset="48881.213">15156 3079 12553 0,'0'0'2832'0,"0"0"-1588"0,-44 73 64 15,24-43 244-15,0 1-4 0,0-3-211 16,0-2-501-16,12-7-436 0,-4-7-268 16,8-5-132-16,4-3-180 0,0-2-40 15,4-2-116-15,8 0 104 0,4 0-92 16,4-2 104-16,4-5-12 0,-4 3-9 16,-4 1 129-16,4 0 28 0,-4 3 84 0,-5 3 0 15,-2 4 72-15,3 5 221 0,-5 8 35 16,6-2 84-16,-5 1 96 0,-5 1-280 15,-3-1-128-15,0-6-88 0,0-1-12 0,0-6-116 16,0 1-184-16,0-7-124 16,0 0 0-16,4-7-281 0,5-5-147 0,3-7-112 15,3-9-292-15,5-2-268 16,4-1-460-16,0-1-712 0,0 7-281 0,4 2 873 16,0 8 2104-16,-4 5 376 0,-8 7 1440 15,3 3 353-15,-6 3-161 0,-5 7 44 16,-4 2-116-16,-1 4-416 0,-3 3-344 15,0 3-188-15,-3 0-99 0,-5 1-53 16,4 0-184-16,-1-9-132 0,1 0-244 0,0-9-204 16,4-1-72-16,0-4-48 0,4 0-96 15,9-6-72-15,2-4 80 0,5-5 64 16,5-5-36-16,3-2-192 0,3 4 92 16,-4-2 136-16,1 4 60 0,-3 3-48 15,-1 4 60-15,-4 6 0 0,-1 3 72 16,-2 3 196-16,-2 6 80 0,1 4-20 15,-4 3 8-15,-4 4-48 0,4-2-68 0,-8 4-4 16,4 4-60-16,1-7-156 0,-6 3-68 16,5-3-220-16,-4 0-556 0,8 3-560 15,-4-9-977-15,8 3-4831 0</inkml:trace>
  <inkml:trace contextRef="#ctx0" brushRef="#br0" timeOffset="48983.934">16606 3273 17833 0,'0'0'2872'0,"0"0"-1435"16,0 0 475-16,0 0-648 0,0 0-648 16,0 0-556-16,-107-19-60 0,71 16-364 15,-8 3-528-15,12 0-748 0,-28 0-4289 0</inkml:trace>
  <inkml:trace contextRef="#ctx0" brushRef="#br0" timeOffset="66205.028">976 3188 6884 0,'0'0'6089'0,"0"0"-5261"0,0 0-260 0,0 0 556 16,0 0 72-16,-52 94-388 0,52-46-200 16,0 10-116-16,0 11-72 0,11 11-52 15,6 12-124-15,3 9-136 0,3 11-104 16,1 2 52-16,0 3-56 0,-3-2-68 16,2-17-116-16,-7-13 0 0,0-18 132 15,-4-13-80-15,-4-15-140 0,-4-14-36 16,0-13 24-16,0-8-248 0,-1-4-300 15,2-16-408-15,-5-4-976 0,4-27-3149 0</inkml:trace>
  <inkml:trace contextRef="#ctx0" brushRef="#br0" timeOffset="66462.145">852 3273 10152 0,'0'0'2329'0,"0"0"-697"0,0 0 224 15,0 0-368-15,0 0-748 0,0 0-380 16,76-70-152-16,-48 63-48 0,11 5 36 16,2 2-196-16,-6 0-60 0,1 13 60 15,-4 9-60-15,-4 6-76 0,-8 4 124 16,-8 9-64-16,-4 4 28 0,-5-1 40 16,-3 4-40-16,-7-3-348 0,-5-5-36 15,0-1 72-15,-4-7 124 0,0-4-64 16,0-6 28-16,0-9 248 0,0-7 8 15,0-6 16-15,-3 0-284 0,2-13-72 0,-7-2-360 16,0-4-448-16,5-3-264 0,-1 2-833 16,0-6-2463-16</inkml:trace>
  <inkml:trace contextRef="#ctx0" brushRef="#br0" timeOffset="66729.123">1291 3254 9004 0,'0'0'2737'0,"0"0"-1621"0,0 0 68 15,83-41 784-15,-63 35-692 0,-4 6-680 16,0 0-212-16,-4 12-112 0,0 7-88 16,-1 7 48-16,-2 8 112 0,-1 12-108 15,-4 4-52-15,-1 7-136 0,1-3-48 16,-4 0-100-16,0-10-44 0,0-9 68 16,0-13 76-16,0-9 12 0,0-9 88 15,0-4 84-15,0 0 156 0,0 0-44 16,0-10-64-16,0-3-208 0,0-6-24 0,4-6-12 15,1-3-112-15,3-5 76 0,3 1-72 16,2-3 8-16,-2 1-168 0,1-4-456 16,4 5-212-16,-4 2-804 0,4 6-1116 15,-4 6-3021-15,0-4-1711 0</inkml:trace>
  <inkml:trace contextRef="#ctx0" brushRef="#br0" timeOffset="67022.092">1717 3416 9624 0,'0'0'2833'16,"0"0"-2105"-16,8 93 212 0,-4-56 688 15,-1 1-36-15,1-6-492 0,1-10-164 16,-1-9-520-16,4-7-344 0,-4-6-8 16,3 0 32-16,6-12 40 0,2-4 292 15,-2-10-4-15,2-2-252 0,-2-7-172 0,-2-3-464 16,-3 0 172-16,0 3-88 0,0 2 0 16,0 8 200-16,-8 6-8 0,0 7 88 15,0 6 100-15,0-1 184 0,-11 7-184 16,-2 0 112-16,1 0-56 0,-4 0-52 15,-3 7 40-15,2 3 140 0,6 5-140 16,-6 3-40-16,10 8 140 0,-1 0 28 0,-1-1-28 16,9 3-144-16,0-5-120 0,0-1-160 15,13-3-324-15,-2 0-168 16,2-2-380-16,2-8-940 0,2-9-372 0,-2 0 475 16,5-16 361-16,-4 0-996 0,4-16-2196 0</inkml:trace>
  <inkml:trace contextRef="#ctx0" brushRef="#br0" timeOffset="67250.051">2075 3400 3392 0,'0'0'4148'0,"0"0"-2696"16,0 0 244-16,0 0-91 0,0 0-49 16,0 0-476-16,0 0-340 0,0 0-248 15,0 0-164-15,0 0-80 0,0 0-24 16,64 38-72-16,-64-47 60 0,4-4 232 16,-4-3-432-16,0-2-12 0,0 1-260 15,0 1-36-15,0 4 144 0,-4 2 152 16,-4 6 44-16,-4 2-32 0,0 2 36 15,-4 0-20-15,-4 6 168 0,1-3 64 16,-1 7-12-16,3-4 64 0,2 4-68 16,3-3-144-16,3-1-100 0,6 0-160 0,-1 1-172 15,4-1-128-15,0 2-88 0,4 3-592 16,8 1-576-16,-4-2-2197 0,7 6-2667 0</inkml:trace>
  <inkml:trace contextRef="#ctx0" brushRef="#br0" timeOffset="67416.325">2382 3426 10256 0,'0'0'1905'0,"0"0"-1177"16,0 0 1204-16,0 0 44 0,0 0-696 15,80 15-516-15,-69-18-152 0,2-6-36 16,2-10 36-16,2-3-100 0,2-7-344 16,-2-3-168-16,-2-3-584 0,-2 0-172 15,2 1-264-15,-6-1-648 0,-2 3-980 0,-3 9-2405 16,-4-5-2491-16</inkml:trace>
  <inkml:trace contextRef="#ctx0" brushRef="#br0" timeOffset="67785.581">2482 2977 9232 0,'0'0'2089'0,"0"0"-2037"0,0 0 668 0,0 0 432 0,0 0 92 16,-28 71-20-16,28-49-156 0,0 0-336 15,4 7-248-15,4-1-124 0,-1 11-92 16,10 2-32-16,-6 3-112 0,6 4-16 15,-6 2-96-15,6 5 52 0,-2-2 8 16,-2 5-72-16,2-1-52 0,-3 0 52 16,0-3 0-16,0 4 8 0,-3-11-4 15,-2 0 72-15,1-2-72 0,0-7-4 16,-4-10 52-16,0-2-40 0,-4-10 96 16,0-7-104-16,0-2 48 0,0-7 32 15,0 0 112-15,0 0 24 0,0 0 280 0,0 0-12 16,-8 0-112-16,0 0-288 0,-4 3-88 15,0-3-8-15,0 0-4 0,-4 0-160 16,4 3-48-16,-4-3 52 0,4 0 56 16,1 0 28-16,2 0-76 0,1 0-44 0,1-3-32 15,3 0-20-15,0 0 0 0,-1-4-40 16,-3 1 28-16,5-1-76 0,-5-2-152 16,4-1-308-16,-5 1-156 0,5-3-96 15,1-2-628-15,-5 5-528 0,8-3-2261 16,-4-2-1047-16</inkml:trace>
  <inkml:trace contextRef="#ctx0" brushRef="#br0" timeOffset="68290.081">3100 3514 10468 0,'0'0'2913'0,"0"0"-2621"0,0 0 180 16,0 0 400-16,0 0 96 0,0 0-352 16,0 0-292-16,0 0-312 0,0 0-12 15,0 0-348-15,0 0-660 0,71 54-340 0,-71-45-1260 16,0 8-5109-16</inkml:trace>
  <inkml:trace contextRef="#ctx0" brushRef="#br0" timeOffset="68447.414">3091 3854 13033 0,'0'0'1868'0,"0"0"-1860"16,0 0 652-16,0 0 1096 0,0 0-200 0,0 0-684 15,0 0-544-15,0 0-276 0,0 0-52 16,0 0-76-16,80 44-32 0,-48-56-676 15,7-7-352-15,-7 6-760 0,20-15-3389 0</inkml:trace>
  <inkml:trace contextRef="#ctx0" brushRef="#br0" timeOffset="68897.056">3980 2733 8916 0,'0'0'6061'0,"0"0"-6061"16,0 0-228-16,31 88 228 0,-22-27 1412 15,3 6-188-15,-1 7-308 0,-2 1-236 16,3 2-228-16,-1-4-244 0,2 0-108 15,-2-3-100-15,2-7 0 0,-2-3-48 0,-3-15-64 16,5-10-172-16,-10-16 40 0,5-9-100 16,-4-7-28-16,0-3 76 0,4-3 0 15,0-4 24-15,0-2 220 0,7-2-8 16,2 3 52-16,-2-5-116 0,6 6 60 16,-5 2 56-16,-4 1-84 0,-1 4 92 15,2 0 212-15,-6 0 124 0,-3 6-28 16,0 0 52-16,-4 0-64 0,0 5 24 15,0 1 84-15,0 1 28 0,-11 0 32 16,-6 6 24-16,2-4-136 0,-6 4-204 16,-3-3-52-16,1-2-92 0,-1-2-4 0,8-6-8 15,-4-3-100-15,0-3-124 0,5 0-148 16,-2-7-120-16,6-2-184 0,7-7-276 16,-1 0-252-16,5-9-972 0,5 9-2097 15,10-15-2079-15</inkml:trace>
  <inkml:trace contextRef="#ctx0" brushRef="#br0" timeOffset="69280.172">4486 3356 12317 0,'0'0'1732'15,"0"0"-1124"-15,0 0 740 0,19 76 588 16,-15-41-288-16,-4 0-96 0,0-3-519 16,5-7-525-16,-5-7-496 0,4-1-12 15,0-11-156-15,4-3-64 0,-1 1-72 16,2-4 51-16,6-4-51 0,-2-5-148 0,6-3 112 15,-2-2-24-15,-2 2-28 0,5 2 76 16,0 1 56-16,0 2 112 0,0 7-36 16,4 0 136-16,-4 10 36 0,0 6 196 15,-1 3-48-15,-2 2 60 0,-6 6 64 16,6 4-104-16,-10 1-44 0,6 5 24 16,-5 5 84-16,-5 3 48 0,1 5 108 0,-4 7 136 15,-4 1-51-15,-7-1-181 0,-9 3-28 16,-5-3-8-16,-3 1-88 0,0-5-164 15,-3-4-4-15,3-9-4 0,4-11 4 16,4-11 40-16,4-11-40 0,4-7-48 16,5-2-48-16,-1-15-156 0,-5-6-4 15,6-7-84-15,-1-9 100 0,-1-5-89 16,9-1 157-16,0-2 28 0,0 0-52 16,5 2-196-16,7-3-204 0,-1 0-372 15,6 1-648-15,-2 12-1252 0,5-19-3741 0</inkml:trace>
  <inkml:trace contextRef="#ctx0" brushRef="#br0" timeOffset="70214.17">3964 2923 8444 0,'0'0'2701'0,"0"0"-1237"0,0 0-456 0,0 0 120 15,0 0 120-15,0 0-220 16,79-44-272-16,-51 41-136 0,4 0-128 0,-4 3-36 15,4 3-140-15,-8 7-96 0,0-1-84 16,-5 7-64-16,2 0 16 0,-10 3-40 16,6 4 64-16,-10-1 8 0,-3 3-36 15,0-3-20-15,-4 4-4 0,0-4 0 0,0 6-48 16,-8 2-12-16,-3 1-60 16,-6 4-88-16,-2 3-108 0,-5 0 60 0,-4 3-12 15,0-3-12-15,0 0-60 0,0 0 84 16,-4-6-76-16,4 0-24 0,5-7-84 15,3 1-228-15,0-11-152 0,8-2-128 16,8-6-44-16,0-4-628 0,4-1-2417 16,4-2-1967-16</inkml:trace>
  <inkml:trace contextRef="#ctx0" brushRef="#br0" timeOffset="70641.697">5538 3337 10196 0,'0'0'1573'15,"0"0"-1305"-15,0 0 884 0,0 0 536 0,0 0-164 16,0 0-416-16,79 73-268 0,-63-54-224 16,0 3-148-16,0 0-260 0,-4 0-120 15,0-3-44-15,-4 1-44 0,-4-8-72 16,0-6-176-16,-4-2-204 0,4-4-324 16,-4 0-452-16,0-7-644 0,-4-12-3037 0</inkml:trace>
  <inkml:trace contextRef="#ctx0" brushRef="#br0" timeOffset="70797.299">5498 3076 11509 0,'0'0'2412'0,"0"0"-1676"16,0 0 424-16,0 0 876 0,0 0-668 16,0 0-1000-16,0 0-368 0,0 0-148 15,0 0-160-15,83-69-492 0,-62 62-624 0,-6 3-1104 16,9 4-3985-16</inkml:trace>
  <inkml:trace contextRef="#ctx0" brushRef="#br0" timeOffset="71443.618">5987 3171 12585 0,'0'0'1720'0,"0"0"-1252"16,0 0 188-16,0 0 600 0,0 0-40 0,0 0-216 15,0 0-384-15,-86 29-384 0,69-6-232 16,2 2-24-16,-2 3-28 0,10 1-8 16,-1-4 12-16,8 1-12 0,0-11-40 15,4-4-96-15,11-5 108 0,2 0 40 16,6-6 36-16,1 0 12 0,8 0 0 15,-4 0 48-15,0-3 28 0,0 0-40 0,-4 3-36 16,-5 0-12-16,1 0 12 0,-8 8 96 16,1-1 92-16,-2 3 32 0,-7 3 12 15,0-1 0-15,1 4 12 0,-5 3 84 16,-5 0 100-16,-7 3-172 0,1 1-148 16,-6-1-60-16,2-4 0 0,-5-4-48 15,8-2-120-15,-4-5-64 0,8-4-72 16,-5-3-240-16,9 0-128 0,-3-3-320 15,3-4-452-15,-4-8-920 0,4 4-2377 16,4-17-3023-16</inkml:trace>
  <inkml:trace contextRef="#ctx0" brushRef="#br0" timeOffset="71713.635">6290 3365 12389 0,'0'0'2124'0,"0"0"-1428"0,0 0 540 0,36 70 500 16,-27-48-272-16,-1-3-484 0,-5-9-468 0,1-4-320 15,0-6-128-15,5 0-60 0,2-6 44 16,1-7 132-16,1-3-84 0,2-9-96 16,1-4-220-16,-4-5-220 0,1-1-8 15,-2 3 180-15,-3 3 72 0,-4 7 84 16,-1 3-120-16,-3 10 96 0,-7 2 136 16,-5 4 52-16,-4 0 8 0,-3 3 24 15,-2 0-84-15,1 9 0 0,1 4-84 16,2 3-208-16,2 3-16 0,2 6-12 15,9-3 0-15,1 4 24 0,3-1-524 16,7 1-1344-16,6-7-2213 0,6 12-2043 0</inkml:trace>
  <inkml:trace contextRef="#ctx0" brushRef="#br0" timeOffset="71891.321">6833 3546 14277 0,'0'0'2644'16,"0"0"-2012"-16,0 0 124 0,0 0 400 16,0 0 32-16,0 0-444 0,0 0-488 15,0 0-256-15,0 0-84 0,0 0-72 16,-24 73-236-16,24-63-520 0,0-4-256 16,0 0-624-16,3-2-2496 0,-3-4-4977 0</inkml:trace>
  <inkml:trace contextRef="#ctx0" brushRef="#br0" timeOffset="72549.613">7224 3102 16025 0,'0'0'2060'0,"0"0"-1816"15,0 0 384-15,0 0 404 0,79 12-276 0,-55-12-172 16,4-3-168-16,4-6-75 16,-4-7-41-16,3 0-104 0,1-6-160 0,-4-3-36 15,4-2-352-15,-8 0-293 0,-1 2-131 16,-2 4-44-16,-10 6-100 0,2 5-372 15,-9 4-584-15,-1 6-396 0,-3 0-613 16,0 12 77-16,-3 1 532 0,-5 0 492 16,-1 3 1028-16,1-6 756 0,-3-1 1436 15,-2-3 308-15,6-2-288 0,-1-2-264 0,-5-2-184 16,6 0-51-16,-1 0 19 16,4 0-52-16,-5-2-196 0,5-2-156 0,4 2-68 15,-3-2-112-15,-1 2-140 0,0 2-124 16,0 0-16-16,-4 0 88 0,0 0 112 15,0 0 168-15,0 0-80 0,-4 2-136 16,4-2-56-16,-4 6-32 0,0-2-28 16,0-2-24-16,1 5 0 0,-6 0-40 15,6-2-32-15,-2 6-40 0,2-2-4 16,-1 7-8-16,-1 0-64 0,2 3 56 0,-2 6 0 16,2 0-64-16,-1 2 68 0,3 0 4 15,6 5 112-15,-5 0 24 0,8-3 24 16,-4 2 0-16,4-3 72 0,0-2 200 15,0 0-40-15,0-5-48 0,8-1-64 16,-1-4 64-16,2-3-92 0,3-4-80 0,4 1-48 16,3-7 44-16,6 0 88 0,3 0 24 15,0-3-147-15,0-3-85 0,3-3-48 16,-3-4-4-16,4-3-56 0,-4 1-12 16,-1-1-221-16,1-7 25 0,-4 6-192 15,0-5-348-15,1 0-480 0,-10-4-856 16,-2 7-2548-16,-2-7-5169 0</inkml:trace>
  <inkml:trace contextRef="#ctx0" brushRef="#br0" timeOffset="72733.403">7881 3163 14529 0,'0'0'2824'0,"0"0"-2156"0,0 0 72 0,0 0 476 16,0 0 172-16,0 0-607 0,0 0-505 15,75 72-224-15,-63-66-52 0,4 1-100 16,4-4-529-16,-5 0-259 0,6-3-64 16,3 0-300-16,-5-6-784 0,5-4-612 15,-7-2-1713-15,2-11-1459 0</inkml:trace>
  <inkml:trace contextRef="#ctx0" brushRef="#br0" timeOffset="72898.369">8100 3048 8384 0,'0'0'4409'0,"0"0"-3693"0,0 0-144 0,-92 3 112 15,64 13 536-15,0 6-56 0,0 10-208 16,5 10-180-16,-1 2-236 0,0 6-148 16,7 2-124-16,6-2 40 0,3-9-16 15,4-3-196-15,0-9-96 0,4-4-180 16,4-8-348-16,8-5-268 0,4-12-260 16,-1-7-412-16,10-15-392 0,-5 0-1272 0,7-29-3553 15</inkml:trace>
  <inkml:trace contextRef="#ctx0" brushRef="#br0" timeOffset="73125.246">8386 2698 10856 0,'0'0'4337'0,"0"0"-3921"0,0 0-204 16,0 0 620-16,4 71 508 0,-4-30-168 16,5 3-132-16,-1 6-236 0,0 4-84 15,7 1-67-15,6 2-105 0,-2 0-92 16,5-2-44-16,1-5-60 0,-2-9-220 15,1-3-132-15,-5-9 4 0,2-10-4 16,-2-7 0-16,6-6-104 0,-1-6-88 16,-5 0-4-16,6-2-188 0,-10-8-308 15,-2 1 28-15,-5-3 43 0,-4-5-307 0,-4 4-724 16,-9-3-1484-16,2 4-2421 0,-17-1-95 0</inkml:trace>
  <inkml:trace contextRef="#ctx0" brushRef="#br0" timeOffset="73260.22">8287 3163 10904 0,'0'0'2449'0,"0"0"-1241"0,0 0-172 16,0 0 32-16,0 0-64 0,0 0 84 0,0 0-116 16,0 0-92-16,0 0-260 0,0 0-292 15,103 31-184-15,-71-37-144 0,1 0-272 16,-1-1-592-16,-5-3-412 0,0 3-560 16,-2 5-2208-16,3-5-4705 0</inkml:trace>
  <inkml:trace contextRef="#ctx0" brushRef="#br0" timeOffset="73416.771">9314 3229 17213 0,'0'0'4765'0,"0"0"-4169"0,0 0-548 16,0 0-48-16,0 0-220 0,0 0-32 15,-83 38-125-15,67-29-599 0,-3 1-920 16,2-1-3200-16,-11 10-7265 0</inkml:trace>
  <inkml:trace contextRef="#ctx0" brushRef="#br0" timeOffset="75346.95">18646 3651 9744 0,'0'0'4385'0,"0"0"-3045"0,0 0-444 16,0 0-60-16,0 0 240 0,0 0-104 15,0 0-152-15,0 0-172 0,0 0 48 16,104 63 177-16,-61-63-425 0,6 0-264 15,2-5-64-15,1-6-120 0,-4-1 0 16,-1-1-72-16,-2 4 12 0,-6-4 8 16,-3 7-8-16,-8 6 12 0,-4 0-36 0,-5 3-72 15,2 9-28-15,-5 7 52 0,-4 11 128 16,-1 3 4-16,-6 13 4 0,-1 8 4 16,-4 2 0-16,0 9 40 0,-9-2 36 15,1 3-36-15,1-5-36 0,-6-4 40 16,2-10-48-16,-1-6 0 0,3-8-4 0,2-11-4 15,-1-9-216-15,0-8-341 0,4-1-215 16,-8-4-188-16,0 0-412 0,-4-4-1188 16,4-1-3117-16,-16-8-2923 0</inkml:trace>
  <inkml:trace contextRef="#ctx0" brushRef="#br0" timeOffset="75507.506">18737 4184 13981 0,'0'0'2376'0,"0"0"-1604"15,0 0-500-15,0 0 1088 0,0 0-144 16,0 0-68-16,101-9-347 0,-73 2-437 16,-1-2-268-16,1 3-96 0,0-1-144 15,-4 1-341-15,-4 0-211 0,-5 6-144 16,2 3-496-16,-13 9-1268 0,0 1-2801 16,-8 19-2099-16</inkml:trace>
  <inkml:trace contextRef="#ctx0" brushRef="#br0" timeOffset="75681.256">18710 4623 10616 0,'0'0'2633'0,"0"0"-1553"0,0 0-460 16,0 0 572-16,0 0 84 0,0 0-88 0,0 0-204 15,0 0-128-15,0 0 132 0,0 0-139 16,119 44-257-16,-63-54-228 0,4-2-192 16,7-7-172-16,2-4-40 0,-2-5-92 15,5 0-400-15,-1-2-477 0,-2-1-231 16,2 2-908-16,-24 10-2832 0,18-9-4045 0</inkml:trace>
  <inkml:trace contextRef="#ctx0" brushRef="#br0" timeOffset="76842.336">21607 4045 7988 0,'0'0'6685'0,"0"0"-5473"0,0 0-772 15,0 0 348-15,0 0 868 0,0 0-292 16,0 0-452-16,0 0-424 0,0 0-292 15,71 57-132-15,-63-50-64 0,-4-2-112 16,0 2-216-16,1 6-560 0,-5-1-556 16,0 4-1248-16,0-3-3057 0,-5 8-4599 0</inkml:trace>
  <inkml:trace contextRef="#ctx0" brushRef="#br0" timeOffset="77014.21">21611 4467 10376 0,'0'0'3029'0,"0"0"-2253"0,0 0 136 15,0 0 944-15,0 0 64 0,23 69-400 0,-14-58-548 16,-2-5-423-16,5 0-233 0,0-4-220 16,4-2-96-16,4 0-84 0,0 0-268 15,3-8-281-15,2-9-291 0,3 2-268 16,0-8-896-16,-8 4-1904 0,12-6-2425 0</inkml:trace>
  <inkml:trace contextRef="#ctx0" brushRef="#br0" timeOffset="77219.662">22352 3917 7400 0,'0'0'9433'0,"0"0"-8105"0,0 0-860 0,0 0 408 15,75 46 468-15,-43-38-7 16,0-1-441-16,8-7-508 0,0 0-268 0,7-7-112 15,-3-1 16-15,0-6-24 0,-4 5-244 16,-4-3-408-16,0 1-245 0,-8 6-127 16,-9 2-688-16,-6 3-2532 0,-10 0-4273 0</inkml:trace>
  <inkml:trace contextRef="#ctx0" brushRef="#br0" timeOffset="77410.661">22507 4156 7536 0,'0'0'5345'16,"0"0"-3893"-16,-32 76-768 0,28-38 172 16,1 9 272-16,-2 2 272 0,5 1-208 15,5 1-508-15,2-4-208 0,1 0-196 16,0 2-120-16,0-8-160 0,0-3-36 16,-4-10-76-16,4-5-336 0,-5-7-188 15,6-13-200-15,-1-3-444 0,-4 0-1308 16,0-12-3373-16</inkml:trace>
  <inkml:trace contextRef="#ctx0" brushRef="#br0" timeOffset="77583.567">22435 4438 5640 0,'0'0'8093'0,"0"0"-7029"16,0 0-508-16,0 0 988 0,0 0-96 15,100-15-388-15,-68 8-276 0,7-2-368 16,5-4-224-16,0-3-192 0,-4-1-52 15,4-2-532-15,-8 1-300 0,-4-1-88 16,-4-2-280-16,-5 1-656 0,-7 4-1988 16,-8-6-2397-16</inkml:trace>
  <inkml:trace contextRef="#ctx0" brushRef="#br0" timeOffset="77864.528">22101 3768 9320 0,'0'0'4189'0,"0"0"-2833"0,0 0-264 0,0 0 412 16,0 0-24-16,0 0-252 0,0 0-472 16,0 0-280-16,0 0-64 0,87-19 13 15,-43 19 219-15,3 0-212 0,9 0-212 16,0 0-136-16,4 3 72 0,4 1-12 15,-4-4-8-15,3 0-100 0,-3 3-24 16,-4-3-24-16,0 0-36 0,-5 0-40 16,-6 0-164-16,2 0-340 0,-7-3-232 0,-4 3-113 15,-4-4-23-15,-4 4-252 0,-9 0-1276 16,-2 0-3373-16</inkml:trace>
  <inkml:trace contextRef="#ctx0" brushRef="#br0" timeOffset="78441.987">23841 4384 4104 0,'0'0'8061'16,"0"0"-6237"-16,0 0-380 0,0 0 24 16,0 0-128-16,0 0-160 0,0 0-140 15,0 0-128-15,96-50-179 0,-52 47-153 0,4 0-36 16,8-1-96-16,3 4-232 0,1 0 28 16,0 0-160-16,0-3 36 0,0-1-120 15,-9-4-60-15,5-3-24 0,-8-1-160 16,-1-4-140-16,-2 0-232 0,-6-3-308 15,-7 3-353-15,-4 0-903 0,-8 4-2748 16,-12-1-3393-16</inkml:trace>
  <inkml:trace contextRef="#ctx0" brushRef="#br0" timeOffset="78651.094">24631 4079 5320 0,'0'0'7445'0,"0"0"-6465"15,0 0-636-15,0 0 276 0,0 0 412 16,0 0 348-16,0 0-412 0,0 0-304 15,0 0-124-15,0 0-60 0,79 23-136 0,-63-1-76 16,-4 7 0-16,-3 2-48 16,-6 8-64-16,-3 5-156 0,-8 3 0 0,-8 5-8 15,0-5 0-15,0-3 0 0,4-3-64 16,0-5-256-16,1-11-260 0,2-2-172 16,9-8-336-16,0-5-924 0,0-7-2200 15,9-6-3401-15</inkml:trace>
  <inkml:trace contextRef="#ctx0" brushRef="#br0" timeOffset="78914.085">25491 3924 16525 0,'0'0'2356'0,"0"0"-2112"0,0 0 76 16,80 35 356-16,-45-26 152 0,2-6 85 15,10-3-345-15,1-3-192 0,8-6-60 0,-1-8-184 16,-3-1-132-16,4-1-12 0,-12-2-132 16,0-3-472-16,-8 9-297 0,-12-1-183 15,-9 10-412-15,-7-1-1448 0,-12 4-3165 0</inkml:trace>
  <inkml:trace contextRef="#ctx0" brushRef="#br0" timeOffset="79100.546">25602 4089 7020 0,'0'0'6129'0,"0"0"-4453"0,-28 79-1144 16,25-44 132-16,-1 10 912 0,0-1 188 15,4 4-272-15,0 3-520 0,0-4-415 0,0 1-169 16,8-3-132-16,-5-1-124 0,6-6-132 15,-5 0-80-15,0-10-16 0,3-5-160 16,-3-8-252-16,0-4-329 0,1-5-299 16,-1-4-396-16,-4-2-1280 0,0-2-3293 15,0-11-3631-15</inkml:trace>
  <inkml:trace contextRef="#ctx0" brushRef="#br0" timeOffset="79250.74">25602 4375 12613 0,'0'0'3960'0,"0"0"-3560"0,0 0 480 16,0 0 684-16,92-16-244 0,-64 13-79 16,4-4-269-16,8-2-588 0,4-7-384 15,-1-6-84-15,9-3-712 0,0-10-273 16,0 0-459-16,-12 10-1444 0,11-17-4069 0</inkml:trace>
  <inkml:trace contextRef="#ctx0" brushRef="#br0" timeOffset="79431.32">26467 3902 6108 0,'0'0'9185'0,"0"0"-7541"15,-40 82-788-15,25-43 476 0,-5 5 40 16,3 1-92-16,-2-4-467 0,6-3-633 16,2-3-180-16,3-10-216 0,4 1-488 15,4-11-333-15,0 2-171 0,0-12-404 16,0-5-1076-16,0 0-2829 0,0-12-2435 0</inkml:trace>
  <inkml:trace contextRef="#ctx0" brushRef="#br0" timeOffset="79675.195">25320 3610 13253 0,'0'0'2680'0,"0"0"-1936"0,0 0-12 0,0 0 876 16,0 0 32-16,0 0-399 0,84-26-549 15,-41 17-256-15,5-1-88 0,8 1-56 16,4-1-76-16,8 1 16 0,3 2-76 16,5 0-144-16,-1 1-12 0,2 1-48 15,-2-2-24-15,0 0-268 0,1 1-420 16,0 0-220-16,-8 2-409 0,-17 1-1287 15,9 3-4320-15</inkml:trace>
  <inkml:trace contextRef="#ctx0" brushRef="#br0" timeOffset="80438.72">28300 4060 4852 0,'0'0'7373'0,"0"0"-5385"0,0 0-372 16,0 0 148-16,0 0-148 0,0 0-332 16,0 0-432-16,0 0-207 0,0 0-329 15,0 0-220-15,-95 42-20 0,63-10-4 0,-4 2-68 16,8 5-4-16,0-8-40 16,4-2 40-16,12-7-8 0,4-2-128 0,8-8-8 15,0-2 12-15,0-1-40 0,8 0 15 16,8 1 57-16,0 2 52 0,4-1 48 0,4 1 0 15,-8 1 44-15,3-1-44 0,-2 1 4 16,-6 0 60-16,-3-1-16 0,1 4 49 16,-5 0 87-16,-1 0-64 0,-3-4 0 15,0 7-24-15,-3-2 40 0,-5-2-88 16,-1 1 0-16,-2-3 0 0,-1 0 24 16,0-7-72-16,-4 4-4 0,4-7-200 15,0-3-28-15,4 0-192 0,0 0-101 16,0-13-167-16,4-2-384 0,0-8-636 15,4-8-988-15,0 8-1969 0,8-17-2015 0</inkml:trace>
  <inkml:trace contextRef="#ctx0" brushRef="#br0" timeOffset="80758.315">28467 4251 8444 0,'0'0'3993'0,"0"0"-2781"15,0 0-72-15,0 0 760 0,24 89 132 0,-24-61-304 16,0-2-315-16,-4 3-469 0,0-7-412 15,1-3-276-15,-1-6-200 0,4-4-56 16,0-6-84-16,0-3-12 0,7-3-100 16,5-4-216-16,4-8-132 0,4-1-61 15,0-6-103-15,0-1-96 0,0 2 96 16,0-2 104-16,-4 0 124 0,0 4 172 16,0 0 308-16,-4 5 60 0,-5-3 112 15,1 7 112-15,-3 4 308 0,-1 3 68 16,-4 3-120-16,0 0-176 0,0 0-20 15,0 0 8-15,0 9-36 0,4 4 85 0,-4 6 131 16,0 6-24-16,0 1-84 0,3 2 96 16,-3-2-28-16,4-4-320 0,4 0-172 15,1-3-172-15,-2-3-296 0,1-3-220 16,9-1-112-16,-6-5-293 0,9-1-883 16,-8-6-2636-16,12 0-3669 0</inkml:trace>
  <inkml:trace contextRef="#ctx0" brushRef="#br0" timeOffset="80981.532">29148 4264 12625 0,'0'0'4528'0,"0"0"-3624"0,0 0 120 16,0 0 652-16,-83 60-287 0,59-35-385 0,4 4-340 16,1 3-300-16,6 0-112 15,5-4-24-15,4 0-132 0,4 2-96 16,4-9-56-16,8-2-16 0,0-5-288 0,8-8-4 15,4-6 4-15,4-4-4 0,4-12-96 16,3-5-84-16,2-9-273 0,-1-3-363 16,-1-3-624-16,-3-5-1216 0,-4 12-2637 15,8-21-3227-15</inkml:trace>
  <inkml:trace contextRef="#ctx0" brushRef="#br0" timeOffset="81303.423">29552 3746 6748 0,'0'0'6909'0,"0"0"-5365"0,0 0-604 15,0 0 460-15,0 0 36 0,0 0-212 16,0 0-272-16,0 0-320 0,-21 80-63 16,14-36 3-16,3 10 260 0,-1 4-324 15,1 2-500-15,-4 0 352 0,4 4-228 16,-3-1-132-16,-2-3-112 0,1-3-128 0,4-9-244 16,1-10-96-16,3-10 208 0,3-11 68 15,9-10-192-15,4-7 192 0,9-7-133 16,-6-6 253-16,5-9-60 0,-4-1-24 15,0-2 84-15,-4 2-20 0,-4 8 152 16,-9 5 104-16,2 6 20 0,-1 4 148 0,-4 4 120 16,0 9-156-16,0 6 605 0,0 6-205 15,-4 4-232-15,-1 3-112 0,2-4-156 16,-1 1 24-16,4-1 124 0,0-5-76 16,4-4-156-16,4-7-344 0,4-2 340 15,-1-7-720-15,10-3 144 0,-6-3-201 16,5-9-179-16,4-5-1216 0,-8 5-2660 15,4-11-4677-15</inkml:trace>
  <inkml:trace contextRef="#ctx0" brushRef="#br0" timeOffset="81680.134">30181 4210 6988 0,'0'0'6741'0,"0"0"-4809"0,0 0-364 15,103 35-84-15,-66-20-36 0,-2 2-244 16,-3-8-327-16,4-3-489 0,0-3-132 16,-1-3-172-16,10-11-80 0,-2-9-4 0,5-6-112 15,3-5-360-15,-2-8-509 16,-2 1-595-16,-10 10-1200 0,-6-17-3685 0</inkml:trace>
  <inkml:trace contextRef="#ctx0" brushRef="#br0" timeOffset="81880.456">30591 3816 10756 0,'0'0'4805'0,"0"0"-3849"0,-23 70-380 16,14-28 660-16,1 12 644 0,0 6-332 15,1 3-407-15,-2 3-501 0,1-2-328 16,4-1-312-16,1-5-24 0,3-7-132 16,0-10-340-16,0-10-96 0,7-12-4 15,10-8 27-15,2-11-139 0,5-11-304 16,4-8-576-16,4-12-696 0,-8 6-2336 0,4-23-2573 0</inkml:trace>
  <inkml:trace contextRef="#ctx0" brushRef="#br0" timeOffset="82729.4">30901 3607 13209 0,'0'0'2760'0,"0"0"-1884"16,0 0-328-16,0 0 136 0,0 0 436 15,0 0 92-15,5 72-288 0,-10-21-215 16,2 15-153-16,-1 8 132 0,-4 2 112 16,0 4-332-16,0-1-188 0,0-2-124 15,0-8-144-15,0-9-12 0,8-12-180 16,0-11-76-16,0-10 4 0,12-12 24 15,0-5 8-15,8-10-212 0,4 0-52 16,4-13 12-16,0-6 144 0,0-6-85 16,-5 0-87-16,-3-1 48 0,1 0 248 15,-6 10 128-15,-3 4 76 0,-8 3-72 0,0 5 72 16,0 4 160-16,-4 0 288 0,0 4 28 16,0 5-3-16,-4 3-9 0,0 4-104 15,4 1-56-15,-4-6-40 0,4 3-56 16,0-4-160-16,0-8-48 0,8 1-156 15,4-3 32-15,-1 0 16 0,10-3 12 0,-1-9-96 16,-1-2 44-16,5-4-116 0,1-1-28 16,-5 3-12-16,-1-3 23 0,-3 6 65 15,0 4 68-15,-4 6 16 0,-4 0-16 16,0 3 148-16,-4 3 24 0,-4 6 488 16,0 4 13-16,0 6-65 0,0 0-96 15,-4 4-16-15,-4-2-8 0,0 5-40 16,5-7-32-16,3 0-40 0,-5-6-72 15,5-4-156-15,0-2-36 0,8-4-108 16,0-3 48-16,4 0 24 0,0 0 24 16,0-3 0-16,4-7-48 0,0-3-112 0,4-3-140 15,-1-3-28-15,5 1-36 0,1-6-60 16,-1-1-161-16,0-3-171 0,3-4-320 16,1-2-548-16,0-7 68 0,0-4-24 15,-4-6-176-15,0-6 36 0,-5-4 371 0,-2 2 557 16,-2 1 812-16,-2 3 28 0,-6 8 984 15,1 10 141-15,-4 4-33 0,1 11 224 16,-5 6 32-16,4 7-4 0,-4 6-80 16,0 0-248-16,0 3-304 0,0 3-220 15,0 6-136-15,0 10 84 0,4 6 252 16,-4 14-120-16,0 5-107 0,0 7 31 16,-4 6 96-16,4 7-228 0,0 2-100 15,0-2-112-15,0-1-152 0,0-2-84 16,0-1 12-16,0-6-156 0,0-6-136 0,0-10-84 15,0-10 136-15,4-9 176 0,-4-6-32 16,0-7-16-16,-4-3-93 0,-5-3-67 16,-6-3-204-16,-2-6-452 0,-6-4-364 15,-1-3-124-15,-4-2 172 0,4-5-236 16,-4-2 316-16,5 0 1184 0,-2-1 52 0,1 3 436 16,8 4 96-16,4 4 116 0,9 2 100 15,3 4 308-15,0 2 4 0,15 1-252 16,1-1 104-16,12-2-80 0,4-3-512 15,4-2-320-15,0 2-208 0,-1 2-100 16,2 1-440-16,-1 0-748 0,-8 2-2368 16,3-5-4489-16</inkml:trace>
  <inkml:trace contextRef="#ctx0" brushRef="#br0" timeOffset="89692.062">19693 3879 3800 0,'0'0'7269'0,"0"0"-5397"0,0 0-536 16,0 0-112-16,0 0 148 0,0 0-48 15,0 0-200-15,0 0-344 0,0 0-168 16,0 0-88-16,73 19 193 0,-58-12 71 16,6-3-460-16,-1-1-16 0,3-1-128 15,5 1-64-15,4-3 84 0,3 0 4 0,6 0-40 16,2 0 36-16,2 0-120 0,-2-3 60 16,1 1-96-16,0-5-48 0,-4 0 0 15,-5 1-120-15,2-2 24 0,-14-3-24 16,-3 2-276-16,1-1-332 0,-14 4-156 15,-3 0-133-15,-4-1-679 0,0 4-1296 0,-4-6-3997 16</inkml:trace>
  <inkml:trace contextRef="#ctx0" brushRef="#br0" timeOffset="90029.588">20092 3879 6340 0,'0'0'5365'0,"0"0"-2457"0,0 0-1168 16,0 0-496-16,0 0 140 0,0 0 36 15,0 0-372-15,0 0-503 0,0 0-325 16,0 0-136-16,0 0 76 0,-4 55 32 16,0-30-60-16,-3 4-60 0,-1-1 4 15,-1 7-68-15,1 3 0 0,1 3-4 16,-6 7-4-16,2 0 0 0,3 3-8 15,-5 0-40-15,6-4-16 0,3-3 52 0,4-6 4 16,0 1-4-16,0-11-72 0,7-3-24 16,6-6 108-16,6 1-4 0,2-11-4 15,10 1 8-15,1-7 0 0,8-3-84 16,0-3-64-16,4-10-324 0,4-9-113 16,-5-3-95-16,6-5-212 0,-6-3-684 15,-11 6-1396-15,16-14-3821 0</inkml:trace>
  <inkml:trace contextRef="#ctx0" brushRef="#br0" timeOffset="99924.075">20483 6188 7140 0,'0'0'1560'0,"0"0"1257"0,0 0-937 16,0 0-332-16,0 0-392 0,0 0 44 0,0 0-244 15,0 0-240-15,0 0-360 0,-32 0-172 16,43 3-52-16,10 3 152 0,7 4 44 16,4-1-48-16,3 4-12 0,1 0-72 0,-4-3-72 15,0 2-28-15,-1-3-96 0,1-2-4 16,-4-1 0-16,0 0-44 0,-7-6-24 16,-1 4-52-16,-1-4-204 0,-6 0-212 15,-2 0-216-15,-3 0-192 0,-4 0-504 16,1 0-1052-16,-5 0-2205 0,0 0-1843 0</inkml:trace>
  <inkml:trace contextRef="#ctx0" brushRef="#br0" timeOffset="100181.6">20674 6322 132 0,'0'0'7840'0,"0"0"-5704"0,0 0-563 15,0 0-225-15,-40 66-92 0,29-47-156 0,6 3-168 16,-3 3-208-16,4-2-152 0,0 3-112 15,1-1-140-15,-1 6-36 0,0 1-188 16,-1 3-32-16,-3 0-4 0,8 3-60 16,-4-3-60-16,4-3 48 0,0-4-88 0,12-3 12 15,-3-6-8-15,2-5-4 0,6-2-12 16,-2-6-48-16,2-3 64 0,2-3-4 16,5 0-148-16,0-9-100 0,0-3-188 15,4-2-192-15,-1-5-100 0,5-3-476 16,-4 0-944-16,-4 3-2097 0,8-6-2879 0</inkml:trace>
  <inkml:trace contextRef="#ctx0" brushRef="#br0" timeOffset="100614.383">21387 6105 7552 0,'0'0'2088'0,"0"0"-824"0,0 0 153 16,0 0 191-16,0 0 60 0,0 0-204 15,0 0-432-15,0 0-404 0,0 0-184 16,0 0 84-16,0 0-176 0,-16 35-56 0,9-9-28 16,3 5-12-16,-5 4-52 0,-2 3-44 15,3 3-28-15,-9 1-20 0,6 9 8 16,-6-1-72-16,2 11-36 0,-5 5 0 16,-1 5-12-16,2-1-12 0,-5 2 8 15,4 1-80-15,-3-4 36 0,2-5-100 16,10-3-44-16,-6-13-4 0,10-10 52 0,7-10-16 15,0-9-60-15,0-9-244 0,0-4 0 16,4 1-4-16,3-7-36 0,1 0-88 16,5-7-252-16,2-3-512 0,1-2-904 15,-4-4-2637-15,4-6-2483 0</inkml:trace>
  <inkml:trace contextRef="#ctx0" brushRef="#br0" timeOffset="100858.637">21471 6819 11569 0,'0'0'2464'16,"0"0"-1264"-16,0 0-420 0,0 0 312 0,0 0 144 16,0 0-64-16,0 0-416 15,0 0-120-15,0 0-64 0,0 0-51 0,104 29-157 16,-77-25-204-16,5-4 8 0,-4 0-60 15,4 0-68-15,-1-4-40 0,6-2-96 16,-5-1-96-16,0 1-16 0,-4 0-349 0,-9 2-259 16,1 2-220-16,-8 2-600 0,-3 0-2116 15,-5 0-3181-15</inkml:trace>
  <inkml:trace contextRef="#ctx0" brushRef="#br0" timeOffset="101080.561">21590 6934 7096 0,'0'0'4817'16,"0"0"-3537"-16,0 0 4 0,0 0 116 0,-35 76-112 15,27-51-136-15,3 7-376 16,-3 4-112-16,5 2-128 0,-1 3-132 0,-4 3-136 16,-1 1-144-16,2-1-124 0,3 0 0 15,0-6-148-15,0-6-292 0,4-7-132 16,0-1-56-16,0-13-72 0,0-1-264 0,4-3-444 15,0-7-812-15,-4 0-2093 0,7-7-2347 0</inkml:trace>
  <inkml:trace contextRef="#ctx0" brushRef="#br0" timeOffset="101234.81">21587 7219 7824 0,'0'0'2384'0,"0"0"-579"16,0 0 95-16,0 0-192 0,0 0-116 15,0 0-344-15,0 0-472 0,0 0-372 16,0 0-144-16,87 35-128 0,-59-35-120 0,4 0-12 16,0 0-260-16,4-2-440 0,7-5-396 15,-2-3-248-15,-13 4-1316 0,15-4-3345 0</inkml:trace>
  <inkml:trace contextRef="#ctx0" brushRef="#br0" timeOffset="101480.546">22599 6829 16557 0,'0'0'2808'0,"0"0"-2208"0,0 0-380 15,0 0 364-15,0 0 573 0,0 0 67 0,0 0-620 16,0 0-324-16,95 13-160 15,-74-10-68-15,-2-3-52 0,5 0-132 0,0 0-208 16,4-7-396-16,-5 1-172 0,-3 0-189 16,1-1-947-16,-10 5-2576 0,-11-2-2893 0</inkml:trace>
  <inkml:trace contextRef="#ctx0" brushRef="#br0" timeOffset="101653.909">22618 6982 5244 0,'0'0'4716'0,"0"0"-2311"0,0 0-849 16,0 0 200-16,0 0 84 0,0 0-444 16,0 0-328-16,0 0-348 0,0 0-232 15,0 0-88-15,69 18-168 0,-41-18-139 16,-5 0-93-16,8 0-169 0,1-3-551 16,0-3-120-16,0 3-92 0,5 0-772 15,-9 0-3316-15,7-1-6841 0</inkml:trace>
  <inkml:trace contextRef="#ctx0" brushRef="#br0" timeOffset="102103.271">23566 6677 9912 0,'0'0'4101'16,"0"0"-3041"-16,0 0-680 0,0 0 388 15,0 0 528-15,32 86 100 0,-23-52-244 16,-5 4-492-16,0 0-380 0,-4 0-84 15,4-2-100-15,-4-5-60 0,0-2-36 0,0-7-60 16,0-6-60-16,0-2-296 0,0-12-340 16,0-2-288-16,0-2-500 0,3-5-1544 15,1-16-4809-15</inkml:trace>
  <inkml:trace contextRef="#ctx0" brushRef="#br0" timeOffset="102246.73">23555 6547 4456 0,'0'0'7589'0,"0"0"-6257"16,0 0-1004-16,0 0 168 0,0 0 64 15,0 0-316-15,92 3-244 0,-61 0-724 0,-3 0-1252 16,12 4-3605-16</inkml:trace>
  <inkml:trace contextRef="#ctx0" brushRef="#br0" timeOffset="102698.492">24161 6782 8308 0,'0'0'7225'0,"0"0"-5833"0,0 0-52 15,-84 31 172-15,56-21-180 0,4 2-203 16,-4 5-413-16,4-5-308 0,4 10-200 16,0 3-100-16,5 5-100 0,2-2 4 0,5 3-4 15,8-2-8-15,0-4 0 0,0-5-96 16,8-5 0-16,5-8-16 0,2-4-92 15,5-6 36-15,8-13 72 0,0-5 20 16,4-14-396-16,4-7-85 0,3-6 33 16,-3-2-24-16,5-5-36 0,-6-2 44 15,1 0-244-15,-4 1 216 0,-4-9-52 16,0 5 200-16,-5-4 108 0,-7 4 312 0,-4 3 88 16,-7 2 100-16,-1 5 244 15,-4 9 136-15,0 3 172 0,0 9-148 0,0 11-80 16,0 1 16-16,0 10 44 0,-4 5-88 15,4 2-55-15,-5 0-165 0,5 2-68 16,-4 11-184-16,0 7-8 0,-3 5 56 16,3 10 48-16,-5 6 24 0,5 7-20 15,-4 8-100-15,1 12 48 0,-6 1-60 0,2 11-84 16,-1-1 36-16,-1 0-4 16,2-5-140-16,3-11-244 0,3-5-1 0,5-11-111 15,0-9-160-15,0-3-184 0,9-7-312 16,3-5-508-16,4-4-452 0,3-9-680 15,-6-7-1929-15,10-9-2115 0</inkml:trace>
  <inkml:trace contextRef="#ctx0" brushRef="#br0" timeOffset="102928.502">24826 6743 2812 0,'0'0'12661'0,"0"0"-10373"0,0 0-1448 16,0 0-88-16,0 0 44 0,0 0 652 16,0 0-99-16,0 0-517 0,0 0-396 15,91 42-136-15,-55-42-36 0,5-3-116 0,-2-10-64 16,4 3-36-16,2-2-48 0,-6-1-144 16,-7 1-148-16,0-1-272 0,-8 3-248 15,0 3-216-15,-12 4-397 0,-4 3-1283 16,-4 0-3552-16,-8 0-4653 0</inkml:trace>
  <inkml:trace contextRef="#ctx0" brushRef="#br0" timeOffset="103131.496">24921 6854 3284 0,'0'0'10105'0,"0"0"-8393"0,0 0-796 15,-36 93 100-15,29-55 76 0,3 1 212 16,4 4-288-16,-4 1-344 0,4 4-224 15,0 3-143-15,0 3-121 0,-5 4-40 0,1-5-52 16,0-4-92-16,-3-6-84 16,7-7-172-16,-4-8-85 0,4-9-59 0,0-6-260 15,4-4-192-15,3-6-208 0,1-3-624 16,-3 0-1400-16,7-12-2941 0</inkml:trace>
  <inkml:trace contextRef="#ctx0" brushRef="#br0" timeOffset="103301.479">25049 7219 6156 0,'0'0'8389'16,"0"0"-7381"-16,0 0-856 0,0 0-4 15,0 0 696-15,0 0 856 0,0 0-484 16,91 13-628-16,-55-13-236 0,12 0-80 16,-4-3-140-16,4 0-80 0,0 1-52 15,-5-3-96-15,1-1-148 0,-4 3-588 16,0-3-480-16,-8 2-988 0,3-2-4249 0</inkml:trace>
  <inkml:trace contextRef="#ctx0" brushRef="#br0" timeOffset="108298.535">14916 8604 4156 0,'0'0'1316'0,"0"0"2392"16,0 0-1980-16,0 0-323 0,0 0 23 16,0 0-188-16,0 0-184 0,0 0-264 0,0 0-280 15,-35 70-80-15,27-32 76 0,4 6-136 16,-4 7-92-16,4 10 28 0,0 5-148 16,0 4-100-16,4 6-52 0,-4 4 56 15,0 9-60-15,0 2 0 0,0 5 8 16,-4 5-4-16,4 5 28 0,-4-2-36 15,0 11-12-15,5-2-60 0,-6 2 60 16,5 2 12-16,0 4-64 0,0-3 64 16,4-1-184-16,-4 1 24 0,4 0-12 0,0-5 36 15,0 1 28-15,0 1 100 0,0-1-56 16,0 3 64-16,0-2 76 0,0-1-76 16,0-3 4-16,4 0 56 0,0-2 32 15,-4-2-92-15,0 1-64 0,4 3 28 16,-4 0 24-16,0 1 24 0,0-2-24 15,-4-1 0-15,4-1 8 0,-4-10-56 0,0-2-88 16,-3-11 60-16,-2-8 40 0,5-8 44 16,-4-9-12-16,5-12-116 0,-5-10 80 15,3-12-8-15,5-10-100 0,-4-10-16 16,4-6 92-16,0-4-140 0,-4-11-224 16,1-7-52-16,-5-11-144 0,4-4-20 15,-5-8-488-15,5-3-724 0,-3-3-1153 16,-1 13-2055-16</inkml:trace>
  <inkml:trace contextRef="#ctx0" brushRef="#br0" timeOffset="110164.546">1079 13344 796 0,'0'0'340'0,"0"0"7300"16,0 0-5944-16,0 0-831 0,0 0 187 15,0 0 20-15,96-32-248 16,-68 29 48-16,4 0-380 0,3 0-104 0,6 0 156 16,6 0-184-16,1-1-24 0,3 1-172 15,2-3 20-15,2 3-180 0,1 0 172 16,-1 0-116-16,5-1 12 0,0 4-72 0,4 0-52 16,-1 0 44-16,10 0-36 0,-2 0 44 15,5 0 84-15,4 0-80 0,4 0 148 16,3 0-148-16,-4 0 56 0,9-9-56 15,0-1 4-15,-1 1 16 0,1-4-24 16,8-1-8-16,-4 6-140 0,3-5 148 16,4 7 132-16,6-4-128 0,-2 3-4 15,1-1 48-15,3-3-32 0,-3-1-16 16,4-4 0-16,-5 0-12 0,1-3-36 16,-1 0 40-16,0-3 12 0,1 3-8 15,-5 3 8-15,5 0-12 0,-4 7-40 16,0 3 48-16,-1-1 12 0,-4 7 44 0,6 0-56 15,-6 0-84-15,-3 0 84 0,3 7 104 16,0-4-4-16,2-3-100 0,-2 0 12 16,0 0 88-16,1 0-100 0,-1-7-108 15,2 0 100-15,-6 1-48 0,-3 0 52 0,3 4-116 16,-3-3 120-16,-4 5-8 0,3 0 8 16,-3 0 0-16,-1 7 12 0,5-1 112 15,-5 0-124-15,1 1 8 0,4 0-8 16,-4-2 72-16,0 2-68 0,-6-3 0 15,2 2-8-15,0-3-96 0,0 0 24 16,-1-3 64-16,1 0 12 0,-4 0 48 16,3 0-44-16,-3 0-4 0,4-3 12 15,-5-4 52-15,5 5 72 0,-3-2-136 16,-2 1 0-16,5-1 60 0,-5 2-48 0,5-1 44 16,-4 3-56-16,3-3-52 0,1 3-20 15,3-4 8-15,1 1-156 0,0 3 208 16,0-4-272-16,4 1 60 0,-6 3 88 15,6-3 132-15,-4 3 8 0,3-2 116 16,-3 2-120-16,0 0 60 0,0 0 88 0,4 0-24 16,-5 0 4-16,5 2-120 15,0 1-12-15,-2 0 4 0,2 1 0 0,5-1 0 16,-2 1 0-16,4-1-120 0,-3 0 116 16,3-3 4-16,1 2 0 0,-4 2 8 15,0-4-8-15,3 0-136 0,-7 3 136 16,3-3-8-16,1 4 8 0,-1-4 76 15,1 2-72-15,4 2 4 0,0-4 80 16,-1 3-84-16,0 0 88 0,1-1-88 16,-4 3 132-16,4-5-136 0,-5 2-8 15,-3-2-88-15,3 0 92 0,-3 0 4 16,0 0 0-16,-1 0 4 0,1 0 72 0,3 0-76 16,-3 0-32-16,0 0 32 15,-1 0 60-15,1 0-56 0,-4 0-4 0,0 0-52 16,-1 0 52-16,-3 0 0 0,-4 0 0 0,3 0 12 15,-7 4 60-15,-1-4-68 0,1 3-4 16,-8 0 0-16,3 0-4 0,-2 1-60 16,-6-1 64-16,-3 3 76 0,0-3-68 15,-5-3-4-15,-3 3-8 0,-4-3 12 16,-4 0-84-16,-5 0 88 0,-3 0-12 16,-4-3 40-16,-4-3-40 0,-4 0-52 15,-4-4-168-15,0-4-564 0,-8 0-328 16,-4 1-832-16,-8-16-2925 0</inkml:trace>
  <inkml:trace contextRef="#ctx0" brushRef="#br0" timeOffset="111945.929">15068 7743 416 0,'0'0'10108'15,"0"0"-7887"-15,0 0-1201 0,0 0-348 16,0 0-116-16,0 0 340 0,0 0-168 0,0 0-280 16,0 0-36-16,92 26-40 0,-72-26 12 15,4 3 120-15,-1-3-72 0,5 0-100 16,0 0-76-16,4 0-148 0,4-3 52 0,0 0-152 15,4-3 92-15,-1 6-100 0,10-4 0 16,2 1 0-16,5 3 144 0,0 0-32 16,7 0-104-16,5 0-8 0,4 0-12 15,4 0 12-15,4 0 0 0,3-3 4 16,4-4 44-16,1 0-44 0,4-1 68 16,0-5-72-16,-1 1-48 0,5-2-12 15,-1-1 60-15,1-2 4 0,-1 5 0 16,2-1-4-16,2 5 0 0,1 1-12 15,3 3 12-15,-3 1 52 0,0 0 20 16,3 3-60-16,-4-3 0 0,5 3-12 16,0-3-72-16,0-4 68 0,-1 4-80 0,4-3 76 15,1-1 8-15,4-2 0 0,-1 3-4 16,1-7 4-16,4 4 4 16,-5 2 44-16,1-3-48 0,-1 4-24 0,-3 3-36 0,4-1 48 15,-5 4 12-15,5 0 4 0,-1 0 44 16,1 0-48-16,3-3 12 0,-4 3-4 15,5-2 40-15,0-5-48 0,-5 0-100 16,5 1 48-16,-1-2-40 0,-4-6 88 16,9 2-44-16,-4-2 48 0,3 5 4 15,1-3 68-15,0 5 16 0,-4-3-88 16,-2 7 0-16,2 0-16 0,-4 0 16 16,-1 3-60-16,1 0 36 0,0 0 20 15,-1 0 8-15,5 0 0 0,-4-3 36 16,2 3-40-16,2-3-8 0,-4 0 4 0,-1-4-68 15,5 1-64-15,-4 0 64 16,-1-1 24-16,1 1 24 0,3-1 24 0,-4 0 4 16,5 5 40-16,-4 2-40 0,-1-3 40 15,1 3-40-15,-5 0-4 0,1 3-40 0,-1 4 40 16,-3-5-60-16,0 2 60 0,-1 2 0 16,1-6-72-16,3 3 72 15,1-3 144-15,3 0-144 0,1 0-12 0,-4 0 4 16,7 0 4-16,-3-3-72 0,0 0 72 15,-1 0-8-15,5 3-100 0,-1 0 112 16,5 0 8-16,-5 0 52 0,5 0-56 16,-1 0 68-16,5 0-16 0,-5 3-56 15,1-3-112-15,3 0 108 0,-3 0-8 16,7 0 0-16,1 0-100 0,3 0 112 0,1 0 0 16,3-3-64-16,-3 3 4 0,-1-4 56 15,1 4-132-15,-5 0 124 0,5 0 12 16,-5 0 4-16,5 0-4 0,-5 4 60 15,1 2-20-15,-1-3-28 0,1 4 48 16,-1-1-60-16,0-3 0 0,2 0-112 0,-6 0 104 16,4 1 8-16,5-1 4 0,-5 0 8 15,4 0-8-15,-2-3 56 0,-2 0-60 16,-4 3-4-16,5-3-72 0,-5 3 28 16,-3 0 4-16,3 1 44 0,-8 2 36 15,5 1-24-15,-4 0 88 0,-4-5-96 16,-1 4 80-16,-3 0-84 0,-1 1-60 15,-3 0 52-15,-5-5 8 0,-3 1-4 16,-1-3 4-16,-3 0 12 0,-4 0 48 16,-8 0-48-16,-1 0-8 0,-8-3 8 0,2-2 40 15,-9 1 28-15,-9-5-76 0,-3 2 16 16,-8 4-20-16,-8-4-12 0,-8 5 4 16,-9-5-56-16,-3 7 56 0,-8-3 8 15,-4 3 0-15,-4 0 0 0,0 0 144 16,-4 0-144-16,-7 0-132 0,-2 0-300 15,-6 0-84-15,-9 0-408 0,-8 0-580 0,8 0-3168 16,-36 0-6773-16</inkml:trace>
  <inkml:trace contextRef="#ctx0" brushRef="#br0" timeOffset="116669.515">17487 8515 7248 0,'0'0'5961'0,"0"0"-4233"16,0 0-672-16,-24 89-128 0,24-50 228 0,-4 5-36 16,4 7-56-16,0-1-272 0,0 5-316 15,0-5-196-15,4-5-87 0,3-8-21 16,2-5-76-16,3-10-96 0,-5-2-76 16,1-12-96-16,5-1-45 0,-6-7-195 15,1 0-248-15,5-7-132 0,-6-7-324 0,1-9-668 16,-4 4-2072-16,-4-22-4217 0</inkml:trace>
  <inkml:trace contextRef="#ctx0" brushRef="#br0" timeOffset="117097.413">17109 8432 4924 0,'0'0'6565'0,"0"0"-4353"16,0 0-388-16,-101 93-156 0,73-52-492 15,0 6-32-15,9 8-252 0,-1-2-308 0,8 8-244 16,4 0-96-16,8 5-84 0,0 4-112 16,8 0-48-16,8 2-8 0,8-1-52 15,0-6 56-15,8-4-44 0,3-10 48 16,5-10 124-16,0-12-116 0,4-11-4 16,4-4 0-16,-1-14 4 0,6 0 113 0,-1-14 39 15,-1-11-112-15,1-6-40 0,-5-7 76 16,1-13 0-16,1-6-84 0,-2-6-12 15,-8-11-36-15,6 1-48 0,-9-3-100 16,-1 0-21-16,-7 0-3 0,-4 3 36 16,-4 5 88-16,-4 5 72 0,-8 3-24 15,-8 0 16-15,-4 5 28 0,-12 5-4 16,-8 3-116-16,-4 5 124 0,-3 7-84 0,-9 7 84 16,-1 2-136-16,-6 7-108 0,3 3-36 15,-7 7 136-15,2 3 32 0,-7 6-12 16,5 6 28-16,-1 10-100 0,0 9-112 15,5 6 52-15,-1 14-28 0,4 3-84 16,4 6-164-16,0 4-212 0,8-2-412 16,4 5-584-16,13-20-888 0,-9 22-2253 0</inkml:trace>
  <inkml:trace contextRef="#ctx0" brushRef="#br0" timeOffset="120044.014">19614 8617 6976 0,'0'0'4169'0,"0"0"-2409"0,0 0-324 15,0 0-48-15,0 0 328 0,0 0-468 16,0 0-376-16,0 0-296 0,0 0-200 16,0 0 148-16,44-7 108 0,-9 7-143 15,10 0-161-15,-2 0-40 0,2 0-68 0,-2-3-112 16,-3 0-36-16,0-4-72 0,-4 4-12 16,-4-3-84-16,-4-3-232 0,0 2-252 15,-4 1-125-15,-5 0-135 0,-2-4-152 16,-2 3-828-16,-7 2-2140 0,-3 1-2581 0</inkml:trace>
  <inkml:trace contextRef="#ctx0" brushRef="#br0" timeOffset="120326.679">19968 8610 2008 0,'0'0'8312'15,"0"0"-6315"-15,0 0-441 0,0 0-40 16,-43 66-356-16,35-43-192 0,4 6-140 15,0-1-196-15,0 4-20 0,4 0-172 0,0 3-84 16,0 3-100-16,0 3-100 0,0 0 28 16,8 1-24-16,-4-4-52 0,4-6-60 15,0-3-36-15,4-7 36 0,0-7-48 16,-1-2-8-16,6-4 0 0,3-2-40 16,-1-4-84-16,9-3 20 0,4-6 108 0,4-10-104 15,5-3-308-15,6-7-36 0,1-2-244 16,3-5-276-16,5 2-592 0,-15 6-1384 15,22-13-3513-15</inkml:trace>
  <inkml:trace contextRef="#ctx0" brushRef="#br0" timeOffset="120641.271">21555 8779 8172 0,'0'0'4533'0,"0"0"-3233"15,0 0-464-15,0 0 280 0,7 83 348 16,-3-55 108-16,-4 0-188 0,4 1-496 16,-4-1-400-16,0 1-171 0,0-4-173 15,0 3-92-15,0-5-52 0,-4 0-60 16,0-8-196-16,1-5-377 0,-1 0-59 0,0-7-68 16,-5-3-232-16,1 0-1076 15,-7-3-3292-15</inkml:trace>
  <inkml:trace contextRef="#ctx0" brushRef="#br0" timeOffset="120812.517">21312 8372 10468 0,'0'0'5001'0,"0"0"-4285"0,0 0-276 15,0 0 120-15,0 0-324 0,0 0-164 16,84 0-72-16,-53 7-984 0,1-1-840 15,-4-3-2193-15,12 6-3075 0</inkml:trace>
  <inkml:trace contextRef="#ctx0" brushRef="#br0" timeOffset="121087.92">21985 8582 8916 0,'0'0'5085'0,"0"0"-4013"0,0 0-264 15,-44 80 220-15,28-55 532 0,-4 0 112 16,1-3-308-16,6-3-587 0,2-3-437 15,3-3-340-15,8-1 0 0,0-5-268 0,4 2-60 16,7 1 99-16,6-1 117 0,2 0-176 16,5 2 20-16,0-5 108 0,0 3 56 15,-1-2 100-15,2 2-4 0,-5 1 0 16,4-1 8-16,-5 1 0 0,2-4 12 16,-10 4-8-16,2-1-4 0,-6-2-8 15,-3 2 8-15,-4 4-220 0,0-1 132 16,-7 1-44-16,-6 3-100 0,-6 0-64 15,-2 0-44-15,-7-1-68 0,-3 2-216 16,-5-2-304-16,-7 5-332 0,-6-5-568 16,14-2-2037-16,-33 3-4919 0</inkml:trace>
  <inkml:trace contextRef="#ctx0" brushRef="#br0" timeOffset="121629.721">23690 8703 4272 0,'0'0'7773'0,"0"0"-6021"0,0 0-284 16,0 0-100-16,0 0 224 0,0 0-80 15,0 0-352-15,0 0-175 0,0 0-389 16,60 69-200-16,-56-37-200 0,-4 0-112 16,0-4-80-16,0 1-4 0,0-7-48 15,-4-6-244-15,0-6-240 0,4-4-221 16,0-3-159-16,-4-3-228 0,0 0-1080 0,-8-16-3708 0</inkml:trace>
  <inkml:trace contextRef="#ctx0" brushRef="#br0" timeOffset="121796.503">23758 8451 2964 0,'0'0'8001'0,"0"0"-4981"0,0 0-1124 0,0 0 76 16,0 0-372-16,0 0-656 0,0 0-664 16,0 0-280-16,87-22-144 0,-66 17-416 15,-1 5-460-15,-1 0-760 0,-6 0-2192 16,2 12-3689-16</inkml:trace>
  <inkml:trace contextRef="#ctx0" brushRef="#br0" timeOffset="122092.154">24064 8769 3876 0,'0'0'5492'0,"0"0"-3940"16,0 0 333-16,5 82 351 0,-5-59-40 16,0-4-356-16,0-6-480 0,0-4-544 15,0-3-476-15,0-6-340 0,0 0-152 0,4 0-44 16,4-9 100-16,-1-4 96 0,6-6-160 15,-1-6-144-15,-1-1-160 0,2 1 36 16,2 0 12-16,-2 6 108 0,-2 0 12 16,1 6 52-16,0 3 8 0,-4 4 164 15,4 2 8-15,-4 4 64 0,-4 0 48 16,0 0 360-16,0 10 24 0,0 0-16 16,-4 3-24-16,0 2-36 0,0 4 0 15,0 0-52-15,0 4 48 0,-4-4 84 16,4 2-71-16,0-4-145 0,0-1-148 15,0-3-72-15,0-4-168 0,0-6-269 16,0 0-247-16,8 0-60 0,0-3-88 0,4 0-360 16,0-6-900-16,0 3-1920 0,7-6-3049 0</inkml:trace>
  <inkml:trace contextRef="#ctx0" brushRef="#br0" timeOffset="122345.308">24762 8769 6776 0,'0'0'4429'0,"0"0"-2453"16,0 0-820-16,0 0 496 0,20 86 60 0,-20-58-268 16,0 1-440-16,0 3-348 0,0-1-192 15,-4 4-88-15,0-2-131 0,0 0-101 16,0 3-80-16,0-4 8 0,-4-1 48 16,4 1-36-16,-8-3-72 0,8-1-4 15,-8-5 0-15,4-4-8 0,-4 0 0 16,1-6-80-16,-6-4-100 0,2-3-100 0,-2-2-121 15,-7-4-123-15,5 0-72 0,-5-7-40 16,4-5-16-16,-4-11-184 0,0-9-616 16,4 6-1196-16,-8-37-3597 0</inkml:trace>
  <inkml:trace contextRef="#ctx0" brushRef="#br0" timeOffset="122488.806">24734 8343 7900 0,'0'0'3221'0,"0"0"-1389"16,0 0-344-16,0 0 520 0,0 0-504 16,0 0-716-16,0 0-788 0,84-31-48 15,-69 25-780-15,6-3-552 0,-10 5-1308 16,6-2-6073-16</inkml:trace>
  <inkml:trace contextRef="#ctx0" brushRef="#br0" timeOffset="123862.993">17311 10474 680 0,'0'0'1692'0,"0"0"-492"15,0 0 4008-15,0 0-3512 0,0 0-151 16,0 0-253-16,0 0-164 0,0 0 48 15,0 0-84-15,0 0-184 0,48-9-104 16,-36 9-264-16,-4 0-132 0,4 0-128 16,-4 0-20-16,0 0-92 0,-1 0-44 15,-2 0 0-15,-1 0-4 0,0 0-36 0,-4 0 16 16,4 0-16-16,-4 0-12 0,0 0 4 16,0 0 20-16,0 0 12 0,0 0-44 15,0 0-52-15,0 0 0 0,0 0-12 16,0 0-4-16,4 0-84 0,-4 0 4 15,4 0 36-15,-1 0 44 0,1 0 0 0,1 0-4 16,3 3 0-16,0-3 8 0,-5 3 0 16,10 2 0-16,-5 2 4 0,3 3-4 15,2 3 4-15,-5-1 4 0,3 7 76 16,-2-3-24-16,-1 7-60 0,-1-5 0 16,1 1-8-16,-3 0 4 0,-1 0-4 15,-4 1-52-15,0-8 48 0,0 8-220 16,-9-1 100-16,-3 3-52 0,-4-2-24 15,-7 1 24-15,-1 1-12 0,-8-3-60 16,0 1-40-16,-4-4-60 0,4-4 48 16,1-3 200-16,7 1 108 0,3-7 60 15,2-3-60-15,3 0-112 0,4 0-172 0,3-3 76 16,2 0 196-16,3 0-52 0,4 3-220 16,0-4-188-16,4 4-28 0,8 0 500 15,7 0 252-15,6 4 156 0,-1-1-60 16,7 0-100-16,-3-3 184 0,4 0 12 0,4 0-36 15,-4-3-76-15,0-6-64 0,0-4-96 16,-4 0-64-16,3-6-108 0,-3 1-48 16,0-1-344-16,0-4-88 0,-5-3-540 15,2 4-644-15,-9 3-1308 0,-4-3-3969 0</inkml:trace>
  <inkml:trace contextRef="#ctx0" brushRef="#br0" timeOffset="124296.707">16948 10176 2136 0,'0'0'1692'0,"0"0"3344"0,0 0-3164 16,-83 35-315-16,63-17-141 0,4 11-348 15,4 6-112-15,4 6-36 0,5 4-176 0,-1 8-112 16,4 8-248-16,0 5 24 15,0 11-164-15,7 2-120 0,5 7-28 0,4 0-44 16,9-1 120-16,2-6-16 0,4-2 188 16,6-10 156-16,3-11-156 0,3-7-224 15,9-15-72-15,4-11-36 0,8-14 88 16,0-9-40-16,3-9-60 0,4-20 8 16,6-9-8-16,-6-15-8 0,1-8-40 0,0-9-160 15,-5-4-132-15,-7-1 44 0,-4-1-32 16,0 2 120-16,-12 1 108 0,-5 7-56 15,-2 2-4-15,-14 4 76 0,-11 6 84 16,-4 0 112-16,-8 10 24 0,-11-1-128 16,-13 7 136-16,-12 5-140 0,-9 6 96 0,-2 2-40 15,-9 8 16-15,-4 9-52 16,-3 1-20-16,-1 7-4 0,0 12 0 0,-3 8-208 16,-2 7-100-16,2 15-172 15,3 2-60-15,4 11-140 0,4 4-352 0,5 5-956 16,19-16-2161-16,-12 25-3175 0</inkml:trace>
  <inkml:trace contextRef="#ctx0" brushRef="#br0" timeOffset="126117.846">26862 8721 548 0,'0'0'1524'0,"0"0"5188"0,0 0-4215 16,0 0-985-16,0 0-364 16,0 0 52-16,0 0-40 0,0 0-64 0,0 0-216 15,-88-53-204-15,72 53-256 0,0 0-212 16,0 6-112-16,0 3-20 0,1 7-16 16,2 3-12-16,1 7 28 0,5 2-64 15,3 7 108-15,-1 3-32 0,5 7 8 16,0-4-52-16,9 0-44 0,-2-6-8 15,1-4-52-15,5-7-24 0,-2-6 32 16,1-5-20-16,4-7-48 0,0-2-28 16,4-4 100-16,0-7-52 0,4-9-292 15,0-7-348-15,4-2-284 0,-4-6-580 0,-4 9-1052 16,3-23-3273-16</inkml:trace>
  <inkml:trace contextRef="#ctx0" brushRef="#br0" timeOffset="126449.996">27181 8194 2628 0,'0'0'1720'0,"0"0"1044"16,0 0-1400-16,0 0-472 0,0 0 284 16,0 0 113-16,0 0-317 0,0 0-220 15,0 0-140-15,0 0-144 0,0-16-116 16,0 16-24-16,0 4 76 0,0 2 72 15,0 0 264-15,0 7-32 0,-5 4-164 16,5-3 0-16,-4 3-88 0,4 4-76 0,0 2-100 16,-4 3-48-16,0 2-84 0,4 7-12 15,-3 3 8-15,3 7-32 0,0 2-16 16,0 4-96-16,-4 6-12 0,0 4-84 16,4-1 84-16,-4 0-52 0,4-3-104 0,0-9-116 15,0-7-20-15,4-9-4 16,4-13-132-16,3-3-176 0,6-7-128 0,-2-9-224 15,5 0-428-15,1 0-528 16,-10-5-1157-16,9-12-2191 0</inkml:trace>
  <inkml:trace contextRef="#ctx0" brushRef="#br0" timeOffset="127428.831">27575 8766 4064 0,'0'0'392'16,"0"0"5640"-16,0 0-4027 0,0 0-385 15,0 0 84-15,0 0-152 0,0 0-304 16,0 0-228-16,0 0-308 0,0 0-224 0,0 0-112 15,-20 35-24-15,32-32-47 0,-4-3-121 16,4 0-88-16,4 0-92 0,-4-3 44 16,7-7-36-16,-2 1-12 0,-2-7-132 15,2 3-161-15,-2-6-95 0,-2 3-76 16,-6 1 36-16,1-1 12 0,-4 3 40 16,1 1 8-16,-5-1 120 0,0 2 100 15,-9 5 88-15,-3 0-76 0,-4 4 136 16,1-2 24-16,-6 1-12 0,-3 3 52 15,1 0 60-15,-1 0 32 0,0 9-20 0,0 3-28 16,1 7-104-16,6 4 4 0,2 5 176 16,-2 5 84-16,10 5-24 0,-2 0 88 15,5 0-112-15,0 0-172 0,4-3-48 0,4-3-160 16,9-7-44-16,2-6-68 0,5-3-228 16,4-10 228-16,4-6-72 15,4-2-320-15,8-12-664 0,-1-4-1124 0,-3-2-2029 16,8-11-751-16</inkml:trace>
  <inkml:trace contextRef="#ctx0" brushRef="#br0" timeOffset="127746.641">28045 8725 288 0,'0'0'1824'0,"0"0"3604"15,0 0-979-15,0 0-2761 0,0 0-156 16,0 0 52-16,0 0-280 0,0 0-296 16,0 0-160-16,-76 69-56 0,57-39-48 15,2-3 9-15,6 2-137 0,2-6-312 0,2-8-304 16,7-5-60-16,0-4-84 15,0-2-52-15,0-4-32 0,7 0-208 0,2 0 71 16,6-7-39-16,2-6 16 16,2 1-88-16,1-7-100 0,1 0-60 0,-6 0-140 0,5-1 84 15,-4 1 48-15,-4 6 84 0,-4 1 180 16,4 2 204-16,-9 4 176 0,2 3 148 16,-1 3 316-16,-4 0 160 0,4 3-76 15,-4 7-44-15,4 2 88 0,0 4 48 16,0 6-40-16,-1 0-16 0,-3 1 48 15,4-1-59-15,-4-3-173 0,5-3-156 16,-5 0-244-16,4-7-88 0,-4-2-228 16,4-7-245-16,-4 0-131 0,4 0-188 15,0 0-284-15,3-10-940 0,-2 1-2376 16,3-10-3305-16</inkml:trace>
  <inkml:trace contextRef="#ctx0" brushRef="#br0" timeOffset="127996.485">28336 8708 964 0,'0'0'3000'0,"0"0"4165"0,0 0-6033 0,0 0 92 16,16 86 840-16,-16-56 76 0,0-3-380 15,0-2-464-15,0 5-600 0,0-5-271 16,-5-3-157-16,5 0-148 0,-3-5-112 16,3-5-8-16,0-6-48 0,0 1 40 15,0-7-4-15,3 0-72 0,2 0 36 16,7-7-112-16,-1-6 160 0,10-5 60 15,3-5-60-15,0-5-12 0,-1-4-84 16,9 0 11-16,0 0 37 0,0 1-136 16,4-1-304-16,0 4-192 0,0-1-152 15,3 7-264-15,-3 3-916 0,-12 5-1184 16,12 2-3525-16</inkml:trace>
  <inkml:trace contextRef="#ctx0" brushRef="#br0" timeOffset="128172.462">29280 8944 14457 0,'0'0'5476'0,"0"0"-4404"16,0 0-183-16,0 0 491 0,0 0-472 16,0 0-344-16,0 0-272 0,0 0-292 15,0 0-424-15,0 0-140 0,0 0-368 16,-48-26-585-16,40 26-2343 0,-8 0-4097 0</inkml:trace>
  <inkml:trace contextRef="#ctx0" brushRef="#br0" timeOffset="130140.459">19830 10534 380 0,'0'0'936'16,"0"0"9093"-16,0 0-7525 0,0 0-696 0,0 0-304 15,0 0-328-15,0 0-288 0,0 0-288 16,0 0 36-16,0 0 204 0,75 10-267 15,-43-4-221-15,4 1 0 0,4-5-64 16,-4 2-140-16,3-4 32 0,-3 0-96 16,-4-4-36-16,-1-2-48 0,-3 0-44 15,0-7-112-15,-3 4-148 0,-1-1-360 16,-4-2-153-16,-5 5-95 0,2 1-312 16,-9 3-1040-16,-1-1-1952 0,-7 4-3349 0</inkml:trace>
  <inkml:trace contextRef="#ctx0" brushRef="#br0" timeOffset="130378.672">20172 10531 1564 0,'0'0'1124'15,"0"0"5764"-15,0 0-4659 0,0 0-233 0,0 0-128 16,-48 80-364-16,40-55-412 0,4 4-328 16,0 2-176-16,4 1-48 0,0-1-28 15,0 9-24-15,0-7-148 0,0 3-160 16,8-1-44-16,-4-4-132 0,5-1 4 15,-2-5-8-15,5-10-4 0,-4 1-92 16,8-6-28-16,-1-3-32 0,6-1-16 16,-1-6-252-16,8 0-64 0,0 0-40 15,8-6-84-15,-1-5-264 0,5 3-572 16,4-9-688-16,-8 8-1052 0,11-14-3093 0</inkml:trace>
  <inkml:trace contextRef="#ctx0" brushRef="#br0" timeOffset="130957.358">21583 10604 11469 0,'0'0'2020'0,"0"0"-724"0,0 0-376 16,0 0 272-16,0 0 380 0,0 0-316 15,24 89-400-15,-16-57-372 0,-1 0-216 0,-3 0-72 16,0-3-40-16,0-8-152 0,1-5-4 15,-1-3-144-15,-4-7-280 0,3-4-308 16,-3-2-248-16,0 0-300 0,0 0-1268 16,-7-11-3565-16</inkml:trace>
  <inkml:trace contextRef="#ctx0" brushRef="#br0" timeOffset="131113.676">21555 10382 2948 0,'0'0'9277'16,"0"0"-7909"-16,0 0-228 0,0 0 156 0,0 0-340 16,79 6-560-16,-55-6-396 0,-4 0-980 15,1 0-948-15,5 4-3085 0</inkml:trace>
  <inkml:trace contextRef="#ctx0" brushRef="#br0" timeOffset="131378.882">22077 10592 8492 0,'0'0'6245'0,"0"0"-5249"16,0 0-116-16,-45 79 636 0,34-60 120 16,-1-3-124-16,3-4-647 0,6-5-549 15,3-1-316-15,0-3-56 0,7 4-48 16,6-4 100-16,-2 3 4 0,6 1-4 16,2 0-44-16,1-2 40 0,1 4 0 0,-2-2 8 15,1 2 0-15,-3 1 48 0,2 4-36 16,-6-6 72-16,-2 5-24 0,1-1-8 15,-4 2-4-15,-4-3-48 0,-4 6-4 16,0-1-216-16,-4 0-228 0,-8 0-125 16,-4 2-59-16,-8 1-164 0,0 2-124 0,-4-2-624 15,-8 2-876-15,12-9-2021 0,-23 11-2547 16</inkml:trace>
  <inkml:trace contextRef="#ctx0" brushRef="#br0" timeOffset="131948.045">23424 10481 1136 0,'0'0'9360'0,"0"0"-7415"0,0 0-389 15,0 0 236-15,0 0 80 0,0 0-588 16,-28 69-412-16,15-41-212 0,-2 5-136 16,-2-1-160-16,2-1-204 0,2-5-96 15,6-8-64-15,3-2-60 0,4-3-84 16,0-1-124-16,4-5 72 0,12 3 124 15,3-1-16-15,5-2-44 0,4 0 120 16,4-2 8-16,-4-2 4 0,0 4 4 0,0-1 8 16,-5 0-8-16,-2 4-4 0,-5 3 8 15,-1 0 124-15,-7-1 64 0,-3 4 12 0,-5 0 0 16,0-4-64-16,0 4-64 0,-13-3-80 16,2 4-8-16,-6-5-100 0,2-3 0 15,-5 1-88-15,0-4-156 0,0-3-112 16,4 0-88-16,4-3-108 0,-4-6-252 15,4-6-552-15,1-5-1080 0,2 2-2445 16,1-14-1719-16</inkml:trace>
  <inkml:trace contextRef="#ctx0" brushRef="#br0" timeOffset="132317.519">23925 10544 6688 0,'0'0'4729'0,"0"0"-2781"0,0 0-288 0,0 0 512 15,0 88-160-15,-12-55-156 0,4 2-443 16,-3-4-533-16,-2 2-312 0,9-8-252 16,-4-7-244-16,8-1-72 0,0-9-84 15,0-1-96-15,8-7-340 0,5 0 144 0,2-3 136 16,2-9-148-16,2-5-84 0,1-5-89 16,0-4-95-16,-4 1-4 0,0-3-64 15,0-2-36-15,0 3 104 0,-1 2 148 16,2-5 248-16,-9 5 260 0,3 6 112 15,-2 0 36-15,-5 6 40 0,-4 7 72 16,4 6 172-16,-4 0 12 0,0 0-76 16,0 6-196-16,0 7-88 0,0 6 236 15,3 3 84-15,-3 5-64 0,0 0 112 16,0 2 24-16,0-1-136 0,0 4-135 0,0-3-141 16,0-1-64-16,0-1-72 15,0-2-36-15,4-6-257 0,-4-4-123 0,4-5-168 16,0-2-116-16,1-1-224 0,-1 0-812 15,0-4-1320-15,-1-3-2549 0,1 0-2075 16</inkml:trace>
  <inkml:trace contextRef="#ctx0" brushRef="#br0" timeOffset="132681.329">24479 10643 2112 0,'0'0'9485'0,"0"0"-7681"16,0 0-356-16,0 0 288 0,0 0-148 15,0 0-244-15,36 75-380 0,-28-43-392 16,4 0-120-16,0 10-39 0,-1 2-37 0,-2 3-36 15,-1 7-124-15,-1 3-20 16,-7 0-40-16,0 4-24 0,0 2-8 16,0-2-76-16,-7 2-40 0,-5 1 76 0,-4-8-36 15,0-1-40-15,0-4 52 0,-4-7-12 16,0-6 0-16,4-6-48 0,-3-3 0 16,2-10 0-16,2-10-168 0,-2-5-208 15,1-4-228-15,4-20-281 0,-8-5-211 16,5-13-312-16,3 3-1176 0,-8-35-3381 0</inkml:trace>
  <inkml:trace contextRef="#ctx0" brushRef="#br0" timeOffset="132838.116">24527 10325 5988 0,'0'0'7949'0,"0"0"-6057"0,0 0 144 16,0 0-396-16,0 0-736 15,80-19-380-15,-60 13-312 0,3-1-212 0,1 1-196 16,4-5-352-16,0 9-568 0,-8-4-1032 16,-4 6-4961-16</inkml:trace>
  <inkml:trace contextRef="#ctx0" brushRef="#br0" timeOffset="136079.216">18471 10150 3868 0,'0'0'964'0,"0"0"5301"15,0 0-4357-15,0 0-560 0,0 0 216 16,0 0-284-16,0 0-500 0,0 0-188 16,0 0-88-16,-13 93 24 0,30-46-40 15,-6 10-60-15,10 3-120 0,-6 4-164 0,2-1 4 16,-2 4-136-16,1-3-12 0,1-7-40 16,-6-10-72-16,5-9 16 0,-8-13 20 15,4-8 28-15,-4-8-60 0,0-5-112 16,-4-4 12-16,4 0 112 0,4-11 96 15,-4-8 0-15,4-6-12 0,-1-10-212 16,-2-3-20-16,3-3 36 0,-5-3 124 16,-3-1 20-16,5 0 52 0,-5 4-12 15,-4 6-24-15,0 3 48 0,4 5-4 0,-4 7 8 16,0 8 40-16,0 2-32 0,4 10-12 16,-4 0-148-16,7 6 112 0,2 7 36 15,-1 6 160-15,-1 7-24 0,1 4-132 16,1 9 68-16,-1 3-8 0,-5 2-16 0,1-2 36 15,-4-2-72-15,4-11 88 16,-4-4 192-16,4-9 64 0,-4-5-76 0,0-9-72 16,5 1 12-16,-5-3-16 0,0-3-8 15,4-4 36-15,-4-8 325 0,4-7-97 16,-1-7-300-16,1-9-72 0,4-6-88 16,-4-1-4-16,5-3-116 0,-2 4 44 15,1 2-56-15,0 2-84 0,4 5-100 16,-4 6-109-16,0 4-27 0,0 5-84 15,0 1-100-15,0 6-292 0,-4 1-580 16,-1 2-944-16,2 1-1953 0,-5 0-2399 0</inkml:trace>
  <inkml:trace contextRef="#ctx0" brushRef="#br0" timeOffset="136300.421">18921 10226 4272 0,'0'0'8389'0,"0"0"-7025"16,0 0-228-16,0 0 688 0,0 0-228 15,0 0-308-15,0 0-468 0,95 6-404 16,-78-6-200-16,3 0-152 0,-5-3-64 16,2-2-76-16,-2 1-104 0,2-3-356 15,-2 1-320-15,1 3-104 0,-4-2-536 16,0 0-988-16,-4 3-1629 0,-4 2-1459 15,0 0 461-15</inkml:trace>
  <inkml:trace contextRef="#ctx0" brushRef="#br0" timeOffset="136495.422">19108 10268 1356 0,'0'0'1684'0,"0"0"-1032"0,0 0 4688 0,-23 66-3323 16,19-37-297-16,-1 7-208 0,1 1-236 15,0 3-144-15,4 6-12 0,0-2-96 16,0 1-412-16,-4-1-304 0,4-6-76 15,0-3-196-15,0-6-36 0,0-8-60 16,0-5-76-16,0-6-36 0,0-3-208 16,0-4-100-16,0-3-84 0,0 0-104 15,0 0-192-15,4-3-436 0,0-7-704 16,-4 3-901-16,0-15-2943 0</inkml:trace>
  <inkml:trace contextRef="#ctx0" brushRef="#br0" timeOffset="136812.452">19351 10211 4196 0,'0'0'4448'0,"0"0"-1439"15,0 0-1105-15,0 0 96 0,0 0 64 16,0 0-704-16,0 0-552 0,0 0-476 16,0 0-164-16,-60 85 76 0,49-59 0 15,-1 2-96-15,3-2-28 0,5-8-44 0,4 1-16 16,0-3-56-16,0-2-4 0,0-6 0 15,0 6 8-15,8-3-8 0,1 0-4 16,-5 2-4-16,3-1 0 0,6 1 8 16,-5-1 0-16,-1 4 0 0,5-3 84 15,-3 3 12-15,-2 1-44 0,1-3 8 16,0 2 12-16,-3 4 12 0,-5-4-36 16,0 2 64-16,0-1 33 0,0 1-137 15,-5 1-8-15,-7 1-133 0,5-1-243 0,-10 4-184 16,2-4-212-16,-9 6-268 0,-1 0-404 15,-6 0-1060-15,3-3-2869 0,-20 7-3571 0</inkml:trace>
  <inkml:trace contextRef="#ctx0" brushRef="#br0" timeOffset="137198.487">18180 11258 4020 0,'0'0'8465'0,"0"0"-6529"16,0 0-472-16,0 0 124 0,0 0-132 15,0 0-156-15,0 0-372 0,80 4-260 16,-56-4-207-16,-1 3-49 0,9 0-12 15,4-3-112-15,8 0-104 0,-1 0 20 0,9 0-120 16,4 0-72-16,4-3-8 0,0 0 4 16,4-1 32-16,-1 4-40 0,1 0-48 15,-4 0 36-15,0 0-120 0,-4 0 24 16,-5 4-24-16,-7-4-28 0,0 0-8 16,-13 3-24-16,-3-3-28 0,-7 3-80 15,-6-3-152-15,-2 3-57 0,-6-3-15 0,-3 3-12 16,0-3-112-16,0 0-224 0,1 0-388 15,-5 0-412-15,0 0-436 0,4 0-2057 16,-4-6-3227-16</inkml:trace>
  <inkml:trace contextRef="#ctx0" brushRef="#br0" timeOffset="137415.87">19534 11068 4972 0,'0'0'2264'0,"0"0"2969"16,0 0-3245-16,0 0-24 0,0 0 24 0,0 0-500 15,0 0-292-15,0 0-335 0,0 0-361 16,0 0-284-16,0 0-204 0,32-10-12 16,-28 10-132-16,5 0-404 0,-5 0-521 15,-1 0-483-15,1 0-2168 0,4 0-3373 0,-72 10-1547 16</inkml:trace>
  <inkml:trace contextRef="#ctx0" brushRef="#br0" timeOffset="137577.575">19618 11281 9960 0,'0'0'5661'16,"0"0"-3861"-16,0 0 4 0,0 0-32 0,0 0-155 15,0 0-565-15,0 0-604 16,0 0-448-16,0 0-60 0,0 0-532 0,0 0-452 15,0 25-121-15,8-22-727 0,1 0-2408 16,-5 4-3513-16</inkml:trace>
  <inkml:trace contextRef="#ctx0" brushRef="#br0" timeOffset="139028.478">16151 12204 1280 0,'0'0'676'0,"0"0"-676"16,0 0 6520-16,0 0-4220 0,0 0-539 16,0 0-397-16,0 0-188 0,0 0-144 15,0 0-128-15,0 0 312 0,25 54-332 16,-13-22-292-16,0 12 68 0,-1 5-136 15,2 7-172-15,-2 2 0 0,2 5-23 0,-1 7-1 16,-5 0-48-16,-3 6-124 0,0 0-96 16,-4 4-60-16,0 2-60 0,0-6-36 15,0-6-52-15,0-7-92 0,0-15-112 0,0-16 83 16,0-16-23-16,0-7-232 16,0-9-292-16,5-3 32 0,-5-16-264 0,0-6-628 15,4-1-712-15,-4-27-4057 0</inkml:trace>
  <inkml:trace contextRef="#ctx0" brushRef="#br0" timeOffset="139295.684">16224 12309 4092 0,'0'0'7773'0,"0"0"-6109"0,0 0-372 0,0 0 408 15,0 0-292-15,0 0-360 0,84-28-336 16,-65 28-348-16,9 3-108 0,-4 3 4 15,4 4-92-15,-4-1 40 0,-1 4 24 16,-6 6-88-16,-6 4-44 0,-3 4 8 16,-8 5-36-16,0 3-24 0,-4 4 0 0,-7-2-48 15,-6 1-124-15,-2-2-312 0,-1-5-248 16,-4-5-124-16,0-4-52 0,4-3-64 16,0-6-380-16,1-10-496 0,2-3-672 15,6 0-1489-15,-2-10-1495 0,2-9 2589 0</inkml:trace>
  <inkml:trace contextRef="#ctx0" brushRef="#br0" timeOffset="139565.431">16550 12408 6900 0,'0'0'5297'0,"0"0"-3829"0,0 0-376 16,0 0 496-16,88 8-136 0,-76-1-292 15,0 0-164-15,-4 6-312 0,-5 2-344 16,-3 5-120-16,5 5-52 0,-5 4-116 15,-5 3-48-15,2-1-4 0,-9 1-160 16,4-1-96-16,0-8 36 0,4-7 124 0,0-7 96 16,0-3 72-16,4-6 40 0,0 0-32 15,0-6-76-15,4-3-4 16,4-7 0-16,4-7-84 0,0-5-4 0,4 0-20 16,3-5-232-16,2 3-200 0,3-3-136 15,0 5-184-15,-1-1-132 0,5 3-712 16,-4 7-700-16,-4 4-2001 0,0 5-87 15,-8 7 1400-15,-4 3 1921 0</inkml:trace>
  <inkml:trace contextRef="#ctx0" brushRef="#br0" timeOffset="139828.782">16925 12404 640 0,'0'0'1800'16,"0"0"2908"-16,0 74-207 0,0-43-2737 0,0 1-240 15,-5 6-52-15,5-1-240 0,-3-1 128 16,3-4-208-16,0-7-360 0,3-6-208 16,2-8-159-16,7-6-157 0,-1-5-184 15,2-3-72-15,6-6 48 0,2-11-60 16,-1 1-244-16,3-9-197 0,-3-1-19 15,0-3-124-15,0 0 20 0,-4 1 16 16,0 2 92-16,-8 4 112 0,0 6 60 0,-4 3 272 16,-4 10 12-16,0-1 356 0,-8 7-36 15,-4 0 24-15,-8 0-96 0,-4 7-80 16,0-1 40-16,0 10 40 0,1 0 56 16,3 3-124-16,3 0 28 0,6 0-84 15,-1 0-124-15,8-7-160 0,-1 2-264 16,5-5-592-16,0 4-44 0,9-5-524 15,3 3-1020-15,-1-8-1841 0,6-3-707 16,-6-3 2164-16,17-16 1273 0</inkml:trace>
  <inkml:trace contextRef="#ctx0" brushRef="#br0" timeOffset="140074.213">17172 12528 1564 0,'0'0'1996'15,"0"0"2000"-15,0 0-1596 0,87 6-303 16,-63 7-309-16,-3 0-232 0,-1 3-296 16,-9-3-168-16,5 0-152 0,-4-4-252 15,0-4-356-15,0-5-200 0,4 0-132 0,-5-12 124 16,10-3-124-16,-5-5-136 0,0-5-244 15,-4 0-96-15,4-4-8 0,-9 4 128 16,2 6 96-16,-5 3 252 0,0 2 8 16,-4 6 84-16,-4 2 212 0,-5 1 12 15,-6 5 24-15,-2 0 0 0,-6 0-60 16,-1 5-272-16,-4 1-52 0,0 7-56 0,4 2-4 16,5 1-24-16,2 3-24 0,6 0 12 15,-2-3-60-15,9 0-124 0,4 1-388 16,0-3-252-16,0-1-396 0,4 0-1112 15,9-6-2849-15,2-7-163 0</inkml:trace>
  <inkml:trace contextRef="#ctx0" brushRef="#br0" timeOffset="140178.96">17491 12557 272 0,'0'0'6252'0,"0"0"-2316"15,75 0-1651-15,-47 7-9 0,0-5-180 16,0 1-416-16,-4 0-500 0,-4-3-508 16,3-3-368-16,-2-9-144 0,-1-4-64 0,-5-10-96 15,6-5-280-15,-6-4-356 0,-2-3-428 16,-2-4-392-16,1 5-628 0,-7 8-1732 15,-2-6-1801-15</inkml:trace>
  <inkml:trace contextRef="#ctx0" brushRef="#br0" timeOffset="140362.456">17726 12172 9336 0,'0'0'2993'16,"0"0"-1477"-16,0 0-464 0,-20 96-108 0,16-58 460 16,0 3 204-16,4 7-296 0,0 3-348 15,-4 6-199-15,4 6-73 0,-5 4-268 16,5 0-172-16,-3-1-132 0,-1 4-80 15,0-3-40-15,0-6-160 0,0-9-92 16,-5-6-52-16,2-5-48 0,-1-5-289 16,-4-9-263-16,-4-2-84 0,-4-2-376 15,-7-1-924-15,3-6-2772 0,-25 0-5221 0</inkml:trace>
  <inkml:trace contextRef="#ctx0" brushRef="#br0" timeOffset="140696.284">15985 13358 11461 0,'0'0'4360'16,"0"0"-3256"-16,0 0-456 0,0 0 500 16,0 0-44-16,0 0-100 0,0 0-420 15,0 0-184-15,0 0-11 0,123-71-13 16,-63 55-36-16,7 3-76 0,10 1 16 15,6-1-4-15,8 3-36 0,1-2-176 16,8 3-52-16,0-2 0 0,-1 6 52 0,4-2-64 16,5 4-40-16,-1-1 40 15,-2 4 0-15,-6-3-4 0,-3 3-80 0,-5 0-76 16,-3 0-68-16,-4 0 8 0,-5 3-164 16,-8 4-100-16,-2 0-88 0,-9 2 39 15,-9 0 57-15,-7 1 0 0,-8 3-220 0,-4-4-544 16,-4 1-820-16,-8-1-872 0,-1-6-2385 15,-2 1-1519-15</inkml:trace>
  <inkml:trace contextRef="#ctx0" brushRef="#br0" timeOffset="140917.269">18778 12922 18765 0,'0'0'2812'0,"0"0"-1803"0,0 0-513 16,0 0-232-16,0 0 64 0,0 0 300 16,0 0-132-16,0 0-496 0,0 0-64 0,0 0-332 15,11-10-412-15,-11 7-368 0,4 0-941 16,-4 3-4515-16</inkml:trace>
  <inkml:trace contextRef="#ctx0" brushRef="#br0" timeOffset="142249.316">18646 12579 432 0,'0'0'10917'16,"0"0"-8525"-16,0 0-672 0,0 0-276 0,0 0-180 15,0 0-116-15,0 0-196 0,0 0-268 16,0 0-308-16,0 0-216 0,12-3-28 16,-4 6-132-16,0 1-64 0,0-1-204 0,4 2-488 15,-4 6-232-15,4-5-304 0,0 0-888 16,-5 1-2824-16,2-5-5113 0,-105-46 9165 16</inkml:trace>
  <inkml:trace contextRef="#ctx0" brushRef="#br0" timeOffset="176637.059">3386 14332 5532 0,'0'0'8805'0,"0"0"-7305"0,0 0-808 0,0 0 428 15,0 0 312-15,0 0-304 0,0 0-324 16,0 0-340-16,0 0-87 0,28-7 303 15,0 4 80-15,0-1-180 0,8 2-204 16,3-5-136-16,1 1-96 0,0 0-36 0,-4-1-48 16,0-2-60-16,-4 2-88 0,0-2-44 15,-8-1-264-15,0 1-160 0,-5 3-328 16,-2-1-281-16,-6 4-579 0,2 3-1316 16,-9 0-2752-16,-4 6-2845 0</inkml:trace>
  <inkml:trace contextRef="#ctx0" brushRef="#br0" timeOffset="176877.914">3708 14383 5616 0,'0'0'924'0,"0"0"3597"0,0 0-2229 0,0 0-568 15,0 0-264-15,-51 79-524 0,47-51-356 16,1 7-108-16,3 4-44 0,0 2 128 16,0 3 80-16,0 4-160 0,7-4-124 15,1 4-48-15,0-4 36 0,4-3-47 16,0-2-73-16,-1-5-64 0,2-4-84 15,2-5-24-15,2-3-40 0,-2-6-8 16,6-4-60-16,-5 1-84 0,3-6-112 0,5-7 75 16,1 0-123-16,2-7-148 15,1-9-132-15,4-6-224 0,0-7-224 0,0-3-752 16,-13 4-1408-16,13-13-4033 0</inkml:trace>
  <inkml:trace contextRef="#ctx0" brushRef="#br0" timeOffset="177061.111">4243 14516 6776 0,'0'0'9721'16,"0"0"-8453"-16,0 0-1120 0,0 0 236 16,0 0 812-16,0 0 136 0,0 0-420 15,75 6-475-15,-58-3-329 0,-10-3-108 16,5 3-84-16,1-3-281 0,-6 4-571 0,1 3-544 15,1-5-1588-15,-9 10-5133 0</inkml:trace>
  <inkml:trace contextRef="#ctx0" brushRef="#br0" timeOffset="177227.526">4318 14814 10828 0,'0'0'3225'16,"0"0"-1393"-16,0 0 40 0,0 0-304 0,0 0-492 15,0 0-588-15,0 0-428 16,0 0-60-16,0 0-84 0,80 7-160 0,-60-20-684 16,4 1-548-16,-4 2-1560 0,8-6-4301 0</inkml:trace>
  <inkml:trace contextRef="#ctx0" brushRef="#br0" timeOffset="177867.895">4833 14128 7292 0,'0'0'2996'0,"0"0"237"16,0 0-1321-16,0 0-620 0,0 0-172 15,0 0-72-15,0 0 104 0,0 0-236 16,99 16-296-16,-67-16-119 0,0 3-125 15,-4-3-76-15,3 0-164 0,-3-6-88 16,-7-3-44-16,2 2-4 0,-7 1-56 16,1-4-296-16,-6 1-316 0,1 3-161 15,-8-1-195-15,0 4-720 0,-4 0-2068 16,0 3-3565-16</inkml:trace>
  <inkml:trace contextRef="#ctx0" brushRef="#br0" timeOffset="178112.402">4928 14271 6716 0,'0'0'6433'0,"0"0"-4757"15,0 0-316-15,0 95 424 0,12-63-284 16,-4 3-192-16,0 3-444 0,4 7-219 16,0-1-125-16,0 7-120 0,-5 3-168 15,2-3-88-15,-1-1-84 0,-4-5-60 0,0-10-8 16,-1-9-40-16,1-8 36 0,-4-1-144 15,5-8-184-15,-5 0-216 0,0-5-149 16,0-1-23-16,0-3-56 0,0 0-72 16,0 0-448-16,-5 0-928 0,1-7-2504 15,-3-5-5013-15</inkml:trace>
  <inkml:trace contextRef="#ctx0" brushRef="#br0" timeOffset="178283.321">5008 14640 6672 0,'0'0'4040'0,"0"0"-3035"16,0 0 479-16,0 0 420 0,0 0-220 0,0 0-220 16,83 3-368-16,-59-3-216 0,0 0-232 15,4 0-152-15,-4-3-240 0,3-4-144 16,1 1-112-16,0 0-80 0,0-4-136 16,8-3-308-16,-4 1-88 0,5-4-304 15,-6-1-660-15,-7 5-1092 0,4-7-2961 0</inkml:trace>
  <inkml:trace contextRef="#ctx0" brushRef="#br0" timeOffset="178711.447">4466 13816 7628 0,'0'0'7389'0,"0"0"-5605"0,0 0-556 16,0 0 116-16,0 0-232 0,0 0-320 15,0 0-280-15,0 0-219 0,0 0 31 16,0 0 112-16,67-8 136 0,-42 2-164 16,3 6-164-16,3-4-40 0,1 1 0 0,4-1-48 15,3 2-24-15,2 2-68 0,2-6-16 16,6 2 12-16,-6-3 48 0,5-1-32 16,0-3-76-16,-4 2-60 0,-4-3 52 15,-1 2-52-15,-3-3 48 0,-4 1-184 16,-4 2-68-16,-4 0-72 0,-4 4-136 15,-8 3-108-15,-5 3-124 0,2 0-241 0,-5 3-471 16,-4 7-1528-16,4-4-3172 16,-4 13-4673-16</inkml:trace>
  <inkml:trace contextRef="#ctx0" brushRef="#br0" timeOffset="179541.464">6051 14608 7340 0,'0'0'2580'0,"0"0"1461"0,0 0-2561 15,0 0-472-15,0 0 84 0,0 0-28 16,0 0-104-16,0 0-152 0,0 0-164 15,84 10-84-15,-64-7-147 0,5 0-61 16,2-3-84-16,0 0-28 0,1 0-56 16,9-3 20-16,-1-4-84 0,3 1-20 0,5-4-4 15,4 1 84-15,4 3-96 0,-1-5 24 16,5 3 12-16,8 2-116 0,-4-1 0 16,3 0 4-16,1-2-8 0,4 2 0 15,0-3 0-15,0-1 4 0,-1-3 0 0,-3-2 0 16,-4-2 0-16,0 2 0 0,-8 3 4 15,-5 1-4-15,-3-1-4 0,-4 3-8 16,-8 4-64-16,0 0 64 0,-4 0-68 16,-8 1-32-16,-1 5-216 0,-2-2-136 15,-6 2-96-15,2 0-64 0,-6 0-133 16,-3 0-27-16,0 0-164 0,0 0-348 16,-4 0-564-16,0-4-632 0,0 2-1545 15,0-2-419-15,-4-9-811 0</inkml:trace>
  <inkml:trace contextRef="#ctx0" brushRef="#br0" timeOffset="179805.426">7562 14255 3260 0,'0'0'5404'0,"0"0"-2727"0,0 0-641 0,0 0 40 15,0 0-408-15,0 0-416 16,0 0-516-16,0 0-184 0,0 0 48 0,0 0 12 15,0 0-176-15,75 19-192 0,-58-9-184 16,-9 0 12-16,3-1 40 0,-3 4-112 16,1 3 0-16,-2-4 8 0,-3 4 0 15,0 3-8-15,-4 0-96 0,4 4-88 16,-4-1-24-16,0 3-60 0,0 4-120 16,0 2-88-16,-4-1-88 0,0 1 12 15,-4 1-176-15,-4-4-448 0,0 0-628 16,1-8-924-16,-13 5-3657 0</inkml:trace>
  <inkml:trace contextRef="#ctx0" brushRef="#br0" timeOffset="186144.314">8128 14164 2764 0,'0'0'392'0,"0"0"1056"15,0 0 3072-15,0 0-3048 0,0 0-43 16,0 0 115-16,0 0 4 0,0 0-176 16,0 0-152-16,0 0-160 0,-81 6-64 0,74-6-8 15,3-4-208-15,4 4-135 0,-4 0-101 16,4 0-120-16,0 0-132 15,4 0-76-15,4 0-48 0,8 0 16 0,-1 6 20 16,10-1 12-16,6-3 0 0,-3-2-216 16,8 0 84-16,-4 0-84 0,4-7 8 0,-5-5-8 15,-3-1-108-15,4-2-60 0,-4-1-264 16,-4 0-356-16,-3 0-204 0,-2 6-273 16,-3 1-951-16,-8 6-2084 0,0 0-2077 15</inkml:trace>
  <inkml:trace contextRef="#ctx0" brushRef="#br0" timeOffset="186371.277">8382 14097 8140 0,'0'0'4921'15,"0"0"-3661"-15,0 0-516 0,0 0 124 0,0 0 176 16,0 0-40-16,-47 67-116 0,42-45-248 16,1-3-300-16,4 6-156 0,-4 0-176 15,4 4-8-15,0-1-60 0,0 1 56 16,0 0-8-16,4-1-88 0,0-2 4 15,1-1-40-15,3 0 4 0,-4-6-68 16,3 0 28-16,2-6 40 0,-1 1-16 0,-1-2-124 16,5-3-160-16,1 1-112 0,-2-8-316 15,6 3-320-15,2-5-412 0,1 0-516 16,-3-5-949-16,6-3-2275 0</inkml:trace>
  <inkml:trace contextRef="#ctx0" brushRef="#br0" timeOffset="186672.897">8940 13970 13433 0,'0'0'2728'16,"0"0"-1928"-16,0 0-28 0,0 0 276 15,0 0 228-15,0 0-372 0,0 0-452 16,0 0-212-16,-51 82-7 0,34-44-89 0,10 7 4 15,-6 3 32-15,5 5 64 16,1 1 132-16,3 3 60 0,4 4-196 0,0-1-96 16,0 0-12-16,11-2-44 0,6-1-84 15,2-10-4-15,1-2-64 0,5-14-8 16,-1-6-12-16,3-8-60 0,1-11-24 16,0-6 8-16,0 0-8 0,0-9-184 15,-4-7-348-15,0-9-45 0,-1-4-71 16,-7-2-616-16,0-5-1256 0,-4 8-3269 15,-8-10-4379-15</inkml:trace>
  <inkml:trace contextRef="#ctx0" brushRef="#br0" timeOffset="186927.414">9303 14147 5092 0,'0'0'10217'16,"0"0"-7913"-16,0 0-1760 0,0 0-196 16,0 0 448-16,0 0 468 0,91 0-208 15,-66-3-303-15,6-2-293 0,1-2-168 16,0-6-160-16,0 0-132 0,0-3-116 16,-4 3-28-16,-4-2-316 0,-1-1-329 15,-3 3-63-15,-3 3 20 0,-6 1-308 16,-3 3-1112-16,-4 6-2768 0,-4 0-1957 0</inkml:trace>
  <inkml:trace contextRef="#ctx0" brushRef="#br0" timeOffset="187127.195">9430 14214 7432 0,'0'0'6061'0,"0"0"-4349"15,-4 67-1120-15,4-39-12 0,4 4 416 16,0 4 204-16,-4-2-292 15,4 1-332-15,-4 0-184 0,5-4-172 0,-5 1-220 16,4-4 0-16,-4-2-12 0,3 0-72 16,-3-7-308-16,0-3-136 0,0-3-60 15,0-4-88-15,0-3-192 0,0-3-556 16,0-3-976-16,-3 0-2429 0,-6-13-3359 0</inkml:trace>
  <inkml:trace contextRef="#ctx0" brushRef="#br0" timeOffset="187276.168">9482 14468 7796 0,'0'0'5849'0,"0"0"-4645"0,0 0-588 16,0 0 804-16,0 0-204 0,79-16-316 0,-58 13 20 15,-1-3-236-15,-1-4-284 0,5-2-228 16,-3-4-172-16,3 0-72 0,-1-3-552 16,-3 2-232-16,-3 3-312 15,-2 3-880-15,-3-1-3641 0</inkml:trace>
  <inkml:trace contextRef="#ctx0" brushRef="#br0" timeOffset="187821.776">9147 13906 6776 0,'0'0'6597'0,"0"0"-5049"0,0 0-420 0,0 0-84 16,0 0 108-16,0 0 152 0,0 0-192 16,0 0-332-16,0 0-392 0,0 0-251 15,0 0-129-15,28-9 120 0,0 2 148 16,8-2 28-16,0-1-24 0,-1 1-172 0,6-1-36 16,-5 1-60-16,-1 2 60 0,5 1-72 15,-8-1-8-15,0 0-40 16,0 2-108-16,-5-1-352 0,-2 3-173 0,-1-4-99 15,0 3-292-15,-5 2-848 0,-2-1-2848 16,-2 3-4805-16</inkml:trace>
  <inkml:trace contextRef="#ctx0" brushRef="#br0" timeOffset="188144.498">10319 13894 6140 0,'0'0'9845'0,"0"0"-8557"0,0 0-852 0,0 0 20 0,0 0 396 16,52 89 568-16,-41-61-276 0,2 1-547 15,-1-1-305-15,-1 1-76 0,2 2-72 16,-6 1-20-16,5-1-28 0,-8 2-36 15,5 2-48-15,-6 0 0 0,1-4-4 16,-4 4 0-16,0 0 4 0,-4 0-12 16,-8 0 0-16,0 0-72 0,-8 0-160 15,-3 0-44-15,-5 0-40 0,-8 0-96 16,-8-1-209-16,0-1-147 0,-4-1-184 16,-4-7-640-16,16-10-1588 0,-15 2-4185 0</inkml:trace>
  <inkml:trace contextRef="#ctx0" brushRef="#br0" timeOffset="214543.113">9753 15386 520 0,'0'0'68'0,"0"0"8180"0,0 0-6836 15,0 0-483-15,0 0-121 0,0 0 180 16,0 0 348-16,0 0-176 0,0 0-164 0,0-13-276 16,0 13-160-16,0 0-40 15,0 0 36-15,0 0-52 0,0 0-176 0,0 0-132 16,0 10-96-16,8 3-28 0,4 5 124 16,8 11 72-16,4 7 12 0,0 4-84 15,8 7-124-15,-5 5-60 0,1 2 72 16,0 5-84-16,-4 1 0 0,0-2-52 15,-4-1-104-15,0-7 20 0,-4-4 124 16,-4-11-132-16,-1-10 84 0,-2-6-16 16,-1-7 4-16,-4-5-112 0,-4-3-108 15,0-4-28-15,0 0-84 0,0-4-124 16,0-5-64-16,0-3-164 0,-8-11 108 16,0 0-184-16,-8-8-424 0,4-1-780 0,-8-3-269 15,0-2-375-15,0-2-536 0,-4-2-96 16,-4 0 2440-16,8 8 685 0</inkml:trace>
  <inkml:trace contextRef="#ctx0" brushRef="#br0" timeOffset="-214635.927">9813 15533 404 0,'0'0'1332'0,"0"0"48"0,0 0 5344 16,0 0-4779-16,0 0-449 0,0 0-376 15,0 0 204-15,0 0-56 0,-91 8-264 16,70 14-116-16,5 4-248 0,-3 3-152 16,-2 2-196-16,2 1-180 0,3-1 8 15,0-5-120-15,0-1-180 0,4-5-248 16,0-5-224-16,8-8-24 0,-4-4 96 15,8-3 12-15,-4-10-392 0,4-5-992 16,0-7-792-16,-4-8-161 0,4 5-343 16,0-2 96-16,4-3 1248 0,4 5 1784 0,4 3 240 15,4-1 856-15,4 5 1228 0,-4 1 2532 16,0 6-2964-16,3-3-351 0,2 2 215 16,-2 2 0-16,-3 4-324 0,5-1-104 15,-2 4-280-15,1 3-28 0,4 0-68 16,-4 0-296-16,4 3-232 0,4 4-120 0,0-1-160 15,0-3-24-15,0 4-108 16,3-2-368-16,-3 2-308 0,4 0-148 0,0 0-352 16,-4-3-280-16,4 0-668 0,-13-1-1829 15,5 4-2187-15</inkml:trace>
  <inkml:trace contextRef="#ctx0" brushRef="#br0" timeOffset="-213720.729">9941 16605 1956 0,'0'0'8252'0,"0"0"-7091"16,0 0-441-16,0 0 496 0,0 0 216 15,0 0-136-15,0 0-280 0,67 70-272 0,-55-47-248 16,0-2-224-16,0 8-24 0,0-4-52 16,-4 4-188-16,4-1-8 0,-8-2-88 15,4-7-132-15,-4-3-16 0,-4-9-96 16,4-1 24-16,-4-6-28 0,0 0-236 16,0-6-356-16,-8-5-836 0,0 3-2773 15,-12-22-2215-15</inkml:trace>
  <inkml:trace contextRef="#ctx0" brushRef="#br0" timeOffset="-213568.164">9789 16396 4044 0,'0'0'6364'16,"0"0"-4551"-16,0 0-485 0,0 0 144 16,0 0-24-16,0 0-328 0,0 0-516 15,0 0-256-15,0 0-300 0,0 0-48 16,84-29-220-16,-61 29-660 0,1 0-316 15,-3 3-900-15,3 10-3133 0</inkml:trace>
  <inkml:trace contextRef="#ctx0" brushRef="#br0" timeOffset="-213265.714">10327 16491 8384 0,'0'0'5093'0,"0"0"-4025"16,0 0-236-16,0 0 624 0,-8 82-76 15,4-59-580-15,0-8-520 0,0 1-204 16,4-6 20-16,0-4 40 0,0-3-136 16,0 0-36-16,8 0-36 0,0 1 20 15,4-1-56-15,0 0 8 0,3 0 96 16,2-3-8-16,-1 3 0 0,-4 1-48 16,-1-1 60-16,2 1 4 0,-2-2 0 0,-3 4-4 15,1-2 12-15,-5 5-4 0,-1-3 76 16,1 5-84-16,-4-2 0 0,0 0-60 15,0 1-4-15,0-1-20 0,-11 4-52 16,2-4-96-16,1 1-52 0,-7 3-184 16,-2-4-140-16,2 4-80 0,-5-4-352 15,-1 1-568-15,6-1-1465 0,-13-2-2371 0</inkml:trace>
  <inkml:trace contextRef="#ctx0" brushRef="#br0" timeOffset="-212736.48">11112 16402 992 0,'0'0'1592'0,"0"0"4300"15,0 0-3900-15,0 0-575 0,0 0 51 16,0 0-44-16,-84 38-280 0,76-26-128 16,-4 8-96-16,8 1-192 0,-4 5-148 15,8 9 44-15,0 4-72 0,0-2-224 0,0 8-60 16,4-8 0-16,0-4-100 15,5-8-32-15,-6-9-88 0,1-6-48 0,0-7-12 16,0-3-84-16,0-6 36 16,4-11 60-16,4-5 112 0,0-6-112 0,0-11-364 15,0-5-356-15,-1 3 72 0,-2 0 144 16,3 3 88-16,-5 8 144 0,6 5 36 16,-2 9 116-16,-3 7-116 0,5 6-24 15,-6 3 260-15,1 3 88 0,5 10 404 16,-6 5 28-16,5 1 8 0,-3 7-172 15,2-3 32-15,-3 2-32 0,0 1-28 0,4-8-84 16,-4 1-36-16,0-9-160 0,0-4-48 16,0-6-168-16,0 0-88 0,0-12-196 15,4-7-208-15,-4-7-212 0,0-7-488 0,-5 8-1804 16,2-25-3741-16</inkml:trace>
  <inkml:trace contextRef="#ctx0" brushRef="#br0" timeOffset="-212545.661">11271 15756 7352 0,'0'0'7161'16,"0"0"-5925"-16,0 0-616 0,0 0 560 15,0 0 572-15,-32 100-284 0,32-58-299 16,0 8-429-16,8 0-268 0,12 11-120 16,-4 3-16-16,8 9-240 0,0 3-56 0,4 3-40 15,0 0-144-15,0-5-304 16,0-11-216-16,-1-12-100 0,-3-13 167 0,0-15 65 15,-4-15-228-15,0-8-464 0,0-6-1168 16,-8-3-2604-16,4-17-3717 0</inkml:trace>
  <inkml:trace contextRef="#ctx0" brushRef="#br0" timeOffset="-212137.099">11754 16338 10696 0,'0'0'5465'16,"0"0"-4689"-16,-37 67-80 0,21-32 664 15,5 9 232-15,-2 1-131 0,6 2-445 16,-1-2-352-16,8-10-264 0,0-4-268 16,0-12-132-16,4-6-108 0,3-9-112 15,1-4 28-15,5-6 12 0,2-11-160 16,-2-4-72-16,-2-9-84 0,1 2-37 16,-3-4 45-16,-2 4 160 0,1-2 0 15,0 5 36-15,0 6-76 0,0 4 112 0,0 5 108 16,4 4 60-16,-4 2 64 0,4 4 24 15,0 4 308-15,0 2 20 0,4 11-68 0,-4 2-104 16,3 2 28-16,2 8 48 0,-2 3 96 16,1 6-12-16,5 6-48 0,-2 6 1 15,1 5 83-15,-4 2-28 0,-4 0 28 16,0 4-72-16,-4-4 80 0,-4-4 4 16,0-1-40-16,0-5-144 0,-4-6-120 15,0-9-60-15,0-4-12 0,-16-8-132 16,0-8-180-16,-4-5-28 0,-4-5-8 15,1-2 44-15,-5-9-72 0,-4-10-132 16,0-3-1-16,-8-10 21 0,0-6-244 16,0 0-136-16,5-4-248 0,3 1-636 0,4 0-996 15,8 13-2233-15,3-13-2659 0</inkml:trace>
  <inkml:trace contextRef="#ctx0" brushRef="#br0" timeOffset="-211753.652">12538 16098 3332 0,'0'0'11905'0,"0"0"-10085"0,0 0-1160 16,0 0 240-16,0 0-88 0,-79 6 156 16,62 9-68-16,1 14-339 0,8 6-305 0,1 9-40 15,7 8 100-15,0 0-36 16,3 6-28-16,5-1-36 0,1-3-104 0,2-9-112 15,1-10-72-15,1-13-16 0,2-13-128 16,5-9-76-16,-4-9-56 0,4-13-164 16,0-13-9-16,-8-10-111 0,0-12-200 15,-4-6-504-15,0-1-948 0,-4 0-1828 16,3 17-833-16,-7-13-1531 0</inkml:trace>
  <inkml:trace contextRef="#ctx0" brushRef="#br0" timeOffset="-211294.408">12518 15672 3132 0,'0'0'10061'0,"0"0"-8385"16,0 0-520-16,0 0-4 0,0 0 124 16,-4 82 88-16,8-40-180 0,4 2-380 15,0 9-235-15,9 2-9 0,-2-1 68 0,1 6-280 16,4-3-276-16,0 1-72 0,-1-2-156 16,2-2-156-16,-1-10-332 0,-1-2-288 15,1-13-17-15,-3-13-75 0,2-10-276 16,1-6-312-16,1-6-484 0,-2-14 76 15,1 2 44-15,-4-1 619 0,4 0 633 0,0 6 180 16,-4 3 544-16,0 3 636 0,-1 7 748 16,-2 0 301-16,-5 4 179 0,3 3-120 15,-3 1-228-15,1 6-312 0,-2-5-172 16,-3 0-140-16,0-5-112 0,-4-1-268 16,4-3-292-16,-4-7-220 0,5-5 12 15,-1-8 269-15,-4-5-281 0,3-2-293 16,-3-9-131-16,0 4 8 0,0 4 208 15,0 1 88-15,0 9-16 0,-3 6 136 16,-6 2 172-16,-3 3-64 0,-4 4 40 16,-3 3-52-16,-2 0 112 0,-3 3 48 0,5 7 48 15,3 6-75-15,0 3-141 0,4 4 80 16,4-2-84-16,0 5-36 0,8-4-48 16,0-3-168-16,0-3-112 0,8-4-473 15,0-1-343-15,4-11-512 0,0-4-628 16,4-9-396-16,3-9-469 0,-6 0-1835 0,10-16-372 15</inkml:trace>
  <inkml:trace contextRef="#ctx0" brushRef="#br0" timeOffset="-211036.688">13140 15996 404 0,'0'0'9292'15,"0"0"-6419"-15,0 0-749 0,0 0-488 16,0 0-240-16,0 0-124 0,32 76-196 16,-32-50-124-16,0 5-87 0,-4-6-89 15,-1 1-268-15,-2-4-292 0,7-9-204 16,-4-4-12-16,4-3-12 0,0-3-120 15,4-3-96-15,3 0-16 0,6 0 64 16,2 0-16-16,2-3 28 0,-2 3 0 16,5 0 32-16,-3 0 136 0,-2 0 0 0,-3 0 12 15,0 7 88-15,0-1-4 0,-4 3 144 16,0 4 88-16,-4 3-48 0,0 1-28 16,0-3-108-16,-4 3-44 0,0-1-100 0,-4-7 0 15,-4 0-256-15,0-2-68 0,4-4-152 16,-4-3-129-16,0-6-87 0,4-5-272 15,-4 0-224-15,4-8-556 0,0-3-2036 16,4 2-1693-16,0-8-1971 0</inkml:trace>
  <inkml:trace contextRef="#ctx0" brushRef="#br0" timeOffset="-210570.82">13511 16098 1828 0,'0'0'11101'0,"0"0"-8677"0,0 0-756 15,0 0-8-15,0 0-336 0,83 50 128 16,-75-42-263-16,-4-3-585 0,0-5-384 0,0 0-220 15,0-7-20-15,0-5 20 16,4-7 0-16,-4-4-76 0,0-5-444 0,0-4-168 16,4 0 79-16,-5 7-23 0,6 3 24 15,-5 3-140-15,-4 6-112 0,4 10 56 16,-4 3 248-16,0 3 556 0,0 10 160 0,-4 1 248 16,0 13 76-16,-5-2 68 0,9 7 52 15,-3 0-40-15,3 0-76 0,0-1 24 16,0 1 44-16,0-7 113 0,0-2-173 15,3-11-276-15,1-2-220 0,1-10-104 16,-5 0-32-16,8-13-20 0,-4-3 60 16,3-6-112-16,2-3-156 0,-5-10-73 15,4 0-63-15,-1-7-96 0,6-2-200 16,2-7-136-16,2-5-292 0,-2-5 752 16,5-6-468-16,-8-3-1852 0,1 3 175 0,-10 0 753 15,1 8 1864-15,0 4 28 0,-4 11 568 16,0 13 1145-16,0 8 219 0,0 13 44 15,0 7-220-15,0 3-136 0,0 13-348 16,0 3-356-16,0 10-252 0,0 2-207 16,0 10-109-16,0 7 60 0,4-1 280 0,0 7-232 15,8 6-160-15,0 3-84 0,3 0-48 16,6 1-32-16,-1-3 20 0,4-8 132 16,-5-6 12-16,5-6-324 0,1-9 0 15,-1-4-264-15,-5-3-532 0,1-2-348 16,0-8-516-16,-4-2-3033 0,-1-4-9436 0</inkml:trace>
  <inkml:trace contextRef="#ctx0" brushRef="#br0" timeOffset="-210434.038">14491 16084 18609 0,'0'0'2900'0,"0"0"-1627"0,0 0-729 16,0 0-544-16,0 0-420 0,-80-25-380 15,63 12-613-15,6 4-1215 0,-6-7-3792 0</inkml:trace>
  <inkml:trace contextRef="#ctx0" brushRef="#br0" timeOffset="-208090.19">12968 6317 7776 0,'0'0'1908'0,"0"0"809"0,0 0-1809 15,0 0-540-15,0 0 216 0,0 0 580 16,0 0 104-16,0 0-460 0,52 87-264 15,-27-49-248-15,2 0 0 0,1 6-72 16,0 1-40-16,0 3-136 0,-4-4 64 0,0 0-40 16,-5-2-72-16,-3-1 0 0,0-6 0 15,-4 1-8-15,-4-9-64 0,0-4-28 16,1-1-232-16,-6-6-284 16,1 0-188-16,0-1-208 0,-4-5-232 0,4 2-264 15,-4-5-784-15,0-1-1593 0,0-2-1511 0</inkml:trace>
  <inkml:trace contextRef="#ctx0" brushRef="#br0" timeOffset="-207770.174">13080 7264 9820 0,'0'0'4769'0,"0"0"-3961"0,0 0-708 16,0 0 52-16,0 0 756 0,0 0 520 16,0 0-112-16,0 0-444 0,100 22-252 15,-65-16-192-15,10-6-52 0,-2 4-83 16,9-4-121-16,-4 0 140 0,0-4-300 15,-1-2 64-15,-6 0-76 0,-6-7 0 16,-3 0-100-16,0 1-152 0,-8-4-369 0,-5 0-303 16,-2 3-240-16,-6 4-1032 0,-7 3-3048 15,-8 6-4129-15</inkml:trace>
  <inkml:trace contextRef="#ctx0" brushRef="#br0" timeOffset="-207517.393">13315 7417 10965 0,'0'0'1720'0,"0"0"-964"0,0 0 80 16,0 0 328-16,0 0 104 0,0 0-124 15,0 0-464-15,-20 69-288 0,17-44-60 16,3 5-48-16,0 1-40 0,0 4-96 0,-5 3-52 16,5 3-96-16,0 1-8 0,8-1 4 15,4 0-44-15,0-6 0 0,4-6 48 16,4-7-4-16,0-3-104 0,0-6 48 15,4-7-88-15,4-4-48 0,0-2-60 16,-1-2-104-16,5-10-84 0,1-4-124 16,-2-7-236-16,-4 1-228 0,5-3-212 15,-8 6-972-15,4-13-3229 0</inkml:trace>
  <inkml:trace contextRef="#ctx0" brushRef="#br0" timeOffset="-206938.116">13956 7153 1852 0,'0'0'10045'15,"0"0"-8345"-15,0 0-748 0,0 0 120 16,0 0 168-16,0 0-196 0,0 0-32 15,-47 79-224-15,42-47-228 0,1 3-24 16,1 7-156-16,3-1-76 0,0 6-88 0,0 2-55 16,3 1-5-16,1 0-56 15,5 1-28-15,3-2-24 0,-5-5-48 0,2-6 0 16,3-10-4-16,-5-6-8 0,6-6-72 16,-2-6-12-16,1-3-40 0,0-5 27 15,0-2-27-15,4-2-312 0,-4-15-248 0,1-2-36 16,-6-3-348-16,1-10-580 0,0 4-1220 15,-4 6-2609-15,-4-10-2955 0</inkml:trace>
  <inkml:trace contextRef="#ctx0" brushRef="#br0" timeOffset="-206741.044">14136 7404 11477 0,'0'0'2328'0,"0"0"-548"0,0 0-324 16,0 0 168-16,84 0 92 0,-61 0-304 0,1 0-371 15,-4 0-409-15,4-7-188 0,0-2-188 16,-4-1-136-16,0-2-116 0,-1-4-4 16,-2-3-144-16,-2-1-340 0,-2 1-180 15,-2 1-124-15,-7 5-53 0,0 4-339 0,-4 6-796 16,0 3-912-16,0 0-1845 16,-11 5-1355-16</inkml:trace>
  <inkml:trace contextRef="#ctx0" brushRef="#br0" timeOffset="-206551.684">14243 7445 9108 0,'0'0'1837'16,"0"0"-733"-16,0 0-92 0,-8 86 208 16,8-51 168-16,0 0-8 0,4 2-276 15,0 3-252-15,5-3-32 0,-6 4-24 16,5-3-320-16,-4 4-200 0,-4-7-108 16,4 0-168-16,-4-7-72 0,5-6-124 0,-5-3-328 15,0-9-48-15,0-7-64 16,0-3-152-16,0 0-360 0,4-10-552 0,-4-5-408 15,0-1-736-15,0 0-2133 0,0-9-863 0</inkml:trace>
  <inkml:trace contextRef="#ctx0" brushRef="#br0" timeOffset="-206416.511">14283 7708 9248 0,'0'0'2349'0,"0"0"-737"0,0 0-76 16,0 0-212-16,0 0-148 0,0 0-24 15,80 3-244-15,-64 1-268 0,-1-4-248 16,6 0-268-16,-1-7-124 0,3-2-72 15,1-7-112-15,0-3-452 0,0-2-236 16,1-3-364-16,-2 6-428 0,-7 2-920 16,4-6-2861-16</inkml:trace>
  <inkml:trace contextRef="#ctx0" brushRef="#br0" timeOffset="-205768.125">14084 7258 13045 0,'0'0'2396'0,"0"0"-1476"16,0 0-236-16,0 0 408 0,0 0-252 16,0 0-8-16,0 0-232 0,0 0-124 15,0 0 24-15,0 0 33 0,88-39-121 16,-64 27-156-16,4 2-100 0,0 1-72 0,3-1 4 15,1 1-88-15,0 3 0 0,0-4-52 16,0 0-68-16,4 1-340 0,-5-1-161 0,-3-3-179 16,8 5-152-16,-4-3-784 15,-12 3-2060-15,12 1-3445 0</inkml:trace>
  <inkml:trace contextRef="#ctx0" brushRef="#br0" timeOffset="-205501.638">14789 7084 14793 0,'0'0'2248'15,"0"0"-1552"-15,0 0-336 0,0 0 208 0,0 0 412 16,0 0 232-16,0 0-496 16,0 0-411-16,60 79-97 0,-48-54-16 0,0 0-36 15,0 11-56-15,-4 1-88 0,0 1 48 16,-4 7-60-16,0-1 12 0,-4 4-12 15,0 2-96-15,0 2 8 0,0-5-80 0,-8-5-48 16,0-1-113-16,0-6-135 0,-8-3-24 16,0-1-84-16,-4 2-40 0,0 0-76 15,-8-1-212-15,-4 1-840 0,8-8-1196 16,-23 13-3253-16</inkml:trace>
  <inkml:trace contextRef="#ctx0" brushRef="#br0" timeOffset="-204765.142">13355 10057 5004 0,'0'0'5900'0,"0"0"-4115"16,0 0-889-16,0 0 132 0,0 0 16 16,0 0 12-16,0 0-84 0,0 0-244 15,28-69-212-15,-20 47-72 0,0 0-76 0,3-4 0 16,-2-2-64-16,3-7-108 0,4-3 400 15,-1-7-232-15,2-5-292 0,-2-4 88 16,9-4-51-16,-3-8-57 0,7-4-52 16,-1-5-8-16,1-9-149 0,7-7 85 15,2-5-52-15,2-3-44 0,-3-2 8 16,9 2-8-16,-6 1-88 0,1 5-52 16,-1 8 92-16,-2 12-56 0,-5 6 100 0,-9 10 4 15,1 9 20-15,-8 8 12 0,-4 8-24 16,-8 6 40-16,4 10 32 0,-8 7 88 15,0 6-4-15,0 3 4 0,0 0-100 16,-8 0-120-16,4 6-176 0,-8 7-208 16,4 3-364-16,0-4-1120 0,-7 14-3389 0</inkml:trace>
  <inkml:trace contextRef="#ctx0" brushRef="#br0" timeOffset="-202269.201">12773 11020 928 0,'0'0'1056'0,"0"0"-704"16,0 0-40-16,0 0 64 0,0 0-88 0,0 0-288 15,0 0-1120-15,0 0-956 0</inkml:trace>
  <inkml:trace contextRef="#ctx0" brushRef="#br0" timeOffset="-178274.594">19901 12808 5592 0,'0'0'8697'15,"0"0"-7069"-15,0 0-812 0,0 0-56 16,0 0 404-16,0 0 36 0,0 0-136 16,0 0-396-16,95 38-291 0,-63-35-121 15,0-3 24-15,0 0-4 0,5 0 52 16,-2-3-52-16,-3 0-128 0,4-7-148 0,-8 0-56 15,0 1 44-15,-4-1-160 0,-5 1-372 16,-2-3-292-16,-2 1-137 0,-7 5-175 16,1 0-972-16,-9 3-2600 0,0 3-3145 0</inkml:trace>
  <inkml:trace contextRef="#ctx0" brushRef="#br0" timeOffset="-177971.543">20204 12823 716 0,'0'0'11261'16,"0"0"-8813"-16,0 0-1048 0,0 0-144 16,0 0-240-16,-24 74-252 0,20-52-248 15,0 0-148-15,0 6-124 0,0-2-12 16,1 2-60-16,3 1-100 0,0 3-68 0,-5 3 0 16,5 6 4-16,0 1 40 0,0-4-48 15,0 3 4-15,5-6 4 0,-2-7 80 16,9-3 68-16,-4-5-68 0,4-7-88 15,0-7-8-15,4-6-80 0,3 0 76 16,6-6 0-16,-1-10-48 0,4-4-100 16,0-2-264-16,0-6-188 0,0 2-152 15,-5-2-148-15,1-1-356 0,0 4-636 16,-5-4-696-16,5 3-1881 0,-11 7-2375 16,10-6 6145-16</inkml:trace>
  <inkml:trace contextRef="#ctx0" brushRef="#br0" timeOffset="-177703.914">20741 12652 992 0,'0'0'8972'0,"0"0"-5811"16,0 0-981-16,0 0-300 0,0 0-296 0,0 0-480 15,0 0-272-15,0 0-272 0,-39 73-220 16,27-38-23-16,0 2-13 0,0 2-88 15,1 6-20-15,7-1-40 0,-5 0-32 16,9 8-16-16,0 2 24 0,0-1-52 16,0 5-76-16,13-4 52 0,-2-1-56 15,5-2 48-15,4-6-36 0,0-7 76 16,4-7-48-16,-1-5-40 0,-2-10-72 16,3-4-64-16,-5-8-116 0,-3-4-124 0,5-10-84 15,-2-6-293-15,-3-9-307 0,-4-4-400 16,1 4-1484-16,-2-14-4325 0</inkml:trace>
  <inkml:trace contextRef="#ctx0" brushRef="#br0" timeOffset="-177478.563">20997 12833 7900 0,'0'0'7101'16,"0"0"-5429"-16,0 0-928 0,0 0 532 15,0 0 340-15,0 0 101 0,88 25-361 16,-60-18-568-16,8-4-332 0,-5 0-176 0,5-3-88 16,-4 0-96-16,4 0-92 0,-8-6-4 15,0-3-144-15,-4-1-232 0,-5 0-224 16,-3 4-236-16,-4-3-180 0,-3 2-433 16,-9 4-1151-16,0 0-3100 0,-5 3-4393 0</inkml:trace>
  <inkml:trace contextRef="#ctx0" brushRef="#br0" timeOffset="-177268.828">21184 12976 5824 0,'0'0'2236'0,"0"0"2817"0,-7 73-3541 16,7-41 152-16,0 3 128 0,0 2-24 16,3-1-376-16,-3-2-455 0,4 1-417 0,0 0-216 15,-4 0-196-15,0 1-64 0,0-5-44 16,0-3-72-16,0-2-208 0,0-7-300 15,0-3-113-15,-4-10-195 0,0-6-200 16,4 0-772-16,-3-3-1200 0,-2-7-2613 16,5-2-1931-16,-4-10 7004 0</inkml:trace>
  <inkml:trace contextRef="#ctx0" brushRef="#br0" timeOffset="-177121.199">21216 13223 168 0,'0'0'8888'16,"0"0"-5947"-16,0 0-769 0,0 0-88 0,0 0-232 15,0 0-376-15,96 7-204 16,-72-7-448-16,0 0-407 0,-1-3-213 0,1-8-108 16,0-3-96-16,4-2-260 0,-4-6-569 15,-1-3-131-15,-2-5-56 0,-1 2-664 16,-8 9-2756-16,-1-13-4589 0</inkml:trace>
  <inkml:trace contextRef="#ctx0" brushRef="#br0" timeOffset="-176737.997">20889 12557 5124 0,'0'0'2148'16,"0"0"3961"-16,0 0-4385 0,0 0-488 16,0 0 180-16,0 0-256 0,0 0-80 15,80 3-176-15,-56-3-320 0,-1 0-99 16,5 0 99-16,0 0 56 0,8 0-252 15,1 0-112-15,-2 0 4 0,5 0-100 16,-1 0 12-16,2 0-84 0,-1 0-108 16,-5-3-52-16,1-4 40 0,-4 1-216 15,-4 3-208-15,0-4-276 0,0 1-196 16,-8 0-149-16,-5-1-443 0,2 1-1328 0,-9 3-2888 16,-1 0-3653-16</inkml:trace>
  <inkml:trace contextRef="#ctx0" brushRef="#br0" timeOffset="-176420.187">21873 12602 5564 0,'0'0'3196'0,"0"0"93"16,0 0-2441-16,0 0 4 0,41 69 780 15,-26-53 236-15,-3 3-296 0,4-3-688 16,0 1-348-16,4 1-36 0,0 4 448 0,-1 3-303 16,5 4-73-16,-3 3-224 15,3 3-152-15,-5 4-76 0,-2-2 120 0,-6 3-144 16,-3 6-36-16,-3-5-48 0,-1 0 52 16,-4 1-64-16,0-5-4 0,0 2-8 15,-4-1-64-15,-5 1-8 0,1-6-72 16,-7 0-60-16,-2 2-100 0,-3 0-216 0,-8-4-112 15,-4 4-61-15,0-4-87 16,-7 5-676-16,7-14-1284 0,-15 6-3377 0</inkml:trace>
  <inkml:trace contextRef="#ctx0" brushRef="#br0" timeOffset="-175788.2">23033 12700 5368 0,'0'0'8869'0,"0"0"-6969"0,0 0-612 15,11 89-196-15,-7-51 24 0,5 6-28 16,-1 1-212-16,-4-1-231 0,3 0-197 16,-3-2-132-16,1-7-112 0,-1-7-36 15,0-5-156-15,-4-11-12 0,4-3-60 16,-4-4-36-16,0-3-168 0,0-2-308 15,0 0-253-15,0-7-135 0,-4-2-252 16,-4-7-1296-16,-5-3-3436 0,6 0-3777 16,-17-9 9613-16</inkml:trace>
  <inkml:trace contextRef="#ctx0" brushRef="#br0" timeOffset="-175637.327">22842 12591 6216 0,'0'0'2948'0,"0"0"237"0,0 0-1081 0,0 0-380 15,0 0-312-15,92-5-460 0,-73 8-608 16,5-3-344-16,0 0-52 0,0 0-380 16,4 0-436-16,-5-6-856 0,5 2-3301 15,-7 4-5055-15,7-3 9844 0</inkml:trace>
  <inkml:trace contextRef="#ctx0" brushRef="#br0" timeOffset="-175380.853">23499 12734 10880 0,'0'0'1965'0,"0"0"-149"0,0 0 436 16,0 0-124-16,-40 68-440 0,37-56-676 16,3-5-575-16,0-1-281 0,0-3-156 15,7 3-4-15,1-3-104 0,5 4 0 16,2-4 60-16,5-3 40 0,-4 3-4 0,4 1-40 16,-5-2-20-16,-2 2 68 15,2 5 4-15,-6 1 60 0,3 2 52 0,-5 4 8 16,1 0-48-16,-3 3-12 0,-5 1-52 15,0 2 4-15,0-4 24 0,0 1-36 16,-9 1-192-16,-2-5-40 0,-1 2-121 16,-4-2-143-16,-5-2-80 0,2 3-120 15,-1-3-308-15,-8-4-680 0,12 1-2080 16,-15-3-3013-16</inkml:trace>
  <inkml:trace contextRef="#ctx0" brushRef="#br0" timeOffset="-174672.051">24754 12776 10276 0,'0'0'2445'0,"0"0"-957"0,0 0-172 16,0 0-48-16,-95 47-100 0,74-27-156 16,1 8-288-16,9 4-176 0,3 9-84 15,8 6 12-15,0 5 120 0,11 2-75 16,6-7-169-16,-2-5-220 0,6-12-28 0,-6-6-104 16,5-15-124-16,4-9 4 0,1-9 72 15,-2-15-84-15,5-9-428 0,-4-11-317 16,-4-8-63-16,-1 1-88 0,-6 4-80 15,-2 5 140-15,-3 4 88 0,1 7 24 0,-9 9 48 16,4 2 136-16,-4 11 624 0,0 3 48 16,0 6 468-16,0 0 280 15,0 12-56-15,0 4-24 0,4 10 8 0,-1 8-80 16,1 4 32-16,0 4 28 0,4-1-68 16,-3 0 24-16,2-3 12 0,-3-8-148 15,0-9-256-15,0-12-220 0,0-2-240 16,1-7-92-16,-1-12-180 0,3-11-24 15,-3-12-264-15,0-6-980 0,0 6-3264 0,0-29-4905 0</inkml:trace>
  <inkml:trace contextRef="#ctx0" brushRef="#br0" timeOffset="-174482.637">25101 12141 1344 0,'0'0'10453'0,"0"0"-7685"0,0 0-940 16,0 0-28-16,-4 73-212 0,0-35-320 15,4 10-231-15,0 5-265 0,0 8-276 16,4 3-192-16,3 5-64 0,1 0-156 16,5 2-84-16,-2-1-80 0,-3 0-352 15,8-7-188-15,-8-6-228 0,9-9 11 16,-6-7-55-16,6-12-308 0,-2-13-1000 0,-2-10-2288 16,-2-9-2917-16</inkml:trace>
  <inkml:trace contextRef="#ctx0" brushRef="#br0" timeOffset="-174071.174">25463 12890 5396 0,'0'0'1148'16,"0"0"3913"-16,0 0-3257 0,-31 93-132 15,14-49 176-15,2 7-100 0,-2 3-312 16,6-7-208-16,3-3-267 0,3-9-245 0,5-12-344 16,0-7-372-16,0-13-96 0,5-3-96 15,3 0 192-15,3-7 0 0,2-8 0 16,2-8-228-16,-2-2-96 0,2-3-16 15,2-2 36-15,-6 9 11 0,1 4 13 16,0 8 24-16,4 6 4 0,-4 3 20 16,8 3 208-16,-4 11 24 0,8 5 8 0,-5-1 172 15,2 8-56-15,-2 2-40 16,-3 0 148-16,1 4 36 0,-2 6 24 0,-3 3 61 16,-3 6 11-16,-2 8-40 0,-3 6-8 15,-4 2-28-15,0 0 40 0,0 4-36 16,-8-3-28-16,1-4 60 0,-6-6 136 15,-2-6-160-15,-6-10-144 0,-3-9-72 16,0-7-24-16,-3-10-60 0,-5-5-40 16,1-7-92-16,-6-10-84 0,1-12-96 15,0-7-40-15,1-9-44 0,7 0 8 0,0-3-48 16,11 0 76-16,2-1-112 0,11 4-48 16,4-3-113-16,0-4-451 0,4-2-376 15,11-8-420-15,6 2-1068 0,3-1-2197 16,-4 10-2251-16,16-19 6952 0</inkml:trace>
  <inkml:trace contextRef="#ctx0" brushRef="#br0" timeOffset="-173754.571">26431 12783 3060 0,'0'0'1316'0,"0"0"5397"0,0 0-4061 15,0 0-1220-15,0 0 300 0,0 0-332 0,0 0-476 16,-79 25-128-16,67 3-52 0,0 4-172 16,4 9-84-16,3 3-39 0,5 1-1 15,0 6-36-15,0-7-132 0,9-3-196 16,-1-6-80-16,0-9 0 0,0-10-4 0,0-6-56 15,7-8-32-15,-2-2 16 0,2-12-388 16,6-10-132-16,-6-9-113 0,1-11-51 16,0-3-220-16,0-3-796 0,0-3-1116 15,-4 1-2261-15,0 12-931 0,4-23 2412 0</inkml:trace>
  <inkml:trace contextRef="#ctx0" brushRef="#br0" timeOffset="-173488.532">26583 12249 520 0,'0'0'876'0,"0"0"4416"0,0 0-2076 16,0 0-1799-16,0 0-621 0,0 0 24 16,0 0 136-16,0 0 84 0,0 0-184 0,0 0-340 15,12 66-192-15,-8-47-36 0,4 7 60 16,0 3 76-16,-1 3 108 0,2 5-16 16,-1 5-108-16,-5 5-80 0,1 8-20 0,-4-1 60 15,0 2 8-15,0 4-68 0,0 1-116 16,0-4-156-16,0 0-32 0,0-6-8 15,0-6-4-15,4-10 0 0,0-4 0 16,5-8-112-16,-2-4-284 0,1-6 16 16,1-5-80-16,-1 3-72 0,-1-8-100 15,1-3-100-15,-4 0-292 0,8 0-352 16,-4 0-516-16,0-10-985 0,-4 3-2311 16,1 2-36-16</inkml:trace>
  <inkml:trace contextRef="#ctx0" brushRef="#br0" timeOffset="-172978.069">26869 12941 2764 0,'0'0'248'15,"0"0"6336"-15,0 0-4235 0,0 0-1021 16,0 0 8-16,0 0-4 0,0 0 132 15,0 0-128-15,17 70-268 0,-14-54-296 16,5 3-236-16,-3-7-124 0,-1 1-71 16,4-3-61-16,-5-4-88 0,1-3-96 15,4-3-96-15,1 0 0 0,-2-3 60 0,5-6-60 16,1-7 0-16,-2-6-196 0,1-2-20 16,-4-1-41-16,0 0-35 0,0 3-12 15,-4 3 84-15,1 3 52 0,-5 4 20 0,0 2 136 16,-5 1 12-16,-3 6 0 0,-4-1 60 15,-8 4 40-15,5 0-40 0,-6 10 36 16,-3 2-88-16,5 4 4 0,3 9 52 16,-5 1 8-16,10 3-72 0,-1-4-48 15,0 4-16-15,4-7-44 0,0 0-392 16,4-6-344-16,0-3-200 0,4-10-828 16,0-3-2880-16,4-3-4389 0,12-23 7677 0</inkml:trace>
  <inkml:trace contextRef="#ctx0" brushRef="#br0" timeOffset="-172684.088">27312 12712 6732 0,'0'0'7841'0,"0"0"-5677"16,0 0-1156-16,-52 67 276 0,24-38 124 0,4 2-32 16,1 1-187-16,2-6-333 0,10-4-528 0,2-7-328 15,2-2-12-15,7-2-108 0,0-5-52 16,3-4-32-16,6 1-12 0,6 0 128 15,-3-3-80-15,8 4 60 0,1-4 48 16,-2 3 56-16,1 1-4 0,-3 2 8 16,-2 3 4-16,-3 1 56 0,0 5 24 15,-4 2 12-15,0 1 100 0,-5 2 32 16,-3-1-60-16,0 0-48 0,-3-1-32 16,-1-1-16-16,-8-4-12 0,0-5-60 15,0 3-76-15,4-8-204 0,-4-3-140 16,4 0-164-16,-4-7 40 0,0-3-221 15,4-6-283-15,0-5-888 0,5 5-2092 0,-1-10-2405 16</inkml:trace>
  <inkml:trace contextRef="#ctx0" brushRef="#br0" timeOffset="-172087.217">27503 12991 12285 0,'0'0'4392'0,"0"0"-4008"15,0 0-72-15,0 0 556 0,0 0 644 16,0 0-168-16,0 0-616 0,0 0-535 15,0 0-45-15,75 7-136 0,-62-33-12 16,2-5-537-16,2-4-143 0,-6 4 8 16,2-1 100-16,-1 5-44 0,-5 6 28 15,-3 5 168-15,-4 6 256 0,0 1 164 16,-8 9 160-16,-7 0 112 0,2 0 72 16,-2 9 84-16,-1 8-68 0,4 5 28 0,-1 3 40 15,-2 7 12-15,3 0-48 16,4-1-4-16,0 1 25 0,0-3-109 0,4-7-228 15,1-3-76-15,3-3-132 16,0-7-233-16,0-6-135 0,3-3-120 0,1-3-76 16,8-9 96-16,4-4 36 0,-4-7-240 0,4 2-400 15,0-2-276-15,0 4 0 16,3 3 612-16,2 3 868 0,-1 7 840 0,-1 3 932 16,1 3-1128-16,-8 0-96 0,1 6 224 15,-2 7 144-15,-7-1-56 0,4 5-100 16,-3 1-152-16,-2-1 184 0,-3-1 21 15,4-4-229-15,-4-3-200 0,0-5-164 16,0-4-212-16,4 0-8 0,4-11-136 16,0-3-104-16,4-12 12 0,0-6-196 15,8-3-365-15,4-6-3 0,4-4 96 0,-1-2 380 16,6-1-300-16,-1-6-1012 0,-5-4-332 16,-7 2 292-16,4-4 508 0,-4 3 340 15,-4 5 796-15,-5 8 24 0,-6 6 780 16,3 13 408-16,-8 3 164 0,0 9-96 15,0 7-48-15,0 2-64 0,-4 4-172 16,-5 0-252-16,6 4-136 0,-5 9-220 16,4 2-83-16,-4 4-1 0,4 13 48 0,0 3 288 15,4 5-48-15,-4 6-156 0,4 1-100 16,-4 7-60-16,0-1-92 0,0 2-160 16,0-1 0-16,-3 0-220 0,-2 0-380 15,1-6-476-15,0-4-381 0,0-16-679 16,-4 14-4180-16</inkml:trace>
  <inkml:trace contextRef="#ctx0" brushRef="#br0" timeOffset="-171933.809">28344 13227 2980 0,'0'0'14869'0,"0"0"-11997"0,0 0-2664 0,0 0-208 16,0 0-572-16,-92 16-336 15,73-16 60-15,6 0-1112 0,-6 0-5741 0</inkml:trace>
  <inkml:trace contextRef="#ctx0" brushRef="#br0" timeOffset="-167238.14">19064 13202 8248 0,'0'0'1272'16,"0"0"-460"-16,0 0-11 0,0 0 203 15,0 0 144-15,0 0 100 0,0 0-204 16,0 0-224-16,0 0-220 0,0 0-116 15,0 0-64-15,-11 44-24 0,15-47-12 0,0-4-16 16,3-2 12-16,1-2-84 0,5-3-64 16,-6-9-88-16,5 2-68 0,0-9-36 15,4 2-40-15,-4-4-12 0,0 4 0 16,4-4-36-16,-4 3-16 0,-1 3 28 16,-2 1-84-16,3 3 32 0,-8 3 28 15,3 7 52-15,-2-1 8 0,-1 7 8 0,-4-1 0 16,0 7 64-16,0-3-8 0,0 3 8 15,0 0 12-15,0 0-84 0,0 0-8 16,0 0-40-16,0 0-24 0,-4 0-64 16,-1 0-36-16,5 3-48 0,-4 6 60 15,4 1 36-15,-3 6 76 0,3 3 48 16,-4 3-12-16,4 4 12 0,-4-1-4 16,4 1-20-16,0 5 24 0,-4 1 0 0,4 3-8 15,-4-1 0-15,4 1-4 0,-4 4-36 16,4-4 32-16,-5 3-168 0,5-3-60 15,-3-4-4-15,-1 1 64 0,0-6 24 16,4-4 72-16,-4-3 36 0,0-3 40 16,4-3-136-16,-4-4 24 0,0 0-112 15,4-2-172-15,-4-4-232 0,4 0-316 16,-4-3-692-16,0 3-1517 0,-4 0-3491 0</inkml:trace>
  <inkml:trace contextRef="#ctx0" brushRef="#br0" timeOffset="-167010.153">19053 13608 208 0,'0'0'5204'0,"0"0"-1156"0,0 0-1983 15,0 0-221-15,0 0-96 0,0 0-340 0,0 0-300 16,0 0-180-16,0 0-264 0,0 0-236 16,0 0-108-16,0-48-64 0,8 41-24 15,7 1-12-15,1 3-48 0,0-2-52 16,4-2 64-16,0 0-76 0,0 4 0 15,0-3-108-15,-4 2-8 0,4-2-88 16,-4 0 24-16,3 3-36 0,-2-4-416 16,-2 1-224-16,2 3-184 0,-2-3-128 15,1-1-564-15,-4 4-1028 0,1-4-2441 16,-2 4-3362-16</inkml:trace>
  <inkml:trace contextRef="#ctx0" brushRef="#br0" timeOffset="-166838.302">19658 13433 4180 0,'0'0'2568'0,"0"0"2413"0,0 0-3789 0,0 0 296 15,0 0 24-15,0 0 100 0,0 0-240 16,0 0-600-16,0 0-500 0,0 0-272 16,0 0-96-16,4 38-440 0,-4-34-536 15,-4 2-716-15,4-3-2968 0,-8 6-6693 0</inkml:trace>
  <inkml:trace contextRef="#ctx0" brushRef="#br0" timeOffset="-166071.584">19089 15249 6884 0,'0'0'4713'15,"0"0"-3357"-15,0 0 56 0,0 0-124 16,0 0-180-16,0 0-216 0,24-70-64 16,-1 57-124-16,1 5-312 0,4-3-136 15,0 5-60-15,0 2-12 0,0 2-60 16,0-1-16-16,-5 3-36 0,-3 0-8 0,-3 0-64 15,2 0-4-15,-10 3-48 0,2 6 12 16,-7 5 40-16,0 0 60 0,-4 10-60 16,0 4-4-16,-4 0-288 0,-8 4-76 15,0 0-84-15,-3 0 120 0,-6-1 52 16,6-2 32-16,-5 0 24 0,3-7 224 16,-2-2 16-16,-1-2 80 0,-1-3-8 15,6-1-16-15,-5-3 52 0,8 3 36 0,0-7 48 16,4-2 16-16,0-2-40 0,8 1-40 15,0-4-80-15,0 3-20 0,0-3-44 16,4 4 0-16,8 2 84 0,0 0 88 16,3 1 12-16,2-1 96 0,3 0-36 15,-1 1-60-15,2-1 60 0,-1-3 108 16,-1 0 25-16,5 0-181 0,-3-3-124 0,-2 0-32 16,-3 0-40-16,4 0-12 0,0-3-72 15,-4 0-197-15,0 0-411 0,4-3-284 16,-5 2-324-16,-2 1-1512 0,2 0-4585 0</inkml:trace>
  <inkml:trace contextRef="#ctx0" brushRef="#br0" timeOffset="-165889.126">20000 15643 10937 0,'0'0'5268'0,"0"0"-3956"0,0 0 208 16,0 0-136-16,0 0-156 0,0 0-159 15,0 0-453-15,0 0-436 0,0 0-180 0,0 0-84 16,9 13-64-16,-5-13-164 0,0 0-392 16,0 3-221-16,3-3-439 0,2 3-1408 15,-5 0-4469-15,-45-25-2723 0</inkml:trace>
  <inkml:trace contextRef="#ctx0" brushRef="#br0" timeOffset="-163771.922">21033 15272 5928 0,'0'0'2288'0,"0"0"545"15,0 0-937-15,0 0-356 0,0 0-68 16,0 0-216-16,0 0-280 0,0 0-384 16,0 0-172-16,0 0 204 0,88 7 196 15,-53-5-356-15,5 1-236 0,0 0-68 16,0-3-76-16,-8 0 12 0,3 0-84 15,-7 0-12-15,0-3-8 0,-3 0-88 0,-2-4-232 16,-7 1-416-16,-1 0-220 0,-2 3-192 16,-5-1-832-16,-4 1-2184 0,-4 3-2565 0</inkml:trace>
  <inkml:trace contextRef="#ctx0" brushRef="#br0" timeOffset="-163572.311">21276 15366 2272 0,'0'0'1696'0,"0"0"3896"16,0 0-3927-16,0 0-509 0,-36 83 260 16,36-58 12-16,-4 5-156 0,4 1-240 15,0 0-264-15,4 5-276 0,-4 2-184 16,4 1-112-16,0 1-196 0,-4-5-24 0,4-6-96 16,-4-7-372-16,0-6-64 0,0-10-16 15,0-3-112-15,4 0-308 0,-4-3-696 16,0-3-2549-16,0-3-2239 0</inkml:trace>
  <inkml:trace contextRef="#ctx0" brushRef="#br0" timeOffset="-163388.377">21220 15605 156 0,'0'0'7508'0,"0"0"-5072"16,0 0-899-16,0 0 151 0,0 0-52 0,0 0-312 15,80-9-304-15,-57 9 8 0,1 0-324 16,0-5-224-16,-3 3-248 0,2-1-112 15,1-6-108-15,-4 2 52 0,-1-2-64 16,2-4-220-16,-5 0-432 0,0 1-224 16,0-4-324-16,-4 0-748 0,-5 6-2253 15,-3-6-4151-15</inkml:trace>
  <inkml:trace contextRef="#ctx0" brushRef="#br0" timeOffset="-163087.208">20885 15097 10020 0,'0'0'2073'15,"0"0"-781"-15,0 0 16 0,0 0 0 16,0 0-316-16,0 0-408 0,0 0-104 15,0 0 100-15,84-10 100 0,-52 7-228 0,0 3-196 16,0 0-96-16,3 0 12 16,1 0-112-16,0 0-16 0,4 0-44 0,0 0 0 15,-1 0-4-15,2-3 0 0,-2 1-8 16,1-5-148-16,-4 0-328 0,0 1-308 16,0-1-228-16,-4 1-356 0,-8 3-1256 15,8-3-3673-15</inkml:trace>
  <inkml:trace contextRef="#ctx0" brushRef="#br0" timeOffset="-162883.838">22028 15079 6596 0,'0'0'7949'15,"0"0"-6289"-15,0 0-1020 0,0 0-104 16,0 0 268-16,0 0 132 0,0 0-320 15,0 0-496-15,0 0-120 0,-28 68-48 0,21-43 36 16,-1 1-84-16,0 3-284 0,0 3-176 16,0 2-232-16,-4 5-92 0,4-1-412 15,-4 3-1176-15,8-12-2721 0,-12 10-2631 0</inkml:trace>
  <inkml:trace contextRef="#ctx0" brushRef="#br0" timeOffset="-159954.952">23033 14998 1384 0,'0'0'560'0,"0"0"4848"15,0 0-2504-15,0 0-1087 0,0 0-525 16,0 0-88-16,0 0-384 0,0 0-256 15,0 0-132-15,0 0-20 0,-52 29-100 16,44-16-52-16,0-1 0 0,-4 1-36 16,4 6 36-16,-7 4 48 0,2-1-84 15,-2 3-16-15,-2 7-72 0,2 0-52 16,-5 5-24-16,-1 1-48 0,2 6-8 16,-5 5 4-16,-4 5-8 0,0 3-64 15,-4 4 60-15,0 2-44 0,-3 7-28 0,-1-5 4 16,-1 6 60-16,1-7 8 0,5-1-44 15,-1-2-16-15,4-4 56 0,0-6-116 16,5-4 76-16,6-6-52 0,-2-3 28 16,3-3-100-16,8-7 36 0,-1-9 12 0,1-5-24 15,8-8-100-15,-3-3-64 16,3-1-24-16,0-2 52 0,0 0-80 0,0 0-28 16,0 0-88-16,0-2-124 0,3 2-220 15,1-6-296-15,5 0-508 0,-1-5-709 16,-1-1-1867-16,1 3-495 0</inkml:trace>
  <inkml:trace contextRef="#ctx0" brushRef="#br0" timeOffset="-159679.228">22842 15815 1240 0,'0'0'7984'0,"0"0"-6175"0,0 0-921 15,0 0 468-15,0 0 232 0,0 0-128 16,0 0-336-16,92 6-284 0,-69-6-236 16,1 0-236-16,4 0-160 0,-4-6-84 15,4 2-60-15,-4-5-64 0,3-2-12 16,-3-3-84-16,0-2-408 0,-3-1-236 15,-2-1-372-15,1-2-620 0,-8 7-1480 16,-4-1-4153-16</inkml:trace>
  <inkml:trace contextRef="#ctx0" brushRef="#br0" timeOffset="-159418.435">23069 15805 6688 0,'0'0'1932'0,"0"0"461"0,0 0-1453 0,0 0 32 0,-44 86 616 15,35-65-88-15,2 2-284 0,-1-2-412 16,4 3-348-16,0 1-120 0,0 3-80 16,4 1-72-16,0 0-12 0,0 3-72 15,0 1-40-15,0 0-12 0,0-1 16 16,8-4 20-16,-4-3 64 0,4-1-136 16,-4-6-12-16,8-3-8 0,-4 2-68 15,3-4 64-15,2-4 0 0,-5 1-120 16,7-7 20-16,-2 0-84 0,-2-3-260 15,6 0 76-15,-2-6-88 0,5-7 32 16,1-6-284-16,-2-3-520 0,-3 0-1472 16,4-20-4545-16</inkml:trace>
  <inkml:trace contextRef="#ctx0" brushRef="#br0" timeOffset="-159142.055">23587 15687 2672 0,'0'0'9613'0,"0"0"-7561"0,0 0-1080 16,0 0 388-16,0 0-80 0,0 0-296 16,0 0-404-16,0 0-336 0,-28 83-84 15,20-48 108-15,-1 3 0 0,2 3-60 16,3 1-24-16,0-1 20 0,0 3-56 16,4 1-16-16,0-3-68 0,0-2-60 15,0-1 0-15,4-5 8 0,0-8 52 0,7-1-64 16,-2-8-96-16,-1-5 32 15,3-5-32-15,2-1-24 0,-5-4-88 0,3-2-256 16,2 0-100-16,-2-8-36 0,2-9-100 16,2-2-228-16,-7-3-760 0,1-3-1348 15,-2-1-2445-15,-3 4-1950 0</inkml:trace>
  <inkml:trace contextRef="#ctx0" brushRef="#br0" timeOffset="-158968.731">23706 15996 4060 0,'0'0'1096'0,"0"0"4985"15,0 0-4913-15,0 0-32 0,0 0 752 16,0 0-36-16,0 0-208 0,0 0-416 16,0 0-400-16,88 25-280 0,-69-25-195 15,2 0-121-15,3-6-148 0,-5-4-84 16,1-3 0-16,1-2-340 0,-2-1-353 0,1-1-99 16,-8 2-88-16,0-2-452 0,0 9-1200 15,-8-3-2677-15,-4 9-2251 0</inkml:trace>
  <inkml:trace contextRef="#ctx0" brushRef="#br0" timeOffset="-158773.395">23905 15998 588 0,'0'0'10312'0,"0"0"-8359"0,0 0-1021 16,-8 83 308-16,8-48 284 0,0 0-144 16,0 3-124-16,0 0-400 0,4-3-280 15,0 1-116-15,-4-3-116 0,0-1-188 16,4-2-104-16,-4-8-52 0,0-4-108 15,0-2-208-15,0-6-280 0,0-7-272 0,0 0-276 16,0-3-464-16,0 0-1236 0,0-6-2465 16,0-1-1023-16,-4-5 5160 0</inkml:trace>
  <inkml:trace contextRef="#ctx0" brushRef="#br0" timeOffset="-158635.228">23897 16268 2460 0,'0'0'1528'16,"0"0"5617"-16,0 0-5757 0,0 0-468 15,0 0 448-15,0 0-260 0,81-6-52 16,-62 0-200-16,-3-1-412 0,4-5-284 16,-4-1-160-16,4-6-312 0,-4 0-444 0,-5 0-280 15,2-3-372-15,-2 6-1008 0,2-9-2829 0</inkml:trace>
  <inkml:trace contextRef="#ctx0" brushRef="#br0" timeOffset="-158252.19">23817 15827 2660 0,'0'0'8517'15,"0"0"-6453"-15,0 0-1148 0,0 0 372 0,0 0 492 16,0 0-196-16,0 0-444 0,0 0-420 16,0 0-332-16,0 0-96 0,24 6-36 15,-16-9-72-15,5 0-3 0,2-3 51 16,5 0-16-16,1-1-56 0,2 1-80 15,-3 0-80-15,4-1-4 0,0 1-92 16,3-4-40-16,-6 3-212 0,3 2-309 16,0-5-271-16,-1 0-100 0,-3 0-300 15,1 2-704-15,-10 1-3088 0,6 0-5289 0</inkml:trace>
  <inkml:trace contextRef="#ctx0" brushRef="#br0" timeOffset="-157958.194">24495 15726 12493 0,'0'0'5384'0,"0"0"-5088"16,0 0-220-16,0 0-76 0,0 0 700 16,0 0 540-16,0 0-240 0,0 0-660 15,63 72-256-15,-46-52 52 0,-2 5 205 16,2 6-137-16,-6-1-96 0,2 1-32 15,-6 1-4-15,1 3 12 0,-4 3-80 16,5 1 0-16,-9-2-4 0,0 1-12 16,0 0-108-16,0-3-184 0,-4 0-121 15,-5 1-63-15,-2-8-12 0,-1 0-24 16,-8 1 48-16,3-4-64 0,-6-3-172 0,-5 4-452 16,0-3-1040-16,-4-4-2253 15,4-5-2755-15,-11 0 4304 0</inkml:trace>
  <inkml:trace contextRef="#ctx0" brushRef="#br0" timeOffset="-157315.467">25862 15361 3624 0,'0'0'1228'16,"0"0"4668"-16,0 0-3767 0,0 0-893 16,0 0-36-16,0 0 72 0,0 0-152 15,-13 82-196-15,17-51-172 0,1 4-252 0,-1-3-156 16,0 0-76-16,0-3-84 0,-4-7-176 16,3 0-8-16,-3-9-84 0,0 0-236 15,0-11-96-15,0 3-160 0,0-5-196 16,0 0-344-16,-3-7-736 0,-1 0-2364 15,-13-12-3693-15</inkml:trace>
  <inkml:trace contextRef="#ctx0" brushRef="#br0" timeOffset="-157154.678">25750 15186 4652 0,'0'0'8737'0,"0"0"-7721"0,0 0-196 0,0 0 676 16,80 3-156-16,-52-3-584 15,0 0-476-15,4 0-280 0,0 0-244 0,0-6-448 16,3 2-372-16,1-3-844 16,-8 5-1336-16,11-2-5521 0</inkml:trace>
  <inkml:trace contextRef="#ctx0" brushRef="#br0" timeOffset="-156888.683">26423 15383 912 0,'0'0'11661'0,"0"0"-10157"15,0 0-556-15,-43 72 812 0,27-53-88 16,4-2-284-16,3-4-448 0,6-8-440 16,3 2-320-16,0-4-180 0,0-3-124 15,3 4-104-15,6-1 176 0,7 4 48 0,0-5 0 16,3 4-8-16,1 1-84 0,-3-4 48 16,-2 7 48-16,-3-5 8 0,0 2-4 15,0 6 4-15,-4-3 0 0,0-1 40 16,-4 4-36-16,-4 2-12 0,0 1-160 0,0 0-220 15,-7-2-84-15,-2-2 24 0,-3 1-52 16,1-1-48-16,-6-2-128 16,-3 2-640-16,1-2-1112 0,-5 3-2481 0,3-8-2843 15,-7 2 6388-15</inkml:trace>
  <inkml:trace contextRef="#ctx0" brushRef="#br0" timeOffset="-156351.153">27603 15414 2520 0,'0'0'564'16,"0"0"5624"-16,0 0-3967 0,0 0-569 16,0 0 24-16,0 0-404 0,-80-53-208 15,64 53-208-15,4 0-300 0,-4 2-212 16,4 5-36-16,0 6 0 0,4 6-52 0,0 3 124 15,5 3 24-15,-5 7-40 0,8 3 36 16,-5 0 4-16,5-7-127 0,0 1-141 16,0-10-136-16,0-6-12 0,5-7-84 15,-1-3-88-15,0-3 23 0,3-6 9 16,5-7 148-16,4-9-224 0,1-3-272 0,-2-7-168 16,2 0-44-16,-6 4 36 0,1 2 96 15,0 7 212-15,0 10-20 0,4 5-44 16,-4 4 80-16,-1 7 352 0,6 5 0 15,-6 10 340-15,2 1 192 0,-1 6 12 16,-5-4-36-16,6 3-116 0,-6-5 4 16,-3-1-16-16,4-6-52 0,-8-4-108 15,9-8-220-15,-9-1-128 0,4-3-92 16,-1-10 72-16,1-6-220 0,4-6-248 16,1-10-556-16,-5-6-1120 0,3 6-3061 15,1-15-2767-15</inkml:trace>
  <inkml:trace contextRef="#ctx0" brushRef="#br0" timeOffset="-156154.639">27909 14837 7264 0,'0'0'5841'0,"0"0"-3837"0,0 0-1364 16,0 0 428-16,0 0 568 0,-3 72-100 16,-1-37-280-16,4 7-355 0,0 5-309 15,0 4-108-15,0 6-108 0,4 4-88 16,3-4-168-16,-3 3-120 0,5-6-136 15,2-3-260-15,-3-3-344 0,5-8-108 16,2-1-17-16,1-11-403 0,4-5-664 16,-4-10-1176-16,4-10-2849 0</inkml:trace>
  <inkml:trace contextRef="#ctx0" brushRef="#br0" timeOffset="-155688.523">28300 15408 8856 0,'0'0'6601'0,"0"0"-5281"16,0 0-924-16,-60 85 608 0,36-52 448 0,5 2-252 16,-1 0-264-16,3-1-243 0,10 1-233 15,-1-7-148-15,8-2-180 0,0-4-132 16,4-2-56-16,3-4-40 0,6-7-12 16,-2-6-24-16,6-3-184 0,-2-6 60 15,2-11-68-15,-2-1 43 0,2-4-59 16,-2-4 72-16,-2-2-48 0,-2 2 60 0,1 1 96 15,-4 2 0-15,4 2-20 0,0 2 92 16,-4 5 28-16,0 5-28 0,-4 3-32 16,0 6 84-16,0 0 36 0,-4 0 48 15,3 0-40-15,1 8 212 0,1 3 84 16,3 7-8-16,-4 5 20 0,3 3-96 16,2 8-28-16,-1 1-8 0,0 7-52 15,-1 5 4-15,6 7-63 0,-6 0 95 16,5 3 16-16,-3 1-76 0,-5 2-24 15,-1 3 52-15,-3-2-88 0,-3-4 0 0,-10-3 48 16,1-3 0-16,-4-7-8 0,-3-6-80 16,-9-6 52-16,-4-1-12 0,-4-6-48 15,1-6-84-15,-6-2-88 0,9-11 4 16,0-6 96-16,8-6 12 0,1-11-184 0,3-8-157 16,0-7-219-16,0-5 60 0,0-7-16 15,5-4-268-15,2-4-364 0,9 2-800 16,4-4-1828-16,0 0-865 0,4 12-1859 15,12-18 5700-15</inkml:trace>
  <inkml:trace contextRef="#ctx0" brushRef="#br0" timeOffset="-155371.793">28555 15577 6644 0,'0'0'4741'0,"0"0"-2425"0,0 0-972 15,0 0 480-15,0 0-80 16,0 0-356-16,0 0-460 0,0 0-492 0,84 60-204 15,-64-70-120-15,-1-9-88 0,5-3-24 16,1-6-380-16,-1-4-180 0,-5-3-84 16,1 3 68-16,-4 3 148 0,-4 1 20 15,-4 5 12-15,0 7 4 0,-8 1 44 0,0 4 348 16,-12 6 24-16,0 2 88 0,-8 3-24 16,0 0 120-16,1 3-36 0,-5 13 16 15,3 2-28-15,1 12 48 0,9 4 16 16,-1 8 92-16,3 2 4 0,2 6 84 15,3 2 48-15,0-2 12 0,4-2-24 16,0-3-64-16,0-10-235 0,8-10-141 16,-1-6-73-16,10-13-35 0,-6-6-4 15,9-9-120-15,1-17-84 0,2-12-268 16,-3-9-344-16,4-14-760 0,-4 17-2892 0,4-29-4069 0</inkml:trace>
  <inkml:trace contextRef="#ctx0" brushRef="#br0" timeOffset="-155024.678">29073 14837 9804 0,'0'0'6837'0,"0"0"-5309"15,0 0-924-15,-28 92 648 0,20-49 272 16,1 9-91-16,-2 3-285 0,5 1-352 16,4-2-388-16,0 0-216 0,0-4-100 15,0 1-92-15,0-4-72 0,4 2-204 16,0-5-132-16,1-5-40 0,-2-8-36 15,1-8 160-15,0-9 116 0,0-7 28 16,0-3-144-16,0-1-52 0,4-3-24 0,0 0 107 16,4-7 97-16,0 5 40 15,4-5-76-15,0 4-12 0,0 0 0 0,0 3 100 16,-1 0 80-16,-2 3 64 0,-1 2 44 16,-5 6 88-16,2-2 112 0,-5 4 72 15,-4 0-36-15,0 2-108 0,0 1-64 16,-13 3 1-16,6 0 3 0,-9 1 8 0,0-5-80 15,-1 5-40-15,-2-8-316 0,-1-2-97 16,0-4-99-16,0-4-368 0,4-2-900 16,0-12-760-16,9-1-1976 0,-14-18-2233 0</inkml:trace>
  <inkml:trace contextRef="#ctx0" brushRef="#br0" timeOffset="-154758.272">29181 15459 8896 0,'0'0'6337'0,"0"0"-5417"16,0 0-92-16,0 0 632 16,0 0-292-16,0 0-228 0,83 45-316 15,-70-37-368-15,-6 6-148 0,5-3-100 0,-3 10 4 16,-2 0-12-16,-3 2-8 0,4 5 4 16,-4 1 4-16,-4-1 0 0,0-3-84 15,0-6-100-15,0-2 124 0,0-4 60 0,0-11 12 16,-4-2 108-16,4 0-20 0,0-9-92 15,0-10-8-15,0-7-252 0,4-9 56 16,4-2 112-16,0-4-100 0,8 3-292 16,0 3-112-16,-1 3 12 0,6 3-112 15,-5 4-1124-15,0 6-2804 0,4-3-2641 0</inkml:trace>
  <inkml:trace contextRef="#ctx0" brushRef="#br0" timeOffset="-154399.723">29615 15526 4744 0,'0'0'9769'16,"0"0"-7753"-16,0 0-1328 0,0 0 476 15,0 0 200-15,-40 76-252 0,32-63-236 16,4-1-331-16,0-2-349 0,4-4-196 0,0 0 0 16,0 1-8-16,0-4-80 0,0-3-44 15,0 0-12-15,8 0-100 0,0 0-25 16,0-3 25-16,4-1-48 0,0-5 0 15,0-1 60-15,0 1-36 0,0 3 0 16,0-4 36-16,-4 4 60 0,-5 2 36 16,1 4 64-16,1 0 28 0,-5 0 44 0,4 0 196 15,0 4 108-15,0 5 112 0,-4-2 48 16,4 5-112-16,-1 1-8 0,1-4-28 16,-4 1-75-16,4 0-81 0,-4-8-56 15,5 3-104-15,-5-5-72 0,4 0-64 16,0 0 4-16,-4 0-113 0,7-5 5 15,-3-1-212-15,4 3-132 0,1-6 8 16,-6 2-88-16,5 1-380 0,0 3-796 0,-3 0-1108 16,-1-1-2333-16,-1-2-2499 0</inkml:trace>
  <inkml:trace contextRef="#ctx0" brushRef="#br0" timeOffset="-153183.657">29663 15579 1120 0,'0'0'5808'0,"0"0"1317"16,0 0-5697-16,0 0-1036 0,0 0 88 16,0 0 564-16,0 0 144 0,3 70-292 0,-3-45-356 15,0 5-172-15,0 1-100 0,0 0-36 16,0-1 12-16,0-5-28 0,0-3-108 16,0-6-108-16,0-3-48 0,0-6-64 15,0-5-228-15,0-2-112 0,4 0-196 16,1-13-148-16,3-6 156 0,0-6-164 0,-1-10-708 15,2-3-1652-15,-5 6-3285 16</inkml:trace>
  <inkml:trace contextRef="#ctx0" brushRef="#br0" timeOffset="-153018.743">29666 15337 3876 0,'0'0'9453'0,"0"0"-7601"15,0 0-1224-15,0 0 376 0,0 0 548 16,0 0 32-16,0 0-316 0,0 0-623 15,0 0-489-15,0 0-156 0,36 54 0 16,-23-47-96-16,-2 0-37 0,6-1-379 16,2 1-256-16,-3-4-320 0,5 3-688 15,-6-3-3032-15,5 7-4429 0</inkml:trace>
  <inkml:trace contextRef="#ctx0" brushRef="#br0" timeOffset="-152797.985">30089 15541 9684 0,'0'0'7469'0,"0"0"-6613"0,0 0-548 15,0 0 212-15,0 0 92 0,0 0 208 0,0 0-208 16,-56 83-344-16,52-55-136 0,0-1 16 16,4-2 56-16,0 0-92 0,12-6-52 15,0-1-60-15,0-5-4 0,8-3-40 16,0-8 40-16,0-2-68 0,4 0-216 15,4-12-176-15,-5-4-96 0,1-6-284 16,-7 7-808-16,2-18-4136 0</inkml:trace>
  <inkml:trace contextRef="#ctx0" brushRef="#br0" timeOffset="-152639.567">30691 15424 5336 0,'0'0'11573'0,"0"0"-9729"0,0 0-1844 0,0 0-124 16,0 0-404-16,-100 25-304 0,84-19-732 16,-19 1-5081-16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7:32:32.0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11159 7547 8140 0,'0'0'768'16,"0"0"-304"-16,0 0-244 0,0 0 1525 15,0 0-245-15,0 0-356 0,0 0-320 0,-75-16-204 16,67 21-184-16,0 2-132 0,4 3-124 16,-4 0-44-16,4 5-60 0,4 4-4 15,0 1 16-15,0 1-12 0,8 2-68 16,0-1 128-16,0 1-24 0,4-4-112 16,-4-3 88-16,0-4-88 0,0-2-12 15,0-7 4-15,-5-3 4 0,1 0 4 16,5 0-64-16,-5-10 56 0,7-3 8 15,-3-5-188-15,1-8-36 0,-1-5-136 16,-5-8-96-16,1 1-24 0,0-3-60 16,-4-1 136-16,4 5 24 0,-4-5 36 0,0 4-52 15,0 0 128-15,0 2-228 0,0 2 240 16,0 5 244-16,-4 4 12 0,0 6 92 16,0 3 124-16,1 7 28 0,3 2 344 15,-4 4 8-15,4 3-52 0,0 0 40 0,0 0 44 16,0 10-36-16,0-1-92 15,0 7 60-15,4 3-136 0,-1 6-4 0,1 7-164 16,0 4-20-16,0-2-228 0,1 7-8 16,-1 0-100-16,0 1-60 0,3-4-136 15,1-3-284-15,1-6-140 0,-2-4-172 16,5-6-228-16,-4-7-1056 0,4-7-925 16,-4-3-1843-16,8-11 309 0</inkml:trace>
  <inkml:trace contextRef="#ctx0" brushRef="#br0" timeOffset="534.359">11398 7419 8220 0,'0'0'1876'0,"0"0"-1088"0,0 0-27 15,0 0 531-15,0 0-172 0,0 0-80 0,0 0-336 16,-43 77-188-16,39-58-164 0,-1-3-204 16,2 3-72-16,3-6-76 0,0-1-4 15,0-2-84-15,0-4 0 0,3-3 28 16,2 4 8-16,3-4-136 0,-4 0 188 15,7 3-68-15,2 0 64 0,-5 1 4 16,3-1-128-16,2 0-112 0,-6 1 12 16,5-3 16-16,-3-1 48 0,-2-3 76 15,1 0-88-15,0 0-76 0,1 0-80 16,-2-3 92-16,-3-3 76 0,0 1 156 16,0-1 0-16,-4 3 8 0,4 0 8 15,-4 3-8-15,0-2-36 0,5 2 36 16,-5 0 0-16,3 0 60 0,5-5 296 0,-4 5-164 15,4 0-68-15,0 0-48 16,4 0 12-16,0 0-84 0,0 5 60 0,4 0 36 16,0 4 12-16,-1 5 92 0,2 5 8 0,3 3-36 15,-1 10-48-15,2 3 124 0,-2-1 124 16,1 8-276-16,-3 0-92 0,-6-2 68 16,-3-2 124-16,-4-3 120 0,1 0 16 15,-5-4 84-15,0-2-172 0,-9-4-100 16,1-8-60-16,-3-2-88 0,-2-8-112 15,1-4-124-15,0-3 40 0,0 0 72 16,-3-10-24-16,-2-2-28 0,2-4 4 16,-5-3-28-16,3-3 116 0,2-1-56 15,7 1 128-15,0 0-88 0,4-3 40 16,4-1 48-16,0 1-40 0,7-3 48 0,2-1-44 16,3 0-4-16,4 3-8 0,-1 1-80 15,2 0-8-15,-2 6-184 0,2 0-460 16,-2-1-512-16,-7 12-1020 0,1-6-3181 0</inkml:trace>
  <inkml:trace contextRef="#ctx0" brushRef="#br0" timeOffset="3103.002">11228 7560 1368 0,'0'0'1252'15,"0"0"-156"-15,0 0 0 0,0 0 36 16,0 0-144-16,0 0-416 0,0 0-492 16,0 0-80-16,0 0-324 0,0 0-68 15,0 0-12-15,-9-10 156 0,9 10 68 16,-4 0-16-16,4 0 196 0,-4 0 4 16,4 0 88-16,-4-3 140 0,1 3 136 15,3-4 60-15,-4 4-12 0,0-2-40 0,-1 2-156 16,1-5 92-16,0 3 156 0,0 2-444 15,1-3-24-15,3 3-140 0,-4-3-96 16,0 3 56-16,4-4 76 0,-5 4 104 16,5 0 48-16,0 0 144 0,-4 0 68 0,4 0 92 15,0 0 88-15,0 4 116 0,0-4 76 16,0 3 1-16,0-3-93 0,0 3-156 16,0-3-128-16,0 2-88 0,0-2-56 15,0 7-8-15,0 0-92 0,0-1 180 16,4 7-100-16,5 0 8 0,-5 6-100 15,3-1-64-15,1 6 64 0,1 1 128 16,-2 0-120-16,1 0-8 0,0-2-52 16,-3-4-48-16,2-4-92 0,-3-5-64 15,4-1-204-15,-4-6-272 0,5 1-289 16,-2-1-375-16,1-3-1016 0,5-3-1664 0</inkml:trace>
  <inkml:trace contextRef="#ctx0" brushRef="#br0" timeOffset="4239.048">13761 6163 1460 0,'0'0'5580'0,"0"0"-3864"0,0 0-708 0,0 0 209 15,0 0-73-15,0 0-252 0,0 0-164 16,0 0-144-16,0 0-128 0,-83-20-16 16,75 30-148-16,4 0-156 0,0 5 16 15,4 7-4-15,0 4 40 0,4 5-32 16,8-2 68-16,-5 2-48 0,2-5-172 15,2-3 60-15,-3-8 84 0,1-5-48 16,-5-7-100-16,3-3-64 0,1 0 60 16,0-6-68-16,4-7 20 0,0-9-48 0,1 0-272 15,-2-6-184-15,-3-5-136 0,1 2 20 16,-2 5 104-16,-3 1 184 0,-4 6 116 16,4 6 104-16,-4 7 112 0,0 3-64 15,4 3 116-15,-4 0 312 0,4 9 336 16,4 1-76-16,-4 5 36 0,0 1-244 0,0 3 24 15,4-3-72-15,-4 0-24 0,-1-3-32 16,2-7-36-16,-1-3-100 0,0-3-124 16,0 0-88-16,0-6-24 0,3-6 0 15,-3-5-140-15,5-8-328 0,-1-4-464 16,-1 1-452-16,2-8-632 0,-1 11-1173 16,0-13-2683-16</inkml:trace>
  <inkml:trace contextRef="#ctx0" brushRef="#br0" timeOffset="4421.661">13996 5600 340 0,'0'0'8568'0,"0"0"-6632"0,0 0-775 15,0 0 219-15,0 0 192 0,0 0-260 16,-12 89-304-16,12-56-228 0,0-2-200 0,8 4-172 16,-4 3-176-16,8 3-232 15,-4 3 0-15,5 8-96 0,-2-2-200 0,5 4-248 16,0-6-172-16,4-4-428 0,0-12-456 15,0-13-636-15,0-10-621 0,-4-9-1435 16,12-6 1296-16</inkml:trace>
  <inkml:trace contextRef="#ctx0" brushRef="#br0" timeOffset="4797.437">14435 5892 6080 0,'0'0'2364'0,"0"0"-812"15,0 0-15-15,0 0 51 0,0 0-140 16,0 0-176-16,-69 74-316 0,50-36-148 15,3 9-116-15,4-2-100 0,1-5-236 16,6-7-244-16,1-11-112 0,4-9-148 0,0-10-136 16,9-3 148-16,-2-3 124 0,5-7 0 15,4-6 0-15,0-6 12 0,4 0-160 16,0-3-72-16,0 2 96 0,0 1 0 0,4 9 60 16,-1 1 4-16,5 8 8 0,4 4 64 15,-4 4 64-15,0 11 8 16,-4 4 52-16,0 6-24 0,-5 5 48 0,-2 5-88 15,-2-1 140-15,-6 4-16 0,-5 4-12 16,-4-8-160-16,0 5 60 0,-4-11-72 16,-5-2-12-16,-2-11 0 0,-1-5-196 15,0-7 12-15,0-3 48 0,-4-6-40 16,0-3-120-16,0-8 208 0,0-5-32 16,0-3 128-16,0-4 0 0,4 1-4 15,4-4 4-15,8 0-44 0,0 4 48 0,8-4 4 16,4 3-4-16,4 1-76 15,0-1-72-15,8 4-12 0,-4-1-300 0,0 4-620 16,-5 6-1108-16,10 0-3069 0</inkml:trace>
  <inkml:trace contextRef="#ctx0" brushRef="#br0" timeOffset="5820.486">14076 9481 2964 0,'0'0'4104'16,"0"0"-2224"-16,0 0-288 0,0 0 17 15,0 0-253-15,0 0 88 0,0 0-236 16,0 0-268-16,0 0-12 0,0 0-176 16,0 0-52-16,-43 12-124 0,39-12-184 0,-5 0-148 15,9 0-148-15,-4 0-32 0,0 0-64 16,4 3-76-16,0-3 28 0,-4 7-48 15,1-4-112-15,-1 9-124 0,-1 1 40 16,1 6 72-16,0 3 24 0,0 7 72 16,4-1-24-16,0 7-36 0,0 0-24 0,0 0 12 15,0-3 48-15,4-4-28 16,4-9 80-16,-8-6 84 0,5-10-136 0,2-3-52 16,-3 0 20-16,4-5 180 0,5-12 0 15,-2-5-156-15,1-3-92 0,-4-7-148 16,4 0-4-16,-8 0-68 0,4 0 128 15,-4 7 88-15,-4 6 152 0,4 0 0 16,-4 7 100-16,0 5 84 0,0 1-8 16,4 6 148-16,-4 0 68 0,4 0-20 15,0 0-28-15,4 9 216 0,0-2 40 16,4 5-204-16,-1 4-72 0,2-3-60 0,-1-1 8 16,-5-1 36-16,2-3-20 0,-1-1-68 15,-1 0-8-15,-3-4-112 0,0-1-124 16,1-2-84-16,-1 0-28 0,-4 0-60 15,0-2-136-15,4-8-140 0,-4 0-208 0,3-6-188 16,-3-3-412-16,0 0-844 16,0 1-1733-16,0-8-1635 0</inkml:trace>
  <inkml:trace contextRef="#ctx0" brushRef="#br0" timeOffset="6053.227">14200 8969 1880 0,'0'0'9020'16,"0"0"-7771"-16,0 0-1005 0,0 0 536 15,0 0 400-15,0 0 72 0,0 80-248 0,3-46-196 16,-3 8-12-16,4 2-232 0,5 4-280 16,-5 6-124-16,7 3-124 0,-3 3-36 15,5-3-160-15,-2 1-12 0,2-8-392 16,-2-4-268-16,5-16 64 0,-4-10 60 0,0-12-244 15,4-8-684-15,-8 0-1365 16,7-18-2255-16</inkml:trace>
  <inkml:trace contextRef="#ctx0" brushRef="#br0" timeOffset="6401.081">14514 9410 8552 0,'0'0'2729'16,"0"0"-1229"-16,0 0-620 0,0 0 160 15,-15 73 80-15,7-44 48 0,-5 6-164 16,6-3-140-16,-6-1-188 0,9-5-176 15,0-7-244-15,1-6-120 0,3-7-136 16,0-6-88-16,0 0-172 0,0-3-116 16,11-4 264-16,2-6 112 0,2 5 0 15,1-6-84-15,5 5-164 0,-2 6 124 0,1-1 4 16,0 4-4-16,0 7 116 0,0 5 4 16,4 7 4-16,-4 6 4 0,-4 5 108 15,-1 4-64-15,-2 1-36 0,-5 1-12 0,-1 2-8 16,-7-4-52-16,0-2-28 0,-7 0 28 15,-6 0-52-15,-2-7-36 0,-6 0 148 16,2-5 68-16,-1-5 64 0,0-8-8 16,-4-7-120-16,4 0 4 0,0-7 96 15,4-11 80-15,0-4-184 0,4-10-76 16,9-3-20-16,-1-7-52 0,4-2-112 16,11-3 52-16,6-2-16 0,-2 5 4 15,5 0-576-15,-4 8-960 0,0 9-2072 0,0-9-2161 0</inkml:trace>
  <inkml:trace contextRef="#ctx0" brushRef="#br0" timeOffset="19285.799">30046 12925 2692 0,'0'0'4332'15,"0"0"-1168"-15,0 0-1515 0,0 0-473 0,0 0 136 16,0 0 212-16,0 0-144 0,0 0-304 16,0 0-276-16,0 0-208 0,0-16-152 0,3 13-88 15,5-6-132-15,0-7 96 0,8 3-144 16,0-6-40-16,0-3-32 0,8-1-88 16,-4-2 44-16,4-1-56 0,4 5-12 15,-4-2-172-15,-1 4 88 0,1 3 12 16,-4 4 72-16,1 6-148 0,-2 2 0 15,-3 4-72-15,-4 6 136 0,-4 4 84 16,4 9 0-16,-4 3-68 0,-4 8 76 16,0 0-56-16,-1 9 52 0,-3 2-88 15,0 0-40-15,0 10-72 0,-3 3 24 0,-5 6 28 16,4 1 32-16,-4 6 48 0,3-1 72 16,2 1-44-16,-1 0 48 0,0-4 76 15,4-6-4-15,0-7-72 0,0-12 0 16,8-8-100-16,-5-11 16 0,10-10-52 15,-1-3 128-15,4-6 8 0,-1-12 192 16,10-8-192-16,-5-8-140 0,3-3-228 16,-3-8-24-16,0 1 108 0,-4 0 12 0,0 5 84 15,-4 6 88-15,0 7-36 0,-4 4-12 16,-4 10 60-16,0 3-84 0,-4 3-4 16,4 0 176-16,-4 0 128 0,0 9 232 15,4 2 64-15,-4 1-152 0,3 3-148 16,2 5-12-16,3 2-100 0,-4 7 72 15,0-1 52-15,3 10-24 0,2 0-12 16,-1 7 20-16,0 6-120 0,4-1 4 16,0 8 96-16,-5 2-88 0,6 0-8 15,-1 1 4-15,-5-1-8 0,6-3 0 0,-2 0 0 16,-3-3 0-16,1 0-8 0,2-3 8 16,-3 0 68-16,0-7 28 0,0 4-8 15,-4-4 84-15,0-3-100 0,0-2 28 16,0-1-16-16,-4-3-24 0,0-4 64 0,0-5-16 15,0-3 16-15,-4-9-12 0,0 0 44 16,-4-5 16-16,-4-3-12 0,0 1-4 16,1-1-56-16,-6-6 44 0,1 4-144 15,1-4-84-15,-2 0-64 0,2 0 88 16,3-4 56-16,-4 2 4 0,8-5-72 16,-8-3-124-16,8-2-160 0,-4-3 64 15,0-9 12-15,0 2-92 0,4-10-252 16,-4-2-204-16,4-8-368 0,4-2-1200 15,-3 5-2037-15,2-17-1723 0</inkml:trace>
  <inkml:trace contextRef="#ctx0" brushRef="#br0" timeOffset="19660.935">30870 13341 7736 0,'0'0'2836'0,"0"0"-1127"0,0 0-481 16,0 0 76-16,0 0 136 0,76-7-120 15,-48 5-272-15,0-8-296 0,0 4-152 0,7-4 36 16,1 4-236-16,0-4-168 0,0 1-100 16,-5-1-124-16,1 4-8 0,0-4-64 15,-8 1-128-15,0 3-248 0,-8-4-244 16,-4 3-136-16,-4 5-412 0,-4 2-1068 15,-4 0-3117-15,-12 2-2747 0</inkml:trace>
  <inkml:trace contextRef="#ctx0" brushRef="#br0" timeOffset="19836.158">30906 13544 484 0,'0'0'8584'0,"0"0"-6687"15,0 0-673-15,0 0 588 0,0 0 92 16,0 0-404-16,0 0-200 0,79 35-368 15,-51-35-368-15,0-9-184 0,8-3-164 16,-4-7-172-16,0-1-44 0,0-6-208 16,-4-2-440-16,0-1-236 0,-8-2-188 15,3 2-444-15,-11 6-1068 0,-4-5-3381 0</inkml:trace>
  <inkml:trace contextRef="#ctx0" brushRef="#br0" timeOffset="20085.459">31145 13052 2824 0,'0'0'8052'0,"0"0"-7063"16,0 0-641-16,0 0 520 0,0 0 292 15,84 3-252-15,-56 4-4 0,-1 2-148 16,5 1-508-16,-4 2 288 0,4 1-252 16,-4 6-124-16,0 3-160 0,-5 3 0 15,1 1 152-15,-7 6-152 0,-6 3-160 16,-7 0-76-16,-4 6-108 0,0 1-204 15,-7 5 372-15,-5-2-148 0,-4 2 32 16,-5-3 56-16,2 1 236 0,-5-4-164 16,4 1-36-16,-4-8-420 0,4-2-176 0,0-6-428 15,4-10-1229-15,-4-2-2927 0</inkml:trace>
  <inkml:trace contextRef="#ctx0" brushRef="#br0" timeOffset="21016.366">31440 12065 2480 0,'0'0'4164'15,"0"0"-3800"-15,0 0 2616 0,0 0-955 16,0 0-529-16,0 0-216 0,0 0 396 0,84 3-484 16,-49 7-276-16,9-1-240 0,0 4-40 15,-4-4-256-15,3-3-172 0,-2 1-200 16,-2-7 140-16,1 0-148 0,-1 0-8 16,-6-7-212-16,-6-2-296 0,1 0-292 15,-11-1-288-15,-2 1-608 0,-6 2-900 16,-9 4-2409-16,0 3-575 0</inkml:trace>
  <inkml:trace contextRef="#ctx0" brushRef="#br0" timeOffset="21186.99">31734 12189 5196 0,'0'0'3212'0,"0"0"-1360"0,-23 73-895 16,14-38 131-16,5 9 508 0,4 6 100 16,-3 5-156-16,3-1-424 0,-4 3-280 0,4-3-220 15,0-3-252-15,0-7-352 0,0-9-12 16,0-7-60-16,0-8-148 0,0-14-172 15,0-4-244-15,0-2-292 0,0-2-488 16,4-10-640-16,-1-2-1084 0,-3-11-3485 0</inkml:trace>
  <inkml:trace contextRef="#ctx0" brushRef="#br0" timeOffset="21355.454">31619 12446 312 0,'0'0'11657'0,"0"0"-9829"0,0 0-1360 16,0 0 608-16,0 0 728 0,0 0-344 15,79-10-316-15,-58 10-340 16,3 0-388-16,4 0-112 0,-5-6-192 0,9-1-112 16,-4 0 0-16,0-7-356 0,4-2-336 15,3-4-168-15,2 1-296 0,-5-3-1072 0,-4 6-2668 16,4-9-2525-16</inkml:trace>
  <inkml:trace contextRef="#ctx0" brushRef="#br0" timeOffset="21519.937">32245 12160 12465 0,'0'0'2012'0,"0"0"-1748"0,0 0 420 16,0 0 1020-16,0 0 124 0,-32 86-540 15,20-58-520-15,-4 1-316 0,4 0-208 16,0-4-99-16,4-3-145 0,-4-4-85 0,4-4-75 16,0-2-264-16,-4-2-172 0,4-4-76 15,-4-2-88-15,0-4-240 0,-4 0-840 16,5 0-2660-16,-17-10-2581 0</inkml:trace>
  <inkml:trace contextRef="#ctx0" brushRef="#br0" timeOffset="21773.995">31444 11811 3524 0,'0'0'7272'15,"0"0"-5063"-15,0 0-469 0,0 0 176 16,0 0-364-16,0 0-432 0,0 0-116 16,95-33-288-16,-63 27-276 0,4 1-196 15,4 2-135-15,4-1-109 0,8-3 0 0,-1 1-61 16,9 0 13-16,-4-3 36 0,4 2-40 16,-4-6-104-16,-4 7-308 0,-1-4-264 15,1 1-252-15,-5 3-288 0,-6 3-840 16,-9-1-2028-16,3 4-3417 0</inkml:trace>
  <inkml:trace contextRef="#ctx0" brushRef="#br0" timeOffset="22075.255">32416 12541 9608 0,'0'0'4669'0,"0"0"-4365"0,0 0-240 15,0 0-64-15,0 0 908 0,0 0 336 0,0 0-64 16,0 0-440-16,79 19-360 0,-54-22-244 15,-5-4-76-15,3-2-60 16,-3-4-84-16,0 0-408 0,0-2-272 0,-4-1-416 16,-4 3-368-16,-5 0-952 0,-2 7-2457 15,-5 3-1867-15</inkml:trace>
  <inkml:trace contextRef="#ctx0" brushRef="#br0" timeOffset="22253.316">32284 12753 612 0,'0'0'10092'0,"0"0"-8331"0,0 0-1009 0,0 0 532 16,0 0 508-16,0 0-348 0,0 0-544 16,0 0-196-16,0 0 68 0,28 68-40 15,-4-68-112-15,0 0-364 0,4-5-256 16,-5 0-196-16,5-4-280 0,-3-2-268 0,3-1-100 16,0-1-260-16,-4 0-712 0,-5 4-2876 15,5-3-5141-15</inkml:trace>
  <inkml:trace contextRef="#ctx0" brushRef="#br0" timeOffset="22737.76">32735 12347 1580 0,'0'0'9008'0,"0"0"-7299"15,0 0-749-15,0 0 400 0,0 0 240 16,0 0-228-16,79 25-396 0,-59-21-412 0,0-4-268 16,0-4-148-16,4-2-64 0,0-7-84 15,-4 4-144-15,3-3-496 0,-6-1-160 16,-2 0-344-16,-2 4-348 0,-6 2-728 16,-3 1-1921-16,-4 6-1491 0</inkml:trace>
  <inkml:trace contextRef="#ctx0" brushRef="#br0" timeOffset="22954.193">32878 12389 8612 0,'0'0'1968'0,"0"0"-1451"0,0 0 123 16,-24 67 656-16,20-39 240 0,-4 0-164 15,4 4-368-15,-4 7-268 0,4-1-132 16,-3 6 136-16,2-3-152 0,1 0-280 16,0 1-112-16,0-4-100 0,4-3-88 15,0-4 164-15,4-5-64 0,4-4-60 16,1-3-48-16,6-3 0 0,1-3 0 0,0-4-184 15,4-5-184-15,0-2-36 16,3-2-76-16,-2 0-160 0,-1-9-88 0,3-3-156 16,-3-5-256-16,1-5-488 0,-6 6-1056 15,2-9-2533-15</inkml:trace>
  <inkml:trace contextRef="#ctx0" brushRef="#br0" timeOffset="23278.967">33180 12369 8644 0,'0'0'1384'16,"0"0"-740"-16,0 0 489 0,0 0 443 16,0 0 60-16,0 0-340 0,0 0-548 15,0 0-412-15,0 0-36 0,0 0 96 0,0 0-188 16,-23 96 28-16,15-55-16 0,0 6-12 15,-4 4 4-15,4 7-16 0,0-5-36 16,0 4-16-16,0-2-36 0,5-4-108 16,-2-4 0-16,5-8 0 0,0-12 8 0,5-4-4 15,2-4 44-15,1-9-24 0,4-1-24 16,4-6-72-16,4-3-52 0,0 0-120 16,0-9 0-16,4-4-4 0,-1-6-220 15,1 0-148-15,0 0-304 0,-3-4-220 16,-2-2-440-16,-6 3-932 0,-2 3-2077 15,-3-6-1887-15</inkml:trace>
  <inkml:trace contextRef="#ctx0" brushRef="#br0" timeOffset="23481.963">33272 12557 11177 0,'0'0'1908'0,"0"0"-1308"0,0 0-4 16,0 0 392-16,0 0 20 16,0 0-248-16,88 22-424 0,-64-22-236 0,0-3-4 15,0-7-96-15,-1-3-660 0,2-1-384 16,-1-3-276-16,-9 1-628 0,-6 3-2509 16,-1-2-2763-16</inkml:trace>
  <inkml:trace contextRef="#ctx0" brushRef="#br0" timeOffset="23685.895">33368 12665 3252 0,'0'0'7544'0,"0"0"-6307"0,-12 76-749 0,8-45 444 16,0 8 704-16,1-1-152 0,3 0-452 16,-4 0-488-16,4 1-296 0,-5-5-156 15,5-2-92-15,-4-7-184 0,4-2-200 16,0-8 76-16,0-5 96 0,0-4-136 0,0-6-260 15,0 0-352-15,0 0-392 0,0-6-1020 16,0 0-2157-16,4-13-1599 0</inkml:trace>
  <inkml:trace contextRef="#ctx0" brushRef="#br0" timeOffset="23860.586">33356 12868 11369 0,'0'0'2444'0,"0"0"-1720"15,0 0-436-15,0 0 584 0,0 0 532 0,0 0-240 16,0 0-584-16,0 0-384 0,0 0-124 16,88 32 16-16,-64-32-28 0,-5-3-60 15,2-7-256-15,-1 1-200 0,-1-1-212 16,-2-2-312-16,-2-5-312 0,1 5-684 16,-4 1-1905-16,0-3-1775 0</inkml:trace>
  <inkml:trace contextRef="#ctx0" brushRef="#br0" timeOffset="24887.963">33755 12309 9500 0,'0'0'1320'0,"0"0"-1087"0,0 0-117 16,0 0 460-16,0 0 580 0,0 0-124 15,0 0-540-15,0 0-364 0,0 0-124 16,0 0 148-16,35 74 48 0,-31-60-48 16,0 3 24-16,-4 5-24 0,5 0 52 15,-5 4 56-15,0 2 56 0,0 4-24 16,0 3-20-16,0 0-84 0,-5 0-52 15,-3 0-36-15,1 6 36 0,-1-2-128 0,-1 5-8 16,-2-3 48-16,-1 0-48 0,-1-3-12 16,2 0-64-16,-6-2 28 0,6-2-188 15,-9-2-28-15,4-3 64 0,0-4 12 0,0-6-192 16,4-2-56-16,0-11-96 0,5-4-100 16,-2-2-256-16,1-15-440 0,4-4-181 15,-3-1-2439-15,-1-17-732 0</inkml:trace>
  <inkml:trace contextRef="#ctx0" brushRef="#br0" timeOffset="25235.987">33317 12150 12029 0,'0'0'2092'0,"0"0"-1396"15,0 0-328-15,0 0 624 0,0 0 752 16,0 0-388-16,0 0-572 0,0 0-500 15,0 0-116-15,0 0-20 0,0 0-88 16,35-3 64-16,-15 3-28 0,4-3-96 16,0 0-56-16,4-4-20 0,4 5-116 15,-4-5-272-15,3 1-320 0,1-4-388 16,-11 1-868-16,6-7-3425 0</inkml:trace>
  <inkml:trace contextRef="#ctx0" brushRef="#br0" timeOffset="29038.71">20574 16256 2600 0,'0'0'1304'0,"0"0"-576"0,0 0-428 16,0 0 156-16,0 0 40 0,0 0-52 16,0 0 1580-16,0 0-1076 0,0 0-560 15,0 0 232-15,12-19-28 0,-7 15-11 16,-5 1-53-16,4 3 188 0,-4 0-104 16,0 0-180-16,0 0-48 0,0 0-68 15,0 0-24-15,0 0-28 0,0 0-88 0,0 0-88 16,0 0-24-16,0 0-52 0,4 0 88 15,-4 0 0-15,0 0 40 0,3 0 48 16,-3 0 36-16,4 0 44 0,0 0 20 16,-4 0-16-16,0 0-60 0,4 0-36 15,-4 0-4-15,0 0-12 0,0 0 4 0,4 0-16 16,-4 0 0-16,5 0-36 0,-5 3 24 16,4 1-28-16,-1-1 4 0,1 0 0 15,0 0-28-15,4 0-68 0,-3 0 80 16,-1 1-48-16,-1-1 16 0,5 0 20 15,0 0-20-15,0 4-56 0,4 0-4 16,3-5 0-16,2 4 40 0,-2 0-36 16,6 5-8-16,-1-5-4 0,4 3 4 15,-1 3 0-15,5-1 12 0,0 1-8 0,4 1 4 16,-4 0 0-16,4 3 56 16,0-4-64-16,-4-2-40 0,3-1 40 0,1 1 8 15,-4-1 128-15,4 1-48 0,-4-4-40 16,0 4-48-16,4-3 136 0,-4 1-28 15,0 5-60-15,8-3 40 0,-1 3 32 16,5-1 52-16,0 4 632 0,0 0-376 0,-4-3-368 16,3 0-60-16,-2 2 0 15,-1-2 56-15,3 0 16 0,-7-4-60 0,4 0-8 16,-8 1-4-16,3 0 0 0,-3-1 0 16,-3-3 0-16,3 5 0 0,-4-5-8 15,-1 2 0-15,1 3 8 0,0-3 4 16,4 6 4-16,-4-1-4 0,-1 2 0 15,1-2 8-15,1 3 0 0,-5-3-8 16,3 2 48-16,1 1-48 0,0 0 4 16,0-3 0-16,-4-1 0 0,4 1 52 15,0-3-60-15,0-3 9 0,-1 2-9 16,1-4 0-16,-3 2 0 0,3 0 0 0,-5-4 0 16,5 3 0-16,-4 1 12 0,0 2-12 15,4-3-4-15,-4 1 4 0,3 3 4 16,1-1 8-16,-3 0-4 0,-1-2 40 0,-1 2-36 15,-2-2-4-15,2-1 0 0,-3 1 64 16,-4-5 52-16,0 5-124 0,0-4 4 16,-4 0 0-16,4 3 0 0,-8-2 4 15,4 3 40-15,-4-7-40 0,-1 2 0 16,-3-2 0-16,4 0-8 0,-4 3 0 16,0-3-4-16,0 0 0 0,0 0-4 15,0 0-4-15,0 0-244 0,0 0-229 16,0 0-199-16,0 0-120 0,-7 0-128 15,-1 0-488-15,0 3-1448 0,-20 3-4393 0</inkml:trace>
  <inkml:trace contextRef="#ctx0" brushRef="#br0" timeOffset="43289.349">22335 4032 236 0,'0'0'936'0,"0"0"-724"0,0 0-56 0,0 0-52 16,0 0 324-16,0 0-308 0,0 0-4 15,0 0 80-15,0 0 1172 0,9 6-352 16,-9-6-180-16,0 0-108 0,0 0 28 0,0 0 88 16,0 0 36-16,4 0-52 0,-4 0 0 15,0 0-43-15,0 0-129 0,0 0-168 16,0 0-104-16,0 0-104 0,0 0-76 16,0 0-40-16,0 0 40 0,0-3 24 15,0 3 16-15,0 0-44 0,0 0-36 16,0-3-12-16,0 3 12 0,0 0-24 15,0 0 12-15,0 0-64 0,0 0-24 16,0 0-24-16,0-3-40 0,4 3-140 0,-4-3-20 16,0 0 20-16,4-1 140 0,-1-2 72 15,1 0-68-15,0 2-4 0,0-3-64 16,1 7 64-16,-5-2-8 0,0 2 8 16,0 0 4-16,0 0 108 0,0 0 104 15,0 0 84-15,0 0 16 0,0 0 0 0,4 0-64 16,-4 0-52-16,0 0-52 0,0 0-24 15,0 0-12-15,0 0-24 0,0 0 24 16,0 0 24-16,0 0-24 0,0 0 0 16,0 0 48-16,0 0-24 0,0 0 28 15,0 0 44-15,0 2-84 0,0 3 0 16,0-3 0-16,0 5-52 0,0-1 0 16,-4 1-8-16,4 2 20 0,-5 1-20 15,5 2-56-15,0 1-8 0,0-1 0 16,0 7 0-16,0 0-4 0,0 4-56 0,0-1 56 15,9 4-64-15,-5 5 60 0,3 1-40 16,1 3-40-16,5 3 88 0,-6 4 12 16,1-1 52-16,0 0-64 15,0-3 0-15,0-3-64 0,-4-3 60 0,4-7-56 16,-3 0 60-16,2-2-12 0,-3-7-148 0,0-4 60 16,0 1-48-16,-4-3-36 0,4-1-40 15,-4-3-100-15,3-2-60 0,-3-2-112 16,0 2-36-16,0-1-156 0,0-3-348 15,0 4-656-15,0-4-985 0,-3 0-1943 0</inkml:trace>
  <inkml:trace contextRef="#ctx0" brushRef="#br0" timeOffset="48526.863">22415 1863 13041 0,'0'0'2344'0,"0"0"-1980"15,0 0-312-15,0 0-52 16,0 0 656-16,0 0 240 0,0 0-44 0,0 0-220 16,0 0-168-16,79 32-132 0,-51-25-76 15,4 2 52-15,-4-3 44 0,4 1-44 16,-4-4-104-16,4 0-44 0,0 0-100 16,0-3-60-16,8 0-36 0,-4 0-24 15,3-3-88-15,1-3-436 0,1-4-224 16,2 4-284-16,0-4-756 0,-10 7-2616 15,7-3-4157-15</inkml:trace>
  <inkml:trace contextRef="#ctx0" brushRef="#br0" timeOffset="49332.147">28276 2196 5228 0,'0'0'4924'0,"0"0"-3995"16,0 0-593-16,0 0 24 0,0 0 832 16,0 0 192-16,0 0-32 0,0 0-424 15,0 0-328-15,0 0-128 0,0 0-16 16,36 4 200-16,-20-4 80 0,3 3-200 15,9 1-240-15,0-2-212 0,8 2-84 0,1-1-96 16,2 0-28-16,9-3-36 0,4 2-96 16,4-2-540-16,7 0-412 0,1 0-928 15,-16 0-2620-15,20 0-3173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7:23:46.0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3553 1619 11265 0,'0'0'3068'0,"0"0"-2032"16,0 0-508-16,0 0 1012 0,0 0 76 0,0 0-612 16,0 0-368-16,0 0-344 0,0 0-108 15,0 0 60-15,-39 95-40 0,46-38 16 16,2 16 13-16,3 16 103 0,-5 10 100 16,2 6-228-16,-1 3-200 0,-1 3-4 15,-7-4 0-15,4-1-4 0,-4-8-12 16,0-13-280-16,4-18-84 0,-4-16-144 15,0-19-125-15,0-17-111 0,-4-11-52 16,0-11-432-16,-7-18-1464 0,2-1-4193 16,-10-41-1659-16</inkml:trace>
  <inkml:trace contextRef="#ctx0" brushRef="#br0" timeOffset="374.068">3334 1685 5044 0,'0'0'8417'0,"0"0"-7529"16,0 0-244-16,80-72 844 0,-52 59-356 15,4 4-364-15,0 6-204 0,4 3-72 16,-1 3-208-16,5 13-76 0,-4 9-64 16,0 10-68-16,0 9-68 0,-4 7-8 15,-8 0 8-15,-9 3 44 0,-6-4-52 16,-9 2-172-16,0-8 28 0,-13-3-92 16,-7 0-120-16,1-6 52 0,-5-2-116 15,-4-2-48-15,-4-6-28 0,0-3 48 16,0-3 112-16,0-3 52 0,1-10 44 15,-1-2 100-15,4-4 64 0,0-4 76 0,7-2 0 16,10-3 12-16,3-1 300 0,8 4-312 16,4 0 0-16,8 2 140 0,8 4 144 15,0 0-156-15,12 4 168 0,0 11 140 16,4 4 8-16,-1 6 12 0,5 8-112 0,0 7-108 16,0 4 204-16,-4 8-36 15,-1-4 24-15,-3-4-316 0,-8-6-100 0,0-9-12 16,-3-7-72-16,-6-6-12 0,1-7-64 15,-4-2-476-15,-4-4-260 0,4 0-324 16,-8-3-1640-16,0-3-3761 0</inkml:trace>
  <inkml:trace contextRef="#ctx0" brushRef="#br0" timeOffset="708.298">4171 2492 1864 0,'0'0'9985'0,"0"0"-8057"15,0 0-1356-15,80 77 840 0,-60-55 516 16,-1-6-472-16,2-7-672 0,-6-4-468 0,5-5-96 16,1-2 24-16,-2-14 0 0,5-10-60 15,-4-5-76-15,-1-7-108 0,-6-3-100 16,-1 0-352-16,-4 3-24 0,-8 6 72 0,0 6 60 16,-5 10 112-16,-10 4 96 0,-5 8-108 15,-8 4-4-15,-12 0 124 0,1 10 28 16,-10 6-12-16,2 4 108 0,7 5 208 15,0 6 116-15,8 7-104 0,4 6 76 16,8 7 44-16,5 4 52 0,7 2 36 16,4 0 84-16,4-3 12 0,4-3-308 15,7-7-216-15,6-9-124 0,-2-10-44 16,9-3-404-16,4-9 564 0,0-3-480 16,4-10-64-16,0 0-36 0,4-16-224 15,3-3-1024-15,-7 0-2568 0,16-16-3325 0</inkml:trace>
  <inkml:trace contextRef="#ctx0" brushRef="#br0" timeOffset="954.877">5108 2454 15877 0,'0'0'2748'0,"0"0"-2352"0,0 0 252 16,-77 44 552-16,49-25 77 0,1 1-405 15,3-1-256-15,8 0-108 0,0-6-136 16,9-1-240-16,2-2-132 0,1 1-120 16,4 0-48-16,0 5 0 0,9-1 48 15,2 4-4-15,5 3 76 0,-4 1 36 16,4-4-216-16,0 0-352 0,-1-3 0 0,-2-6-77 16,6-5-59-16,-2-5 8 0,3-5-272 15,-1-11-744-15,-2-7-980 0,-2 4-2297 16,2-19-4459-16</inkml:trace>
  <inkml:trace contextRef="#ctx0" brushRef="#br0" timeOffset="1624.813">5478 2451 4136 0,'0'0'7593'0,"0"0"-4925"15,0 0-2240-15,0 0 164 0,0 0 616 16,-88 44 272-16,73-31-432 0,-2 6-216 16,6 3-160-16,2 0-124 0,1 3-76 15,8 5-19-15,0-5-17 0,0 0-160 16,4-3-80-16,4-6-124 0,1-3-68 16,2-1-4-16,2-7-108 0,-2-5 36 0,10 0-4 15,-6-11-56-15,5-8-256 16,0-9-193-16,0-4-75 0,-4-3-52 0,-4-3 24 15,-1 6 132-15,2 4 48 0,-5 5 32 16,-1 11 88-16,-3 2 112 0,0 7 64 16,1 3 208-16,-1 0 224 0,0 9 148 15,-4 4 284-15,4 3-28 0,-1 3-76 0,-3 3-40 16,0 1 24-16,4 2 36 0,-4-4 49 16,0-4-37-16,4-1-148 0,-4-7-232 15,4-2-164-15,-4-7-40 0,5 0-60 16,-1 0-84-16,3-13-112 0,1-3-68 15,5-9-661-15,-2-3 557 0,6-14-596 16,-2 0-820-16,5-8-1192 0,-4 12-2109 16,0-26-4511-16</inkml:trace>
  <inkml:trace contextRef="#ctx0" brushRef="#br0" timeOffset="1788.305">5832 2000 4152 0,'0'0'11469'0,"0"0"-10065"15,0 0-1256-15,0 0 524 0,0 0 424 16,-11 73-52-16,7-35-56 0,0 9 33 15,0 8-317-15,4 2-64 0,0 6-60 16,12 0-108-16,-1 1-124 0,6-7-228 0,-6-3-120 16,6-9-124-16,-2-13-356 0,5-17-160 15,1-11-100-15,2-8-228 0,1-21-309 16,-4 0-979-16,4-36-3696 0</inkml:trace>
  <inkml:trace contextRef="#ctx0" brushRef="#br0" timeOffset="1969.574">6275 1762 5380 0,'0'0'11089'16,"0"0"-8993"-16,-9 66-1728 0,2-24 504 0,-1 15 836 15,-4 7-239-15,4 5-345 0,4 1-524 16,4 0-224-16,0 3-184 0,4 0-192 16,12 0-52-16,-1-3-56 0,6-3-268 15,-5-7-432-15,0-9-144 0,-5-10-56 16,-2-5-329-16,-5-9-883 0,-4-7-3264 0,-8 5-6185 15</inkml:trace>
  <inkml:trace contextRef="#ctx0" brushRef="#br0" timeOffset="2375.189">3319 3537 5548 0,'0'0'9437'15,"0"0"-7701"-15,0 0-740 0,0 0 544 16,0 0-424-16,0 0-628 0,0 0-308 16,0 0-20-16,0 0 168 0,83-14 221 0,-31 8 223 15,11 3-276-15,5-2-192 0,12 1-88 16,4 1-8-16,12-4-136 0,-1 1 12 15,12-1 0-15,5-2 24 0,8-4 168 16,7 1 172-16,8-1-256 0,5-6-36 16,8 3-36-16,-1-2 24 0,9-1-120 15,-10 2-24-15,6 5-60 0,-5 5 48 16,-3 3 12-16,-1 4-60 0,-7 4 48 16,-9 6-108-16,-3 2-48 0,-17 2-144 15,-7 0-172-15,-12 0 148 0,-16-2 180 0,-9-5 84 16,-16-1 56-16,-6-3-152 15,-17-3-120-15,-5 0-136 0,-2-3-216 0,-9-3-565 16,-1-1-651-16,-7-2-2048 0,0-3-2817 0</inkml:trace>
  <inkml:trace contextRef="#ctx0" brushRef="#br0" timeOffset="3733.024">10463 2080 6492 0,'0'0'4280'0,"0"0"-1499"0,0 0-1321 0,0 0-580 15,0 0 348-15,0 0 132 0,0 0-116 16,91 18-160-16,-55-18-400 0,7 0-87 16,9 0 43-16,8-6-180 0,4-1-84 15,0-2 48-15,3 0 128 0,-3-4-248 16,-4 3-124-16,-8-2-132 0,0 1-36 16,-9 3-12-16,-7-3-60 0,0 5-24 15,-8-2-184-15,-4 1-152 0,-4 3-136 16,-12 1-144-16,0 3-112 0,-5 0-245 15,-3 0-567-15,0 3-860 0,-3 4-1584 16,-13 5-1881-16</inkml:trace>
  <inkml:trace contextRef="#ctx0" brushRef="#br0" timeOffset="3953.988">10657 2144 1436 0,'0'0'9328'0,"0"0"-6979"15,0 0-865-15,-3 69 116 0,10-37-200 0,1 5-204 16,5 8-384-16,-2 2-76 0,6 5-92 16,-6 8-228-16,6 3-128 0,-6 7-164 15,1 3-39-15,0-2-81 0,0-2-4 16,-4-9-73-16,0-8-63 0,0-14-204 16,0-13-24-16,-4-6-208 0,-1-7-224 15,2-5-124-15,-5-7-528 0,0 0-1596 16,0 0-3365-16</inkml:trace>
  <inkml:trace contextRef="#ctx0" brushRef="#br0" timeOffset="4127.671">10817 2692 7764 0,'0'0'3044'0,"0"0"-1235"0,0 0-697 16,0 0 948-16,99-3-176 0,-71 6-328 0,4-3-404 15,0 0-252-15,0 0-315 0,-1-10-269 16,6 1-208-16,-1-4-108 0,-4 1-108 15,-1-1-172-15,-3-1-401 0,-8 9-319 16,0 2-276-16,-12 3-1076 0,0 0-3092 16,-8 19-4945-16</inkml:trace>
  <inkml:trace contextRef="#ctx0" brushRef="#br0" timeOffset="4291.654">11016 3041 7220 0,'0'0'4317'0,"0"0"-2081"15,0 0-664-15,0 0 156 0,0 0-116 16,0 0-348-16,0 0-116 0,0 0-395 16,104-18-353-16,-69 5-232 0,1-3-168 15,-4-3-72-15,5 0-509 0,-2 0-383 16,1 3-368-16,-8 3-924 0,8 0-4113 0</inkml:trace>
  <inkml:trace contextRef="#ctx0" brushRef="#br0" timeOffset="4775.252">11327 3565 4164 0,'0'0'744'16,"0"0"6169"-16,0 0-4693 0,0 0-704 15,0 0 252-15,0 0-200 0,0 0-280 16,0 0-324-16,0 0-344 0,0 0-255 16,0 0-125-16,0 17-44 0,-4 24 32 15,4 9-68-15,-4 11-28 0,4 1 36 16,0 9-48-16,0-4-56 0,0 6-60 15,0-1-4-15,-4 2 0 0,4-4-64 0,0-9-80 16,0-9-108-16,0-10-124 0,0-10-96 16,0-7-125-16,0-6-107 0,8-3-200 15,-4-2-684-15,4-6-1456 0,-4 5-4185 0</inkml:trace>
  <inkml:trace contextRef="#ctx0" brushRef="#br0" timeOffset="5358.346">11092 4705 4468 0,'0'0'7729'0,"0"0"-6109"0,0 0-468 16,0 0 324-16,0 0 28 0,0 0-348 15,0 0-444-15,-4 76-236 16,12-31-156-16,0 15-28 0,4 3 84 0,3 8 52 16,2 1-151-16,-6 2-141 0,6-5-136 15,-2-6-24-15,1-5-136 0,0-11-145 16,0-8-447-16,0-17-176 0,0-9-164 15,1-13-328-15,-2-10-612 0,1-6-2416 16,0-25-3189-16</inkml:trace>
  <inkml:trace contextRef="#ctx0" brushRef="#br0" timeOffset="5641.429">11662 4692 11269 0,'0'0'2624'0,"0"0"-2004"0,0 0-100 16,0 0 72-16,-100 36-40 0,64-11-148 15,-4 10 8-15,5 3-40 0,3 6-124 16,4 0-200-16,4 8 16 0,3-5-52 0,6-3 136 16,-1 2-84-16,4-13-60 15,8-1 80-15,0-6 104 0,4-10 20 0,0 0-60 16,0-4 12-16,8-2-24 0,4-1 72 16,4-2 88-16,8-1 232 0,-5 3-28 15,9-2-48-15,0-1-76 0,0 0-24 0,4 1-47 16,0-1-133-16,4 0-172 0,-1 5 0 15,2 1-172-15,-1 1-157 0,3 6-439 16,1 0-564-16,-3 6-416 0,-14-9-2332 16,9 16-3813-16</inkml:trace>
  <inkml:trace contextRef="#ctx0" brushRef="#br0" timeOffset="5958.247">11621 6010 5592 0,'0'0'10749'16,"0"0"-9765"-16,0 0-976 0,0 0 736 15,13 70 352-15,-9-33 176 0,0 5-296 16,-4 3-271-16,3-1-197 0,1 0-192 16,0 0-124-16,1 1-180 0,-5-4-12 15,4 4-4-15,0-3-44 0,0-1 0 16,-1-6-48-16,1-7-244 0,0-6-132 0,5-3-161 16,-5-9-195-16,0-1-284 0,3-5-476 15,-3 3-1124-15,-4-2-2961 0,0 5-3923 0</inkml:trace>
  <inkml:trace contextRef="#ctx0" brushRef="#br0" timeOffset="11207.944">11518 7261 548 0,'0'0'13969'0,"0"0"-11777"0,0 0-1944 15,0 0-36-15,0 0 460 0,0 0 104 16,112-19 256-16,-72 3-420 0,12 0-268 16,3-3-52-16,5-3 24 0,-1 0-160 15,1-3-80-15,-4-1-76 0,0 1 0 16,-4-1-124-16,-5 5-348 0,-7-6-40 0,-8 5-64 16,-4 6-172-16,-12 4-288 15,-4 1-408-15,-12 11-952 0,0 0-1521 0,-12 11-1351 16</inkml:trace>
  <inkml:trace contextRef="#ctx0" brushRef="#br0" timeOffset="11412.047">11649 7436 560 0,'0'0'8704'0,"0"0"-7116"16,9 67-235-16,-1-34 535 0,3 13-184 15,2 1-128-15,-2 10-264 0,5 4-368 16,-7 5-256-16,2 1-252 0,-3 3-120 15,1-3-180-15,-6-10-56 0,1-13-80 16,-4-9-48-16,0-13-112 0,0-12-80 16,0-7-200-16,0-3-244 0,0-10-300 0,-4-8-352 15,4-8-744-15,0-7-1124 16,0 8-1741-16,-3-13-483 0</inkml:trace>
  <inkml:trace contextRef="#ctx0" brushRef="#br0" timeOffset="11566.586">11642 7788 10648 0,'0'0'2453'15,"0"0"-1121"-15,0 0-612 0,0 0 272 0,0 0 248 16,48-77-200-16,-21 65-288 0,6-4-164 16,6-3 168-16,5 0-144 0,4-2-200 15,8-6-256-15,-1-1-44 0,5 0-112 16,0-5-64-16,-1 5-556 0,5 2-224 16,0 4-344-16,-4 7-340 0,-12 2-1548 15,12 6-4097-15</inkml:trace>
  <inkml:trace contextRef="#ctx0" brushRef="#br0" timeOffset="12548.27">16398 2940 6248 0,'0'0'5845'0,"0"0"-4885"0,0 0 60 16,0 0-60-16,0 0 172 0,0 0 168 15,0 0-88-15,0 0-220 0,0 0-304 16,0 0-68-16,0 0 96 0,65 0-23 15,-21 16-257-15,8 3-72 0,3-3 48 0,4-4-136 16,1-5-56-16,0-4-220 0,0-3 48 16,-4-6-96-16,0-7 24 0,-4-4-256 15,-1-2-240-15,-3 1-144 0,-8 1-161 16,-8 2-343-16,-8 2-916 0,-9 7-2316 16,-15 3-2193-16</inkml:trace>
  <inkml:trace contextRef="#ctx0" brushRef="#br0" timeOffset="12747.811">16614 3165 3952 0,'0'0'9109'0,"0"0"-8065"15,0 0-664-15,-16 95 328 0,20-46 764 16,4 5 64-16,0 9-144 0,4 6-376 16,0 7-336-16,0 4-228 0,0 3-147 15,0 6-65-15,0 0-228 0,-1-5-12 0,-2-3-8 16,3-9-320-16,-5-14-157 15,1-11-159-15,1-12-40 0,-5-13-176 0,0-9-344 16,-1-13-1280-16,1 0-2985 0,-4-10-4599 0</inkml:trace>
  <inkml:trace contextRef="#ctx0" brushRef="#br0" timeOffset="12915.703">16770 3819 10920 0,'0'0'5537'0,"0"0"-5041"0,0 0-484 15,0 0 512-15,95 23 452 0,-63-17 328 16,0-3-436-16,4-3-332 0,3 0-244 16,6-6-172-16,-6-1-120 0,5-5-256 15,-4 2-472-15,-4 4-348 0,-4-1-144 16,-8 7-680-16,-9 0-1272 0,-15 20-2593 0</inkml:trace>
  <inkml:trace contextRef="#ctx0" brushRef="#br0" timeOffset="13091.831">16917 4331 5348 0,'0'0'8233'0,"0"0"-6765"0,0 0-864 16,0 0 152-16,0 0 440 0,-28 65-280 15,44-65-364-15,8 0 112 0,12 0 276 16,7-12-368-16,9-1-196 0,8-9-316 16,4-3-52-16,-4-4-8 0,3 1-148 0,-7 3-484 15,4 2-332-15,-4 5-388 16,-12 5-1032-16,12 0-3309 0</inkml:trace>
  <inkml:trace contextRef="#ctx0" brushRef="#br0" timeOffset="14157.886">18913 2821 5500 0,'0'0'6949'0,"0"0"-5917"0,0 0-788 16,0 0-16-16,-8-69 292 0,8 66 352 16,0 0 360-16,-4 3-88 0,0 3-316 15,0 11-264-15,-4 4-208 0,-4 17-132 16,0 12 92-16,-7 13 52 0,-6 13-52 0,1 13 48 16,-8 14-120-16,-3 7-84 0,-9 14-160 15,-4 9-28-15,-4 12 20 0,-3 11-72 16,-5 6 80-16,-4 3 0 0,9-9 0 15,-5-11-156-15,11-18 60 0,6-22-28 0,3-20-156 16,12-18-136-16,0-23-144 0,12-13-140 16,1-17-252-16,2-11-224 0,5-17-924 15,1-2-2517-15,7-35-1915 0</inkml:trace>
  <inkml:trace contextRef="#ctx0" brushRef="#br0" timeOffset="14336.335">18554 3832 3968 0,'0'0'9289'0,"0"0"-8425"0,0 0-432 16,104-50 616-16,-60 39 728 0,8 5-368 15,0 4-132-15,3 2-248 0,-3 0-67 16,4 0-357-16,0-7-360 0,0-3-208 0,-1 1-36 16,-3-11-4-16,-9 1-180 0,6-6-216 15,-10 0-121-15,-3 3-207 0,-8-1-288 0,-4 4-444 16,-12 6-1476-16,-12 5-4253 0</inkml:trace>
  <inkml:trace contextRef="#ctx0" brushRef="#br0" timeOffset="14519.564">18937 3963 9700 0,'0'0'5157'0,"0"0"-4177"15,-16 94-412-15,12-53 180 0,4 14 628 16,0-1-16-16,0-1-296 0,0 1-456 15,0 0-404-15,4-3-204 0,-1-3-148 16,2-4-44-16,-1-2-404 0,4-13-320 16,-4-4-140-16,0-9-392 0,-4-10-908 0,3-3-1452 15,-3-6-1605-15</inkml:trace>
  <inkml:trace contextRef="#ctx0" brushRef="#br0" timeOffset="14669.008">18866 4305 13581 0,'0'0'2184'15,"0"0"-2020"-15,0 0 356 0,0 0 476 16,95-7 204-16,-59 4-232 0,3 3-148 16,10-6-248-16,-2-4-280 0,9-5-204 15,8-7-88-15,3-1-488 0,5-2-476 16,8 2-300-16,0 1-1020 0,-17 7-2356 16,37-5-5497-16</inkml:trace>
  <inkml:trace contextRef="#ctx0" brushRef="#br0" timeOffset="15027.456">21009 3419 13401 0,'0'0'1256'0,"0"0"-800"0,0 0 172 15,76 79 376-15,-48-35 868 0,-9 10-276 16,-6-2-524-16,-2 2-415 0,1-4-269 15,-3-1-216-15,2-5-172 0,-3-5-48 16,-1-9-256-16,2-7-329 0,-5-7-303 16,0-6-204-16,0-8-708 0,0-2-2324 15,-4-12-1753-15</inkml:trace>
  <inkml:trace contextRef="#ctx0" brushRef="#br0" timeOffset="15158.419">21021 3130 13253 0,'0'0'3844'0,"0"0"-3660"0,0 0-132 16,79-48 156-16,-47 30 56 0,4-1-264 15,-1 0-444-15,10 3-1072 0,-2 2-744 0,-6 2-2153 16,18 5-2827-16</inkml:trace>
  <inkml:trace contextRef="#ctx0" brushRef="#br0" timeOffset="15407.734">21806 3238 15397 0,'0'0'2180'0,"-28"64"-1428"16,12-32 36-16,-4 9 476 0,-4 0 24 0,0-3-399 16,8-6-453-16,9-6-268 15,7-8-168-15,0-6-12 0,15 2-108 0,9-7 84 16,12-5 36-16,8 1 12 0,3-3 32 16,2-5-44-16,-2 1-4 0,1 1 0 15,-8-1-56-15,-8 4 12 0,-1 0-28 16,-6 7-20-16,-5 5 12 0,-9 1 36 0,-3 6 44 15,-8 1 4-15,0 5-4 0,-15 6-120 16,-9 2-48-16,-4-3-104 0,-12 5-177 16,-4 1-191-16,0-1-224 0,-8 1-432 15,16-11-1360-15,-27 12-3377 0</inkml:trace>
  <inkml:trace contextRef="#ctx0" brushRef="#br0" timeOffset="15924.441">23559 3470 9428 0,'0'0'4925'16,"0"0"-4053"-16,0 0-256 0,0 0 28 16,-75-16 252-16,66 16 256 0,-3 0-440 0,0 10-368 15,-4 5-172-15,5 8-36 0,-6 5 68 16,2 10-8-16,2 7-12 0,-2-1-12 15,6 4-16-15,1-7-16 0,5-5-140 16,3-8-120-16,0-6-40 0,3-9-60 16,9-7-160-16,4-6-304 0,5-6 68 15,7-13-36-15,-1-11-68 0,1-7-40 0,4-8 44 16,-5 4 416-16,1 3 224 0,0 6 76 16,0 6 76-16,-3 8-72 0,-1 5 68 15,-5 9 216-15,-3 4-48 0,-4 4 300 16,1 9 228-16,-6 5-24 0,-3 5-188 15,4 0-116-15,-4 5-156 0,0-6-16 16,0 0-12-16,0-5-96 0,0-2-160 16,0-5-140-16,4-7-164 0,-1-3-236 15,6-3-272-15,2-11 32 0,2-11-52 16,3-13-260-16,-1-6-1336 0,-2 3-2713 16,2-29-2883-16</inkml:trace>
  <inkml:trace contextRef="#ctx0" brushRef="#br0" timeOffset="16118.323">24077 2438 7596 0,'0'0'7653'0,"0"0"-6733"0,0 0-444 15,8 95 248-15,-8-37 856 0,0 11 112 16,-4 15-379-16,-4 4-393 0,4 3-132 16,-1 5 8-16,5-1-336 0,0-2-340 15,0-8-120-15,5-8-96 0,3-8-244 16,7-15-200-16,2-6-28 0,7-13-52 15,-1-7-104-15,5-12-517 0,4-6-903 16,-8-10-1844-16,12-16-2273 0</inkml:trace>
  <inkml:trace contextRef="#ctx0" brushRef="#br0" timeOffset="16544.145">24563 3264 10316 0,'0'0'4877'0,"-56"92"-4061"15,28-32 0-15,-7 13 772 0,-6 9 156 16,9-5-200-16,9-8-547 0,7-15-477 0,8-12-496 16,8-13-24-16,0-14-168 0,11-8-52 15,10-7 28-15,3-19 120 0,4-13-172 16,11-10-313-16,-3-12-111 0,4-3-188 16,0 7-136-16,-4 3-80 0,-4 14 332 15,0 8 192-15,-4 9 136 0,0 13 8 16,-9 3 116-16,1 16 288 0,0 12 312 15,-8 5 220-15,0 11-48 0,0 6 24 16,-4 5-112-16,-4 8-124 0,3 0-24 0,-3 11 120 16,-4 2 40-16,0 6-16 0,0 4 96 15,-8-4 96-15,-3 4 16 0,-5-3-212 16,-8-4-95-16,4-6-101 0,-8-9-24 16,0-8-92-16,4-14-16 0,-4-10 24 15,5-17 48-15,-5-8-28 0,4-10-104 0,-4-16-100 16,4-13-44-16,1-16-124 0,2-15 88 15,1-11-100-15,12-8-157 0,1-1-111 16,3 1-60-16,4 6 192 0,7 5 244 16,5 8 36-16,4 3-356 0,0 6-356 15,4 3-540-15,4 4-840 0,-8 12-2629 16,12-6-4423-16</inkml:trace>
  <inkml:trace contextRef="#ctx0" brushRef="#br0" timeOffset="16660.736">25272 3679 11357 0,'0'0'8060'16,"0"0"-6896"-16,0 0-860 0,0 0 132 16,0 0-144-16,0 0-84 0,0 0-208 15,0 0 0-15,0 0-780 0,0 0-316 16,0 0-860-16,4 23-4200 0</inkml:trace>
  <inkml:trace contextRef="#ctx0" brushRef="#br0" timeOffset="17507.582">26010 3746 12593 0,'0'0'2288'0,"0"0"-1784"0,0 0-140 16,0 0 880-16,90 31 92 0,-42-20-104 16,5-5-228-16,6-4-240 0,5-2-203 15,7-2-233-15,-3-15-184 0,0 3-132 16,0-12-12-16,-8 1-120 0,0-5-341 15,-9 2-207-15,-7 3-176 0,-4-1-208 16,-12 0-664-16,-13 12-2828 0,-6-9-4765 0</inkml:trace>
  <inkml:trace contextRef="#ctx0" brushRef="#br0" timeOffset="18142.507">27084 2838 11477 0,'0'0'5840'0,"0"0"-5284"0,0 0-356 16,80 41 216-16,-52-22 164 0,0 0 548 16,0 4-276-16,0-5-352 0,4 1-208 0,0 4-83 15,0-4-113-15,4 0-84 0,-5 3 32 16,1-3-44-16,0 4-72 0,0 2 0 16,-4 4 8-16,0 6 64 0,-4 0 0 15,-8 3-104-15,-9 0-93 0,-7 4-143 16,0 2 48-16,-11 6 0 0,-10 7-24 0,-7 7-52 15,-11 3-156-15,-5 5-140 0,-12 5-136 16,-3 2-104-16,-9 1-388 0,1-4-856 16,14-22-2093-16,-27 16-2543 0</inkml:trace>
  <inkml:trace contextRef="#ctx0" brushRef="#br0" timeOffset="20630.78">28061 2594 4560 0,'0'0'10101'0,"0"0"-8765"16,0 0-1020-16,0 0-164 0,0 0 344 16,80-3 1128-16,-41 12-188 0,1 1-448 15,8-4-416-15,0-1-267 0,4-5-73 16,0 0-52-16,4-2-108 0,-5-10-72 15,5-4-4-15,-8-6-408 0,-1 2-133 16,-2-2-55-16,-13 3-192 0,-4 0-544 16,-17 9-1480-16,-11 1-3125 0</inkml:trace>
  <inkml:trace contextRef="#ctx0" brushRef="#br0" timeOffset="20803.15">28332 2895 11177 0,'0'0'4356'0,"8"87"-3904"15,-1-37-292-15,6 7 444 0,-1 10 1060 16,-5 0 44-16,2-8-492 0,-5-1-583 16,0-10-437-16,0-4-196 0,3-6-136 15,-2-10-229-15,3-5-303 0,-4-10-160 16,0-5-264-16,-4-4-464 0,0-4-1264 16,0 0-2865-16,-4-12-2871 0</inkml:trace>
  <inkml:trace contextRef="#ctx0" brushRef="#br0" timeOffset="20956.628">28463 3270 13953 0,'0'0'1680'0,"0"0"-1228"15,0 0-148-15,104 0 508 0,-72 0 204 16,-4 0-316-16,-5 0-220 0,2-3-344 16,-5 0-136-16,-5-1-144 0,2 1-484 15,-10 3-408-15,-3 0-344 0,-4 3-932 0,0 4-2833 16,-15 15-2099-16</inkml:trace>
  <inkml:trace contextRef="#ctx0" brushRef="#br0" timeOffset="21107.688">28400 3629 13061 0,'0'0'2296'0,"0"0"-1644"16,0 0-36-16,0 0 812 0,80 53-36 0,-41-53-108 16,13-3-324-16,4-12-459 0,12-14-197 15,-1-10-160-15,1-5-144 0,-1-6-252 16,-3-7-329-16,-4 0-175 0,0-1-316 15,-8 1-772-15,-16 16-2164 0,12-16-2477 0</inkml:trace>
  <inkml:trace contextRef="#ctx0" brushRef="#br0" timeOffset="21455.189">29698 2314 9320 0,'0'0'6809'16,"0"0"-5729"-16,0 0-748 0,-23 89 92 15,3-41 376-15,-4 15 488 0,-4 7-212 16,0 9-275-16,-4 14-329 0,-4 5-120 16,4 6-96-16,-3 5-76 0,-5 1-92 0,3 2-88 15,2-7-48-15,3-1 0 0,0-8-24 16,13-13 24-16,2-11-160 0,10-14-288 16,3-20-85-16,4-16-175 0,0-16-232 15,4-6-448-15,7-22-360 0,2 0-1076 16,6-36-2381-16</inkml:trace>
  <inkml:trace contextRef="#ctx0" brushRef="#br0" timeOffset="21679.567">29926 2670 13609 0,'0'0'2488'0,"0"0"-1672"0,-4 69-132 16,-1-20 464-16,-6 8 448 0,3 9-160 0,-5 0-491 15,6 5-329-15,3-2-216 0,4 5-84 16,0-1-184-16,0 0 12 0,8-3 0 16,-5-7-144-16,6-10-12 0,3-8-324 15,-1-10-304-15,10-9-220 0,3-10-209 16,4-13-247-16,7-10-524 0,5-21-640 16,-8 3-2993-16,20-40-4327 0</inkml:trace>
  <inkml:trace contextRef="#ctx0" brushRef="#br0" timeOffset="21924.666">30579 2863 8220 0,'0'0'7529'16,"0"0"-6561"-16,0 0-844 0,0 0 460 15,-99 51 248-15,54-19 532 0,-2 4-300 16,-1 5-456-16,-4 0-328 0,5 6-160 16,2-2-120-16,6 2 4 0,7 1 84 15,4-1-88-15,12 1-36 0,4-6-64 16,8-4 28-16,4-4 72 0,4-2 24 0,12-7-12 15,4-2 36-15,7 0 28 0,5-9-64 16,5 0 40-16,-1-2-52 0,3-5-184 16,1-1-204-16,0-3-196 0,0 1-176 15,-1 5-96-15,2 0 80 0,-2 1 120 16,-7 3-1648-16,4 9-3593 0</inkml:trace>
  <inkml:trace contextRef="#ctx0" brushRef="#br0" timeOffset="22607.831">28519 5201 1580 0,'0'0'2816'0,"0"0"3472"0,0 0-4759 15,0 0-533-15,-39-70 48 0,22 53 344 16,2 6-132-16,-5 0-300 0,-1 5-340 15,2-1-136-15,-1 7-60 0,4 0-4 16,0 10 172-16,0 6-100 0,4 10-136 0,-4 11-36 16,4 8-24-16,4 9 1 0,4 7 31 15,0-4 40-15,4 0-84 0,0-10-184 16,4-8-84-16,4-11-12 0,0-9-4 16,4-9-116-16,4-10-24 0,0-7 132 15,8-15-40-15,3-13-44 0,6-9-292 16,-6-7-205-16,1 0 21 0,-8 4 144 0,1 5-20 15,-10 7 68-15,1 7 96 0,-4 6 52 16,0 2 112-16,-4 7 68 0,4 6-8 16,-4 7 60-16,0 7 232 0,0 10 404 15,0 8-72-15,4 3-164 0,-4 7-56 16,3-3-68-16,2 3 89 0,-5-7-61 16,4-2-108-16,-1-4-196 0,2-6-36 15,-5-6-88-15,4-4-188 0,-4-6-481 16,3 0-143-16,-2-3-108 0,3-7-1056 0,-4 1-2304 15,0-14-2509-15</inkml:trace>
  <inkml:trace contextRef="#ctx0" brushRef="#br0" timeOffset="22917.113">28806 5185 13241 0,'0'0'1952'16,"0"0"-1336"-16,0 0 524 0,0 79 472 15,0-51-152-15,0-3-132 0,-4 1-355 16,0-3-429-16,4-8-280 0,0-2-264 15,0-4-180-15,0-5-184 0,8-1-268 16,0-3-85-16,4-3-27 0,0-7 108 16,0-6 36-16,4-4-88 0,0-1-52 15,-1 2 132-15,2 3 308 0,-6 7 192 16,6 2 108-16,-2 2 148 0,-2 5 276 16,-2 0 72-16,1 5 0 0,0 2 68 0,0 2-48 15,1 3-24-15,-6 5-112 0,-3 2 20 16,4 0-60-16,-4 3-84 0,-4 4 12 15,0-1-11-15,0 0-77 0,0-3-92 16,0 1-88-16,0-7-72 0,0-4-64 0,0-5-181 16,5-4-363-16,-2-3-176 0,5-6-24 15,4-5 80-15,8-8-464 0,0-9-1416 16,0 6-1881-16,11-19-1747 0</inkml:trace>
  <inkml:trace contextRef="#ctx0" brushRef="#br0" timeOffset="23274.52">29376 5303 10544 0,'0'0'3957'0,"0"0"-3261"0,-4 72-168 16,0-40 316-16,-4 3 560 0,-4-4 112 16,4-6-160-16,4-6-628 0,0-8-460 15,4-5-183-15,0-6-73 0,0-6-12 16,8-13-121-16,4-11 49 0,4-11 48 16,4-6-344-16,-4-8-192 0,3-2 0 0,-2 4 36 15,3-7 132-15,-5-1-16 0,6-6-120 16,-6-3-4-16,-2-2 72 0,-6-1 36 15,1 9 264-15,-4 7 160 0,0 12 260 0,1 14 240 16,-5 8 168-16,0 14-40 0,0 6-76 16,0 3-48-16,0 6-152 0,0 13-228 15,0 10 204-15,0 5 136 0,0 15-100 16,0-2 61-16,-5 10 171 0,5 3-88 16,0 4-108-16,0 6-100 0,0-4-20 15,0 3-112-15,0-1-168 0,5-8-36 16,-5-2-96-16,0-4 20 0,3-4-32 15,-3-5-228-15,0-1-52 0,4-9-96 16,-4-3-76-16,0-7-145 0,4-3-187 0,0-9-336 16,0-7-688-16,4-6-1136 0,-4 0-2009 15,8-12-3031-15</inkml:trace>
  <inkml:trace contextRef="#ctx0" brushRef="#br0" timeOffset="28025.331">30484 4388 8764 0,'0'0'4105'0,"0"0"-3185"0,0 0-236 0,0 0 440 16,0 0 240-16,0 0-60 15,0 0-244-15,0 0-180 0,0 0-380 0,0 0-96 16,-28 8 421-16,39 41 23 0,6 11-168 16,2 13-136-16,-3 6-196 0,1 6-156 15,-6 8-36-15,1 3-68 0,-3 5-80 16,-6 1-8-16,-3-1-16 0,0-5-212 15,0-11-144-15,0-5 8 0,0-17-60 16,0-12 52-16,4-13-52 0,8-19 48 16,0-16-161-16,4-6-215 0,8-19-384 15,4-16-648-15,-9 3-1380 0,13-39-3397 0</inkml:trace>
  <inkml:trace contextRef="#ctx0" brushRef="#br0" timeOffset="28323.961">31089 4594 12881 0,'0'0'1592'0,"0"0"-1012"0,0 0-64 0,0 0 416 16,0 0-284-16,0 0-400 0,-107 57-100 15,67-16-148-15,-1 7-36 0,2 3 36 16,-1 6-60-16,5 0-52 0,-2-3 100 16,10-3 12-16,-1-10 0 0,8-8 12 15,3-8 136-15,10-6 36 0,3-7-60 16,4 1-120-16,4 0-4 0,3-1 100 15,10 4 48-15,7 0 312 0,4 0-56 16,4 0 52-16,7-1 20 0,5 1-144 16,0 0-88-16,-1-7-236 0,6 2 0 15,-6-3-4-15,1-4-4 0,-4 3-84 0,0-7-40 16,-9 3-352-16,1-3-152 0,0 0-232 16,-4 0-256-16,0 0-764 0,-12-3-1352 15,9-8-3569-15</inkml:trace>
  <inkml:trace contextRef="#ctx0" brushRef="#br0" timeOffset="28625.169">32133 4356 14473 0,'0'0'2004'16,"0"0"-1008"-16,0 0 276 0,0 0-104 15,0 0-204-15,0 0-176 0,0 0-371 0,0 0-201 16,-100 101-32-16,65-49-4 0,-5 14-36 16,-1 7-68-16,-2 13 32 0,0 9-60 15,-6 10 48-15,-3 3 0 0,-8 9-84 16,1 1 72-16,-9-1-84 0,-3-2-100 16,7-4 40-16,0-3-24 0,8-14-12 15,8-5-124-15,9-6-108 0,7-13-56 0,8-17-117 16,8-14-23-16,7-17-48 0,6-12-136 15,3-10-152-15,8-10-312 0,8-12-388 16,8-10-776-16,-9 4-1997 0,17-29-3183 0</inkml:trace>
  <inkml:trace contextRef="#ctx0" brushRef="#br0" timeOffset="28974.185">31822 5159 11865 0,'0'0'1296'0,"0"0"-980"0,0 0-304 16,0 0 892-16,0 0 280 0,0 0-176 15,24 67-212-15,-20-51-300 0,0-1-148 16,4-2-116-16,0-4-96 0,0-2-24 0,0-4 48 16,-5 4 0-16,6-7-24 0,-5 0-4 15,0 0-8-15,0 0 48 0,3-4 404 16,2-4-112-16,3-6-244 0,-5 1-124 0,10-6-92 15,-6 1 0-15,6-5-4 0,-6 4-8 16,6 2 0-16,-2 3-4 0,6 1 0 16,-2 3-72-16,1 3 32 0,0 4-20 15,0 3 12-15,4 0-12 0,-4 0 72 16,4 0 0-16,-5 3-96 0,6 1-136 16,-5-1-268-16,-1 1 192 0,-2-1 124 15,-6-3-604-15,-3 3-360 0,-3-3-192 16,-5 0-540-16,0 0-688 0,0 0-1597 15,-17 0-1887-15</inkml:trace>
  <inkml:trace contextRef="#ctx0" brushRef="#br0" timeOffset="29216.001">31889 5251 5348 0,'0'0'7309'0,"0"0"-6301"0,0 0-576 0,0 0 644 15,0 85 180-15,0-49-24 0,0 2-144 16,5 3-116-16,-1 6-240 0,-4 8-196 16,4 2-72-16,-4 10-88 0,0 3-143 15,0 3-173-15,0-1-60 0,-8 2 0 16,3-8-60-16,2-6-28 0,-1-12-165 16,0-7-115-16,4-15 4 0,0-11 12 15,0-5-248-15,4-10-308 0,3-3-360 16,2-10-704-16,-1-9-620 0,-4 3-2885 0,8-22-679 15</inkml:trace>
  <inkml:trace contextRef="#ctx0" brushRef="#br0" timeOffset="29360.247">32029 5778 10949 0,'0'0'3932'0,"0"0"-2356"16,0 0-568-16,0 0 376 0,0 0-316 16,96-25-252-16,-64 22-168 0,3-7-43 0,6 4-253 15,-1-4-228-15,7 1-124 0,5-3-64 16,0-2-408-16,-5 5-465 0,2-1-175 15,-6 7-408-15,-11 0-1576 0,0 3-5441 0</inkml:trace>
  <inkml:trace contextRef="#ctx0" brushRef="#br0" timeOffset="29947.434">27874 7880 10032 0,'0'0'5101'16,"0"0"-3905"-16,0 0-560 0,-8 80-24 16,12-46 536-16,0 8-92 0,3-2-224 15,2 2-296-15,-1 0-220 0,0-8-208 0,-1-4-108 16,6-5-108-16,-6-10 24 0,-3-3-224 16,4-8-324-16,-3-4-128 0,-1 0-60 15,-4-9-380-15,4-1-1112 0,-4-25-3253 0</inkml:trace>
  <inkml:trace contextRef="#ctx0" brushRef="#br0" timeOffset="30107.427">27890 7299 15193 0,'0'0'1980'0,"0"0"-1260"0,0 0-16 15,0 0-88-15,0 0-408 0,0 0-196 0,0 0-12 16,107-19-72-16,-67 13-308 0,8 3-264 15,-1-1-656-15,-6 4-1112 0,15 4-3081 16</inkml:trace>
  <inkml:trace contextRef="#ctx0" brushRef="#br0" timeOffset="30374.102">28508 7464 11249 0,'0'0'1668'16,"0"0"-740"-16,0 0 228 0,-13 89 240 15,5-64 160-15,-3 1-252 0,2-6-212 16,5 1-472-16,0-5-268 0,0 1-132 15,4-6-64-15,0-1-56 0,4-1-100 0,0 1-44 16,4-3-8-16,4 2 4 0,0-2 0 16,1 2 40-16,-2-3 8 0,1 7 0 15,0-4 0-15,-4 4 60 0,4 0 4 16,-4 0 56-16,4 2-115 0,-8 2-1 0,0 2 44 16,-1-1-48-16,-3 2-8 0,-7 2-201 15,-5 3-79-15,-4-3-116 0,-7 0-60 16,2 0-132-16,-7 2 104 0,4-6-96 15,0-5-16-15,5-1-52 0,-1-2-528 16,8-10-492-16,3 0-908 0,5-10-3017 0</inkml:trace>
  <inkml:trace contextRef="#ctx0" brushRef="#br0" timeOffset="30807.386">29707 7610 12057 0,'0'0'2308'16,"0"0"-1688"-16,0 0 200 0,0 0 720 0,0 0-180 15,0 0-184-15,-92 0 144 0,64-3-479 16,0 3-345-16,0 0-172 0,0 0-116 16,4 0-64-16,0 6-84 0,5 7-12 15,-1 10-48-15,4 6 0 0,4 4-12 16,0 16 0-16,4 4 8 0,3 2 4 15,5-5 60-15,0 1-56 0,5-13-4 16,3-9-60-16,0-8-84 0,3-10-24 16,10-11-88-16,-5-7 172 0,7-16 12 15,1-8-112-15,4-7-204 0,-4-13-145 0,0 1-39 16,0-8-52-16,-4 8 136 0,0-4 132 16,-4 9 172-16,-4 8 172 0,0 7-72 15,-5 14 32-15,2 7 52 0,-5 9 184 16,4 6 224-16,-4 10 212 0,3 10 112 15,-3 2-256-15,5 7-123 0,-1 0-13 16,-5 3 12-16,1-6 0 0,0 0-112 0,5-11-152 16,-5-5-88-16,3-9-192 0,5-4-76 15,0-6 52-15,4-13-76 0,-4-5-205 16,8-15-307-16,-8-5-296 0,4-7-680 16,0-2-2112-16,-4 11-1853 0,4-24-1655 0</inkml:trace>
  <inkml:trace contextRef="#ctx0" brushRef="#br0" timeOffset="31006.862">29930 6848 13537 0,'0'0'2136'0,"0"0"-1516"0,0 0 40 0,0 0 12 15,0 0-4-15,0 0 672 16,0 0-192-16,11 115-332 0,-7-54 9 0,-4 11-241 16,0 7-172-16,4 7-76 0,-4 3-108 15,5-1-172-15,3 2-56 0,-1-5-352 0,6-2-132 16,-2-13-228-16,5-10-285 0,0-18-75 15,5-17-240-15,-2-12 20 0,5-13-496 16,4-13-928-16,-8-2-2153 0,20-25-1587 0</inkml:trace>
  <inkml:trace contextRef="#ctx0" brushRef="#br0" timeOffset="31374.927">30480 7489 4788 0,'0'0'5020'16,"0"0"-3135"-16,0 0-97 0,0 0 440 15,0 0-128-15,0 0-600 0,0 0-396 16,-84 42-240-16,52 9-95 0,0 12 151 15,0 3-112-15,4 5-204 0,0-8-24 0,13-9-280 16,2-12-208-16,10-14-92 0,3-12-96 16,0-10-72-16,3-6-72 0,10 0 56 15,2-13 172-15,6-5-108 0,2-11-12 0,-3-3-108 16,0-3-4-16,-4 0-68 0,4 3-52 16,-5 4 28-16,6 2 44 0,-1 8 36 15,-5 4 40-15,6 11 8 0,-6 3 196 16,5 17 12-16,-3 5 72 0,-2 9 28 15,5 10-28-15,-4 4 0 0,0 2-68 16,-4 8 80-16,0 3-12 0,0 1 64 16,-8 11 20-16,0 3 64 0,-4 2 68 15,-4 3-8-15,-4 0-28 0,-8-4-24 16,0-4-68-16,0-3-40 0,-3-7 12 16,-6-6-72-16,5-7-48 0,1-12-8 15,-1-9 0-15,-4-10 8 0,3-13-12 16,2-6-276-16,-5-16-196 0,4-13-12 0,0-16-72 15,4-12-60-15,-3-13-261 0,2-13-443 16,6-9-932-16,7-1-1728 0,-1 21-1169 16,5-28-1779-16</inkml:trace>
  <inkml:trace contextRef="#ctx0" brushRef="#br0" timeOffset="31690.669">30647 7788 9956 0,'0'0'2381'0,"0"0"-801"15,0 0 76-15,0 0-100 0,84 29-244 16,-73-22-44-16,2-5-132 0,-2 1-312 15,1-3-347-15,4-10-137 0,5-5-64 16,2-14-128-16,5-10-148 0,4-8-260 16,-1 1-8-16,1-6 160 0,0 4-585 0,-4 11 181 15,-8 2 136-15,-4 6 132 0,-8 11 84 16,-8-2 160-16,0 10 52 0,-16 4-44 16,-3 6-8-16,-9 6 244 0,4 13-88 15,-4 13-68-15,0 9-16 0,4 9 136 16,4 8 96-16,4 9 181 0,4 0-73 15,4 2-120-15,4 2-12 0,0-3-28 16,4-3-36-16,4-12-44 0,8-11-172 16,0-16-44-16,8-7-128 0,-1-17-80 0,9-2 72 15,0-15-28-15,4-14-60 0,0-13-264 16,0-11-233-16,0-8-347 0,-4-8-756 16,4-4-1156-16,-8 15-2849 0,8-31-2299 0</inkml:trace>
  <inkml:trace contextRef="#ctx0" brushRef="#br0" timeOffset="32098.904">31376 6797 12389 0,'0'0'4052'16,"0"0"-3120"-16,0 0-484 0,0 0 204 15,4 76 836-15,-8-18-124 0,-4 8-75 16,-4 17-369-16,4 6-76 0,-3 6-180 16,-2 7-220-16,5-4-228 0,-4-2-216 15,8-4-48-15,0-13-156 0,0-9-204 16,4-14-64-16,0-17 88 0,4-13 128 15,4-14 100-15,4-10-192 0,0-2-88 0,4-14 228 16,4-12 88-16,0-6 60 0,0-8-124 16,-1-6-80-16,6 2 80 0,-5 3 27 15,-1 9 33-15,1 7 16 0,-3 8-12 16,-6 11 120-16,1 6 96 0,-3 11 393 16,-2 8-93-16,1 2-92 0,-4 8-108 15,-4 0-88-15,0 2 84 0,0-2 64 0,0 2-40 16,-4-1-36-16,-4-2-8 0,1 0-40 15,-2-5-24-15,-3-2-12 0,9-4-12 16,-1-8-36-16,0-6 24 0,4-3 36 16,0 0-96-16,0-6 0 0,0-7-12 15,0-6-144-15,4-9-72 0,-4-7 72 16,4 0 24-16,-1-4-256 0,1 8-12 16,0 6 76-16,-4 9-76 0,0 2-84 15,4 9-101-15,-4 5-475 0,0 0-1160 16,-4 9-1896-16,4-2-1625 0,-11 14-2107 0</inkml:trace>
  <inkml:trace contextRef="#ctx0" brushRef="#br0" timeOffset="32824.142">31886 7563 13449 0,'0'0'2740'16,"0"0"-1736"-16,0 0-756 16,0 0 172-16,0 0 208 0,0 0 616 0,0 0-476 15,0 0-244-15,0 0-232 0,28 91-36 16,-25-56 25-16,-3 4-101 0,0-1-20 16,0 0-100-16,-7-4-48 0,-1 2 36 15,0-4-36-15,0-10 36 0,0-3 0 16,0-3-36-16,0-7 76 0,8-6 56 15,-4 0 48-15,4-3-20 0,0 0 116 16,0-9 28-16,0 0-136 0,4-10-168 16,4-11-12-16,0-3 92 0,3-9-92 0,6-3-48 15,-1 4-96-15,4-3 24 0,-4 6 36 16,3 2-88-16,-2 5-312 0,-2-1-252 16,2 4-93-16,-6 2-231 0,6 3-992 15,-10 9-2368-15,5-3-2881 0</inkml:trace>
  <inkml:trace contextRef="#ctx0" brushRef="#br0" timeOffset="32981.451">32237 7575 12525 0,'0'0'3832'0,"0"0"-3508"0,0 0-176 16,0 0 884-16,15 89 840 0,-15-60-32 16,0-4-371-16,0 0-709 0,-4-2-504 15,4-7-256-15,-3 3-48 0,-1-7-244 0,0 4-120 16,0-7-240-16,-1 5-381 0,-3-9-475 15,5-1-856-15,-5-4-1652 0,-5 0-2953 0</inkml:trace>
  <inkml:trace contextRef="#ctx0" brushRef="#br0" timeOffset="33149.733">32136 7372 15897 0,'0'0'3020'16,"0"0"-2052"-16,0 0-296 0,0 0-60 15,0 0 493-15,0 0-173 0,0 0-740 16,0 0-192-16,0 0-420 0,0 0 164 16,0 0-180-16,53-16-401 0,-37 16-311 0,-4 0-1024 15,-5 0-2536-15,-3 13-4193 0</inkml:trace>
  <inkml:trace contextRef="#ctx0" brushRef="#br0" timeOffset="33961.404">32791 7657 12329 0,'0'0'2036'0,"0"0"-1352"16,0 0-244-16,0 0 64 0,0 0 148 0,0 0 320 15,-84-53 16-15,63 53-472 0,10 0-96 16,-6 3-104-16,2 9-120 0,-1 7-24 16,4 7-60-16,-3 9-40 0,2 7 88 15,1-5 68-15,4-2 16 0,0-5-60 16,8-12-64-16,0-5-120 0,0-7-84 0,0-3-48 16,8-3-28-16,0-3-192 0,8-6-16 15,0-8 88-15,0-5-16 0,8-6-44 16,-4-1-116-16,3-3-76 0,-2 4 28 15,3 6 268-15,-4 3 88 0,-5 6 72 16,2 6 76-16,-6 7 148 0,1 0 412 16,-3 17 128-16,-5 1 76 0,-1 4-68 15,1 10-232-15,0-3-172 0,-4 0-24 16,0-4-12-16,4-6-112 0,-4-3-144 16,4-6-64-16,4-7-168 0,0-3-72 15,4 0-220-15,0-6-184 0,4-10-272 0,4-4-828 16,-8 5-2364-16,8-14-3481 0</inkml:trace>
  <inkml:trace contextRef="#ctx0" brushRef="#br0" timeOffset="34154.044">33205 7536 6856 0,'0'0'6757'0,"0"0"-5765"0,0 0-324 0,0 0 564 15,0 0 248-15,0 0-124 0,0 0-232 16,0 0-708-16,0 0-372 0,-64 71-40 15,52-52 88-15,4 4-52 0,4-8-40 16,4 1-144-16,0 0-40 0,0-6 64 16,0 2 20-16,8-2-108 0,0-4-560 15,0 1-280-15,0-5-672 0,-5-2-1448 16,6 4-3925-16</inkml:trace>
  <inkml:trace contextRef="#ctx0" brushRef="#br0" timeOffset="55240.687">25997 3194 3892 0,'0'0'728'0,"0"0"-272"16,0 0-24-16,0 0-32 0,0 0-72 15,0 0 3712-15,0 0-2607 0,-84 0-765 16,72 0 60-16,5 0 392 0,-6 0-300 16,2 0 24-16,-1-3 48 0,3 3-36 15,-2-3-52-15,3 3 120 0,4 0-164 16,4-4-128-16,-5 4-192 0,5 0-172 16,0 0-100-16,0 0-20 0,0 0-15 0,0 0-25 15,5 0-44-15,-1 0-56 0,0 0 0 16,8 0 0-16,4 0 76 0,3 0 12 0,13 0-88 15,5 0 76-15,6-7-76 0,5-1-4 16,0-5 0-16,4-3-4 0,4 3-12 16,-1-6 12-16,5 0 0 0,3 0-4 15,6-3 4-15,-2 0-120 0,5-1 60 16,-1-3-160-16,-2 5-9 0,-6 2 9 16,-7-1-72-16,-9 7 72 0,-7 7-168 15,-8 0-28-15,-4 3 12 0,-12 3 24 16,0 0-36-16,-8 0-16 0,-4 0-136 15,0 3-312-15,-4 0-536 0,0 4-596 16,-4-1-1165-16,-24 7-3567 0</inkml:trace>
  <inkml:trace contextRef="#ctx0" brushRef="#br0" timeOffset="56757.988">26830 2486 6292 0,'0'0'6321'0,"0"0"-5377"15,0 0-572-15,0 0-108 0,0 0 244 16,0 0 436-16,0 0 48 0,0 0-280 16,0 0-204-16,0-7-148 0,0 7-92 0,0 0-44 15,0 0-52-15,0 0-60 0,0 0 8 16,0 0 4-16,0 0-52 0,0 7 76 15,0-1 12-15,0 4 24 0,4 2-12 16,-1 1-36-16,6-1-4 0,-1 1-72 16,0-2-8-16,4 1 44 0,0 1 0 15,4-5-44-15,-1 3-48 0,2-2 56 16,-2-4-52-16,6 6 4 0,-6-2-12 16,1 1 0-16,4-1-4 0,0 1 4 0,0 6 0 15,0-4-12-15,0 7 0 0,4-3-100 16,-5 7-168-16,5-4-48 0,-3 2-112 15,-2 4-116-15,1-1-36 0,-3 1-100 16,-2 0-200-16,1 1-164 0,-4-3-472 16,-4-4-1308-16,0-5-4065 0</inkml:trace>
  <inkml:trace contextRef="#ctx0" brushRef="#br0" timeOffset="91389.184">1064 9197 9972 0,'0'0'4973'0,"0"0"-4345"0,0 0-500 16,0 0-92-16,0 0 556 0,0 0 172 15,0 0 228-15,0 0-228 0,0 0-272 16,11 71-100-16,-3-33-100 0,5 3-12 0,-2 11 52 16,1 6-88-16,0 13-36 15,0 8-112-15,-4 7-92 0,4 6-4 0,-8 6 0 16,0 1-40-16,0 0 40 0,-4-4 84 16,0-7-80-16,-4-5 56 0,0-12-60 15,0-15 0-15,0-12-4 0,-1-15-4 16,2-13-160-16,-1-13-176 0,4-3-192 0,-4-9-148 15,0-14-424-15,-4-15-804 16,0 0-1132-16,-12-48-3289 0</inkml:trace>
  <inkml:trace contextRef="#ctx0" brushRef="#br0" timeOffset="91612.815">1008 9213 12585 0,'0'0'1984'0,"0"0"-1792"0,0 0 588 15,0 0 588-15,0 0-92 0,0 0-460 0,91-44-228 16,-67 41-184-16,0 0-100 16,0 3-132-16,4 0-168 0,-4 6 56 0,-1 4-20 15,-3 5-40-15,1 8 0 0,-6 5-4 16,-6 7-84-16,-2 3-156 0,-7 4-36 16,0-3-16-16,-7 1 52 0,-6-5 24 0,-2-3-16 15,-2-7-168-15,-3-3-52 0,1-6-324 16,-1-3-56-16,0-3-132 0,0-8-360 15,0-2-288-15,4 0-1245 0,0-6-1927 16,0-13-135-16</inkml:trace>
  <inkml:trace contextRef="#ctx0" brushRef="#br0" timeOffset="91924.299">1493 9299 13581 0,'0'0'1668'0,"0"0"-1340"0,0 0-12 15,0 0 612-15,0 0 352 0,0 0-444 0,0 0-268 16,0 0-252-16,0 0-228 0,0 0-76 16,76 26 36-16,-76-11-48 0,0 8-104 15,0 2-200-15,0 7-128 0,-7 3-44 0,-6 0-20 16,5 0 164-16,-3-7 332 0,2-2 12 16,1-11 48-16,1-2 40 0,3-7 0 15,0-2-52-15,4-4 88 0,0 0 36 16,0-4-48-16,0-2 36 0,4-7-120 15,7 1-32-15,2-7 184 0,2-4 16 16,6-2-208-16,-6 0 0 0,5-1-148 16,-4 1 0-16,4-1-84 0,-4-2-584 15,0 3-364-15,0-4-508 0,-4 7-572 16,3 0-945-16,-2 6-1435 0</inkml:trace>
  <inkml:trace contextRef="#ctx0" brushRef="#br0" timeOffset="92190.715">1805 9372 8392 0,'0'0'1800'0,"0"0"-935"0,19 73 419 16,-6-42 376-16,-2-1-220 0,1-5-160 16,-4-9-372-16,4-3-264 0,-4-7-152 15,4-3 24-15,-4 0-60 0,7-3-140 0,-2 0-32 16,2-9 140-16,2-1-120 0,3-9-228 16,-1 0-76-16,-2-3-148 0,2-3 52 15,-2 0 8-15,-6 2-32 0,-2 4 48 16,-5 3-40-16,-1 10 108 0,-3-1 4 15,0 4 12-15,-7 3 128 0,-6 0-140 0,-7 0-60 16,1 0-64-16,-5 6 76 0,-1-2 0 16,1 2-100-16,1 3 12 0,3 1-32 15,4 3 8-15,0-4-48 0,8 1-52 16,-4-1-32-16,8 1-336 0,0-1-288 16,4 1-560-16,0-3-672 0,0-1-1081 15,8-6-2739-15</inkml:trace>
  <inkml:trace contextRef="#ctx0" brushRef="#br0" timeOffset="92475.336">2235 9410 9864 0,'0'0'2805'0,"0"0"-1837"0,0 0-292 0,51 83 548 0,-38-58 788 16,-5-3-492-16,-5-5-600 0,5-5-456 16,-8-9-428-16,4-3-36 0,5 0-132 15,-2-6-24-15,9-7 156 0,4-3 0 16,0-9-184-16,0-4-48 0,0-3-208 15,0-2-64-15,-1-1 8 16,-10 6 140-16,-1 7 144 0,0 3 88 0,-8 6 8 16,0 4 116-16,-8 2 176 0,-5 4 168 15,-6-1-120-15,-1 4-88 0,-4 0 12 16,0 11-144-16,-4 1 132 0,8 7-136 16,0 3-48-16,1 4 48 0,6 0 44 15,2-1-44-15,3 1-64 0,4-5-120 0,4-2-544 16,-5 1-492-16,5-8-820 0,0-2-884 15,5-4-2305-15</inkml:trace>
  <inkml:trace contextRef="#ctx0" brushRef="#br0" timeOffset="92637.549">2561 9413 10516 0,'0'0'4281'0,"0"0"-3213"0,0 0-260 16,100 16 148-16,-76-13 280 0,-4-3-388 15,-1-3-164-15,2-9-284 0,-5-6-168 16,-1-9-232-16,2-5-60 0,-6-9-720 15,1-1-276-15,1-5-312 0,-10 6-292 16,1-3-956-16,-4 6-1521 0,0 8-339 16,0-3-399-16</inkml:trace>
  <inkml:trace contextRef="#ctx0" brushRef="#br0" timeOffset="92790.033">2692 8893 11025 0,'0'0'2740'0,"0"0"-1952"0,0 0-56 0,0 0 240 15,-7 76 372-15,7-35-12 0,0 6-216 16,0 8-284-16,4 5-92 0,-1 4-23 15,-3 6-197-15,5-1-336 0,-1 5-184 16,4 2-24-16,-4-7-36 0,0-1-364 0,-4-12-160 16,0-5 87-16,-12-3 45 15,-1-10-216-15,-2 0-400 0,-9-3-508 16,0-6-940-16,4-7-2013 0,-28 0-2683 0</inkml:trace>
  <inkml:trace contextRef="#ctx0" brushRef="#br0" timeOffset="93190.05">625 10106 11221 0,'0'0'1488'0,"0"0"-1044"16,0 0 676-16,0 0 760 0,0 0-592 15,0 0-684-15,0 0-356 0,0 0 184 16,0 0 84-16,91-55 36 0,-46 47-248 15,2-3-108-15,9 5 136 0,8 0 228 0,7 3-184 16,5-3-108-16,8 2-11 0,3 1-137 16,5-2-60-16,8-2 24 0,3-3-72 15,5 0 124-15,0 1-132 0,11-1 152 16,1 1 36-16,3 2 4 0,-3 4-52 16,0 0-72-16,-6 3-72 0,-5 0-60 15,-6 0 48-15,-4 6 0 0,-2-3 0 16,-11 4-36-16,-2-1 40 0,-7 0 0 15,-14 4 0-15,1 0 8 0,-13-4 0 16,-6 1 0-16,-10 0-120 0,-3-2-64 0,-8 2-8 16,-5-5 32-16,-6 2-20 15,-5-1-36-15,-4-3-17 0,-1 0 13 0,-3 0-96 16,0 0-148-16,0-3-168 0,-3-3-324 16,-9-4-572-16,4 1-1596 0,-16-8-4157 0</inkml:trace>
  <inkml:trace contextRef="#ctx0" brushRef="#br0" timeOffset="93389.988">3466 9481 16573 0,'0'0'2560'15,"0"0"-1784"-15,0 0-312 0,0 0-76 16,0 0 220-16,0 0 37 0,0 0 23 15,0 0-364-15,0 0-300 0,0 0-4 0,0 0-304 16,48 9-693-16,-45-3-523 0,1 1-1116 16,0 8-3704-16</inkml:trace>
  <inkml:trace contextRef="#ctx0" brushRef="#br0" timeOffset="93522.696">3573 9794 17877 0,'0'0'2592'0,"0"0"-2444"0,0 0-28 15,0 0 76-15,21 77 608 0,-17-65-27 16,-1 1-389-16,1-3-388 0,0-1-192 16,4 1-632-16,0-1-577 0,0 1-991 15,4 5-4692-15</inkml:trace>
  <inkml:trace contextRef="#ctx0" brushRef="#br0" timeOffset="98839.269">25690 2638 3148 0,'0'0'9393'0,"0"0"-8217"15,0 0-380-15,0 0 440 0,0 0-132 0,0 0 200 16,84-38-516-16,-80 34-272 0,0 4-160 16,0 0 60-16,0 0 108 0,0 0-132 15,-4 0-176-15,0 7-32 0,0 0 133 0,-4 2 47 16,-8 7-84-16,-3 6-28 15,-10 3-92-15,-6 7-112 0,-1 3-48 0,-9 4 0 16,5-1-8-16,-3 3-64 0,-1 0 64 16,4 3-4-16,0 0-48 0,4 5 48 15,0-5-96-15,4 0 96 0,5 5-60 16,3-8-12-16,7 0 72 0,2-3 8 16,3-3 4-16,0-7-12 0,4 1 0 15,4-7 12-15,0 7 0 0,0-4 0 16,8 0-84-16,0 3 84 0,7 1 12 15,2 3-8-15,3 0 96 0,-1 3-96 16,5 3 0-16,-3-4 56 0,3 6 48 16,-1-7 48-16,1 6-8 0,0-1-40 15,0-2 12-15,0-3-120 0,-4 0-12 0,4-1-84 16,-5-4-24-16,-2-6-124 0,3 5 64 16,-5-9-160-16,2 1-49 0,-6-3-71 15,1-4-152-15,0 1-316 0,-8-4-940 0,0 2-2264 16,-4 1-2845-16</inkml:trace>
  <inkml:trace contextRef="#ctx0" brushRef="#br0" timeOffset="100389.449">4861 9287 80 0,'0'0'10196'0,"0"0"-7955"16,0 0-889-16,0 0 52 0,0 0-36 15,0 0-36-15,0 0-188 0,0 0-236 16,0 0-296-16,0 0-188 0,-4 3-56 0,8-3-104 16,3 3-79-16,5-3 23 0,8 3 80 15,0 0-20-15,8 1 24 0,0-1 8 16,4-3-132-16,4 0-44 0,3 0 56 16,-3 0-84-16,5-3-36 0,-2-1-12 15,1-2-40-15,-1 0-4 0,-2-1 0 16,3 1-4-16,-9 3-56 0,1-4-16 15,-4 5-60-15,-4-3-160 0,-4 3-32 16,-4-2-220-16,-4 4-209 0,-5 0-111 16,-2 0-396-16,-5 6-1044 0,-5 1-1804 15,-10 12-1093-15</inkml:trace>
  <inkml:trace contextRef="#ctx0" brushRef="#br0" timeOffset="100640.912">4920 9560 732 0,'0'0'12437'16,"0"0"-10625"-16,0 0-1496 0,0 0 24 15,0 0 188-15,0 0 224 0,0 0 56 16,0 0 156-16,83 15-324 0,-55-8-188 16,9-4-84-16,-1 0-76 0,-4-3-108 15,3 0-88-15,-3 0-84 0,4 0 48 16,-1-3-12-16,1-3-48 0,-4-4-12 15,5 1-4-15,-5-1-240 0,3 0-232 16,-3 1-24-16,0 3-140 0,-4-1-236 16,-4 1-404-16,-1 6-632 0,-3 0-880 0,-12 0-2265 15</inkml:trace>
  <inkml:trace contextRef="#ctx0" brushRef="#br0" timeOffset="101090.211">5287 9032 9020 0,'0'0'5965'0,"0"0"-4517"0,0 0-972 15,0 0-216-15,0 0 336 0,0 0 96 16,0 0-88-16,0 0-136 0,0 0-128 0,96 6-108 15,-65 5-72-15,5-3-24 0,4 6 8 16,0-2 164-16,0 4 188 0,-1 1-228 16,-3-5-196-16,-4 1-20 0,0-1-52 15,-1 1-4-15,-3 0 0 0,0 0 0 16,-3-4-8-16,-5 3 0 0,-5 4 12 16,2 0-4-16,-10 7 0 0,1 5 4 15,-8 4-12-15,0 6 12 0,-4 0 4 0,-7 7 60 16,-2-1-60-16,-6 0 44 0,-1 1-36 15,-1-3 0-15,-7 2-8 0,1-3 4 16,-1 0-8-16,-3-3-48 0,-1 3 48 16,4-6-124-16,0-6-80 0,4-4 80 15,7-9 52-15,6-3-12 0,3-7-232 16,0-2-52-16,8-4 76 0,0 0 72 16,0 0-72-16,0 0-176 0,0-4-72 0,4-2-140 15,4-4-224-15,-1 1-588 0,1-1-1428 16,5-9-3765-16</inkml:trace>
  <inkml:trace contextRef="#ctx0" brushRef="#br0" timeOffset="109472.725">6665 8810 5976 0,'0'0'6997'16,"0"0"-5941"-16,16 64-804 0,0-32-60 0,-4 9 728 15,7 0 436-15,2 0-560 0,-1 6-396 16,4-2-156-16,-1 0-192 0,-2-1 16 16,3 1-64-16,0-4 116 0,-9-6-8 15,6-6-12-15,-2-7-28 0,-7-3 40 16,4-7 36-16,-7-5-16 0,-2-3-32 15,1-2-4-15,-4-2 16 0,0-6 48 16,4-10 256-16,0-3-112 0,0-9-156 16,-1-4-88-16,2-6-48 0,-1 0 36 15,0-1-48-15,-1-2-12 0,6 3-48 0,-5 0 48 16,-1 0-96-16,6 0-28 16,-5 3-84-16,-1 0-124 0,1 3-108 0,-3 7-236 15,-5-1-292-15,0 7-276 0,0 3-548 16,-5 4-1336-16,-7 5-3185 0</inkml:trace>
  <inkml:trace contextRef="#ctx0" brushRef="#br0" timeOffset="109644.778">6777 9188 5944 0,'0'0'832'0,"0"0"4001"15,0 0-3321-15,0 0-292 0,0 0 368 16,0 0-336-16,0 0-432 0,0 0-152 15,0 0-140-15,84-19-232 0,-60 10-176 16,8-1-120-16,-5 1-44 0,1-1-140 0,0 4-392 16,3-1-400-16,1 1-332 0,-8 6-756 15,16 0-3237-15</inkml:trace>
  <inkml:trace contextRef="#ctx0" brushRef="#br0" timeOffset="110253.883">7948 8972 5100 0,'0'0'312'0,"0"0"4180"16,0 0-3099-16,0 0-481 0,0 0 364 15,0 0 68-15,0 0-236 0,0 0-164 16,0 0-212-16,76 57-124 0,-76-29-56 16,0 8-132-16,0 2-100 0,-5 0-100 15,-2 3-36-15,-9 0-64 0,0-2-60 16,1-8-44-16,-6-5 56 0,1-1 0 16,1-9-60-16,-5 0-12 0,3-7-288 15,2-2-68-15,-1-3 136 0,3-4 12 0,2-4 24 16,-2-6 0-16,6-1-16 0,-1-9 40 15,0-6-48-15,0 1 200 0,8 0-92 16,1-2-36-16,3 8 128 0,3 5-44 16,9 0 52-16,1 5 84 0,6 2-32 15,1 4-4-15,4 3 100 0,3 0-60 0,5 3 8 16,1 8 80-16,-1 3 20 0,0 10 48 16,-1-3-96-16,-3 5 0 0,-1-1-148 15,-3 1-4-15,-3 2-4 0,3-3-80 16,-5-2-364-16,1-4-32 0,1-3 52 15,2-6-112-15,-3-1-264 0,0-6-200 16,4-3-228-16,-8 0-1432 0,4-12-4337 0</inkml:trace>
  <inkml:trace contextRef="#ctx0" brushRef="#br0" timeOffset="110498.125">8697 8956 5092 0,'0'0'524'0,"0"0"5253"15,0 0-4189-15,0 0-392 0,0 0 280 16,0 0 68-16,0 0-232 0,-72 89-500 0,52-54-312 16,5 3-156-16,-6 4-76 15,10 2-24-15,-2 1-112 0,6-1-88 0,3-6-44 16,4 0-64-16,0-8 60 0,4-5-8 16,3-6-84-16,2-7 36 0,3 1-16 15,4-7-32-15,-4-4-28 0,8 3 16 16,-1-5-344-16,1-5-52 0,-3 0-76 15,2-9-308-15,-6 2-484 0,-2-1-760 0,-3-2-720 16,-4-1-1957-16,0 7-791 0,-4-4 4733 16</inkml:trace>
  <inkml:trace contextRef="#ctx0" brushRef="#br0" timeOffset="110642.681">8610 9309 744 0,'0'0'5764'0,"0"0"-1632"15,0 0-2947-15,0 0 131 0,0 0 524 16,0 0-4-16,0 0-224 0,0 0-516 0,0 0-448 15,96 19-244-15,-77-19-76 16,5-3-184-16,-4-10-144 0,3 0-104 0,-2-3-544 16,3-5-344-16,0-3-424 0,-5 6-1248 15,9-8-3569-15</inkml:trace>
  <inkml:trace contextRef="#ctx0" brushRef="#br0" timeOffset="110800.808">9140 9080 5428 0,'0'0'612'0,"0"0"4981"0,0 0-3649 16,0 0 80-16,75 32 372 0,-55-28-464 16,1-4-1028-16,-2 0-564 0,1-7-172 15,-1-3-100-15,2-6-68 0,-5-3-452 16,-1 4-340-16,-2-5-396 0,-1 1-744 16,-9 6-3028-16,-3 1-4761 0</inkml:trace>
  <inkml:trace contextRef="#ctx0" brushRef="#br0" timeOffset="110958.949">9223 9245 5032 0,'0'0'4020'0,"0"0"-1423"0,-4 86-781 0,4-51 572 15,4 6 80-15,-4-3-356 0,0-2-736 16,0-5-719-16,0-3-549 0,0-8-108 16,0-5-172-16,-4-2-312 0,0-2-161 15,0-9-231-15,-4 1-400 0,5-3-1688 16,-6 0-4493-16,1-5-799 0</inkml:trace>
  <inkml:trace contextRef="#ctx0" brushRef="#br0" timeOffset="111115.722">9235 9471 6492 0,'0'0'7489'16,"0"0"-6425"-16,0 0-208 0,0 0 844 16,0 0-516-16,79-35-28 0,-62 28-364 0,-6-2-464 15,6-1-300-15,-10 1-28 0,1 2-600 16,-3 5-280-16,-5 2-176 0,0 0-516 15,-5 9-1260-15,-6 10-1737 0,-1 6-2095 16,-1-6 3820-16</inkml:trace>
  <inkml:trace contextRef="#ctx0" brushRef="#br0" timeOffset="111239.22">9231 9674 1108 0,'0'0'1056'0,"0"0"6004"0,0 0-4119 16,0 0-1293-16,0 0 60 0,20 66-116 16,0-59 16-16,0-7-308 0,-1 0-348 15,9-7-272-15,0-5-227 0,0-4-213 16,0-3-240-16,-3-3-448 0,3 0-453 15,0-1-223-15,-1 1-880 0,-3 6-876 16,7-6-2725-16</inkml:trace>
  <inkml:trace contextRef="#ctx0" brushRef="#br0" timeOffset="111388.957">9956 9592 7776 0,'0'0'6277'15,"0"0"-4257"-15,0 0-1244 0,0 72 256 0,-8-46 372 16,-3 2-216-16,-2 1-396 0,-2-1-524 0,-2-2-268 15,2-1-48-15,-5 0-392 0,-5 0-512 16,6 2-308-16,3-5-1248 0,-8 3-4913 0</inkml:trace>
  <inkml:trace contextRef="#ctx0" brushRef="#br0" timeOffset="111906.89">11176 8997 6716 0,'0'0'7413'0,"0"0"-6033"0,0 0-412 15,87 29 176-15,-51-17-204 0,-4-1-104 16,0-3-188-16,0-1-364 0,-1-3-276 16,1-4-4-16,0-4-8 0,4-9 0 15,-4-2 0-15,3-4-8 0,-3-1-40 16,1 5-168-16,-14 2 24 0,2 4-12 16,-10 9-124-16,-7 3 52 0,0 16 280 15,1 9 24-15,-5 13 100 0,0 11 24 0,-5 8 24 16,-3 9 144-16,-3 5-36 15,3-5-32-15,-1 5-80 0,-2-5-20 0,3-5 8 16,-1-10 4-16,5-14-76 0,-3-7-32 16,3-17-52-16,4-7-112 0,-4-6-376 15,0-3-416-15,-5-6-176 0,6 0-980 0,-13-13-4081 0</inkml:trace>
  <inkml:trace contextRef="#ctx0" brushRef="#br0" timeOffset="112101.66">11260 9624 5124 0,'0'0'10009'0,"0"0"-8389"15,0 0-772-15,0 0 472 0,0 0-144 16,91-4-236-16,-68-3-344 0,1-5-412 0,1-4-99 16,-5 0-85-16,3 0-109 15,-7 3-499-15,-4 1-112 0,1 2-100 0,-2 7-308 16,-11 3-772-16,0 7-876 0,0 11-2625 0,-11 2-2519 15,-10 14 7401-15</inkml:trace>
  <inkml:trace contextRef="#ctx0" brushRef="#br0" timeOffset="112237.928">11295 9874 2332 0,'0'0'936'0,"0"0"5532"0,0 0-4151 16,0 0-705-16,0 0-156 0,0 0-272 16,0 0 184-16,0 0-132 0,0 0-216 15,0 0-132-15,96 25-228 0,-68-37-271 16,7-4-221-16,-3-4-168 0,4-2-24 15,-4 4-365-15,4-5-655 0,-1 7-416 16,-11 4-1556-16,17 2-6397 0</inkml:trace>
  <inkml:trace contextRef="#ctx0" brushRef="#br0" timeOffset="121541.21">12630 9404 7352 0,'0'0'1016'0,"0"0"1633"0,0 0-1465 0,0 0-136 15,0 0-260-15,-36-73 336 0,28 63 12 16,0 1-188-16,-4 3-104 0,4 3-180 16,1-1-136-16,-2 1-24 0,1 3-40 15,0 0 124-15,0 10-68 0,0 9-264 16,0 6-120-16,4 10 33 0,-3 9-21 15,7 8-28-15,0 1-48 0,0 1-72 16,0-3 0-16,7-3-12 0,5-10-72 16,4-6-24-16,-4-10-4 0,8-9 16 0,-4-11 11 15,8-2-3-15,-4-12 40 0,3-10-168 16,1-7-200-16,0-6-84 0,1-4 0 16,-10 2 12-16,1 2 92 0,-4 0 92 15,-3 7 240-15,-9 2 56 0,0 4 8 16,0 5 52-16,-5 5-52 0,-7 3 0 15,-4 2 96-15,-7 4 100 0,-1 1-148 0,3-2 76 16,-3 4-48-16,9 0-64 0,-2 4-12 16,10 1-76-16,-1 5-32 0,4 0-212 15,4 3-212-15,0-1-696 0,8 1-1004 16,-4-1-2005-16,12 1-2323 0</inkml:trace>
  <inkml:trace contextRef="#ctx0" brushRef="#br0" timeOffset="121689.496">12921 9493 10724 0,'0'0'1993'0,"0"0"-973"0,0 0 308 0,96-6 808 0,-65 0-688 16,-3-1-356-16,-1 1-360 0,-2-5-340 15,-1-1-224-15,0-1-168 0,0 5-40 16,-5-6-264-16,-2 3-344 0,-2-3-296 16,-6 8-300-16,-5-1-540 0,-4 7-1152 15,0 0-2117-15,-13 13-1479 0</inkml:trace>
  <inkml:trace contextRef="#ctx0" brushRef="#br0" timeOffset="121862.917">12996 9664 1632 0,'0'0'6336'0,"0"0"-3888"0,0 0-187 16,0 0-365-16,0 0-348 0,0 0-96 0,100 19-340 16,-68-19-168-16,-1-2-332 0,1-8-220 15,0 1-212-15,0-4-92 0,0 0-88 16,-4-6-72-16,0 1-320 0,0-2-292 15,-8-2-420-15,-1-1-332 0,-10 11-1420 16,-5-11-4249-16</inkml:trace>
  <inkml:trace contextRef="#ctx0" brushRef="#br0" timeOffset="122108.528">13116 9096 6960 0,'0'0'5177'0,"0"0"-3965"16,0 0-120-16,0 0 296 0,0 0 264 0,0 0-280 15,12 76-512-15,-9-44-472 0,2 9-116 16,-1 13-64-16,0 10 156 0,0 5-96 16,-4 11-212-16,0 2-56 0,0 5-132 15,0-2-308-15,-4-5 0 0,-4-4-12 16,8-6-64-16,0-13-108 0,0-10-132 15,0-9-260-15,0-9-796 0,4-10-2100 16,0-9-2901-16</inkml:trace>
  <inkml:trace contextRef="#ctx0" brushRef="#br0" timeOffset="122650.433">13845 9464 11129 0,'0'0'2000'15,"0"0"-968"-15,0 0-184 0,0 0 80 0,87 7 4 16,-59-7 24-16,4-7-328 15,-4-6-308-15,4-2-72 0,-4-4 60 16,0-4-164-16,-4 1-144 0,0-3-8 0,-5-4-384 16,2 4-408-16,-1-4-92 0,-5 8-296 15,-7-2-716-15,5 7-2085 0,-10 0-2183 0</inkml:trace>
  <inkml:trace contextRef="#ctx0" brushRef="#br0" timeOffset="123187.949">14088 8925 1264 0,'0'0'4612'0,"0"0"-3260"16,0 0-144-16,0 0 20 0,0 0 117 15,0 0-113-15,0 0-208 0,0 0-236 0,0 0-216 16,0 0-132-16,-27-49-136 0,22 49-164 15,5 4 8-15,-4 3 4 0,4-1 12 16,0 0 88-16,0 1-52 0,0 2-36 16,-4 4 48-16,4 0 48 0,0-1-24 15,-4 1-24-15,4 3-12 0,-4-1-4 16,0 1-20-16,4 0-104 0,-3 4 16 0,3 2 8 16,0 0 52-16,0 3-72 0,0 4-72 15,0 6 0-15,0 3 4 0,3 4 52 16,-3 2-60-16,4 3 88 0,-4 1-88 15,0 0 0-15,4-1-4 0,0-3-4 16,0 4-68-16,5 0 72 0,-2-1-116 0,5 1-20 16,4 0 140-16,0-3 48 0,0-1-48 15,0-3 172-15,-4-3 12 0,0-6 0 16,-5-7 4-16,2-3 56 0,-1-5 12 16,0-5 40-16,-5 1-64 0,1-7-36 15,0 3-88-15,-4-2-48 0,0-4 28 16,0 0 32-16,0 0 64 0,-4 1 96 15,-3-4-12-15,-1 3-136 0,-5-3-128 16,2 3 4-16,-5-3-4 0,0 3-4 16,-4-3-156-16,0 0-184 0,0-3-52 0,0-3 28 15,-3-7-152-15,-2-1-244 0,5 2-124 16,1-6-384-16,3 1 16 0,8 1-796 16,0 4-825-16,8-4-2575 0</inkml:trace>
  <inkml:trace contextRef="#ctx0" brushRef="#br0" timeOffset="123507.321">14817 9201 4196 0,'0'0'4932'0,"0"0"-3368"0,0 0-495 16,0 0 31-16,0 0 72 0,0 0-160 16,-88 56-244-16,77-37-212 0,-10 8-56 15,10-2 32-15,-2 4-12 0,2-1-12 16,3 4-28-16,0 2-48 0,3 2-76 0,2 2 8 16,3 0-44-16,0-2-52 0,3-6-172 15,6-2-96-15,-1-4-8 0,3-6-160 16,2-5-16-16,2-3-292 0,2-7-88 15,-2-3-52-15,5-3-36 0,1-7-68 16,-2-3-204-16,-3-5-572 0,0-1-948 16,-4 6-1801-16,-4-10-963 0</inkml:trace>
  <inkml:trace contextRef="#ctx0" brushRef="#br0" timeOffset="124467.476">14710 9550 9108 0,'0'0'2633'0,"0"0"-1033"0,0 0-176 0,0 0-44 16,0 0-52-16,0 0-352 0,0 0-360 16,0 0-344-16,0 0 96 0,0 0-52 15,0 0-48-15,67 16-72 0,-51-16-48 16,4 0-64-16,0 0-24 0,-4-3-60 0,0 0 0 16,4-4-96-16,-4 4-88 15,-1-7-232-15,6 4-184 0,-5-3-232 0,0 2-196 16,0-2-280-16,-8 6-1396 0,3-7-3521 0</inkml:trace>
  <inkml:trace contextRef="#ctx0" brushRef="#br0" timeOffset="125539.529">15292 9013 8036 0,'0'0'4549'16,"0"0"-2577"-16,0 0-1028 0,0 0-352 0,0 0 312 15,0 0 484-15,0 0-244 0,90 16-436 16,-53-16-268-16,-5 3-88 0,4-3-84 15,-5 0-60-15,1 0-112 0,0-6-48 16,-4 0-44-16,-4-1-4 0,-4 1-56 16,-4 3-112-16,-1-4-320 0,-6 4-196 15,-1 1-160-15,-4-2-252 0,0 4-352 0,-4 0-908 16,0 0-1689-16,-8 0-1771 0</inkml:trace>
  <inkml:trace contextRef="#ctx0" brushRef="#br0" timeOffset="125754.75">15435 9112 7172 0,'0'0'2504'0,"0"0"-659"15,0 73-169-15,3-38-176 0,1 9 8 0,5 4-132 16,-5 3-312-16,4 6-156 0,-5-1-76 16,-3 5-284-16,4-4-244 0,-4 0-144 15,0-5-152-15,0-8-8 0,0-3-124 16,0-12 16-16,0-3-196 0,0-12-124 15,4-7-220-15,1-3-248 0,-1-4-228 16,0-6-392-16,-4-10-784 0,4 2-1941 0,-1-17-1611 16</inkml:trace>
  <inkml:trace contextRef="#ctx0" brushRef="#br0" timeOffset="125940.381">15455 9518 8292 0,'0'0'1776'0,"0"0"-783"0,0 0 459 15,0 0 256-15,0 0-84 0,0 0-408 0,79-3-360 16,-55 3-260-16,4-3-80 0,-4-3-48 16,4-1-188-16,-4-2-24 0,3 0-144 15,-3-4-52-15,4 0-60 0,-3 1-136 16,2-2-512-16,-2 2-312 0,-2-4-40 16,5 7 240-16,-8 2-912 0,-5 1-1460 15,2 6-3477-15</inkml:trace>
  <inkml:trace contextRef="#ctx0" brushRef="#br0" timeOffset="126237.354">16013 9150 5032 0,'0'0'5993'0,"0"0"-4901"0,0 0-324 16,0 0 468-16,0 0 228 0,0 0 116 15,91 32-452-15,-67-29-488 0,4 0-184 16,-1 1 72-16,1-4-52 0,0-4-304 16,0-2-172-16,-4-4-40 0,4-2-300 15,-7-1-272-15,-2 0-260 0,-3 4-140 16,-8-4-384-16,0 7-736 0,-8 3-2329 15,-4 3-2871-15</inkml:trace>
  <inkml:trace contextRef="#ctx0" brushRef="#br0" timeOffset="126471.662">16120 9283 6624 0,'0'0'1948'0,"0"0"-612"15,0 0 121-15,0 0 211 0,0 0 60 16,-40 80-408-16,36-61-544 0,0 3-300 15,4 0-32-15,-4 7-24 0,4-1-12 16,-3 7-76-16,3 0-84 0,0 0-76 16,0 3 48-16,0 0-36 0,0-3-24 15,0 0-28-15,7-6 4 0,1-4-76 16,0-2 28-16,4-5-88 0,-4-4-28 0,4-6-92 16,4 3 32-16,-1-9-8 0,6-2-76 15,-1 0-108-15,8-9-284 0,0-3-252 16,4-5-236-16,0-5-656 0,-13 6-1516 15,13-9-4929-15</inkml:trace>
  <inkml:trace contextRef="#ctx0" brushRef="#br0" timeOffset="126817.777">16626 9372 8856 0,'0'0'2365'0,"0"0"-469"16,0 0-560-16,52 90-216 0,-32-53-212 15,-8-2 148-15,4 0-76 0,0-3-588 16,-4-7-316-16,-1-5-76 0,6-4-372 16,-6-10-392-16,5-6-204 0,0-6-416 15,0-5-1112-15,8-20-2393 0</inkml:trace>
  <inkml:trace contextRef="#ctx0" brushRef="#br0" timeOffset="127006.891">16877 9372 12953 0,'0'0'1756'0,"-60"83"-1036"16,28-39-244-16,-7 10 240 0,-9 6 776 15,4 1-248-15,0-4-484 0,4-6-468 0,8-9-292 16,8-9-24-16,9-9-452 15,2-12-348-15,13-9-320 0,0-3-656 0,4-6-1388 16,13-27-3369-16</inkml:trace>
  <inkml:trace contextRef="#ctx0" brushRef="#br0" timeOffset="127335.201">17176 9036 14201 0,'0'0'1928'0,"0"0"-1024"0,0 0-580 16,0 0 96-16,0 0 124 0,0 0 480 16,0 0-400-16,96-42-504 0,-68 30-112 15,0 2 68-15,3 1-76 0,1 2 0 16,-4 7-148-16,-1 0 148 0,-3 7 0 16,1 5-48-16,-9 5 48 0,-1 8 4 0,-3 3 44 15,1 7 24-15,-10 6-64 16,1 10 32-16,-4 3-40 0,0 3-76 0,0 4-20 15,0 2 92-15,-4-2 4 0,1-1 12 16,-1-6-4-16,0-7-8 0,-1-8-36 16,5-4 28-16,0-10-40 0,0-6-4 15,-4-3 52-15,4-10 0 0,0 0 64 0,0-6-64 16,-8 0-48-16,5 0-184 0,-9-6-72 16,-4 0-116-16,-5 3-172 0,2 0-160 15,-5-1-220-15,-8 1-552 0,8 0-964 16,-23-4-3229-16</inkml:trace>
  <inkml:trace contextRef="#ctx0" brushRef="#br0" timeOffset="127923.218">18737 9182 8624 0,'0'0'2561'15,"0"0"-741"-15,0 0-216 0,0 0-84 0,0 0-192 16,0 0-216-16,0 0-348 0,-32 82-276 15,17-53-144-15,-1 3-100 0,0 3-72 16,0-3-132-16,0-4-40 0,4 1-88 16,0-10-8-16,8-4 0 0,4-2-16 15,0-3-84-15,0 2 136 0,12 1-40 16,0-4-44-16,4 4 136 0,0-6 4 16,0-1-180-16,0 0 48 0,0 1-136 15,0-1 164-15,-4 3 44 0,-5-2 52 16,-2 5 12-16,-1 1 4 0,-4 7 120 0,0 2-64 15,-13 3-44-15,2 0 56 0,-6 7-12 16,-2 0-60-16,-5 3-168 0,4-6-16 16,-3-1 0-16,2-6 0 0,5-6-176 15,4-6-244-15,5-7-244 0,3-3-484 16,4-13-984-16,0 4-2817 0,0-23-2403 0</inkml:trace>
  <inkml:trace contextRef="#ctx0" brushRef="#br0" timeOffset="128092.091">18933 9683 8916 0,'0'0'2185'16,"0"0"-545"-16,0 0 216 0,0 0 48 15,8 89-116-15,-12-62-288 0,-4-2-512 16,3 0-280-16,2-6-259 0,3-11-401 16,0-1-48-16,3-7-437 0,10-9-267 15,7-14-104-15,3-8-160 0,9-14-376 16,9-8-1312-16,-9 7-2793 0,19-26-3527 0</inkml:trace>
  <inkml:trace contextRef="#ctx0" brushRef="#br0" timeOffset="128289.531">19639 8994 9804 0,'0'0'4977'0,"0"0"-4261"0,0 77-188 16,-13-32 440-16,1 11 516 0,-4 8 296 15,1 6-404-15,-2-1-475 0,6 5-285 16,3-1-108-16,4-1-168 0,4-4-180 15,0-8-160-15,0-7-48 0,8-11-72 16,-1-8-292-16,5-9 96 0,4-8 88 16,1-7 8-16,-2-7-68 0,2-3-160 15,-6-7-173-15,-3-9-159 0,-8-3-540 16,0-2-1016-16,0 2-2416 0,-12-6-2397 0</inkml:trace>
  <inkml:trace contextRef="#ctx0" brushRef="#br0" timeOffset="128459.559">19192 9496 3860 0,'0'0'4812'16,"0"0"-3116"-16,0 0-59 0,0 0 327 0,0 0-332 15,0 0 156-15,104-13-464 0,-64 4-476 16,3 3-200-16,1-5-124 0,7-1-120 16,-6 3-88-16,2-3-160 0,-6 1-156 15,2 2-356-15,-7-1-608 0,-1 4-628 16,-10 0-996-16,3 3-5053 0</inkml:trace>
  <inkml:trace contextRef="#ctx0" brushRef="#br0" timeOffset="128623.402">20136 10001 12569 0,'0'0'5668'0,"0"0"-4880"0,0 0-788 0,0 0-356 15,0 0-288-15,0 0 88 0,0 0-392 16,0 0-1436-16,0 0-3209 0,0 0-2950 16</inkml:trace>
  <inkml:trace contextRef="#ctx0" brushRef="#br0" timeOffset="129118.561">20905 9445 10544 0,'0'0'2697'16,"0"0"-757"-16,0 0-420 0,0 0-252 0,100 61-84 16,-68-49-256-16,-1-5-352 15,5-7-188-15,-4 0-228 0,4-10-28 0,0-6-88 16,-4-2-44-16,0-6-232 0,0 3-340 15,-8-5-212-15,-1 1-272 0,-10 3-256 0,-2-1-740 16,-3 11-2200-16,-8-4-1817 0</inkml:trace>
  <inkml:trace contextRef="#ctx0" brushRef="#br0" timeOffset="129488.527">21220 9043 1228 0,'0'0'6672'0,"0"0"-4316"0,0 0-527 15,0 0-29-15,0 0-384 0,0 0-344 16,0 0-288-16,0 0-324 0,-80 75-64 16,72-46-12-16,8 6-16 0,0 0 40 0,0 5 32 15,0 9-60-15,8-2-64 16,-3 4-44-16,2 2-68 0,1 2-44 0,0 2-76 16,1 0 40-16,2 0-76 15,1 0 24-15,0 4 40 0,0 0 20 0,0-5-12 16,0-2 40-16,-1 0-3 0,2-4-45 15,-1 2-16-15,-1-1 0 0,2-1-12 0,-2 2-72 16,2-5 0-16,-9-6 48 0,0-3-48 16,-4-6 0-16,0-3-12 0,0-7-52 15,-8-3-44-15,-5-3 0 0,2-7 48 16,-2-6 36-16,-2-3-84 0,-6-3-4 16,2-13-69-16,-1 1-51 0,-4-7 40 15,0-4-212-15,1-3-108 0,2-3-184 16,-3 1-176-16,5-1 12 0,2 4-220 15,6-4-512-15,-2 4-1136 0,9 5-2525 16,4-12-715-16</inkml:trace>
  <inkml:trace contextRef="#ctx0" brushRef="#br0" timeOffset="129732.884">21813 9379 3708 0,'0'0'5644'0,"0"0"-2807"16,0 0-533-16,-15 78-768 0,7-42-232 15,-1 5-68-15,6 7-228 0,-1 2-92 16,4 1-184-16,0-3-296 0,0 0-155 16,0-10-133-16,4-6-148 0,-1-7-24 15,10-6-124-15,-5-9-73 0,3-4-287 16,2-6-296-16,6-6-152 0,-2-10-300 15,3-7-812-15,-5 5-2496 0,9-21-4361 0</inkml:trace>
  <inkml:trace contextRef="#ctx0" brushRef="#br0" timeOffset="130122.293">22284 9280 3360 0,'0'0'7985'0,"0"0"-6449"16,0 77-172-16,-12-40 512 0,4 5-16 15,-4 3-100-15,0-1-660 0,0 0-580 16,0-3-228-16,0 4-108 0,-4-1-3 16,0-3-85-16,0 1-96 0,-3 0-60 15,-6-9-124-15,1 0-97 0,0-5 89 16,5-9-16-16,-5-6-24 0,3-10 36 16,6-3-96-16,-5 0 0 0,8-9-88 15,0-4-96-15,0-6-40 0,4 0-64 0,5-6 36 16,-1 0-28-16,4-1-28 0,4 3-28 15,3 4-76-15,1 4 196 0,5 2 204 16,-2 6 92-16,5 4 212 0,0 0 336 16,-1 3 256-16,2 0-124 0,3 6 48 0,-1 1 148 15,2 3 48-15,3-1-132 0,-5 0 12 16,1 4 48-16,1 0-4 0,-2 3-192 16,5-4-176-16,0 2-128 0,0-2-136 15,8 1 0-15,-4 0 108 0,0-1-112 16,-1-6-392-16,-3 1-328 0,0-7-164 15,-3 0-204-15,-2-10-684 0,-7-3-2424 16,4-6-3385-16</inkml:trace>
  <inkml:trace contextRef="#ctx0" brushRef="#br0" timeOffset="130319.462">22642 9544 11941 0,'0'0'1748'16,"0"0"-1088"-16,0 0 36 0,17 66 184 15,-14-40 460-15,-3 2-128 0,0 1-448 16,0 3-336-16,0 0-84 0,0 3-76 0,0 2-108 16,0 2-76-16,0-1 52 15,-3 0-136-15,-10 0 0 0,1-3-268 0,-4-3-184 16,1-7-200-16,-6-3-148 0,2-6-100 16,-5-10-148-16,0 1-248 0,-4-7-680 0,9-3-1209 15,-9-13-3503-15</inkml:trace>
  <inkml:trace contextRef="#ctx0" brushRef="#br0" timeOffset="130547.936">22897 9651 16025 0,'0'0'2168'0,"0"0"-1524"16,0 0-352-16,0 0 40 0,108 6-72 0,-80-6 412 16,4-6-136-16,-4 1-380 0,0-2-152 15,-4-3-8-15,3-2-348 0,-7 2-464 16,0-3-436-16,-8 7-508 0,-4 0-2028 0,-8 3-2465 16</inkml:trace>
  <inkml:trace contextRef="#ctx0" brushRef="#br0" timeOffset="130704.83">22989 9871 11101 0,'0'0'4280'15,"0"0"-3408"-15,0 0-224 0,0 0-52 16,0 0-40-16,0 0 248 0,0 0-44 16,0 0-760-16,96 5-196 0,-77-19-676 15,2-9-364-15,3-3-508 0,-5 7-968 16,9-6-2557-16</inkml:trace>
  <inkml:trace contextRef="#ctx0" brushRef="#br0" timeOffset="131004.868">23471 9737 12417 0,'0'0'1872'0,"0"0"-1288"16,4 74 20-16,0-42 716 0,4 1 648 16,0-3-44-16,4-5-864 0,0-6-731 15,0-10-185-15,8 1-48 0,-1-10-36 16,2 0-48-16,7-6-12 0,0-7 0 15,3-6-132-15,1-6-136 0,0 0-25 16,0-5 53-16,0-1 8 0,-4 3 84 16,-4-1 40-16,-1 0 0 0,-7 1 8 15,-8-2 96-15,-4 3 4 0,-4-2 4 0,-4 3 72 16,-11-2 44-16,-6 6 76 16,-3 0-52-16,0 6 4 0,-3 3 32 0,-1 3-56 15,0 8-64-15,0 2 13 0,-4 9 23 16,-7 7-96-16,2 3-132 0,-6 6-29 15,-1 0-67-15,-4 7-332 0,-4-3-540 16,1 6-524-16,6-10-1476 0,-18 16-3633 0</inkml:trace>
  <inkml:trace contextRef="#ctx0" brushRef="#br0" timeOffset="133430.614">11008 10947 7068 0,'0'0'936'0,"0"0"1356"0,0 0-311 16,-16-71-373-16,16 57-168 0,0-2-168 15,0 0-364-15,0 10-104 0,0 0-76 0,0 2-224 16,0 4-272-16,0 6-220 0,4 10 160 15,4 6 24-15,-4 10-64 0,4 9-44 16,-4 10-4-16,0 6-84 0,0 10 0 16,0-1-132-16,0-1-236 0,4-6-256 0,-4-8-40 15,4-9 96-15,-4-13 96 0,0-8-148 16,0-12-796-16,4-2-688 0,-8-7-288 16,0 0-781-16,4-18-1367 0</inkml:trace>
  <inkml:trace contextRef="#ctx0" brushRef="#br0" timeOffset="133806.84">11116 10896 6596 0,'0'0'2504'0,"0"0"-499"0,32-66-365 15,-21 47-340-15,6 0-136 0,3 3-196 16,-5 6-392-16,2 1-64 0,-2 5-252 16,2 4-116-16,-6 0-144 0,1 11-4 0,0 1-40 15,-4 6 44-15,0 6 0 0,-4 1-4 16,-4 6-44-16,0 4-92 0,-8 0-68 15,-4-1 8-15,0-1 100 0,-4-1 100 0,0-7 0 16,4-3 8-16,-4-3 56 0,4-6-52 16,5-1 48-16,-1-2-60 0,3-1-80 15,5-2-60-15,0-1-60 0,5 4 200 16,10-4 116-16,2 7 80 0,2-4-68 16,5 1 8-16,-4 2-52 0,4 1-32 15,-4 3 8-15,-4 0 104 0,-4 6 96 16,-1-3-12-16,-7 6-40 0,1 2-48 15,-5-2-36-15,0 4-36 0,-9-4-48 16,-6 3-40-16,-1-3 0 0,0 1-12 16,-4-4-284-16,1-2 24 0,-2-1-24 0,1-10 8 15,5-4-8-15,2-5-76 16,1 0-92-16,1-5-92 0,6-9-312 0,-3-4-552 16,4 2-1036-16,4-19-3293 0</inkml:trace>
  <inkml:trace contextRef="#ctx0" brushRef="#br0" timeOffset="134126.655">11482 11237 8868 0,'0'0'2585'0,"0"0"-1585"0,0 0 172 15,0 0 124-15,12 85 64 0,-12-54-76 16,0 1-372-16,0 1-296 0,4-5-196 16,0-3-176-16,1-6-244 0,-2-6-92 15,5-10-40-15,4-3-40 0,0-6 96 16,4-10-8-16,0-6-272 0,0-3-76 15,0-4-12-15,-1-1 108 0,-2 2 52 16,-5 6-4-16,-1 3 208 0,2 3 80 16,-9 6 0-16,4 5-4 0,-4 5-84 0,0 0 88 15,0 3 136-15,0 9 176 16,0 1-4-16,0 3-48 0,0 6 52 0,0 3-56 16,4 1 28-16,0 2 112 0,3-3 216 15,-3 1-256-15,0-4-224 0,1-9-28 16,-5 0-104-16,8-7-88 0,-5-3-120 0,5-3-172 15,0-6 16-15,4-10-180 0,4-9-320 16,0-8-404-16,5 0-860 0,-6 0-2261 16,17-18-3455-16</inkml:trace>
  <inkml:trace contextRef="#ctx0" brushRef="#br0" timeOffset="134321.854">12179 10832 6596 0,'0'0'7593'0,"0"0"-6845"0,0 0-244 0,-23 99 196 15,10-52 516-15,-2 7 304 0,2 4-308 16,6-4-380-16,-1-1-188 0,8-2-119 16,0-3-269-16,0-3-256 0,4-8-96 15,4-4-172-15,0-11-205 0,-4-7 121 16,0-5 36-16,0-6-196 0,-4-4-308 0,0 0-288 16,0-11-828-16,0 6-1984 15,-8-8-2809-15</inkml:trace>
  <inkml:trace contextRef="#ctx0" brushRef="#br0" timeOffset="134450.234">11917 11207 8020 0,'0'0'5441'0,"0"0"-4465"0,0 0 172 15,0 0 232-15,0 0-64 0,75-35-280 16,-43 29-168-16,4-7-248 0,8 1-168 0,-1-4-220 16,9-3-232-16,-3 3-184 0,2 0-668 15,5 4-472-15,-17 5-876 0,26 0-3756 0</inkml:trace>
  <inkml:trace contextRef="#ctx0" brushRef="#br0" timeOffset="134825.544">13614 11218 11161 0,'0'0'1616'15,"0"0"-256"-15,0 0-96 0,0 0 20 0,0 0-56 16,0 0 180-16,16 75-176 16,11-53-376-16,10 0-127 0,2-6-101 0,1-9-432 15,4-3-136-15,0-8-60 16,-1-12-68-16,-2-6-128 0,-2-7-312 0,-3-2-281 16,-4-8-39-16,-8 5-40 0,-4-2-412 0,-4 8-552 15,-9 6-832-15,-2-3-2885 0</inkml:trace>
  <inkml:trace contextRef="#ctx0" brushRef="#br0" timeOffset="135087.718">13857 11026 4608 0,'0'0'7873'0,"0"0"-6621"0,0 0-452 16,0 0 144-16,0 0-100 0,-24 67 168 16,24-35-36-16,8 3-324 0,4 2-184 15,0 5-52-15,4 2-108 0,0 1-88 16,4 3-88-16,-5 2-84 0,-2 2-36 0,2-2 36 15,-2 0 0-15,-2 2-36 0,-3-4 0 16,5-1 72-16,-6-5-72 0,-3-8-12 16,0-2 0-16,-4-7 12 0,0-5 40 15,-4-8-40-15,-7-2 36 0,-6-4-44 0,-2 0-4 16,-5-6-72-16,0 0-16 16,-4 0 76-16,4-12-388 0,-4-4-104 0,1-3-220 15,-1-9-100-15,-4-5-228 0,4-4-868 16,7 4-1960-16,6-11-2309 0</inkml:trace>
  <inkml:trace contextRef="#ctx0" brushRef="#br0" timeOffset="135372.218">14861 11011 14173 0,'0'0'1804'0,"0"0"-1276"0,0 70-16 15,-8-36 132-15,-4 8 852 0,-8 2-296 16,4 3-520-16,-4 1-336 0,9-3-92 16,-2-1-56-16,9 1-147 0,4-4-49 0,4-6-97 15,9-4-15-15,6 1 64 16,1-6 0-16,8-1 48 0,4-2 44 0,0-1-44 16,4-6-72-16,-5-4 60 0,-3 1-48 15,0-7 12-15,-4 1 36 0,1-7-232 16,-10 0-440-16,-3 0 36 0,-8-10-148 15,0-3-536-15,-4 1-1372 0,0-10-3521 0</inkml:trace>
  <inkml:trace contextRef="#ctx0" brushRef="#br0" timeOffset="135537.721">14770 11328 3756 0,'0'0'8157'0,"0"0"-6685"0,0 0-496 16,0 0 488-16,0 0 224 0,0 0-96 15,0 0-476-15,103-22-480 0,-63 9-248 16,0 1-156-16,0-4-232 0,-5-1-48 16,5 1 0-16,-4 2-308 0,-5 0-448 0,1 5-288 15,1-1-348-15,-10 3-1128 0,5 1-3517 16</inkml:trace>
  <inkml:trace contextRef="#ctx0" brushRef="#br0" timeOffset="135963.406">15578 10731 9896 0,'0'0'1945'0,"0"0"-373"15,0 0-176-15,0 0 228 0,0 0-280 16,51 87-268-16,-38-40-192 0,-1 3-224 16,0 11-88-16,-4 0-108 0,-4 2-160 15,3-3-51-15,-3 3-93 0,1-3-76 16,-5 1-84-16,4-4-12 0,0-7-144 16,0-8-285-16,3-10-131 0,1-13-172 15,5-13 12-15,-2-6-176 0,6-13-256 16,-2-12-840-16,1 3-2004 0,4-25-2889 0</inkml:trace>
  <inkml:trace contextRef="#ctx0" brushRef="#br0" timeOffset="136204.812">16020 10995 3496 0,'0'0'9893'0,"0"0"-8765"0,0 0-824 16,0 0 216-16,0 0-32 0,-91 4 168 15,59 11-32-15,4 3-264 0,0 8-40 16,5 3-144-16,2-1-16 0,5 4-112 15,4-1 28-15,9 2-28 0,-1-1-36 16,4-4-12-16,7 1 8 0,5-7 80 16,8-3 60-16,0-3 60 0,8-1 64 15,-4-2 24-15,4-3 56 0,0-4-20 0,3 4-88 16,1-7-156-16,0 1-28 0,4-4-60 16,0-7-124-16,0-3-120 15,4 1-540-15,-1-5-224 0,-2 2-596 16,-10 6-2576-16,10-1-5045 0</inkml:trace>
  <inkml:trace contextRef="#ctx0" brushRef="#br0" timeOffset="143716.613">16411 11090 8008 0,'0'0'1776'16,"0"0"-1340"-16,0 0 224 0,0 0 253 15,0 0-233-15,0 0 340 0,99 3-648 0,-67 4-324 16,0-7 1016-16,0 3-608 0,0-3-372 16,-4 0-84-16,4-3-76 0,-8-1 24 15,0 1-276-15,-5-3-520 0,-2 0-412 0,-6 3-648 16,-2 3-993-16,-9-4-1559 0</inkml:trace>
  <inkml:trace contextRef="#ctx0" brushRef="#br0" timeOffset="143971.76">16645 11147 2720 0,'0'0'3208'0,"0"0"-1092"16,0 0-468-16,0 0-139 0,0 0-389 16,-79 76-212-16,68-56-56 0,2 5-272 15,1 0-88-15,1 4-112 0,-2 2-180 16,5 1-76-16,4 6 16 0,-4 1-52 15,4-1 24-15,0 3-112 0,0-6 56 16,0 0 32-16,0-3 24 0,4-7 12 16,5-3-124-16,-5-3 48 0,7-3-36 15,2-4-12-15,-2-5-76 0,10-4 68 0,2-3 16 16,5 0 164-16,7-6-108 0,-3-10 44 16,5 0-104-16,-1-6-8 0,-5 0-64 15,-3 0-304-15,-3-3-196 0,-2 2-124 16,1 4-280-16,-4-7-444 0,-4 10-1565 0,0-9-3999 15</inkml:trace>
  <inkml:trace contextRef="#ctx0" brushRef="#br0" timeOffset="144180.331">17004 11153 11609 0,'0'0'1564'15,"0"0"-1512"-15,0 0 532 0,0 0 124 0,60 67 128 16,-40-39 84-16,0 2-348 0,0 1-320 16,4-3-92-16,0 1-160 0,-4 0-84 15,4-6-112-15,0-4-392 0,-5-8-104 16,1-1-88-16,1-6 56 0,-6-4-204 16,1-4-404-16,-4-3-1389 0,1-7-1979 0</inkml:trace>
  <inkml:trace contextRef="#ctx0" brushRef="#br0" timeOffset="144383.977">17319 11164 10016 0,'0'0'1661'0,"0"0"-633"0,0 0-300 15,0 0-196-15,-103 73-100 0,71-39 100 0,0 7-56 16,0 0-72-16,0 3 0 0,1 2 20 16,-1-2-100-16,4-3-72 0,0-2-116 15,4-2-136-15,4-4 0 0,4-5-164 16,0-3-220-16,4-3-308 0,4-6-160 15,4-3-160-15,4-10-544 0,0-3-1701 16,4-12-2203-16</inkml:trace>
  <inkml:trace contextRef="#ctx0" brushRef="#br0" timeOffset="144753.819">17479 11039 10544 0,'0'0'1097'0,"0"0"-829"15,0 0 336-15,0 0 352 0,0 0-28 16,0 0-220-16,0 0-268 0,0 0-164 16,0 0-64-16,87-50-32 0,-71 43-92 15,-4 3-88-15,0 4 64 0,0 0-60 16,-4 0 120-16,4 7 88 0,-8 3-12 16,4 6 148-16,-4 5 124 0,0 5-224 15,-4 9-64-15,3 3-48 0,-3 3-72 16,5 5-16-16,-1 1-40 0,4 3-4 15,0 1 4-15,4 1-8 0,0-2 12 16,-1-6 64-16,2-6-4 0,-5-5 40 16,-5-8-112-16,1-3 124 0,0-6 132 0,-4 0 16 15,0-4-52-15,0-2-60 0,0-4-40 16,0 0 40-16,-4-2 36 0,0 2-24 16,-3-3-76-16,-5 0-12 0,-4 4-36 15,0-4-48-15,-4 0-88 0,-4 0-180 16,-4 1-84-16,0-4-28 0,-8 2-176 0,4-2-84 15,1 0-88-15,-1-9-68 0,4-1-272 16,0-2-524-16,12 2-1116 0,-4-12-2429 0</inkml:trace>
  <inkml:trace contextRef="#ctx0" brushRef="#br0" timeOffset="145235.015">18834 11471 8492 0,'0'0'2613'0,"0"0"-1857"15,0 0 156-15,0 0 132 0,90 13 400 0,-53-13-200 16,-1 3-212-16,0-3-376 0,3 0-184 16,2-3-204-16,-6-7-44 0,5 1-152 15,-4-8-24-15,-1 6 24 0,2-8-72 16,-10-2-272-16,1 6-416 0,-12 2-304 15,0 4-284-15,-8 2-624 0,-8 7-2773 16,-3 0-2291-16</inkml:trace>
  <inkml:trace contextRef="#ctx0" brushRef="#br0" timeOffset="145452.818">18993 11639 9700 0,'0'0'1497'0,"0"0"-1009"16,0 0 296-16,0 0 32 0,0 0-164 15,0 0 284-15,0 0 44 0,88-19-136 16,-49 10-136-16,5-5-148 0,4 2-288 0,-1-1-200 16,-2-2-72-16,-2-1 0 0,-2 0-84 15,-6-3-104-15,1 3-32 0,-4 4-264 16,-4-1-240-16,-4-1-268 0,-5 6-396 16,-6 2-1296-16,-5 2-3169 0</inkml:trace>
  <inkml:trace contextRef="#ctx0" brushRef="#br0" timeOffset="145725.033">19319 11078 11325 0,'0'0'1068'0,"0"0"-992"16,0 0 192-16,0 0 52 0,96-10 292 0,-68 16-144 15,3 7-148-15,1 3 20 0,-4 3 88 16,4 6 76-16,0 4-192 0,-8 2 20 16,4 5-280-16,-8 4-52 0,-4 2-8 15,-9-1-104-15,2 4-28 0,-9 2-24 16,-4 1 76-16,-8 3-112 0,-4 3 0 16,-4-7 84-16,-4 1 28 0,-4-4 40 15,0-5 36-15,1-5-112 0,-5-6-192 16,4-1-228-16,0-12-344 0,8-5-584 0,4-4-1821 15,0-6-4787-15</inkml:trace>
  <inkml:trace contextRef="#ctx0" brushRef="#br0" timeOffset="146728.552">21340 11109 5396 0,'0'0'7293'0,"0"0"-5941"16,0 0-316-16,0 0 152 0,0 0-104 16,0 0-244-16,0 0 96 0,0 0-4 15,0 0-148-15,119 19-116 0,-72-16-107 16,6-3-137-16,3 0-268 0,-4-3-108 16,-1-6-48-16,1-1 0 0,-9-3-72 15,-2 4-84-15,-2 0-296 0,-7-1-265 16,-8 7-159-16,-4 0-300 0,-8 3-824 15,-8 6-1056-15,-4 0-2145 0,-8 7-431 0</inkml:trace>
  <inkml:trace contextRef="#ctx0" brushRef="#br0" timeOffset="146872.357">21590 11290 9080 0,'0'0'1784'16,"0"0"-1191"-16,0 0-157 0,-28 70 152 15,25-41 560-15,-1 0 72 0,0 1-152 0,4 0-340 16,0-2-528-16,0-6-200 0,0 0-120 15,0-3-408-15,0 1-528 0,4-5-540 16,-4-1-2257-16,0-2-3279 0</inkml:trace>
  <inkml:trace contextRef="#ctx0" brushRef="#br0" timeOffset="147169.62">21682 11478 4012 0,'0'0'10369'0,"0"0"-9285"0,0 0-444 0,84-39 300 16,-56 23 212-16,0 4-348 0,-5-2-204 15,-3 6-292-15,1-3-248 0,-6 2-60 16,2 4 0-16,-6 1-196 0,-3 4-344 16,-8 0-284-16,0 4-280 0,0 10-420 15,-12 9-56-15,-8 9-832 0,1 3-1873 0,-9 3 1161 16,0 0 544-16,-4-4 781 16,4-1 1799-16,-4-5 235 0,4-2 1641 0,4-7 132 15,9 0 416-15,-2-7 40 0,9-2-163 16,5-3-533-16,3-5-532 0,0 1-592 15,7 1-76-15,10-1 236 0,2-3 72 16,9 0 4-16,4-3-312 0,3-6-236 0,6-4-52 16,-1-6-120-16,3-3-160 0,-2-5-64 15,2 2-280-15,-4-4-484 0,-3 4-412 16,1 0-656-16,-14 6-2905 0,5-13-3955 0</inkml:trace>
  <inkml:trace contextRef="#ctx0" brushRef="#br0" timeOffset="147441.391">22591 10934 8036 0,'0'0'4805'0,"0"0"-4105"16,0 0-456-16,0 0 172 0,0 0 308 15,-56 92 468-15,36-50-40 0,-8 9-468 0,4 2-156 16,-4 7-84-16,1 11-88 0,-1 2-48 15,0 9-124-15,-4 4-76 0,-4 3-100 16,4 0 56-16,1-3-64 0,-6-4-8 16,9-6-68-16,1-9-20 0,3-7-28 15,3-12-60-15,6-6-120 0,6-17-104 16,5-10-96-16,1-8-116 0,3-7-176 16,0-7-220-16,7-12-588 0,6-13-12 15,-2 7-1593-15,14-29-2859 0</inkml:trace>
  <inkml:trace contextRef="#ctx0" brushRef="#br0" timeOffset="147708.472">22606 11392 3436 0,'0'0'5024'0,"0"0"-3676"0,0 0-536 16,0 0 209-16,0 0 155 0,4 95-64 15,0-57-112-15,-4 1-96 0,0 8-124 16,0 0-132-16,0 4-116 0,0 0-172 16,0 3-136-16,0 3-176 0,0 0-48 15,9 6 0-15,-1 2 0 0,-1-6 0 16,1-8-36-16,1-9-52 0,-2-17-244 16,1-12-376-16,0-10-264 0,1-3-88 15,6-16-204-15,-2-13-24 0,6-9-805 0,1 4-1811 16,8-36 624-16</inkml:trace>
  <inkml:trace contextRef="#ctx0" brushRef="#br0" timeOffset="147971.771">23020 11500 8748 0,'0'0'1824'0,"0"0"-463"0,0 0-297 16,0 0 32-16,0 0 128 0,0 0-444 0,0 0-312 16,-95 28-296-16,72-6-172 0,-1 4-72 15,-4 2-28-15,3 5 36 0,1-2 4 16,5 1-16-16,3 0-52 0,8 0 12 15,0-4-32-15,0 0 60 0,8-2 84 16,0-4 4-16,0-3 276 0,12-3-12 16,-4 0 48-16,8-3-24 0,0-1-64 15,0-3-12-15,3 4-88 0,-2-7 12 16,2 5-24-16,1-5-56 0,1 0-56 16,-2 0-60-16,1 1 56 0,0 1-148 0,4 2-356 15,3 7-88-15,1-2 544 0,0 5-416 16,-7-8-1648-16,3 13-2941 0</inkml:trace>
  <inkml:trace contextRef="#ctx0" brushRef="#br0" timeOffset="148941.095">24124 11550 6400 0,'0'0'6153'0,"0"0"-4725"0,0 0-1096 16,45 73-328-16,-34-47 120 0,-3 3 420 0,-3-1 300 15,-1-2-312-15,-4-5-532 16,3-2-52-16,-3-6-392 0,4-6-232 0,-4-4-400 16,0-3-848-16,0 0-2797 0,0-10-2515 0</inkml:trace>
  <inkml:trace contextRef="#ctx0" brushRef="#br0" timeOffset="149088.512">24073 11319 1228 0,'0'0'11145'0,"0"0"-9501"0,0 0-1152 0,0 0-100 16,0 0 12-16,92-51-404 0,-69 41-48 15,5 0-320-15,4-1-632 0,0 0-160 16,-8 5-1065-16,11-7-3375 0</inkml:trace>
  <inkml:trace contextRef="#ctx0" brushRef="#br0" timeOffset="149362.83">24614 11293 11745 0,'0'0'1436'0,"0"0"-1040"0,0 0 100 16,-28 83 464-16,13-58 664 0,-5 4-160 15,4-1-552-15,0-2-420 0,4-7-236 16,8 0-128-16,1-7-128 0,3-2-124 0,3-4-48 15,9 1 172-15,4-4-60 0,4 4 60 16,4-5 0-16,4 1 60 0,0 1-60 16,0 3 0-16,-5-1-60 0,1 2 0 15,0 3 44-15,-7 1 16 0,-2 1 0 16,-3 3 76-16,-4 0-72 0,-4 0 44 16,-4-1 12-16,0 1 16 0,-4-3-76 15,-8 3-84-15,0 0-60 0,-8-1-40 16,-4-2 0-16,4-1-76 0,-8-1-220 15,0-3-288-15,0-1-476 0,0-4-712 0,4 1-1985 16,-11-4-2711-16</inkml:trace>
  <inkml:trace contextRef="#ctx0" brushRef="#br0" timeOffset="150570.828">25909 11474 6080 0,'0'0'1300'0,"0"0"-184"0,0 0 1829 15,0 0-1241-15,0 0-180 0,-63-77-252 16,47 69-268-16,-4 4-120 0,0 1-256 0,0 3-24 15,4 3 108-15,-3 9-260 0,2 9-196 16,2 0-84-16,-2 8 60 0,6 3 96 16,7 2-72-16,-1-4-124 0,5-2-128 15,0-6-4-15,5-10-140 0,3-1-20 16,3-5 16-16,6-6 132 0,-2-4 4 16,9-9-92-16,0-9-252 0,0-4-64 15,3-2 12-15,1 0 28 0,-4 2 140 16,1 1 28-16,-1 9 96 0,-5 4 4 0,1 8-92 15,1 4 64-15,-10 12 136 0,6 8 248 16,-10 9 160-16,1 2 8 0,0 5-72 16,-4-2-76-16,0 2 60 0,0-11-108 15,4-3-220-15,-4-10-60 0,7-8-196 16,2-4-76-16,-1-4-204 0,4-8-104 16,3-14-396-16,1-6-812 0,-8 3-2256 15,8-21-2061-15</inkml:trace>
  <inkml:trace contextRef="#ctx0" brushRef="#br0" timeOffset="150788.888">26320 10725 4348 0,'0'0'5276'0,"0"0"-3691"0,0 0-5 16,0 0 164-16,0 0-108 0,0 0-124 16,0 0-376-16,0 0-376 0,0 0-112 15,-24 93 96-15,24-43 36 0,0 4-175 16,0 6-205-16,0 6-156 0,0 1-100 15,0 3-140-15,0 0-4 0,0 0-72 16,4-6-12-16,0-5-256 0,7-4-168 16,2-14-125-16,2-7-147 0,6-8-48 15,3-10-648-15,8-16-1092 0,3-2-1372 16,-7-15-585-16,16-20-1707 0</inkml:trace>
  <inkml:trace contextRef="#ctx0" brushRef="#br0" timeOffset="151171.484">26929 11258 13061 0,'0'0'1904'0,"0"0"-1248"0,0 0 236 0,0 0 404 16,-83 67-28-16,47-32-68 0,-4 6-284 15,4 4-332-15,0 2-123 0,5-3-73 16,6-9-160-16,5-6-228 0,13-7-132 16,3-12-60-16,4-6-184 0,4-4 23 15,8 0 193-15,7-11 148 0,9-4-60 16,8-7-148-16,5 0-204 0,-2-1-4 15,1 4 112-15,-1 6 108 0,2 4-12 16,-6 6 0-16,1 3-4 0,-8 6-56 16,0 7 44-16,-8 9 212 0,0 1 24 0,-8 8 248 15,-8 0-64-15,0 5 96 16,-4 2-56-16,0-1-44 0,-8 9 104 0,0 1-16 16,-12 4-72-16,4 2-16 0,-3 4 140 15,-2-2 224-15,-3-11-91 0,0-2-225 16,-4-10-56-16,1-7 20 0,3-10 28 0,0-3-40 15,4-5 48-15,4-7 4 0,0-2 80 16,4-11-140-16,4-6-116 0,-4-6-56 16,4-14-172-16,4-8-68 0,4-11-112 15,0-2-144-15,4 0-204 0,13 3-285 16,-6 6-703-16,5 12-2724 0,0-5-5189 0</inkml:trace>
  <inkml:trace contextRef="#ctx0" brushRef="#br0" timeOffset="151329.181">27675 11744 9896 0,'0'0'10021'0,"0"0"-8257"16,0 0-791-16,0 0 43 0,0 0-812 0,0 0-204 16,0 0-264-16,0 0-388 0,0 0-172 15,0 0-53-15,0 0-1015 0,-72-73-3796 0</inkml:trace>
  <inkml:trace contextRef="#ctx0" brushRef="#br0" timeOffset="160020.241">7147 11941 10092 0,'0'0'2689'0,"0"0"-1733"15,0 0-488-15,0 0-88 0,0 0 492 16,0 0 460-16,0 0-364 0,0 0-448 0,0 0-408 16,0 0 24-16,0 0 96 15,36 75 4-15,-20-33-28 0,4 6-84 0,-4 10 72 16,-1 1 0-16,2 11-100 0,-2 1-92 15,-2 4 68-15,-2-2-56 0,2-6-4 0,-1-7-8 16,-1-9 4-16,2-16-8 0,-2-7-8 16,6-12 8-16,-6-6 36 0,1-6 108 15,0-4 80-15,0 0 68 0,1-7 0 16,-2-9 108-16,1-3 52 0,0-7-135 16,0-2-185-16,-5-7-60 0,2-1-72 15,-1-1 0-15,0-3-4 0,-5-2-56 16,-3-3 12-16,4 1-281 0,-4 2-107 15,0-2-40-15,0 6-24 0,0 0-124 16,0 8-160-16,-4 3-252 0,4 7-556 16,0 8-288-16,-3 2-1080 0,-1 7-2085 0,-4 3-1251 15</inkml:trace>
  <inkml:trace contextRef="#ctx0" brushRef="#br0" timeOffset="160185.521">7303 12350 11609 0,'0'0'1692'0,"0"0"-1184"0,0 0 140 0,0 0 712 16,0 0-68-16,0 0-264 0,0 0-508 16,0 0-140-16,0 0 48 0,0 0-204 15,80 19-116-15,-52-12-96 0,4-7-8 16,-4 0-4-16,3 0-272 0,1 0-464 16,4-4-404-16,0-2-620 0,-8 4-2212 15,15-5-3225-15</inkml:trace>
  <inkml:trace contextRef="#ctx0" brushRef="#br0" timeOffset="160570.799">8235 12179 3664 0,'0'0'10305'0,"0"0"-8689"0,0 0-1264 0,0 79 16 15,-4-44 520-15,0 0 372 0,-4 1-460 16,4 2-344-16,-3-1-140 0,-2 5-108 15,-6 2-84-15,2 0-76 0,-6-2-40 16,-2-4 4-16,1-3 72 0,1-7-8 16,-1-6-64-16,-1-3 36 0,6-6-48 15,-5-7-124-15,4 1-144 0,0-7 48 16,4 0-48-16,0-13-28 0,0 0-8 16,4-8-116-16,5-5-84 0,-1-6 292 15,4 1-48-15,0 2-60 0,0 4 268 16,4 2-60-16,3 7 112 0,5 7 64 0,0 7 84 15,0 2 52-15,4 0 8 0,0 2-72 16,4 7-12-16,-1 7 88 0,5 4-16 16,1-2 12-16,-1 8-36 0,4 0-48 15,-9-4-64-15,5 3-44 0,-4-3-16 16,0-3-52-16,-4 1-44 0,4-5-116 0,-4 1-416 16,0 0-140-16,0-4-216 15,4-2-704-15,-9 0-1204 0,14-4-3381 0</inkml:trace>
  <inkml:trace contextRef="#ctx0" brushRef="#br0" timeOffset="160865.768">8805 12458 11445 0,'0'0'2456'15,"0"0"-1684"-15,0 0-604 0,0 0 220 16,0 0 544-16,0 0 328 0,0 0-712 0,0 0-228 16,-80 64-172-16,64-29-12 0,4 3 12 15,-4 3 36-15,9 1 76 0,-2-1 72 16,5 0-4-16,4-6-20 0,0-3 44 16,9-7 76-16,2-2-4 0,5-5-156 15,4-5-132-15,-3-3-72 0,2-4-64 16,1-3-148-16,-1-3-144 0,2-3-168 0,-5-7-152 15,-1 1-192-15,-2-4-256 0,-1-2-640 16,-9 2-1276-16,5-6-2881 0</inkml:trace>
  <inkml:trace contextRef="#ctx0" brushRef="#br0" timeOffset="161039.244">8729 12747 12297 0,'0'0'2040'0,"0"0"-1724"0,0 0-112 16,0 0 312-16,0 0 516 0,0 0 360 0,0 0-524 15,0 0-216-15,0 0-260 16,0 0-112-16,91-3-132 0,-63 0-136 0,4-4-12 16,-4 1-116-16,4 3-496 0,-4 0-296 15,4 0-420-15,-4-1-716 0,-4 4-2665 16,4 0-4655-16</inkml:trace>
  <inkml:trace contextRef="#ctx0" brushRef="#br0" timeOffset="162553.077">10435 12964 5184 0,'0'0'4776'0,"0"0"-3359"0,0 0-221 16,0 0-112-16,0 0 132 0,31 72 16 15,-27-50-228-15,-4 1-336 0,0 2-172 0,0-3-152 16,0 3-156-16,-7-2-80 16,3-4-96-16,-1-3-12 0,-3 0-4 0,4-7-92 15,0-2-264-15,1-4-268 0,-1 0-292 16,0-3-148-16,-1 0-204 0,5-6-1328 16,0-4-2701-16,0-7-1327 0</inkml:trace>
  <inkml:trace contextRef="#ctx0" brushRef="#br0" timeOffset="163219.423">11546 12671 7080 0,'0'0'4545'16,"0"0"-3517"-16,0 0-784 0,0 0 276 15,0 0 524-15,0 0-100 0,0 0 164 16,0 0-384-16,68 70-204 0,-64-35-60 15,-1 3-116-15,-3 4-48 0,-7-1-64 16,-5 3-48-16,-4-2 0 0,0-2-48 16,-4-1-24-16,0-4-16 0,0-7 28 15,0-6-40-15,0-3-12 0,1-2-64 16,2-9-8-16,-2-4-72 0,2-1-232 16,6-3 120-16,-2-3 36 0,2-6-60 15,3-1-40-15,4-6-20 0,-4 0 44 16,0-6-12-16,4 0 128 0,0 0 8 0,4-4-84 15,0 1-16-15,0 6 52 0,8 0 24 16,8 6 0-16,-4 6 124 0,8 7 148 16,-1 0-36-16,5 7-28 0,1 8 56 0,3 5 44 15,0 5 64-15,0 1-40 16,-1 2-60-16,-3-2 64 0,0 2-88 0,-4-3-52 16,-5-3-36-16,2-5-36 0,2-2-184 15,-2-2 60-15,2 0 0 0,5-4-320 16,-4-5-396-16,1-1-628 0,-6-3-960 15,13-3-2941-15</inkml:trace>
  <inkml:trace contextRef="#ctx0" brushRef="#br0" timeOffset="163481.005">12212 12843 12745 0,'0'0'2136'0,"0"0"-1140"15,0 0-428-15,0 0-196 0,-88 63 376 16,60-30 376-16,4 4-364 0,0 1-256 0,5 6-124 16,6 1-100-16,1-1-36 0,5-2-52 15,2-1-32-15,5-6-76 0,5-3-76 16,2-10 52-16,5-2-60 0,4-8-4 16,0-3-56-16,0-3 52 0,7-6-76 15,-2 0-184-15,-1-2-136 0,4-9-156 16,-1-3-288-16,-6-6-236 0,-2-6-556 15,-2 4-972-15,-6 3-3005 0,-7-6-2554 0</inkml:trace>
  <inkml:trace contextRef="#ctx0" brushRef="#br0" timeOffset="163653.775">12020 13202 12705 0,'0'0'2136'0,"0"0"-1468"0,0 0 88 16,0 0 180-16,0 0 212 0,0 0-40 15,0 0-312-15,100 41-356 0,-73-44-256 0,-3-7-124 16,4-4-60-16,0 0-244 0,0-9-72 16,-4 2-248-16,1-5-320 0,-6 3-436 15,-3 4-1048-15,4-6-3421 0</inkml:trace>
  <inkml:trace contextRef="#ctx0" brushRef="#br0" timeOffset="163818.798">12542 12983 14365 0,'0'0'1884'0,"0"0"-1200"16,0 0 48-16,0 0-12 0,99 3 228 15,-75-6 260-15,-3-4-500 0,3-3-464 16,-1-3-244-16,5 1-196 0,0-7-520 16,0 3-152-16,-4-3-336 0,-4 0-844 15,-4 7-2288-15,-5-8-2953 0</inkml:trace>
  <inkml:trace contextRef="#ctx0" brushRef="#br0" timeOffset="164004.569">12706 12951 11969 0,'0'0'1892'0,"0"0"-1044"16,-13 92 412-16,6-51 436 0,-1 0 340 0,-1 3-476 16,2 1-551-16,-5-4-417 0,3 1-336 15,-2-5-256-15,-1-2 0 0,3-6-304 16,-2-4-156-16,3-5-157 0,4-11-211 15,4-3-184-15,-4-2-672 0,4-4-1176 16,0-4-2477-16,-4-11-3191 0</inkml:trace>
  <inkml:trace contextRef="#ctx0" brushRef="#br0" timeOffset="164142.287">12665 13233 6748 0,'0'0'7633'0,"0"0"-6485"0,0 0-392 15,0 0 264-15,0 0-188 16,84-10 44-16,-72 8-32 0,4-5-500 0,0 4-244 15,0 0-100-15,-4-1-168 0,0 2-432 16,-4-2-140-16,-4 4-160 0,-4 0-380 0,0 6-784 16,-8 6-844-16,0-1-2337 0,-16 11-1111 0</inkml:trace>
  <inkml:trace contextRef="#ctx0" brushRef="#br0" timeOffset="164287.095">12602 13465 10152 0,'0'0'2881'0,"0"0"-1369"0,0 0-516 16,0 0-188-16,0 0 212 0,0 0 388 15,0 0-412-15,0 0-348 0,0 0-136 16,0 0-88-16,99 44-228 0,-71-53-192 16,0-4-4-16,-4 1-168 0,4-5-224 15,-4 2-512-15,-1 2-284 0,5 4-644 16,-7 2-2352-16,10 1-3145 0</inkml:trace>
  <inkml:trace contextRef="#ctx0" brushRef="#br0" timeOffset="164943.787">14224 13240 6168 0,'0'0'4752'15,"0"0"-3111"-15,0 0-797 0,0 0 148 16,0 0 368-16,0 0-104 0,87 6-228 16,-55-6-396-16,0 0-228 0,-4 0-288 15,0 0-108-15,-1 0-16 0,-3-3 8 16,-4 0-76-16,-4-1-156 0,0-2-408 0,-8 3-216 16,0-1-276-16,-3 4-460 0,-5 0-1224 15,0 0-2365-15,-13 0-1023 0</inkml:trace>
  <inkml:trace contextRef="#ctx0" brushRef="#br0" timeOffset="165120.392">14308 13334 4224 0,'0'0'3216'0,"0"0"-1596"15,0 0-480-15,0 0 305 0,0 0 91 0,0 0-88 16,0 0-64-16,19 68-332 0,1-56-244 16,4-5-80-16,4-5 48 0,4 2-224 15,0-4-296-15,4-13-96 0,-5 1-160 16,1-7-188-16,0-4-340 0,-4 2-148 0,0-6-296 15,-5 2-320-15,-2-4-876 0,-5 11-2721 16,-8-14-3915-16</inkml:trace>
  <inkml:trace contextRef="#ctx0" brushRef="#br0" timeOffset="165352.238">14538 12932 508 0,'0'0'8204'0,"0"0"-6524"15,0 0-351-15,0 0 271 0,0 0-128 16,0 0-76-16,84 44-420 0,-60-31-244 16,-1 6-188-16,2 3-188 0,-1-3-144 0,-4 10-208 15,-1-4 8-15,-6 6 36 0,-2 1-48 16,-7 4-8-16,-4-2-64 0,0 1-128 16,-8 0 116-16,-4 0-28 0,0 0-72 0,-8-3 0 15,1 3-64-15,-1-7-160 16,-5 1-92-16,6-1-132 0,-5-3-404 0,0-6-824 15,8-2-2597-15,-4-1-3471 0</inkml:trace>
  <inkml:trace contextRef="#ctx0" brushRef="#br0" timeOffset="166205.367">16108 12690 8596 0,'0'0'2312'0,"0"0"-399"0,0 0-193 16,0 0-472-16,0 0-84 0,0 0-132 0,60 89-352 16,-60-54-188-16,0 3-28 0,-8 7-60 15,-4-1-124-15,-4 4-20 0,-8 3-92 16,4-1-84-16,-8 1-8 0,-4-6 8 15,5-1-12-15,-5-6 16 0,-1-3-40 16,6-6-48-16,-5-8 0 0,8-2-12 16,0-2-72-16,4-8-88 0,1-2-144 0,6-7-52 15,2 0-12-15,3-7 0 0,-1-8-136 16,5-4-12-16,4-6 60 0,-4-5 56 16,4-1 216-16,0 2 96 0,0 1 0 15,0 5 12-15,4 8 88 0,5 1 52 16,3 9 284-16,-5-1-40 0,10-1-60 15,-2 7-16-15,5 0-8 0,4 2 24 16,0 9 44-16,4-3-68 0,0 9 20 0,0-2 0 16,3 4-48-16,-3 4 0 0,-4-4-120 15,4 3-64-15,-3-3 0 0,2 0-84 16,-3-3-224-16,4 1-144 0,0-3 72 16,4 3-400-16,-4-1-272 0,3 0-1236 15,-10-4-2161-15,7 1-2511 0</inkml:trace>
  <inkml:trace contextRef="#ctx0" brushRef="#br0" timeOffset="166841.234">16993 13023 5320 0,'0'0'4440'0,"0"0"-3019"16,0 0-497-16,0 0 252 0,0 0 196 0,0 0 12 16,0 0-120-16,0 0-396 0,39 93-336 15,-39-58-104-15,0 0-32 0,0 2-92 16,0-5-36-16,0-3-180 0,0-4-88 16,0-6-8-16,0-3-68 0,0-7-44 15,0-2-172-15,0-7-360 0,0 0-484 16,0 0-492-16,0-7-1220 0,0-2-2957 0</inkml:trace>
  <inkml:trace contextRef="#ctx0" brushRef="#br0" timeOffset="171126.963">9259 12243 5472 0,'0'0'7141'0,"0"0"-5801"16,0 0-364-16,0 0 168 0,0 0 44 16,0 0-284-16,0 0-164 0,0 0-212 15,0 0-36-15,0 0-4 0,-28 110-24 0,28-49-76 16,4 6-132-16,0 5-24 0,0 5-160 16,-4 2-23-16,4 3 11 0,-4 2-52 15,4-1-8-15,-4-8-88 0,5-5-21 16,-2-13-195-16,1-13-64 0,4-12-92 15,0-16-56-15,0-10-80 0,4-6-240 16,3-15-340-16,2-14-752 0,-2 4-2048 16,5-32-3457-16</inkml:trace>
  <inkml:trace contextRef="#ctx0" brushRef="#br0" timeOffset="171420.235">9709 12446 9140 0,'0'0'3249'15,"0"0"-2533"-15,0 0-588 0,-88 47 480 16,49-18-24-16,-1 6-28 0,-4-1-12 16,4 2-256-16,4 2-36 0,5-3-140 0,3 4-112 15,7-9-4-15,6-2-124 0,-2-4 116 16,10-9-48-16,3-2 56 0,4 0 4 16,0-4 72-16,4-2 108 0,3 2 96 15,10 4 100-15,2-1 208 0,1 4 8 16,8 7-12-16,0-2-136 0,0 5 132 15,4 3 100-15,0-1-228 0,-4-2-216 16,4 2-108-16,0-5-124 0,3-2-124 16,-3-2 120-16,0-2-472 0,0-8-208 0,-4-3-76 15,0-6-76-15,0 0-368 16,-8-2-1500-16,3-11-4233 0</inkml:trace>
  <inkml:trace contextRef="#ctx0" brushRef="#br0" timeOffset="175308.402">16969 12833 10856 0,'0'0'1929'0,"0"0"-1357"0,0 0-492 16,0 0-80-16,0 0 392 0,0 0 396 16,0 0 4-16,0 0-464 0,0 0-188 15,0 0-60-15,43-17-80 0,-30 15-48 16,-2-4-92-16,6 6-324 0,-6-4-408 16,1 4-396-16,0 0-1069 0,-4 0-2443 0,-135 29-1268 15</inkml:trace>
  <inkml:trace contextRef="#ctx0" brushRef="#br0" timeOffset="176192.792">17702 12983 8672 0,'0'0'2997'15,"0"0"-1461"-15,0 0-720 0,0 0-108 16,0 0-116-16,0 0 164 0,-96-11-80 0,72 25-252 15,0 2-200-15,0 3-112 0,1 0-100 16,-1 3-12-16,4 0-48 16,4 0 8-16,4-6 40 0,4-4 84 0,8-2 64 15,0-3-148-15,0 0-92 0,8-1 28 16,4 2 64-16,7 3 76 0,6-3-64 16,3 3 136-16,0-2-148 0,-4 3 4 15,4-2 48-15,-9 3 20 0,1-1-60 16,-4 5 52-16,-4-2-52 0,-8 1 160 15,0 0 12-15,-4 1 16 0,0-3 44 16,0-1 40-16,-12 0-76 0,4-3-72 16,-4-1-12-16,0-2 8 0,-4-4-132 0,-4 0-184 15,1-3-96-15,-2 0-128 0,1 0-144 16,1 0-132-16,-5-3 88 0,8-3-52 16,4-1-20-16,8 1-340 0,4 0-544 15,0 2-1197-15,11-9-2567 0</inkml:trace>
  <inkml:trace contextRef="#ctx0" brushRef="#br0" timeOffset="176583.657">18542 13186 8536 0,'0'0'5297'0,"0"0"-4169"0,0 0-612 0,0 0 176 16,0 0 296-16,-84 37-192 0,61-20-68 15,-1 1-200-15,4 5-260 0,1 2-44 16,-2 1-16-16,9-5-76 0,8-5-32 16,0 1-100-16,4-8-148 0,0 1 64 15,4-4-16-15,0-3 28 0,5-3-16 16,2 0-44-16,5-6-140 0,0-7-168 16,4-3-204-16,-1-3 0 0,2 0 24 0,-1 3 156 15,-5 3 48-15,2 4 164 0,-6 3 28 16,2 6-40-16,-9 0 264 0,0 6 0 15,-4 3 300-15,0 4 228 0,0 3-12 16,0-4-4-16,-4 4 20 0,0-2-12 0,-5-2-60 16,5-2-56-16,4-1-24 0,0-7-12 15,0 3-124-15,0-3-244 0,0-2-36 16,0 0-136-16,4-2 0 0,0-3-72 16,9 0-172-16,-2-4-224 0,6-4-180 15,2-4-200-15,1 3-440 0,0-5-1068 16,-4 5-2505-16,8-18-1319 0</inkml:trace>
  <inkml:trace contextRef="#ctx0" brushRef="#br0" timeOffset="176803.538">18917 12678 10796 0,'0'0'1865'0,"0"0"-845"0,0 0-132 15,0 0 108-15,0 0 248 0,0 0-248 16,0 0-256-16,-44 91-52 0,37-52 180 0,-2 5-268 15,-3 7-224-15,5 4-68 16,-2-2-116-16,1 7-72 0,1-3-120 0,-1 1 0 16,3-8-60-16,1-2-232 0,4-7-204 15,0-6-288-15,4-9-160 0,12-10-312 16,1-4-492-16,6-12-1248 0,-7 0-1937 16,16-19-1191-16</inkml:trace>
  <inkml:trace contextRef="#ctx0" brushRef="#br0" timeOffset="177187.727">19272 13109 5956 0,'0'0'6433'16,"0"0"-5029"-16,0 0-684 0,0 0-188 0,0 0 236 15,-68 67 560-15,32-29 144 0,0 6-340 16,-7 1-376-16,7 3-268 0,4-8-60 16,4-1-200-16,8-7-228 0,12-10-84 0,4-6-148 15,4-10-156-15,0-6 72 16,12 0-4-16,4-16 112 0,11-6-168 0,6-6-92 15,3-7-244-15,-1-1-4 0,1 8-104 16,0 6 308-16,-8 9 208 0,0 7 228 16,-4 6-72-16,-5 12 148 0,-2 8 100 15,-2 8 128-15,-2 10 172 0,-6 10 224 16,1 3 264-16,1-1-392 0,-2 5 44 16,-3-2-100-16,0 4-244 0,-4-3 296 15,0 3-188-15,-8-3 36 0,-8-6-204 16,1-7-52-16,-2-5 36 0,-2-8 28 15,-1-12 20-15,-1-3-32 0,2-7-3 0,-5-6-37 16,-4-10-96-16,4-5 16 0,-4-11-16 16,5-5-44-16,-1-8-4 15,-1-8-145-15,5-1-235 0,5-6-264 0,7 0 56 16,-1 3-100-16,9 1-24 0,9 5-132 16,6 1-416-16,6 5-836 0,-6 11-1893 0,17-10-2055 15</inkml:trace>
  <inkml:trace contextRef="#ctx0" brushRef="#br0" timeOffset="177619.731">20331 13427 5672 0,'0'0'6941'15,"0"0"-5005"-15,0 0-196 0,0 0-196 16,0 0-288-16,-52 63-496 0,52-53-320 16,0-4-244-16,9-3-108 0,-5-3-76 15,7 0 144-15,2-6 260 0,-2-7-64 16,6-6-132-16,-6-3-112 0,5 0-11 15,-7-3-41-15,2 2-56 0,-3 2-12 16,-3 4-84-16,-1 4 11 0,-4 4-63 16,0 2-8-16,0 1 32 0,-9 6-276 15,-7-3 328-15,0 0-308 0,-3 3 372 16,-9 0-172-16,0 3 80 0,0 6 32 16,0 1 64-16,4 7-152 0,4 2 84 0,4-1-356 15,1 4 352-15,6-4-120 0,9-1-432 16,0-4-284-16,4-1-448 0,12-2-316 15,-1-7-628-15,2 1-2385 0,11-11-1631 0</inkml:trace>
  <inkml:trace contextRef="#ctx0" brushRef="#br0" timeOffset="178136.649">20694 13252 4036 0,'0'0'676'16,"0"0"4708"-16,0 0-4015 0,0 0-305 15,0 0 160-15,0 0-44 0,0 0-124 16,0 0 20-16,0 0 4 0,0 0-144 16,0 0-200-16,0 95-148 0,-4-63-64 15,0 0-24-15,0 0-51 0,0-7-149 16,4-3-296-16,0-6 232 0,0-6-148 16,4-7-88-16,4 0-96 0,4-3-24 0,-5 0 204 15,10-6-84-15,-2-7 60 16,9-6 16-16,-3-3-76 0,7-7-232 0,-4-2-96 15,-1-2-145-15,1 5 9 0,-4-1-216 16,0 7-400-16,0 0 20 0,0 6-980 16,-8 4-2376-16,0-1-1949 0</inkml:trace>
  <inkml:trace contextRef="#ctx0" brushRef="#br0" timeOffset="178436.626">21068 13446 8732 0,'0'0'5741'0,"0"0"-4797"0,-3 82-592 0,3-59 76 15,0-2 52-15,7-4-84 0,1-11-72 16,5-6-200-16,7 0 64 0,-1-16 168 16,13-5 164-16,-4-9-456 0,4-1-64 15,0-4-460-15,-4 0 52 0,-4 3 100 0,-9 3 108 16,-2 7 196-16,-9 0 4 0,-4 6 72 16,0 3 76-16,-12 1 52 0,-8 2-64 15,-1 4 112-15,-3 3-128 16,1 3-20-16,-1 9 0 0,0 13-16 0,0 7 116 15,1 7 108-15,-1 4-28 0,-4 5 88 16,3 2 60-16,5 4 208 0,1-6-232 0,2-1-308 16,6-9-96-16,7-3-256 0,0-10-328 15,4-6-104-15,8-7-208 0,3-9-388 16,10-3-428-16,7-13-476 0,4-6-2405 16,-4 0-2923-16</inkml:trace>
  <inkml:trace contextRef="#ctx0" brushRef="#br0" timeOffset="178671.374">21602 13446 9956 0,'0'0'5161'0,"0"0"-4433"0,0 0-20 15,9 86 348-15,-18-52 252 0,1 5 92 16,-3-4-380-16,3-4-556 0,-1-3-271 0,2-5-89 16,3-4-104-16,0-9-88 0,4-1 4 15,0-9-49-15,0 0-123 0,4 0 0 16,3-13 196-16,6-6 60 0,2-10 72 15,6-8-12-15,7-4-60 0,-5-1-60 0,5-3 0 16,0 1-208-16,0 6-148 0,0 2 64 16,4 9-88-16,-1 4-52 0,1 4-120 15,0 4-256-15,4 2 36 0,-4 3-848 16,-1 1-1424-16,-10 2-2313 0,3 7-1263 0</inkml:trace>
  <inkml:trace contextRef="#ctx0" brushRef="#br0" timeOffset="179585.82">22659 13147 3860 0,'0'0'7709'15,"0"0"-6469"-15,0 0-360 0,0 0-232 16,0 0 224-16,0 0 600 0,0 0 92 0,0 0-348 16,87 19-384-16,-51-16-292 15,7-3-260-15,2 0-88 0,-2-9-44 0,1-4-148 16,0 0-64-16,-1-5-12 0,-2-1-216 16,-5 0-156-16,-1-4-116 0,-7 8-392 0,-8-2-192 15,-4 10-368-15,-16 5-884 0,0 2-2681 16,-16 0-2107-16</inkml:trace>
  <inkml:trace contextRef="#ctx0" brushRef="#br0" timeOffset="179770.757">22806 13271 860 0,'0'0'8624'0,"0"0"-6635"16,-20 70-441-16,12-39-72 0,-1 5-28 15,2 2-108-15,-1-3-152 0,0 3-300 16,0-4-288-16,4 2-272 0,-4-9-144 15,4 3-128-15,-3-5-56 0,7-6-156 0,-5 0-212 16,1-6-160-16,4-3-172 0,0-1-188 16,0-3-240-16,-4-2-560 0,4-2-1132 15,0-2-2553-15,-8 0-1119 0</inkml:trace>
  <inkml:trace contextRef="#ctx0" brushRef="#br0" timeOffset="179970.536">22738 13602 64 0,'0'0'10488'16,"0"0"-9007"-16,0 0-905 0,0 0 180 16,0 0 336-16,84-19-208 0,-64 15-256 15,3 4-300-15,5 0-228 0,0 0-12 16,4-3-88-16,0-1-8 0,-1 2-80 16,-3-2-304-16,-3 4-212 0,-9 0-128 15,-4 0-232-15,-1 6-376 0,-11 1-861 0,0 3-1871 16,-4 6-1544-16</inkml:trace>
  <inkml:trace contextRef="#ctx0" brushRef="#br0" timeOffset="180136.569">22715 13877 4704 0,'0'0'664'0,"0"0"3008"16,0 0-3088-16,0 0-224 0,0 0 428 0,0 0 537 15,0 0 143-15,0 0-196 16,0 0-204-16,75 35-464 0,-36-35-204 0,10 0-152 15,-2-6-12-15,1-1-136 0,8-2-100 16,-5-4-76-16,-3 1-160 0,1-1-904 16,-2 1-444-16,-11 2-1404 0,4-4-4641 0</inkml:trace>
  <inkml:trace contextRef="#ctx0" brushRef="#br0" timeOffset="180321.526">23969 13922 8884 0,'0'0'7101'0,"0"0"-5353"16,0 0-700-16,0 0 144 0,0 0-80 15,0 0-335-15,0 0 507 0,0 0-572 16,0 0-652-16,0 0-60 0,0 0-372 16,-68-60-464-16,53 47-257 0,-5 4-551 15,3 2-3184-15,-19-3-7173 0</inkml:trace>
  <inkml:trace contextRef="#ctx0" brushRef="#br0" timeOffset="185553.707">4449 14177 8172 0,'0'0'1320'0,"0"0"2521"0,0 0-2861 16,0 0-196-16,0 0 524 0,0 0 172 16,0 0-12-16,0 0-320 0,0 0-332 15,-27-33-207-15,11 30-25 0,-4-3-52 16,-3 3-144-16,-5-1-160 0,-8 1-96 16,-1 3 36-16,-6 0-168 0,-5 0-60 15,-7 0 48-15,-5 7-96 0,-9 2-36 0,2 3-12 16,-8 1 68-16,-2 7-68 0,-2-1-168 15,3 6 68-15,1 0 52 0,3 4-196 16,4-4 131-16,4 1 1 0,13-3 12 0,7-4-84 16,8-1-160-16,8-8-76 0,12-4-72 15,4-3 20-15,12-3-188 0,0 0-796 16,12-6-1116-16,0 0-1549 0,20-10-867 0</inkml:trace>
  <inkml:trace contextRef="#ctx0" brushRef="#br0" timeOffset="185797.175">4211 14398 4000 0,'0'0'9793'0,"0"0"-8453"16,0 0-812-16,-84 45 12 15,49-33 588-15,-5 4 8 0,-4 0-360 0,-4 4-396 16,0-9-172-16,-4 3-148 0,-3 1 212 0,-5-4-264 15,-4 1-8-15,0-3-24 16,0 1-160-16,-3-4-184 0,3 4-112 0,4-4 40 16,8-3-32-16,9-3 116 0,3 0-116 15,4 0-112-15,12 0 108 0,0-3 36 16,9-6-240-16,2 2-536 0,9 1-1276 16,0-11-3209-16</inkml:trace>
  <inkml:trace contextRef="#ctx0" brushRef="#br0" timeOffset="186136.234">3302 13862 13045 0,'0'0'1880'0,"0"0"-1780"15,0 0 24-15,0 0 40 16,0 0 440-16,0 0-60 0,0 0-260 0,-88 41-212 15,73-25-72-15,-1 6-100 0,-4 7-60 16,0 9 48-16,0 6 36 0,0 4-52 16,0 10 0-16,0-2-208 0,1 4-108 15,-5 1 144-15,3 2 136 0,6-2 80 16,-2-2 84-16,6 0 8 0,7-9-8 16,4-5 0-16,0-8 88 0,12 1 264 15,4-6-148-15,12 0 208 0,4 3 44 0,4-2-32 16,3-3 0-16,9-1-112 0,3-1-4 15,5-3 16-15,4-2-188 0,-4-4-124 16,4-3-12-16,4 0-496 0,-4 0-524 16,-5-4-688-16,-11-1-2164 0,12 4-4673 0</inkml:trace>
  <inkml:trace contextRef="#ctx0" brushRef="#br0" timeOffset="201239.243">5250 13947 9592 0,'0'0'1381'15,"0"0"943"-15,0 0-1208 0,0 0-548 0,0 0 52 16,0 0 496-16,0 0 76 0,0 0-316 16,0 0-172-16,0 0-144 0,97 19-60 15,-65-19-24-15,3 0-96 0,1-8-128 16,0-3-55-16,-4-1-53 0,3-4-20 16,-3 3-36-16,0-3-88 0,-4 3-120 15,-8 1-221-15,1 2-267 0,-6 4-136 16,-4 0-200-16,-2 3-200 0,-5 3-444 15,-4 0-476-15,0 3-624 0,0 3-577 16,-8 7-1335-16</inkml:trace>
  <inkml:trace contextRef="#ctx0" brushRef="#br0" timeOffset="201404.621">5534 14030 8624 0,'0'0'1736'0,"0"0"-771"0,0 0-409 16,0 0 556-16,-24 82 324 0,24-47-236 15,0 4-268-15,4 5-212 0,3 3-48 0,-3 1-56 16,1-1-24-16,3 2-248 0,-4-8-260 15,-4 0-84-15,4-9-124 0,-4-3-292 16,0-7-248-16,0-6-56 0,0-4-148 16,-4 1-188-16,-8-4-788 0,3-2-2377 15,-14 2-2927-15</inkml:trace>
  <inkml:trace contextRef="#ctx0" brushRef="#br0" timeOffset="201600.159">5091 14754 4652 0,'0'0'6553'16,"0"0"-5653"-16,0 0-436 0,0 0 556 0,0 0 752 16,0 0-216-16,48 70-512 0,-32-61-464 15,0-2-100-15,8-1 12 0,-1-6 132 16,5 0-212-16,0-3-180 0,0-7-184 0,4 1-48 16,0-7-16-16,4 4-336 0,-4-5 84 15,4 2-308-15,-4-5-260 0,4 5-88 16,0-5-208-16,-1 1-616 0,-11 3-1384 15,12-3-3809-15</inkml:trace>
  <inkml:trace contextRef="#ctx0" brushRef="#br0" timeOffset="201773.499">5976 14539 7736 0,'0'0'6217'0,"0"0"-5393"16,0 0-548-16,0 0 280 0,0 0 1036 15,0 0-280-15,0 0-576 0,88 50-528 0,-68-50-196 16,-1-12-12-16,5-7-256 0,-3-7-272 16,2-3-164-16,1-3-240 0,-4-3-256 0,-1 4-680 15,-2 9-2069-15,-6-14-1975 0</inkml:trace>
  <inkml:trace contextRef="#ctx0" brushRef="#br0" timeOffset="202069.193">6079 14147 3116 0,'0'0'9961'0,"0"0"-8661"0,0 0-1024 16,0 0 92-16,0 0 660 0,0 0 128 16,0 0-216-16,-39 89-384 0,39-60-152 15,7 0-60-15,6 2-48 0,-2 4-152 0,6 0 52 16,-2 3-96-16,2 0-40 0,-6 7-48 16,1-3 36-16,0 2-48 0,-4 3 12 15,0-3-4-15,-3 4-4 0,2-3 4 16,-7-1-8-16,0-2 72 0,0-5-60 15,0-5 48-15,0-1-52 0,-7-5-4 0,-2-3 4 16,-3-7 68-16,0-1-28 16,-7-2 12-16,-2-6 36 0,-7-5-96 0,-4 3-60 15,-3-5-60-15,-5-5-136 0,1-4-88 16,-6-4-144-16,6-2-140 0,-2-8-212 16,9-5-140-16,9 3-360 0,7-7-516 15,8 10-1193-15,8-6-2995 0</inkml:trace>
  <inkml:trace contextRef="#ctx0" brushRef="#br0" timeOffset="202516.359">7136 14252 10888 0,'0'0'1657'0,"0"0"-1133"0,0 0 64 16,0 0 980-16,0 0 92 0,91 38-160 15,-55-25-516-15,4 0-336 0,-1-1-196 16,6-5-244-16,-2-1-88 0,1-6-112 0,-4 0-8 15,-1-6-24-15,2-7-256 0,-5-2-292 16,-8-5-4-16,0 1-52 0,-9 0-124 16,-3 6-216-16,-12 1-828 0,0 6-1396 15,-8 6-3141-15</inkml:trace>
  <inkml:trace contextRef="#ctx0" brushRef="#br0" timeOffset="202686.096">7366 14477 664 0,'0'0'9560'15,"0"0"-7895"-15,8 74-845 0,1-42 136 16,2 9 360-16,-3-3 172 0,1-7-344 16,-2-2-512-16,5-10-448 0,-8-6-184 15,5-7-172-15,-6 0-560 0,1-6-236 16,0 0-128-16,0-2-204 0,-4-11-244 0,4-3-1081 16,-4 3-1887-16,0-16-384 0</inkml:trace>
  <inkml:trace contextRef="#ctx0" brushRef="#br0" timeOffset="202953.54">7525 14553 4060 0,'0'0'4128'0,"0"0"-2248"0,0 0-359 16,0 0-165-16,92-21-372 0,-72 17-12 16,5 1-216-16,-10 3-368 0,-2 0-388 0,-2 0-60 15,-3 0-52-15,-4 7-268 0,-4 5-272 16,0 4-32-16,-8 7-324 0,-7-1 116 16,-2 6 4-16,-2-2 411 0,-1-1 425 15,-1 5 52-15,-3-9 4 0,1 2 357 16,3-4 375-16,3 0 144 0,6-4 28 15,-1-2 80-15,8 0 132 0,4-7-104 16,0 3-232-16,12-2-240 0,-1-1-12 16,10-3 120-16,3 3 68 0,4-1-352 15,4-5-76-15,0-5-108 0,3-4-124 0,1-7-12 16,3-3-48-16,2-9 0 0,-5-4-448 16,-1-6-300-16,1-7-208 0,0-2-292 15,-12 12-992-15,12-19-3065 0</inkml:trace>
  <inkml:trace contextRef="#ctx0" brushRef="#br0" timeOffset="203202.206">8291 14043 13253 0,'0'0'1928'0,"0"0"-1136"15,0 0-152-15,-44 85 220 0,28-49 584 16,0 5-328-16,0 0-396 0,1 7-304 15,2 2-100-15,-6 4-72 0,2 7-160 16,2 5-76-16,-9 4 4 0,3 0 1 0,-3 4-5 16,1-2-4-16,-1-4-4 0,0-9-85 15,4-6-111-15,0-7-84 0,8-11-168 16,0-10-76-16,8-10-140 0,4-5-120 16,0-7-316-16,4-6-496 0,8-10-432 15,0 1-1068-15,13-26-2077 0</inkml:trace>
  <inkml:trace contextRef="#ctx0" brushRef="#br0" timeOffset="203385.402">8354 14539 12673 0,'0'0'1984'0,"0"0"-1376"0,0 69-168 16,0-28 752-16,0 7 652 0,0 9-616 15,0 0-520-15,4 0-292 0,1-3-76 16,-5-6-196-16,8-4-144 0,-1-9-108 15,1-5-284-15,5-9-180 0,-2-5-368 16,6-13-116-16,2-3-120 0,5-15-264 0,4-10-900 16,4-11-2161-16,-8 7-1327 0,8-24 2792 0</inkml:trace>
  <inkml:trace contextRef="#ctx0" brushRef="#br0" timeOffset="203635.083">8789 14605 11221 0,'0'0'2824'0,"0"0"-1912"16,0 0-624-16,0 0 228 0,-100 79 652 15,68-49-24-15,0 3-492 0,1-3-296 16,3-2-84-16,0 0-40 0,12-6-96 16,0-3-136-16,8 0-92 0,8-5-80 15,0 1 88-15,0-5 84 0,8 2 8 16,4-2 140-16,4-1-52 0,0-2 52 16,0 2-40-16,4-5-20 0,4 2 8 15,-5-4-44-15,5 5-52 0,1-7-4 16,-1 4-84-16,-1-1-216 0,1-3-372 0,0 3-212 15,-5 0-164-15,5 0-252 0,4 4-808 16,4 2-1769-16,4 4 1445 0,-8-4 1772 16</inkml:trace>
  <inkml:trace contextRef="#ctx0" brushRef="#br0" timeOffset="204065.106">9582 15144 11325 0,'0'0'1772'0,"0"0"-1148"0,0 0-168 0,0 0 240 15,0 0 212-15,0 0-80 0,-12 77-340 16,0-49-264-16,4 2-116 0,-4-2 32 16,0-3 8-16,0 1-136 0,4-7-8 15,0 0-4-15,0-7-172 0,4-2-264 16,0-4-152-16,0-3-192 0,4-3-252 16,0 0-400-16,0-3-928 0,0 0-1997 15,0-7-767-15</inkml:trace>
  <inkml:trace contextRef="#ctx0" brushRef="#br0" timeOffset="204520.305">10407 14532 10844 0,'0'0'1405'0,"0"0"-897"15,0 0 44-15,0 0 324 0,43 73 464 16,-30-29 88-16,2 7-432 0,-6 13-416 16,2 5-260-16,-7 5 24 0,0-2-48 15,0-2-52-15,0 0-100 0,1-10-56 16,-2-9-88-16,1-13-116 0,4-13-300 15,0-11-196-15,4-12-216 0,4-4-28 16,0-15-84-16,-1-8-316 0,6-10-852 16,-10 7-2393-16,10-20-907 0</inkml:trace>
  <inkml:trace contextRef="#ctx0" brushRef="#br0" timeOffset="204753.325">10824 14783 8928 0,'0'0'2173'0,"0"0"-993"16,0 0-488-16,0 0 20 0,0 0 340 15,-83 76 108-15,55-48-356 0,0 4-404 16,0 0-216-16,0-4-144 0,8-2-40 0,1-4-64 16,3-3 4-16,4-3 8 0,8-6 48 15,4-1 4-15,4 0 212 0,11 1 36 16,6-1 60-16,3 1 28 0,4-4 72 16,4 4-16-16,-4-4-96 0,3 0-112 15,5-2-64-15,0-1-36 0,3-3-80 16,2 0 224-16,2 0-228 0,2-13-244 15,-2-3-384-15,1-5-220 0,-4-4-292 16,3-8-140-16,-11 11-1708 0,8-16-3121 0</inkml:trace>
  <inkml:trace contextRef="#ctx0" brushRef="#br0" timeOffset="204959.257">11546 14560 12509 0,'0'0'1844'0,"0"0"-1212"0,-48 67 88 16,25-32 360-16,-5 10 136 0,-4 6-132 0,0 2-508 16,0 4-244-16,-4 4-64 0,4-1-24 15,-4 6-132-15,0 1-64 0,4 0-48 16,-3-1 0-16,3-2-60 0,8-10-40 16,4-9-120-16,8-14-364 0,4-6-140 15,4-15-228-15,4-7-100 0,0-6-444 16,4-7-1192-16,12-24-2765 0</inkml:trace>
  <inkml:trace contextRef="#ctx0" brushRef="#br0" timeOffset="205132.42">11634 14929 14929 0,'0'0'2160'16,"0"0"-1652"-16,0 0-396 0,83 41 232 15,-55-28 556-15,-4-7 768 0,-4-4-648 0,-4-2-679 16,8-2-193-16,-4-8-92 0,4-3-56 15,-1-6-489-15,-2-3-299 0,-1 1-188 16,-9-4-192-16,1 5-464 0,-12 4-968 16,4 3-2761-16,-12 4-3627 0</inkml:trace>
  <inkml:trace contextRef="#ctx0" brushRef="#br0" timeOffset="205302.649">11662 15090 10092 0,'0'0'2125'16,"-4"76"-1241"-16,4-34-324 0,0 2 252 15,4 11 512-15,4-1 140 0,-8-4-128 16,3 1-412-16,1-6-276 0,0-8-308 16,-4-4-340-16,4-12-24 0,-4-4-428 15,0-8-256-15,0-6-168 0,0-3-164 0,0-3-224 16,0-6-624-16,-4-8-1244 0,0 5-1997 16,-7-13-195-16</inkml:trace>
  <inkml:trace contextRef="#ctx0" brushRef="#br0" timeOffset="205450.022">11586 15396 5184 0,'0'0'5060'0,"0"0"-2939"0,0 0-969 16,0 0-88-16,0 0 248 0,0 0-248 0,84 6-244 16,-53-3-152-16,1-3-76 0,4 0-40 15,-4 0-112-15,0-9-184 0,0 2-156 16,-5-5-100-16,1-2-116 0,-3 2-532 16,3-4-396-16,3 4-108 0,1-4 744 15,0-1-672-15,-8 6-3056 0,4-3-3321 0</inkml:trace>
  <inkml:trace contextRef="#ctx0" brushRef="#br0" timeOffset="206120.062">13191 15109 6916 0,'0'0'1688'0,"0"0"-884"0,0 0-120 0,0 0 193 15,0 0 395-15,0 0 32 16,0 0-160-16,0 0-188 0,0 0-188 0,0 0-144 15,-83-37 244-15,67 37-152 0,0 2-112 16,0 8-76-16,1 6 60 0,-2 6-116 16,-3 10-152-16,1 5-116 0,2 5-56 15,2 4-52-15,2-2 24 0,5-4 4 16,5-7-39-16,3-5-85 0,0-6-12 16,3-6-85-16,9-10-27 0,1 0-8 15,-2-6-52-15,9-2-80 0,1-15 56 16,-2-1-96-16,5-11-40 0,-4-6-72 15,0-3-48-15,0-4-52 0,0 8-4 0,-8 2 28 16,3 7 120-16,-6 2 48 16,3 10 176-16,-5 8 48 0,2 5-28 0,-1 5 128 15,-1 12 484-15,1 5-100 0,-3 6-36 0,3 1 72 16,-1 2-76-16,-3 5 12 16,4-4-36-16,1-4-48 0,-2 1 80 0,5-4-204 15,0-13-148-15,-4-2-88 0,0-7-340 16,4-3-332-16,-4-13-28 0,4-2-156 15,-5-7-384-15,2 6-1112 0,-1-16-3273 0</inkml:trace>
  <inkml:trace contextRef="#ctx0" brushRef="#br0" timeOffset="206370.282">13415 15177 8280 0,'0'0'4321'0,"0"0"-3477"15,0 0-680-15,0 0 232 0,0 0 412 16,47 69 336-16,-39-56-76 15,-3-4-408-15,3 2-376 0,-5 0-124 0,5 3-60 16,-8-2-88-16,4 1 60 0,-4 2-64 16,0 2 0-16,-8-1 0 0,1-4 0 0,3-3 44 15,0-2 44-15,-1-7 80 0,5 0 20 16,0-3 72-16,0-8-144 0,9-1-124 16,-2-4 76-16,5-6 56 0,4-3 28 15,0-1-148-15,0 1-12 0,5 0-12 16,-2-4-84-16,1 4-112 0,-1 0-236 15,-2-1-320-15,-2 3-168 0,6 4-232 16,-9 0-588-16,0 7-1432 0,3-4-3873 0</inkml:trace>
  <inkml:trace contextRef="#ctx0" brushRef="#br0" timeOffset="206703.792">14012 15358 13341 0,'0'0'2092'0,"0"0"-1580"16,0 0-460-16,0 0 48 0,0 0 392 0,0 0 368 15,0 0-180-15,0 0-348 0,0 0-196 16,88-86-136-16,-69 41-148 0,6 1-508 16,-9-4 88-16,3 6 192 0,-6 4 252 15,-5 7 0-15,-1 5-152 0,-7 7-28 16,-4 10 108-16,-7 2 196 0,-9 7 100 15,-5 3-100-15,-3 14-36 0,1 5 36 16,-4 10 36-16,-1 10 268 0,4 1 136 0,4 12-4 16,3 1 96-16,6-2-72 0,6 3-92 15,2-3-208-15,-1-3-160 0,8-3-40 16,0-8 28-16,4-4-112 0,7-4-160 16,2-10-100-16,2-3-100 0,9-9-176 15,0-4-308-15,1-6-572 0,-6 0-2693 16,21-6-3099-16</inkml:trace>
  <inkml:trace contextRef="#ctx0" brushRef="#br0" timeOffset="207040.32">15343 15396 1932 0,'0'0'0'16,"0"0"-588"-16,0 0-364 0</inkml:trace>
  <inkml:trace contextRef="#ctx0" brushRef="#br0" timeOffset="207419.424">15343 15396 600 0,'0'0'1788'0,"0"0"-304"0,0 0-244 0,0 0-368 16,-64-33 64-16,60 31 300 0,0-1-212 15,1-4-248-15,-1 0-224 0,-5 0 29 16,5-1-65-16,0 2-68 0,1-5 116 16,-5 6 116-16,-1-5-84 0,1 0-252 15,1 2 300-15,-10-3-192 0,6 5-148 0,-6-1 72 16,-2 4 128-16,3 3 32 16,0 0-288-16,4 3-72 0,-4 14 8 0,0 1 40 15,4 15 0-15,4 2-4 0,5 9-32 16,-1 3 92-16,4 1 104 0,0-1 56 15,7-5-120-15,1-10-88 0,4-7-168 16,0-9-64-16,0-10-4 0,4-6-92 16,0-3 84-16,0-13-88 0,3-6-48 0,2-11-60 15,3-4-84-15,-5-8-140 0,1-2-36 16,-3 3-60-16,-2-1 4 0,2 7-20 16,-10 3 32-16,1 7 132 0,0 5 92 15,-3 7 12-15,-2 10 136 0,-3 3 0 16,4 3 140-16,-4 6 336 0,0 10 216 15,0 3-96-15,0 3-84 0,0 3-160 16,0-2-60-16,0 0-88 0,0-8-64 16,0-5-84-16,0-4-68 0,4-6-396 15,4 0-332-15,0-10-104 0,0-6-644 0,4-3-669 16,-4 4-1603-16,4-17-1512 0</inkml:trace>
  <inkml:trace contextRef="#ctx0" brushRef="#br0" timeOffset="207639.016">15626 14430 6140 0,'0'0'4736'0,"0"0"-3887"16,0 0-257-16,-12 92 288 0,4-42 428 16,-4 11 316-16,4 10-88 0,0 8-460 15,1 3-424-15,-2 7-176 0,-3-3-84 16,8-1-184-16,-3-2-208 0,2-10-44 15,1-10-40-15,4-11-224 0,0-8-228 16,4-12-152-16,8-13-104 0,0-6-136 0,8-10-276 16,0-6-360-16,0-4-1208 0,8-22-2909 0</inkml:trace>
  <inkml:trace contextRef="#ctx0" brushRef="#br0" timeOffset="208101.216">15917 15237 11057 0,'0'0'2864'0,"0"0"-1900"0,-60 82-660 16,32-40 160-16,-4 15 580 0,1 4 308 16,-1-3-144-16,4 1-484 0,4-12-308 15,8-9-220-15,7-13-196 0,9-12-196 16,0-13-416-16,13 0 60 0,2-10 320 16,10-8-28-16,-1-14-196 0,8-6-360 15,3-6-448-15,-3-4-284 0,4 6-168 16,-1 7 436-16,2 10 531 0,-5 12 401 0,0 7 132 15,-4 6-224-15,-1 16 92 16,-7 6 348-16,-4 6 1056 0,-4 10 53 0,-8 1-237 16,4 6-196-16,-8 2-164 0,0 1 120 15,0 2 88-15,0 5 24 0,-4-2 84 16,-4 4 80-16,-4 4-68 0,0-1-200 16,0 0-136-16,0-2-172 0,-4-1-164 0,0-10-68 15,-3-3-40-15,2-11-56 0,-6-14 60 16,3-8-64-16,-4-11-108 0,0-5 104 15,4-17-76-15,0-14 68 0,5-8-64 16,2-9-68-16,9-5-116 0,4 1-304 16,0-3 72-16,12 9 160 0,4 0 72 15,4 6 112-15,4 1 60 0,4-3 28 16,3 2 8-16,1-2-120 0,0-4-212 0,4 2 32 16,4-1-148-16,-8 2-480 0,4 4-656 15,0 3-512-15,-12 12-629 0,8-2-1715 0</inkml:trace>
  <inkml:trace contextRef="#ctx0" brushRef="#br0" timeOffset="208895.961">16645 15748 14085 0,'0'0'2844'0,"0"0"-1616"0,0 0-660 0,0 0-224 16,0 0-12-16,0 0 36 0,0 0-184 15,0 0-184-15,0 0-772 0,0 0-584 16,0 0-856-16,-35 41-5053 0</inkml:trace>
  <inkml:trace contextRef="#ctx0" brushRef="#br0" timeOffset="-213397.503">16737 15805 9624 0,'0'0'1537'0,"0"0"-769"15,0 0 16-15,0 0 184 0,0 0-132 16,0 0-116-16,0 0-16 0,0 0-96 0,0 0-136 16,24-22-48-16,-20 22 60 15,-4 3 192-15,0 0-72 0,0 4-140 0,0-5-120 16,0 8-112-16,-4 0-108 0,0 5-28 15,-3 1-36-15,3 0-60 0,-5 6-4 16,1-3 0-16,1 4-44 0,-1-4 48 0,-1 0-8 16,2-3-40-16,3-3 44 0,0-7-8 15,0-3 0-15,4-3 4 0,0 0-80 16,-4-3 28-16,4-7-24 0,-4 1-28 16,4-7 104-16,0 3 8 0,0-6-12 15,0 7 12-15,8-2 48 0,0 5 16 16,-1 2-64-16,-3 1 0 0,5 6-64 15,-5 0-68-15,0 0 44 0,0 0 40 16,-1 0 44-16,1 0-44 0,-4 4-28 16,4-4 68-16,-4 0-40 0,0 0 48 15,0 0 0-15,0 0 100 0,0 0-28 0,-4 0-72 16,-3 0-4-16,-1 0-120 16,-5 0-156-16,2-4-188 0,-5 1-172 0,0-2-64 15,-1-6-280-15,2 2-440 0,-1-4-668 16,4 4-1017-16,-12-7-2287 0</inkml:trace>
  <inkml:trace contextRef="#ctx0" brushRef="#br0" timeOffset="-191685.501">16666 15783 5956 0,'0'0'288'16,"0"0"2712"-16,0 0-1115 0,0 0-589 15,0 0-336-15,0 0-8 0,0 0-104 16,12-67-196-16,-8 63-8 0,8 4-60 0,-5-3-60 15,2 3-68-15,3 0-48 16,-1 0 24-16,2 0-16 0,-2 3-36 0,-3 1-144 16,5-1-116-16,-6 1-20 0,1-1 20 15,1 2 4-15,-2 2 8 0,-3 6 4 16,-4-1-64-16,0 4-72 0,0 7 60 16,0 2-8-16,-7-3 8 0,-2 3-48 0,-3-1 84 15,1-3-24-15,-6-5 28 0,6-3 8 16,-6-5-8-16,2-3 32 0,2-5-24 15,-2 0 28-15,2 0-76 0,6-7-23 16,3-3-37-16,0 1-97 0,4-3-3 16,8-5 16-16,-1 4-12 0,6 1-16 15,-1 3 64-15,0-1-24 0,4 7 24 16,-9 0-36-16,6 3 76 0,-5 0 0 16,-5 0 8-16,1 3 0 0,-4 3 84 15,4 1 72-15,-4 2-44 0,0 1-4 0,0-1 52 16,-4 3-52-16,-3-1-96 0,-5 1 73 15,-1 1-85-15,2-7-97 0,-6 3-11 16,2-2 8-16,2-4 40 0,2-3-84 16,-1 0-112-16,4 0-24 0,4-3 96 15,0-4-144-15,0 0-188 0,4-1-108 0,0-5-100 16,0 4-192-16,8-5-380 0,-4 6-408 16,4-5-688-16,0 6-1573 0,0-3-803 0</inkml:trace>
  <inkml:trace contextRef="#ctx0" brushRef="#br0" timeOffset="-187441.028">18690 14821 1720 0,'0'0'7488'0,"0"0"-4315"0,0 0-1769 16,0 0-872-16,8 83 48 0,-8-55 152 0,0 6 484 16,-4 2-220-16,-4-1-392 0,-1 7-380 15,-2-2-16-15,-1 2-24 0,0-5 36 16,-4 2-60-16,4-4-12 0,-4-7 96 16,0-2-108-16,-3-4-28 0,2 0 28 15,-2-9-76-15,3 0-8 0,-5-7-40 16,2 0-12-16,-1-3-52 0,-4-3 44 0,4-3-52 15,4-3-44-15,-3-7 104 0,-2-3 0 16,5-3-208-16,4 0 132 0,1 0-8 16,6 0 60-16,-3 1 16 0,8 4 8 15,0-2-64-15,0 4-16 0,0-1 80 16,8 3 72-16,1 4-20 0,-2 0 32 16,5 0 0-16,4 6 76 0,0 0-12 15,4 2-64-15,0 8-20 0,3 0-16 16,2 5 84-16,3 1-72 0,0 7-4 15,-4-5-56-15,4 4 0 0,0-2-4 0,-5-4 4 16,1 2 0-16,-4-1-4 16,4-4-84-16,-4-4-8 0,0 0 0 0,-5 1 80 15,2-4-56-15,-2-3-320 0,-2-3-196 16,-6 0-148-16,5 0-180 0,1-6-240 16,-6-3-560-16,6 2-1508 0,-2-6-2401 0</inkml:trace>
  <inkml:trace contextRef="#ctx0" brushRef="#br0" timeOffset="-187093.49">19311 14951 7884 0,'0'0'5861'0,"0"0"-4745"0,0 0-536 16,0 0 252-16,0 0 436 0,0 0-140 0,0 0-380 15,-95 45-356-15,75-33-172 0,0 7-60 16,-4 3 0-16,8 1-52 0,-3 5 28 16,2 1 8-16,6 5-44 0,-2 5-28 0,5-1 48 15,4 1-56-15,4-2-4 16,0 1 108-16,12-3 76 0,1-3-136 0,6-4-8 16,-3 2-88-16,0-12 36 0,4-3 61 15,0-4-109-15,4-5-8 0,-4-6 8 16,4 0-60-16,-4-6-125 0,-1-8-115 15,5 2-80-15,-3-6-96 0,-6-6-196 16,-2 6-148-16,-6-1-376 0,1-3-704 16,-8 5-1164-16,0 4-2341 0,-4-2 69 0</inkml:trace>
  <inkml:trace contextRef="#ctx0" brushRef="#br0" timeOffset="-186935.406">19132 15297 5896 0,'0'0'1120'0,"0"0"3169"16,0 0-3093-16,0 0-264 0,0 0 232 15,0 0 248-15,0 0 112 0,0 0-300 0,0 0-472 16,0 0-424-16,0 0-204 16,20 12 192-16,4-14-8 0,4-5 68 0,4 0-192 15,-5-5-144-15,6 3-40 0,-6-8-280 16,1 5-100-16,0-1-60 0,0 1-392 16,0-1-388-16,-4 4-712 0,-9-1-1912 15,13-4-2741-15</inkml:trace>
  <inkml:trace contextRef="#ctx0" brushRef="#br0" timeOffset="-186541.741">19790 14818 328 0,'0'0'12621'0,"0"0"-10549"0,0 0-776 16,0 0-76-16,83 6 140 0,-59-3-160 15,0 0-272-15,-5-3-428 0,6 0-316 16,-1 0-112-16,0-6-24 0,0-4-48 16,-5-2-212-16,5-4-320 0,-3-4-312 15,-6 5-308-15,2-1-292 0,-10 3-720 0,1 5-1740 16,-8 1-1597-16</inkml:trace>
  <inkml:trace contextRef="#ctx0" brushRef="#br0" timeOffset="-186345.178">19973 14830 236 0,'0'0'9564'0,"0"0"-7707"16,0 0-449-16,-20 86-236 0,20-51 204 0,-4 3 252 16,4 6-96-16,0 4-280 0,0 6-324 15,4 0-172-15,-4-3-343 0,0 2-149 16,0-5-164-16,0-3-100 0,0-10-268 15,0-7 24-15,0-5-133 0,0-11-47 16,0-5-16-16,0-5-168 0,-4-2-252 16,0 0-444-16,-1 0-744 0,2-9-1772 15,-1 4-2297-15</inkml:trace>
  <inkml:trace contextRef="#ctx0" brushRef="#br0" timeOffset="-186196.161">19917 15293 6988 0,'0'0'5057'0,"0"0"-3217"0,0 0-888 15,0 0 4-15,88-9 520 0,-65 9-40 0,5-3-52 16,-4 1-420-16,8-5-380 16,-4 3-219-16,-4-5-365 0,4 2-24 0,-8 4-461 15,-4-3-223-15,-4 3-208 0,0 3-432 16,-4 0-1016-16,-8 0-3013 0,-4 19-3587 0</inkml:trace>
  <inkml:trace contextRef="#ctx0" brushRef="#br0" timeOffset="-186010.721">19937 15643 7008 0,'0'0'7449'0,"0"0"-5545"15,0 0-1156-15,0 0-116 0,0 0 172 0,0 0 44 16,0 0 44-16,0 0 12 0,76-3-396 16,-44 0-227-16,3-4-169 0,1-2-112 0,0-1-48 15,-1-3 32-15,-2 4-261 0,3-3-319 16,-4 1-356-16,-4 3-176 0,4 1-340 15,-13 4-948-15,13-1-3213 0</inkml:trace>
  <inkml:trace contextRef="#ctx0" brushRef="#br0" timeOffset="-185409.218">21048 15214 8944 0,'0'0'5469'0,"0"0"-4221"16,0 0-604-16,0 0-156 0,0 0 356 16,0 0 416-16,92 7-216 0,-60-7-460 15,4 0-204-15,0 0-260 0,0-7-20 16,-1 1-100-16,-7 0 0 0,0 0-52 16,-3-1-204-16,-6 1-280 0,1 0-88 15,-8-1-160-15,0 0-328 0,-8 5-684 16,-4 2-2252-16,-4 0-2953 0</inkml:trace>
  <inkml:trace contextRef="#ctx0" brushRef="#br0" timeOffset="-185228.353">21149 15427 1644 0,'0'0'10077'0,"0"0"-7981"0,0 0-868 0,0 0-184 15,79 41 156-15,-51-37-132 0,0-2-48 16,3-2-324-16,-3 0-316 0,4-9-148 15,-4-4-136-15,0-6-96 0,0 0-64 16,-4-6-376-16,-4-1-280 0,0 0-300 16,-5 5-220-16,-2-5-388 0,-5 10-1300 15,-5 1-3757-15</inkml:trace>
  <inkml:trace contextRef="#ctx0" brushRef="#br0" timeOffset="-184958.52">21392 14996 5776 0,'0'0'6193'0,"0"0"-5029"0,0 0-576 0,0 0-96 15,0 0 256-15,0 0 540 0,95 34-192 16,-72-18-352-16,9 0-460 0,1 1-100 16,-1 4 220-16,4-2-268 0,-5 6-136 15,-3 1-124-15,-5 2 12 0,2 4-136 16,-9 0 52-16,-8 3-76 0,-4 3 100 0,-4 0-4 15,0 0-72-15,-12 3-12 0,-1-2 88 16,-2 3-28-16,-5-9 0 0,1 3-72 16,-2-5-136-16,1-5-4 0,1-6-232 15,-2-6-660-15,1-1-1605 0,9-7-3239 16,-6-6 2296-16</inkml:trace>
  <inkml:trace contextRef="#ctx0" brushRef="#br0" timeOffset="-184211.825">22359 14846 8324 0,'0'0'5729'0,"0"0"-4425"0,0 0-728 15,0 0-196-15,0 0-68 0,0 0 560 16,0 0 340-16,0 0-560 0,92 0-444 16,-64 0-124-16,4 0-20 0,0-3-64 0,3-3 12 15,1-4-24-15,-4 4-64 0,0-4-156 16,0 1-24-16,-4 3 56 15,0-1-56-15,-4 7-4 0,-4 0 88 0,-5 2-236 16,-2 9 332-16,-5 5 68 0,-4 6-4 16,-4 0 12-16,0 6 0 0,0 1 88 0,-4 6 12 15,0 0 96-15,0 6-48 0,-5 3-84 16,5 7 156-16,1 3-108 0,-1 0 108 16,-4 3-24-16,4-3-12 0,-1-2 40 15,1-5-4-15,-3-6 24 0,7-2 0 16,-4-11-24-16,4-6-36 0,0-6-88 15,0-7-48-15,0-5-48 0,0-4-96 16,0 0-160-16,0 0 0 0,0-4-64 16,0 2-72-16,-4-8-260 0,0 1-112 0,-5-7-476 15,-2 3-748-15,3 0-2637 0,-16-3-2459 16</inkml:trace>
  <inkml:trace contextRef="#ctx0" brushRef="#br0" timeOffset="-184037.966">22412 15449 7096 0,'0'0'4337'0,"0"0"-2825"0,0 0-568 0,0 0-32 15,0 0 208-15,91-19 72 0,-63 10-300 16,-5-4-360-16,5 1-248 0,0-1-200 16,-4 0-84-16,-3 1-136 0,-6-2-416 15,2 5-340-15,-10 6-220 0,1 3-552 16,-8 0-2305-16,0 12-2699 0</inkml:trace>
  <inkml:trace contextRef="#ctx0" brushRef="#br0" timeOffset="-183878.18">22468 15805 1668 0,'0'0'11257'0,"0"0"-9453"16,0 0-1236-16,0 0 84 0,0 0 192 15,0 0-148-15,86-7-200 16,-54-8-300-16,5-7-196 0,-1-1-208 0,3 4-684 15,-3 0-328-15,-1 3-468 0,-10 11-904 16,10 0-3901-16</inkml:trace>
  <inkml:trace contextRef="#ctx0" brushRef="#br0" timeOffset="-181511.93">23435 15109 10268 0,'0'0'1857'0,"0"0"-581"0,0 0-160 15,0 0-92-15,0 0-56 0,0 0-120 16,0 0-192-16,0 0-148 0,0 0-128 15,12 20 12-15,-8-5-12 0,4 7 12 0,-4 8-24 16,0 7-112-16,0 9-84 16,-4 4-88-16,0 7-80 0,0 0-4 0,0 4 4 15,-4 1-8-15,0-1 4 0,-3-4-84 16,2-3 76-16,5-6 4 0,-4-7-108 16,4-6-20-16,0-10-16 0,0-6-48 15,0-6-120-15,0-3-88 0,0-8-236 16,0-2-76-16,0-5-272 0,-4-9-444 15,4-7-932-15,-4-11-729 0,4 6-2755 0,-8-24 2024 0</inkml:trace>
  <inkml:trace contextRef="#ctx0" brushRef="#br0" timeOffset="-181291.2">23451 15312 520 0,'0'0'9944'0,"0"0"-8567"15,0 0-533-15,0 0-40 0,0 0 392 16,84-63 24-16,-68 57-316 0,-4 3-380 0,4-4-192 15,-4 7-44-15,-1-3-116 0,2 3-48 16,-6 0-124-16,-3 7-224 0,-4 5 88 16,0 4 52-16,0 9 76 0,-11 4-224 15,-6 6-32-15,2-3-32 0,-5 3 32 0,4-7-48 16,4-5-28-16,0-4-112 0,4-10-140 16,0-2-280-16,4-7-528 0,4 0-745 15,0-7-2819-15,0 0 620 0,0-12 3025 0</inkml:trace>
  <inkml:trace contextRef="#ctx0" brushRef="#br0" timeOffset="-180847.805">23734 15361 3740 0,'0'0'1196'0,"0"0"3432"0,0 0-3880 16,0 0-208-16,0 0 157 0,0 0 151 15,0 0-184-15,0 0-308 0,0 0-216 0,0 0-140 16,0 0-12-16,-28 35 4 0,32-35 0 15,0 0-56-15,4 0 64 0,-4 0 76 16,4 0 52-16,0 0-52 0,-4 0-12 16,0 0-12-16,0 0 24 0,0 0-64 15,0 0-4-15,-4 0-8 0,4 0-52 0,-4 0-12 16,4 0-12-16,0 0-128 0,4 0 16 16,-1 0 96-16,2-5-72 0,-1 5-40 15,-1-2-28-15,1 2 40 0,1-3 92 16,-1 0 100-16,-5-1 84 0,1 2-8 15,-4-2 28-15,0 4-96 0,0-7 68 16,0 4-76-16,0-2 52 0,0-5-52 16,0-3 76-16,0 1 92 0,0 1-28 15,0-1-64-15,0 2-72 0,-7 1 60 16,3 0-56-16,-4-1 56 0,-1 0-12 0,-2 4 12 16,-1 3 60-16,-4 0-48 15,0 3-64-15,0 0 0 0,1 6 24 0,-2 3-36 16,1 1-76-16,0 4 0 0,9-6-88 15,-2 9 36-15,5-5-24 0,0 4-68 16,4 0 4-16,0-1 64 0,4-1-488 16,0 0-196-16,8-3-405 0,-4 1-779 0,4-5-908 15,-4-4-1316-15,4-3 3712 0</inkml:trace>
  <inkml:trace contextRef="#ctx0" brushRef="#br0" timeOffset="-180160.424">24240 14602 10824 0,'0'0'1901'16,"0"0"-1085"-16,0 0 24 0,0 0 220 16,0 0 196-16,0 0-236 0,-12 95-428 15,9-51-96-15,3 6-92 0,-5 11 76 16,1 0 44-16,0 5-220 0,-4 1-176 16,1-1-128-16,3-1-88 0,-5-9-116 15,5-8-16-15,4-10-272 0,0-13-220 16,4-11-176-16,5-9-316 0,6-5-140 15,2-15-324-15,2-4-288 0,1-10-441 16,4-3 37-16,-5-3 368 0,6 0-28 0,-5 7 1380 16,-1 5 640-16,-2 8 1800 0,-6 8 116 15,-2 7 588-15,-1 0 33 0,-5 10-361 16,1 6-492-16,-4 5-248 0,0 9-364 16,-4 1-232-16,-7 1-4 0,2 3 24 15,5-6-192-15,-3 0-180 0,3-10-208 0,4-7-280 16,0-5-48-16,7-5-196 0,5-2 48 15,4 0 76-15,0 0 36 0,8 0 72 16,0 0-172-16,0 0 24 0,4 0-72 16,-5 7 64-16,5 6-28 0,0-1 84 15,-4 10 112-15,1 0 12 0,-1 4 0 16,-1 3 112-16,1 3-112 0,0-2 380 16,0 6-56-16,-8-1-332 0,-4 3 4 15,-8-3 88-15,-4 3-44 0,0 0-52 16,-9-3 60-16,-6-7-52 0,-1-9-4 0,-4-6 4 15,-4-7 84-15,-4-6-88 0,4 0-4 16,-4-8 4-16,5-5 120 0,3-4-112 16,3-5-12-16,9-6-148 0,1 0-84 15,7-7 0-15,0 0 28 0,7-4-128 16,6-2 64-16,6 0-52 0,2-1 88 0,3 2 24 16,-1 1 72-16,5-2 0 0,-4 3-248 15,4-1-160-15,0 8-200 0,-4 0-596 16,-5 8-1204-16,9-6-3177 0</inkml:trace>
  <inkml:trace contextRef="#ctx0" brushRef="#br0" timeOffset="-178684.148">25846 15049 664 0,'0'0'2636'0,"0"0"3340"0,0 0-4011 16,0 0-553-16,0 0 16 0,0 0-92 15,0 0-152-15,0 0-264 0,0 0-200 16,0 0-152-16,0 0-176 0,-80-9-96 16,72 15-64-16,-4 3-36 0,1 4-100 15,-2 6-8-15,-2 1-4 0,2 2 12 0,1 3-8 16,5-2-84-16,-2-2 4 16,5 2-8-16,4-7 12 0,-4-1-12 0,4-2 4 15,0-4-4-15,0 1 48 0,4-4-48 16,0 1 4-16,5-4-4 0,-5 1 0 15,3-4-12-15,-3 3-48 0,4-3 12 16,1 0 44-16,-2 0-8 0,-3-3-88 16,4-4 100-16,4 0-4 0,-8 1 4 15,4 1-48-15,-4 0-28 0,0-1 4 16,1 3 64-16,-2 0-40 0,1-4-28 0,-4 4-56 16,4 0 44-16,0-3-44 0,0 3-16 15,-4-4 24-15,4 4-36 0,0 0-24 16,-4 3 36-16,4 0 40 0,-4-3 96 15,0 3-52-15,0 0 16 0,0 0 40 16,0 0-4-16,0 0 8 0,0 0-8 16,0 0 0-16,0 0 12 0,0 0 0 0,0 0 0 15,0 0 8-15,0 0 0 0,0 0-8 16,0 0-16-16,0 0-180 0,0 0 0 16,0 0 96-16,0 3-36 0,-4-3 36 15,4 3-60-15,-4-3-64 0,4 0 64 16,-4 0-4-16,4 3-96 0,0-3-64 15,0 0 8-15,0 0 24 0,0 0 56 16,0 0 84-16,0 0 64 0,0 0 76 16,0 0 12-16,0 0-8 0,0 0-92 0,0 0-16 15,-4 0-32-15,4 0-108 0,-4 0-124 16,0 4-60-16,4-1 44 0,-4 0 52 16,1 0 100-16,3 0 92 0,0-3-28 15,0 3 180-15,0-3-128 0,0 0 116 0,0 0-76 16,0 0 88-16,0 0 0 15,0 0 128-15,0 0-52 0,0 0-76 16,0 0-56-16,0 0-32 0,0 0-92 16,0 3-116-16,-5 1-204 0,5-1-429 0,0 0-275 15,0 4-248-15,0 0 128 0,0-5 128 16,0 4-16-16,0-6-444 0,5 3-40 16,-2-3 1160-16,-3 0 273 0,4 0 263 15,0 0 0-15</inkml:trace>
  <inkml:trace contextRef="#ctx0" brushRef="#br0" timeOffset="-178055.294">25491 15202 3644 0,'0'0'248'0,"0"0"4420"16,0 0-1951-16,0 0-629 0,0 0-452 0,0 0-128 16,0 0-76-16,0 0-164 0,0 0-168 15,0 0-292-15,-59 47-176 0,62-47-87 16,5 0-109-16,9 3-84 0,2-3-12 15,9 3-40-15,4 1 16 0,3-1-40 16,2 0-48-16,-5-3 0 0,4 0-128 16,-5 0-4-16,1 0-24 0,0-3-68 0,0-4-4 15,-4-5-8-15,0-1-172 0,-4-3-208 16,-1-2-204-16,-3-6-192 0,-4 6-88 16,-7-4-513-16,-6 2-1079 0,-3 5-1744 15,0-3-2629-15</inkml:trace>
  <inkml:trace contextRef="#ctx0" brushRef="#br0" timeOffset="-177664.796">25810 14855 10884 0,'0'0'2893'0,"0"0"-1045"16,0 0-32-16,0 0-408 0,0 0-380 15,0 0-328-15,0 0-104 0,0 0-160 16,-32 77-59-16,24-48 11 0,4-1-48 15,1 7-36-15,3 3-160 0,-5 0 24 16,5 6-68-16,0 3-92 0,0 5 4 16,0-2 0-16,0-2 28 0,0 2-40 0,5-4 0 15,-2-4 8-15,-3-2-8 0,4-1 0 16,0-6 0-16,-4 3 108 0,4-4-108 0,-4 0 0 16,0 0-12-16,4-4 4 0,-4 0 4 15,0-2 4-15,0-4 8 0,0-3-8 16,0 0-4-16,0-3-44 0,-4 1-84 15,0-9 8-15,-4 5 40 0,0-3-24 16,0-1 36-16,-4 1 0 0,-4-4-28 16,1 1-8-16,-6-5-12 0,1-2-76 15,1 0-32-15,-2 0-52 0,-3-7-49 16,5-1-119-16,3-5-40 0,0-3-76 16,4-3-232-16,4-7-360 0,0-2-684 15,8-3-952-15,0 5-2425 0,0-19-2715 0</inkml:trace>
  <inkml:trace contextRef="#ctx0" brushRef="#br0" timeOffset="-177483.794">26343 15211 1644 0,'0'0'9729'15,"0"0"-7373"-15,0 0-500 0,0 0 12 16,0 0-448-16,64 70-452 0,-48-64-540 15,-4 0-308-15,4-6-120 0,-4 0-8 16,1 0-348-16,-2 0-380 0,1-3-360 16,-4 0-628-16,-4 0-2076 0,-4 3-4053 0</inkml:trace>
  <inkml:trace contextRef="#ctx0" brushRef="#br0" timeOffset="-177295.662">26180 15484 7856 0,'0'0'4477'0,"0"0"-2653"0,0 0-688 16,0 0 348-16,0 0 128 0,0 0-76 16,0 0-428-16,0 0-400 0,77 57-247 15,-46-57-13-15,5 0-72 0,0-6-280 0,3 0-96 16,-3-4-4-16,5-2-240 0,-2 2-164 16,-3-3-285-16,3 3-451 0,2 1-496 15,-13-1-2376-15,19 1-4905 0</inkml:trace>
  <inkml:trace contextRef="#ctx0" brushRef="#br0" timeOffset="-176974.882">26862 15046 6856 0,'0'0'3032'0,"0"0"-315"0,0 0-1061 15,0 0-16-15,95 41 132 0,-59-35-276 16,4-2-384-16,8-4-416 0,8 0-280 15,-1-13-176-15,9 1-44 0,-4-8-63 16,0 1-133-16,-13 0-389 0,-3 1-351 16,-12-1-264-16,-8 5-136 0,-8 5-668 15,-4 2-2400-15,-16 4-3297 0</inkml:trace>
  <inkml:trace contextRef="#ctx0" brushRef="#br0" timeOffset="-176678.591">27021 15125 5488 0,'0'0'3096'0,"0"0"893"16,0 0-2957-16,0 0-68 0,0 0 728 0,0 0 136 16,36 77-340-16,-12-61-536 0,4-1-388 15,0 1-212-15,-1-3-36 0,-2 4-87 16,-1-3-93-16,-5 2-136 0,1 4-96 16,-8 2 84-16,-3 6 0 0,-9 4 8 0,-5 6-80 15,-11 10-149-15,-4-1 29 0,1 5 80 16,-2 1 52-16,1-4 72 0,1-9 0 15,6-5 136-15,2-10-52 0,3-5-12 16,3-8-68-16,5-2 56 0,5-4 0 16,11 0 64-16,0-2-3 0,12-1-73 15,8-3-48-15,7 0-108 0,1-3 23 16,8-10-87-16,-4 0-144 0,-1-2-268 16,1-2-320-16,0 2-436 0,-17 5-1160 15,10-2-3501-15</inkml:trace>
  <inkml:trace contextRef="#ctx0" brushRef="#br0" timeOffset="-175912.411">28057 15196 2948 0,'0'0'520'0,"0"0"5940"0,0 0-3947 0,0 0-577 16,0 0-800-16,0 0-80 0,0 0-76 16,0 0-100-16,0 0-312 0,0 0-152 15,-75-64-148-15,62 64-32 0,5 0 32 16,1 5 148-16,-6 9-184 0,2 1-4 16,-2 10-8-16,2 2 12 0,-1 4-24 15,-1 4 69-15,6 4 3 0,-1-1-24 16,0-3-88-16,3-1 16 0,5 1-76 15,0-7-12-15,0-2-24 0,0-4-60 0,9-2-4 16,-1-8-8-16,0 1-96 0,-1-8 36 16,6 2-36-16,-2-3-4 0,2-4 4 15,2 3 0-15,2-3 12 0,-2 0-136 16,5 0-132-16,0 0-257 0,-4-3-191 16,4-3-276-16,0-1-428 0,0 1-656 15,0 0-1680-15,0-1-1005 0,-4 3 561 0</inkml:trace>
  <inkml:trace contextRef="#ctx0" brushRef="#br0" timeOffset="-175514.337">28448 15507 1248 0,'0'0'1932'0,"0"0"3244"16,0 0-3104-16,0 0-679 0,0 0-89 0,0 0-60 15,0 0-56-15,28 76-220 0,-28-54-144 16,0 0-352-16,4 0-52 0,-4 1 0 16,0-4-100-16,3 2-164 0,-3-4 68 15,4-5-140-15,-4-2-84 0,0-7-184 16,0-3-160-16,0-3-196 0,0-7-240 15,0-5-476-15,0 1-852 0,-7-17-4257 0</inkml:trace>
  <inkml:trace contextRef="#ctx0" brushRef="#br0" timeOffset="-175366.614">28392 15309 7552 0,'0'0'4421'16,"0"0"-2885"-16,0 0-916 0,0 0 92 15,0 0 608-15,0 0-320 0,0 0-564 0,0 0-436 16,99-47-908-16,-75 31-412 0,0 3-388 16,4-9-4565-16</inkml:trace>
  <inkml:trace contextRef="#ctx0" brushRef="#br0" timeOffset="-174887.68">29041 15065 3904 0,'0'0'520'0,"0"0"4860"0,0 0-3727 0,0 0-105 16,0 0 268-16,56 76-52 15,-40-40-396-15,4-2-308 0,-5 7-216 0,6-3-292 16,-5 1-88-16,-1-7-88 0,2-2-168 0,-6-3-172 16,6-2-36-16,-6-6-84 15,5-2-76-15,-4-9-252 0,-4-2-212 0,0-6-172 16,0 0-112-16,-4-2-420 0,4-8-664 15,-4-6-832-15,4 3-1741 0,-4-15-283 0</inkml:trace>
  <inkml:trace contextRef="#ctx0" brushRef="#br0" timeOffset="-174727.634">29332 15196 1720 0,'0'0'992'0,"0"0"6500"0,0 0-5379 16,0 0-737-16,0 0-308 0,0 0-136 0,0 0-52 15,-92 53-132-15,69-23-168 16,-1 0-172-16,-4 9 12 0,4-4 36 0,-4 3 8 15,4-4-84-15,0-5-196 0,4-1-184 16,8-7-208-16,0-6-332 0,4-5-172 16,8-10-212-16,0 0-456 0,4-14-1148 0,4 3-3053 15,4-25-2551-15</inkml:trace>
  <inkml:trace contextRef="#ctx0" brushRef="#br0" timeOffset="-174532.193">29627 14779 2916 0,'0'0'9025'0,"0"0"-7417"0,0 0-592 15,0 0 168-15,0 0 356 0,0 0-56 0,11 76-464 16,-14-52-492-16,3-6-312 0,0 1-56 16,-4-3-124-16,4-1-36 0,0-1-156 15,0-5-544-15,0-2-292 0,0-5-192 16,0-2-480-16,-4 0-964 0,-4-9-3741 0</inkml:trace>
  <inkml:trace contextRef="#ctx0" brushRef="#br0" timeOffset="-174362.123">29579 14541 8704 0,'0'0'5297'0,"0"0"-4413"16,0 0-404-16,0 0 576 0,0 0 104 15,76-23-580-15,-56 17-580 0,3 1-60 16,1-5-612-16,4 0-524 0,0 4-632 0,-7 2-2897 16,-2 1-4415-16</inkml:trace>
  <inkml:trace contextRef="#ctx0" brushRef="#br0" timeOffset="-173693.799">30352 14977 2964 0,'0'0'1108'16,"0"0"3340"-16,0 0-1551 0,0 0-1257 15,0 0-544-15,0 0 180 0,0 0-244 0,0 0-212 16,-80 56-188-16,52-27-124 0,4 6-28 16,0 9 124-16,1 4 188 0,3 0-340 15,4-1-72-15,4 1-236 0,4-3-20 16,4-4-4-16,4-10-76 0,4-1-44 15,8-5 0-15,8-6 40 0,-5-5-40 0,9-7 0 16,1 0-96-16,-5-7-172 0,3 0-132 16,1-10-188-16,-4-2-60 0,1-1-324 15,-10-6-512-15,1 1-976 0,-8 4-2837 16,-4-5-1851-16</inkml:trace>
  <inkml:trace contextRef="#ctx0" brushRef="#br0" timeOffset="-173551.478">30145 15329 3852 0,'0'0'848'0,"0"0"4384"0,0 0-2927 16,0 0-633-16,0 0 460 0,0 0-444 15,0 0-564-15,99 0-216 0,-67 0-420 0,4-10-292 16,0 0-196-16,0-2-272 0,4-6-352 16,-1-6-372-16,10-4-340 0,-6-3-384 15,-7 7-2905-15,8-16-4779 0</inkml:trace>
  <inkml:trace contextRef="#ctx0" brushRef="#br0" timeOffset="-173312.088">30774 14693 1384 0,'0'0'7952'0,"0"0"-5575"0,0 0-881 16,9 73 296-16,-2-34-32 0,5 5-148 15,1 7-492-15,-2 7-168 0,1 5-52 16,-4 6-327-16,-4 2-353 0,-4 1-128 16,0-1-92-16,0-2-120 0,0-9-233 0,0-2-123 15,4-16-168-15,4-12-200 0,3-14-100 16,10-16-528-16,3-9-872 0,-4-10-1524 16,12-23-3493-16</inkml:trace>
  <inkml:trace contextRef="#ctx0" brushRef="#br0" timeOffset="-173065.262">31197 14916 5168 0,'0'0'9289'15,"0"0"-8105"-15,0 0-920 0,-104 56 164 16,64-30 632-16,0-3 176 0,9-1-544 16,-1 0-548-16,4-3-144 0,7-3-120 15,6 3-16-15,2-3-124 0,6 3 64 16,3-3 24-16,0 3 48 0,4 0 124 15,4-3 100-15,7 3 208 0,2-3 72 0,7 4 12 16,0-2-72-16,0 4 60 0,4-4 460 16,-1 3-268-16,1-6-367 0,0-5-145 15,4-4-60-15,0-4-128 0,4-2-237 0,0 0-195 16,0-8-368-16,-4-9-348 0,4 2-1016 16,-8-1-2776-16,8-10-4297 0</inkml:trace>
  <inkml:trace contextRef="#ctx0" brushRef="#br0" timeOffset="-172844.674">31464 14907 11777 0,'0'0'2008'0,"0"0"-528"0,0 0 724 16,0 0-220-16,95 18-504 0,-63-18-640 15,0-3-415-15,4-6-305 0,3-4-120 16,-7 0-60-16,0 0-365 0,-4-2-279 16,-4 2-164-16,-7-3-208 0,-10 7-652 15,-3 2-1424-15,-8 1-2849 0</inkml:trace>
  <inkml:trace contextRef="#ctx0" brushRef="#br0" timeOffset="-172644.654">31528 15033 236 0,'0'0'4716'0,"0"0"-484"0,-28 71-2528 15,24-46 361-15,-5 4 323 0,5 2-360 0,0 1-360 16,1-4-408-16,3 7-260 0,-4-3-147 16,4 0-225-16,0 3-144 0,0-4-156 15,4-2-160-15,-1-4-108 0,10 0 24 16,-1-6-76-16,3-2-8 0,1-2-52 16,5-5-56-16,2-3-216 0,1-2-172 15,4-5-184-15,-4-5-25 0,4-12-51 16,0-4-512-16,-5-5-1004 0,-3 3-2284 15,5-11-3189-15</inkml:trace>
  <inkml:trace contextRef="#ctx0" brushRef="#br0" timeOffset="-172478.533">31945 15097 6492 0,'0'0'2996'0,"0"0"905"0,0 0-2961 0,0 0 460 15,32 80 536-15,-19-55-136 0,2-3-480 16,2 3-492-16,2-2-267 0,5-5 43 15,0-1-300-15,0-8-304 0,4-6-364 16,-5-3-328-16,2 0-205 0,-1-7-263 16,0-8-772-16,-9 5-2432 0,6-15-3457 0</inkml:trace>
  <inkml:trace contextRef="#ctx0" brushRef="#br0" timeOffset="-172323.679">32248 15043 4244 0,'0'0'9501'15,"0"0"-7769"-15,-63 73-1116 0,27-31-48 0,-4 8 848 16,0 4 268-16,-3 0-500 0,7-4-468 16,0-2-263-16,4-7-249 0,12-5-204 15,0-8-48-15,8-10-461 0,8-1-403 16,0-8-288-16,4-9-336 0,0 0-1552 16,16-22-3485-16</inkml:trace>
  <inkml:trace contextRef="#ctx0" brushRef="#br0" timeOffset="-171879.188">32456 14830 4164 0,'0'0'392'0,"0"0"4428"0,0 0-2175 16,0 0 31-16,0 0-464 0,0 0-760 0,95-41-692 15,-71 29-328-15,4-1-88 16,-4 0 8-16,4 3-132 0,-4 1-84 0,-4 2 8 15,-5 4 16-15,2 3-16 16,-6 0-20-16,-3 10 20 0,1 2 248 0,-5 4 21 16,-4 3-173-16,4 7-80 0,-4 2-4 0,0 4-24 15,-4 0 4-15,0 3-128 0,0-1 32 16,-1 2-40-16,5-1-72 0,0 0 68 16,0 0-4-16,0-1-44 0,5 4 40 15,-1-3 12-15,0 3-4 0,3 0-4 16,-3-2-48-16,0-4 56 0,0-1 36 15,-4 1-36-15,0-4-132 0,0 2 48 16,0-5 24-16,0-3-24 0,-4-4-16 16,0-1 100-16,-3-5-48 0,3 1 36 15,-4-8-72-15,-5 2 72 0,6-3 0 16,-1-1-36-16,-1-3 36 0,2 0-160 0,-1 0 3 16,0 0-27-16,-1 0 16 0,2 0 56 15,-5 0 16-15,0 0-64 0,-4 0-132 16,0 0-160-16,-4 0-124 0,-4 0 0 15,-7 0-76-15,-1 0-176 0,-9-3-484 0,5 3-1380 16,-27-4-3873-16</inkml:trace>
  <inkml:trace contextRef="#ctx0" brushRef="#br0" timeOffset="-169085.434">21076 16306 3572 0,'0'0'8581'16,"0"0"-7457"-16,0 0-728 0,0 0-16 15,-79 64 180-15,59-41 96 0,-4-1-52 16,1 6-292-16,-2 1-132 0,5-1-68 15,5 3 188-15,2-1 36 0,2-5 0 16,7-3-40-16,4 0-72 0,0-6-112 0,4-3-16 16,7-7-92-16,2 4 48 0,2-6 20 15,5-4-8-15,5 0-4 0,-2 0-52 16,1-4 0-16,0 1-8 0,-4-1 0 16,-8 4-4-16,-5 0-80 0,1 4 84 15,-8 3 60-15,0 1 124 0,0 9 64 0,0-2 60 16,-11 4-40-16,-1 1-36 0,-4-2-72 15,4-1-24-15,-4-2-136 0,4-5-12 16,-1-4-100-16,2-3-192 0,3-3-164 16,1 0-260-16,2-6-200 0,5-4-384 15,0-2-428-15,5-1-784 0,6-3-2417 16,-3 7-1291-16,16-4 5868 0</inkml:trace>
  <inkml:trace contextRef="#ctx0" brushRef="#br0" timeOffset="-168929.204">21228 16729 4788 0,'0'0'4036'0,"0"0"-1503"0,0 0-1417 0,0 0-412 16,28 86 412-16,-28-61 736 16,0 3-524-16,0-5-424 0,0-2-300 0,0-2-260 15,0-5-344-15,0-8-16 0,3-3-264 16,1-3-224-16,5-9-300 0,3-10-428 0,-1-9-848 16,-2 2-2997-16,6-22-3943 0</inkml:trace>
  <inkml:trace contextRef="#ctx0" brushRef="#br0" timeOffset="-168719.372">21566 16151 6188 0,'0'0'6425'0,"0"0"-4985"0,0 0-352 16,0 73 384-16,-7-32-204 0,3 4-48 16,-4-1-384-16,-1 4-396 0,5-1-148 0,1 2-48 15,-1-2 12-15,4-3-232 16,0-6-24-16,4-3-8 0,3-4-152 0,2-7-84 15,-1-10-96-15,-1-3-52 0,6-8-48 16,-5-3-136-16,-1-3-28 0,1-10-248 16,-4 1-408-16,-4-5-620 0,0 1-684 15,0 4-2565-15,-4 2-1123 0,-7-3 5761 0</inkml:trace>
  <inkml:trace contextRef="#ctx0" brushRef="#br0" timeOffset="-168562.289">21304 16567 5824 0,'0'0'3040'0,"0"0"-367"15,0 0-1109-15,0 0-280 0,0 0-48 16,0 0-292-16,0 0-12 0,0 0-152 16,0 0-152-16,0 0 0 0,107 26-104 15,-71-26-120-15,8-4-308 0,-4-5-96 16,4-4-72-16,-4-3-232 0,7-4-224 16,-3-1-36-16,0-5-532 0,-9 7-800 0,10-3-3256 0</inkml:trace>
  <inkml:trace contextRef="#ctx0" brushRef="#br0" timeOffset="-167844.365">22806 16789 3572 0,'0'0'6720'0,"0"0"-4971"16,0 0-433-16,0 0-208 0,0 0 228 0,0 0-268 16,0 0-212-16,0 0 204 0,0 0-248 15,103 19-284-15,-63-19-248 0,0 0-172 16,-4 0 4-16,4-6-108 0,-8-3-4 15,-1-4 0-15,1-4-356 0,-8-1-388 16,1-4-264-16,-10-1-280 0,1 4-944 16,-8-6-2997-16</inkml:trace>
  <inkml:trace contextRef="#ctx0" brushRef="#br0" timeOffset="-167512.18">23037 16459 1564 0,'0'0'1568'0,"0"0"6565"0,0 0-6425 0,0 0-588 0,0 0 28 16,0 0-164-16,0 0-120 0,-36 64-284 16,36-39-256-16,0 3-28 0,0 4-24 15,4 0 12-15,0 7-164 0,0-1-104 16,-1 3 104-16,6 0-56 0,-1 3-4 16,-4 0 12-16,3-2-20 0,2 2-40 15,-1-6 136-15,0 0-16 0,-1 0-32 16,2-2-88-16,-5-5 32 0,4-2-44 15,-1-1 0-15,-3-2-72 0,0-1 60 16,1-3 12-16,-5-6 60 0,0-4-52 16,0-1 76-16,-5-5 100 0,1-6 48 15,-7 0 124-15,-1 0-216 0,-4-6-140 0,0-5 0 16,0-1-72-16,-8-1-88 0,0-2-96 16,0-1-196-16,0-3-48 0,-4-1-68 15,4 5-244-15,0-1-108 0,9 3-420 16,-2 1-240-16,9 2-692 0,1 1-853 15,7 5-2235-15,0-5 2392 0</inkml:trace>
  <inkml:trace contextRef="#ctx0" brushRef="#br0" timeOffset="-159055.286">23555 16493 8764 0,'0'0'4861'0,"0"0"-4365"16,-32 83-408-16,24-54 232 0,0 9 96 15,4 3 264-15,0 4 76 0,4-4-444 16,0 4-264-16,4 2 104 0,4 1-144 16,8 0 428-16,-1-4-312 0,2-9-76 15,3-7-48-15,-5-12-8 0,2-10-240 16,-2-6-212-16,-2-6-244 0,2-13-36 16,2-6-196-16,-6-7-208 0,1-6-712 0,-3 6-1221 15,2-22-2359-15</inkml:trace>
  <inkml:trace contextRef="#ctx0" brushRef="#br0" timeOffset="-158687.184">23981 16356 8596 0,'0'0'1616'0,"0"0"-839"16,0 0 391-16,0 0 48 0,0 0-36 0,32 90-132 16,-32-55-232-16,0 0-268 0,-4 3-88 15,0 4-196-15,-4 2 80 0,0 3-208 16,0 4 64-16,-4-6 316 0,0-4-320 15,-4-9-12-15,-3-7-12 0,-2-6 48 16,1-7-180-16,-3-1-28 0,-1-8-24 16,0-3-28-16,-1 0-56 0,6-9-164 15,-1-8 104-15,0-2 104 0,8-3-8 16,1 0-136-16,2 0 84 0,5 0-48 0,4 5 24 16,0 4 24-16,4 4-12 0,5 0 16 15,2 2-56-15,9 4 4 0,-4-1 88 16,8 4 72-16,4 0 0 0,-4 7 48 15,4 0-48-15,-1 2 88 0,-3 4-28 16,-4 0 100-16,-4 3 88 0,0 3-76 0,-4 0-160 16,4-1 124-16,-4 2-136 15,4-1-196-15,-4 0 60 0,4 0-148 0,0-3 84 16,-4-3-880-16,0-10-628 0,-5-3 452 16,1-3-1200-16,-3-1-1973 0,-1-15 113 0</inkml:trace>
  <inkml:trace contextRef="#ctx0" brushRef="#br0" timeOffset="-158449.988">24268 16529 9744 0,'0'0'1405'0,"0"0"-733"16,0 0 516-16,0 0-40 0,0 0-152 16,0 0-4-16,88 86-212 0,-69-58-256 15,-3 4 452-15,1 3 340 0,-6 0-1000 16,-3 0-144-16,-8 0-80 0,0 6-84 0,0-4-16 15,-8 5 4-15,-8-4-168 16,4-3-36-16,-4-6 12 0,-3-7 24 0,2-2-88 16,2-8-96-16,-5-5-96 0,8-1-92 15,0-6-116-15,0 0-112 0,8-11-484 16,0-1-964-16,4-1-2137 0,0-18-2071 0</inkml:trace>
  <inkml:trace contextRef="#ctx0" brushRef="#br0" timeOffset="-158274.38">24582 16789 4120 0,'0'0'8553'0,"0"0"-7393"16,0 0-248-16,0 0 640 0,96 7-468 15,-64-1-20-15,-4 0 348 0,4 4-592 16,3-7-468-16,2 0-192 0,-5-3-156 16,4 0-4-16,-1 0-172 0,-7-6-292 0,0 3-220 15,-8-4-148-15,-4 7-416 0,-12 0-736 16,0 0-1020-16,-4 3-1297 0,-12 13-767 0</inkml:trace>
  <inkml:trace contextRef="#ctx0" brushRef="#br0" timeOffset="-158111.999">24778 16983 5396 0,'0'0'5256'0,"0"0"-4227"16,0 0-93-16,0 0 340 0,0 0-264 16,0 0 96-16,0 0-16 0,0 0-236 15,0 0-152-15,0 0-200 0,96 51-172 0,-64-51-16 16,-4-4-132-16,4-5-48 0,-4-1-136 15,-1-2-112-15,4-1-452 0,2-3-36 16,-1 4-240-16,4-1-16 0,-8 3-812 16,11-2-3785-16</inkml:trace>
  <inkml:trace contextRef="#ctx0" brushRef="#br0" timeOffset="-157762.839">25583 16834 5916 0,'0'0'7729'0,"0"0"-6565"0,0 0-608 15,0 0 300-15,0 0 440 0,15 76 148 16,-11-51-340-16,5-2-492 0,-1-5-308 0,3-5-180 16,-3 0-28-16,8 0-36 0,-4-7-60 15,1-3-84-15,2 0 12 0,1-3-88 16,0 0 12-16,4-6-56 0,0-4 20 16,-4-2 0-16,0-4 96 0,4-3 80 15,-4-3-60-15,-1-3 20 0,2-1-60 16,-6-3 108-16,2 4 84 0,-5-4 52 15,-5 7 44-15,-3-1-20 0,0 2-12 16,-3 2 32-16,-14 0-180 0,2-1 0 16,-9 1 76-16,0 3-68 0,-4 1-8 15,1 8 136-15,-6 4-128 0,1 3-16 0,0 10-4 16,-4 5-60-16,4 8-100 0,-3 3 40 16,3 5 44-16,4 1-68 0,4 0 44 15,1-1-32-15,6 1-236 0,6-4-136 16,-2 0-196-16,9-2-476 0,0 0-1044 0,4-7-2029 15,-3 6-1903-15</inkml:trace>
  <inkml:trace contextRef="#ctx0" brushRef="#br0" timeOffset="-154111.318">28412 16942 7824 0,'0'0'16'0,"0"0"4417"0,0 0-3425 15,0 0-52-15,0 0 320 0,0 0 164 16,-44-74-36-16,36 65-372 0,0-1-348 15,0 1-120-15,-4-1-76 0,8 7-40 16,-4 0 77-16,4 3-137 0,-4 0-64 16,0 6-44-16,-3 7-28 0,-6 9-68 15,6 6 32-15,-2 5-24 0,5 5-20 16,1 0-40-16,-2 3-36 0,1 3 0 0,4-2-36 16,4-1 0-16,0-3-60 0,0-6 0 15,4-4-84-15,4-9-12 0,4-2 0 16,0-4 0-16,4-4-100 0,-4-6-32 15,4-3 0-15,0 0-160 0,0-10-60 16,4-3-156-16,-4-9-321 0,3 0-383 16,2-6-856-16,-9 5-2348 0,11-5-1073 0</inkml:trace>
  <inkml:trace contextRef="#ctx0" brushRef="#br0" timeOffset="-153956.248">28659 17158 7764 0,'0'0'4969'0,"0"0"-4065"0,0 0-204 0,0 0 852 15,23 85 124-15,-23-60-232 0,0 0-356 0,0 1-304 16,0-7-284-16,0-3-212 0,0-3-288 16,0-7-72-16,0-3-452 0,0-3-340 15,0 0-140-15,-4-3-340 0,4-3-1360 16,-7-13-3893-16</inkml:trace>
  <inkml:trace contextRef="#ctx0" brushRef="#br0" timeOffset="-153796.024">28643 16958 8080 0,'0'0'5857'0,"0"0"-4505"0,0 0-948 15,0 0 364-15,0 0 576 0,0 0-248 0,0 0-296 16,80-4-424-16,-65 4-376 0,5 0-336 16,5-6-584-16,-6 3-492 0,-3-4-1360 0,4 7-4309 15</inkml:trace>
  <inkml:trace contextRef="#ctx0" brushRef="#br0" timeOffset="-153362.622">29651 16898 3800 0,'0'0'8349'0,"0"0"-6729"0,0 0-616 0,0 0-36 15,0 0 348-15,0 0-76 0,0 0-512 16,0 0-360-16,-76 21-88 0,56 2-8 16,0 5 44-16,0 7 4 0,4 3-64 15,0 6-28-15,4 0-20 0,9 5 12 16,3 1-52-16,0-1-32 0,3-5 93 16,9-6 159-16,4-10 36 0,5-2-240 0,2-11-120 15,5-5-64-15,4-7-84 0,0-3-36 16,-1-9 8-16,1-8-152 0,-4-1-272 15,0-8-97-15,0-2-83 0,-8 2-228 16,-8-2-616-16,-4 5-1452 0,0 7-1849 16,-12 1-2495-16</inkml:trace>
  <inkml:trace contextRef="#ctx0" brushRef="#br0" timeOffset="-153212.543">29583 17208 9308 0,'0'0'2541'15,"0"0"-1197"-15,0 0-300 0,0 0 480 16,0 0-80-16,0 0-160 0,0 0-104 15,0 0-152-15,92 7-164 0,-60-7-303 16,4 0-321-16,3-7-216 0,-3-6-24 16,3 1-120-16,2-4-353 0,-1-3-195 15,4-3-124-15,-8 0-424 0,-1-3-1296 16,-11 8-3501-16,-4-5-4427 0</inkml:trace>
  <inkml:trace contextRef="#ctx0" brushRef="#br0" timeOffset="-152969.66">30201 16596 12645 0,'0'0'2300'0,"0"0"-1772"0,0 0-140 16,0 0 956-16,0 0 532 0,0 0-600 16,40 95-460-16,-29-57-296 0,-2 6-91 15,2 7 31-15,-3 4 24 0,-4 8-220 16,0 3-80-16,-4 7-40 0,0 0-52 15,0-3-92-15,-8-3-168 0,4-4-136 16,4-9-228-16,0-8-96 0,4-13-53 16,9-16 45-16,6-15-156 0,1-8-568 15,4-22-688-15,-4 3-2060 0,8-36-2349 0</inkml:trace>
  <inkml:trace contextRef="#ctx0" brushRef="#br0" timeOffset="-152696.455">30703 16731 14765 0,'0'0'1984'16,"0"0"-1632"-16,0 0 232 0,-77 65 576 0,46-40-8 15,4 6-492-15,-1 1-320 0,0 3-252 16,4-3-52-16,-1 6-36 0,1-3-88 16,5 0-8-16,3-1-12 0,0-1-28 15,7-5 88-15,2-9 40 0,7 0-40 16,0-6-28-16,0-1 76 0,7 1 112 15,2-3-16-15,7 2-84 0,0-2 112 0,-1 3 120 16,6-4 36-16,3 7-184 0,-1 1-48 16,5-3 12-16,4 6-36 0,0-1-24 15,8 6-12-15,0-3-72 0,8 4 36 16,-8-4-684-16,3-3-784 0,-3 1-548 16,-8-7-2820-16,12 6-6417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7:28:44.294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1880 663 872 0,'0'0'11081'0,"0"0"-9689"0,0 0-680 0,0 0 60 16,-4-69 756-16,4 58-24 0,0 9-296 16,0-2-324-16,0 4-260 0,0 0-188 15,0 6-120-15,8 5-24 0,4 4-11 16,0 7 131-16,12 17 196 0,-1 5-356 16,5 13-252-16,0 10 244 0,0 6-136 15,4 6-24-15,0 7-84 0,0 3-56 16,3 3 44-16,2-3-36 0,-1-7 0 0,0-2-76 15,-5-7 28-15,1-13-12 0,-4-6 108 16,-4-10 4-16,-1-9-4 0,-2-9 0 16,-5-7-60-16,0-6 60 0,-4-7-8 15,-4-3-40-15,0-3-8 0,-1 0 56 16,6-9 48-16,-5-2 72 0,3-8-72 0,6-6 48 16,-6-8-12-16,6-9-36 0,-6-9-44 15,5-6-4-15,-4-10-4 0,4-6-4 16,-4-4-40-16,4-5 36 0,0-4-120 15,0 1-48-15,0-1-4 0,4 3 4 16,-1 11 60-16,2 5 108 0,-5 13-96 16,3 6 108-16,-6 10 52 0,-2 6-40 15,-3 7 60-15,-4 6 12 0,0 2-4 16,-4 8-80-16,0 0-192 0,0 2-136 16,-8 1-133-16,0 3-355 0,-8 0-420 0,-3-1-1180 15,2 4-3196-15,-18 4-5017 0</inkml:trace>
  <inkml:trace contextRef="#ctx0" brushRef="#br0" timeOffset="230.705">2271 1221 6868 0,'0'0'9145'15,"0"0"-7869"-15,0 0-988 0,0 0 328 0,0 0 836 16,0 0-264-16,0 0-312 0,0 0-403 15,0 0-269-15,0 0 16 0,0 0 20 16,88-25-44-16,-57 13-112 0,5-3-60 16,8-2-24-16,-5 2-96 0,9-2-24 15,1-1-304-15,-2-1-465 0,5-1-267 16,4 5-448-16,-16 2-2576 0,12-3-4981 0</inkml:trace>
  <inkml:trace contextRef="#ctx0" brushRef="#br0" timeOffset="864.245">4234 495 1760 0,'0'0'11421'0,"0"0"-10353"16,0 0-284-16,33 76 336 0,-21-31 784 15,-5 12-524-15,-3 3-412 0,0 3-372 16,-4 4-120-16,0 3-136 0,-4 6-135 16,-7-6-81-16,-1 0-76 0,0-12 72 15,-9-8 40-15,6-5-28 0,-9-8-48 16,0-2 24-16,-3-2-104 0,-5-5-4 0,-1-2-252 15,1-8-244-15,0-2-65 0,9-6 185 16,-1-7 132-16,4-3 24 0,0-6-72 16,-4-10-52-16,4-3 64 0,-4-7-16 15,9-2 288-15,-2-1-176 0,6 0 172 16,3 1-24-16,8 9 36 0,0 3 232 16,0 0-12-16,8 7-60 0,3-1-72 0,6 4-16 15,-2-1 12-15,5 1-20 0,4 3-56 16,4 3 100-16,4 0 28 0,0 3-16 15,4 10 16-15,-4 3-52 0,3 0 76 16,1 9-4-16,0-3-64 0,-5 3-84 16,1 1 32-16,1 2-40 0,-6-2 0 15,1-4-8-15,0 0 4 0,-4-6-44 16,0 0-184-16,0-7-208 0,0 1-160 0,0-7-184 16,4-3-252-16,4-6-1284 0,-4-4-2497 15,11-21-2575-15</inkml:trace>
  <inkml:trace contextRef="#ctx0" brushRef="#br0" timeOffset="1124.19">5211 752 12897 0,'0'0'4792'0,"0"0"-4620"0,0 0-72 15,-96 86 320-15,68-48 624 0,-4 3 120 16,4 4-556-16,9 0-292 0,-1-1-120 15,8 3-88-15,4 1-11 0,4 0-41 16,4-4-52-16,0-3 0 0,4-6 60 0,8-10 32 16,4-2 48-16,0-8 64 0,3-4-52 15,2-5-72-15,3-4-36 0,0-2-36 16,-1 0 40-16,1-2-52 0,-4-8-360 16,0-3-212-16,-8-3-269 0,4 0-291 15,-8-6-588-15,-4 3-1028 0,0-6-4309 0</inkml:trace>
  <inkml:trace contextRef="#ctx0" brushRef="#br0" timeOffset="1296.8">4996 1124 8988 0,'0'0'6997'16,"0"0"-6393"-16,0 0-316 0,0 0 256 0,0 0 1372 16,0 0-208-16,0 0-551 0,0 0-465 15,87 28-236-15,-59-28-152 0,8-3-112 0,0-7-96 16,4-5-96-16,-4-4-172 0,0-3-564 15,-1 2-392-15,1-2-357 0,-12 6-1443 16,12 0-5253-16</inkml:trace>
  <inkml:trace contextRef="#ctx0" brushRef="#br0" timeOffset="1463.825">5860 879 11581 0,'0'0'6612'0,"0"0"-5848"0,0 0-196 15,0 0 776-15,0 0 17 0,0 0-161 0,0 0-440 16,96-6-424-16,-72-4-204 0,0-2-88 16,4-4-44-16,4-3-312 0,-4-3-340 15,-4-1-268-15,-1 1-121 0,-7 3-531 16,-4 6-1336-16,-8-3-3561 0</inkml:trace>
  <inkml:trace contextRef="#ctx0" brushRef="#br0" timeOffset="1647.894">5845 920 6916 0,'0'0'7629'0,"-8"74"-6497"16,8-33-424-16,0 7 968 0,0 8 244 15,0 5-324-15,0-4-455 0,0 3-425 16,0-3-320-16,0-5-236 0,4-8-160 16,-4-9-96-16,0-10-144 0,4-6-148 15,0-10-336-15,-4 2-249 0,3-9-255 16,1-2-640-16,-4 0-2424 0,0 0-2301 0</inkml:trace>
  <inkml:trace contextRef="#ctx0" brushRef="#br0" timeOffset="1773.929">5896 1371 10920 0,'0'0'6421'0,"0"0"-6197"0,0 0 120 0,0 0 620 16,0 0 236-16,91-34-160 0,-70 24-287 15,-1-3-377-15,-1 1-376 0,-2-1 0 16,-2 3-741-16,-6 4-331 0,-1 3-116 15,-8 3-1324-15,0 9-4081 0</inkml:trace>
  <inkml:trace contextRef="#ctx0" brushRef="#br0" timeOffset="1930.957">5837 1711 11865 0,'0'0'5944'0,"0"0"-5056"0,0 0-432 15,0 0 780-15,0 0 128 0,0 0-635 16,0 0-293-16,0 0-40 0,79 13-92 15,-43-23-192-15,-1-6-112 0,2 1-556 16,7-5-184-16,-5 5-109 0,6-1 33 16,-2 0-1180-16,-11 7-4100 0,12-4-5761 0</inkml:trace>
  <inkml:trace contextRef="#ctx0" brushRef="#br0" timeOffset="2098.919">6816 1508 14025 0,'0'0'4632'0,"0"0"-4116"15,0 0 60-15,0 0 960 0,0 80-43 16,-11-55-417-16,-1 6-544 0,0-2-364 16,-8 3-168-16,4 2-172 0,-1 1-324 15,-2 0-276-15,-1 4-292 0,1-2-509 0,2-8-2455 16,-11 13-4453-16</inkml:trace>
  <inkml:trace contextRef="#ctx0" brushRef="#br0" timeOffset="2747.634">9243 769 6064 0,'0'0'5341'0,"0"0"-2989"0,0 0-1172 15,0 0-188-15,0 0 720 0,0 0-48 16,0 0-388-16,103 33-412 0,-62-26-231 16,2 0-101-16,9-4-180 0,0-3-136 15,-1 0-144-15,2 0 0 0,-6-3-72 16,5-4 0-16,-8 0 0 0,0 5-48 16,-9-2-60-16,1 4-60 0,-8 0 20 0,-4 11-56 15,-3 3 24-15,-2 16 68 0,-7 8 112 16,-8 15 36-16,0 12 40 0,-4 7-76 15,-4 4-4-15,-8 7 0 0,0-4 4 16,4-2 0-16,-4-8 0 0,4-8 4 16,4-11 8-16,0-11-12 0,4-14-8 15,0-9-92-15,0-7-8 0,4-5-108 16,0-1-65-16,-4-3-207 0,0 0-192 0,0-7-128 16,0-2-212-16,0-4-688 0,0 0-2076 15,-11-8-1933-15</inkml:trace>
  <inkml:trace contextRef="#ctx0" brushRef="#br0" timeOffset="2935.972">9486 1498 9428 0,'0'0'6825'16,"0"0"-6065"-16,0 0-660 0,0 0 644 0,84 32 820 16,-52-29-12-16,7-3-443 0,5-3-409 15,0-10-300-15,0 1-208 0,-4-7-116 16,-4 0-76-16,-4 0-240 0,-8 3-280 15,-5 0-304-15,-6 7-17 0,-9 4-71 0,-4 5-488 16,0 5-944-16,-17 9-1560 16,-7 13-509-16,-8 4-2731 0</inkml:trace>
  <inkml:trace contextRef="#ctx0" brushRef="#br0" timeOffset="3081.403">9634 1673 1512 0,'0'0'680'0,"-96"64"5212"0,52-39-1927 16,12-6-2365-16,13-6-384 0,10-5 144 15,5-1-272-15,4-3-320 0,8-1 8 16,8 0 32-16,5-3 124 0,7 0-104 15,7 0-271-15,5-6-241 0,8-7-132 16,-1-3-160-16,2-6-24 0,-2 4-148 16,-3-6-653-16,0 2-403 0,-5 7-380 15,-11 5-2464-15,4 4-4941 0</inkml:trace>
  <inkml:trace contextRef="#ctx0" brushRef="#br0" timeOffset="3706.581">11068 1261 900 0,'0'0'10521'16,"0"0"-8233"-16,0 0-1032 0,0 0-264 15,0 0 512-15,0 0 0 0,0 0-252 16,108 72-384-16,-69-59-224 0,1-7 33 15,4-6-153-15,3 0-284 0,-2-13-132 16,2-6-60-16,1-9-48 0,-4-1-92 0,0-8-344 16,-8-5-192-16,3 2-149 0,-7-2-283 15,0 1-476-15,-8 1-1172 0,-7 13-2248 16,-6-9-3345-16</inkml:trace>
  <inkml:trace contextRef="#ctx0" brushRef="#br0" timeOffset="4063.705">11558 790 3040 0,'0'0'2344'16,"0"0"1780"-16,0 0-2471 0,0 0 115 0,0 0 88 16,-88 80-280-16,76-52-444 0,5 11-304 15,3-2-160-15,4 8-8 16,0 6-180-16,0 6-128 0,7 4-192 0,1 2-52 16,0 3-48-16,1 1 52 0,-2 3-100 15,1 3 96-15,5 0 16 0,-6 0 32 16,5-2-20-16,-3-8 8 0,-2 0 4 15,1-9-64-15,0-4 25 0,0-5 27 16,-4-7-52-16,0-3 24 0,4-3 24 0,-8-10-44 16,4 1-4-16,0-11 12 15,-4-2-88-15,0-5 4 0,0 2 72 0,-4-7 52 16,-4 0-4-16,-4 0-132 0,-8 0-56 16,0 0-56-16,-8-7 16 0,-4 2-60 15,-4-2-112-15,4 4-20 0,-3-4-165 16,-1 2 65-16,8 1-52 0,0 2-36 15,0-5 0-15,8 3-112 0,1 1-296 16,6-2-368-16,1-2-456 0,5-3-880 16,7 0-1909-16,-4 1-2403 0,4-10 6824 0</inkml:trace>
  <inkml:trace contextRef="#ctx0" brushRef="#br0" timeOffset="4557.734">12029 1384 5520 0,'0'0'6661'0,"0"0"-4341"15,0 0-708-15,86 12-112 0,-54-6-140 0,5-6-416 16,-1 0-504-16,-1 0-308 15,1-8-120-15,0-5-12 0,4-6-244 0,-8-4-184 16,4 1-256-16,-8 0-256 0,0 3-124 16,-5 6-880-16,-11 7-2541 0,-12 6-4295 0</inkml:trace>
  <inkml:trace contextRef="#ctx0" brushRef="#br0" timeOffset="4747.041">12188 1651 2872 0,'0'0'6272'0,"0"0"-2339"0,0 0-2421 16,0 0-164-16,0 0 140 0,0 0-76 16,99 44-212-16,-51-37-332 0,4-7-308 15,7 0-27-15,1-7-33 0,0-5-292 16,-4-4-208-16,0-7-280 0,-5-2-264 0,1-6-185 16,0-5-139-16,-1 1-416 0,-6-3-1044 15,-13 10-3324-15,3-7-5209 0</inkml:trace>
  <inkml:trace contextRef="#ctx0" brushRef="#br0" timeOffset="4937.501">13108 1177 8988 0,'0'0'6717'15,"0"0"-5325"-15,83 4-452 0,-35-4 476 16,8 0-96-16,4-7-332 0,4 2-395 15,3-9-253-15,5-4-208 0,-5-5-132 16,-2-5-40-16,-1-1-336 0,-9-3-325 0,-3 1-383 16,-9 2-556-16,-10 6-1220 0,-14 1-3357 0</inkml:trace>
  <inkml:trace contextRef="#ctx0" brushRef="#br0" timeOffset="5249.163">13239 1174 9460 0,'0'0'5189'16,"0"0"-3817"-16,0 0-1156 0,0 0 496 16,0 0 1148-16,0 0-124 0,84 33-540 15,-52-24-567-15,4 1-289 0,-4-1-220 16,0-3-120-16,-8 4-4 0,-5 2-80 16,-3 1-48-16,-8 9-112 0,-8 7-20 0,-4 6-77 15,-7 10-11-15,-13 9-4 0,-1 5 112 16,-6 2 184-16,-1 2 60 0,4 1 4 15,0-7 72-15,8-3 32 0,8-10 160 16,8-5 24-16,4-8-36 0,8-8-147 16,12-5-109-16,4-4 48 0,12-6 48 15,4-4 76-15,8-4-16 0,7 0-20 16,5-9 8-16,-1-5-60 0,1 0-84 16,0-3 0-16,-4 1-84 0,-4 0-436 15,-1 0-505-15,1 1-535 0,-16 5-1524 0,8-3-4669 0</inkml:trace>
  <inkml:trace contextRef="#ctx0" brushRef="#br0" timeOffset="5726.794">14486 1327 4444 0,'0'0'752'0,"0"0"5365"0,0 0-4169 15,0 0-616-15,0 0 68 16,0 0 88-16,0 0-352 0,0 0-224 0,0 0-312 16,0 0-200-16,0 0-8 0,-79 47-16 15,66-19 136-15,-2 8-75 0,7 5-109 16,0 7-136-16,4 2-44 0,4 8-16 15,0-1 12-15,0 0 12 0,7-4-44 16,6-7 8-16,2-11-24 0,2-10-12 16,3-6-84-16,3-9-44 0,1-8-28 15,4-2-72-15,0-9-280 0,0-7-144 0,0-9-249 16,4-1-275-16,-4-5-464 0,0 1-1400 16,-9 9-3085-16,6-4-3811 0</inkml:trace>
  <inkml:trace contextRef="#ctx0" brushRef="#br0" timeOffset="5896.981">14916 1676 1828 0,'0'0'10849'16,"0"0"-7805"-16,0 0-2212 0,0 0 36 16,0 0 776-16,0 0 192 0,49 68-343 15,-45-54-341-15,-1-1-404 0,1 0-144 16,-4-1-208-16,0-6-312 0,4 1-84 16,-4-3-96-16,0-1-168 0,0-3-196 15,0 0-228-15,0 0-240 0,-8 0-225 16,5-3-651-16,-5-1-2860 0,-9-3-3077 0</inkml:trace>
  <inkml:trace contextRef="#ctx0" brushRef="#br0" timeOffset="6030.398">14785 1520 2600 0,'0'0'8216'0,"0"0"-5463"0,0 0-929 0,0 0-228 16,0 0-124-16,0 0-452 0,96-69-224 15,-72 56-244-15,0-4-456 0,4 3-96 16,0-3-904-16,-5 4-632 0,-3 5-1280 15,8-3-6069-15</inkml:trace>
  <inkml:trace contextRef="#ctx0" brushRef="#br0" timeOffset="6797.076">15657 1390 132 0,'0'0'11941'0,"0"0"-9685"15,0 0-1384-15,0 0-168 0,0 0 412 16,0 0-224-16,0 0-312 0,0 0-232 15,0 0-68-15,84-76-68 0,-56 54-68 16,-4 3-80-16,4 3-16 0,-3 10-40 0,2 3-8 16,-3 3 4-16,4 9 68 15,0 10 88-15,0 10 36 0,-4 3 60 0,-5 5 52 16,1 5-104-16,-4-1-32 0,-8 4-64 16,0-1 16-16,0-2-52 0,-4-2-64 0,1-8 4 15,-2-3-12-15,1-7-4 0,0-6-80 16,4-10-12-16,-4-2-76 0,4-4-412 15,-4-7-200-15,8-9-212 0,-4-6-576 16,0 3-2464-16,0-22-3009 0</inkml:trace>
  <inkml:trace contextRef="#ctx0" brushRef="#br0" timeOffset="6984.441">16196 1238 9412 0,'0'0'5221'16,"0"0"-4249"-16,0 0-408 0,-68 89 600 0,40-45 84 15,0 4-140-15,-4 3-328 0,1-1-268 16,3 1-108-16,-4-1-76 16,8-1-87-16,-4-2-129 0,4-6-112 15,4-3-60-15,4-8-96 0,4-8-393 0,5-7-207 16,-2-8-60-16,9-7-32 0,0 0-336 0,0-13-1144 16,0-6-2465-16,0 0-3503 0,9-19 6017 0</inkml:trace>
  <inkml:trace contextRef="#ctx0" brushRef="#br0" timeOffset="7192.882">16490 1041 7416 0,'0'0'4193'0,"0"0"-2389"0,0 0-724 16,0 0 220-16,0 0 116 0,88-9-376 0,-76 9-180 15,0 3-344-15,0 0-232 16,-4 7-40-16,0-1-48 0,0 4-76 0,-4 3-48 15,-1 6-60-15,-3 3-12 0,0-3-36 16,0 4-464-16,-3-11-88 0,-1-2 24 0,-4-9-152 16,4-4-488-16,0 0-1616 15,-8-11-7449-15</inkml:trace>
  <inkml:trace contextRef="#ctx0" brushRef="#br0" timeOffset="7332.302">16654 663 8504 0,'0'0'4765'0,"0"0"-3013"16,0 0-1112-16,0 0 256 0,75-32-236 15,-47 17-660-15,4-1-948 0,4-3-656 16,-8 3-1364-16,8-3-5105 0</inkml:trace>
  <inkml:trace contextRef="#ctx0" brushRef="#br0" timeOffset="8164.333">10542 1396 4252 0,'0'0'872'16,"0"0"5129"-16,0 0-4153 0,0 0-640 15,0 0 296-15,0 0 96 0,0 0-264 16,0 0-352-16,0 0-360 0,0 0-232 16,8 30 32-16,4-28 76 0,0 5 61 15,0-4-261-15,3 0-128 0,-2-3-112 16,-1 0 36-16,-1 0-48 0,2-6-48 0,-2-1-176 16,-3 0-284-16,-3-1-257 15,-5 2-199-15,0-5-308 0,0 5-936 0,0 4-2084 16,-13 2-2041-16</inkml:trace>
  <inkml:trace contextRef="#ctx0" brushRef="#br0" timeOffset="8299.796">10470 1530 2348 0,'0'0'676'0,"0"0"3844"0,0 0-1824 0,0 0-767 16,0 0-77-16,0 0-160 0,0 0-212 16,100 58-332-16,-76-58-272 0,4 0-240 15,0-7-256-15,0-3-220 0,4-3-100 16,-4-1-60-16,-5-6-128 0,5 1-364 15,-4 0-244-15,0 0-52 0,-4 0-376 16,-4 3-1008-16,-5 3-2285 0,-6-6-2303 0</inkml:trace>
  <inkml:trace contextRef="#ctx0" brushRef="#br0" timeOffset="8515.12">10554 1092 364 0,'0'0'7648'0,"0"0"-5152"0,0 0-935 16,0 0-41-16,8 98-128 0,-4-56 8 16,0 2-156-16,0 4-280 0,-4 5-312 15,0 5-236-15,0 2-108 0,0 3-212 16,-8 0-96-16,4-5-72 0,-4-4-208 16,4-13-360-16,0-6-208 0,4-12 216 15,0-11-16-15,0-2-180 0,0-7-340 16,0-3-764-16,-4 0-1293 0,4-3-3043 15,-4-13 3780-15</inkml:trace>
  <inkml:trace contextRef="#ctx0" brushRef="#br0" timeOffset="8929.175">10184 1333 9368 0,'0'0'1821'0,"0"0"-537"0,-21 69 312 15,18-36-32-15,3 2-360 0,0 3-420 16,0 6-240-16,0 4-60 0,3 3-56 16,-3-4-108-16,0 1-208 0,0-3-28 15,4-10-84-15,-4-7 0 0,4-9 172 16,0-9-68-16,1-4-104 0,3-6-60 0,-1 0 48 15,5-6 12-15,4-10-4 0,5-10-180 16,-2-2-160-16,1-8-24 0,4-4 24 16,-1-2-28-16,1-2-72 0,-3 0-4 15,3-5 112-15,-9 2 88 0,-2 6 36 16,-9 3 148-16,0 2 64 0,-4 11 72 0,-13 6 228 16,1 0 136-16,-8 6-176 0,-3 4 36 15,-1 0-184-15,0 5-36 0,-4 1-76 16,4 3-152-16,1 7-124 0,2 8-156 15,-3 5-356-15,5 1-332 0,2 5-680 16,1 3-1461-16,4-4-4595 0,-3 7 7296 0</inkml:trace>
  <inkml:trace contextRef="#ctx0" brushRef="#br0" timeOffset="10158.995">21602 1295 1044 0,'0'0'128'0,"0"0"7016"0,0 0-4327 16,-19-69-945-16,11 50-384 0,-1 2-288 16,-2 1 16-16,-2 4 36 0,-2 5-452 15,-2 1-148-15,2 6 44 0,-2 0-168 16,2 0-92-16,-1 6-60 0,0 4-11 15,-4 6-85-15,1 5-12 0,-2 5-52 0,5 13-68 16,4 2-4-16,1 9-12 0,2 8-36 16,1 5-12-16,1 4 16 0,3 3-52 15,0 3 12-15,-1-6-60 0,5-10-4 16,0-10-4-16,5-9 0 0,7-12-52 16,-1-11 0-16,9-5 8 0,5-10-20 15,6 0-12-15,5-16-276 0,4-9-272 16,0-10-353-16,0-3-319 0,-1-6-800 15,-3 5-2580-15,-12 7-2433 0</inkml:trace>
  <inkml:trace contextRef="#ctx0" brushRef="#br0" timeOffset="10309.231">21901 1596 3524 0,'0'0'9281'0,"0"0"-7753"16,0 0-844-16,0 0 1000 0,0 0 100 15,52 77-248-15,-48-58-460 0,-4 3-191 16,4-3-253-16,-4-3-280 0,0-3-328 0,0-4-24 15,4-3-208-15,-4-2-360 0,0-1-333 16,0-3-159-16,0 0-128 0,-8-3-804 16,4-4-2984-16,-8-9-6585 0</inkml:trace>
  <inkml:trace contextRef="#ctx0" brushRef="#br0" timeOffset="10463.533">21794 1409 7916 0,'0'0'6469'0,"0"0"-5145"0,0 0-544 16,0 0 552-16,0 0-200 16,79-25-444-16,-51 18-444 0,0 4-244 15,4-2-64-15,4-2-424 0,4 3-620 0,0-2-720 16,-5 3-2132-16,14 0-4829 0</inkml:trace>
  <inkml:trace contextRef="#ctx0" brushRef="#br0" timeOffset="10741.419">23057 1270 15985 0,'0'0'2648'16,"0"0"-2328"-16,0 0-268 0,0 0 96 15,0 0 292-15,0 0 172 0,-88 41-40 0,56-8-228 16,1 4-64-16,-1 10-16 0,0 8 5 15,0 1-1-15,4 5 168 0,4-1 120 16,8-6-252-16,4-6-148 0,12-3-24 16,0-11-12-16,8-5-32 0,8-7-80 15,8-6-8-15,4-7-8 0,4-5-8 16,4-4-92-16,-4-4-240 0,3-8-172 0,-3-8-256 16,-4-2-221-16,-9-3-407 0,-6 6-2488 15,-9-12-5389-15</inkml:trace>
  <inkml:trace contextRef="#ctx0" brushRef="#br0" timeOffset="10907.955">22698 1571 9940 0,'0'0'7301'0,"0"0"-5461"0,0 0-1252 16,0 0-84-16,0 0 264 0,0 0 341 16,0 0-9-16,0 0-328 0,112 20-360 15,-57-30-172-15,5-6-120 0,0-3-120 16,-1-3-84-16,1-4-444 0,-8 4-368 15,-4 3-192-15,-4 3-361 0,-12 7-1403 16,0 3-4301-16</inkml:trace>
  <inkml:trace contextRef="#ctx0" brushRef="#br0" timeOffset="11314.065">23710 914 1004 0,'0'0'12013'0,"0"0"-9741"0,0 0-1520 0,0 0 64 15,21 74 464-15,-18-34 0 16,1 11-276-16,0 9-248 0,0 10-308 0,-4 4-19 16,0 1 247-16,0 8-60 0,0 0-240 0,-4 0-256 15,0-7-112-15,0-7-8 0,4-5-4 16,-3-7-200-16,3-9-160 0,3-13-144 15,5-7-60-15,0-12-197 0,8-14-175 16,3-4-332-16,2-17-1388 0,3-13-3325 16,-5 0-3999-16,9-22 9528 0</inkml:trace>
  <inkml:trace contextRef="#ctx0" brushRef="#br0" timeOffset="11580.576">24276 1149 9368 0,'0'0'7233'15,"0"0"-6137"-15,0 0-688 0,0 0 108 16,-96 20 396-16,57-5-56 0,-1 10-176 0,-1 1-204 16,6 6-171-16,3-4-61 15,4 4-64-15,4 3-60 0,5-1-112 0,2 2 56 16,2-1-56-16,6 0-4 0,9-4 92 0,0-2 60 16,9-3 28-16,6-5 104 15,9 5 100-15,4-4 24 0,8 0-112 0,4 1-84 16,4-5-168-16,3-5-40 0,1 3 52 15,0-3-60-15,4-4-12 0,0 1 0 16,-1 0-120-16,-3-5-144 0,-4 6-184 16,0-2-168-16,-8 1-160 0,-4-1-73 15,-4 4-223-15,0 2-672 0,-4 2-1988 16,-9-2-777-16,2 7-3455 0</inkml:trace>
  <inkml:trace contextRef="#ctx0" brushRef="#br0" timeOffset="14836.39">13307 2416 6688 0,'0'0'1920'0,"0"0"-96"16,0 0-407-16,0 0-429 0,0 0 92 0,0 0 100 15,0 0-100-15,0 0-192 0,0 0-304 16,0 0-296-16,-15 0-140 0,22 5 36 16,1 9-96-16,0-1 96 0,0 2 48 15,4 4 52-15,-8 7-64 0,4-1-84 16,-5 5-124-16,-3-5 52 0,0 3-64 0,0 1-76 15,0-1 76-15,0-3 40 0,-7-2-40 16,3-5-84-16,0-5-188 0,4-2-132 16,-4-9-400-16,4-2 360 0,0-2-480 15,0-5-332-15,0-10-584 0,0-5-2089 16,0 3-2579-16,4-19 3521 0</inkml:trace>
  <inkml:trace contextRef="#ctx0" brushRef="#br0" timeOffset="14979.277">13355 2279 7416 0,'0'0'5645'0,"0"0"-4537"16,0 0-792-16,0 0 868 0,0 0 196 15,0 0-572-15,0 0-464 0,0 0-344 16,0 0-172-16,0 0 172 0,68-9-644 16,-53 9-620-16,-2 0-776 0,6 3-3269 0</inkml:trace>
  <inkml:trace contextRef="#ctx0" brushRef="#br0" timeOffset="15290.437">13618 2492 11189 0,'0'0'2992'0,"0"0"-2056"0,0 0 524 0,0 0 28 16,0 0-572-16,91-13-440 0,-70 10-336 15,-6 0-140-15,1-3-136 0,0 6-292 16,-4 0-300-16,-4 0-164 0,-4 3-176 15,-4 6-496-15,0 4-648 0,-8 3-493 16,-4 6-563-16,-4 0-1020 0,0 1 2072 16,-3-2 2216-16,2-1 76 0,2-1 1296 15,2-6-276-15,6-4 2932 0,-1-3-1340 16,8 1-687-16,0-4-401 0,0 3-112 16,8-3-176-16,-1 4-132 0,6-4-52 0,2-3-140 15,5 0-204-15,1 0-244 0,2-3-236 16,1-7-224-16,0-2-80 0,4-4-464 15,4 3-304-15,-4-6-304 0,0 3-252 0,-5 4-1760 16,5-4-4665-16</inkml:trace>
  <inkml:trace contextRef="#ctx0" brushRef="#br0" timeOffset="15582.099">14100 2498 784 0,'0'0'11589'0,"0"0"-9921"0,0 0-832 16,0 0 776-16,-28 65-48 0,24-44-184 15,4-2-364-15,-4-1-260 0,4-1-260 16,0-4-191-16,4-4-209 0,4 1-96 16,0-7 0-16,4 0-4 0,0-3 0 15,-1 0 4-15,6-9-12 0,-1-1-112 0,-4-2 64 16,3-5-37-16,-2 2-63 16,2-4 16-16,-2 0-76 0,-6 0-24 0,5 0-24 15,-8 3 12-15,1-1 88 0,-5 5 20 16,0-4 36-16,-9 3-128 0,-3 1 240 0,-4-4 0 15,-3 2-60-15,-1 3 60 0,0 1 0 16,0 4 0-16,0 3-52 0,4 3-60 16,-4 3-60-16,5 6-96 0,-2 1-248 15,6 3-460-15,-2 2-876 0,5-5-2060 16,4 2-3241-16</inkml:trace>
  <inkml:trace contextRef="#ctx0" brushRef="#br0" timeOffset="16570.596">13299 470 5108 0,'0'0'5044'0,"0"0"-3035"0,0 0-373 16,0 0-320-16,0 0 216 0,0 0-128 15,0 0-304-15,0 0-220 0,0 0-268 16,12 19-176-16,-4-10-44 0,0 4-3 0,0 0-169 16,-4 5-136-16,4 2-24 0,-5-1 60 15,-3 2-116-15,5 2-4 0,-5-4-120 16,4 0-100-16,0-6 27 0,-4-6 57 0,4-1-44 15,-4-6-52-15,4 0 36 0,0 0 40 16,-4-3 32-16,3-4 76 0,6-2 0 16,-1-4-88-16,3-2-20 15,6-8-16-15,-2 0-24 0,2 1 100 0,-2-3 88 16,5 3 0-16,-3 6 8 0,-6 0 44 16,5 4 4-16,-8 2 112 0,0 7 36 15,0 0 96-15,-4 3-36 0,4 0-100 16,-4 3-44-16,0 0-16 0,0 3-24 0,0 4-64 15,4-1-4-15,-4 7-4 0,0 0 0 16,0 3-8-16,-4 3-248 0,0 3-268 16,0 4-272-16,0-3-372 0,0 2-804 15,0-6-1804-15,0 10-2601 0</inkml:trace>
  <inkml:trace contextRef="#ctx0" brushRef="#br0" timeOffset="19005.702">4920 3734 14497 0,'0'0'1792'0,"0"0"-1192"0,0 0-552 15,0 0 216-15,0 0 156 0,0 0 76 16,0 0 48-16,0 0 32 0,0 0-12 16,83 57 180-16,-34-52-84 0,10 2-272 0,1-7-83 15,4 0-97-15,0 0-112 16,-1-7-96-16,-3-1-68 0,-4-3-4 0,0 2-100 16,-5 0-73-16,1-4-227 0,-3 4-136 15,-10-5-188-15,-3 8-88 0,-8 3-748 16,-8 1-2208-16,-16 2-2633 0</inkml:trace>
  <inkml:trace contextRef="#ctx0" brushRef="#br0" timeOffset="19179.754">5263 4060 4772 0,'0'0'8229'16,"0"0"-7033"-16,0 0-1144 0,0 0 392 15,0 0 552-15,0 0 220 0,92 61-160 16,-49-54-84-16,5-7-344 0,4 0-336 15,3-7-196-15,-3-5-96 0,1-5-88 16,-2-2-316-16,-7-6-136 0,-4-4-296 16,-5-2-256-16,-11 6-996 0,1-17-3577 0</inkml:trace>
  <inkml:trace contextRef="#ctx0" brushRef="#br0" timeOffset="19478.948">5525 3416 8220 0,'0'0'4233'0,"0"0"-3389"0,0 0-144 0,0 0-4 16,0 0 160-16,0 0 40 0,0 0-112 15,0 0 72-15,108-22-856 0,-60 31 640 16,-4 7-432-16,3 6-60 0,2 7-148 16,-6 6-4-16,-2 2-44 0,-6 9 44 15,-7-2-72-15,-4 6 16 0,-4 5 48 0,-13 2-76 16,-7 3 88-16,0 7 16 0,-7 0-12 15,-13-1-4-15,0 1-52 0,-4-6 40 16,0-11 12-16,1-5 4 0,-1-11-4 16,-1-5-116-16,5-8-216 0,1-4-160 15,2-11-156-15,6-2-592 0,3-4-1480 16,3-10-3469-16</inkml:trace>
  <inkml:trace contextRef="#ctx0" brushRef="#br0" timeOffset="49930.091">8431 3937 10016 0,'0'0'5057'0,"0"0"-4337"0,0 0-92 0,0 0 656 15,0 0 60-15,0 0-96 0,0 0-392 16,-64-67-336-16,51 64-167 0,2 0 207 15,-6 3-40-15,2 0-292 0,-5 0-116 16,-4 9-104-16,0 7 0 0,0 4-4 16,0 5-4-16,0 9-4 0,1 5-4 15,3 2 8-15,3 6 72 0,6 0 12 16,3 5 48-16,8-1-84 0,0 2-44 16,8-2 44-16,3 1-36 0,6-8 124 15,7-5-28-15,-1-9-96 0,1-4 132 16,4-7-48-16,0-3-92 0,0-9 8 0,4-5-12 15,3-2 0-15,-3-6-144 0,8-11-172 16,0-4-252-16,-4-5-192 0,0-4-309 16,-1-3-699-16,-10 11-2068 0,-1-11-2813 0</inkml:trace>
  <inkml:trace contextRef="#ctx0" brushRef="#br0" timeOffset="50085.769">8721 4368 3940 0,'0'0'272'0,"0"0"5988"15,0 0-4191-15,0 0-285 0,0 0 432 16,-4 83-428-16,4-64-568 0,-4-3-448 16,0-4-360-16,4 1-400 0,-3-3-12 0,3-3-340 15,0-4-516-15,-4-3-188 0,-1 0-508 16,1 0-2844-16,0-7-5969 0</inkml:trace>
  <inkml:trace contextRef="#ctx0" brushRef="#br0" timeOffset="50264.068">8650 4092 8536 0,'0'0'4569'0,"0"0"-2717"15,0 0-540-15,0 0 972 0,0 0-544 16,0 0-716-16,95-19-536 0,-67 13-403 16,0-1-85-16,8-2-109 0,-1 0-427 15,5-1-624-15,1 1-288 0,-10 5-1552 0,13 4-5613 0</inkml:trace>
  <inkml:trace contextRef="#ctx0" brushRef="#br0" timeOffset="50622.815">10139 4149 5260 0,'0'0'8041'0,"0"0"-6633"0,0 0-1156 16,-83 13 428-16,55 0 588 0,-3 6 144 15,-1 3-292-15,0 7-472 0,4 5-244 16,0 1-24-16,8 7 116 0,4-2 149 15,4 9-205-15,12-5-128 0,0 3-20 16,0 1-100-16,7-6-48 0,6-4 52 16,-2-10 20-16,10-6 184 0,-2-5-16 15,5-8-140-15,0-2-136 0,0-7-104 16,4-5-4-16,0-6-184 0,-4-9-152 16,-4-2-112-16,0-3-92 0,-5-1-164 15,-7 1-168-15,-3 3-833 0,-1 6-2147 0,-8 0-2805 0</inkml:trace>
  <inkml:trace contextRef="#ctx0" brushRef="#br0" timeOffset="50783.212">9829 4451 12089 0,'0'0'2092'0,"0"0"-740"0,0 0 812 0,0 0-232 16,0 0-332-16,91-6-531 0,-59-1-341 15,8-2-268-15,4-4-264 0,-4 0-196 16,8-2-132-16,-1-2-220 0,1-1-204 15,-4 1-377-15,0 5-543 0,-8 2-1144 16,3-2-4261-16</inkml:trace>
  <inkml:trace contextRef="#ctx0" brushRef="#br0" timeOffset="52042.179">11315 3823 10636 0,'0'0'5277'0,"0"0"-3889"0,0 0-396 16,0 0 460-16,0 0-96 0,0 0-263 15,0 0-305-15,83 9 128 0,-43-6-336 16,8-3-204-16,4 3-112 0,0-3-60 16,0 0-12-16,-4 0-120 0,-1-3-12 15,1 0-60-15,-4-3 0 0,-5-1-84 16,-2 1-144-16,-5 0-156 0,-5 0-172 15,-7 1-156-15,0 3-124 0,-8 2-181 0,-8 0-971 16,-4 0-2576-16,-8 9-2789 0</inkml:trace>
  <inkml:trace contextRef="#ctx0" brushRef="#br0" timeOffset="52295.252">11470 4051 4396 0,'0'0'8237'16,"0"0"-6113"-16,0 0-932 0,-4 95 372 0,8-53 40 16,5-1-84-16,-2 7-436 0,1 3-355 15,5 3-245-15,-6-1-88 0,1 4-68 16,0 4-112-16,-3-1-56 0,2-3-156 16,-3 1-4-16,0-11-4 0,0-6-84 15,0-6-20-15,0-13-132 0,0-6-16 16,0-9-188-16,0 0-224 0,0-7-197 15,-4 0-219-15,4-5-372 0,-4-4-900 0,0-3-2012 16,0-1-2125-16,0-19 1277 0</inkml:trace>
  <inkml:trace contextRef="#ctx0" brushRef="#br0" timeOffset="52483.77">11526 4451 10316 0,'0'0'1945'16,"0"0"-377"-16,0 0 516 0,0 0-296 15,0 0-296-15,92 13-208 0,-68-7-272 16,4-6-343-16,7 0-197 0,-3 0-156 16,8-6-100-16,4-1-72 0,0-5-132 15,4-4-12-15,-1 0-200 0,1-3-272 16,4 0-184-16,-8 0-205 0,4 3-275 16,-5 0-720-16,-15 6-2772 0,4 1-4457 0</inkml:trace>
  <inkml:trace contextRef="#ctx0" brushRef="#br0" timeOffset="53373.482">12953 3940 1984 0,'0'0'1236'16,"0"0"6172"-16,0 0-5279 0,0 0-561 16,0 0 84-16,0 0-276 0,0 0-300 15,0 0-288-15,0 0-176 0,-84 6-196 16,68 7-148-16,0 3-24 0,-4 5-12 0,1 2-36 16,-2 6 36-16,5 2-16 15,0 4-20-15,0 4-3 0,1-1 15 0,2 3-52 16,1 4-56-16,1 2-92 0,7 4 64 15,-5 3-72-15,9 1-8 0,0-3 0 16,4 3-4-16,5-1-36 0,2-7 48 0,6-3-12 16,2-2-76-16,5-7 4 0,0-3-36 15,8-7-196-15,0-3-109 0,8-9-99 16,4-4-88-16,3-2-120 0,2-7-324 16,2-10-944-16,-16 4-2632 0,18-15-3693 0</inkml:trace>
  <inkml:trace contextRef="#ctx0" brushRef="#br0" timeOffset="54579.059">14116 4324 5228 0,'0'0'184'15,"0"0"6701"-15,0 0-5289 0,0 0-632 16,-52-67 484-16,32 48-140 0,0 4-96 15,1-1-232-15,-2 3-272 0,1 1-208 16,5 5 0-16,-2 0 121 0,2 7-257 16,-2 0-184-16,2 0-132 0,-1 7-48 15,-4 6 0-15,4 6 0 0,0 3 0 0,0 3 12 16,4 5-12-16,-4 3 0 0,8 6 4 16,-3-1 32-16,6 3-32 0,1 3 32 15,4 1-24-15,0-3-12 0,0-1 4 16,4-3-4-16,5 1 4 0,-2-12-4 15,1 2-8-15,5-10-4 0,-2 0 4 0,1-9-52 16,4-1-72-16,4-5-316 0,0-4-89 16,8-4-251-16,0-9-192 0,4-5-876 15,-8 5-2868-15,7-19-3145 0</inkml:trace>
  <inkml:trace contextRef="#ctx0" brushRef="#br0" timeOffset="54893.807">14271 4540 5836 0,'0'0'2652'0,"0"0"1917"16,0 0-3717-16,0 0-92 0,0 0 588 15,0 0-32-15,0 0-424 16,0 0-448-16,0 0-212 0,0 0-24 0,-8 21-36 16,12-16-48-16,-4-3 144 0,4 5 52 0,1-4-16 15,-1 1-32-15,-4 2-68 0,3-3-44 16,-3 3 0-16,4 0-40 0,-4 1 12 15,4-1 16-15,0 4-16 0,-4 2-60 16,4-2 28-16,0 6-3 0,-4-1-89 16,5 4 40-16,-5 0 0 0,3 4 28 15,-3-2-68-15,0-1-8 0,0 0-8 16,0-1 8-16,0-4-8 0,0 1-44 16,0-6-20-16,0-1 24 0,0-6-149 15,0 3-215-15,0-6-256 0,0 0-140 16,0 0-196-16,4 0-232 0,0-2-804 0,0-2-2000 15,4-5-2981-15</inkml:trace>
  <inkml:trace contextRef="#ctx0" brushRef="#br0" timeOffset="55229.11">15021 4553 11545 0,'0'0'4360'0,"0"0"-3580"0,0 0-8 16,0 0 464-16,0 0-168 16,0 0-288-16,0 0-304 0,0 0-172 0,0 0-304 0,0 0-280 15,103-11-512-15,-71 0-420 16,0-6-780-16,3 5-2240 0,-7-1-2189 0,8 8 213 16</inkml:trace>
  <inkml:trace contextRef="#ctx0" brushRef="#br0" timeOffset="55454.537">15893 4489 4152 0,'0'0'5416'15,"0"0"-2787"-15,0 0-1609 0,0 0-204 16,0 0 296-16,76-22 124 0,-60 19-80 15,-5-4-204-15,6 7-200 0,-2-3-224 16,5 3-136-16,0 0-52 0,5 0-60 16,-6 0-84-16,1 3-196 0,-1-3-412 0,-2 0-300 15,3 0-72-15,3 0-312 16,-6 0-752-16,11-3-4945 0</inkml:trace>
  <inkml:trace contextRef="#ctx0" brushRef="#br0" timeOffset="55955.932">17717 4016 3740 0,'0'0'1352'16,"0"0"4476"-16,0 0-3995 0,0 0-217 15,0 0-152-15,0 0-608 0,0 0-72 16,-87 32 32-16,63-13-124 0,4 9-56 16,-4 7 88-16,5 6-20 0,-5 7-204 15,7 3-123-15,2 7 71 0,2-2 112 0,2 5-140 16,7-8-128-16,0-4-40 0,4-5-116 15,0-9-16-15,4-4-24 0,7-9-48 16,6-3-48-16,-2-6-92 0,9-3-164 16,4-3-104-16,0-7-232 0,0-4-124 15,4-9-377-15,-4-2-531 0,-9-2-3020 0,6-11-5101 0</inkml:trace>
  <inkml:trace contextRef="#ctx0" brushRef="#br0" timeOffset="56252.863">17953 4578 3676 0,'0'0'2436'0,"0"0"3485"16,0 0-4209-16,-4 67 560 0,-4-45 244 15,3-3-396-15,2-7-707 0,-1-1-653 16,4-6-444-16,0-2-208 0,0-3-60 0,4 0-40 16,4-3-8-16,4-6-200 0,8-7-4 15,3-3-124-15,9-6-72 0,-4-4-101 16,4 1 29-16,-4 6 56 0,-8 5 148 15,0 8 76-15,-4 5 56 0,0 4 136 16,-4 0 24-16,-4 11 244 0,-1 3 136 16,2 7 56-16,-5-2-8 0,0 3-87 0,0 0 11 15,-4-3-40-15,3 1-56 0,-3-6-40 16,4 2-44-16,-4-2-120 0,0-8-76 16,5 0-132-16,-1-4-316 0,0-2-268 15,0 0-485-15,3 0-339 0,1-2-1464 16,5-14-4709-16</inkml:trace>
  <inkml:trace contextRef="#ctx0" brushRef="#br0" timeOffset="56649.414">18949 3889 3724 0,'0'0'9977'0,"0"0"-7689"0,0 0-852 16,0 0 112-16,67 93-312 0,-47-62-296 16,5 1-223-16,-1 2-173 0,-1 1-156 15,-3 4-108-15,0-1-28 0,0 0-8 0,0 3-40 16,-12 3-36-16,0 1-160 0,-8 3-8 0,-5 2 0 16,-10 4-180-16,-9 1-36 15,-12-2-124-15,1 1-132 0,-10-3-24 0,2-3-77 16,-1-4-155-16,-4-3-360 0,-4-6-768 15,12-6-2764-15,-27-1-5501 0</inkml:trace>
  <inkml:trace contextRef="#ctx0" brushRef="#br0" timeOffset="57296.839">14944 5086 5804 0,'0'0'3264'0,"0"0"-403"0,0 0-1693 0,0 0-456 16,0 0 328-16,0 0 116 0,0 0-304 16,0 0-252-16,0 0-216 0,-63 64-124 15,55-46-88-15,4 5-164 0,0-1-8 16,0-3-88-16,4 0-292 0,0 0-416 0,0-3-420 15,0 1-704-15,4-9-1989 16,0 5-2763-16</inkml:trace>
  <inkml:trace contextRef="#ctx0" brushRef="#br0" timeOffset="57760.691">17339 4801 4288 0,'0'0'4760'16,"0"0"-1599"-16,0 0-1681 0,0 0-592 15,0 0-40-15,-24 85 220 0,20-62-36 16,0 2-376-16,1-3-272 0,-5 3-200 16,-1 1-172-16,1-1-12 0,-3 0-232 0,-2 2-324 15,2-6-240-15,-6 2-532 0,6-4-1100 16,-6-5-3697-16,6 0-1170 0</inkml:trace>
  <inkml:trace contextRef="#ctx0" brushRef="#br1" timeOffset="63993.484">14220 5594 3556 0,'0'0'444'0,"0"0"6384"0,0 0-4555 15,0 0-989-15,0 0-160 0,0 0 132 0,4 63-176 16,3-31-132-16,1 7-244 15,1-1-252-15,-2 3-100 0,1 3 16 0,-4 1-112 16,0 2-84-16,-4 4-52 0,0-3-56 16,0-6-60-16,0-9-8 0,-4-3-76 0,4-11 68 15,-4-10-112-15,4-6-204 16,0-3-172-16,-4 0-100 0,4-3-36 0,-4-6-140 16,1-7-492-16,-6-12-804 0,1-5-996 15,4-11-2553-15,-3 12-175 0</inkml:trace>
  <inkml:trace contextRef="#ctx0" brushRef="#br1" timeOffset="64248.701">14156 5639 2672 0,'0'0'588'16,"0"0"2316"-16,0 0 1412 0,0 0-2603 15,0 0-257-15,0 0-188 0,0 0-200 0,-88 3-192 16,64 16-300-16,0 0-244 0,0-1-108 16,5 1-188-16,2-2-36 0,2-4-112 15,2-4-308-15,6-6-188 0,3 1-148 16,0-4-148-16,4-7-244 0,0-6-100 15,0-2-48-15,4-4 175 0,3-4 449 16,2 4 420-16,3 3 252 0,-1 7 312 0,2-1 192 16,6 7 397-16,1 3 115 0,4 0 32 15,1 0-208-15,-2 6-80 0,5 4-180 16,-4-4-64-16,4 4-164 0,-4-1-140 16,-1-2-92-16,5 0-120 0,0-2-100 15,0 4-520-15,0 2-980 0,-8-3-1336 16,3 15-5169-16</inkml:trace>
  <inkml:trace contextRef="#ctx0" brushRef="#br1" timeOffset="64833.551">14132 6852 2980 0,'0'0'6252'0,"0"0"-4471"16,0 0-841-16,0 0-388 0,0 0 148 15,0 0 128-15,0 0-68 0,0 0-192 16,-64-70-180-16,57 63 16 0,-2 7-64 0,1 0-92 16,0 0-8-16,1 3 56 0,2 10 140 15,1 3-240-15,0 9-72 0,4 7 64 16,8 7 68-16,1 1-68 0,2-1-40 15,1-8-28-15,0-2-112 0,-4-7-8 16,4-9 0-16,-4-10-84 0,4-3-52 16,-1-6 48-16,6-14-72 0,-1-5-136 0,-4-7-236 15,-1-2-100-15,2-5-16 16,-9 4 180-16,4 5 80 0,-8 0-44 0,3 11 168 16,1 0 0-16,-4 10 200 0,4 2 64 15,-4 7 8-15,5 3 244 0,-1 7 216 16,3 6 172-16,1 3-208 0,-4 3-84 15,5 0 40-15,-5 0 8 0,3 0-60 16,-3 1-28-16,0-4-84 0,0-6-224 16,1-4-88-16,-1-9-404 0,3 0-480 15,1-9-96-15,0-10-192 0,0-11-944 16,0 5-2669-16,-4-22-2391 0</inkml:trace>
  <inkml:trace contextRef="#ctx0" brushRef="#br1" timeOffset="65029.087">14443 6366 1748 0,'0'0'9805'0,"0"0"-8089"16,0 0-836-16,-4 82 92 0,0-44 364 15,4 0-92-15,0 4-208 0,0-1-396 16,4 0-212-16,4-3-184 0,-1 4-156 16,6-4-88-16,-2-4-136 0,-3 1-268 15,8-3-148-15,-8 0-188 0,9-3-100 16,-6-4-220-16,1-3-588 0,0-3-1028 15,0-3-2577-15,-4-7-827 0,0 1 5333 0</inkml:trace>
  <inkml:trace contextRef="#ctx0" brushRef="#br1" timeOffset="65496.378">14913 6829 5136 0,'0'0'6881'15,"0"0"-5601"-15,0 0-520 0,0 0 152 0,0 0 388 16,0 0-268-16,0 0-224 0,-83 51-192 16,70-25-100-16,1-1-48 0,4 3-116 15,4-5-108-15,0-1-84 0,0-7-48 16,4-2-112-16,0-10-64 0,0-3-68 16,0 0-152-16,4 0-44 0,0-6 32 15,8-6 200-15,-4-1-100 0,9 0-64 16,-6-3 124-16,5 4-12 0,0 2 0 15,-1 4-36-15,6 6 52 0,-5 0 132 16,3 6 124-16,2 7-48 0,-1 3 8 0,-1 6 52 16,1 3 12-16,-4 7-72 0,-4-1-64 15,0 8 60-15,4-1 76 0,-8 6 0 16,0 4 84-16,0-1-36 0,0 4 36 16,-8 0-60-16,0-7-12 0,0-2-76 0,-4-10 52 15,-4-7-4-15,-4-9-8 0,1-3 8 16,-6-10-120-16,-3 0-12 0,4-3-108 15,-8-6-40-15,0-7 140 0,5-6-172 16,-1-7-152-16,3-2-36 0,6-1 88 16,3-2 60-16,4-1 60 0,4 3-12 15,4 1 84-15,4-2-84 0,3 2 0 16,2 0-112-16,2-1-112 0,6 1-264 16,-1-4-480-16,-1-4-688 0,5 6-948 15,-7 4-2593-15</inkml:trace>
  <inkml:trace contextRef="#ctx0" brushRef="#br1" timeOffset="65961.952">15629 6232 7584 0,'0'0'3861'16,"0"0"-2193"-16,0 0-764 0,0 0-400 16,0 0 168-16,0 0 424 15,0 0-184-15,-7 77-168 0,7-39-164 0,0 3-164 16,-4 10 4-16,4 2-40 0,0 11-100 16,-4 2-24-16,0 8-48 0,-4 2-120 15,-4 6-80-15,0 0 0 0,-4 6 0 16,0-6-8-16,-4 0 0 0,9-6-12 15,-6-9-76-15,6-13-92 0,-2-10-80 16,9-16-56-16,0-7-28 0,1-13-60 16,3-8-188-16,0 0-188 0,0-4-76 0,0-4-428 15,0-9-268-15,0-2-520 0,0-2-2137 16,0-2-1219-16,0-5 3864 0</inkml:trace>
  <inkml:trace contextRef="#ctx0" brushRef="#br1" timeOffset="66168.269">15754 6911 12453 0,'0'0'2164'0,"0"0"-1308"16,0 0-24-16,0 0 588 0,0 0 0 16,92 11-76-16,-65-11-296 0,9-5-355 15,0-3-245-15,7-12-216 0,-3-2-232 16,0-7-172-16,-4 1-104 0,0-7-212 0,-4 3-193 15,0-2-159-15,-8 2-124 0,-4 7-540 16,-8 5-1324-16,-9 7-3901 0</inkml:trace>
  <inkml:trace contextRef="#ctx0" brushRef="#br1" timeOffset="66345.621">15936 6988 7824 0,'0'0'5909'0,"0"0"-4945"0,0 83-472 15,5-48 348-15,3 6 524 0,0 0-88 16,4 0-356-16,-4-3-444 0,0-2-292 16,-1-5-184-16,2-2-40 0,-5-4-388 15,4-3-196-15,-5-6-240 0,-3-6-424 0,0-4-1052 16,0-6-2425-16,0 0-1683 16</inkml:trace>
  <inkml:trace contextRef="#ctx0" brushRef="#br1" timeOffset="66484.445">16020 7194 7200 0,'0'0'6381'0,"0"0"-5253"0,0 0-600 16,80-6 116-16,-48 0 448 0,0 2-248 15,0-2-264-15,4-3-172 0,-1-4-164 16,6-1-220-16,2-5-24 0,1 1-688 16,0-7-740-16,-1 0-592 0,2-5-2513 15,-13 8-5227-15</inkml:trace>
  <inkml:trace contextRef="#ctx0" brushRef="#br1" timeOffset="68764.21">29444 3196 168 0,'0'0'1448'0,"0"0"-1028"0,0 0 36 15,0 0 4680-15,0 0-2532 0,0 0-455 0,0 0-441 16,0 0-268-16,0 0-84 16,0 0-28-16,3-50-100 0,-3 50-272 0,0 3-224 15,0 0-76-15,0 1-39 0,0-2-145 16,0 3-168-16,0 1-148 0,0 9-148 0,-3 4 80 15,3 13-40-15,-4 6-36 0,4 10 36 16,-4 0-44-16,4 6-4 0,-4 2-12 16,4 2 4-16,0 1-52 0,-4 5 48 15,4-1-112-15,0 2-224 16,0-5-112-16,4-3-184 0,0 1 11 0,-4-8-87 16,4-3 12-16,0-2-64 0,-4-4-264 15,3-5-180-15,-3-5-344 0,4-2-480 16,0-11-813-16,1-5-2431 0,-1-9 1264 15,0-8 3000-15</inkml:trace>
  <inkml:trace contextRef="#ctx0" brushRef="#br1" timeOffset="69431.848">29002 1828 1068 0,'0'0'1228'0,"0"0"1848"16,0 0-552-16,0 0-620 0,0 0-407 15,0 0-21-15,0 0 24 0,0 0-160 16,0 0-284-16,0 0-236 0,-4 0-140 16,8 0-100-16,-4 0-136 0,3 0-88 15,5 0-64-15,4 0 88 0,8 4 216 0,8-1-108 16,12 3-84-16,4 1-199 0,3-4-133 16,5 0-24-16,-3-3 52 0,-2 0-28 15,1-6 0-15,-4-1-64 0,-5-2 52 16,2-4-60-16,-6 3-4 0,-7 1-116 15,-5 0-172-15,-2 2-157 0,-9 0-135 0,-4 4-160 16,-4 0-128-16,-4 3-308 0,0 0-728 16,-4 0-1164-16,-16 6-2909 0</inkml:trace>
  <inkml:trace contextRef="#ctx0" brushRef="#br1" timeOffset="69671.776">29217 1911 3608 0,'0'0'1668'0,"0"0"2248"0,0 0-2432 0,0 0-67 15,0 0 79-15,-9 89 12 16,9-61-160-16,0 7-416 0,0 0-324 0,0 6-164 16,0 4-100-16,-4 6-12 0,-3 0-136 15,-1 2-96-15,0-1-100 0,-1-5-40 16,2-6-48-16,3 1-156 0,0-11-152 0,0-2-60 15,-1-3-76-15,5-7-364 0,0-4-420 16,0-5-1476-16,0-4-3545 0,0-6 633 0</inkml:trace>
  <inkml:trace contextRef="#ctx0" brushRef="#br1" timeOffset="69863.844">29240 2381 10192 0,'0'0'1841'0,"0"0"-997"0,0 0 772 16,0 0 224-16,0 0-308 0,0 0-556 16,0 0-264-16,92-25-236 0,-72 15-208 15,0 3-268-15,-1-2 0 0,2 0-232 16,-5-1-268-16,0 3-176 0,-5 1-212 16,2 3-292-16,-10 3-704 0,1 0-1108 15,-4 9-2369-15,0-2-1222 0</inkml:trace>
  <inkml:trace contextRef="#ctx0" brushRef="#br1" timeOffset="70063.926">29197 2632 3576 0,'0'0'864'16,"0"0"4764"-16,0 0-3159 0,0 0-673 16,0 0-120-16,0 0-212 0,0 0-388 15,0 0 16-15,0 0-224 0,83-16-332 0,-55 10-256 16,4-8-204-16,-4 6-76 15,8-5-84-15,0 1-268 0,-1-2-220 0,5 4-164 16,4 1-344-16,-4 6-828 0,-8 3-2632 16,3 0-4237-16</inkml:trace>
  <inkml:trace contextRef="#ctx0" brushRef="#br1" timeOffset="70610.688">29336 4146 4972 0,'0'0'6413'16,"0"0"-5269"-16,0 0-428 0,-8 73 768 15,8-35 44-15,8 7-160 0,-4 2-452 16,8 7-376-16,-4 0-132 0,0 0-104 16,-4 1-48-16,4-2-96 0,-4 1-160 0,0-6-72 15,-4 3-4-15,3-7-216 0,-3-3-176 16,0-2-132-16,4-11-204 0,1-9 36 0,3-6-500 16,-4-13-992-16,3 0-2361 0,6-20-2563 15</inkml:trace>
  <inkml:trace contextRef="#ctx0" brushRef="#br1" timeOffset="70885.449">29938 4295 8492 0,'0'0'4973'0,"0"0"-3705"16,0 0-676-16,0 0 392 0,0 0-196 16,0 0-220-16,-108 64-184 0,72-39-136 15,0 1-112-15,4 2-132 0,0-2-4 16,4-4-88-16,5 1 4 0,3-1-40 0,4-6-136 15,0-2 88-15,8 0-28 0,0-1 40 16,4-4 48-16,4 1 112 0,0 2 148 16,4-2 112-16,4 3 160 0,4-1-12 0,3 4-36 15,2 0-40-15,-1-4 156 16,7 4 64-16,-2-2-172 0,7-2-212 0,-4 1-168 16,8-5-36-16,-4 6-488 0,3 2-344 15,-4 3 80-15,6 0-324 0,-10 6-892 16,-2-6-2248-16,3 13-3321 0</inkml:trace>
  <inkml:trace contextRef="#ctx0" brushRef="#br1" timeOffset="71494.129">29702 5479 10528 0,'0'0'2109'16,"0"0"-669"-16,0 0 24 0,0 0 40 15,0 0-128-15,0 0-256 0,0 0-460 16,0 0-392-16,-4 71 12 0,4-33-12 0,0 3-108 16,0 3-4-16,0 5-56 0,0-3-40 15,4 2-52-15,1 0-8 0,-5-3-84 16,4 2-220-16,-4-3-260 0,4-5-180 16,-4-1-40-16,4-10-104 0,-4 3-376 15,0-1-952-15,0-11-1873 0,0 6-2303 0</inkml:trace>
  <inkml:trace contextRef="#ctx0" brushRef="#br1" timeOffset="71856.863">29344 6670 1748 0,'0'0'11761'0,"0"0"-9837"0,0 0-1296 16,0 0 12-16,0 0 664 0,79 0 28 15,-42 0-72-15,-1 0-372 0,7 0-327 16,5 0-177-16,0-6-116 0,4-4-60 16,0-5-112-16,-5-2-96 0,-3-1-72 15,-4-1-244-15,-4 3-84 0,-8 0-197 0,-4 4-179 16,-9 5-228-16,-2 1-284 0,-9 6-536 16,-4 0-1112-16,0 0-1913 0,-21 13-1299 0</inkml:trace>
  <inkml:trace contextRef="#ctx0" brushRef="#br1" timeOffset="72046.167">29535 6705 5884 0,'0'0'4780'0,"0"0"-2047"0,-4 92-1449 16,4-41-592-16,0 10 176 16,0 5 304-16,0 4-168 0,0 0-252 0,-4 0-336 15,4-6-208-15,0-5-84 0,0-4-124 16,0-8-72-16,0-8-232 0,0-8-384 15,8-8-200-15,-4-8-132 0,0-5-460 0,0-7-1452 16,-4-6-3909-16</inkml:trace>
  <inkml:trace contextRef="#ctx0" brushRef="#br1" timeOffset="72201.743">29451 7128 9652 0,'0'0'5893'0,"0"0"-5629"15,0 0 48-15,0 0-92 0,0 0 512 16,108 6-12-16,-68-6 72 0,4 0-348 0,4-12-444 16,4-4-136-16,-1-4-468 15,1 1-336-15,-4-3-524 0,-8 6-1128 0,-1-6-3157 0</inkml:trace>
  <inkml:trace contextRef="#ctx0" brushRef="#br1" timeOffset="72878.828">31281 5610 9084 0,'0'0'1588'0,"0"0"-723"16,0 0 187-16,0 0 300 0,0 0 52 16,0 0-72-16,-84-3-412 0,63 9-168 15,-2 7-108-15,3 3-92 0,-4 3-88 16,4 4-132-16,0 2-4 0,4 6 0 15,0 4 36-15,9-3 40 0,2 0-235 0,1-4 15 16,4-3-112-16,4-6-72 0,1-6 0 16,6-6-48-16,1-4-88 0,0-3-45 0,8-6 21 15,0-11 100-15,-5-2-48 0,6-3 12 16,-1-3-196-16,-5 0 12 0,6-1-28 16,-10 4 88-16,6 0 0 0,-6 6-12 15,2-1 100-15,-9 5 56 0,3 3 64 16,-7 2 12-16,4 7 0 0,-4 0 4 15,0 0 316-15,0 9-4 0,0 4-144 16,4 4 48-16,0 2 48 0,1 6 0 16,-5 0-72-16,4 0-52 0,-1 1-36 15,1-7-108-15,0-2-120 0,4-12-208 16,1-5-416-16,6-3 24 0,1-13 264 16,4-9 64-16,4-7-508 0,0-6-1248 15,4-3-2272-15,-9 5-1161 0,9-17-107 0</inkml:trace>
  <inkml:trace contextRef="#ctx0" brushRef="#br1" timeOffset="73379.864">31698 5194 220 0,'0'0'9464'0,"0"0"-4711"0,0 0-3969 0,0 0-508 16,0 0 632-16,-19 85 424 0,7-50-196 16,0 4-240-16,-1 2-260 0,10 3-248 15,-1 4-192-15,4-3-196 0,0 2-24 16,0 1-404-16,4-4-232 0,4 1-136 15,8-7-152-15,0-3-256 0,3-7-792 16,6-5-1128-16,3-11-1977 0,0-9-7 16,3-6 3856-16,-3-9 905 0,4-11 347 15,-4 1 0-15,0-4 111 0,-5 8 2005 0,-2 2-1180 16,-10 4 3276-16,-6 7 13 0,-1 5-2637 16,-4 5 36-16,-9 7-124 0,-2 4-440 15,-5 9 16-15,-8 13-240 0,0 6-272 16,-4 4-36-16,4 3 140 0,4-7 88 0,4-9-355 15,8-9-401-15,4-14-84 0,4-5-441 16,0-7-107-16,8 0 84 0,4-10 244 16,4-3 120-16,0-9-48 0,8 0-64 15,-4-3 52-15,0 3-52 0,0 3 12 16,-4 6 24-16,-1 7 76 0,2 6 84 16,-2 0 100-16,-2 12 236 0,-2 11-188 15,-3 5 16-15,1 7 8 0,-5 9-64 0,0 1 44 16,-4 3 68-16,0 2-44 0,-4 4 168 15,-9-4 28-15,2-1-16 0,-6-8-84 16,2-3 160-16,-2-10-40 0,-2-2-168 16,3-10-52-16,-4-9 52 0,0-5 20 15,0-2-144-15,-8-13 0 0,5-6-84 16,-5-3 24-16,0-6-196 0,4-10-76 16,3-3-84-16,2-7-236 0,-1-10-320 15,3-5-888-15,2-3-640 0,-2-5-641 16,10-1-1855-16,-1 18-68 0</inkml:trace>
  <inkml:trace contextRef="#ctx0" brushRef="#br1" timeOffset="74005.699">30787 3734 4516 0,'0'0'184'0,"0"0"5284"0,0 0-3983 16,0 0-561-16,0 0 464 0,0 0 204 15,-88-22-272-15,75 19-180 0,9-1-336 16,-3 4-204-16,3 0-24 0,4 0-16 15,-4 7-216-15,0 2-224 0,-1 7 4 16,-2 6 8-16,-1 7 40 0,4 2-88 16,-4-2 24-16,8 0-32 0,-5-11-72 15,5-4-4-15,0-9-8 0,0-2-140 0,5-3-20 16,3-3-152-16,0-6-44 0,3-7 132 16,6 0-84-16,-1-6-28 0,0 0 28 15,0 0 32-15,-1 3-12 0,-3 8 28 16,1 5 32-16,-6 6 40 0,6 0 8 0,-6 11 152 15,1 1 36-15,0 4 212 0,-4 0 56 16,4 0-8-16,-8-1 12 0,4 1-40 16,-4-5 52-16,0-3-4 0,4-2-12 15,-4-2-96-15,0-4-84 0,4 0-16 16,0-4-72-16,0-2-116 0,0 0-200 16,0-7 132-16,8 0-196 0,-4-2-284 15,4-4-260-15,4 0-748 0,0-4-1020 16,-4 4-1961-16,4-16-2411 0</inkml:trace>
  <inkml:trace contextRef="#ctx0" brushRef="#br1" timeOffset="74208.715">31125 3207 3008 0,'0'0'9617'0,"0"0"-8037"16,0 0-1236-16,0 0 452 0,0 0 772 15,0 0-376-15,0 0-356 0,0 0-268 16,-5 95-140-16,2-53-24 0,3 2 312 15,-4 6-96-15,4 1-279 0,0 0-193 0,0-3-148 16,0 2-84-16,0-6-173 0,0-3-339 16,7-1-256-16,2-9-152 0,3-2-152 15,4-10-636-15,3-10-1228 0,6-6-2301 16,-5-3-2307-16,12-19 7368 0</inkml:trace>
  <inkml:trace contextRef="#ctx0" brushRef="#br1" timeOffset="74565.149">31451 3654 3332 0,'0'0'6732'0,"0"0"-1735"0,0 0-4241 0,0 0-468 16,-71 95 404-16,43-60 612 0,0 0-112 16,4 0-160-16,1-3-228 0,10-9-284 15,6-8-396-15,3-5-124 0,4-4-328 16,0-6-136-16,7 0-36 0,5-6 148 16,4-4 144-16,8-2-24 0,4-8-28 15,0 5-84-15,4-5 24 0,0 8 0 0,0-1 72 16,0 10 140-16,-4 3 32 0,-5 6 72 15,1 10 4-15,-4 6 88 0,-4 7 156 16,-8 3 80-16,0 2-92 0,-8 5-48 16,0-1 0-16,0 1 64 0,-12-2-104 15,0 4 188-15,-3-2 0 0,-6-5-64 16,-3-2-40-16,0-4 28 0,1-6-108 16,-5-5-52-16,0-5 4 0,4-2 32 15,4-7 0-15,4-3 4 0,4 0 69 0,4-6 3 16,4-7-16-16,0-6-192 0,4-10-72 15,0 1-168-15,12-7 32 0,4 0-61 16,3 0-11-16,13-3 40 0,1 3-80 16,3 0-116-16,3-3-300 0,1 3-516 15,-8 10-1592-15,12-14-3365 0</inkml:trace>
  <inkml:trace contextRef="#ctx0" brushRef="#br1" timeOffset="74710.334">32411 3807 6948 0,'0'0'10757'16,"0"0"-8361"-16,0 0-1588 0,0 0-236 0,0 0-572 15,0 0-96-15,-83-19-672 0,63 8-284 16,5 2-684-16,-17 4-4356 0</inkml:trace>
  <inkml:trace contextRef="#ctx0" brushRef="#br1" timeOffset="82744.196">10721 3382 12657 0,'0'0'4148'0,"0"0"-4000"15,0 0-8-15,0 0-140 0,0 0 484 16,-52 66 60-16,44-38-88 0,4 1-60 15,4 6-92-15,0 2-8 0,0 9 72 16,4 1 48-16,4 6-64 0,-3 1-168 16,-1 7-64-16,0-1-108 0,-1 5 64 15,1-2-72-15,-4 6 4 0,0 2 0 16,0 1-8-16,4 4-64 0,-4 6 4 16,0 1-72-16,4 4 44 0,-4-2-20 0,4-2-52 15,1-4 16-15,-5-3-4 0,0-9-96 16,0 0 172-16,0-6 20 0,-5-2-20 15,-3-5-88-15,-3 0-12 0,3-7 64 0,-5 2-40 16,2-11 12-16,-2-3 0 16,5-7 40-16,1-9-28 0,3-7 48 15,0-2 4-15,4-7 24 0,0-3-40 16,0 0-24-16,0 0 40 0,0 0 72 0,0 0 60 16,0 0 52-16,0 0 12 0,0-3-20 15,8 0-100-15,-1 3 68 0,10-7 40 16,2 1-16-16,5 0-8 0,0-4-88 15,4 4-4-15,4 0-48 0,-4-1 48 16,4 4 0-16,0-3-4 0,4 3-4 16,-1 3 12-16,-3-3 172 0,8 0 0 15,-4 3-24-15,4-4 108 0,3 1-168 0,2 0-88 16,-2 0 48-16,9-1-48 0,-4-2-8 16,4 6-4-16,0-6 4 0,4 3-4 15,-5 3-48-15,5-3 48 0,-4 3-52 16,-1 0-20-16,1 0 84 0,0 0 4 15,-1 0 44-15,-2 0-48 0,7 0 0 0,-4 0 4 16,3 0-4-16,8 0 100 0,1-4 192 16,5-2 40-16,2-1-256 0,0 0-76 15,2 2-56-15,2-1 56 0,1-1 48 16,-1 4-48-16,6-3 0 0,-2 0-36 16,1 2 36-16,4 1 12 0,-1-4 36 15,5 4-48-15,-1 1 8 0,1-2 4 16,4-3-4-16,3 5 0 0,-3-5-4 0,3 2 52 15,-3-2-56-15,4 0-4 0,-5 1 4 16,1 3-84-16,4-4 84 0,-5-2-8 16,1 2-40-16,3 1 36 0,-3-3 12 15,4 2-8-15,-1 1-44 0,5-1-8 16,-4 1 60-16,-1-3 12 0,-3 6-12 16,4-4 0-16,-5 4-64 0,-3-4 4 15,0 5 52-15,-1 2 4 0,-3-5-8 16,0 5-36-16,0 0-24 0,-5 0 60 0,5 0-112 15,0 0 28-15,-5-2 32 0,5 2 52 16,-5 0-24-16,-3 0 24 0,3 0-84 16,-3 0 32-16,0 0 56 0,0 7-64 15,-5-1 60-15,2 3 12 0,-2 1-8 0,-3 0 4 16,3-1-84-16,1 4 16 16,-4-4 60-16,7 1-40 0,-3-1 40 0,4-3 0 15,0 1-60-15,-1-4 60 0,5 0 0 16,-4-3 8-16,0 3-72 0,3-3 72 15,-8 4 0-15,6-4-4 0,-2 2 8 16,1 5 8-16,-1-1-4 0,-2 0 8 16,-2 5-12-16,0-3 4 0,2 6 0 15,-6-2 4-15,5 1 48 0,-5 3-52 16,6 0-4-16,-6-3 0 0,1-1-4 16,-1-2-80-16,1-1 84 0,-4-3 4 15,-5 4 4-15,1-4-4 0,0 1 4 0,-8-1 44 16,-4 0-44-16,0 0 40 0,0-1-36 15,-9-3 64-15,1 4-28 0,-4-6 48 0,-5 4-92 16,1-4 48-16,-8 0-48 16,4 0 80-16,-7 0-20 0,-2-4 44 15,1 1-36-15,-7-2 4 0,2-2-16 0,-3 0 28 16,-3 1-16-16,-2-4-12 0,-3 1-48 16,4-4 52-16,-4-3-52 0,0 1 40 15,0-5-48-15,0 0-4 0,0-5 60 16,-4 3-60-16,0-3 4 0,0 0-4 15,0-4 12-15,0 1 0 0,4-7 40 16,0-3-52-16,0-4-12 0,4-8-60 16,8-4-36-16,-4-10-112 0,4-6-88 15,4-3-84-15,3-10-40 0,1-2-208 16,0-7 20-16,1-3 12 0,-1 3-52 16,-1 0 216-16,-3 6 444 0,0 7 0 15,-8 9 60-15,-1 3-8 0,2 11-44 0,-5 4-8 16,-1 8 0-16,-3 2 28 0,-4 10-28 15,0 7-48-15,0 0-20 0,0 9 68 0,-4 0 12 16,1 0 64-16,-1 3-76 0,0 1 4 16,0-2 0-16,0 0 72 0,0 0-76 15,4-1-4-15,0 2-4 0,0 1 8 16,0 1-8-16,0 5-4 0,0 0-88 16,0 2-28-16,0 4 128 0,0 0-8 15,0 0-68-15,0 0 4 0,4 0 44 16,-4 0 28-16,0 0 52 0,0 0 48 15,0 0 24-15,0 0 104 0,0 0 76 16,0 0 32-16,0 0-100 0,0 0-72 16,-4 0-16-16,-1 0-84 0,2-3-16 0,-5 3 28 15,-4-3-28-15,4 3-48 0,-4 0-112 16,-4 0 100-16,0 0 8 0,0 0 4 16,-3 3 12-16,-2 0-8 0,-3 1 0 15,-4-1 0-15,1 0 0 0,-1 0-4 0,-4-3-88 16,0 3 4-16,1 1 84 0,-6-4 160 15,1 3-152-15,-3-3-8 0,-10 0-40 16,6 4-72-16,-9-1 36 0,1-1 76 16,-5 1 152-16,-4-3-44 0,0 4-108 15,-3-2-360-15,-5-2 204 0,-1 4 156 16,-6-4 44-16,4 0-44 0,-5 0-212 16,-8 0 112-16,5 0 100 0,-5 0 8 15,-4 0 0-15,0 0-16 0,-8-4 16 16,5 2 0-16,-1-2-8 0,-3 1-36 15,-5 3 28-15,5 0 8 0,-5-2-8 16,1 2 8-16,-1-3-12 0,0 3 0 0,5-4-100 16,-9 1 36-16,0-4-72 0,5 1 4 15,-9 3 56-15,5-4-24 0,-1 1 12 16,0-3 48-16,1 2 16 0,0 4-16 16,-2-3 52-16,-2 3 0 0,3-4 0 15,-3 4 52-15,-1 0-52 0,5-3 0 0,-4 3-4 16,2-4-48-16,-2 4 52 0,3-3 8 15,5-1-4-15,-1 1 0 0,1 0-4 16,3-5-24-16,0 3-52 0,-3 2-12 16,3-5-36-16,1 5 112 0,-5 0 0 15,5 0 12-15,-1-1 4 0,0 3 0 16,0 2-4-16,1 2 0 0,-1-4 8 16,4 4 84-16,1-3-92 0,-1 3-60 15,0 0 56-15,1 0-92 0,3 0 96 16,-4-3 0-16,5 1-12 0,3-2 12 0,1 1 0 15,-1-4 0-15,4 4 48 0,4-3 16 16,-3 2 0-16,3 1-52 0,8-3 200 16,-3 6 64-16,3-3-100 0,-4 3-112 15,4 0-64-15,1 0 0 0,-4 0-52 16,2 0-20-16,2 0 72 0,-1 0 0 16,4 0 0-16,1 0 52 0,3-3-52 15,4 0-40-15,0-4 40 0,0 1 76 0,1 0 0 16,3-1-48-16,0 1 60 0,4-3 12 15,4 5 48-15,-3-2 28 0,6 3-40 16,-2 0-72-16,-1 3-52 0,4 0-12 16,-4 0-48-16,0 0 44 0,4 0 8 15,1 0 8-15,-1 0 40 0,0 3-48 0,4-3 72 16,0 0 20-16,1 0 16 0,3 3-100 16,-4-3 4-16,4 0 68 0,1 0-20 15,3-3-16-15,3 3 100 0,5-3 16 16,1 3 108-16,6 0-12 0,6 0-152 15,-1-4-56-15,4 4-4 0,4 0 12 16,0 0-60-16,0 0-68 0,0 0-68 16,0-3 24-16,0 3-48 0,4 0 12 0,4 0 36 15,3-4 108-15,2 4-56 0,2 0-116 16,5 0-132-16,1 4-304 0,6-1-340 16,1 1-792-16,-4-4-1433 0,15 3-3455 0</inkml:trace>
  <inkml:trace contextRef="#ctx0" brushRef="#br1" timeOffset="83513.081">21188 3537 1528 0,'0'0'2696'0,"0"0"1524"0,0 0-3016 0,0 0-104 15,0 0 365-15,0 0 131 0,0 0-168 16,0 0-56-16,0 0-228 0,0 0-192 15,12 31-152-15,-40-8-360 0,-8 5-184 16,-7 4-84-16,-6 3-28 0,-2 0-56 16,-1 0-40-16,-4 0-48 0,-4 0-8 0,0-4-80 15,-3 1-276-15,3-4-64 0,4-3 12 16,5-4 32-16,3-6 128 0,12-5-76 16,4-4-76-16,4-4-348 0,4 3-636 15,5-5-412-15,6-5-316 0,9 0-629 16,0-11-2031-16,4 4 1992 0</inkml:trace>
  <inkml:trace contextRef="#ctx0" brushRef="#br1" timeOffset="83763.319">20554 3629 8084 0,'0'0'1788'0,"0"0"-1156"0,0 0-127 16,0 0 151-16,0 0 320 0,0 0-84 15,0 0-204-15,-95 63-96 0,71-38-36 16,4 7-28-16,-4 3-24 0,4 4-168 15,1-5-60-15,6 1-116 0,1 3-60 0,5-5-100 16,7-2 0-16,0-6 92 0,0-2-4 16,11-5-80-16,10-1 64 0,3-5 0 15,8 1-72-15,7-3-4 0,4-5-72 16,6-1-120-16,7-1 84 0,4-3-76 16,3-7-160-16,5 2-180 0,-1-5-252 15,1 0-280-15,-12 2-1108 0,20-3-3645 0</inkml:trace>
  <inkml:trace contextRef="#ctx0" brushRef="#br1" timeOffset="84294.73">22224 3956 9080 0,'0'0'4637'0,"0"0"-3993"16,0 0-592-16,0-86 140 0,0 58 224 15,0 5 440-15,0 0 148 0,-8 11-360 16,0 3-60-16,4 2 180 0,-4 4-188 16,0 3-120-16,0 0 176 0,0 10-44 15,-3 6-224-15,-6 6-184 0,2 13-20 16,-5 9 9-16,7 6 39 0,-2 4 8 0,3-2-92 16,7-8-124-16,1-8-4 0,4-15-216 15,4-8 40-15,9-13 56 0,11-3-8 16,4-16-13-16,4-7-207 0,7-11-260 15,-3-2-8-15,-4-5 116 0,-4 6 176 16,-4 6 168-16,-5 6 72 0,-6 7 40 16,-2 7-16-16,-7 5-32 0,0 7-32 0,1 0 128 15,-5 13 468-15,0 3 96 16,4 7-52-16,-4 5-48 0,0-3-160 0,4 6-24 16,-1 2-12-16,1-5-48 0,0-1-27 15,4-2 3-15,4-6-172 0,4-5-24 16,4-3-352-16,8-5-185 0,4-3-143 15,0-3-128-15,7-3-172 0,2-3-888 16,-14-1-2008-16,21-5-2177 0</inkml:trace>
  <inkml:trace contextRef="#ctx0" brushRef="#br1" timeOffset="84676.254">23196 4051 7612 0,'0'0'2824'0,"0"0"-547"16,0 0-637-16,0 0 48 0,0 0-48 16,95 63-260-16,-63-47-68 0,9-4-448 15,-2-5-268-15,5-3-195 0,4-4-145 16,8-16-112-16,-5-4-144 0,5-11-112 15,0-4-156-15,0-6-305 0,-5-6-203 16,-3-2-44-16,-4 5-380 0,-7 0-1004 0,-14 12-2516 16,-3-6-2053-16</inkml:trace>
  <inkml:trace contextRef="#ctx0" brushRef="#br1" timeOffset="84958.893">23703 3600 6308 0,'0'0'6397'16,"0"0"-5113"-16,0 0-992 0,0 0 240 15,-69 79 816-15,57-46 112 0,1 1-348 0,2 4-460 16,5 7-308-16,0-1-28 16,4 11 40-16,0 1-40 0,0 5-84 0,0-1-124 15,0 3-28-15,0-2-80 0,0-1-44 16,4-3 40-16,0-2-36 0,1-5 32 16,-1 1 8-16,0-6 0 0,-4-1 0 0,0-6 4 15,0 0 72-15,0-7-64 0,-4-1-4 16,0-5 76-16,-5-6 0 0,2-3 4 15,-1-7-28-15,-1-3-12 0,1-2 72 16,-3-4-120-16,-2-4-36 0,-2-5-220 16,-1-4-180-16,4-9 8 0,4-3-268 15,4-7-128-15,4-3-196 0,8 0-348 16,0 6-1348-16,16-18-3017 0</inkml:trace>
  <inkml:trace contextRef="#ctx0" brushRef="#br1" timeOffset="85133.261">24120 4114 5288 0,'0'0'9093'0,"0"0"-7973"0,0 0-360 0,0 0 572 15,0 0 272-15,41 74 96 0,-41-52-387 16,0 0-525-16,0-3-328 0,-5 0-292 0,1-3-168 16,0-4-76-16,0-1-228 0,4-6-312 15,-3-2-257-15,-1 1-235 0,0-4-620 16,4 0-1444-16,-13-7-3165 0</inkml:trace>
  <inkml:trace contextRef="#ctx0" brushRef="#br1" timeOffset="85295.753">24120 3886 9760 0,'0'0'5565'0,"0"0"-4417"0,0 0-912 15,0 0 324-15,0 0 788 0,92-70-316 0,-72 61-420 16,-4-2-612-16,0 6-220 0,3-2-304 15,-2 5-500-15,3-3-660 0,-8 5-2356 0,4 0-3025 16</inkml:trace>
  <inkml:trace contextRef="#ctx0" brushRef="#br1" timeOffset="85605.693">24375 4171 8520 0,'0'0'6893'0,"0"0"-5897"16,-15 67-148-16,11-45 660 0,-4 4 440 15,-1-7-403-15,9-7-697 0,-4-1-596 16,4-8-252-16,4-3-168 0,5 0 24 0,3-3 108 16,3-8 36-16,9-4 0 0,4-8-256 15,0-5-192-15,4 0-221 0,0-4 49 16,-4 3 72-16,0 1 84 0,-4 3 24 16,0 2 108-16,-5 7 48 0,-2 3 88 15,-2 7 100-15,-7 3 96 0,4 3 384 16,-8 0 228-16,0 9 0 0,0 1-112 15,-4 2-84-15,0 1 20 0,0 7-47 0,0-2-49 16,0 1 0-16,-4 3-24 0,-4-2 20 16,5-1-80-16,-6-3-244 0,5-4-12 15,4-2-96-15,-4-4-148 0,4-3-128 16,0-3-320-16,4-3-353 0,5-6-359 16,-2-1-1448-16,9-15-3949 0</inkml:trace>
  <inkml:trace contextRef="#ctx0" brushRef="#br1" timeOffset="85761.573">25013 4159 6928 0,'0'0'8393'0,"0"0"-6973"0,0 0-524 16,0 0 572-16,-51 70-168 0,42-61-352 16,1-2-680-16,4-7-268 0,1 0-828 15,-1-10-244-15,4-2-888 0,-5-1-3036 0,1-13-4517 16</inkml:trace>
  <inkml:trace contextRef="#ctx0" brushRef="#br1" timeOffset="85896.616">24981 3765 5988 0,'0'0'10213'0,"0"0"-8045"16,0 0-1456-16,0 0-24 0,84-51 44 15,-56 29-464-15,0 0-268 0,0 0-684 16,4-3-616-16,-9 2-892 0,21-9-3865 0</inkml:trace>
  <inkml:trace contextRef="#ctx0" brushRef="#br1" timeOffset="86113.317">25626 3505 12177 0,'0'0'4452'0,"-39"66"-3764"15,15-27 104-15,4 5 868 0,-7 14 216 0,6 1-323 16,1 5-465-16,8 3-352 0,5 2-232 15,2-2-152-15,1-3-204 0,4-10-148 16,0-14-304-16,4-10-44 0,8-11 84 16,4-10-12-16,0-3-28 0,5-6-116 0,-2-3 8 15,1-9-12-15,-1-4-96 16,-2-6-401-16,-6-1-603 0,-7-2-944 0,1 0-1920 16,-5 5-265-16,-13-8-2699 0</inkml:trace>
  <inkml:trace contextRef="#ctx0" brushRef="#br1" timeOffset="86256.245">25244 3895 5064 0,'0'0'8473'0,"0"0"-6901"0,0 0-992 16,0 0 12-16,0 0 320 0,0 0 116 15,0 0-168-15,0 0-220 0,0 0-212 0,0 0 24 16,16 22-40-16,16-22-84 0,3 0-328 16,2 0-24-16,3-5-388 0,3-5-28 15,-2-6-136-15,-2 0-196 0,1-3-312 16,-9 6-948-16,5-9-3365 0</inkml:trace>
  <inkml:trace contextRef="#ctx0" brushRef="#br1" timeOffset="86562.428">25866 3988 12029 0,'0'0'5356'0,"0"0"-4340"15,0 0-228-15,0 0 472 0,0 0-212 16,0 0-151-16,0 0-181 0,0 0-572 15,0 0-136-15,0 0-8 0,112-13-252 16,-73-13-404-16,1-6-181 0,-4 4 69 16,-5 3 24-16,-7-1 72 0,-7 7-80 15,-6 3 0-15,-11 7 168 0,0-1 584 0,-20 8 60 16,-8 2 412-16,-7 0-284 16,-9 14-64-16,-4 9 36 0,-8 12 112 0,5 6 156 15,-5 6 128-15,12 7-8 0,0 4-8 0,8 0-92 16,4-2-44-16,8-1-112 0,9-5-292 15,6-2-248-15,9-3-348 0,0-1-296 16,13-6 48-16,6-2 4 0,5-3 196 16,4-8-100-16,-4-1-1960 0,4-6-3225 0</inkml:trace>
  <inkml:trace contextRef="#ctx0" brushRef="#br1" timeOffset="87161.289">23181 5607 11729 0,'0'0'4624'16,"0"0"-3716"-16,0 0-412 0,0 0 136 15,0 0 288-15,83 47 196 0,-47-53-140 16,4-13-431-16,7-7-229 0,1-9-160 0,4-2-92 16,-4-5-64-16,-4-2-272 0,-8 6-129 15,-4-1-135-15,-13 11-24 0,1 5 60 16,-12 4 48-16,-4 10 96 0,-4-1 84 15,-4 8 164-15,-12-2-152 0,-4 4 112 16,-8 0 40-16,0 6 108 0,-4 4 108 0,0 6 164 16,-3 7 12-16,3 2 36 0,4 10 8 15,-4 6 76-15,8 7-12 0,1 6 68 16,-1 3-8-16,7 0-51 0,6 1-37 16,7-5 120-16,4-5 0 0,0-10-180 15,8-13-304-15,12-8 0 0,3-9-256 16,5-8 76-16,9-6-48 0,2-13-148 15,5-6-377-15,0-10-379 0,-8-4-692 16,-4 11-2716-16,-1-16-3781 0</inkml:trace>
  <inkml:trace contextRef="#ctx0" brushRef="#br1" timeOffset="87335.272">23810 5461 9580 0,'0'0'6981'15,"0"0"-5481"-15,0 0-1016 0,48 79 104 0,-33-51 564 16,6 4 336-16,-2-6-335 0,1-1-609 15,0-6-364-15,0 0-180 0,4-5-100 16,-4-8-348-16,4-4-192 0,-5-2-77 16,6 0-39-16,-5-13-148 0,-1-5-480 15,1-5-988-15,1-2-1696 0,-10 3-817 16,6-16-1031-16</inkml:trace>
  <inkml:trace contextRef="#ctx0" brushRef="#br1" timeOffset="87489.664">24176 5410 1604 0,'0'0'1240'0,"0"0"7261"16,0 0-5309-16,-80 13-1620 0,53 9-468 15,-1 3-88-15,0 8 4 0,0 4-40 0,0 4-112 16,4 4-224-16,-4-1-147 16,9 8 71-16,-5-8-120 0,7-6-252 0,6-3-196 15,3-7-40-15,3-9-444 0,5-9-316 16,0-10-173-16,17 0-127 0,3-16-348 16,3-10-248-16,1 1-2092 0,12-32-3117 0</inkml:trace>
  <inkml:trace contextRef="#ctx0" brushRef="#br1" timeOffset="87711.357">24455 5035 9412 0,'0'0'6173'0,"0"0"-4753"0,-4 76-860 16,4-34 168-16,-4 8 724 0,1 8 156 16,3 2-271-16,0 0-489 0,0 1-376 15,3 0-148-15,1 2-120 0,8-6-128 16,4-7-76-16,0-6-4 0,4-8-80 0,-4-11-276 15,0-9-40-15,0-6-108 0,0-4 48 16,-5-6 96-16,2-6-108 0,-6-4-353 16,-7-6-407-16,0-3-712 0,-3 0-1060 15,-14 1-2101-15,2-1-1811 16,-21-7 4448-16</inkml:trace>
  <inkml:trace contextRef="#ctx0" brushRef="#br1" timeOffset="87865.843">24176 5454 5336 0,'0'0'4592'0,"0"0"69"0,0 0-2969 15,0 0-756-15,0 0-144 0,0 0 416 16,0 0-20-16,0 0 28 0,96 51-255 16,-52-47-333-16,7-4-216 0,1 0-160 15,4-11-252-15,-4-1-12 0,0-7-144 16,-4 0-208-16,-1-3-44 0,1-1-332 16,-4 1-381-16,-5 2-563 0,2 2-1148 15,-13 6-2957-15,0-2-4147 0</inkml:trace>
  <inkml:trace contextRef="#ctx0" brushRef="#br1" timeOffset="88145.045">24945 5498 12913 0,'0'0'4416'0,"0"0"-3712"15,0 0-184-15,-4 77 256 0,8-64 176 0,8-10-48 16,0-3-320-16,8-6-267 16,4-11-113-16,8-8-204 0,-1-7-60 0,5-6-501 15,-4-3-239-15,-4 6 16 0,-8-1 16 16,-3 6 52-16,-10 4 148 0,-3 5 0 15,-4 1 108-15,-4 4 48 0,-12 3 412 16,-8 7 148-16,1 6 412 0,-5 0 48 16,-4 9-224-16,4 10 136 0,0 10 80 15,4 2 36-15,8 5-84 0,-4 8-92 0,5-3 28 16,2 5 97-16,2-2 55 0,2-4-252 16,5-5-184-16,0-9-204 0,4-4-256 15,4-12-156-15,9-7-48 0,2-3-61 16,1-3-39-16,9-13-196 0,2-6-580 15,-11 2-1708-15,16-17-4281 0</inkml:trace>
  <inkml:trace contextRef="#ctx0" brushRef="#br1" timeOffset="88450.069">25451 5347 13669 0,'0'0'4280'0,"0"0"-3812"15,-32 82 112-15,13-47 756 0,-2 4 341 16,1-6-185-16,5-8-696 0,7-5-508 15,4-7-228-15,4-7-60 0,0-6-96 0,4 0-120 16,8-9-136-16,8-7-8 0,3-6-88 16,1-3-24-16,8-7-156 0,-8 3-65 15,0 0-139-15,0 4 356 0,-8 6 196 16,0 3-40-16,-4 6 200 0,-4 8 120 16,-5 2 160-16,2 0 340 0,-5 9 172 15,0 4-4-15,0 2-83 0,0 5-173 16,0 2-108-16,-5-3-12 0,2 3 20 15,-1-3 4-15,0 0-124 0,4-7-188 0,0 2-4 16,0-5-336-16,0 0-248 0,0-5-212 16,4-1-153-16,8-3-247 0,0 0-1816 15,-5 0-2960-15,14-14-3965 0</inkml:trace>
  <inkml:trace contextRef="#ctx0" brushRef="#br1" timeOffset="88765.432">26096 5172 1788 0,'0'0'14145'0,"0"0"-11113"16,0 0-2184-16,-83 60-272 0,43-35 264 15,4 7 277-15,0-4-317 0,1 2-436 16,7-5-300-16,11-9-64 0,6-1-96 16,7 2-76-16,4-5-248 0,4 1 80 15,7-4 180-15,6 4-20 0,7-3-16 0,0-1 64 16,-1 1 23-16,5-1 61 0,-4 3 48 15,-3 5 12-15,-6-4 84 0,1 1 97 16,-4 3 87-16,0-1 24 0,-4 0-40 16,-4 0-8-16,0 0 20 0,-4-1-92 0,0 1-28 15,-4 3-48-15,-8-2-24 0,-4 2-36 16,-4-7-40-16,4 1-8 0,-4-3-232 16,0-5-80-16,4-5-172 0,0 0-100 15,4-5-157-15,1-11-159 0,2-9-580 16,5-11-1344-16,4 7-2697 0,4-28-4291 0</inkml:trace>
  <inkml:trace contextRef="#ctx0" brushRef="#br1" timeOffset="88931.738">26260 5331 10768 0,'0'0'6705'0,"0"0"-5949"16,4 66-560-16,-8-40 320 0,-4 8 992 0,-4-2 341 15,1 0-409-15,2-3-560 0,-3-4-396 16,8-2-328-16,-3-5-156 0,2-5-360 15,5-3-124-15,0-4-36 0,0-6-72 0,5 0-156 16,2-3-321-16,1-10-603 16,0 0-1052-16,1-3-2764 0,-6-12-2445 0</inkml:trace>
  <inkml:trace contextRef="#ctx0" brushRef="#br1" timeOffset="89096.134">26348 5016 9880 0,'0'0'7737'0,"0"0"-6477"0,0 0-524 0,0 0 436 16,0 0 45-16,0 0 175 16,0 0-460-16,0 0-548 0,59 70-384 0,-46-60-24 15,-6-8-312-15,6 5-268 0,-2-1-192 16,1 0-212-16,-8 1-1025 0,5 0-3283 16,-9 2-5985-16</inkml:trace>
  <inkml:trace contextRef="#ctx0" brushRef="#br1" timeOffset="89379.689">26555 5403 9292 0,'0'0'6929'0,"0"0"-5497"16,0 74-1132-16,0-48 280 0,0-5 732 15,0-2 312-15,4-6-83 0,4-8-961 16,8-5-340-16,0 0-108 0,7-8-132 16,5-9-216-16,0-4-184 0,4-8-216 15,4-3-160-15,-3-2-149 0,-6 2-27 16,1 3 36-16,-8 1 28 0,-5 2 72 15,-6 5 216-15,-9-2-152 0,0 4 752 16,-13 6 192-16,-6 4 532 0,3 5 96 0,-4 4-16 16,-4 4-116-16,4 11-88 0,-4 1-76 15,5 10-84-15,-6 0-16 0,5-1-20 16,1 0 33-16,2 0-209 0,6-6-228 0,-2-3-292 16,10-6-401-16,-1-4-111 0,4-6-76 15,0-3-312-15,11-7-1148 0,-2 1-2840 16,10-13-3945-16</inkml:trace>
  <inkml:trace contextRef="#ctx0" brushRef="#br1" timeOffset="89645.216">26953 5317 12973 0,'0'0'5440'0,"0"0"-4788"0,0 0-100 16,-28 74 620-16,17-55 349 0,3-3-21 15,4-7-608-15,4-2-600 0,0-7-172 16,8 0-120-16,3-4-52 0,6-5-140 0,6-4-4 15,1-2-20-15,8-5-108 0,-4 0-112 16,4 6 60-16,-4 1 76 0,0 0 56 16,-4 6 100-16,0 4 96 0,-5 3 48 15,-2 0 76-15,-10 10 240 0,1 3 32 0,-8 3-80 16,0 2-28-16,0 5-56 0,-4-1-124 16,-4 0-60-16,1 0-48 0,-6 0-196 15,-2 4-276-15,-2-3-276 0,-2-4-517 16,-5 2-1383-16,8-1-2652 0,-20 5-3441 0</inkml:trace>
  <inkml:trace contextRef="#ctx0" brushRef="#br1" timeOffset="90458.393">24997 5540 3496 0,'0'0'0'0,"0"0"0"0,0 0 5468 16,0 0-3724-16,0 0-831 0,0 0 115 16,0 0 184-16,0 0 116 0,0 0-120 15,0 0-236-15,-16 70-156 0,16-64 0 0,0 4-56 16,0-4-124-16,0 4-52 0,0 2-108 16,0 1-136-16,0 4-123 0,0 2-33 15,-4 0-40-15,4 6-20 0,-4-4-28 16,0 5-36-16,4 2-12 0,0-2-44 15,0-4 8-15,0 0-12 0,8-3-56 16,0-6-64-16,8-1-232 0,4-5 23 16,0 0-35-16,4-7-124 0,8 0-196 15,-4-7-208-15,7-5-288 0,-3-4-864 16,-8 4-2340-16,4-7-3725 0</inkml:trace>
  <inkml:trace contextRef="#ctx0" brushRef="#br1" timeOffset="96678.073">4797 8360 9712 0,'0'0'3229'0,"0"0"-2425"15,0 0-488-15,0 0 408 0,0 0 68 16,0 0 92-16,0 0-40 0,0 0-260 16,0 0-260-16,0 0-104 0,51-4-36 15,-42 20-72-15,-2 9 84 0,1 14-132 16,-4 5 44-16,-4 14-8 0,0 1 4 15,-4 1-100-15,-7 4 0 0,3-6 48 16,-9-5-44-16,-3-2-4 0,5-6 80 0,-9-4-76 16,-1-3-8-16,-3-2 0 0,-3-3-280 15,-1-3-140-15,-4-8 76 0,4-6 108 16,4-3 232-16,0-10 4 0,5-3 56 16,3-7-48-16,3-5-8 0,2-8-4 0,-1-5-132 15,4 0-12-15,4-8 60 0,0-1 76 16,8 2-64-16,0 1 116 0,8-1-40 15,0 3 172-15,7 11 112 0,-2-1-112 16,2 8-120-16,6 3-44 0,-1 4 40 16,8 4 24-16,8 4 52 0,3 8-60 15,5 9-4-15,0 5 16 0,-1 6-76 16,6 3 0-16,-6 3-44 0,2 0 44 16,-2 0 48-16,1 1-8 0,-4-4 8 15,-4-4-44-15,-1-6 4 0,-3-6 28 16,-8-3-36-16,0-2-12 0,-4-6 4 0,-4-2-52 15,-1-1-112-15,-2-3-296 0,-5-2-288 16,-1 0-188-16,6 0-316 0,-5-2-852 16,-4-5-2061-16,-4-5-2675 0</inkml:trace>
  <inkml:trace contextRef="#ctx0" brushRef="#br1" timeOffset="97270.84">3020 8928 9140 0,'0'0'5257'0,"0"0"-4261"0,0 0-556 16,0 0 304-16,0 0 264 0,0 0-268 16,0 0-284-16,0 0-12 0,0 0 244 15,95-3 20-15,-51-1-244 16,8 1-176-16,0-3-128 0,4 0-52 0,-5-4 4 16,1 1-52-16,-4-2-48 0,-1 3-12 15,-2-9-168-15,-2 4-172 0,-3-5-256 0,-4-1-184 16,0 3-300-16,-4-6-664 0,-13 9-2428 15,2-9-2701-15</inkml:trace>
  <inkml:trace contextRef="#ctx0" brushRef="#br1" timeOffset="97596.793">3382 8413 7704 0,'0'0'5713'0,"0"0"-4721"16,0 0-284-16,0 0 360 0,0 0-240 0,0 0-232 15,-44 74-112-15,44-43-76 0,5 14 8 16,3 5-60-16,3 8-84 0,5 9-124 16,-4 5-136-16,4 8 48 0,0-1-48 15,0-3-8-15,-4 0-4 0,4-3-4 0,-4-3-8 16,-1-9 12-16,-2-4 8 0,-5-3 40 16,0-9-48-16,-4-8 88 0,0-2-76 15,-4-9 132-15,0-6-132 0,-8-9 112 16,0-1 84-16,-4-4 120 0,-4 0-108 15,-8-6-72-15,0 0-4 0,0 0-132 16,-7-8-12-16,-1-6-36 0,-1-2-256 16,5-6 36-16,-3 3-112 0,7-6-228 15,8 0-80-15,8-4-260 0,8-2-80 16,12-5-692-16,12-2-1304 0,4 7-2373 16,16-24-1443-16</inkml:trace>
  <inkml:trace contextRef="#ctx0" brushRef="#br1" timeOffset="97845.1">4202 8451 8716 0,'0'0'5573'0,"0"0"-4521"0,0 0-628 16,0 0 308-16,0 0-8 0,-82 77 116 15,61-39 76-15,1 13 16 0,5 6-176 16,3 3-184-16,-1 10-112 0,10 6-79 15,-1 0-213-15,4 6-12 0,4-2-56 16,7 3-92-16,9-8-8 0,8-4 0 16,4-5 0-16,0-11-148 0,8-11-164 0,4-9-153 15,3-10-19-15,5-12 288 0,1-10-292 16,1-9-404-16,-1-16-240 0,-14-4-1236 16,21-32-3477-16</inkml:trace>
  <inkml:trace contextRef="#ctx0" brushRef="#br1" timeOffset="98083.534">5274 8541 4196 0,'0'0'10657'16,"0"0"-9801"-16,0 0-544 0,0 0 280 16,0 0-32-16,81 60 444 0,-57-35-164 15,4 6-376-15,-1 5-240 0,4 9-56 16,-3 2-104-16,0 4 108 0,-3 6-64 15,-1 3-100-15,-9 4-8 0,-6-5 4 16,-5 9-4-16,-4-2 4 0,-4-2-4 0,-13 0-84 16,2-10-160-16,-1-10-136 0,0-6-212 15,0-16-136-15,4-12-448 0,3-10-744 16,6-7-2749-16,-1-30-4419 0</inkml:trace>
  <inkml:trace contextRef="#ctx0" brushRef="#br1" timeOffset="98251.964">5852 8883 9924 0,'0'0'5897'0,"0"0"-5253"16,0 0-248-16,84 4 400 15,-60-1 96-15,0-3 164 0,4 3-128 0,-4-3-376 16,4 0-324-16,0 0-216 0,0 0-12 16,0 0-340-16,-5 0-316 0,-3 0-152 15,0 3-264-15,-8 0-516 0,-4 4-1396 16,-8 8-3073-16</inkml:trace>
  <inkml:trace contextRef="#ctx0" brushRef="#br1" timeOffset="98409.458">6060 9125 9852 0,'0'0'6793'0,"0"0"-5745"16,0 0-468-16,0 0 600 0,0 0 20 16,0 0-7-16,88 19-321 0,-65-19-364 0,5-6-300 15,0-4-208-15,4-2-52 16,-1-1-492-16,-3 0-192 0,4-3-225 0,0 4-727 15,-8 1-2372-15,8-2-3925 0</inkml:trace>
  <inkml:trace contextRef="#ctx0" brushRef="#br1" timeOffset="98694.426">6781 9013 8504 0,'0'0'7081'0,"0"0"-5985"0,-4 70-536 15,0-35 764-15,-4 0 356 0,4-3-316 16,4-4-511-16,0-5-429 0,0-8-232 15,8-2-148-15,4-6-40 0,0-4 4 16,7-3-8-16,6-6 0 0,-1-11-96 16,8-5-88-16,-4-6-20 0,0-4-64 0,0-3 40 15,-5 0 44-15,-7 4 39 16,-4 1 85-16,-9 5 56 0,-3 0 0 0,-7 3-72 16,-9 3 68-16,-8 0-112 0,-8 6 72 15,-3 4 48-15,-2 6 44 0,-3 3-44 16,5 6-24-16,-1 6-60 0,4 8-28 0,0 2-20 15,8 0-16-15,0 6-84 0,5-3-460 16,-1 8-572-16,3-11-1152 16,-6 16-3305-16</inkml:trace>
  <inkml:trace contextRef="#ctx0" brushRef="#br1" timeOffset="100050.723">8605 9169 9972 0,'0'0'4029'0,"0"0"-3269"15,0 0-548-15,0 0 632 0,0 0 632 16,97 16-200-16,-62-13-196 0,5 1-112 16,8-4-140-16,-1 0-331 0,6 0-169 15,3 0-144-15,-5 0-28 0,5-7-96 0,-4 1-60 16,-1-4 0-16,1 1 0 15,-8-1-48-15,0-2-352 0,-9 2-149 0,1 0-239 16,-8 8-104-16,-8 2-496 0,-8 0-1740 16,-12 2-3593-16</inkml:trace>
  <inkml:trace contextRef="#ctx0" brushRef="#br1" timeOffset="100262.665">8781 9563 2692 0,'0'0'9921'0,"0"0"-7821"16,0 0-1104-16,0 0-544 0,0 0 448 16,0 0 168-16,0 0 64 0,108 3-104 15,-61-6-428-15,1-3-260 0,4-1-144 16,0-3-136-16,0-2-60 0,-1-1-52 16,1 1-120-16,-4-4-204 0,-1-3-148 15,-2 0 8-15,-6-1-196 0,1 4-136 0,-4-3-504 16,-8 0-1200-16,-8 7-2661 0,-8-11-3735 0</inkml:trace>
  <inkml:trace contextRef="#ctx0" brushRef="#br1" timeOffset="100577.944">9256 8769 10784 0,'0'0'4909'15,"0"0"-3869"-15,0 0-1028 0,0 0 128 16,0 0 656-16,79 6 56 0,-48 1-52 16,5 5-336-16,5 1-208 0,2 4-96 15,1 8-48-15,8 2 56 0,-4 6-160 16,-1 8-8-16,-6 1-48 0,-6 2-72 16,-7 3 44-16,-8 1-156 0,-4 0-12 0,-8 2 120 15,-8-3 52-15,-4 5 72 0,-12-1 64 16,-12-1 0-16,1 4 8 0,-10-3-60 15,-3-3 100-15,-7-1-112 0,-1-2 0 16,0-4-416-16,0-6-128 0,0 0-72 0,5-7-148 16,3-5-372-16,8-2-1020 0,4-7-1849 15,-7-4-3227-15</inkml:trace>
  <inkml:trace contextRef="#ctx0" brushRef="#br1" timeOffset="102301.091">12171 9017 9156 0,'0'0'5049'0,"0"0"-4113"16,0 0-204-16,0 0-484 0,0 0 208 15,0 0 452-15,0 0 228 0,0 0-300 16,92 34 72-16,-48-23-216 0,4-9-300 16,4 2-112-16,4-4-3 0,-5 0-105 15,5-4-40-15,-4-3-68 0,0 1-64 16,-5 0-48-16,-2-3 0 0,-6 2-120 15,-3 2-273-15,-8-2-227 0,-9 0-208 16,-2 7-252-16,-13 0-816 0,-1 0-2420 16,-6 0-1865-16</inkml:trace>
  <inkml:trace contextRef="#ctx0" brushRef="#br1" timeOffset="102516.065">12339 9147 3512 0,'0'0'6640'0,"0"0"-4539"0,0 0-977 16,-24 79-288-16,20-41 304 0,4 7 28 16,0 6-72-16,0 2-244 0,0 5-172 0,0 5-104 15,4 4-212-15,-4 6-240 0,0 0-76 16,0 0-44-16,0-3-4 0,0-3 0 16,4-11-48-16,-4-7-76 0,8-8-316 15,0-13-260-15,0-6-308 0,0-6-236 16,-4-9-908-16,0-7-1957 0,-4-4-1815 0</inkml:trace>
  <inkml:trace contextRef="#ctx0" brushRef="#br1" timeOffset="102698.668">12263 9718 6656 0,'0'0'5721'15,"0"0"-4305"-15,0 0-860 0,0 0-112 0,0 0 540 16,0 0 180-16,104-19-256 0,-72 16-80 15,8-3-68-15,3-1-268 0,5 0-224 16,4-1-268-16,0-3-72 0,7 0-420 16,1-3-452-16,-4 2-320 0,4-1-776 15,-17 5-2180-15,6-3-2869 0</inkml:trace>
  <inkml:trace contextRef="#ctx0" brushRef="#br1" timeOffset="103246.275">13447 9369 836 0,'0'0'9968'0,"0"0"-8171"0,0 0-533 0,0 0-64 16,0 0-180-16,0 0-104 0,0 0 200 15,-88 13-352-15,68-1-176 0,-4 4-108 16,8 3-76-16,-4 7-112 0,8 2 24 15,-4 11 24-15,8-1-144 0,4 9 72 16,1 3-63-16,3 2 3 0,0 5-76 0,3 1-120 16,5-6 36-16,5 3-44 0,-2-7-4 15,5-3-72-15,0-5-72 0,8-8-257 16,-4-3-159-16,8-10-48 0,0-6-176 16,3-7-48-16,5-6-204 0,5-4-596 15,-13-5-1276-15,15-23-2897 0</inkml:trace>
  <inkml:trace contextRef="#ctx0" brushRef="#br1" timeOffset="108011.042">14379 9487 4140 0,'0'0'480'16,"0"0"6109"-16,0 0-4829 0,0 0-324 16,-99 0 0-16,71 6-96 0,-8 7-372 15,-1-1-340-15,5 7-148 0,4-3-88 16,5 10 36-16,3-4 12 0,5 6-184 15,2 7-36-15,9 0-48 0,0 3 8 16,4 7 16-16,0-3-12 0,4 2-15 0,8-3 15 16,4 0-76-16,4-3 24 0,4 0-120 15,0-2-12-15,4-5 0 0,4-6-8 16,-5-3-64-16,5-5 12 0,0-8-72 16,0-9-273-16,0 0-151 0,4-9-276 15,-1-11-320-15,2-5-824 0,-14 6-2356 16,18-17-4053-16</inkml:trace>
  <inkml:trace contextRef="#ctx0" brushRef="#br1" timeOffset="108172.076">14785 9862 6916 0,'0'0'7629'0,"0"0"-6697"0,0 0-280 16,0 0 664-16,-20 85 128 0,12-53-72 0,0-4-384 15,5 4-452-15,-5-3-255 0,8-4-121 16,0 0-160-16,0 1-120 0,4-4-297 15,0 0-323-15,-1-6-248 0,5 0-252 16,-4-4-620-16,0-1-2224 0,5-8-3221 0</inkml:trace>
  <inkml:trace contextRef="#ctx0" brushRef="#br1" timeOffset="108561.328">15614 10083 4500 0,'0'0'8485'0,"0"0"-6733"15,0 0-908-15,0 0-124 0,0 0 128 0,0 0 20 16,0 0-200-16,0 0-336 0,4 70-196 15,-8-54-136-15,0-3-8 0,0-3-152 16,0-1-384-16,0 1-308 0,4-1-220 0,-4-3-540 16,4 0-1456-16,0 1-3573 15</inkml:trace>
  <inkml:trace contextRef="#ctx0" brushRef="#br1" timeOffset="108757.608">16355 9811 13241 0,'0'0'2468'0,"0"0"-1852"0,0 0 332 16,0 0 104-16,0 0-28 0,0 0-304 16,0 0-500-16,92-19-220 0,-68 2-168 15,0 2-276-15,3-5-388 0,1 2-416 16,-8 5-980-16,8-3-3245 0</inkml:trace>
  <inkml:trace contextRef="#ctx0" brushRef="#br1" timeOffset="108930.032">16901 9775 13253 0,'0'0'2028'16,"0"0"-1576"-16,0 0 340 0,0 0 316 0,0 0 140 15,0 0 224-15,92 0-452 0,-77 0-435 16,6 0-257-16,-1 0-284 0,3 0-44 15,1-6-252-15,0 3-273 0,4 0-191 16,4-3 92-16,0 2-196 0,0-2-1328 0,-8 3-3064 16,8-1-3277-16</inkml:trace>
  <inkml:trace contextRef="#ctx0" brushRef="#br1" timeOffset="109331.553">18686 9283 404 0,'0'0'9716'15,"0"0"-7771"-15,0 0-833 0,-84-7-376 16,52 21-12-16,-7 2 120 0,-2 6 64 16,-2 7-236-16,-1 8-188 0,0 12-36 15,5 7 84-15,3 5 32 0,0 8-84 0,12 5 20 16,8-2-36-16,4 4-96 0,8-2-112 15,4-5-24-15,8-12-76 0,7-5-104 16,9-15-52-16,1-11-132 0,6-7-52 16,-3-10-192-16,8-9-76 0,0 0-280 15,-1-12-252-15,6-7-672 0,-13 0-2340 16,8-10-3985-16</inkml:trace>
  <inkml:trace contextRef="#ctx0" brushRef="#br1" timeOffset="109600.249">18733 10011 7840 0,'0'0'7821'16,"0"0"-7201"-16,0 0-308 0,0 0 436 16,0 0 672-16,17 72 28 0,-17-65-496 15,4-4-820-15,-4-3-132 0,4 0-96 0,3 0 12 16,6-10 72-16,2-2-64 0,6-8-144 16,3-7-156-16,-1 2 20 0,5-5-8 15,-4 8 116-15,0 6 152 0,-4 3 8 16,0 4 80-16,-4 9 8 0,-4 0 296 15,-1 0 144-15,2 9 24 0,-6 7-48 0,-3-3-88 16,0 6 12-16,1 3 1 0,-5 1-13 16,0-2-36-16,0 2-4 0,0-4-104 15,-5-3-184-15,1 0-52 0,4-4-312 16,0 1-621-16,0-7-159 0,0 1-192 16,0-4-976-16,9-3-3544 0</inkml:trace>
  <inkml:trace contextRef="#ctx0" brushRef="#br1" timeOffset="110211.055">19766 9985 9896 0,'0'0'5209'0,"0"0"-4117"15,0 0-936-15,0 0 80 16,0 0 136-16,0 86 560 0,-8-64 276 0,-1-3-788 15,6 0-344-15,-5-3-76 16,-5 3-84-16,6-6-272 0,-1-4-336 0,4 4-332 16,-4-7-1096-16,8 0-3537 0</inkml:trace>
  <inkml:trace contextRef="#ctx0" brushRef="#br1" timeOffset="110928.917">20941 9010 1108 0,'0'0'1264'0,"0"0"7633"16,0 0-6885-16,0 0-704 0,0 0-208 16,0 0 428-16,0 0-204 0,0 0-208 15,71 70-356-15,-58-41-176 0,-5 0-168 16,-4 5-28-16,-4 4-83 0,0 3-77 15,-4 4-80-15,-13 6 8 0,-2 1 36 0,-5 0-44 16,-4 3-40-16,-4-4-24 16,0 2-72-16,-3-1-8 0,-5-5-4 0,3-3 12 15,2-5-4-15,-1-7-8 0,8-5 0 16,0-7-8-16,4-10-208 0,8-8-232 16,0-2-76-16,1-9 51 0,3-8-27 15,3-4 28-15,2-4 44 0,3-7 60 16,4-3-24-16,0 0-76 0,4 2 172 0,3 6-108 15,6 4 92-15,-2 7 164 0,1 7 124 16,4 0 24-16,-4 5 260 0,4 4 24 16,5 0-36-16,-6 0 48 0,9 11-4 15,-5-3-32-15,9 5 84 0,0 3-16 16,0-1-84-16,0 5 0 0,4-1-72 16,-4 3 36-16,0-3-76 0,0 3-32 15,0 0-88-15,0 2 72 0,0-3 12 16,-1 2-96-16,-3-4-56 0,0 0-28 15,-3-7-208-15,2 1-268 0,-7-4-200 0,0-6-88 16,-4 1-364-16,0-4-1596 0,-5-4-3121 16</inkml:trace>
  <inkml:trace contextRef="#ctx0" brushRef="#br1" timeOffset="111577.919">21781 9128 1408 0,'0'0'8456'16,"0"0"-6331"-16,0 0-601 0,0 0 172 16,0 0-76-16,0 0-292 0,45 76-184 15,-34-48-348-15,6 4-148 0,-6 7-160 16,6-2-136-16,-2 2-108 0,-3 2-51 16,4 1-45-16,-4-1-16 0,-3 0 28 15,-2-3-156-15,-7 4 0 0,0-4-4 16,-4 3 0-16,-8-4-4 0,-4 5-108 15,0-7 28-15,1-3-12 0,-10-5-12 16,5 0-173-16,-8-2-243 0,1 0-268 0,-10-3-296 16,-2 4-700-16,7-10-2920 0,-32 13-5725 15</inkml:trace>
  <inkml:trace contextRef="#ctx0" brushRef="#br1" timeOffset="112328.663">19785 9224 3300 0,'0'0'8673'0,"0"0"-6489"0,0 0-908 0,0 0-96 15,0 0 124-15,0 0-292 0,101 63-236 16,-78-38-164-16,5 1-140 0,3 5 100 16,-3 1 13-16,-3 6-257 0,-5-1-160 15,-5 5-32-15,-2 3-40 0,-9 2-88 16,-4 0-8-16,0 5 0 0,-4-4-84 15,-13 2 24-15,6-2-40 0,-6 0-116 16,-2-4-40-16,3-3-85 0,-5-3-107 16,6-2-76-16,-1-5-88 0,0-6-12 0,0 1-224 15,0-7-452-15,4-3-944 0,0-7-2305 16,-8 2-2683-16</inkml:trace>
  <inkml:trace contextRef="#ctx0" brushRef="#br1" timeOffset="113360.645">20415 9217 5564 0,'0'0'1248'0,"0"0"2760"16,0 0-2991-16,0 0-285 0,0 0 160 0,0 0 340 15,0 0 64-15,0 0-180 0,0 0-248 16,0 0-252-16,-52 28-136 16,41-16-12-16,3 7-40 0,-5 1-48 0,2 2 20 15,-2 4 136-15,5 2-36 0,1 1-231 16,-1 2-101-16,-1 5-60 0,5-1-24 0,1 2 16 15,-1 5-88-15,4 2 48 0,0 1-60 16,0 6 0-16,0-1-12 0,4 4 4 16,7 3 8-16,2 0-8 0,7 2-4 15,-1-7-72-15,5-4 68 0,4-7-140 16,4-2-196-16,4-11-365 0,0-6-75 16,8-8-200-16,-1-6-508 0,-7-8-1088 15,16 0-3205-15</inkml:trace>
  <inkml:trace contextRef="#ctx0" brushRef="#br1" timeOffset="115462.486">22698 9569 5168 0,'0'0'5676'0,"0"0"-3787"0,0 0-905 15,0 0-276-15,0 0 240 0,0 0 48 16,0 0 60-16,0 0-28 0,0 0-448 15,-11-73-272-15,26 60-88 0,5-2-36 16,4-4-12-16,3-4 8 0,10 4-20 16,-1 0 60-16,3 0-84 0,-3 3 8 15,0 7 28-15,4-1 24 0,-4 10-76 16,-8 0-48-16,4 0-24 0,-8 10 4 16,-1-1-40-16,-7 7 72 0,0 0 0 0,0 0-24 15,-4 3-48-15,-3 0 64 16,2-3-28-16,1 0-40 0,0 0 0 0,0-4 0 15,0-2-8-15,4-4 0 0,0 1 0 16,3-7 4-16,2 0-4 0,-2-4-12 16,1-2-352-16,-3-7-232 0,-2 4-164 15,-2 0-60-15,-6-1-176 0,-3 3-592 0,-4 5-1112 16,-7-5-2729-16</inkml:trace>
  <inkml:trace contextRef="#ctx0" brushRef="#br1" timeOffset="115677.256">22750 9931 7672 0,'0'0'8281'0,"0"0"-6765"16,0 0-1220-16,0 0-108 0,0 0 380 16,88-32 452-16,-48 16 128 0,7 4-440 0,9-8-308 15,0 8-131-15,0-1-269 0,-4 4 0 16,-1 3-160-16,-7-1-437 0,-4 4-183 15,-1 3-112-15,-3 0-212 0,-4 0-944 16,-12 0-2480-16,1 6-3945 0</inkml:trace>
  <inkml:trace contextRef="#ctx0" brushRef="#br1" timeOffset="123122.168">10940 473 2584 0,'0'0'964'0,"0"0"4348"15,0 0-3748-15,0 0-431 0,0 0-117 16,0 0 104-16,0 0-68 0,0 0-332 15,0 0-292-15,0 0-216 0,0 28 80 16,9-9 132-16,-5 7-24 0,0 2-28 16,3 4-24-16,1 0-212 0,-4 0-40 15,1-4 40-15,-1 1-132 0,-1-7 4 16,-3 0-8-16,4-5 0 0,-4-5-84 16,0-5-364-16,4-5-256 0,-4-2-160 0,0 0-180 15,4-7-668-15,-4 5-2173 0,0-21-3399 0</inkml:trace>
  <inkml:trace contextRef="#ctx0" brushRef="#br1" timeOffset="123327.312">10916 320 744 0,'0'0'7916'0,"0"0"-3943"0,0 0-3285 15,0 0-560-15,0 0 316 0,0 0 556 0,0 0-204 16,0 0-584-16,0 0-212 0,0 0-276 16,37-60-216-16,-26 56-684 0,1 1-688 15,0 3-2445-15,-4 0-3355 0</inkml:trace>
  <inkml:trace contextRef="#ctx0" brushRef="#br1" timeOffset="123621.087">11099 419 508 0,'0'0'1672'0,"0"0"-1440"0,0 0-164 16,0 0 544-16,0 0 4336 0,0 0-3404 15,0 0-680-15,0 0-307 0,0 0 87 16,0 0 100-16,0 0-16 0,21 6-104 16,-18-3-168-16,5 0-88 0,-3 4-164 15,-1-1-80-15,4 3-84 0,-5 1-40 16,1-3-176-16,0 2-296 0,-4-2-48 16,4 2-140-16,-4 1-84 0,0 2-152 15,0-2-601-15,0-1-1071 0,0 1-3508 16,-4 2 4749-16</inkml:trace>
  <inkml:trace contextRef="#ctx0" brushRef="#br1" timeOffset="124213.55">11155 470 9620 0,'0'0'1857'16,"0"0"-1037"-16,0 0-192 0,0 0 480 15,0 0 168-15,0 0-256 0,0 0-284 16,0 0-264-16,0 0-196 0,0 0-80 15,0 0-132-15,36-32-56 0,-27 45 140 16,2 3 24-16,1 9 36 0,4 3 40 16,-8 4-124-16,0-1-76 0,0 7 36 0,-4-2 40 15,4-1-36-15,-8-7-80 16,4 1 52-16,0-9-60 0,-4-6 4 0,0-3-8 16,0-9 8-16,0 2-4 0,5-4 12 15,-5 0 88-15,0 0-4 0,0-4-36 16,0-2 100-16,0-3 160 0,0-1-52 15,0-3-96-15,3-6-112 0,1-3-60 0,0 0-48 16,0-3 36-16,4-1-64 16,0-2-56-16,0 2-76 0,0-2-220 0,3-4-308 15,2 3-164-15,-5 1-568 0,3 3-1292 16,-2 5-2493-16,-1-6-3191 0</inkml:trace>
  <inkml:trace contextRef="#ctx0" brushRef="#br1" timeOffset="124497.057">11502 298 4092 0,'0'0'5868'0,"0"0"-3295"0,0 0-2037 15,0 0 100-15,0 0 532 16,0 0 88-16,0 0-388 0,0 0-248 0,0 0-76 16,84 71-196-16,-77-50-92 0,2 5-132 15,-1 2-52-15,-8 4-60 0,4 0-12 0,-4-4-64 16,0 1 52-16,0-6-124 15,0-5-36-15,0-5 60 0,0-7 40 0,0-6 36 16,0 0 36-16,0 0 136 0,0 0 48 16,0-4 12-16,0-1-184 0,7-5-12 15,2 0 112-15,-1-5 48 0,12-8-120 16,-1-2-40-16,2 0-124 0,3-4 16 16,4 3-288-16,-1 1-160 0,5 3-124 15,-1-1-304-15,-3 9-796 0,-7 3-1448 16,3 2-3905-16</inkml:trace>
  <inkml:trace contextRef="#ctx0" brushRef="#br1" timeOffset="127909.169">24124 8868 64 0,'0'0'9176'0,"0"0"-7512"0,0 0-427 0,0 0 243 15,0 0 116-15,0 0-136 16,0 0-192-16,0 0-196 0,0 0-128 0,0 0-248 16,-43-11-284-16,58 11-192 0,13 0 60 15,13 0 133-15,6 5 363 0,1-3-424 16,-1 8-160-16,-2-4-96 0,-2 1 40 16,-3-1-76-16,0 0-24 0,-8-2-36 15,4-1-60-15,-8-3-24 0,0 0-40 16,0 0-248-16,-9-3-236 0,-2-4-157 15,-6 4-147-15,-7 0-188 0,-4 0-1120 16,0-1-2152-16,-12 1-2517 0</inkml:trace>
  <inkml:trace contextRef="#ctx0" brushRef="#br1" timeOffset="128127.323">24240 9004 6552 0,'0'0'5781'0,"0"0"-4529"0,-20 83-340 15,20-39 388-15,0 10 188 0,0 4 96 16,0 5-420-16,0 3-492 0,0 1-244 16,-4 3-172-16,-4 0-148 0,4-3-100 15,-3-7-8-15,3-6-72 0,-1-15-16 16,5-9-80-16,0-8-200 0,0-9-192 16,0-3-184-16,5-8-68 0,-1-2-200 15,-1 0-940-15,1 0-2500 0,-4-8-2817 0</inkml:trace>
  <inkml:trace contextRef="#ctx0" brushRef="#br1" timeOffset="128283.571">24260 9468 6128 0,'0'0'5457'0,"0"0"-4573"0,0 0-68 0,0 0 252 16,0 0 256-16,0 0-128 0,83 25-140 15,-66-19-428-15,3-2-368 0,3-1-132 16,1 0-128-16,0-3-84 0,4 0-472 15,4 0-408-15,0-3-440 0,-4 0-1212 16,11-1-2725-16</inkml:trace>
  <inkml:trace contextRef="#ctx0" brushRef="#br1" timeOffset="128861.138">25488 9090 7444 0,'0'0'4661'16,"0"0"-3189"-16,0 0-344 0,0 0-72 15,0 0 100-15,0 0 184 0,-81-16-184 16,61 18-248-16,1 5-216 0,-5 3-168 16,4 3-63-16,0 2-85 0,0 5-36 15,4 8-84-15,4 4-112 0,0 10-24 16,4 5-36-16,0 7-80 0,8 3 44 15,0-1-36-15,0 5-12 0,0-4 0 16,4-3-80-16,5-7 72 0,2-5-52 16,1-10-60-16,0-10-72 0,0-6-208 0,4-5-100 15,4-6-33-15,0-5-51 0,4 0-224 16,4-12-392-16,-5-5-1140 0,1 2-2836 16,4-14-3733-16</inkml:trace>
  <inkml:trace contextRef="#ctx0" brushRef="#br1" timeOffset="129098.645">25746 9232 11581 0,'0'0'4036'0,"0"0"-3244"0,0 0-228 16,0 0 416-16,0 0 336 0,0 0-56 0,-52 71-380 15,44-46-443-15,1 4-205 0,3 2-40 16,0 1 4-16,4 3-52 0,0 3 0 15,0 3-84-15,0-3 16 0,0 0-28 16,4-5-48-16,3-5-4 0,1-3-44 16,0-6-4-16,4-3 4 0,-4-3-60 15,9-4-84-15,-6-2-100 0,9-7-269 16,-4 0-131-16,8-10-248 0,0-3-396 0,-5 1-1492 16,2-10-3901-16</inkml:trace>
  <inkml:trace contextRef="#ctx0" brushRef="#br1" timeOffset="129279.064">26073 9579 5700 0,'0'0'9125'0,"0"0"-7765"0,0 0-584 0,0 0 552 16,-32 76 244-16,24-57-32 0,4 0-571 16,-4 0-617-16,8-3-312 0,-4 0-40 15,4 0-108-15,0-1-208 0,0 2-341 16,0-2-279-16,0 2-236 0,0-5-628 15,4-2-2008-15,0-7-1865 0</inkml:trace>
  <inkml:trace contextRef="#ctx0" brushRef="#br1" timeOffset="129490.937">26343 9537 9460 0,'0'0'6249'0,"0"0"-5169"0,0 0-1080 0,0 0 88 16,0 0 580-16,0 0 912 0,0 0-108 15,0 0-620-15,0 0-524 0,84 23-171 16,-63-20-149-16,-2-3-8 0,1 0-80 16,4 0-445-16,0-3-483 0,3-4-368 15,-2 1-1252-15,6-4-4433 0</inkml:trace>
  <inkml:trace contextRef="#ctx0" brushRef="#br1" timeOffset="129660.895">27001 9557 7220 0,'0'0'7853'0,"0"0"-6517"0,0 0-388 0,0 0 240 16,0 0-32-16,0 0-156 0,0 0-804 15,0 0-196-15,0 0-208 0,0 0-244 0,60-4-344 16,-44-2-200-16,4 3-352 0,-1-7-736 15,2 4-1088-15,-5 0-1705 0,-1-4-1387 0</inkml:trace>
  <inkml:trace contextRef="#ctx0" brushRef="#br1" timeOffset="129778.521">27316 9547 5520 0,'0'0'2820'16,"0"0"385"-16,0 0-1605 0,0 0-276 16,0 0-152-16,0 0 132 0,0 0 24 15,84 38-256-15,-73-38-496 0,1 0-380 16,4 0-196-16,-4-3-284 0,8 0-464 15,-3-1-520-15,-2 1-972 0,9 0-3721 0</inkml:trace>
  <inkml:trace contextRef="#ctx0" brushRef="#br1" timeOffset="130192.522">28551 9207 168 0,'0'0'10308'0,"0"0"-6247"0,0 0-3089 16,0 0-156-16,0 0 268 0,0 0-68 16,-96 13 152-16,72 5-140 0,-4 8-408 15,4 3-256-15,-3 9-59 0,-1 0-37 0,4 10-4 16,0-1-8-16,9 1-12 16,-2 3-40-16,9-1-60 0,5-1-96 0,3-2 64 15,0 1-100-15,0-6 12 0,7-5-24 16,1-2-124-16,5-7 120 0,2-2-56 15,-2-7 48-15,2-4-288 0,1-5-296 16,0-7-229-16,0-3-259 0,7-6-348 16,-6-3-1412-16,7-14-4337 0</inkml:trace>
  <inkml:trace contextRef="#ctx0" brushRef="#br1" timeOffset="130482.386">28647 9734 6836 0,'0'0'6613'15,"0"0"-4413"-15,0 0-1256 0,0 0 64 16,0 0 680-16,0 0 256 0,3 83-279 16,-6-68-701-16,-1-1-576 0,4-5-284 0,-4-2-104 15,4-1-84-15,0-3 0 0,0-3-24 16,4 0-64-16,0 0-200 0,8-3 80 16,4-3 124-16,0-7 108 0,3 0-12 15,1 1 24-15,1 1-4 0,-6 2 40 16,-3 6 4-16,0 1-76 0,-4 2 84 15,4 0 24-15,-8 2 196 0,4 8-16 16,0-1-36-16,-4 3-8 0,0 7-16 0,-1 1-12 16,-3 2 76-16,0-3-76 0,0 0-128 15,0-3-4-15,0-6-108 0,0-4-76 16,0-6-360-16,9 0-328 0,-5 0-269 16,8-6-483-16,-4-4-1376 0,8-9-4261 0</inkml:trace>
  <inkml:trace contextRef="#ctx0" brushRef="#br1" timeOffset="130761.02">29288 9194 13977 0,'0'0'2660'16,"0"0"-2360"-16,0 0 360 0,0 0 536 0,0 0 680 15,60 82-343-15,-45-52-733 0,2-2-488 16,-2 4-116-16,2 3-4 0,-6 0-24 16,2 0-60-16,-5 3-20 0,-1 0-84 15,-3 0 8-15,-4 3-12 0,0 4-4 16,-4 2-8-16,-3 1-136 0,-9-3-176 16,-4-5-124-16,-4-4-156 0,0-1-185 15,-4-4-87-15,1 1-140 0,-6-4-224 16,-3-5-744-16,13-4-2360 0,-25-3-3989 0</inkml:trace>
  <inkml:trace contextRef="#ctx0" brushRef="#br1" timeOffset="131977.162">29711 9303 3864 0,'0'0'1028'0,"0"0"2740"16,0 0-1816-16,0 0-279 0,0 0-141 15,0 0-228-15,0 0-196 0,0 0 52 16,0 0-292-16,83 57-312 0,-59-48-224 15,0 1-28-15,0-1-72 0,0-5-108 16,3-2-116-16,-3-2-8 0,1 0-60 16,-1-6-432-16,0 0-184 0,-9-4-152 15,5 1-140-15,-8-1-124 0,-4 4-372 0,0-1-640 16,-8 1-605-16,0 3-511 0,0-3-1552 0</inkml:trace>
  <inkml:trace contextRef="#ctx0" brushRef="#br1" timeOffset="132226.769">29962 9331 2516 0,'0'0'848'0,"0"0"-520"0,0 0 4648 0,0 0-3424 0,0 0-311 16,0 0-13-16,-80 76 60 16,72-51-72-16,-4 0-144 0,4 5-188 0,4-2-176 15,-4 4-104-15,0-4 48 0,4 7-12 16,-4-2-224-16,0 5-148 0,0 3-60 16,4 0-76-16,1 0-68 0,3 4 92 15,0-7 100-15,0-3 36 0,3-7 305 16,5-6-309-16,0-2-140 0,0-5-16 15,4-2-12-15,-4-4 16 0,3-2-64 16,-2 0-68-16,3-4 4 0,0-3-8 16,0 0 8-16,3 0 64 0,6-7-72 15,-1-3-240-15,4-2-196 0,-1-4-160 0,5-6-185 16,0 0-243-16,4-7-436 0,0 0-1204 16,-8 11-2537-16,4-17-4887 0</inkml:trace>
  <inkml:trace contextRef="#ctx0" brushRef="#br1" timeOffset="132443.684">30293 9499 6688 0,'0'0'6801'16,"0"0"-5733"-16,0 0-552 0,19 80 392 16,-10-46 728-16,2 4 28 0,1 1-464 15,0-1-504-15,0 3-260 0,4-6-107 16,0 0-169-16,0-3-160 0,-4-7-36 15,4-6-112-15,0-6-241 0,0-7-267 0,3-6-248 16,1 0-140-16,5-12-352 0,-6-7-1224 16,-3 3-2321-16,4-14-1811 0</inkml:trace>
  <inkml:trace contextRef="#ctx0" brushRef="#br1" timeOffset="132581.279">30607 9620 1136 0,'0'0'11101'0,"0"0"-8985"0,0 0-1080 16,0 0 172-16,-95 12-40 0,67 11-20 15,0 3-216-15,-4 5-356 0,0 4-272 16,0 3-168-16,0 1-128 0,8-6-8 16,0 3-88-16,5-7-56 0,2-7-492 15,6-3-356-15,7-3-316 0,4-7-832 16,0-5-2196-16,0-8-1837 0</inkml:trace>
  <inkml:trace contextRef="#ctx0" brushRef="#br1" timeOffset="132917.483">30798 9407 6856 0,'0'0'5597'0,"0"0"-3485"0,0 0-1164 16,0 0 332-16,0 0 132 0,0 0-472 0,0 0-364 16,0 0-212-16,88 0-240 15,-64 0-84-15,4 0-40 0,-5 0-48 0,5 0-64 16,-4 10 16-16,0-1 36 0,1 8 60 15,-2-3 4-15,-7 10 92 0,0 1 28 16,-8 3-64-16,0 4-56 0,-4-4 80 16,-4 4-32-16,0-3-4 0,0-3 24 15,-12 2 64-15,4-3-16 0,0-2 88 16,-4-5 108-16,4 1 84 0,-4-2-167 16,0-4-137-16,0-1-32 0,0-2 8 0,-4-5 0 15,1 1-64-15,-2 1-8 16,-2-3-172-16,-1-1-57 0,-1 0-135 0,2-1-160 15,-5-2-12-15,0 0-64 0,4-5-384 16,0-9-820-16,9 6-2280 0,-2-15-3525 0</inkml:trace>
  <inkml:trace contextRef="#ctx0" brushRef="#br1" timeOffset="133339.03">31949 9290 6412 0,'0'0'10901'0,"0"0"-9529"15,0 0-1188-15,0 0 60 0,0 0 284 0,0 0 428 16,-43 73-152-16,23-51-528 0,0 3-272 16,0 4 0-16,-8 6 44 0,-8 3-48 15,-3 7 0-15,-13 5 0 0,-4 0 4 16,-16 8 4-16,-12 6-8 0,-11 0-64 15,-17 5 16-15,-7 4-60 0,-17 6 48 0,-3 1-52 16,-8 2 112-16,-9 7 4 0,-3 3-4 16,-9 7 8-16,-11 2-8 0,-5 7-44 15,-14 13 32-15,-6 2-96 0,-2 11 108 16,-6 5 48-16,1 5 124 0,7-5-172 16,6 1-168-16,10-10 156 0,21-9-120 15,11-13-164-15,21-16 68 0,19-15 32 16,13-14 12-16,15-16-196 0,21-8 148 0,11-11 48 15,16-5-36-15,16-9 12 0,12-7 48 16,4 0-148-16,8-4-484 0,0-1-604 16,12-2-952-16,0 0-737 0,0 0-1619 15,4-5-1483-15</inkml:trace>
  <inkml:trace contextRef="#ctx0" brushRef="#br1" timeOffset="134327.066">29802 11296 2720 0,'0'0'420'0,"0"0"5968"16,0 0-4079-16,0 0-661 0,0 0-240 0,0 0-100 16,0 0-132-16,0 0-348 0,0 0-220 15,0 0-364-15,-35 26-144 0,14-7 60 16,5 4 36-16,-3 2 72 0,-1 4-24 16,-1 1 36-16,2 6-8 0,6 5-68 15,2-2 4-15,-1 5-84 0,7-1-52 16,5 6-72-16,0-2 0 0,13 3-4 15,2-4-120-15,6-5 40 0,3-3 0 0,0-10-88 16,3-6-228-16,6-3-152 0,-6-9-112 16,5-3-148-16,-1-7-80 0,6 0-408 15,-1-13-668-15,-12 3-2265 0,15-15-3343 0</inkml:trace>
  <inkml:trace contextRef="#ctx0" brushRef="#br1" timeOffset="134806.17">30352 11646 3656 0,'0'0'1408'0,"0"0"3672"0,0 0-3339 16,0 0-385-16,0 0 128 0,0 0-48 15,0 0-224-15,83 44-332 0,-55-44-128 16,0-3-176-16,8-6-272 0,0-4-192 15,0-3-112-15,0-3-12 0,-4-3-404 16,4-1-212-16,-8 2-148 0,0-2-176 16,0-3-540-16,-13 11-1588 0,1-11-3621 0</inkml:trace>
  <inkml:trace contextRef="#ctx0" brushRef="#br1" timeOffset="135159.94">30611 11306 7280 0,'0'0'4317'0,"0"0"-2769"16,0 0-948-16,0 0-16 0,0 0 452 15,0 0-4-15,-52 79-260 0,48-50-200 16,4 5-236-16,0 2-92 0,0 5 64 16,4 3 40-16,0 5 68 0,4-2-108 15,0 7-112-15,0-4-64 0,0 4-32 16,0 1 20-16,0-5-60 0,0-2-48 15,-1-1-4-15,6-5-8 0,-1-4 0 0,0 0-8 16,0-7 4-16,-5-1 4 0,6-5-48 16,-9-3 48-16,0 0 52 0,0-6 32 15,-4 0-36-15,0-4 12 0,0-2 4 16,-8-1 32-16,-5 1-36 0,-2-4-60 0,-2 1-104 16,-6-4-104-16,-1-3-184 0,-4 0-48 15,0-7-160-15,0-2-164 0,-4-10-116 16,1-6-180-16,3-4-528 0,0-9-680 15,8 9-1873-15,-8-22-1831 0</inkml:trace>
  <inkml:trace contextRef="#ctx0" brushRef="#br1" timeOffset="135405.936">31236 11246 808 0,'0'0'10929'16,"0"0"-8921"-16,0 0-880 0,0 0-96 0,92 60-128 15,-76-44 16-15,-4 3-228 16,4 0-372-16,-8-1-236 0,0 5-80 0,-4 6 48 16,-4-1-52-16,0 7-12 0,-16 3-248 15,0 7-172-15,-7-3-136 0,-10 5-4 16,1 0-140-16,-8-2-104 0,1 2-156 15,-6 0-580-15,-2-2-813 0,11-9-859 16,-19 8-2916-16</inkml:trace>
  <inkml:trace contextRef="#ctx0" brushRef="#br1" timeOffset="142962.916">23961 8261 1032 0,'0'0'1160'0,"0"0"-404"15,0 0 3496-15,0 0-2692 0,0 0-84 0,0 0-239 16,0 0-161-16,-80-32-16 16,68 32-260-16,1 3-332 0,-2 1-52 0,2 5 88 15,-2 1 24-15,2-1-116 0,-5 3-88 16,0 5-36-16,0 2-52 0,0 7-40 16,-4 2-32-16,4 10-56 0,0 3-20 15,0 7-28-15,4 6 4 0,0 9-16 16,-3 3-48-16,2 11 4 0,-2 2 72 15,-2 7-76-15,2 3-4 0,-5 7 0 16,3 2 0-16,2 4 4 0,-5-1 4 16,4 4-4-16,0-1 0 0,0 1-160 15,0 1-40-15,4-2-72 0,-4-3 0 0,4 4 48 16,5-3 124-16,-6 3 100 0,5-7 0 16,1 0 0-16,-6 1 72 0,2-4-72 15,-1 0-248-15,-4 1-228 0,0 2-4 16,0-6 4-16,0-3 60 0,0-7 188 15,8-8 104-15,-4-8 112 0,4-8-60 0,4-5 68 16,0-9 0-16,0 1-12 0,4-6-32 16,0 2 96-16,0-3 68 0,-3-1-116 15,3 5-8-15,-5 3 4 0,1-1 4 16,0 0 44-16,-4 4-44 0,4-6 8 16,-3-1 56-16,2-3 36 0,-3-10-60 15,8 1-28-15,-4-11 188 0,4-4-48 16,0-2-152-16,0-8 0 0,0-1-64 15,0-3 64-15,0 0 60 0,0 3 92 16,4-3 48-16,-4 0-36 0,4 4-28 0,5-4 32 16,-2 2 8-16,1-2-28 15,4 4-32-15,0-1-44 0,4-3-64 0,-4 3 92 16,4-3-92-16,0 0-8 0,3 0-12 16,-2 0 12-16,7 0 52 0,-5 3 96 15,9 1 0-15,0-2 152 0,0 5-88 0,4 2-208 16,4 4 68-16,-1 0-60 0,6 6 64 15,2 1-16-15,2 1-56 0,2 2 44 16,5-2-44-16,4 2 60 0,-1-4-60 16,5-3 0-16,0 3 60 0,3-3-60 15,1-1-4-15,1 5 0 0,-2-5 0 16,1 4 48-16,0 1 16 0,-1 2 44 16,1-3-32-16,0 3 36 0,3 0-32 15,1 0-76-15,4-3 4 0,3-3 52 16,2 0-60-16,2-7 0 0,5 4-8 15,0-7-8-15,7 5 16 0,-4-5 0 0,10 0-8 16,-6-4-40-16,0 5 44 0,6 0-104 16,-6-2 104-16,5 2 8 0,-1 3 4 15,-3 0-4-15,3-1 60 0,1 1-64 16,3-4 0-16,-3 4 0 0,-1-4 0 16,2 0-12-16,-2 1-76 0,1-4 88 15,3 3-48-15,-3-3 40 0,-1 0 8 0,5 1-4 16,0-1 0-16,-1 3 4 0,1 1 8 15,-1 0 4-15,2-2 0 0,-6 4 0 16,4 2-12-16,-7-3-68 0,4 3 64 16,-1 1 4-16,1-3 0 0,3 1 0 15,1-1 4-15,0 1 36 0,3-7-40 16,5 1 0-16,-5-4 0 0,5 0 8 16,0 0-8-16,0 0-64 0,3-4-32 15,-7 4 44-15,3 0 52 0,1 0 4 16,-1 0 4-16,1 4-8 0,-1-1-8 15,-4 0 8-15,6 3 52 0,-6-3-52 0,-3 0 12 16,3 1-12-16,-3-4 4 0,-1 0-4 16,1 0-28-16,0 0 28 0,-1 0 4 15,-3 0-4-15,-1 0-4 0,1 0 4 16,-5 0 4-16,-3 0 52 0,4 0-52 0,-8 0-8 16,0 0 4-16,-5 3 0 0,-3-3 44 15,-1 3-44-15,-7 0-60 0,-4 1 56 16,-8-4 4-16,0 3 4 0,-8 0-4 15,-1-3-8-15,-3 3 4 0,-4-3 4 16,-4 0-4-16,-4 0-28 0,-1 0 32 16,-3 3 48-16,0-3-40 0,-4 3-8 15,0 0 4-15,-4 1-4 0,-4-1-44 0,0 3 44 16,0-3 0-16,0 0 0 0,-4 1-8 16,-4-1 8-16,0-3 8 0,-1 0 64 15,-3 0-20-15,5 0 8 0,-5-3 40 16,3-4 60-16,-3-2 60 0,4-4-24 15,1-3-60-15,-5 0-136 0,3-3 12 0,1-1-4 16,-4 2-8-16,1-4-8 0,-1-1 0 16,-4-5 8-16,3 3 0 0,-3-7 44 15,0-3-36-15,4-7-8 0,-4-2-36 16,4-3-24-16,-4-7 52 0,4-6-164 16,0-7-124-16,1-9-24 0,-5-3-12 15,3-7 20-15,-3-7 4 0,0-2 96 0,0-4 24 16,4 4 116-16,0-4-28 0,0 8-12 15,4-1 104-15,0 3 8 0,4 3 4 16,-4 4 48-16,4-1-44 0,0 4 36 16,-1-4-44-16,6-3-112 0,-2-3 104 15,6-2-8-15,-1-2-344 0,-1-2-8 16,1-4 216-16,5 2-120 0,-1-2-84 16,-1 4 268-16,5 6 88 0,-4 3 12 15,0 10 76-15,0 3 64 0,-5 10 64 16,2 2-68-16,-6 4 28 0,-2 6-48 15,-6 3 36-15,1 4-40 0,-4-1-120 16,-4 4 40-16,0 0-40 0,0 3 0 0,-4-4-4 16,0 4-124-16,-3 1-56 0,-1-2 48 15,-1 4 132-15,1 0 8 0,1 7 80 16,-1 2-84-16,-1 4 0 0,-2 7 84 0,3 2 92 16,-1 0 20-16,-2 7-116 0,3-4 16 15,-5 4-96-15,2-1-4 0,-1 0-8 16,0 5-140-16,0-1-52 0,-4 0 136 15,0-1 64-15,0 2-8 0,1-5-4 16,-2 3-116-16,2 2 128 0,-2-4 56 16,2 1-56-16,-5 3 0 0,-1-5 136 15,-2 4-136-15,-1-3 4 0,0 3 0 16,-4-4-4-16,0 1 60 0,-4 3-64 16,0-4 4-16,-3 1 0 0,-5 0 4 15,-1-4-4-15,-2 4 0 0,-9 0-100 0,1-1-40 16,-5-2 88-16,-4-1 48 0,0 4-44 15,-3-4 36-15,-1-2-28 0,-4 2-8 16,-4-3 48-16,1 1-4 0,-5-4 0 16,4-1 4-16,-7 3 8 0,3-3-4 15,-4-2-4-15,-3 0-44 0,-5 3 32 0,0-3-212 16,-4 3 60-16,4-3 152 0,-7 3-116 16,3-3 80-16,-3 4 44 0,-1-2 0 15,1 2-188-15,-1-1 80 0,1 0-12 16,-6 0 16-16,2 0 100 0,-4 1 4 15,-1 2-72-15,-4 0 76 0,5-2 12 16,-1 1 0-16,1 2 0 0,-1-2 136 16,4 2-140-16,1 3-8 0,-1-3 0 15,1 1 108-15,-1 2-8 0,0-4-24 16,5 4-68-16,-5-1-8 0,1 1 4 16,2-4 44-16,-2 4-48 0,4-4 60 15,3 0-48-15,-4-1-12 0,9 3 52 0,-5-3-52 16,4 2 12-16,5-1 92 15,-5 0-92-15,4 1 32 0,5-4-44 0,-5 3 0 16,0-2 0-16,5 2 12 0,-1 0-12 16,0-2 0-16,1 2 84 0,3 0-84 15,0 4-56-15,5-4 44 0,-1 0 8 16,0 1-4-16,5 1 0 0,3-1-4 0,-1 3 12 16,2-3 124-16,-1 1-116 0,4 5 76 15,0-4-20-15,2 4 212 0,-2 0-120 16,4-1 20-16,-4 1-4 0,4 3-164 15,0 0 32-15,5-3-40 0,-5 2 0 16,4 1-4-16,0 0-68 0,1 0 68 16,2-1-16-16,2-3 12 0,-5 5 8 15,4-4-64-15,-3 0 28 0,-2 6 32 0,5-4 8 16,-3 4 44-16,-1 0-48 0,0 0-4 16,-3 0-4-16,3 0-48 0,0 0 56 15,1 4 0-15,2-4 64 0,6 3-20 16,2-3-36-16,6 0 72 0,3 0 8 15,4 0-88-15,0-7 52 0,4 4 64 0,4-4-116 16,0 5-4-16,5-5 4 0,2 1 8 16,2 2-8-16,7 1-52 0,0 0-96 15,0 3-468-15,4 0-516 0,0 0-976 16,0 0-2545-16,0 6-2231 0</inkml:trace>
  <inkml:trace contextRef="#ctx0" brushRef="#br1" timeOffset="143941.806">27176 12909 312 0,'0'0'668'0,"0"0"6524"16,0 0-5236-16,0 0-563 0,0 0 15 0,0 0-184 15,0 0-288-15,0 0 16 0,0 0-248 16,5 80-104-16,-1-33-56 0,0 14-36 16,-1 2-100-16,-3 10 20 0,0 6-132 15,0-2-124-15,0 5 8 0,0-2-96 16,-3-1-80-16,-5-10 36 0,3-8-36 0,1-13-8 15,4-13 4-15,0-16-72 0,0-13-76 16,9-6-184-16,2-3-256 0,-3-13-152 16,9-10-340-16,-2-14-804 0,-2 8-2389 15,2-29-2631-15</inkml:trace>
  <inkml:trace contextRef="#ctx0" brushRef="#br1" timeOffset="144109.651">27149 13132 9580 0,'0'0'3229'0,"0"0"-2273"0,0 0-664 0,-96 57 128 16,64-25 236-16,-4 2 124 0,4 1-88 16,0-3-316-16,8-7-240 0,9-6-48 15,2-9-88-15,9-7-548 0,1-3-536 16,3 0-216-16,0-13-60 0,7-6-476 16,2-9-477-16,2 6-2075 0</inkml:trace>
  <inkml:trace contextRef="#ctx0" brushRef="#br1" timeOffset="144227.366">27101 13112 2088 0,'0'0'3284'0,"0"0"928"0,0 0-2715 16,88 64-213-16,-60-38-196 0,0 2-100 16,0-3-64-16,-5 4-360 0,5-1-316 15,0 1-248-15,0-1-328 0,0 5-676 16,3-5-700-16,-6-6-2217 0,3 10-4459 0</inkml:trace>
  <inkml:trace contextRef="#ctx0" brushRef="#br1" timeOffset="144581.63">26029 14414 5732 0,'0'0'1560'16,"0"0"996"-16,0 0-1163 0,0 0-329 0,0 0 328 15,-47 67-84-15,54-55-392 0,17 2-248 16,4-3-8-16,12-1-4 0,7-3 12 15,1-3-236-15,-4-4-140 0,0-4-144 16,0-3-12-16,-9-5-132 0,2-1 8 16,-5 0-12-16,-4-6-60 0,-5 0-432 0,-3-3-308 15,1-3-328-15,-6-1-792 0,1 5-3109 16,-8-15-5067-16</inkml:trace>
  <inkml:trace contextRef="#ctx0" brushRef="#br1" timeOffset="144859.463">26343 14052 10768 0,'0'0'2529'0,"0"0"-1753"0,-31 73-108 15,27-38 516-15,0 7 120 0,4 5-240 16,0 1-348-16,0-1-276 0,4 4-156 16,3 3 32-16,-2 4-84 0,-5 1-72 15,4 5-36-15,-4-4-40 0,0 8-24 16,0-5-60-16,-4-5 72 0,-4-2-64 15,-4-8 56-15,4-4-56 0,0-6-8 16,-4-3-4-16,4-6 4 0,-4-4-12 0,4-9-52 16,0-3-8-16,1-7-124 15,-2-4-84-15,1-2-100 0,-3-2-96 0,-2-8-104 16,1-3-144-16,-4-2-84 0,12-7-228 16,0-7-436-16,4 1-732 0,0 5-2041 0,13-15-2195 0</inkml:trace>
  <inkml:trace contextRef="#ctx0" brushRef="#br1" timeOffset="145029.539">26590 14618 5520 0,'0'0'5084'0,"0"0"-3463"0,0 0-777 16,0 0 416-16,0 0 440 0,32 82-112 16,-27-57-376-16,-5 4-512 0,0-4-332 15,0 1-164-15,0-4-128 0,0-6-76 16,0 0-148-16,0-10-428 0,0 1-516 0,0-5-260 15,0-2-760-15,0 0-2421 0,-5-15-2867 16</inkml:trace>
  <inkml:trace contextRef="#ctx0" brushRef="#br1" timeOffset="145175.989">26654 14430 8412 0,'0'0'5225'0,"0"0"-4713"0,0 0-108 16,0 0 716-16,0 0-136 0,0 0-624 15,0 0-360-15,0 0-64 0,80 6-1128 16,-68-2-904-16,-4-1-2601 0,4 3-4270 0</inkml:trace>
  <inkml:trace contextRef="#ctx0" brushRef="#br1" timeOffset="145455.584">26893 14665 10136 0,'0'0'3829'0,"0"0"-3449"0,0 0 456 0,9 70 896 16,-5-47-184-16,-4-2-220 0,0 2-328 15,0-7-464-15,0-7-304 0,0 1-124 16,0-7-108-16,4 0-96 0,-4 0-36 0,4-3-16 16,-1 0-56-16,1-6-152 0,4-7 4 15,5-3-112-15,-2-6 120 0,6-1-124 16,-6-2-132-16,9 6-8 0,-4 1 12 16,4 4 64-16,0 5 120 0,0 2 192 15,0 7 108-15,-5 0 112 0,2 7 112 16,-2 5 280-16,-6 4 156 0,2 4 24 15,-7-2-28-15,0 5-60 0,0 3-92 16,-4-4-24-16,0 0-36 0,0-3-40 16,0 1-144-16,0-6-148 0,0-3-120 0,0-2-476 15,5-3-688-15,3-6-576 16,-5 0-2872-16,9-6-2621 0</inkml:trace>
  <inkml:trace contextRef="#ctx0" brushRef="#br1" timeOffset="145609.791">27492 14652 5348 0,'0'0'6221'16,"0"0"-3793"-16,0 70-1696 0,-9-38 328 16,-3 5 552-16,5 2-348 0,-6-1-208 15,5-6-300-15,1-7-400 0,-1-9-332 16,3-6-24-16,5-7-196 0,-4-3-560 16,4-7-240-16,0-5-212 0,0-4-1032 15,4-24-3625-15</inkml:trace>
  <inkml:trace contextRef="#ctx0" brushRef="#br1" timeOffset="145790.157">27515 14281 8308 0,'0'0'6813'0,"0"0"-5869"0,0 0-480 0,0 0 792 16,12 85 300-16,-8-68-152 0,0-5-320 0,8-2-827 15,0-4-257-15,7-6-196 16,-2 0-485-16,3-3-295 0,3-7-112 0,-2-5-532 15,-1-2-796-15,-5-5-292 0,2 0-333 16,-10 3-1191-16,5-7 340 0</inkml:trace>
  <inkml:trace contextRef="#ctx0" brushRef="#br1" timeOffset="145976.792">27746 14183 52 0,'0'0'2376'0,"0"0"-1372"0,0 0 3052 0,0 0-1800 16,0 0-591-16,16 79-513 0,-16-41-268 15,5 3-48-15,-2 7 240 0,1 6 8 16,4 0-52-16,0 7-140 0,0 2-132 0,0 0 148 15,4-3-164-15,0-6-376 16,-4-6-368-16,4-13 0 0,0-9-76 0,4-11 4 16,-4-5 0-16,0-10-40 0,-1 0-448 15,2-13 144-15,-6-6-12 0,1-7-172 16,1-2-364-16,-9-7-628 0,0 3-1116 0,0 11-2201 16,-17-12-2707-16</inkml:trace>
  <inkml:trace contextRef="#ctx0" brushRef="#br1" timeOffset="146141.337">27567 14618 4956 0,'0'0'9717'0,"0"0"-8393"15,0 0-1020-15,0 0 396 0,0 0 192 16,0 0-28-16,84 59-324 0,-52-59-268 16,3-3-176-16,-3-9-28 0,0-1-68 0,-4-3-320 15,0 1-380-15,-4-1-176 0,-1 0-420 16,-2 0-984-16,-5 6-2585 0,-1 1-1935 0</inkml:trace>
  <inkml:trace contextRef="#ctx0" brushRef="#br1" timeOffset="146409.901">28081 14837 6004 0,'0'0'7681'0,"0"0"-6677"0,0 0-212 0,0 0 912 16,0 0-304-16,0 0-452 0,0 0-300 15,0 0-112-15,84 12-208 0,-65-47-252 16,-2-2-76-16,-6-5-464 0,1 4-36 15,-3 6 84-15,-2 3-40 0,-7 11 28 16,0 5 180-16,0 6 248 0,-7 4 236 0,-6 3-40 16,-2 7 88-16,-6 2-64 0,-3 10 24 15,5 6-24-15,-1 4-48 0,4 3-172 16,4 3-4-16,0 0-108 0,8 0 4 16,4-1-112-16,0-5-444 0,16 0-320 15,4-1-496-15,8-6-788 0,15 1 364 16,9-7 1904-16,8-4 0 0,0-5-540 15,8-7-1925-15,-1 0-843 0,-11-7-2004 16,24-9 4608-16</inkml:trace>
  <inkml:trace contextRef="#ctx0" brushRef="#br1" timeOffset="146939.176">29934 14652 6856 0,'0'0'7913'0,"0"0"-6569"0,0 0-864 16,-96-80-256-16,68 59 300 15,0 2 440-15,0 5-312 0,0 5-344 16,4 9-112-16,1 0 272 0,3 13 180 16,-1 6-260-16,6 12-180 0,2 8-64 0,2 5 28 15,3 10-28-15,4 3 113 0,0 1-61 16,4-3 20-16,0-12-32 0,4-11-40 0,4-7-92 16,4-15-52-16,0-8-84 15,4-4-12-15,4-15 84 0,0-11 8 0,-1-9-264 16,6-11-169-16,-1-3-51 0,-5-6-24 15,1 3-84-15,0-3-176 0,0 3-224 16,-4 0-304-16,0-1-444 0,-4 2-132 16,-4-5 216-16,-4 1 772 0,0 0 447 15,-1 7 441-15,2 1 168 0,-1 15 801 16,-4 5 323-16,8 10-156 0,-8 10 64 16,4 2-80-16,-4 7-124 0,0 0-152 15,0 10-168-15,4 6-124 0,-4 9 232 16,3 10-76-16,-3 7-88 0,4 8-35 0,1 1-77 15,-5 4-288-15,8-5-220 0,-4 1 0 16,3-4-208-16,1-2-532 0,1 0-293 16,-1-8-311-16,-1-8-1524 0,2 2-5177 0</inkml:trace>
  <inkml:trace contextRef="#ctx0" brushRef="#br1" timeOffset="147089.377">30229 14709 8596 0,'0'0'6245'0,"0"0"-4965"15,0 0-864-15,4 80 732 0,-8-51 676 16,-1-1-372-16,-3 0-355 0,5-5-469 16,-1-4-336-16,0-6-280 0,4-10-12 15,0 0-256-15,0-3-689 0,0-10-211 16,0-2-204-16,0-14-576 0,0 4-2288 0,0-22-3377 16</inkml:trace>
  <inkml:trace contextRef="#ctx0" brushRef="#br1" timeOffset="147509.703">30324 14372 6644 0,'0'0'6089'0,"0"0"-4585"0,0 0-984 0,0 0 424 16,0 0 448-16,0 0-636 0,0 0-224 15,0 0-356-15,83 23-176 0,-74-16-396 16,3 2-460-16,-5 7-256 0,6 3-260 16,-5 9-636-16,-4 7-1093 0,-1 0-1703 15,-3 4 4372-15,0 2 432 0,0-6 4640 16,0 3-1595-16,0-6-749 0,0 3-344 15,4-8-272-15,0 0-352 0,1-8-288 16,-5-4-200-16,8-5-243 0,-4-7-281 16,3 0-220-16,1-3 12 0,1 0-32 15,2 0-64-15,2 0 36 0,-2-3-48 0,1-3-72 16,0 6 68-16,0-4-48 0,0 1-20 16,0 0 64-16,4 0-4 0,0-3-60 15,-4-1-24-15,8-5-112 0,-5-4 3 16,9-6-51-16,1-3-72 0,-1-8-220 15,4 5-112-15,-5 3 132 0,-7 2 124 0,4 7 144 16,-4 7 40-16,-5 9 196 0,2 0 24 16,-1 3 516-16,-4 6 96 0,4 7 76 15,-4 0-20-15,-1 0-84 0,2 4-231 16,-1-6-145-16,-1 3-172 0,6-1-36 16,-1-1-132-16,-5 2-16 0,6-2-253 15,-5 1-855-15,-1 7-324 0,-3-1-896 16,0-7-2324-16,-4 11-857 0</inkml:trace>
  <inkml:trace contextRef="#ctx0" brushRef="#br1" timeOffset="148162.465">25926 15931 3576 0,'0'0'300'15,"0"0"4460"-15,0 0-2255 0,0 0-553 0,0 0-364 16,0 0-220-16,0 0-152 16,0 0-200-16,-32 99-92 0,32-55-116 0,0 5-184 15,7-2-136-15,5 1-4 0,1-7-31 16,-2-7-225-16,2-8-120 0,-2-7-104 16,1-3 0-16,4-9-4 0,-4-5-48 15,4-2-24-15,0-7 24 0,4-1 44 16,-5-11 4-16,6-6-144 0,-5 0-173 15,-1-5-111-15,-7 2 88 0,5-4-12 16,-6-1 24-16,-3 6-64 0,0 2 196 16,0 0 112-16,-4 5 84 0,0 7 88 0,-4 4 44 15,-4-1-20-15,-7 7 12 16,-1 0-16-16,-5 3 40 0,-2 0-52 0,-1 3-96 16,4 10 0-16,1-1-4 0,2 7 4 15,6 0-60-15,2 0-12 0,5-2-40 16,0-2-48-16,4-2-352 0,0 3-424 0,4-3-612 15,9-1-800-15,-6-2-2389 16,5 3-4187-16</inkml:trace>
  <inkml:trace contextRef="#ctx0" brushRef="#br1" timeOffset="148426.358">26384 16093 1772 0,'0'0'8860'0,"0"0"-7075"16,0 0-697-16,0 0 836 0,0 0-172 15,0 0-288-15,0 0-384 0,11 80-324 16,-3-55-172-16,-4 7-132 0,9 3-123 16,-6 0-73-16,1 0-88 0,5 0-28 15,-6-7-140-15,5-2-8 0,-3-7-64 0,-2-10-12 16,1-2 0-16,0-7 36 0,4 0 4 16,-4-10 44-16,4-9 8 0,4-6-4 15,-4-7-4-15,4-6-100 0,-1-6-129 0,6 2-75 16,-5-2-36-16,3 0-112 0,-2 2-112 15,-2 2-60-15,2 4-100 0,-6 1-400 16,2 13-1168-16,2-1-3181 0</inkml:trace>
  <inkml:trace contextRef="#ctx0" brushRef="#br1" timeOffset="148746.227">26934 16331 9912 0,'0'0'7301'15,"0"0"-6449"-15,0 0-688 0,0 0 440 16,0 0 180-16,0 0 144 0,79-12 0 0,-59-16-551 16,4-4-281-16,0-6-96 15,-4-3-173-15,0-1-411 0,-4 4-76 0,0 3 148 16,-5 3-40-16,-7 7-184 0,0 9 68 16,-4 4 336-16,0 9 184 0,-8 3 144 0,-7 0-4 15,-1 6 8-15,-8 7 36 0,4 6 224 16,0 9 136-16,0 8-12 0,4 4-68 15,0 4 4-15,4 8 60 0,5 1 88 16,-6-2-80-16,9 0-8 0,-4-3-88 16,8-10-124-16,0-3-164 0,0-7-4 15,0-12-60-15,4-6-84 0,4-4-88 16,0-6 12-16,4-6-292 0,0-8-200 16,4-5-72-16,0-9-800 0,-4 9-2824 15,0-19-4041-15</inkml:trace>
  <inkml:trace contextRef="#ctx0" brushRef="#br1" timeOffset="148994.837">27415 16021 1488 0,'0'0'10361'16,"0"0"-8837"-16,0 0-712 0,0 0 628 0,24 88 64 16,-16-52-80-16,0 2-268 0,1 0-300 15,-2 0-80-15,1 1-167 0,1-6-305 16,-5-1-184-16,3-2-72 0,-7-8 52 15,4-7-92-15,0-5 100 0,-4-7-96 16,0-3 24-16,4 0-36 0,0-10-192 16,1-5-76-16,2-5 268 0,1-8-4 15,4 3-152-15,-4-8-89 0,8 5 109 16,0-4 52-16,3 4-160 0,2 0-228 0,-1-1-164 16,3 4-84-16,1-1-228 0,8 3-724 15,4 2 176-15,-8 5-1232 0,8-3-4941 0</inkml:trace>
  <inkml:trace contextRef="#ctx0" brushRef="#br1" timeOffset="149594.901">28710 15926 3208 0,'0'0'4920'15,"0"0"-791"-15,0 0-2941 0,0 0-352 0,0 0 164 16,0 0 132-16,80 60 88 0,-36-50-180 15,8-8-364-15,0 2-164 0,3-4-72 16,-3-6-196-16,0-1-144 0,-8-2-100 16,-9-4-48-16,2 2-40 0,-10-1-204 15,-3-1-468-15,-4 5-124 0,-8-3-116 16,0 3-348-16,-8 2-1064 0,-4 1-2557 0,-4 3-2975 0</inkml:trace>
  <inkml:trace contextRef="#ctx0" brushRef="#br1" timeOffset="149776.406">29005 16030 5564 0,'0'0'1532'0,"0"0"1748"0,-12 74-1363 15,12-36-373-15,0 9-12 0,9 7-52 16,-6 7-264-16,1 2-316 0,0 0-236 16,0 0-224-16,-4-5-108 0,4-11-244 0,-4-5-88 15,0-14-168-15,0-9-188 0,0-8-60 16,0-9-64-16,0-2-368 0,4-9-604 15,-4-1-1184-15,5-19-3441 0</inkml:trace>
  <inkml:trace contextRef="#ctx0" brushRef="#br1" timeOffset="149943.211">28961 16319 12181 0,'0'0'2144'15,"0"0"-1196"-15,0 0 508 0,0 0-4 16,0 0-576-16,0 0-44 0,0 0-144 15,92 23-288-15,-56-23-264 0,0 0-136 16,4-7-24-16,-5-2-308 0,5-5-424 16,4 0-288-16,-4 0-288 0,-1-2-944 15,-11 7-2341-15,13-4-4815 0</inkml:trace>
  <inkml:trace contextRef="#ctx0" brushRef="#br1" timeOffset="150209.522">29874 16062 9328 0,'0'0'5413'0,"0"0"-4593"0,0 0-344 15,0 0 392-15,0 0 212 0,-75-32-92 16,58 32-400-16,2 7-148 0,-2 5-96 16,1 11-4-16,1 5 12 0,3 7-8 15,-1 7-68-15,2 5-128 0,3 1-27 16,-1 3 3-16,2-1-112 0,3-2 72 15,4-4-84-15,0-5-4 0,8-8-80 16,4-5 72-16,0-1-112 0,8-9 124 16,-1-3-109-16,5-7-135 0,0-6-316 15,1 0-160-15,-2-10-208 0,-3-5-328 0,-5-1-1128 16,6-8-3773-16</inkml:trace>
  <inkml:trace contextRef="#ctx0" brushRef="#br1" timeOffset="150486.611">30105 16243 3040 0,'0'0'8121'0,"0"0"-3209"0,0 0-3896 15,0 0-40-15,0 0 416 0,0 0-620 16,0 0-344-16,0 0-184 0,0 0-124 16,0 0-20-16,0 0 0 0,-48 19-100 15,44-7-160-15,0 5 64 0,4 4 96 16,0 2 144-16,0 3 72 0,0-1-20 0,0 4 36 15,0-4 169-15,-3 0 351 0,3 1-320 16,0-5-116-16,0 2-124 0,0-7-120 16,0 0-72-16,3-7-40 0,5 1-80 15,0-3-96-15,4-2-328 0,4-1-160 16,0-4-145-16,0 0-103 0,4 0-284 16,-5 0-292-16,2-4-660 0,-2-1-872 0,-2-2-2081 15,-2 1-2198-15</inkml:trace>
  <inkml:trace contextRef="#ctx0" brushRef="#br1" timeOffset="150793.129">30424 16589 8032 0,'0'0'7321'0,"0"0"-6101"16,0 0-872-16,0 0 348 0,0 0 268 15,0 67-164-15,0-48-372 0,0-3-340 16,0-1-88-16,0-2-148 0,4-3-256 15,-4-1-248-15,4-2-140 0,-4 2-176 0,3-5-476 16,-3-4-1524-16,4 0-2901 0</inkml:trace>
  <inkml:trace contextRef="#ctx0" brushRef="#br1" timeOffset="150956.707">30647 16551 4744 0,'0'0'10609'0,"0"0"-8781"0,0 0-1280 16,0 0 256-16,0 0 32 0,0 0-260 16,0 0-576-16,0 0-212 0,0 0-392 0,0 0-8 15,80-41-428-15,-57 24-1164 0,-3 5-2189 16,8-4-995-16</inkml:trace>
  <inkml:trace contextRef="#ctx0" brushRef="#br1" timeOffset="151109.766">31161 16479 3240 0,'0'0'8237'0,"0"0"-6253"16,0 0-1008-16,0 0 700 0,0 0 220 16,0 0-444-16,0 0-644 0,0 0-500 15,0 0-296-15,0 0-12 0,79 56-368 16,-62-60-404-16,3-1-136 0,-1-9-32 16,-3 8-3408-16,9-7-5885 0</inkml:trace>
  <inkml:trace contextRef="#ctx0" brushRef="#br1" timeOffset="151427.759">31822 16345 6188 0,'0'0'2492'0,"0"0"481"0,0 0-2421 0,0 0-4 16,0 0 740-16,24-73-36 0,-16 57-180 15,0-3 0-15,0 3-268 0,0 3-224 0,0 1 168 16,-5 5 256-16,2 1-300 0,-1 3-71 15,-4 3 155-15,0 0-72 0,0 3-100 16,-4 3-172-16,-8 1-144 0,0 2-260 16,-4 4-32-16,0 6-8 0,-4 9 4 15,1 5-4-15,-1 0 4 0,-5 6 4 16,10 2 76-16,-1 4 0 0,4-1-36 16,-1-2-44-16,10-4-4 0,-1-7-12 0,4-5-84 15,0-7 12-15,4-10-52 16,3 1-104-16,2-6-180 0,3-4-260 0,4 0-104 15,-1-11-129-15,-3 2-279 0,1-7-756 16,-6 3-1840-16,6-6-2289 0</inkml:trace>
  <inkml:trace contextRef="#ctx0" brushRef="#br1" timeOffset="151685.905">31878 16586 7736 0,'0'0'6737'0,"0"0"-4769"15,0 0-1520-15,0 0 360 0,0 0 1100 16,0 0-176-16,4 63-687 0,-4-60-701 15,0-3-344-15,4 0-264 0,-1-3-76 16,6-6 59-16,-1-4-23 0,3-6-36 16,2 0-136-16,2 0-96 0,-2 3 68 15,-1 0 100-15,-5 9 84 0,6 2 76 16,-5 5 20-16,3 0 140 0,-2 3 84 16,-1 3 332-16,3 4 84 0,2 1 248 0,-6 3-40 15,1-1-416-15,0 0 108 0,-3-1 0 16,-2 1 0-16,1 3-11 0,0-4-61 15,-4-2-148-15,4-4-96 0,-4-6-112 16,4 0-317-16,-4 0-383 0,4-6-128 0,0-7 104 16,4-3-668-16,0 4-2696 0,4-13-3537 15</inkml:trace>
  <inkml:trace contextRef="#ctx0" brushRef="#br1" timeOffset="151880.119">32544 16177 1500 0,'0'0'12197'0,"0"0"-8277"0,0 0-3760 16,0 0-24-16,0 0 1036 0,23 72 528 16,-23-42-311-16,5-5-601 0,-2 0-476 15,-3 2-176-15,0 0-96 0,0-2-40 0,0 0-184 16,-8 4-92-16,0 2-184 0,-7 2-160 16,-6 2-37-16,1 0 73 0,-8 3-172 15,-8 0-436-15,-3 0-692 0,-9 0-912 16,12-10-2105-16,-35 14-3179 0</inkml:trace>
  <inkml:trace contextRef="#ctx0" brushRef="#br1" timeOffset="155325.727">29894 16881 1136 0,'0'0'1576'0,"0"0"7437"15,0 0-6677-15,0 0-1008 0,0 0-184 16,0 0 164-16,0 0-444 0,0 0-448 16,0 0-144-16,0 0-100 0,-9 57 60 15,6-34-12-15,-1 5-24 0,4 1-12 0,0 5 48 16,0 1-64-16,-4 1-56 0,4 5 8 16,-4 0-44-16,0 3-76 0,-5 0 0 15,6-2-8-15,-1-7-4 0,0-6-40 16,0-7 52-16,0-6 0 0,4-6-12 0,0-8-108 15,0-2-224-15,0-2-252 0,0-11-164 16,0-4-52-16,0-5-156 0,0-3-408 16,8 0-804-16,-8-3-1745 0,4 4-679 15,-4-4-731-15</inkml:trace>
  <inkml:trace contextRef="#ctx0" brushRef="#br1" timeOffset="155659.362">29730 16945 2440 0,'0'0'392'0,"0"0"-40"16,0 0 5220-16,0 0-4332 0,0 0-644 16,0 0 9-16,0 0 127 0,0 0-88 0,-87 63-392 15,75-53-252-15,0-4-176 16,3 0-108-16,2 1 4 0,3-1-400 0,0-2-457 15,0-2-403-15,4-2 372 0,-4 0 752 16,4 0 248-16,0-2-392 0,4-8-532 16,0-3-144-16,4-3 608 0,4 1 172 15,0-2-300-15,4 5-104 0,4-1 860 16,4 4 508-16,4 5 1448 0,0 4-40 16,3 0-280-16,1 7-428 0,4 6 112 15,-4 5-79-15,4 1-33 0,-8-3-456 16,3 3-368-16,-3 0-176 0,-4-6-208 15,1 4-512-15,-2-5-908 0,-11-3-1289 16,8 3-4547-16</inkml:trace>
  <inkml:trace contextRef="#ctx0" brushRef="#br1" timeOffset="156809.312">26695 17767 860 0,'0'0'208'0,"0"0"5256"0,0 0-4244 16,0 0-544-16,0 0 152 0,0 0 324 15,0 0 225-15,0 0-149 0,0 0-108 0,0 0-284 16,0 0-168-16,3 28 312 0,18-21 92 16,2 5-196-16,9-2-100 0,-4 3-336 15,4-7-148-15,-4 5-144 0,-1-6-136 16,1-5 48-16,-3 0-60 0,3-3-4 15,-5-6-104-15,1-8-260 0,4-5-344 16,-4 0-212-16,-4 0-104 0,-4 0-464 16,-5-1-988-16,-6 8-1909 0,-5-8-1591 0</inkml:trace>
  <inkml:trace contextRef="#ctx0" brushRef="#br1" timeOffset="157074.715">26977 17487 4480 0,'0'0'444'0,"0"0"3756"0,0 0-3024 15,0 0-55-15,0 0 327 0,0 0-148 16,-56 90-276-16,56-55-220 0,0-4-148 0,4 7-220 16,0 0-76-16,1 4-64 15,3-1 24-15,-5 0-72 0,1 7-76 0,-4-8-72 16,4 6 36-16,-4-9-36 0,0 3 32 16,0-7-44-16,0-1 8 0,0-3-84 15,-4-7-4-15,0-3 40 16,1-3-40-16,-5 0-4 0,3-6-4 0,1-4-68 15,0-3-80-15,0-3-76 0,1 0-156 16,-1 0-228-16,4-9-136 0,0-4-420 16,0-3-540-16,0-9-1248 0,4 6-3009 15,3-8 698-15</inkml:trace>
  <inkml:trace contextRef="#ctx0" brushRef="#br1" timeOffset="157225.959">27248 17931 5836 0,'0'0'3956'15,"0"0"-2575"-15,0 0-225 0,0 0 604 16,0 0-8-16,0 0-424 0,0 0-632 0,4 81-452 16,-4-72-244-16,-4-3-100 0,4 1-84 15,-3-4-464-15,3-3-300 0,0 0-236 16,0 0-552-16,0 0-1361 0,-4-16-3815 0</inkml:trace>
  <inkml:trace contextRef="#ctx0" brushRef="#br1" timeOffset="157342.024">27220 17731 2660 0,'0'0'8365'0,"0"0"-7013"0,0 0-728 0,0 0 484 15,0 0-312-15,0 0-796 0,0 0-36 16,0 0-1004-16,0 0-824 0,0 0-2377 0</inkml:trace>
  <inkml:trace contextRef="#ctx0" brushRef="#br1" timeOffset="157732.917">27471 17881 6168 0,'0'0'1484'0,"0"0"1764"0,0 0-1655 15,0 0-49-15,0 0 324 0,-7 77-428 16,7-68-536-16,0 1-496 0,0-7-408 16,0 0-12-16,0-3-188 0,3 0-8 15,1 0-64-15,4-3 0 0,1-4 132 16,-2-2-44-16,1-1-76 0,4-2-28 15,0 1 100-15,-4 3 28 0,4 2 20 0,0 1-12 16,0 5 24-16,0 0-32 0,0 5 84 16,-4 1 76-16,0 0 76 0,-4 3 24 15,4 4 0-15,-4-3 92 0,0 2-16 16,-4 1-28-16,3 0 28 0,-3 0-16 16,0-4-36-16,4 4-72 0,1-4-52 0,-5-5-120 15,8-2-180-15,0-2 64 0,-1 0-68 16,6-6 88-16,-2-7-248 0,6-3-252 15,-2 1-84-15,2-7 252 0,-6 6 104 16,6 0-748-16,-10 2-341 0,5 6 525 16,-4 2 464-16,0 1 192 0,0 5 340 15,0 0 4-15,0 7 8 0,0 0 104 0,4 3 348 16,-8-4-452-16,4 0-12 0,0 0-104 16,0-2-768-16,-4-4-1064 0,3 0-1232 0</inkml:trace>
  <inkml:trace contextRef="#ctx0" brushRef="#br1" timeOffset="157959.891">28029 17500 4592 0,'0'0'76'0,"0"0"5064"0,0 0-3503 0,0 0-853 16,0 0 164-16,0 0 196 0,0 0-96 16,0 0 320-16,0 0-436 15,36 70-448-15,-24-28-16 0,-4 5 196 0,0 0-24 16,4 5-212-16,-4-2-136 0,0 1-196 15,-1-6-96-15,-3-4-132 0,5-9-136 16,-5-7-172-16,0-9 36 0,0-7 72 0,-4-2-88 16,0-7-124-16,0 0-208 15,0 0-600-15,-12-10-1072 0,8 7-2729 0,-12-10-1455 0</inkml:trace>
  <inkml:trace contextRef="#ctx0" brushRef="#br1" timeOffset="158092.924">27945 17891 2348 0,'0'0'2124'16,"0"0"3876"-16,0 0-4159 0,0 0-745 15,0 0-4-15,0 0 420 0,0 0-360 16,0 0-220-16,84-26-328 0,-48 20-248 16,4 1-160-16,0-6-88 0,3-2-108 0,5-3-308 15,0 1-988-15,0-1-604 0,-8 3-2788 16,12 1-5001-16</inkml:trace>
  <inkml:trace contextRef="#ctx0" brushRef="#br1" timeOffset="158342.751">28977 17840 6856 0,'0'0'7881'15,"0"0"-6809"-15,0 0-696 0,0 0 440 16,0 0 176-16,-87 16-32 0,75-7-220 16,3 5-156-16,2 1-252 0,3 3-100 15,0 6-40-15,4 1-8 0,0 0-100 16,0-6-72-16,0-6-12 0,4-4-116 15,4-6-20-15,-5-3-32 0,10-6 68 0,-1-13 88 16,4-9-376-16,3-7-396 0,-2-9-396 16,-2-5-308-16,1 2-444 0,0 3-420 15,-4-2-81-15,0 6-519 0,-4 8-292 16,0-13 24-16</inkml:trace>
  <inkml:trace contextRef="#ctx0" brushRef="#br1" timeOffset="158460.483">29041 17417 5360 0,'0'0'2976'0,"0"0"-608"15,0 0-391-15,0 0-157 0,0 0-256 16,0 0-436-16,0 0-264 0,0 0-220 15,0 0-92-15,0 0-84 0,-11 48-104 16,11-3-8-16,0-1-16 0,0-3-228 16,0-2-112-16,3-1-268 0,1-4-416 15,0 2-284-15,0-8-344 0,4-3-864 16,-3-6-2613-16,2-6-2655 0</inkml:trace>
  <inkml:trace contextRef="#ctx0" brushRef="#br1" timeOffset="158746.247">29228 17879 716 0,'0'0'1696'0,"0"0"7905"0,0 0-7777 16,0 0-924-16,28 72 628 0,-24-53-24 16,-4-3-220-16,4 0-340 0,-4-6-368 15,0-4-528-15,0-3-48 0,4-3-184 16,-4 0-392-16,4-7-232 0,-4-8 144 0,5-4 32 16,-2-7-424-16,-3-2-792 0,4-4-492 15,-4-3 267-15,0 3 469 0,0-3 308 16,-4 4-108-16,4 6-552 0,0 1 1956 15,0 10 1148-15,4 7 816 0,0 0 8 16,4 7-267-16,4 0-189 0,-4 0 16 16,8 7-244-16,-4 0-340 0,0-1-436 15,0 2-300-15,0-1-140 0,-1 0-20 16,-2-2 48-16,-1 2-100 0,3-3-48 16,-2 2-140-16,-1 0-548 0,3 1-232 0,6 2 160 15,-2 1 412-15,-2-1-1376 16,2 7-2553-16</inkml:trace>
  <inkml:trace contextRef="#ctx0" brushRef="#br1" timeOffset="159224.041">30918 17348 4256 0,'0'0'9145'0,"0"0"-7913"0,0 0-956 16,0 0 408-16,0 0 632 0,-28 79 48 15,16-47-280-15,-4 9-216 0,0 4-208 0,-4 9-160 16,-8 3-3-16,0 10-37 0,-4-1-120 15,-3 4-160-15,-1 7-68 0,-8 1-108 16,0-1 4-16,-4 2-4 0,5-6-4 16,3-6-8-16,8-10-224 0,8-16-84 15,8-12-68-15,8-12-273 0,4-12-235 16,4-5-268-16,8-5-864 0,4-12-1084 16,0 1-2285-16,12-16-2919 0</inkml:trace>
  <inkml:trace contextRef="#ctx0" brushRef="#br1" timeOffset="159380.841">30846 17964 7900 0,'0'0'6021'16,"0"0"-4869"-16,0 0-608 0,104-26 960 0,-69 24 128 15,5-3-440-15,0 5-312 0,4-2-32 16,0-1-359-16,7 0-273 0,-2-8-216 16,-2 3-168-16,-3-5-489 0,-4 1-207 15,-4-2-100-15,-5 3-192 0,-10 0-928 16,-10 5-2804-16,-7 3-3561 0</inkml:trace>
  <inkml:trace contextRef="#ctx0" brushRef="#br1" timeOffset="159558.927">31161 17995 1828 0,'0'0'11013'0,"0"0"-9665"0,0 0-944 0,-44 92 656 16,40-50 704-16,0 2-404 15,4 4-316-15,0-3-212 0,4 6-200 16,3-4-204-16,6-3-211 0,-5-3-217 0,-1-9-40 15,-2-3-593-15,3-10-243 0,-4-6-164 16,-4-7-108-16,0-6-452 0,0-3-1076 16,0-6-2257-16,0-1-1167 0,-12-10 3372 0</inkml:trace>
  <inkml:trace contextRef="#ctx0" brushRef="#br1" timeOffset="159684.194">31093 18348 5320 0,'0'0'76'0,"0"0"7037"15,0 0-5369-15,0 0-380 0,0 0 448 16,100-44-572-16,-64 38-700 0,-1-5-244 15,5-1-88-15,0-1-64 0,0-6-144 16,-1-3-60-16,-2-4-812 0,-1-2-312 16,-4-1-400-16,-9 3-1132 0,1-2-2513 0</inkml:trace>
  <inkml:trace contextRef="#ctx0" brushRef="#br1" timeOffset="162193.852">12390 11078 3740 0,'0'0'896'0,"0"0"4664"0,0 0-3707 0,0 0-661 16,0 0-240-16,0 0-40 0,0 0 424 15,0 0-480-15,0 0-384 0,92-39-212 16,-60 37 160-16,5-3 12 0,2 3-188 15,5-2-32-15,0-2-104 0,3 4 52 0,5-2-12 16,0 4-148-16,0 0 8 16,3 0 104-16,-2 0 0 0,3 0-108 0,-1 0 0 15,-3 0 32-15,0 6-36 0,4 0 0 16,-5 0-60-16,1 1 12 0,4 2 40 16,-5 5-36-16,1-5 44 0,4 1 0 15,0-1 8-15,8 1-4 0,7-4 144 16,1-3-12-16,4 3-136 0,-1-2-48 15,9 2-40-15,-4-3 80 0,3 3-128 16,-3-3-120-16,4 4-136 0,-1 2 24 0,-3-2 108 16,0 2 28-16,3 4 84 0,-3-3 48 15,-1-1 88-15,2 1 4 0,-1-1 8 16,3-6 36-16,-3 0-32 0,4-3-4 16,-5 0-12-16,5 0-48 0,0-6-4 15,-1 0 64-15,8-4 88 0,1 1-28 16,3 3-60-16,6 2-160 0,-2 1-12 0,1 3 132 15,-1 0 40-15,1 0 16 0,0 7-16 16,3-4-80-16,-4 0 80 0,5-3 12 16,0 0 0-16,4-6 64 0,-1-7-28 15,5 1-40-15,-1-5-8 0,1 1 4 16,0 0 136-16,2 4-140 0,-5-1-12 16,1 1-88-16,-1 2 52 0,-1 0 36 0,-1 3 0 15,0 2 8-15,5-2 4 0,-4 0 0 16,3 1 4-16,5 0 68 0,-5 0-56 15,0-7-16-15,1 4-76 0,-1-5 72 16,1 0 4-16,0-3 48 0,-5-2-44 16,5 3 0-16,-1-3-4 0,-3 2 52 15,-1-1-52-15,1 3 124 0,-4-2 160 16,4 2-88-16,-9-2-48 0,0-1-48 16,1 1-28-16,-4 2-28 0,-4-4-40 0,-5 0 0 15,-7 0 48-15,-5 0-44 0,-2 0 4 16,-10-4-8-16,-7 4-4 0,-12 0-36 15,-5 0-312-15,-11 3-72 0,-11 4-84 16,-6 5-132-16,-11 1-188 0,-15 6-144 0,-13 0-1404 16,0 0-2081-16,-49 0-2703 0</inkml:trace>
  <inkml:trace contextRef="#ctx0" brushRef="#br1" timeOffset="162750.311">15586 11237 1696 0,'0'0'9717'0,"0"0"-8333"0,0 0-544 15,0 0 52-15,0 0-88 0,0 0 244 16,0 69 60-16,-4-28-256 0,0 16-208 0,-3 10-20 15,-6 9-36-15,1 7-4 0,0 6-156 16,-4-4-52-16,0 1-132 0,1-4-147 16,-6-2 27-16,2-4-76 0,3-9 24 15,4-10 24-15,-4-12-12 0,8-10-84 16,0-14 0-16,3-8-12 0,2-7-120 16,-1-6-381-16,4 0-275 0,0-8-80 15,-4-12-260-15,4-5-828 0,0-1-1180 16,0-28-2693-16</inkml:trace>
  <inkml:trace contextRef="#ctx0" brushRef="#br1" timeOffset="162939.315">15399 11430 9804 0,'0'0'3881'0,"0"0"-3309"0,0 0-216 16,-75 38 60-16,38-3 36 0,-3 6 292 15,-3 7 80-15,2 3-188 0,2-4-268 16,7-9-292-16,12-9-76 0,4-10-336 15,9-10-792-15,7-5-356 0,0-4-980 16,7-11-1417-16,1 0-487 0</inkml:trace>
  <inkml:trace contextRef="#ctx0" brushRef="#br1" timeOffset="163027.119">15502 11437 4516 0,'0'0'7097'15,"0"0"-5777"-15,76 21-668 0,-48-8-92 16,4 3-44-16,0 3-516 0,-8 3-24 15,3 3-456-15,-3 0-960 0,-7-2-757 0,-2 13-4227 0</inkml:trace>
  <inkml:trace contextRef="#ctx0" brushRef="#br1" timeOffset="163362.304">13447 12776 8432 0,'0'0'5893'0,"0"0"-4781"15,0 0-724-15,0 0 104 0,0 0 344 16,79 86-40-16,-35-67-280 0,4 0-256 16,4-3-112-16,-5-4-76 0,1-1 4 0,1-9-4 15,-10-2-68-15,5 0-4 0,-9-13-68 16,-3-3-68-16,0-6-392 0,-4-3-228 16,-4-4-240-16,-4 1-764 0,-8 6-1416 15,0-17-3921-15</inkml:trace>
  <inkml:trace contextRef="#ctx0" brushRef="#br1" timeOffset="163643.318">13969 12344 484 0,'0'0'5764'15,"0"0"-1120"-15,0 0-3383 0,0 0-213 16,0 0-4-16,-84 45-184 0,76-18-56 16,0 6 0-16,4 5 16 0,0 7-124 15,4 9-168-15,0 3-96 0,0 9-164 16,4 11-8-16,3 2-128 0,-2 3-96 15,3 7-36-15,-4 0-8 0,4-3 4 0,-8-7 4 16,0-5 52-16,0-11 68 0,0-6 136 16,-8-13 0-16,0-6 208 0,-1-9-184 15,6-10-208-15,-5-3-60 0,0-3 48 16,0-7 60-16,-4 0-120 0,0-3-100 16,-4-3-192-16,4 0-64 0,0-6-8 0,-4-6-52 15,0-7-256-15,0-4-176 0,5-5-428 16,2-1-340-16,9 4-916 0,0 6-1829 15,13-7-2427-15</inkml:trace>
  <inkml:trace contextRef="#ctx0" brushRef="#br1" timeOffset="163805.736">14327 13195 11237 0,'0'0'2776'15,"0"0"-1864"-15,0 0 436 0,0 0 132 0,0 0-48 16,0 0-148-16,0 0-456 0,0 0-464 15,0 0-328-15,0 0-36 0,8 51-192 16,-8-51-356-16,8 0-440 0,0 0-312 16,0 0-1300-16,-1-3-5709 0</inkml:trace>
  <inkml:trace contextRef="#ctx0" brushRef="#br1" timeOffset="164366.597">14562 12941 12 0,'0'0'11361'0,"0"0"-9809"0,0 0-1360 16,0 0-64-16,0 0 712 16,0 0 384-16,36 70-204 0,-28-38-332 0,0 3-228 15,0 3-76-15,0 4-100 16,0-2-36-16,-5 5-28 0,2-4-84 0,-1-3-24 15,-4 0-28-15,4-7-84 0,-4-6 100 0,4-8 72 16,-4-4 24-16,0-10-84 0,0-3 20 16,0 0-56-16,0-3-4 0,0-7 12 15,0-3 16-15,0-2-96 0,0-2-4 16,0-2-72-16,-4-2-396 0,0 2-232 16,4-1-236-16,-4 5-296 0,4-4-684 15,-5-1-1156-15,2 8-3005 0</inkml:trace>
  <inkml:trace contextRef="#ctx0" brushRef="#br1" timeOffset="165310.465">14311 13049 1488 0,'0'0'6276'0,"0"0"-5624"0,0 0-652 15,0 0-360-15,0 0 360 0,0 0 608 16,0 0 16-16,0 0-108 0,0-66-192 15,4 62-204-15,-4 1-112 0,0 3-8 16,0 0 400-16,0 0 245 0,0 0 63 0,0 0-96 16,0 0-60-16,0 0-56 0,0 3 12 15,0 1-64-15,0 2-140 0,0 0-104 16,0 10-12-16,0 3 128 0,0 3-64 16,0 4-64-16,0 5 52 0,0 1 0 0,0 3 32 15,0 3-48-15,0-3-68 16,0-3-148-16,0-4 32 0,0-5-40 0,0-4-12 15,0-10-88-15,0-5-60 0,4-4-280 16,-4-4-376-16,4-5-192 0,4-10 56 16,-4-10-476-16,4 7-1069 0,-8-26-3511 0</inkml:trace>
  <inkml:trace contextRef="#ctx0" brushRef="#br1" timeOffset="165480.279">14315 12722 6460 0,'0'0'6393'0,"0"0"-5413"16,0 0-308-16,0 0 164 0,0 0 332 0,0 0-160 16,0 0-228-16,0 0-336 0,0 0-420 15,0 0-24-15,0 0-136 0,76-60-36 0,-56 56-372 16,0 4-272-16,-4 0-252 16,0 0-596-16,-1 7-2205 0,-7 2-3375 15</inkml:trace>
  <inkml:trace contextRef="#ctx0" brushRef="#br1" timeOffset="166243.505">14654 13052 808 0,'0'0'8536'0,"0"0"-7528"0,0 0-520 15,0 0 105-15,0 0 151 0,0 0 140 16,0 0-32-16,0 0-216 0,0 0-220 15,-48 64-140-15,48-61-60 0,0-3-76 16,0 0-52-16,0 0-28 0,4-7-52 16,0 1 44-16,4-3 476 0,4-4-88 0,0-6-192 15,4 3-36-15,0-3-16 0,3 5-72 16,-2 0-48-16,-2 3 24 0,5 3 12 16,-4-3-64-16,0 3-4 0,0 4-44 15,0 2-52-15,-4 2 52 0,0 0 0 16,0 2-48-16,0 7 48 0,0 8 0 15,-4 1 112-15,-1 8-52 0,2 6-12 0,-5 6 28 16,0 3-76-16,0 7 100 0,0 3 12 16,-1-4-112-16,1-2-12 0,1-8-36 15,-1-8-76-15,4-11 12 0,-4-11-120 16,3-3-328-16,2-4-224 0,3-13-188 16,-1-6-364-16,-2 0-1092 0,6-23-3949 0</inkml:trace>
  <inkml:trace contextRef="#ctx0" brushRef="#br1" timeOffset="166425.862">15271 12951 5348 0,'0'0'5841'0,"0"0"-3893"15,0 0-1272-15,0 0 48 0,8 92 220 16,-8-54 464-16,0 3-96 0,0 6-176 16,0-2-280-16,4-1-272 0,-4-5-240 15,4-8-344-15,5-6-24 0,-6-6-64 0,5-5-276 16,0-11-368-16,1-3-216 15,-2-6-224-15,1-11-764 0,-4 4-2032 0,-4-21-2653 0</inkml:trace>
  <inkml:trace contextRef="#ctx0" brushRef="#br1" timeOffset="166875.758">15223 12862 1720 0,'0'0'9761'0,"0"0"-8133"15,0 0-572-15,0 0-284 0,0 0-384 16,0 0 92-16,0 0 488 0,0 0-384 15,76-6-524-15,-40 6-60 0,4-7-932 16,0-3-352-16,4-2-336 0,-9-4-4 16,5-4 219-16,-3-2 593 0,-6 0 188 15,-4-3 132-15,-2 3 492 0,-5 0 248 16,-9 6 592-16,2 6 116 0,-5 4 13 0,-4 6-85 16,-1 0-16-16,1 12-28 0,0 8 220 15,1 8-156-15,3 10-352 0,-4 7-16 16,3 2 24-16,2 4 216 0,3 1-72 15,-5 0-104-15,6 6-172 0,-2-4-112 16,-3 1-156-16,5-9-116 0,-6-4-44 0,1-10-4 16,0-10-72-16,-3-10 16 0,-2-2-36 15,1-7-16-15,-4-3-300 0,0 0-460 16,0 0-124-16,0-6-96 0,-4-4-172 16,1-2-808-16,-10-4-692 0,1 0-1273 15,-8 0 965-15,0 3 1452 0,-7 0 1620 16,-1 1 1684-16,-4-1 308 0,0 1-92 15,4-2 248-15,4 6 93 0,8 4-225 16,8 2-352-16,8-3-524 0,0 5-520 16,8 0-372-16,4 0-16 0,4 0 264 15,8 0 216-15,8 0-320 0,-4-6-196 0,7 0-72 16,1-7-40-16,0 1-84 0,4-7-76 16,-4 0-60-16,4-1-440 0,-5 2-344 15,2 1-308-15,-5 5-764 0,11-4-2985 0</inkml:trace>
  <inkml:trace contextRef="#ctx0" brushRef="#br1" timeOffset="167279.669">16757 13011 11685 0,'0'0'4904'0,"0"0"-4444"0,0 0-284 16,0 0 60-16,0 0 320 0,0 0 492 15,0 0-396-15,0 0-456 0,0 0-124 16,0 0 0-16,80 54-60 0,-55-57-12 0,-2-10-56 16,1-3-360-16,0-3 48 0,0-6 0 15,-5-4-136-15,-2 3-104 0,-9-2 36 16,-1 6 124-16,-3 0 24 0,-4 6 132 16,0 3 80-16,-4 3 84 0,-3 1 128 15,-10 3 128-15,2 2 160 0,-6 2 180 16,-2 2-96-16,-9 0-48 0,4 0-52 15,0 0 28-15,0 9-16 0,1 3 60 0,6 11-60 16,2 2 36-16,3 7-24 0,0 4 8 16,7 4 28-16,2 4 24 0,-1 4 68 15,8-3 4-15,0-3-148 0,0-9-256 16,12-10-24-16,0-10-160 0,7-10 40 16,9-6 60-16,0-16-220 0,8-17 36 15,0-8-208-15,0-13-208 0,-4-6-228 16,4-4-212-16,-4 1-348 0,-4-1-520 15,0 0-536-15,-1 0-413 0,-7 20-1227 0,0-30 1276 16</inkml:trace>
  <inkml:trace contextRef="#ctx0" brushRef="#br1" timeOffset="167442.508">17124 12147 3012 0,'0'0'4604'0,"0"0"-2180"0,0 0-15 0,0 0-437 16,0 0-436-16,0 0-196 16,0 0-520-16,0 0-376 0,0 0-40 0,0 0-32 15,-40 74 20-15,40-30 168 0,0 3 4 16,4 5-320-16,4-2-244 0,0 4 0 15,0 3-88-15,0-3-288 0,0 0-284 16,0-3-308-16,4-7-280 0,4-6-676 16,-8-13-1156-16,12-2-2933 0</inkml:trace>
  <inkml:trace contextRef="#ctx0" brushRef="#br1" timeOffset="167588.508">17451 12816 6064 0,'0'0'8085'16,"0"0"-6809"-16,0 0-636 0,28 87 76 0,-24-58 264 15,-4 3 464-15,0-5-112 0,0-2-476 16,0-8-444-16,0-4-299 0,0-7-113 16,0-6-109-16,0 0-355 0,0-6-424 15,0-10-176-15,0-6-216 0,4-10-652 0,0-3-1852 16,0 6-1481-16,-1-12-1866 0</inkml:trace>
  <inkml:trace contextRef="#ctx0" brushRef="#br1" timeOffset="167909.92">17582 12681 3452 0,'0'0'392'0,"0"0"7613"0,0 0-5873 0,0 0-500 15,0 0-204-15,0 0-532 0,0 0 284 16,0 0 48-16,0 0-352 0,32 72-256 16,-32-53-135-16,0 4-49 0,0-7-180 0,0 0-196 15,0 0-60-15,0 3-108 0,4-6-4 16,4 2 4-16,0 1 12 0,8 0 36 16,-5-4-72-16,10-2-4 0,3-3 28 15,0-7-124-15,4 0 3 0,4-7-15 16,-4-5-120-16,-1-8-76 0,5-2-48 15,-4 0 24-15,0 0 8 0,0-1-84 16,-4 8-124-16,-4 4 304 0,-1 5 260 0,-2 6 100 16,-2 0 336-16,-2 11 244 0,-2 3 168 15,1 6-36-15,0 0-100 0,-4 2-176 16,0 3-20-16,0-3-3 0,0-3-121 16,0 1-252-16,4-8-40 0,0 1-84 15,0 0-40-15,4-4-301 0,-1-4-355 0,6 2-208 16,-1-7-276-16,3 0-660 0,-6 0-2508 15,7 0-3449-15</inkml:trace>
  <inkml:trace contextRef="#ctx0" brushRef="#br1" timeOffset="169192.312">19702 11932 1852 0,'0'0'588'0,"0"0"5544"15,0 0-4020-15,0 0-931 0,0 0-449 0,0 0-4 16,0 0 136-16,0 0 84 0,0 0 20 16,0 0-100-16,-76 82-224 0,57-47-124 15,-9 9 0-15,0 10 20 0,-8 13-48 16,-5 9-164-16,-2 13 4 0,-9 10 68 16,1 9-32-16,-5 6-100 0,-4 7-52 15,-4-1 16-15,5 1-159 0,-1 0-1 0,4-7-72 16,4-9-44-16,8-14 36 0,12-12-4 15,4-18-133-15,8-17-219 0,9-12-16 16,7-16-56-16,4-13-288 0,7-6-368 16,10-16-404-16,6-16-420 0,-3 7-2428 15,16-36-2681-15</inkml:trace>
  <inkml:trace contextRef="#ctx0" brushRef="#br1" timeOffset="169369.135">19555 12795 11145 0,'0'0'4340'16,"0"0"-3936"-16,95 0 64 0,-52 7 492 0,2 2 400 16,2-4-160-16,-2 2-4 0,-2 0-391 15,1-7-381-15,4-3-240 0,4-8-172 16,-4-3-12-16,-1-5-376 0,-7-4-293 16,0-3-247-16,-8-2-184 0,-9 0-712 15,-2 6-2404-15,-14-11-3641 0</inkml:trace>
  <inkml:trace contextRef="#ctx0" brushRef="#br1" timeOffset="169555.598">19706 12944 12173 0,'0'0'2764'0,"-16"86"-1732"16,16-32-240-16,-4 9 436 0,4-2 88 15,0 2-28-15,7 0-400 0,-2 1-379 0,3-7-265 16,0 0-236-16,-1-3-8 15,6-12-180-15,-5-4-381 0,-1-16-23 0,6-6-88 16,-9-10-112-16,0-6-472 0,0-3-1172 16,-4-3-2977-16,0-13-4111 0</inkml:trace>
  <inkml:trace contextRef="#ctx0" brushRef="#br1" timeOffset="169698.683">19925 13344 12437 0,'0'0'2868'0,"0"0"-2012"15,0 0 56-15,0 0 280 0,99-25-332 16,-71 18 0-16,-3-2-188 0,6-1-380 0,1-5-292 16,4 2-72-16,-4 0-712 0,3-3-428 15,-3 7-372-15,-8-2-2312 0,4 6-4429 16</inkml:trace>
  <inkml:trace contextRef="#ctx0" brushRef="#br1" timeOffset="172762.522">2733 15084 2784 0,'0'0'3920'0,"0"0"341"0,0 0-3345 16,0 0-276-16,0 0 252 0,0 0 428 15,0 0-212-15,0 0-304 0,0 0-328 16,0 0-104-16,0 0 88 0,36 9 204 16,-12-9-108-16,8 0-276 0,3 0 4 15,1 0-76-15,-4 0 0 0,4 0-88 16,-1 0-44-16,2-3-68 0,-1-3 0 16,-1 1-8-16,-3-6 0 0,0-2-196 0,-4 4-172 15,0-4-124-15,-4 1-144 16,-5 2-180-16,-6 4-416 0,-1-1-1172 0,-9 5-3101 0</inkml:trace>
  <inkml:trace contextRef="#ctx0" brushRef="#br1" timeOffset="172995.947">2836 15279 4244 0,'0'0'9529'0,"0"0"-8449"0,0 0-1080 15,0 0 0-15,0 0 200 0,0 0 680 16,0 0 336-16,112 5-556 0,-72-5-252 16,3 0-224-16,5-3-120 0,1 1-64 15,-6-3-72-15,0 3-40 0,-2-5-420 16,-1 4-88-16,-9-7-16 0,1 1 20 16,-8-1-240-16,-4 1-604 0,-8-1-896 0,-4-8-3589 15</inkml:trace>
  <inkml:trace contextRef="#ctx0" brushRef="#br1" timeOffset="173245.236">3159 14672 8080 0,'0'0'4037'0,"0"0"-4037"16,0 0-356-16,0 0 356 0,0 0 780 15,83 37 192-15,-58-21-108 0,3 3-248 16,3 3 40-16,-3 3-240 0,0 5-264 15,-4 1-40-15,0 4-52 0,-4 0-60 16,-4 4 0-16,-4 2 0 0,-4-3 44 16,-5 6-32-16,-3-3 60 0,0 4 28 0,-7-1-36 15,-1 1 36-15,0-7-40 0,-8-6-48 16,4-3-12-16,0-8-48 0,0-4-364 16,-4-2-104-16,4-5-116 0,1-4-224 15,-6-3-584-15,10-3-1153 0,-14 0-3335 0</inkml:trace>
  <inkml:trace contextRef="#ctx0" brushRef="#br1" timeOffset="174559.443">9351 10376 628 0,'0'0'10120'15,"0"0"-8451"-15,0 0-633 0,0 0 384 16,0 0-8-16,43 73-292 0,-31-41-376 16,-7 5-176-16,-1 4-52 0,-4 4 12 15,0 2-88-15,-4 8-36 0,-5 3-200 16,-6 2-196-16,-2-3 68 0,-2 3-4 16,-5-6 36-16,-4-3-92 0,0-7 68 15,-4-6-36-15,4-9-44 0,-4-4 36 0,-3-10-40 16,3-5-352-16,0-3 36 15,4-7 72-15,4-13 132 0,0-10 16 16,8-5-52-16,4-10-220 0,0-3 48 0,4-4-8 16,8 1 192-16,0 3-60 0,16 6-52 15,4 5 176-15,0 9 72 0,12 9 100 0,0 1 284 16,0 11-116-16,4 0-20 16,-5 7-64-16,5 5 0 0,0 5 72 0,0-2-60 15,0 8 0-15,0 2-64 0,0 1-44 16,-1 2-88-16,5 1-8 0,0-4-64 15,4 4 0-15,0-4-332 0,0-3-368 16,-1-3-100-16,1-6-44 0,0-7-524 16,4-6-984-16,-12 0-1553 0,16-22-1055 0</inkml:trace>
  <inkml:trace contextRef="#ctx0" brushRef="#br1" timeOffset="174825.384">10884 9992 9520 0,'0'0'6965'0,"0"0"-6045"0,-63 72-672 0,35-30-48 16,1 5 244-16,-5 7 444 0,-1 3 164 16,1 4-380-16,5-1-272 0,3-2-84 15,7 2-83-15,10-6-137 0,3 0-36 16,4-7-60-16,11-2 4 0,14-7-8 15,3-7 0-15,3-4 4 0,5-8-36 16,4-7 24-16,4-10-24 0,0-2-12 16,0-6-377-16,-5-6-135 0,-3-8-248 15,-4-2-160-15,-8-3-364 0,-8 9-1408 0,-8-12-3389 0</inkml:trace>
  <inkml:trace contextRef="#ctx0" brushRef="#br1" timeOffset="174969.314">10769 10553 14985 0,'0'0'2620'0,"0"0"-2200"0,0 0-172 0,0 0 428 16,92-28 220-16,-52 6 484 0,12-5-747 15,-1-3-633-15,5-3-61 0,4 2-463 16,-4 2-524-16,3-2-400 0,-15 9-2292 16,23-10-5197-16</inkml:trace>
  <inkml:trace contextRef="#ctx0" brushRef="#br1" timeOffset="188542.024">6071 14300 6504 0,'0'0'5377'0,"0"0"-4225"0,0 0-388 16,0 0 1092-16,0 0-328 0,0 0-448 16,0 0-72-16,92 89-332 0,-75-48-224 15,-6 13-24-15,1 9 68 0,-8 11-104 16,-4 2-187-16,0 4-133 0,-8-5 40 15,-8-2-16-15,-8-9 0 0,0-7-84 16,-8-6-12-16,-3-11 44 0,-5 0-44 16,-4-9-60-16,-4-2-96 0,-8-4-137 0,-3-8-95 15,3-9 144-15,3-5-48 16,2-3 108-16,7-9 0 0,4-7 4 0,1-6-28 16,3 0-76-16,-1-3 200 0,10-5 72 15,3 5-112-15,4 0 40 0,9 2 12 0,7 4 72 16,4 0 96-16,7 4 4 0,9 2-100 15,4 0 120-15,8 7 124 0,8 3-144 16,3 3 204-16,10 6-60 0,3 10 72 16,3 6-204-16,4 10-112 0,1 6 0 15,0 4 304-15,0 5-304 0,0 0 72 16,0 5-48-16,-1-5-16 0,-3-3 0 16,0-2-8-16,-5-8 0 0,-6-1-108 15,-2-7-404-15,-7-5 340 0,1-2 172 16,-10-3-388-16,1 0-152 0,-4-6-72 15,0-1-76-15,-4 0-340 0,-1-5-772 16,-2-1-1140-16,2-3-2789 0</inkml:trace>
  <inkml:trace contextRef="#ctx0" brushRef="#br1" timeOffset="188895.29">7733 15072 6776 0,'0'0'5613'0,"0"0"-4413"0,0 0-248 15,0 0 368-15,60 89 208 0,-44-52-388 16,-4 5-220-16,-1 2-380 0,-2 1-272 0,-1-4-72 16,-1 0-192-16,1-9-4 15,1-3-160-15,-5-10-256 0,0-6-208 0,-4-10-112 16,3-3-168-16,-3-7-572 0,0-2-1328 15,-3-17-3081-15</inkml:trace>
  <inkml:trace contextRef="#ctx0" brushRef="#br1" timeOffset="189058.952">7626 14846 12017 0,'0'0'2296'0,"0"0"-1488"0,0 0 400 0,0 0 248 16,0 0-284-16,99-28-472 15,-67 21-368-15,0-2-332 0,4-4-72 0,7 3-860 16,1 1-364-16,4-1-820 0,-12 4-1980 16,19-1-5497-16</inkml:trace>
  <inkml:trace contextRef="#ctx0" brushRef="#br1" timeOffset="189339.259">8514 14890 15045 0,'0'0'1996'0,"0"0"-1512"0,0 0 272 15,-64 80 304-15,41-48 28 0,-1-1-236 16,3 1-608-16,6-4 157 0,6-2-121 16,5-4-280-16,4-5-24 0,4-3-48 15,13 0 60-15,3-2-88 0,7-2 28 16,6-4-25-16,2 1 89 0,1-1-4 16,0 0 8-16,-1 1-48 0,1 2 48 0,-4-3 8 15,-8 4-4-15,0 4 72 16,-8 0-64-16,0 2 77 0,-8 4-77 0,-8-1 76 15,0 3 4-15,-4 4-40 0,-8-1 0 16,-8 0-48-16,0 1-108 0,-7-1-161 16,-1-3-83-16,-4-4-52 0,0 3-8 0,-8-2-212 15,0-5-100-15,1 3-356 0,-2-4-836 16,9-4-1916-16,-15-6-4361 0</inkml:trace>
  <inkml:trace contextRef="#ctx0" brushRef="#br1" timeOffset="189775.838">10227 15408 12537 0,'0'0'1860'0,"0"0"-1104"15,-99-73 356-15,63 42 144 0,-8-1-192 0,4 6-400 16,4 4-88-16,5 12 476 0,6 7-324 16,5 3-303-16,1 13-61 0,-1 9-84 15,4 13-136-15,-4 10-132 0,4 6 244 16,4 5-52-16,4-2-32 0,4-4-104 16,4-8-68-16,4-10-72 0,8-13-100 0,8-16-104 15,4-3 8-15,3-15 16 16,1-14 20-16,9-6-144 0,-5-10-161 0,3-2-95 15,-3-1 84-15,-4 7 156 0,0 9 244 16,-5 7-48-16,1 13 124 0,-3 5 68 16,-2 7-8-16,1 10 12 0,-3 9 12 15,-6 9 196-15,1 7 184 0,0 0 12 16,0-4-88-16,1 5-84 0,-2-11 0 16,1 0 12-16,0-8-40 0,-4-9-156 15,4-8-48-15,4-3-228 0,-5-16-248 0,6-9-232 16,-2-14-52-16,2-5-408 0,2-10-1224 15,-10 13-2268-15,6-27-1501 0</inkml:trace>
  <inkml:trace contextRef="#ctx0" brushRef="#br1" timeOffset="189967.453">10414 14465 13241 0,'0'0'2292'0,"0"0"-1612"15,0 0 108-15,0 0 104 0,0 0 340 0,0 74 104 16,0-34-360-16,4 14-163 0,0 10-109 15,5 9 20-15,-5 9-204 0,3 4-304 16,1 13-120-16,1-1-96 0,-2 4-60 16,1-4-108-16,5-6-172 0,2-10-104 15,2-12-200-15,6-12-204 0,1-23-161 16,8-14-223-16,-1-16-616 0,-6-5-1332 16,10-19-3289-16</inkml:trace>
  <inkml:trace contextRef="#ctx0" brushRef="#br1" timeOffset="190425.727">11052 15262 14969 0,'0'0'2148'0,"0"0"-1576"16,0 0 204-16,0 0 480 0,-103 79-292 15,75-41-172-15,-4 7-367 0,4 5-365 16,4 9 740-16,4-6-184 0,4 4-276 15,8-9-316-15,8-8-24 0,0-10-84 16,12-18-60-16,4-6-52 0,0-8 76 16,8-14 0-16,-1-16-36 0,5-6-64 15,0-7-180-15,-4 1 60 0,0 0 59 16,-4 5 137-16,0 4 132 0,0 6-84 0,-4 7 20 16,4 3-68-16,0 10 24 0,-4 9 116 15,0 0 4-15,3 13 128 16,-2 9 28-16,2 6-32 0,-3 11-40 0,5 2-72 15,-6 9 60-15,2 8 40 0,2 9 21 0,-3 6 63 16,-8 10 20-16,0 1-68 16,-8 5 20-16,-4 4-60 0,-8-1 0 0,-8-3 76 15,-8-4 68-15,4-5-104 0,-3-8-52 16,-1-8-96-16,-4-10 0 0,0-12 12 16,-1-17-8-16,-2-12-4 0,3-13-184 15,-4-7-164-15,4-18 32 0,4-13 24 16,4-7-20-16,1-12-5 0,3-9-183 15,3-5-144-15,6-1-176 0,3-4-28 16,8 2-496-16,4 0-592 0,11 2-536 16,2 18-1689-16,15-25-2231 0</inkml:trace>
  <inkml:trace contextRef="#ctx0" brushRef="#br1" timeOffset="190743.681">11490 15523 9760 0,'0'0'5213'0,"0"0"-3901"16,0 0-316-16,0 0 340 15,52 66-352-15,-44-59-260 0,0-7-128 0,4 0-452 16,0-17-68-16,8-8 80 0,3-10-8 16,10-5-148-16,-1-15-316 0,-5 4-148 15,6-3 48-15,-6 3-84 0,-3 10 108 16,-8 3 96-16,-12 3 184 0,-4 10-20 16,-12 5-204-16,-8 8 336 0,-8 5 12 15,-7 7 272-15,3 17 88 0,-4 11 8 16,3 7 12-16,1 13-52 0,5 6 16 15,7 9-16-15,0 4 88 0,4 10-40 16,8 2-23-16,0 0-13 0,8-4 8 0,0-4-80 16,8-14-152-16,8-18-128 0,8-18-192 15,8-15-40-15,4-8 76 0,12-18-72 16,3-12-100-16,1-9-61 0,4-9-319 16,-5-7-168-16,-2-4-512 0,-6 4-856 0,-11 12-2372 15,12-12-3693-15</inkml:trace>
  <inkml:trace contextRef="#ctx0" brushRef="#br1" timeOffset="191175.206">12295 14558 15953 0,'0'0'1836'0,"0"0"-1524"0,52 66 96 0,-37-31 120 15,-2 10 856-15,-5 9 477 0,-4 2-833 16,-4 14-472-16,0 4-168 0,-12 8-112 15,-4 7-228-15,-4 6-48 0,0 0-108 16,-4 0-12-16,8-5-192 0,0-15 8 16,8-11-72-16,8-20-20 0,0-19 116 15,4-14 88-15,8-11 104 0,4-14-44 0,4-11 132 16,4-10 0-16,4-6-12 0,0-6-72 16,-4-2 24-16,4 9-88 0,-8-2 88 15,3 10-73-15,-3 11 133 0,1 5 109 16,-6 6-61-16,-2 10 0 0,-2 3 184 15,-3 13-16-15,0 3 16 0,-4 6-52 16,-4 4-44-16,0 0-4 0,0 3 36 0,-8 1 64 16,4-4-16-16,-4-4-48 0,0-1-68 15,0-6-16-15,0-5-24 0,0-3-12 16,-4-1 36-16,0-2-12 0,-3 0-68 16,-2-2-4-16,-3-2-48 0,5 1-12 15,-6-2-96-15,2 3-100 0,-1-5-104 16,3 0-136-16,2 0-148 0,-1-7-193 15,0-5-139-15,8-2-456 0,5-5-896 16,3-3-1772-16,0 3-1385 0,11-9-1599 0</inkml:trace>
  <inkml:trace contextRef="#ctx0" brushRef="#br1" timeOffset="191491.595">12833 15433 11865 0,'0'0'5680'0,"0"0"-4888"0,0 0-480 16,0 0 348-16,0 0 16 0,0 0-16 16,0 0 20-16,20 71-364 0,-12-52-228 15,0-1-16-15,0 4 85 0,-4 4-45 16,-1 3-64-16,1 2-40 0,-4 1 64 16,0-1-12-16,-7 5-48 0,-5-1 36 15,4-3-36-15,-4-7 0 0,4-9 36 16,4-7-40-16,4-9 56 0,0 0-64 0,0-13-28 15,8-9-200-15,3-10 228 0,6-10 88 16,3-5 56-16,8-3-144 16,-1 2-44-16,10-2-64 0,-2 5 12 15,1 3 12-15,0 5 8 0,-4 2-277 0,0-1-303 16,-4 7-148-16,-1 8-212 0,1 2-352 0,0 3-88 16,-8 7-3244-16,8-1-4281 0</inkml:trace>
  <inkml:trace contextRef="#ctx0" brushRef="#br1" timeOffset="191891.832">13562 15474 15133 0,'0'0'3896'0,"0"0"-3404"0,0 0 56 15,0 0-32-15,0 0-248 0,-92-37 120 16,69 37 501-16,-1 0-225 15,-4 15-312-15,4 5-60 0,-4 8-52 0,8 9-24 16,0 5 64-16,4 3 152 0,8-1-20 16,4-6-40-16,4-6-196 0,8-7-176 0,8-9-132 15,4-9-36-15,8-4 24 0,8-6-36 16,4-13-52-16,-1-10 88 0,6-9-96 16,2-6-60-16,-3 0-112 0,-4 0 12 15,-8 3 60-15,0 2 88 0,-8 5 56 16,-5 5 40-16,-6 4 108 0,-6 10 48 15,-3 2 136-15,-4 7 144 0,0 3 84 16,0 6-4-16,0 7 100 0,-8 6-252 16,1 3-4-16,-2 3-60 0,5 8 60 15,-4-1 28-15,1 1-4 0,3 0-36 16,-1-5-60-16,1-1-132 0,4-8-96 0,0-11-360 16,0-5-172-16,0-3-48 0,4-5 8 15,5-8 4-15,2-6-5 0,6-7-1087 16,-6 4-2916-16,1-11-5173 0</inkml:trace>
  <inkml:trace contextRef="#ctx0" brushRef="#br1" timeOffset="192053.39">14112 15449 5348 0,'0'0'11093'0,"0"0"-9517"16,0 0-784-16,-16 92 716 0,8-60-232 15,0-3 85-15,4-4 27 0,0-6-448 16,4-3-940-16,0-6-672 0,4-3-160 15,4-5 36-15,0 1 300 0,0 0 84 16,0 1-465-16,0-4-931 0,0 0-688 16,-8 0-1692-16,0-7-2301 0</inkml:trace>
  <inkml:trace contextRef="#ctx0" brushRef="#br1" timeOffset="193653.898">14092 15027 14605 0,'0'0'2224'16,"0"0"-1488"-16,0 0-524 0,0 0-212 15,0 0-172-15,0 0 172 0,0 0 0 16,0 0-472-16,0 0 248 0,0 0-376 15,0 0-508-15,60 16-920 0,-40-7-3965 0</inkml:trace>
  <inkml:trace contextRef="#ctx0" brushRef="#br1" timeOffset="193928.726">14666 15161 12853 0,'0'0'6192'0,"0"0"-5004"16,0 0-784-16,0 0-76 0,0 0-96 0,0 0 108 16,-84 53 389-16,60-24-353 0,0 7-280 15,0 1-48-15,0 5 76 0,1 5-52 16,3 0-64-16,-1 5 4 0,10 2 0 16,7-4 84-16,0-2-52 0,8 0-44 15,8-11-96-15,4-5 12 0,12-9 8 16,4-8 76-16,3-5 84 0,9-7-72 15,4-3-12-15,3-6-120 0,1-7-48 0,4-6 84 16,0-4-244-16,-5-2-533 0,-6-4-495 16,-13 11-1292-16,3-14-5485 0</inkml:trace>
  <inkml:trace contextRef="#ctx0" brushRef="#br1" timeOffset="194113.979">15502 15633 16369 0,'0'0'2000'0,"0"0"-1596"0,0 0-96 15,0 0-260-15,0 0 384 0,0 0 556 16,0 0-120-16,0 0-868 0,0 0-280 16,0 0-536-16,-83 19-472 0,67-19-1288 0,-12 4-5469 0</inkml:trace>
  <inkml:trace contextRef="#ctx0" brushRef="#br1" timeOffset="204241.496">14630 1000 4120 0,'0'0'484'0,"0"0"64"15,0 0 936-15,0 0 216 0,0 0-844 0,-84-10 24 16,68 10 61-16,-4 4-337 0,-4 4-384 15,1 6-40-15,-5 5 24 0,0 3 244 16,-4 10-256-16,0 3 76 0,0 3-12 16,-3 2-168-16,2 6 64 0,1 4 0 15,5-2-136-15,3 6-16 0,-4 0 0 16,8 6-48-16,4 0 40 0,0 4 8 0,8-4-88 16,4 0 72-16,4-2-72 0,8-1 24 15,12-6 40-15,8-1 24 0,4-3 8 16,4 2 296-16,7-2-36 0,5-1-168 15,-4-6-8-15,8 2 12 0,0-8-96 16,3-2-8-16,5-6 0 0,0-5 12 16,3-5 40-16,6-6-52 0,-5-6 4 0,-5-4 0 15,0-11 8-15,-3-8-12 0,-8-6-44 16,0-6 44-16,-4-11 104 0,-8-2-104 16,0-9-76-16,-8-5 72 0,3-9-72 15,-7 0 0-15,1-9-116 0,-10 0-60 16,1 1-756-16,-8-6 932 0,-8-1-204 15,0 3 60-15,-11-4-152 0,-10-3 180 16,-7 1-192-16,-3 2 19 0,-9 4 57 0,-1 9 68 16,-6 9 240-16,-5 14 272 0,0 12-272 15,-3 10 76-15,-5 12 40 0,-4 10-24 16,-4 6-92-16,-7 19-196 0,-5 13 4 16,-3 12 76-16,-5 14-364 0,-4 12-916 15,25-13-1124-15,-45 45-2092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7:33:49.1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19021 4048 10896 0,'0'0'1657'0,"0"0"-837"16,0 0-248-16,0 0 124 0,0 0 236 16,0 0-124-16,0 0-272 0,0 0-224 15,0 0-152-15,0 0-24 0,0 0 28 0,0 0-40 16,0 0-16-16,0 0-44 0,0 0-20 16,4 0-44-16,0 0 0 0,7 0 60 15,2 0 88-15,2 0-100 0,2 0-44 16,-2 0 4-16,5 0-16 0,-4 0 16 15,8 0 40-15,-4 0-48 0,4 3-8 16,-1-3 0-16,5 0 0 0,0 0-40 16,-3 0-52-16,-1 3 96 0,4-3-316 15,-9 0-212-15,1 3-144 0,0-3-188 16,-4 3-248-16,0 1-296 0,-8-1-1237 16,0 0-3535-16</inkml:trace>
  <inkml:trace contextRef="#ctx0" brushRef="#br0" timeOffset="33293.091">1657 4660 7988 0,'0'0'3221'0,"0"0"-2089"0,0 0-276 0,0 0 376 15,0 0 204-15,0 0-244 0,0 0-336 16,0 0-88-16,0 0-216 0,0 0-320 16,-64-59 16-16,56 11-92 0,0-9 76 0,0-10-132 15,4-16-16-15,4-6 28 0,0-12-112 16,4-7 0-16,8-12-112 0,4-5 64 15,5-8-48-15,2 0-16 0,-3 3-144 16,4 5-224-16,-5 14 148 0,-2 13 100 16,-2 13-40-16,-6 11-24 0,3 14 88 15,-1 13-4-15,-2 15 0 0,-1 13 40 16,-5 9 60-16,1 10-64 0,0 0-96 16,0 17-128-16,5 8 400 0,-2 13 288 15,5 22-204-15,4 17-80 0,0 17 116 0,8 12-32 16,-4 10-28-16,4-1-60 0,-1 0 8 15,2-8 4-15,3-6 64 0,-8-15-76 16,-1-10 0-16,1-15-96 0,-8-13 88 16,-3-13 8-16,-2-10 112 0,-3-6-104 15,-4-7-8-15,0-5-60 0,-4-4 60 16,-7 0 472-16,-13 0-276 0,-8 4-88 16,-13 0-108-16,-14-2-100 0,-5 2 88 15,-11 0-76-15,-9-1-36 0,-4 2 124 16,-8-1 0-16,1 0-172 0,-5 3-40 0,9-1 140 15,3-2 72-15,13-1 160 0,6-3-112 16,18 0 16-16,7-3-64 0,16 0 4 16,8 0 156-16,12 0 16 0,8-3-176 15,5-10-352-15,14-9-272 0,13-13 512 16,16-9 112-16,16-14 8 0,7-5 44 16,9-1 8-16,8-2-60 0,-1 3-100 15,1-2 28-15,-4 12-4 0,-1-1-148 0,-11 9-8 16,-1 4 120-16,-7 9 48 0,-4 10-248 15,-12 12-344-15,-8 10-140 0,-16 10 492 16,-13 21 304-16,-11 10 340 0,-15 18-112 16,-17 7 28-16,-8 16-168 0,-16 7 140 15,-7 9 200-15,-10 1 60 0,-2 6-56 16,-5 0-208-16,-8 3 88 0,1 0-180 16,-4 3-128-16,7-7 44 0,4-2-48 0,12-10-64 15,8-7-136-15,13-8-580 0,7-6-324 16,16-21-1084-16,-4 17-3073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7:34: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5609 2944 1396 0,'0'0'7684'16,"0"0"-5127"-16,0 0-1137 0,0 0-388 16,0 0 280-16,0 0 132 0,0 0-312 15,0 0-320-15,0 0-172 0,0 0-40 16,-11-27-36-16,11 27-104 0,0-3-116 15,0 3-104-15,0 0-44 0,0 0 25 16,0 0-29-16,4 0-12 0,-4 0-20 16,3 0-76-16,1 0-72 0,0-3-4 15,5 0 4-15,2-1 108 0,5 2-112 16,0-2-8-16,0 1 0 0,0 0-4 16,4 0 4-16,0 3-12 0,4 0 4 15,0-3 8-15,4 3 0 0,4 0 8 0,3-4 200 16,5 1-200-16,0 0-8 0,8 0 0 15,0 0 0-15,3-4 44 0,1 4 4 0,4 0-48 16,0-3-8-16,4 0-76 0,0-1 84 16,-1-3-4-16,0 3 4 0,1 2-4 15,4-1-8-15,-4-1 8 0,0 0 0 16,3 5-4-16,1-1 0 0,0-4 4 16,-5 4 0-16,5-3 4 0,1 2-4 15,-5-2 4-15,3-1 4 0,5 5-4 16,-4-5 0-16,-1 2 12 0,1 0-12 15,-4-1-60-15,0 3 12 0,-1 0-16 16,-3 0 16-16,4 0 36 0,-9 3-68 16,5-4 80-16,0 1 0 0,-4 3 0 0,3 0 0 15,-3 0 0-15,1 0 8 0,-2 0 4 16,1 0 36-16,0-3-36 0,4 0 48 16,-5-1-52-16,1 2 40 0,0-2-48 15,-1-2 8-15,5 3 52 0,-7-4-16 0,2 1-44 16,1 3-12-16,-4 0-72 0,3 0 76 15,-3-1-8-15,0 4 4 0,0 0 8 16,-1 0 0-16,1 0-4 0,1 4-4 16,-6-1 4-16,5 0 8 0,-4-3 0 15,4 3 0-15,3-3 0 0,-3 0-4 16,0 0 4-16,0 0 0 0,4 0 12 16,-1 0-4-16,-3 0 4 0,4 0-4 15,-4-3-8-15,4 3 0 0,-5 0 0 16,1 0 8-16,0 0-4 0,-4 3-4 0,3 0-68 15,-2 0 64-15,-2 4 0 0,-3-4 4 16,4 3-12-16,0-2 8 0,-4-2 4 16,3 2-4-16,-3-1 0 0,1-3 4 15,2 0 0-15,-3 0 0 0,0 0-8 16,0 0-4-16,-5-3-36 0,5 3 48 16,-3 0 0-16,-2 0-48 0,5 0 44 15,-5 0 4-15,1 3 8 0,-4 0-4 0,0 0-4 16,0 1 4-16,-4-1 0 0,4-3 8 15,-8 0 36-15,4 0-48 0,-4 0-4 16,-5 0-44-16,1 0 36 0,1 0-36 16,-6-3 36-16,-2-1-36 0,-2 1 40 15,-3 3 0-15,4-3 8 0,-4 3-4 0,4 0-4 16,-4 0 4-16,4 0 4 0,-4 0-4 16,0 0-4-16,0 0-4 0,0 0 4 15,0 0-4-15,-5 0 0 0,6 0 4 16,-5 3 4-16,0-3 4 0,-4 0 0 15,4 0 0-15,-4 3-4 0,0-3-12 16,0 0-104-16,0 0-196 0,0 0-85 16,-4 4-35-16,0-4-100 0,-9 0-28 15,2 3-292-15,-9 3-688 0,-4-3-1640 16,0 3-3689-16</inkml:trace>
  <inkml:trace contextRef="#ctx0" brushRef="#br0" timeOffset="1131.066">3159 3013 6644 0,'0'0'2452'0,"0"0"-319"0,0 0-1349 15,0 0-248-15,0 0 332 0,0 0 312 16,0 0-220-16,0 0-240 0,0 0-260 16,0 0-108-16,0 0-92 0,-24-19-112 15,24 19-36-15,0 0-100 0,8 0 0 16,4 0 124-16,4 2-36 0,4-2 124 0,3 7-88 16,2-7-40-16,-1 4 28 0,0-1 24 15,4-3-84-15,4 3 44 0,-1-3-8 16,5 3 12-16,0 0-108 0,3 1 0 15,2 1-4-15,-1 2 4 0,3-1 48 16,-3 1-44-16,4-4-4 0,4 3 4 16,-4-3-8-16,-1-3 0 0,5 4 0 15,-4-4 0-15,4 0 48 0,0 0 16 16,-1-4-64-16,2 1 0 0,-6-3 0 16,0 3-4-16,2 0-44 0,-2-1 48 0,2 1 4 15,-2 3-4-15,-3-3-12 0,0 3-84 16,0 0-28-16,-1 0 24 0,-2 3-8 15,-1 4-64-15,-1-1 36 0,1-3 48 16,0 3 0-16,-1-2 84 0,1-4 4 0,1 3 0 16,-1-3 52-16,-1 0 8 15,-3 0-60-15,0 0 4 0,0 0-4 0,-4 0 0 16,0-3 0-16,0 3-4 0,-4 0 0 16,-1 0 4-16,-3 0 0 0,4 0-8 15,-4 0-64-15,0 0-40 0,-4 0-88 16,0 0 104-16,-5 0-4 0,2 0-48 15,-2 3 24-15,-2-3 0 0,-5 0-76 16,0 3-36-16,0-3-28 0,0 0-8 16,-4 3-48-16,0-3-56 0,0 0-128 15,0 0-112-15,0 6-248 0,-8-3-592 0,0 4-1417 16,-1-4-2971-16,-10 10 2345 0</inkml:trace>
  <inkml:trace contextRef="#ctx0" brushRef="#br0" timeOffset="2747.37">3841 3286 2436 0,'0'0'272'0,"0"0"-272"0,0 0 260 15,0 0-128-15,0 0 740 16,0 0 1644-16,0 0-1556 0,0 0-816 0,0 0 88 15,0 0 328-15,-17 48 256 0,17-45 36 16,0 0-180-16,0-3-103 0,0 0-57 16,0 0-60-16,0 0-108 0,0 0-140 15,0 0-100-15,0 0-28 0,0 0 24 16,0 0 4-16,0 0-96 0,0 0-8 16,0 0-4-16,0 0-4 0,0 0-56 15,0 0 64-15,0 0 4 0,0 0 84 0,0 4 80 16,0-4 20-16,0 2 4 0,4-2 0 15,-4 0-52-15,0 0 36 0,0 3 0 16,0-3-48-16,0 3 24 0,4 8-12 16,-4-3 48-16,9 12 52 0,-5 5 100 15,3 10 380-15,1 3-160 0,1 7-224 16,-2 5-248-16,-3 4-40 0,0 3 28 16,0 4-28-16,0-4-48 0,1-3-12 0,-2-7 12 15,1-5 0-15,0-7 48 0,-4-10-40 16,4-3 0-16,-4-6-8 0,0-3 0 15,0-3-12-15,4-8-160 0,-4-2-64 16,0 0-64-16,0 0-112 0,0 0-68 0,0-2 4 16,0-11-216-16,0-3-436 0,-4-9-612 15,4-7-981-15,0 6-1419 0,-4-18-911 16</inkml:trace>
  <inkml:trace contextRef="#ctx0" brushRef="#br0" timeOffset="3063.674">3992 3327 1704 0,'0'0'4'0,"0"0"3188"0,0 0-772 0,0 0-1096 16,0 0-44-16,0 0 153 0,0 0-125 15,0 0-528-15,0 0-360 0,0 0 24 0,0 0 100 16,8 38-28-16,-4-12-216 15,0 6-36-15,-1 5 56 0,6 8-72 0,-5 9 16 16,4 6 32-16,-1 10-96 0,-3 4-100 16,5 1-100-16,-5 4-24 0,0-2 24 15,3-11 24-15,-3-5-24 0,0-14 4 16,5-8-4-16,-5-14 4 0,3-12-4 16,-7-4-96-16,4-9-76 0,-4 0-264 15,0 0-96-15,4-9-92 0,-4-7-184 16,4-3-324-16,-4-13-952 0,0 7-3285 0</inkml:trace>
  <inkml:trace contextRef="#ctx0" brushRef="#br0" timeOffset="3247.356">3904 3375 1472 0,'0'0'9913'0,"0"0"-8845"16,0 0-724-16,-108 44 296 0,69-22 376 0,-1 7-72 15,4-4-504-15,0 3-440 0,4-2-24 16,4 0-392-16,9-5-516 0,-2-4-200 16,10-4-300-16,2-10-345 0,5-3-919 15,4-13-3932-15</inkml:trace>
  <inkml:trace contextRef="#ctx0" brushRef="#br0" timeOffset="3381.207">3944 3248 940 0,'0'0'9588'0,"0"0"-7903"0,0 0-533 16,0 0 204-16,76 41-296 0,-64-28-556 16,-5 6-256-16,1 0-244 0,1 4-4 15,-1 2-452-15,-5 3-480 0,1 4-344 0,0-1-924 16,0-5-2737-16,-4 6-1683 0</inkml:trace>
  <inkml:trace contextRef="#ctx0" brushRef="#br0" timeOffset="3648.108">3845 4077 4484 0,'0'0'2372'16,"0"0"2145"-16,0 0-3145 0,43 69-212 16,-27-40 232-16,-4 3-108 0,4 6-264 15,0 1-600-15,-4 1-248 0,4-5-72 0,-5 0-96 16,2-10 180-16,2-6 28 0,-6-9-4 15,3-7 124-15,-1-3-24 0,2 0 48 16,2-6 204-16,5-7-120 0,5-9-160 16,2-10-160-16,5-6-120 0,4-4-88 0,4-5-328 15,4 3-144-15,-4 3-396 0,-1 3-324 16,1 2-880-16,-12 11-892 0,3 0-2693 16</inkml:trace>
  <inkml:trace contextRef="#ctx0" brushRef="#br0" timeOffset="4181.295">2789 5484 6412 0,'0'0'3064'0,"0"0"-1127"0,0 0-797 16,0 0 60-16,83 47 68 0,-67-25-124 15,0 6-392-15,-8 4-180 0,0 0-64 16,-4 3-40-16,-4 0-60 0,0 0-100 0,-4-4-76 16,0 1-72-16,-8-3 84 0,-4-4-184 15,0-3 28-15,-3 0-76 0,-2-5-12 16,-3-2-40-16,0-5-96 0,5-7 76 16,-5 0-4-16,0-3-20 0,-1-6-112 15,2-7-36-15,-1-3 20 0,4-3 16 16,4 0-100-16,8-3 136 0,4 3 88 0,4-4 68 15,4 5-268-15,8 2 272 0,0 0 232 16,12 0-44-16,0 7-40 0,0 2 12 16,3 3 36-16,6 4-72 0,-6 4-28 15,5 6-88-15,0 8-4 0,1 5-4 16,-6 2-96-16,1 7 44 0,0-3-400 16,-8-1-44-16,0-2-12 0,-1-4-188 0,-2-3-448 15,-2 0-788-15,-2-3-228 0,-2-7-1753 16,-3 1-3627-16</inkml:trace>
  <inkml:trace contextRef="#ctx0" brushRef="#br0" timeOffset="4332.589">3283 5864 2664 0,'0'0'1228'0,"0"0"3936"0,0 0-3768 16,0 0-335-16,-24 92 323 15,11-60-264-15,-2 2-524 0,-2 5-324 0,6-4-272 16,-1-7-76-16,4-5-352 0,-4-4-692 15,8-7-620-15,4-2-1453 0,-4-7-3327 0</inkml:trace>
  <inkml:trace contextRef="#ctx0" brushRef="#br0" timeOffset="4831.551">3824 6496 2540 0,'0'0'13197'0,"0"0"-11481"0,0 0-1456 15,0 0 260-15,0 0 244 0,-88 60 240 16,73-63-320-16,-1-16-136 0,-4-6-196 0,-4-17-352 16,0-12-80-16,0-12-164 0,1-11-316 15,3-5 36-15,3-3 72 0,9 2 60 16,5 3 220-16,3 7 36 0,0 6 36 0,11 7 96 15,6 6 0-15,-6 7 0 16,6 2 4-16,2 7 136 0,-3 6-16 0,1 6-116 16,-6 7-4-16,-3 10 0 0,0 3-12 15,-4 6-88-15,-4 0 28 0,4 3-100 16,-4 9 48-16,4 7 124 0,-4 4-4 16,0 6 4-16,0 2 72 0,0-2 28 15,-4-10 84-15,4-3 0 0,0-4-172 16,0-5-12-16,4 2-244 0,8-2 96 15,4 2 60-15,3 0 88 0,2-2 124 16,7 3-24-16,-4-3-92 0,-1-5 112 16,5 2 200-16,-4 2 24 0,-4-4-52 15,0 5-144-15,-8 0-136 0,0 2 88 16,-5 0 32-16,-7 1 4 0,5 3-28 0,-5 0-48 16,-5 3 40-16,-6 3-28 15,-1-4-24-15,-8 4-48 0,0 0-112 0,-8 0-168 16,1-2-184-16,-5-2-148 0,-1 1-116 0,-3-3-232 15,-7 0-1164-15,11-7-3053 0,-20-3-4795 0</inkml:trace>
  <inkml:trace contextRef="#ctx0" brushRef="#br0" timeOffset="5447.55">5108 5368 1840 0,'0'0'7920'0,"0"0"-5319"0,0 0-1145 16,-81 80-368-16,62-49 208 0,3 5-96 0,4 5-332 16,0 1-164-16,8 2-116 0,4-2 24 15,0-4 8-15,4-10-240 0,4-3-304 0,4-9-76 16,-1-7-72-16,-2-2 0 0,7-7 60 16,-4-3 12-16,4-7 80 0,4-9-80 15,-1-9-72-15,1-10-148 0,1-4-256 16,-6-2 84-16,5-4 24 0,-4 1 88 15,-4 8 32-15,-4 4 116 0,4 7 68 16,-9 9-32-16,2 6-76 0,-1 7-28 16,0 6 52-16,4 0 20 0,-4 6 128 15,3 7 324-15,6 3 32 0,-5 6-12 16,-1 3-100-16,2 3 28 0,-1 2 8 0,-1 3 12 16,-3 0-168-16,5 2-76 0,-5-3-48 15,0-7-164-15,0-6-728 0,-4-2-128 16,3-11-444-16,-3 0-988 0,0-6-1837 15,0-3-3235-15</inkml:trace>
  <inkml:trace contextRef="#ctx0" brushRef="#br0" timeOffset="5698.469">5462 5292 3908 0,'0'0'6444'0,"0"0"-4591"15,0 0-489-15,0 0 752 0,0 0-228 16,59 80-408-16,-46-55-500 0,-5 4-392 15,-1 2-248-15,1 4-144 0,5 1-148 0,-6 2-48 16,1 3 0-16,1 0-12 0,-1-5-196 16,-5-9-72-16,-3-7 36 0,4-8 196 15,-4-8 48-15,0-4 108 0,0 0-56 16,4-11 140-16,-4-1-128 0,4-7 8 16,5-2-68-16,-2-9-4 0,5-1-88 15,1-4-92-15,6 3-124 0,-3-3-284 16,3 0-308-16,6-3-428 0,3 3-940 15,-12 10-2113-15,7-10-1847 0</inkml:trace>
  <inkml:trace contextRef="#ctx0" brushRef="#br0" timeOffset="6030.86">5952 5561 7416 0,'0'0'6017'16,"8"74"-4789"-16,-4-48-144 0,0-3 656 15,4-4-172-15,-4-7-552 0,0-10-540 0,4-2-132 16,8-8 68-16,0-9-84 0,3-8-216 15,2-3-112-15,-1-11-244 0,-1-2-184 16,-2-1-32-16,-2 4 20 0,-2 4 84 16,-2 2-72-16,1 4 60 0,-3 4 144 15,-9 10 16-15,0 1 100 0,0 7 108 16,-13-1 8-16,1 3 92 0,-8 4 24 16,-4 0-64-16,1 0 76 0,-1 11-76 15,0 8-8-15,3 9 8 0,6 7 88 0,-2 6 60 16,6 11 64-16,3-2 144 0,4 4-76 15,0-4-168-15,4-4-124 0,0-6-48 16,8-5-48-16,0-6-40 0,3-10-8 16,6-6-24-16,3-10-200 0,3-3 160 15,5-3 148-15,4-10-148 0,4-6-256 0,8-3-160 16,3-4-92-16,6-5 172 0,-1 1-1116 16,-13 5-3665-16,25-9-3539 0</inkml:trace>
  <inkml:trace contextRef="#ctx0" brushRef="#br0" timeOffset="6617.361">6840 5223 732 0,'0'0'10521'0,"0"0"-8265"0,81-10-1076 16,-38 7 4-16,5 0 44 0,-1-1-412 0,-2 4-248 15,-6 0-208-15,-3 4-224 16,-4 2-40-16,-8 4 16 0,-4-1-112 0,-4 4-52 0,-9 3-56 15,-3 2 100-15,-4 8-348 16,-7 3 60-16,-5 5-16 0,-4 5 128 0,-7-1 68 16,-2 3 116-16,1 1 12 0,0-4-8 15,-4-4 56-15,5-2-56 0,-1 0 128 16,4-10-84-16,4 1 28 0,7-8 48 16,2-5 196-16,7-4-48 0,0-6-116 15,0 3 16-15,11 1 100 0,6-1 204 16,7 0 212-16,0 0-128 0,8-3-160 15,0 0-35-15,0 0-61 0,-1 0-24 16,1-6-112-16,-4-4-96 0,4-2-72 16,-9-5-376-16,5-5-205 0,-4 0-331 0,0 0-248 15,1-7-576-15,-6 11-2176 0,5-14-2577 16</inkml:trace>
  <inkml:trace contextRef="#ctx0" brushRef="#br0" timeOffset="6930.978">7546 5467 3300 0,'0'0'2904'0,"0"0"3153"0,0 0-4985 0,0 0-232 16,0 0 888-16,43 80 8 0,-30-74-400 16,-2-3-516-16,2-3-280 0,2-9-4 15,6-7-184-15,-2-12-352 0,5-5-36 16,-4-8-244-16,4 0-172 0,-8 3 0 16,0-1-24-16,-4 12 44 0,-5 0-48 15,-3 8-36-15,-4 4 80 0,0 5-48 16,-7 4 136-16,-9 2 148 0,-4 2 200 15,0 2 200-15,-3 6-200 0,-2 10-8 0,1 6 8 16,4 6 212-16,5 10 60 0,-2 10 16 16,9 9 108-16,1 6 60 0,-1 5 88 15,8-2-40-15,0 1 20 0,4-4 0 16,7-6-12-16,1-9-328 0,1-10-136 16,-2-15-96-16,6-10-24 0,-2-13-404 0,1-7-112 15,0-16-84-15,0-12-312 0,5-9-900 16,-10 6-4145-16</inkml:trace>
  <inkml:trace contextRef="#ctx0" brushRef="#br0" timeOffset="7163.353">7993 5235 8248 0,'0'0'4037'0,"0"0"-2669"0,0 0-1000 16,0 0 556-16,23 70 576 0,-20-44-24 15,2 2-400-15,-1 1-340 0,-4 3-308 16,4-1-172-16,-4 7-108 0,4 1-148 15,-4 1-12-15,8-1 12 0,-5-7 40 16,6-10 312-16,-5-10-48 0,0-1-60 16,0-11-64-16,0-4-68 0,3-6-104 15,6-9-4-15,2-6-4 0,6-3-184 16,-1-9-132-16,3 4-24 0,1-6-428 16,0 4-152-16,0 1-188 0,4-1-368 0,-1 0-740 15,-3 9-3417-15,1-2-2799 0</inkml:trace>
  <inkml:trace contextRef="#ctx0" brushRef="#br0" timeOffset="7421.5">8487 5410 4912 0,'0'0'6833'16,"7"69"-4621"-16,-3-33-1276 0,4 5 260 15,0 3 316-15,4-9 188 0,-4-9-632 16,-1-14-388-16,6-5-180 0,-1-7-99 16,4-3-205-16,3-13-88 0,2-6-108 15,-1-10-88-15,-1-3-192 0,-6-6-109 16,2-4-11-16,-7 4-64 0,4-1 84 15,-4 5 112-15,-8 5 120 0,0 7 148 16,0 2 4-16,-11 7 72 0,-2 3 56 16,-10 4-8-16,-1 3 8 0,-4 6-44 0,0 0-36 15,0 9-52-15,0 7-136 0,-4 3 16 16,4 4 20-16,0 2-8 0,0-3-136 16,0 3-372-16,5 1-160 0,3-4-436 15,-1 0-1084-15,6 4-2621 0,2-11-3887 16,-6 10 7689-16</inkml:trace>
  <inkml:trace contextRef="#ctx0" brushRef="#br0" timeOffset="7919.209">9191 5016 5852 0,'0'0'1328'15,"0"0"3649"-15,0 0-3469 0,0 0-368 16,0 0 360-16,0 0 104 0,0 0-468 16,0 0-656-16,0 0-248 0,-68 89-60 15,49-44 72-15,3-1-12 0,0 0-36 16,4-3-28-16,4-6-120 0,4-6-48 16,4-6-4-16,0-8-56 0,4-2-12 15,4-6 12-15,4-1 48 0,4 0 0 16,0 1 4-16,3-4 8 0,5 0 8 0,-3 0-8 15,-2-3-4-15,-3 3 4 0,0 3 8 16,-4 1 52-16,0-1 84 0,-8 4-20 16,0-1-40-16,-4 0 16 0,0 4 32 15,-4 0 4-15,-4-1-40 0,-8-1-96 0,0 1-48 16,-4 1-148-16,1 2-244 0,-9-2-180 16,-4 4-128-16,0-2-112 0,0-2-352 15,-8 3-1032-15,12-4-3101 0,-20 1-3727 0</inkml:trace>
  <inkml:trace contextRef="#ctx0" brushRef="#br0" timeOffset="8404.66">10487 5181 7416 0,'0'0'2268'0,"0"0"-939"0,0 0-941 16,0 0-92-16,-60 76 728 0,51-35 404 16,-2 4-104-16,7 3-316 0,0 3-312 15,0-4 172-15,4-2-64 0,0-7-240 0,4-12-256 16,0-11-296-16,3-5-12 0,1-10-4 16,5 0 4-16,2-13 0 0,5-9-88 15,1-7-244-15,2-6-208 0,-7-3 72 16,0-3 60-16,0 3 160 0,-4-1 100 15,-5 7 60-15,2 7 16 0,-9 3-52 0,0 3 24 16,-4 6-12-16,-8 4 112 16,-4-1 212-16,-4 4-4 0,-4 6-192 15,-4 0-8-15,0 0-8 0,5 13 0 16,2-1 104-16,6 8-104 0,6-1-100 0,2 2-124 16,7 2-24-16,0-4-532 0,0 0-1172 15,7-3-3005-15</inkml:trace>
  <inkml:trace contextRef="#ctx0" brushRef="#br0" timeOffset="8564.023">10897 5375 8836 0,'0'0'5957'0,"0"0"-4973"0,84-3-120 16,-57-3 392-16,1-7-452 0,-4-6-300 16,0-1-100-16,0-8-356 0,-1-1-48 15,-3-5-660-15,1 2-440 0,-6-3-632 16,-2 0-1164-16,-6 10-2125 0,-7-4-2299 0</inkml:trace>
  <inkml:trace contextRef="#ctx0" brushRef="#br0" timeOffset="8797.936">10944 4991 380 0,'0'0'1928'0,"0"0"-1368"0,0 0-192 0,0 0 3672 16,-51 66-2004-16,51-34-383 16,0 7-21-16,8 1-92 0,7 5 40 0,1 3-16 15,1 5-240-15,6 8-280 0,-3 2-272 16,1 10-248-16,-2 7-136 0,1-1-8 15,-4 1-91-15,0-1-177 0,-4-3-28 16,-4-3-12-16,0-9-72 0,-4-3 0 16,-4-11 0-16,0-9 4 0,0-6 4 15,0-10-8-15,0-6 0 0,-4-6-60 16,-4-7-148-16,-4 0-69 0,-4-6 9 16,-8 0-48-16,-4-6-100 0,-4-6-156 15,-7-1-76-15,-2-2-264 0,-6-11-960 0,11 10-2916 16,-16-19-3613-16</inkml:trace>
  <inkml:trace contextRef="#ctx0" brushRef="#br0" timeOffset="9930.908">12020 5359 2628 0,'0'0'76'0,"0"0"-64"0,0 0 5836 16,0 0-3892-16,0 0-543 0,0 0-197 15,0 0-32-15,0 0-236 0,0 0-156 0,0 0-276 16,-88-31 32-16,80 31 24 0,-3 6-28 15,-2 7-224-15,2 6-72 0,3 9-40 16,0 4 24-16,0 3 28 0,4 2 32 16,4 1-24-16,0-6-132 0,0-2-136 15,0-12-60-15,7-2 48 0,-2-9-184 0,3-7 0 16,0 0 24-16,3-4-36 0,6-11-148 16,-2-5-52-16,1-5-96 0,0-3 20 15,0-4 24-15,1 1 100 0,-2 1 84 16,-3 5 52-16,4 6 108 0,-4 3 64 15,-4 7 4-15,0 5 48 0,-4 4 128 16,0 4 48-16,4 5 88 0,-5 7 184 16,6 6-164-16,-1 3 0 0,0 2-8 0,0-2-56 15,4 0-8-15,-1-3-40 0,6 0-160 16,-2-2-8-16,5-8 84 0,1 1-88 16,7-10-112-16,-5-3-148 0,5 0-224 15,4-10-232-15,0-3-376 0,3-2-1004 16,-11 2-1733-16,8-9-1839 0</inkml:trace>
  <inkml:trace contextRef="#ctx0" brushRef="#br0" timeOffset="11368.782">13108 5305 11173 0,'0'0'2520'0,"0"0"-976"15,0 0 92-15,0 0-76 0,8 70-196 16,-4-35-352-16,0 6-304 0,0 6-271 15,-4-5-109-15,0-1-108 0,0-6-172 16,0-6-48-16,3-7-96 0,-3-9-184 16,0-7-353-16,5-6-267 0,-5 0-224 15,0-6-576-15,0-1-2140 0,0-12-3469 0</inkml:trace>
  <inkml:trace contextRef="#ctx0" brushRef="#br0" timeOffset="11530.856">13100 4994 1760 0,'0'0'10657'0,"0"0"-8681"0,0 0-764 0,0 0 540 15,0 0-344-15,0 0-512 0,0 0-564 16,0 0-332-16,87 3-132 0,-70 1-456 16,2-2-408-16,5 5-468 0,-11-1-1640 15,6 13-4985-15</inkml:trace>
  <inkml:trace contextRef="#ctx0" brushRef="#br0" timeOffset="11813.965">13442 5220 6564 0,'0'0'6349'0,"0"0"-4709"0,0 0-808 16,0 0 712-16,0 0 264 0,0 0-128 15,41 76-524-15,-30-55-487 0,-3 5-305 16,1 3-60-16,-2 2-64 0,1-2-72 15,-4 6-156-15,0-4-12 0,1 2-8 16,-2-3-160-16,-3-3-84 0,0-8-4 16,4-10 76-16,-4-2 56 0,0-7 64 0,0 0 0 15,4 0 60-15,-4-3 36 0,4-7 96 16,0-2 64-16,0-8-76 0,8-5-36 16,-4-7-84-16,4-3-120 0,0-6-232 15,-4 3-145-15,3-3-99 0,6-4-304 16,-2 3-304-16,2-2-796 0,-6 10-2004 15,9-14-1929-15</inkml:trace>
  <inkml:trace contextRef="#ctx0" brushRef="#br0" timeOffset="12098.427">13817 5089 7736 0,'0'0'5609'0,"0"0"-4213"0,0 0-828 15,28 79 172-15,-20-50 652 0,0 3 200 0,3 0-148 16,2-4-580-16,-5 4-255 15,-1 0-209-15,2-4-96 0,-1 4-88 16,-4 3-140-16,0 1-28 0,-4 1-48 0,0-2-4 16,0 3-80-16,0-6 20 0,0-7-32 15,0-3 36-15,0-9 60 0,0-10 0 16,0 0 0-16,0-3 0 0,0-3-84 16,0-2-136-16,3-9 40 0,6-5 24 15,7-9-16-15,0-10 111 0,11-4-135 16,-3-5-264-16,4 2-224 0,0 4-36 15,0-1-128-15,0 8-400 0,-8 5-452 0,-4 3-596 16,-9 11-1961-16,-7-1-3627 0</inkml:trace>
  <inkml:trace contextRef="#ctx0" brushRef="#br0" timeOffset="12830.663">12339 5359 13061 0,'0'0'2508'0,"0"0"-1216"0,0 0-196 16,0 0 0-16,0 0-312 0,0 0-244 16,0 0-116-16,0 70-140 0,-4-35-152 15,4 4-72-15,0-2-20 0,-4-2-40 0,4-7-60 16,0-5-12-16,0-7-64 16,0-10 4-16,4-3-64 0,-4-3-120 0,4 0 8 15,-4-3 4-15,4-6 48 0,4-4 208 16,0-3-4-16,4-6-56 0,-4-5-4 15,0 6-8-15,-1-4 120 0,2-1 8 16,-1 4 0-16,3 6 80 0,-2 0-40 0,-1 7 172 16,3 3 52-16,-7 2-64 0,5 1-64 15,-2 3-80-15,1 3 96 0,5 7 8 16,-6 2-20-16,1 4 20 0,0 7 4 16,-4 3-36-16,4-1-60 0,-8 6-76 15,4-2-12-15,-4 3-60 0,0-1-184 16,4-5-284-16,-4 0-108 0,4-7-236 15,0 2-140-15,-4-1-800 0,4-8-2296 0,1 7-2925 0</inkml:trace>
  <inkml:trace contextRef="#ctx0" brushRef="#br0" timeOffset="13689.841">15096 5248 1668 0,'0'0'9449'0,"0"0"-7081"16,0 63-932-16,0-18-268 0,0 12-228 0,0 14 76 16,8 6 96-16,-8 16-144 15,4 6-224-15,-4 2-260 0,0 8-68 0,0 1-123 16,-4-2-185-16,0-9-16 0,0-10-92 16,0-19-12-16,0-17-96 0,4-17 60 15,0-17-16-15,0-10-189 0,0-2-551 16,0-7-208-16,0-4-204 0,4-12-716 15,0 4-1208-15,-4-27-3689 0</inkml:trace>
  <inkml:trace contextRef="#ctx0" brushRef="#br0" timeOffset="13931.102">15056 5534 7960 0,'0'0'3129'15,"0"0"-873"-15,0 0-908 0,56-70 188 16,-36 54 32-16,-4 0-236 0,3 4-336 0,2-1-316 15,-1 3-336-15,-5 7-164 0,2 0-56 16,-2 3-124-16,-2 0-4 0,-6 10-72 16,1 9 68-16,-4 9 0 0,-4 10 4 15,0 7-224-15,-4 5-164 0,-8 4-48 16,0-5-72-16,0-9-76 0,5-5-116 16,-1-9-220-16,-1-11-400 0,5-5-568 15,4-10-364-15,0 0-2101 0,0-16-3015 0</inkml:trace>
  <inkml:trace contextRef="#ctx0" brushRef="#br0" timeOffset="14214.2">15419 5505 5548 0,'0'0'4272'0,"0"0"-2079"0,0 0-1489 16,23 93-52-16,-18-65 844 0,-1-3 192 16,0-6-408-16,-4-5-736 0,4-9-460 15,-4-5-84-15,7 0-60 0,1-9 8 0,5-10 40 16,-2-3-320-16,6-10-224 0,-2-3-228 15,1-3 92-15,-4 2 76 0,-4 5 300 16,0 2 176-16,-4 7 140 0,0 3 52 16,-4 7 188-16,-4 5 276 0,-8 1 52 15,0 2 56-15,-3 4-64 0,-2 0-324 16,2 13 36-16,2 3-24 0,-2 10 48 16,2 5 36-16,6 4 48 0,-5 4 100 0,7-6 92 15,-2 4-204-15,3-9-296 0,4-3-72 16,0-6-280-16,0-5-588 0,0-6-264 15,7-8-80-15,2-3-380 0,3-13-700 16,-1 0-917-16,10-28-3675 0</inkml:trace>
  <inkml:trace contextRef="#ctx0" brushRef="#br0" timeOffset="14748.292">15793 4864 5032 0,'0'0'7701'15,"0"0"-6593"-15,-7 92-180 0,2-45 844 16,-3 7-32-16,1 3-168 0,3-3-496 0,4-2-492 16,0-2-328-16,0-3-256 0,4-3-136 15,3 2-56-15,1-5-260 0,1-5-292 16,2-9-124-16,-3-10 56 0,8-9-80 16,0-4-64-16,-4-4-324 0,4-9-316 15,4-5 308-15,-5 6 444 0,6-3 636 16,-1 9 208-16,-1 2 644 0,2 2 340 15,-1 9 20-15,-5 8 8 0,2 0-44 16,-6 9 0-16,1 0-152 0,-7 4-184 16,2 3-140-16,-7-2-64 0,4-2 0 0,0 1 76 15,-4-7-104-15,8-3-240 0,-3-3-160 16,2-6-44-16,1-4-68 0,4-2 64 16,4-1 0-16,-4-3 40 0,8 4 0 15,0 0 8-15,-1-2-8 0,6 4 8 16,-5 2 72-16,3-3-36 0,-3 9-36 15,0-1-8-15,-4 2 8 0,-4 8 8 0,0 2 92 16,-8 4-40-16,0 3-48 0,-4 4 36 16,-12-1 12-16,-4 3 4 0,0-3-56 15,-8 1-8-15,0-6-160 16,1-7 52-16,-1-3-16 0,4-8 124 0,4-2 128 16,0-13 64-16,4 0 76 0,3-6-180 15,-2-16-88-15,3-8-112 0,4-8 16 16,4-6-52-16,0-3-56 0,8-4-188 15,7-2 12-15,6 1 148 0,-1-2 76 0,8 4-40 16,0-5 8-16,4 5-128 0,0-1-216 16,-1 3-372-16,1 1-844 0,-9 12-1484 15,10-10-3501-15</inkml:trace>
  <inkml:trace contextRef="#ctx0" brushRef="#br0" timeOffset="15583.941">16789 5331 1592 0,'0'0'8904'0,"0"0"-6807"15,0 0-529-15,0 0-396 0,0 0 188 16,0 0-80-16,0 0-220 0,0 0-80 16,100-58-296-16,-72 58-208 0,3 11-64 0,-3 3-11 15,0 5-109-15,0 4-120 16,-3 9 20-16,-10-1-96 0,1 4-96 0,-8 4-4 16,0-1 0-16,-3 3-4 0,-2-3-76 15,-3-6-24-15,0-7-40 0,0-3 76 16,0-9-12-16,0-3-124 0,0-8-81 15,0-2 69-15,0 0 208 0,0 0 12 16,0-2 108-16,0-5 4 0,0-5-112 0,-3-8 108 16,3-5-156-16,0-7 48 0,0-7-112 15,0-1 40-15,7-2 60 0,1 5 4 16,4 2-64-16,0 0 64 0,4 6-64 16,4 0 12-16,-5 7 60 0,6 3 0 15,-5 3-40-15,-1 4-116 0,-2 2-16 16,-1 4-12-16,-1 0-132 0,2-1-220 0,2 7-212 15,-2-3-336-15,2 3-792 0,-2 0-1200 16,2 3-2585-16</inkml:trace>
  <inkml:trace contextRef="#ctx0" brushRef="#br0" timeOffset="16160.232">18009 5264 5460 0,'0'0'4348'0,"0"0"-1595"0,0 0-1145 16,0 0-296-16,0 0-44 0,0 0-124 15,0 0-144-15,0 0-424 0,0 0-208 16,-80 79-136-16,68-37 0 0,3 2 0 15,6 6-60-15,3-1 36 0,0 4 24 16,0-5 60-16,3-4-124 0,10-2-168 16,-5-10-40-16,4-11 36 0,4-1 4 15,-5-11-48-15,6-2 40 0,-6-4-164 0,6-3-120 16,-6 0-208-16,6-7-160 0,-6-2-24 16,2-4-152-16,-5 1-440 0,-1-4-924 15,-3 0-1748-15,-4-3-1517 0</inkml:trace>
  <inkml:trace contextRef="#ctx0" brushRef="#br0" timeOffset="16330.611">17917 5547 3636 0,'0'0'1548'0,"0"0"3844"0,0 0-3375 0,0 0-629 16,0 0 92-16,0 0 76 0,0 0-180 16,0 0-244-16,96 19-252 0,-68-17-212 15,0 2-180-15,0-4-380 0,0 0-108 16,-1-4-136-16,1-5-312 0,0-3-360 15,0-1-268-15,3-6-244 0,-3-4-1116 16,-7 8-2749-16,7-17-3615 0</inkml:trace>
  <inkml:trace contextRef="#ctx0" brushRef="#br0" timeOffset="16526.509">18574 5161 12489 0,'0'0'3160'0,"0"0"-2004"0,0 0-76 0,92 11 400 16,-64-11-100-16,4 0-404 0,0-6-527 15,-1-4-209-15,-3-6-216 0,4 0-24 16,-4-3-436-16,0 3-365 0,-4-3-299 16,-4 3-248-16,0 4-972 0,-12 2-2496 15,-5 1-2221-15</inkml:trace>
  <inkml:trace contextRef="#ctx0" brushRef="#br0" timeOffset="16730.686">18742 5197 952 0,'0'0'288'0,"0"0"8652"0,0 0-7075 0,-20 95-405 16,20-56 536-16,-4 2 44 0,4 0-200 16,0 3-396-16,0 2-436 0,0 1-339 15,0 3-269-15,0-2-172 0,0 0-176 16,0-4-52-16,-4-6-156 0,4-6-220 0,-4-7 24 15,4-9-181-15,0-3-283 0,0-7-296 16,0-6-536-16,0 0-808 0,0-13-1716 16,0-2-1237-16,0 2-695 0</inkml:trace>
  <inkml:trace contextRef="#ctx0" brushRef="#br0" timeOffset="16883.019">18730 5464 52 0,'0'0'10953'0,"0"0"-9349"0,0 0-696 0,0 0 840 15,0 0-180-15,80 6-56 0,-65-3-84 16,5 3-464-16,1-6-428 0,2 5-340 16,1-5-196-16,0 0-4 0,4-5-120 15,-4-1-324-15,-1 0-284 0,1-4-360 16,1 1-512-16,-5 3-2200 0,-1-4-2877 0</inkml:trace>
  <inkml:trace contextRef="#ctx0" brushRef="#br0" timeOffset="17626.923">19471 5267 940 0,'0'0'4256'0,"0"0"3369"0,0 0-5665 0,0 0-728 16,0 0 72-16,0 0-192 15,0 0-176-15,0 0-92 0,0 0-320 0,0 0-156 16,84-3-140-16,-60-4-128 0,0 1-100 16,-1-3-336-16,1-1-188 0,-4 1-296 15,0-4-152-15,-4 6-276 0,-4 1-828 0,-5 3-2056 16,-2 3-2465-16</inkml:trace>
  <inkml:trace contextRef="#ctx0" brushRef="#br0" timeOffset="17859.176">19579 5277 444 0,'0'0'2608'16,"0"0"3252"-16,0 0-3988 0,0 0-71 16,-49 73-33-16,38-45-316 0,3 4-284 15,-1 6-212-15,6 0-180 0,3 7-4 16,0-1 12-16,0 1-184 0,0-1-116 16,0-3-32-16,3-6-123 0,10-3-89 15,-5-7-56-15,-1-6-4 0,6-3-96 0,-1-3-36 16,3-4-48-16,1-2-8 0,1-4-64 15,-2-3-280-15,2 0-72 0,2-3-121 16,1-10-127-16,-1-3-144 0,2-6-240 16,-1 0-660-16,-5 2-2316 0,6-8-2841 0</inkml:trace>
  <inkml:trace contextRef="#ctx0" brushRef="#br0" timeOffset="18041.295">19925 5394 8096 0,'0'0'6997'16,"0"0"-5665"-16,0 0-620 0,0 0 256 16,28 85 484-16,-20-59-168 0,4 3-263 15,8-4-389-15,-4-3-320 0,3 0-168 16,2-2-144-16,-1-4-12 0,-1-1-328 16,1-5-340-16,1-4-221 0,2-6-123 0,-3-3-240 15,0-10-720-15,0 4-2164 0,0-20-3493 16</inkml:trace>
  <inkml:trace contextRef="#ctx0" brushRef="#br0" timeOffset="18214.436">20240 5359 11229 0,'0'0'4472'0,"0"0"-3692"16,0 0-84-16,-92 98 508 0,60-57-24 16,-4 4-44-16,5 0-308 0,-5-1-219 15,4-3-209-15,4 1-172 0,0-4-148 16,4-3-80-16,0-7-72 0,12-2-204 15,1-11-501-15,7-5-331 0,-1-7-116 16,5-3-652-16,5-9-2472 0,3-1-1769 16</inkml:trace>
  <inkml:trace contextRef="#ctx0" brushRef="#br0" timeOffset="18644.352">20527 5248 4772 0,'0'0'7617'0,"0"0"-5645"0,0 0-584 16,0 0 400-16,0 0-552 0,0 0-364 16,75-60-284-16,-59 47-296 0,4-1-160 15,-3 6-132-15,2-2-72 0,5 3-4 16,-8 5-44-16,4-1 32 0,-4 3 40 16,-4 0-12-16,0 9 60 0,-4 4 140 15,0 2 40-15,-5 8 40 0,1 2-72 0,-4 10 20 16,4 3-32-16,-4 7 96 0,0 6-76 15,0-1-84-15,0 4-24 0,0 4 16 16,0-2-64-16,0 2-12 0,0-2 12 16,5-1-4-16,-5-5-4 0,4 1 8 15,4-9 68-15,-5-1 125 0,5-9-9 16,-4-4-40-16,1-5 52 0,-1-5 192 16,0-2-100-16,-4-3-108 0,3-7-56 15,-3-2-4-15,0-2 12 0,0-2 12 0,0 0-32 16,-3 0-4-16,-1 0 0 0,-5 0-24 15,-3 0-84-15,-3 0-8 0,-5-6-40 16,-4 0-120-16,-4 0-160 0,-8-4-192 16,-7 1-180-16,-6-1-125 0,-3 4-103 15,-8 6-208-15,-3 0-784 0,15 3-2264 0,-32 16-2757 16</inkml:trace>
  <inkml:trace contextRef="#ctx0" brushRef="#br0" timeOffset="21565.025">17694 2927 6564 0,'0'0'1416'0,"0"0"1224"15,0 0-1275-15,0 0-481 0,0 0 264 16,0 0 228-16,0 0-92 0,0 0-240 15,0 0-216-15,0 0-212 0,0 0-140 0,-5-19-132 16,14 19-76-16,3 0 88 0,4 0-28 16,0 3 60-16,4 0-180 0,-1-3-100 15,5 3-60-15,-3 1 28 0,6-2-20 16,1 2-56-16,-1-4-72 0,1 0-4 16,4 0-188-16,0-6-272 0,1-1-160 15,-1 1-176-15,0 0-160 0,-1-1-544 16,-7 4-1604-16,7 0-3853 0</inkml:trace>
  <inkml:trace contextRef="#ctx0" brushRef="#br0" timeOffset="23032.547">25567 2927 8764 0,'0'0'3225'0,"0"0"-1357"0,0 0-844 0,0 0-356 15,0 0 24-15,0 0 172 0,0 0 52 16,0 0-124-16,0 0-204 0,0 0-208 16,4-4-148-16,-4 4-108 0,8 0-16 15,-4 4 28-15,4-4 48 0,-1 3-40 0,-3-3-48 16,5 3-20-16,-5-3 20 0,0 4 16 16,3-4 104-16,-3 3 16 0,0-3 48 15,0 4-147-15,1-4-61 0,3 0 4 16,-1 0-64-16,6 0 84 0,-2 0 48 15,5 0-72-15,0 2-72 0,5-2-4 16,-2 3-4-16,-3-3 4 0,8 3 4 16,-8-3 4-16,8 4 0 0,-5-4-4 15,1 0 0-15,-3 0-8 0,-2 0-100 16,-2 0 0-16,-5 0-281 0,-1 0-315 16,-3 2-348-16,-4-2-236 0,0 7-916 15,0-3-2804-15,0-2-4797 0</inkml:trace>
  <inkml:trace contextRef="#ctx0" brushRef="#br0" timeOffset="90762.501">25746 10182 7172 0,'0'0'5173'16,"0"0"-3729"-16,0 0-660 0,0 0-368 15,0 0 104-15,0 0 548 0,0 0 260 16,0 0-192-16,0 0-484 0,0 0-288 16,4 0-20-16,-4-3 8 0,4 3 160 0,5 0 36 15,-2 0-147-15,5 0-133 16,0 0-28-16,4 0-20 0,4 0-16 0,-1 0 0 15,2 0 4-15,3 3-52 0,0 0 72 16,3 4-116-16,1-5-52 0,0 5-52 16,4-4 0-16,0 4 76 0,-1-5-28 15,1 3-56-15,5-3-12 0,2 2 8 0,1-2 8 16,4 1 232-16,0 0-188 0,-1 1-44 16,2-4-4-16,-10 7 12 0,5-4 24 15,-4 2-36-15,0 2-12 0,0-1-48 16,0 1 0-16,-1 3 56 0,5-4-44 15,0 0 48-15,0-3 8 0,3 1 4 16,2-4 0-16,-2 0-12 0,2 0 0 16,-6 0-4-16,1 0-4 0,0 0-40 15,0 0 48-15,-1 0-8 0,1-4 4 16,0 4 0-16,0 0 4 0,0-3-4 16,-4 3-4-16,-4 0 4 0,4 0 4 0,-4 3 0 15,-1 1 44-15,1-1-44 0,0 0-12 16,0-3 0-16,4 0 0 0,-4 3 12 15,-1-3 0-15,5 0 0 0,0 0-4 16,-4 0 4-16,4 0-4 0,-4 0-104 0,0 0 100 16,-4 0-4-16,4 0 8 15,-4 0-40-15,4 0 44 0,-4 3 0 0,-1-3 0 16,1 0-4-16,-4 0-56 0,0 0 0 16,0-3 16-16,-5 0 40 0,5 0 4 15,-3 0 0-15,3-1 0 0,-5 1-8 16,1 0 4-16,0-4-12 0,0 5 8 15,0-3 4-15,3 3 0 0,-2-1-52 16,3 0 52-16,4 3-4 0,0-4 8 16,0 2 0-16,0-2 0 0,3-3-40 15,1 7 36-15,0-5 0 0,0 2 4 0,0-4 0 16,3 3 12-16,-3-2-12 0,0 0 48 16,4-1-48-16,-8 1 8 0,0 3 40 15,-4 0-48-15,-1 1 4 0,-6-3 0 16,3 5-4-16,-9 0 0 0,6 0 8 15,-6 0 0-15,5 0 0 0,-8 5-4 16,4-5-4-16,-4 0 0 0,4 2 0 0,-4-2 0 16,4 3 48-16,0-3-44 0,0 0 44 15,0 0 0-15,4 3 24 0,0-3-24 16,3 0 12-16,2 0-48 0,3 0 120 16,-1 0 12-16,-3-3-144 0,-3 0-48 15,-2 1 48-15,1 2-4 0,-4-5 4 16,4 5 0-16,-4 0 4 0,0 0-4 15,-4 0 0-15,4 0-8 0,-8 0 0 16,0 0-40-16,-4 0 36 0,0 0-36 16,0 0-24-16,0 0 0 0,0 0-60 0,0-2-88 15,-4 2-140-15,-8 0-76 0,0-4-216 16,-8 1-285-16,-8-3-279 0,8 3-860 16,-27-7-3728-16</inkml:trace>
  <inkml:trace contextRef="#ctx0" brushRef="#br0" timeOffset="114762.947">3908 12621 7460 0,'0'0'3112'0,"-95"12"-3112"0,50 1-660 15,-10 6 660-15,-8 6 632 0,-2 7 629 16,-3 3-313-16,1 5-320 0,-1 9-172 16,1 2-164-16,-6 5-128 0,6 12 116 15,-5 1-40-15,0 10 12 0,5 10-36 16,-1 6-4-16,1 7-8 0,3 9-16 15,4 7 12-15,0 3-60 0,8 6-24 0,5 0 8 16,6 5-24-16,6 5-88 0,3 3 76 16,11 6 24-16,6 0 48 0,7 1-160 15,8-5 0-15,4-2-4 0,15-6-68 16,14-5 24-16,7-8-40 0,7-1 84 16,13-5-44-16,4-4 36 0,12-3-28 15,3 0 40-15,9 0 0 0,7-3-4 16,13-1-56-16,8 0 60 0,12-1 100 0,7-4-4 15,4-1 68-15,8-9 12 0,5-4-64 16,3-11-112-16,13-2-68 0,3-11 68 16,8-5 48-16,8-4-36 0,5-11-12 15,3-10 0-15,0-5-116 0,9-10 108 0,3-3 4 16,0-10 0-16,4-3 4 0,0-7 44 16,-3-12-44-16,3-6-92 0,-1-7 84 15,5-9-72-15,-3-10 80 0,-5-6-4 16,-3-10-140-16,-9-5 56 0,0-14-64 15,-3-3 68-15,-10-10 20 0,-6-8 64 16,-8-5 0-16,-9-6-12 0,-4-5-76 16,-7-4 84-16,-9-7-176 0,-3-5 104 15,-13-4-36-15,-4 0-24 0,-15-6 48 16,-8 0-12-16,-9-4 88 0,-11 4 12 16,-13 0 0-16,-7 0 64 0,-7 3-12 0,-14-1-8 15,-15 7-40-15,-4 1 80 0,-12 6 68 16,-4 3-92-16,-8 9 28 0,-12 3 4 15,-12 8-84-15,-4 1 68 0,-12 5-32 16,-7-1-36-16,-5 7 72 0,-12-1-80 0,-7 7 8 16,-5 0-8-16,-8 10-44 15,-7 0 44-15,-5 1 0 0,-4 9-100 0,0-2-52 16,1 8 48-16,4 9 104 0,-5 0 0 16,5 9 88-16,3 1-72 0,-4 5-4 15,5 7 0-15,-1 0-12 0,-4 7-76 16,1-4 68-16,0 6-80 0,-5 1 80 15,1 0-168-15,-2 0 12 0,-1-5-24 16,1 5-100-16,2 0 160 0,-1-1-72 16,5 7-232-16,3 3 320 0,-4 4-40 15,9 5 24-15,-4 7 128 0,3 4 100 16,1 8-8-16,-6 7-4 0,6 4 48 0,-5 2-120 16,5 7-12-16,-5-4 60 0,0 1 12 15,4 3 124-15,-3-3 92 0,4-1-56 16,-1-3-44-16,1 0-188 0,-1-1-4 0,-1-3 148 15,2 2 16-15,-1-2-156 16,1 2 80-16,-1-1 0 0,5 0-32 0,-5 0-48 16,5 0 44-16,3 2 12 0,0-3-64 15,0 2 0-15,1-2-12 0,0 5-140 16,-1-4 152-16,4 4-4 0,-4-1-80 16,9-3 36-16,-1 3 44 0,1-3 4 15,6 3-64-15,-2-1 16 0,7-2 40 16,0 0 12-16,0 3-4 0,5-3 68 15,3 7-68-15,4-4-100 0,5 0 40 16,3 5-92-16,4-8 152 0,8 3-64 16,8-3-36-16,4-3-100 0,4-3 8 0,9-2 44 15,3-6-44-15,3-4-224 0,1-2-232 16,4-2-580-16,9 0-701 0,-1 0-1039 16,16-12-3048-16</inkml:trace>
  <inkml:trace contextRef="#ctx0" brushRef="#br0" timeOffset="115461.613">8259 12922 7232 0,'0'0'1608'0,"0"0"-608"16,0 0-524-16,0 0 877 0,0 0-185 16,0 0 280-16,0 0-876 0,0 0 928 15,123 47-1388-15,-71-33 1356 0,8-6-752 0,0-1-396 16,-4-3-76-16,-5-4-120 0,-6 0-116 16,2 0-8-16,-8-11-100 0,-2 3-24 15,-9-6-144-15,-5-2-536 0,-3 2-64 16,-3-3-184-16,-13 4-824 0,0 4-3537 15,-4 2-1599-15</inkml:trace>
  <inkml:trace contextRef="#ctx0" brushRef="#br0" timeOffset="115628.073">8601 13236 9048 0,'0'0'2481'0,"9"86"-1137"0,-1-42-68 0,-1 11 88 16,5 11-208-16,-3 0-460 0,2 2-200 15,-3-5-260-15,1-6-172 0,-5-9-64 16,-1-14-124-16,1-11-48 0,0-11-236 16,-4-8-216-16,0-4-404 0,0-10-512 15,0-9-564-15,0 2-953 0,0-20-3183 0</inkml:trace>
  <inkml:trace contextRef="#ctx0" brushRef="#br0" timeOffset="115780.894">8745 13391 8652 0,'0'0'2196'0,"0"0"-1087"0,0 0-853 16,96 32 1896-16,-68-28-840 0,0-4-480 15,3 0-484-15,-3-4-200 0,-3-8-144 16,3-8-8-16,-5 1-496 0,1-2-520 0,-4-5-368 16,-5-2-936-16,-7 9-2221 0,-3-13-2631 15</inkml:trace>
  <inkml:trace contextRef="#ctx0" brushRef="#br0" timeOffset="116057.134">7993 12591 7220 0,'0'0'5037'16,"0"0"-3225"-16,0 0-676 0,0 0 124 16,79 6 32-16,-48-1-440 0,9-5-360 15,-3 2-196-15,2-2-88 0,5 0-36 16,-4 0-88-16,0 0-28 0,-1-7-56 0,6 5 0 16,-2-7-4-16,1-1-48 0,4-2-104 15,-5-2-360-15,2 3-360 0,-6-3-436 16,1 1-876-16,-12 4-2349 0,4-1-2831 15</inkml:trace>
  <inkml:trace contextRef="#ctx0" brushRef="#br0" timeOffset="116831.517">3856 15163 6020 0,'0'0'1196'0,"0"0"12"15,0 0 3093-15,0 0-2189 0,0 0-564 16,0 0-304-16,0 0-772 0,0 0 708 16,-79 20-540-16,70-17-264 0,5-3-144 15,-3 0 0-15,3 0 48 0,0 0-72 16,0 0-72-16,-1-3-88 0,1 3-36 16,1-4 48-16,3 4-60 0,-4 0 0 15,4 0-72-15,0 0-52 0,0 0-68 0,0 0-28 16,0-2-148-16,0 2-388 0,0-5-140 15,4-1-300-15,8 1-744 0,-4-2-832 16,11-6-3405-16</inkml:trace>
  <inkml:trace contextRef="#ctx0" brushRef="#br0" timeOffset="117411.989">4442 15191 10724 0,'0'0'1481'15,"0"0"-1313"-15,0 0-68 0,24 90 808 0,-20-48 840 16,-4 1-364-16,0 9-624 0,0 2-336 16,-4 0-140-16,-4-1 36 0,-4 1-12 15,-4 0 112-15,-4-3-16 0,1-3-244 16,-9-4-88-16,0-6-8 0,-4 0-64 15,0-9-36-15,0-8-52 0,0-4-48 16,4-4 28-16,0-10 32 0,4-3-216 0,-4 0-16 16,4-9 60-16,-4-8 64 0,5 2-52 15,-1-4 124-15,4-4 28 0,4 4-52 16,4 0-4-16,4 0 128 0,8 0-60 16,0 7-92-16,4-4 92 0,3 5 64 15,6-1-92-15,2 6-24 0,2-1 36 16,7 4 88-16,-1 1 120 0,9 2 40 15,1 0-72-15,-1 2-84 0,3 5 196 16,1 2 12-16,0 3 120 0,-1 2-72 16,1 2-200-16,1 0 64 0,-5 3-60 0,-5 4 20 15,1-2 16-15,0 5-100 0,0 2 0 16,0-2-508-16,-4-1-120 0,-4 0-156 16,3 1-220-16,-3-1-636 0,-4-6-1601 15,0 12-3511-15</inkml:trace>
  <inkml:trace contextRef="#ctx0" brushRef="#br0" timeOffset="119818.138">6646 14528 6188 0,'0'0'1820'0,"0"0"-704"0,0 0-404 16,0 0 1977-16,0 0-869 0,0 0-708 0,0 0-292 15,0 0-96-15,0 0 8 0,0 0-88 16,-8-60-228-16,8 57-120 0,0 0-36 15,0 0-76-15,0-1-40 0,0 4-8 16,0-3-36-16,0 3-16 0,0 0-72 16,0 0 0-16,0 0 48 0,0 0 16 15,0 0 32-15,0 0-56 0,0 0-52 16,0 0-88-16,-5 0 4 0,1-3-136 16,0 0 120-16,0 0 4 0,1 0 32 0,-1-1-32 15,0-2-4-15,-1 3-120 0,5 0-260 16,-4 0 0-16,4 3-264 0,0 0-436 15,4 0-700-15,1 0-1376 0,6 0-3393 0</inkml:trace>
  <inkml:trace contextRef="#ctx0" brushRef="#br0" timeOffset="125861.868">6996 15761 4636 0,'0'0'6601'0,"0"0"-5561"16,0 0-824-16,0 0 232 0,-47-68 164 0,34 47 468 16,1-8-172-16,0 1-216 0,0-8-252 15,5 5-180-15,3-8-60 0,0-2-52 16,-1-3-60-16,5-3-12 0,0-7 20 16,0-1-92-16,5 1-4 0,3-2-8 15,-1-2-64-15,1 4 72 0,1-1 12 16,-2 8-8-16,1 7-4 0,4 1-64 0,-4 4 16 15,0 7 48-15,0 5 0 0,-4 4 12 16,4 6-4-16,-4 5-8 0,-4 1-4 16,4 4 4-16,-4 3 12 0,0 0-12 15,0 0-56-15,0 3-144 0,0 4 76 16,0 1 124-16,-4 5 104 0,0 6-92 16,1 0-8-16,-2 4 8 0,1-4-8 15,4-7 0-15,-4 1-4 0,4-6-4 16,0-5-96-16,0 3-72 0,0-3-28 15,4-2-12-15,0 3 48 0,8 0 116 0,0 3 44 16,4-2-44-16,3 3 48 0,6 2 56 16,-5-3-56-16,-1 4 40 0,1 2-32 15,1-2 36-15,-6 5 56 0,-2-2-52 0,-2-1 76 16,-3 5-12-16,-4-1 12 0,1-3-24 16,-5 2 12-16,0-2 64 0,0 1 12 15,-5-3-16-15,-3-1-36 0,-3 2-124 16,-6-2-12-16,-2 0-248 0,-1-5 0 15,-5 2-76-15,-3-4-124 0,4 1-120 16,-3-1-336-16,-1 1 132 0,0-1-540 16,4-1-444-16,-4 1-585 0,13 1-919 15,-13 5-1728-15</inkml:trace>
  <inkml:trace contextRef="#ctx0" brushRef="#br0" timeOffset="127395.008">4011 14944 3404 0,'0'0'1344'0,"0"0"-472"0,0 0 40 15,0 0 124-15,0 0-60 0,0 0-512 16,0 0 1501-16,0 0-333 0,0 0-776 0,0 0-384 16,0 0 84-16,-15 0 152 0,15 0-104 15,0 0-164-15,0-3-124 0,0 3-56 16,0-3-24-16,0-3 12 0,0 3-144 16,4-4-104-16,0-2-72 0,0-4 64 15,3 0 8-15,2-2-64 0,6-2-36 16,2 2-20-16,-2-1 120 0,9-3 4 15,1-3 0-15,2-3 48 0,5-1-48 16,0-2-4-16,0-2-52 0,8 2-36 16,-5 3 28-16,10-5 48 0,-6 3 8 0,8 2 4 15,2-5 0-15,3 5-104 0,-1-4 28 16,1 4 72-16,4 0-8 0,0-1 0 16,4 0-40-16,0 5 28 0,-1 1 16 15,-4 2-92-15,5 1-48 0,-4 5 48 0,4-1 88 16,-8 7 12-16,4 0-64 15,-5 2-16-15,1 4 72 0,-4 0 4 0,0 0-64 16,-5 4 68-16,2-1 64 0,-2 3-8 16,2-6-56-16,-2 3-48 0,-4-3 48 15,2 0 56-15,-1 0-52 0,-5 0-4 16,-3 0 68-16,0 0-68 0,0 0 0 16,-4 0 0-16,-4-3 8 0,0 3 4 15,-5-3-8-15,5 3 8 0,-7-3-4 16,-2 3-8-16,2 0-8 0,-6 0 0 15,-3-3 0-15,5 3 8 0,-10 0-12 16,5 0-68-16,-4 0 72 0,-4 0-40 0,4 0 40 16,-4 3-4-16,0-3 8 0,0 0-100 15,0 0-144-15,0 0-4 0,0 0-24 16,0 0-180-16,0 0-280 0,-8-3-612 16,4-1-1173-16,-7-5-1871 0</inkml:trace>
  <inkml:trace contextRef="#ctx0" brushRef="#br0" timeOffset="127657.6">6000 14005 8008 0,'0'0'880'0,"0"0"-788"16,0 0-92-16,0 0 856 15,0 0 72-15,0 0 113 0,0 0-233 0,79 0-144 16,-59 9-180-16,1 0-228 0,-6 4-144 15,2 3 16-15,-6 0 76 0,2 0 84 16,-6 3-84-16,-3-3-52 0,0 4 100 16,0-1-88-16,-4 0-60 0,-4 2-104 15,-4 5-140-15,1-4-84 0,-6 3 20 0,-2 1 16 16,-2-1-116-16,-7 0 24 0,5 0-444 16,-9 1-168-16,-4-3-392 0,8-8-405 15,-16 1-2447-15</inkml:trace>
  <inkml:trace contextRef="#ctx0" brushRef="#br0" timeOffset="128627.295">4410 13747 4548 0,'0'0'2276'0,"0"0"-976"0,0 0-132 0,0 0-44 16,0 0-159-16,0 0-169 0,0 0-180 15,0 0-168-15,0 0-120 0,0 0-148 16,39-60-176-16,-34 60-4 0,-5 0-140 15,4 3 0-15,0 6 140 0,4-2 384 16,-4 6-80-16,4 3-64 0,-4 2-24 16,4 6 60-16,0-3-36 0,4 4 64 15,-4 1-52-15,0 2 24 0,3-6 88 16,2 4-88-16,-6-7 0 0,6-3-176 16,2 1 60-16,-3-8-72 0,1 0 48 0,-2-2-76 15,2-1 64-15,-2-6-108 0,5 0 144 16,-4 0-60-16,4-3-40 0,0-7 64 15,4-2 88-15,3-7-52 0,-2-1-160 16,-1-5-100-16,-5 3-408 0,2-7-236 16,-6 1-184-16,1-1-304 0,-3 1-572 0,-2 9-1009 15,-3-13-2567-15</inkml:trace>
  <inkml:trace contextRef="#ctx0" brushRef="#br0" timeOffset="128862.459">4705 13532 3604 0,'0'0'4736'16,"0"0"-2796"-16,0 0-419 0,0 0-161 0,0 0-80 15,0 0-292-15,0 0-288 16,0 0-232-16,0 0-132 0,0 0-24 0,-44 89-76 16,44-58 48-16,0 4-12 15,0 6-124-15,0 3-148 0,0 0-12 0,4 8-84 16,0 2 20-16,4 1-408 0,-4 1-136 0,4 1-56 15,-1 0-156-15,-2-6 36 16,3-3-76-16,0-7-200 0,-4-6-160 0,-1-10-97 16,6-2-795-16,-5-7-1140 0,-4 0-1435 15</inkml:trace>
  <inkml:trace contextRef="#ctx0" brushRef="#br0" timeOffset="163384.628">25926 8785 6536 0,'0'0'312'0,"0"0"3857"16,0 0-2629-16,0 0-300 0,0 0-200 0,0 0 92 15,0 0-32-15,-21 77-304 0,17-49-140 16,-3 3-140-16,3 8-48 0,0 8-92 16,-1 10 52-16,1 7-48 0,0 5-100 15,1 5-156-15,-5-1-120 0,-1 3-4 16,2-3 0-16,-1-6-12 0,4-7 0 15,0-4-84-15,0-7 84 0,4-5-72 16,0-9-4-16,0-3-56 0,4-6-172 16,-4-5-128-16,4-8-68 0,0-3-92 15,-4-4-60-15,4-6-92 0,3-3-444 0,-3-10-400 16,5-7-232-16,-1 1-1153 0,-1-18-2307 0</inkml:trace>
  <inkml:trace contextRef="#ctx0" brushRef="#br0" timeOffset="164210.256">25905 8734 8612 0,'0'0'2649'0,"0"0"-1325"16,0 0-532-16,0 0 72 0,0 0 84 15,0 0 44-15,0 0-116 0,0 0-240 16,92 26-192-16,-56-23-60 0,8 0-176 16,-1-3 12-16,2 0-96 0,2 0-36 15,1 0 72-15,4 0-64 0,0 0 4 16,4-3 32-16,0 3-120 0,3-3 52 16,1-1-8-16,-1 1-56 0,1-3 0 15,8 0-8-15,0-1-40 0,-1-2 44 0,5-1-8 16,-4-2-40-16,4 2 40 0,-5 0-84 15,1 3 36-15,-1 2-4 0,-2 2 64 16,3 3 8-16,-1 0-4 0,1 0 4 16,3 0 240-16,-2 6-248 0,-6-4-32 0,5 9 32 15,-1-5 124-15,1 0-120 16,4 1-4-16,-4-1 0 0,3 0 44 0,5-3-40 16,-4 1 0-16,-1-1 0 0,2 0-4 15,-6 4-4-15,1-4 0 0,-9 3-8 16,5 0 4-16,-8 4-40 0,4-4 48 15,-4 4-8-15,-5-4-92 0,5-3-68 16,0 3-192-16,-4-6-44 0,3 3 20 16,1-3 4-16,-4 0 20 0,0 0 88 15,-1 0 24-15,-6 0 120 0,-2 0 28 16,-7 0 96-16,-4 0 4 0,0 0 76 16,-8 4-72-16,0-4 60 0,0 3-64 15,-5 0-44-15,5 0 36 0,0-3 4 0,1 0-84 16,3 0-136-16,3 0-24 0,-4 0 108 0,6 0 36 15,-6 0 20-15,1 0 84 16,-4 7 52-16,0 0 204 0,-8 1 192 16,0 3 88-16,-4 1-76 0,-3 1-152 0,-6 2 0 15,1 1-36-15,0 0-76 0,-4 0 24 16,4 3 16-16,0-3-40 0,-4 0-48 16,4-1-40-16,-4 5-36 0,5 6 52 15,-5-5 72-15,3 8-24 0,-3 3 8 16,0 0 40-16,0 3 48 0,-12 2 0 15,-4 5 84-15,-8 5 25 0,-4 4-25 16,-3 0-180-16,-9 3-160 0,-1-3 0 16,2-1-12-16,-5 1-8 0,0-3-76 15,5 3-52-15,-5-4-56 0,7-2 32 0,2 0-9 16,7-8-3-16,5-2 4 16,2-6 8-16,10-4 64 0,2-6-36 0,5-2-88 15,0-5 24-15,4-2 0 0,0-5-24 16,0 1-60-16,4-6-148 0,0 0-272 15,5 0-500-15,-5-2-772 0,3-4-1112 0,-3-11-3221 0</inkml:trace>
  <inkml:trace contextRef="#ctx0" brushRef="#br0" timeOffset="164817.56">26360 10182 9488 0,'0'0'1885'16,"0"0"-501"-16,0 0-604 0,0 73-32 15,-4-38 428-15,0 9 180 0,-8 10-88 16,0 7-432-16,-4 2-296 0,-4 3-60 16,0 2-16-16,-4-2-12 0,1 0-136 15,-5-1-136-15,4-8-56 0,-1-4-112 16,5-5 36-16,1-10-48 0,6-6 4 16,6-10-4-16,-1-6 0 0,4-3-48 0,4-10-112 15,0 0-192-15,0-3-160 0,0-3-160 16,0-10-236-16,8-9-476 0,3-10-756 15,-2 4-1800-15,14-36-1609 0</inkml:trace>
  <inkml:trace contextRef="#ctx0" brushRef="#br0" timeOffset="164966.917">26208 10344 1448 0,'0'0'9629'0,"0"0"-8241"0,0 0-952 0,-95 9 72 15,59 4 912-15,-4 0 320 0,-4 7-276 16,1-6-624-16,2 5-532 0,2-2-308 15,7-4-148-15,8-4-368 0,4-4-328 16,8 0-288-16,4-5-528 0,4-7-1232 0,4-16-3545 16</inkml:trace>
  <inkml:trace contextRef="#ctx0" brushRef="#br0" timeOffset="165093.152">26308 10213 8020 0,'0'0'2820'0,"0"0"-1211"0,95 45-705 16,-63-27 0-16,0 9 68 0,-4-5-244 15,-4 0-384-15,-4 3-344 0,0 2-572 16,-8-2-676-16,0-6-1456 0,-5 12-5061 0</inkml:trace>
  <inkml:trace contextRef="#ctx0" brushRef="#br0" timeOffset="165876.483">24005 12157 9508 0,'0'0'2101'15,"0"0"-805"-15,0 0-216 0,16 73-4 16,-4-51 124-16,4 0-80 0,-1-3-180 16,2-3-336-16,-2-6-184 0,5-1-52 15,1-9 60-15,-2 0 60 0,5-3-244 0,4-10-88 16,-4-6-44-16,0-3-52 0,0-6-60 16,-4-7-48-16,-4 3-148 0,0-3-132 15,-5 0-52-15,2 3 0 0,-9 1 136 16,-4 2 24-16,0 0-12 0,-12 4-4 15,-4-3 52-15,-5 5-48 0,-2 1-16 16,-1 3 88-16,-4 6 84 0,4 4 76 16,-4 6 176-16,5 3-92 0,3 12 28 15,-5 7 108-15,5 10 76 0,-3 5 0 16,3 12-24-16,0 4 20 0,0 10 40 0,4 7-28 16,4 3-12-16,0 6-120 0,4-6-28 15,8-3 40-15,0-13-76 0,4-10-28 16,8-13-80-16,0-8-64 0,8-10 64 15,0-7 0-15,4-4-108 0,4-2 60 16,3-2-100-16,1-8-168 0,0-8-36 16,-4-2-76-16,4-2-160 0,-4-3-212 0,0-1-264 15,0 1-412-15,0 0-556 0,-9 5-1209 16,13-1-2131-16</inkml:trace>
  <inkml:trace contextRef="#ctx0" brushRef="#br0" timeOffset="167044.14">24595 11922 2540 0,'0'0'8445'15,"0"0"-6713"-15,0 0-140 0,0 0-444 16,0 0-128-16,47 79-48 0,-43-47-244 15,0 6-232-15,1 3-216 0,-5 4-44 0,0 0-116 16,0-4-68-16,0 0-44 0,-5 0-8 16,1-2-64-16,0-8 56 0,4-10 8 15,-4-1-12-15,4-13-160 0,0-4-24 16,0-3-60-16,4-10-128 0,4-5 52 16,5-11 220-16,2-3-260 0,1-9-52 15,0 0-24-15,4-3 160 0,-3 3 148 16,-2 6 136-16,1 6 0 0,0 7 4 15,-5 4 88-15,-2 8 152 0,-1 4 244 16,-4 3-36-16,3 0 112 0,-3 6-104 16,1 4-196-16,-1 6-52 0,0 3-24 15,-4 4-48-15,0 2-52 0,0 4-20 0,0-4-60 16,0 0-4-16,-4 0-112 0,4-5-452 16,0-2-436-16,0-4-344 0,0-9-396 0,8-2-784 15,-1-3-1425-15,6-12-1931 0</inkml:trace>
  <inkml:trace contextRef="#ctx0" brushRef="#br0" timeOffset="167392.27">25351 11978 1120 0,'0'0'3016'0,"0"0"-1664"0,0 0 3088 16,0 0-2135-16,0 0 67 0,0 0-708 15,0 0-556-15,0 0-364 0,-87 61-288 16,55-32-112-16,0 0-48 0,4 2-88 15,0 1-132-15,9-7-68 0,-2-2-8 16,10-4 0-16,3-7-88 0,8-2-36 0,0-3-84 16,0-1-36-16,4 0 48 0,8-3 132 15,4 4 64-15,7-4 8 0,-3 0-4 0,8 0 8 16,-3 0 52-16,3 4-52 16,-9-1 84-16,1 0 28 0,-4 4 48 0,0-1 36 15,-8 4-48-15,-1 3 24 0,-2-1-12 16,-5 8-24-16,0-2 48 0,-5 6-76 15,-6-5-32-15,-6 0-4 0,2-3-24 16,-1-3-60-16,4-4-12 0,-3-2-220 16,2-7-148-16,5-3-48 0,1 0-136 15,-2-6-88-15,5-10-404 0,0-3-184 16,4-6-524-16,0 2-2093 0,4-19-1371 0</inkml:trace>
  <inkml:trace contextRef="#ctx0" brushRef="#br0" timeOffset="167726.415">25583 12106 7548 0,'0'0'2684'0,"0"0"-295"0,0 0-669 16,15 63 200-16,-15-28-280 0,0 4-284 0,-7 5-288 15,-1 1-60-15,-4 2-155 16,4-10-285-16,0-1-312 0,4-14-256 0,4-9-76 16,0-7-108-16,4-2-80 0,8-4 32 15,0-13-156-15,7-3 83 0,2-9-95 16,3-7-64-16,-1-3 12 0,1-2 0 15,0-5-12-15,0 1 8 0,-4 1-24 16,-4 0 48-16,4 5 60 0,-8 6 248 16,0 10 124-16,-4 7 124 0,0 5 224 15,-8 7 44-15,4 4 128 0,0 8 104 16,0 7-96-16,-4 4-88 0,3 9-24 16,-3 6 108-16,0 3 45 0,0 3 3 0,-3 1-88 15,-5-5-184-15,4-1-176 0,-4-7-124 16,3-7-52-16,5-9-56 0,0-7-156 15,0-9-220-15,0 0-281 0,0-6-211 16,9-7-124-16,-1-3-336 0,0-9-948 0,4-4-1780 16,-8 8-701-16,11-18-655 0</inkml:trace>
  <inkml:trace contextRef="#ctx0" brushRef="#br0" timeOffset="168225.826">26037 12087 2632 0,'0'0'7188'0,"0"0"-5023"0,0 0-413 0,0 0-160 16,0 0-220-16,0 0-44 0,68 89-32 15,-64-61-280-15,-4 7-236 0,0 0-64 0,-4 0-171 16,-1 0-181-16,1-3-228 0,1 3-128 16,3-3-8-16,0-7-48 0,-4 0-48 15,4-9-36-15,0-6 24 0,4-7-28 16,3-3-56-16,6-10 32 0,7-9 148 16,3-6-84-16,13-7-97 0,4-2-175 15,0-4-104-15,8-1-152 0,0 4-108 16,-4 7-252-16,-1 3-728 0,-3 2-476 15,0 6-180-15,-8 5-405 0,-4 3-55 0,-5 2-168 16,-2 4 36-16,-6 3 2960 0,-2 0 1188 16,-6 10 2936-16,1-1-1216 0,1 3-287 15,-5 7-473-15,-1-2-376 0,-3 2-216 0,4 0-428 16,0-6-548-16,0 0-296 16,5-10-276-16,2-3-4 0,5 0-4 0,4-13-196 15,4-3-112-15,0-9-64 0,-1-5-124 16,2 3-236-16,-5-2 96 0,-5 1 204 15,-2 2 232-15,-6 4 200 0,-7 6 188 16,0 4 152-16,-11 2 40 0,-9 7 92 16,-1 3-36-16,-2 0 8 0,-5 9-196 15,4 7 60-15,-4 13 76 0,4 2-4 16,0 7 36-16,1 7 296 0,2 0 8 16,-3 5-224-16,9-3-167 0,2 2-85 15,2-8-244-15,7-6-24 0,4-7-329 0,8-6-171 16,8-9-48-16,11-4 108 0,6-9 12 15,10 0-260-15,9-6-312 0,8 1-792 16,-16-2-1028-16,23 0-2557 0</inkml:trace>
  <inkml:trace contextRef="#ctx0" brushRef="#br0" timeOffset="168588.409">27623 12125 10768 0,'0'0'2105'0,"0"0"-893"0,0 0-100 0,0 0 444 16,88 66-52-16,-41-41-140 0,5-4-372 16,4 0-300-16,0-8-276 0,4-3-235 15,-5-7-61-15,5-3-56 0,-4-6-8 16,-4-10-56-16,0-3-280 0,-9-1-365 15,1-8-159-15,-9-1-188 0,2-3-176 16,-5-2-660-16,-13 8-1192 0,5-11-3541 0</inkml:trace>
  <inkml:trace contextRef="#ctx0" brushRef="#br0" timeOffset="168779.131">28216 11665 8232 0,'0'0'4065'15,"-24"82"-2137"-15,12-25 48 0,-3 13-132 0,-1 9-256 16,-5 11-304-16,6-5-444 0,-1 1-439 16,4-7-305-16,0-12-96 0,8-16-256 15,4-13-277-15,0-19-15 0,12-16-112 16,7-9 184-16,9-16-64 0,9-17-396 16,6-15-1088-16,-11 10-1192 0,24-41-3461 0</inkml:trace>
  <inkml:trace contextRef="#ctx0" brushRef="#br0" timeOffset="169556.193">28635 11328 7524 0,'0'0'5089'0,"0"0"-3545"15,-24 83-296-15,7-32 384 0,2 12 28 16,-1 13-200-16,0 10-180 0,5 5-347 16,-6 5-289-16,2 2-208 0,2 1-172 15,2-10-196-15,2-6-68 0,5-17-252 0,4-15-4 16,0-16 4-16,13-14 120 15,2-14-112-15,5-3-120 0,1-8 84 0,2-5 124 16,5-10-29-16,0-7-31 0,0-2-100 16,-4-4 24-16,0 7-28 0,-1-1 52 15,-3 5-160-15,1 7 136 0,-10 7 56 16,1 7 52-16,-4 0 184 0,0 14 420 16,-4 5-52-16,4 3 32 0,-8 4-68 15,4 2-40-15,-4-3 12 0,4 1-60 16,4-7-100-16,0-3-144 0,0-6-36 15,4-8-24-15,4-2 12 0,4-2 0 0,0-11-40 16,3-4-128-16,5-5-152 0,-4-3-96 16,4 0-48-16,0 6-76 0,-4-3 32 15,4 9 164-15,-8 4 204 0,0 2 188 16,-8 7 136-16,0 0 248 0,-4 3 168 0,0 7 64 16,-5 6 80-16,6 3-76 15,-5 3-36-15,0 3 1 0,0 0 287 0,0-5-160 16,-1-7-444-16,1-7-268 0,9-3-136 15,-2-6 4-15,10-10-12 0,2-6 12 16,10-13-196-16,2-6-60 0,5-10-84 16,-1-2 24-16,10-5 35 0,-10-5-367 15,6-7-416-15,-6-2-504 0,-3-4-488 0,-4 3-52 16,-4 3 228-16,-8 7 359 0,-5 16 113 16,-3 9 1540-16,-3 16 672 0,-9 13 1232 15,3 6-299-15,-3 2 131 0,0 17 4 16,-3 10-124-16,-10 9-356 0,2 16-240 15,-6 6-56-15,6 13 301 0,-5 6-197 16,7 7-260-16,9 3-264 0,0 3 0 16,9-3 212-16,7-3-476 0,4-9-212 15,-1-14-68-15,1-10-8 0,4-4-124 0,1-12-16 16,-6-8-92-16,-3-4-120 0,-8-5-172 16,-8-8-68-16,-8-9-44 0,-16-3-116 15,-8-6-541-15,-12-7-335 0,-3-6 224 16,-5-6 456-16,-4-3 36 0,4-7-492 15,4 0-876-15,5 2 115 0,7 8 2173 16,12 6 364-16,8 7 637 0,16 5 179 0,0 1-328 16,16 0-332-16,12-4-52 0,12-2-52 15,12-8 376-15,11-2 36 0,13-6-108 16,0-5-176-16,3 2-100 0,-3 2-356 16,-1 1-88-16,-11 6-1052 0,-4 2-884 15,-20 8-2776-15,0-4-6089 0</inkml:trace>
  <inkml:trace contextRef="#ctx0" brushRef="#br0" timeOffset="170343.735">22754 14040 12 0,'0'0'9720'16,"0"0"-8804"-16,0 0-399 0,0 0 267 16,0 0 572-16,-88-38 88 0,64 38-384 0,0 6-216 15,-3 9-260-15,-1 8-40 0,0 8 176 0,0 8-56 16,4 5-136-16,9 4-76 0,2 3-76 16,5-3-108-16,8-8-228 0,0-8-40 15,4-9-100-15,8-11-8 0,4-5-64 16,-1-7 88-16,13-7 72 0,4-5 0 15,0-11-260-15,5-9-204 0,-1-3-136 16,-8-3 104-16,-5 4-20 0,-3-1 68 16,-8 7 100-16,4 4 160 0,-8 10 200 15,-1 0-4-15,2 8 4 0,-1 6 136 16,-1 3 188-16,6 7 432 0,-1 5-212 0,4 8-248 16,-1 2-52-16,2 4-48 15,-6 2 100-15,1-2-28 0,1-4-72 0,-2-2-196 16,2-8-84-16,-2-2-196 0,1-9-172 15,4-4-212-15,-4-4-164 0,4-9-264 16,0-6-768-16,-4 0-2361 0,0-16-2463 0</inkml:trace>
  <inkml:trace contextRef="#ctx0" brushRef="#br0" timeOffset="170893.216">23153 13995 5380 0,'0'0'756'0,"0"0"1412"15,0 0 2197-15,0 0-2393 0,0 76 92 16,3-47-316-16,1 6-284 0,0 0-428 16,0 0-368-16,5 0-327 0,-5-10-341 15,7-3-72-15,-3-6-245 0,4-7-231 0,4-5-72 16,0-4 132-16,0-4-4 0,4-5-108 16,0-7-116-16,-4 0-64 0,0-3 120 15,-1 0 180-15,-3 0 140 0,1 3 192 16,-6 4 148-16,-3 5 0 0,0 0 0 15,-4 7 0-15,5 5 140 0,-5 4 492 0,4 7 16 16,-4 6-228-16,4 3 88 0,-1 7-112 16,1-1 60-16,4-2 72 0,-4 2 48 15,1-1-52-15,2-5-192 0,1-3-296 16,0-6-36-16,1-7-148 0,-2-2-8 16,1-4 20-16,8-3-48 0,-4 0-24 15,8 0 0-15,3 0 112 0,1 0 36 16,1 6-76-16,-1 7 24 0,4 2 64 0,-5 8 48 15,-3 2 48-15,0 7-48 0,-4 3 0 16,-4 4-96-16,-4 5 96 0,-8 4 0 16,0-1 0-16,-8 7-4 0,-4 0 4 15,-7-3 4-15,-6 3 116 0,-10-6 28 16,-6-1 108-16,-2-5 88 0,-9-7-124 16,4-10-156-16,-4-3-60 0,9-10-8 0,-2-5-64 15,10-7 64-15,3-7-44 0,4-8-160 16,4-11 72-16,1-5 52 0,6-5-172 15,6-4 248-15,7-2-228 0,8-2 76 16,11 0 40-16,9-1 56 0,4-3 52 16,12 1 12-16,4-1-48 0,0 3-12 15,8-2-76-15,-1 2-88 0,5 4-304 0,-4 0-340 16,4-1-336-16,4 4-660 0,-17 10-1076 16,17-7-2961-16</inkml:trace>
  <inkml:trace contextRef="#ctx0" brushRef="#br0" timeOffset="171787.874">24778 14023 8340 0,'0'0'3037'0,"0"0"-733"0,0 0-544 0,0 0-504 16,0 0 0-16,4 67 0 0,-4-32-412 16,4 10-280-16,-4-1-88 0,0 1-148 15,0-1-36-15,0-6-139 0,0-7-153 0,0-5-12 16,0-6-173-16,0-11-203 0,0-3-232 16,0-3-224-16,0-3-200 0,0-3-700 15,0-3-2380-15,-12-13-5217 0</inkml:trace>
  <inkml:trace contextRef="#ctx0" brushRef="#br0" timeOffset="171958.792">24694 13871 11341 0,'0'0'2288'16,"0"0"-880"-16,0 0 900 0,0 0-532 15,80-28-476-15,-56 21-580 0,0 1-528 0,4-3-192 16,0-1-328-16,0 1-452 0,0 2-372 15,0 1-724-15,-13 6-2368 0,5 0-4089 0</inkml:trace>
  <inkml:trace contextRef="#ctx0" brushRef="#br0" timeOffset="172192.845">25089 14030 9352 0,'0'0'2529'0,"0"0"-1033"0,0 0 556 16,0 0 72-16,47 82-248 0,-34-59-568 15,2 6-320-15,-3-4-371 0,0 0-229 16,-4 4-144-16,-4-1-188 0,5 1-56 16,-9-1-8-16,0 4 4 0,0-1-44 0,0-1-76 15,0-8-32-15,0-10 84 0,0-2 72 16,0-10 0-16,0 0 48 0,0 0 84 16,7-13-20-16,1-3-64 0,4-9-12 15,4-7-24-15,4-6-12 0,0-6-120 16,0-4-392-16,0 1-129 0,-1-4-275 15,2 0-232-15,-10 16-1316 0,2-22-4629 0</inkml:trace>
  <inkml:trace contextRef="#ctx0" brushRef="#br0" timeOffset="172460.725">25574 13966 14721 0,'0'0'2612'0,"0"0"-1584"0,32 77-400 0,-23-46-16 15,-1 7 560-15,-5 1-208 0,1 1-235 16,0-4-429-16,-4 2-204 0,0-3-92 16,0 0 4-16,0 0-8 0,0-3-4 15,-4-4-68-15,0-3 12 0,1-9 60 16,-1-6 0-16,4-7 4 0,0-3-4 16,0-3-120-16,4-7 60 0,3-9-136 15,6-3 100-15,2-10-24 0,6-6-40 16,7-4-33-16,7 1-159 0,1-6-160 15,4 0 0-15,0 3-88 0,0-1-244 16,3 0-1000-16,-15 14-2296 0,16-8-3433 0</inkml:trace>
  <inkml:trace contextRef="#ctx0" brushRef="#br0" timeOffset="172976.003">26531 14090 5244 0,'0'0'964'16,"0"0"4445"-16,0 0-3325 0,0 0-236 15,28 82-468-15,-20-40-288 0,-4 9-92 16,4 9-68-16,-4 10-152 0,3 12-184 16,-7 7-168-16,0 7-99 0,0 2-89 0,0 4-116 15,-7-6-64-15,-1-8-60 0,0-9-268 16,3-15-145-16,2-16 181 0,-1-20 0 15,4-12 16-15,0-10-320 0,0-6-172 16,0-8-128-16,4-16-136 0,4-4-708 0,-4 3-2100 16,-4-30-3001-16</inkml:trace>
  <inkml:trace contextRef="#ctx0" brushRef="#br0" timeOffset="173174.746">26562 14249 10256 0,'0'0'2557'0,"0"0"-1333"15,0 0-124-15,0 0 524 0,92-54-212 16,-68 48-252-16,-4 3-292 0,1 3-284 16,-2 0-192-16,-3 3-112 0,-4 3-172 15,-4 10-96-15,0 3 36 0,-8 6-48 0,-3 7-84 16,-10 9-172-16,-2 1-156 0,-2 2-64 16,-3 1-172-16,1-4-176 0,2-6-372 15,6-10-652-15,3-8-760 0,8-11-1733 16,0-6 1365-16,0-19-1616 0</inkml:trace>
  <inkml:trace contextRef="#ctx0" brushRef="#br0" timeOffset="173442.929">26977 14366 8868 0,'0'0'3877'0,"0"0"-2461"0,0 0-64 16,49 86 388-16,-42-57-108 0,1-1-332 16,-4-2-252-16,0-10-415 0,0-7-269 15,4-9-256-15,0 0-96 0,4-13-8 16,4-6-4-16,3-9-96 0,2-7-256 15,-1-3-233-15,-5-3-119 0,2 6 32 16,-6 2 168-16,-7 5 124 0,-4 6 96 0,0 0-120 16,-8 6-28-16,-7 4 32 0,-5 2 400 15,-4 10 244-15,3 0 4 0,-2 16 12 16,7 3 72-16,-4 6 0 0,4 7 12 16,4 0-12-16,4-4-12 0,0 1-124 15,8-10-196-15,-4 0-88 0,4-6-608 16,0-7-328-16,8-3-660 0,4-6-1372 0,-4-3-2229 15,12-26-503-15</inkml:trace>
  <inkml:trace contextRef="#ctx0" brushRef="#br0" timeOffset="173944.009">27492 13833 8080 0,'0'0'6269'15,"0"0"-5385"-15,-9 76-268 0,1-34 976 16,-3 5 392-16,-2 7-272 0,1 0-487 15,1 0-533-15,-2 0-344 0,9-6-332 16,1-3-16-16,-1-8-352 0,4-2-228 16,0-6-16-16,4-4 59 0,3-9 41 15,1-10 128-15,8-6-24 0,5 0-144 16,-2-12-28-16,5-4-52 0,0 0 8 16,0 7 164-16,0 5-4 0,-4 4 308 0,0 7 140 15,3 9 312-15,-2 3 60 16,-5 3 52-16,-1 3 96 0,2 4 44 0,-6-1-48 15,-3-2 0-15,5-1-52 0,-6 1-36 16,1-4-76-16,-4-3-96 0,5-4-64 16,-6 1-80-16,5 0-52 0,0 0-52 0,4 0-4 15,-4 3 1-15,8 4-5 0,0-1-5 16,4 3-39-16,0 4 44 0,0-1 293 16,-5 4-41-16,2 0-140 0,-6 3-4 15,2 0 12-15,-9 3 0 0,-4-4-108 16,0 5-4-16,-13-8 4 0,-2 2-12 15,-6-8-116-15,-3 0-40 0,-3-6 8 16,-5-3 16-16,0-7 36 0,0 1 36 16,5-10 60-16,-1 0 40 0,0-7 128 15,8-7-168-15,-1-10 0 0,10-7-180 0,7-7-100 16,4-4 71-16,8-2 5 0,8-4 44 16,12 1 28-16,8-4-16 0,3-3-8 15,9 0-76-15,4-3-112 0,4 3-268 16,3-4-256-16,1 11-420 0,0 0-336 0,-13 11-1072 15,9-2-4829-15</inkml:trace>
  <inkml:trace contextRef="#ctx0" brushRef="#br0" timeOffset="175043.503">28942 14290 10392 0,'0'0'2853'16,"0"0"-1117"-16,0 0-668 0,0 0 508 15,0 0-192-15,0 0-440 0,99-22-164 16,-75 25-304-16,4 10-172 0,0 6-84 16,-1 6-87-16,-6 0-25 0,-1 8-96 0,-5 2-12 15,2-1 0-15,-10 4-4 0,1 1-40 16,-8 1-125-16,0-4 21 0,0-1 40 16,0-6-52-16,-4-11 148 0,0-1 4 15,0-10-4-15,4-5-108 0,0-2 120 16,0 0 56-16,0 0 80 0,0-9 20 15,0-11-156-15,0-5-292 0,4-10 172 16,4-6 8-16,5-4 104 0,2-6-124 0,1 4 20 16,9 2-8-16,-2 0 60 0,9 4-28 15,3 6-32-15,2 1 8 0,2 5-84 16,1 4-180-16,-4 8-176 0,0 5-212 16,-4 3-440-16,0 9-624 0,-4 0-648 15,-9 0-1993-15,6 13-1531 0</inkml:trace>
  <inkml:trace contextRef="#ctx0" brushRef="#br0" timeOffset="183333.764">22471 16046 8976 0,'0'0'4101'15,"0"0"-3705"-15,0 0-28 0,0 0 128 16,-80 22 376-16,69-9 188 0,-2 6-28 16,5 4-212-16,5 5-264 0,3 4-140 15,7 3-48-15,10 3 36 0,-2-3-132 16,5-3-184-16,0-7-88 0,0-6-60 15,8-13-112-15,0-6 60 0,0-6 112 16,4-13-120-16,0-10-148 0,-1-3-40 16,-6 1-88-16,-1-4 40 0,-9 3 48 15,-3 4 48-15,-4 5 48 0,-4 4 88 0,-4 4 64 16,0-2-32-16,-7 9 92 0,-6-3 224 16,-6 5-88-16,-2 6-88 0,-3-3-44 15,-4 3-4-15,4 0 16 0,1 3-12 16,3 7 8-16,8-3-12 0,0-2-152 15,4 4-32-15,4-2-176 0,4 2-552 0,0-2-828 16,4 0-2249-16,7-4-1887 0</inkml:trace>
  <inkml:trace contextRef="#ctx0" brushRef="#br0" timeOffset="183492.973">22913 16161 12077 0,'0'0'1976'0,"0"0"-1264"0,0 0 948 15,100 19-676-15,-69-22-412 0,1-11-204 16,-4-1-216-16,0-7-144 0,4-4-8 16,-4-2-460-16,-4-4-656 0,0-3-680 0,-8 10-1448 15,-4-13-3669-15</inkml:trace>
  <inkml:trace contextRef="#ctx0" brushRef="#br0" timeOffset="183734.795">22993 15821 11481 0,'0'0'1680'0,"0"0"-1096"0,0 0 176 16,-16 79 276-16,16-44 8 0,0 3-148 16,4 4-104-16,4-1-224 0,4 7-104 15,0 2 4-15,0 4-140 0,0 3-192 16,-8 4-136-16,3 2 48 0,-2 4-48 16,-5-4 0-16,0 4-4 0,0-4-56 15,0-2-36-15,-5-4 88 0,-2-3-8 16,-5-7 4-16,-8-5 8 0,4-10 4 0,-8-4 88 15,0-9-28-15,0-6-60 0,-4-7-316 16,0-3-224-16,5-3-160 0,-5-12-164 16,0-7-280-16,4-7-456 0,4 3-1044 15,-4-21-3177-15</inkml:trace>
  <inkml:trace contextRef="#ctx0" brushRef="#br0" timeOffset="184359.478">24049 16376 8176 0,'0'0'1760'0,"0"0"-547"16,0 0 47-16,0 0 4 0,0 0-36 15,0 0-144-15,0 0-156 0,0 0-196 16,0 0-12-16,0 0-56 0,-80-31-136 15,72 47-148-15,-3 6-64 0,-2 13-12 16,5 6-32-16,1 6-4 0,-2 1-64 0,5-4-32 16,4-2-40-16,0-10-120 0,0-11-12 15,9-4-116-15,2-15-92 0,1-2 16 16,4-12 188-16,0-9-4 0,4-12-192 16,4-11-300-16,-5-4-112 0,2 0 0 15,-5-2 256-15,-1 2 180 0,2 3 16 16,-2 5 36-16,2-4-84 0,-2 2-16 15,-2-3 4-15,2 1 168 0,-2 2 52 16,-2-5 136-16,5 3-36 0,-4 6 36 0,-4 3-36 16,0 5 0-16,0 11 256 0,-4 7-12 15,-4 5-24-15,0 7 48 0,0 0-88 16,0 0-72-16,0 7 28 0,0 5-80 16,0 7 4-16,0 13-4 0,0 4 40 15,0 5 36-15,0 3-88 0,0 0-128 16,0 1-16-16,4-1-100 0,0 1-132 0,0-4-120 15,0 1-184-15,0-5-188 0,-1-7-148 16,6-8-32-16,-5-7-452 0,4-5-1092 16,-1-4-2261-16,2-6-1815 0</inkml:trace>
  <inkml:trace contextRef="#ctx0" brushRef="#br0" timeOffset="184876.747">24535 16526 12225 0,'0'0'2116'0,"0"0"-1104"0,0 0-672 16,0 0 108-16,0 0 232 0,0 0 276 15,0 0-240-15,0 0-404 0,0 0-140 16,83-35-124-16,-63 12 12 0,5-5-24 16,-6-4-36-16,1 0-60 0,0 1 0 15,-8 5-152-15,-4 5 28 0,0 4 12 0,-8 8 148 16,0 2 24-16,-8 7 0 0,-4 0 4 16,-8 0-4-16,-3 7 0 0,-1 2 108 15,-1 3-48-15,1 7 124 0,0 0 0 16,5 11-12-16,-1-2 0 0,0 7-12 15,8 0 36-15,0 4-36 0,8-6-88 16,1 3-72-16,3-7-132 0,0-7-236 16,11-3-260-16,5-7-112 0,4-5-64 15,4-7-184-15,8-4-72 0,3-8-648 16,1-13-1101-16,-8 6-2323 0</inkml:trace>
  <inkml:trace contextRef="#ctx0" brushRef="#br0" timeOffset="185244.584">24989 16323 11545 0,'0'0'2212'0,"0"0"-1464"0,-40 75-28 0,16-33 604 16,1 2 56-16,-1 1-52 16,3-4-276-16,6-3-308 0,6-9-220 0,5-7-219 15,4-6-305-15,0-10-97 0,4-3-219 16,9-3 84-16,2-9 128 0,6-4 100 16,-1-9-92-16,3 0-184 0,1-3-48 15,-4 2-4-15,0 4 4 0,0 6-28 16,-4 6 12-16,4 7 220 0,-4 0-8 15,3 7 128-15,-2 6-12 0,-2 9-80 16,-2 3 28-16,-2 7 68 0,2 3 12 16,-2 6 64-16,1 4-16 0,-3 3 52 15,-2 2 24-15,1 1-40 0,-8 3 212 0,0 0 156 16,-4-3 40-16,-7 0-80 0,-2-7-20 16,-2-6-112-16,-2-3-72 0,-2-6-136 15,-1-6 1-15,-1-11 35 0,2-5-8 16,-1-7-40-16,-4 0-60 0,5-14-12 15,-2-8-84-15,-3-6 12 0,4-11-185 16,4-2-231-16,0-3-180 0,4-1-16 16,12 1 20-16,0 3 16 0,0-1-168 0,8 2-492 15,5-2-188-15,-2 10-676 0,13-12-3113 0</inkml:trace>
  <inkml:trace contextRef="#ctx0" brushRef="#br0" timeOffset="185680.483">25818 16246 12537 0,'0'0'2908'0,"0"0"-1912"0,0 0-872 15,0 0 372-15,0 0 584 0,0 0 248 16,0 0-408-16,31 70-508 0,-10-55-312 16,7 2 20-16,3-4 112 0,1-1-172 0,8 1 64 15,4-3 32-15,-4-4-8 0,-1 0-108 16,-7-3-40-16,-4 1-8 0,-8-1 0 15,-4 0-56-15,-7 0-8 0,-9 3 12 16,0 1 48-16,-4 5 12 0,-13 7-4 16,-7 4-104-16,-8 5-52 0,-7 1 108 15,-1-1 52-15,-4 1 0 0,0-4 0 16,4 1-72-16,8-7-148 0,5-3-60 0,7-3 0 16,3-7-212-16,14-4-56 15,3-2-228-15,0 0-412 0,12-2-628 0,7-8-208 16,-2 3-1093-16,18-5-2243 0</inkml:trace>
  <inkml:trace contextRef="#ctx0" brushRef="#br0" timeOffset="185862.77">26348 16529 11745 0,'0'0'2060'0,"0"0"-1020"16,0 0-476-16,0 0 140 0,0 0 472 16,-44 79-124-16,16-50-164 0,-4-1-176 15,-4 7-88-15,-3-4 80 0,3 1-192 16,-4 1-195-16,4-8-161 0,0 0-68 15,4-3-88-15,0-3-108 0,4-6-220 16,4-1-25-16,5-1-83 0,3-5-112 16,4-4-260-16,7 2-308 0,1-4-696 15,4 0-2068-15,4-4-3073 0</inkml:trace>
  <inkml:trace contextRef="#ctx0" brushRef="#br0" timeOffset="186337.946">26889 16268 12897 0,'0'0'2056'16,"0"0"-976"-16,0 0-252 0,0 0 168 0,88-19 16 15,-60 16-324-15,0 3-136 0,0 0-128 16,0 0-156-16,-5 6-12 0,-2 4-256 15,-5 2-104-15,-4 5 104 0,-12 4 12 16,0 9-12-16,-4 1-172 0,-9 7 16 16,-6 0 96-16,-1 4 56 0,-1 2 4 15,-2 1 12-15,7-1 0 0,0 0 60 16,4-2 60-16,8-7-32 0,0-10 56 16,4-6-92-16,4-6-64 0,4-7-8 15,4-6-32-15,4 0 40 0,12 0 64 16,0-9-28-16,7-4-36 0,6 0-244 0,2 1-120 15,1-4-312-15,0 2-388 0,0 2-472 16,-16 5-1340-16,11-5-4513 0</inkml:trace>
  <inkml:trace contextRef="#ctx0" brushRef="#br0" timeOffset="187009.2">28316 15938 10496 0,'0'0'2621'16,"0"0"-1149"-16,0 0-348 0,0 0 244 16,0 0-228-16,0 0-72 0,28 108-232 15,-20-50-216-15,-4 8-156 0,-4 4-124 16,0 2-84-16,0-1-171 0,0-5 7 15,-4-3-92-15,4-8-60 0,0-14-61 16,0-9-195-16,0-13 48 0,4-6 84 0,4-10 28 16,0-3 20-16,-1 0 16 15,6-13 32-15,-2-6 80 0,6-6-112 0,-6-4 8 16,6-4 28-16,-6 6 24 0,1 4 8 16,0 4 4-16,-4 11 0 0,5 1-36 15,-2 7 84-15,1 7 96 0,4 5 172 16,0 9 52-16,0 5-88 0,-4 3-124 15,0 0 64-15,0-1-52 0,-1-3-60 16,-2-2 16-16,3-4-76 0,4-4-120 0,-4-4-280 16,3-5-112-16,1-3-28 0,5-3-232 15,2-9-140-15,1-8-456 0,0-2-1088 16,8-3-1789-16,-8 3-267 0,16-6 268 0</inkml:trace>
  <inkml:trace contextRef="#ctx0" brushRef="#br0" timeOffset="187309.529">29053 16512 6128 0,'0'0'4072'0,"0"0"-2075"0,0 0-325 15,0 0-268-15,0 0-232 0,0 0-228 16,0 0-88-16,-83 19 4 0,55-2-308 16,0 8-72-16,0 4-52 0,4 6 32 15,0 3 112-15,8-3-11 0,4 0-113 16,4-10-280-16,4-6-168 0,4-6-132 16,0-7-172-16,12-6-84 0,0 0 59 0,7-9 149 15,6-10-28-15,-1-7-72 0,8-2-84 16,-4-5 32-16,-1 2 236 0,1 3 52 15,0 5 44-15,-8 8 0 0,0 2-16 16,0 3 16-16,-8 10 132 0,-4 0 52 16,0 0 84-16,4 7 60 0,-8 6-12 15,3 2-36-15,-3 7-144 0,5 0 9 16,-5 5-25-16,4-6-20 0,-1 2-88 16,2-4-12-16,3-3-72 0,-5-4-257 0,10-2-243 15,-6-10-160-15,6 0-112 0,-2-10-388 16,5-9-932-16,1-1-2488 0,2-18-3665 15</inkml:trace>
  <inkml:trace contextRef="#ctx0" brushRef="#br0" timeOffset="187575.306">29595 16383 14605 0,'0'0'2124'16,"0"0"-1800"-16,0 0 348 0,-48 73 932 15,28-45-128-15,4 4-391 0,1-3-489 16,2-7-368-16,9 0-140 0,4-9-88 15,0 0-120-15,8-4-136 0,8 1-44 16,1-4 116-16,2 0 75 0,1 0-11 16,0 1-52-16,4-4 40 0,-8 3 44 15,3 5 76-15,-2-6 8 0,-6 9 4 16,2-6-48-16,-1 9 48 0,-9-2-12 16,5 1 4-16,-8 0-212 0,0 0-60 0,-4 0-36 15,-3 0-88-15,-5 0-196 0,-4-1-224 16,-9-2-376-16,2 0-200 0,-1-1-428 15,4-1-1372-15,-20-5-4405 0</inkml:trace>
  <inkml:trace contextRef="#ctx0" brushRef="#br0" timeOffset="188175.778">30826 16531 8476 0,'0'0'1760'15,"0"0"-923"-15,0 0 191 0,0 0 380 16,0 0 112-16,0 0-236 0,0 0-272 15,0 0-308-15,0 0-196 0,0 0 32 16,-71 55 12-16,66-20-88 0,1 6-120 16,0-3-124-16,0-3-124 0,4-7-84 0,-3-8-12 15,3-7-12-15,0-7-60 0,0-6-100 16,7 0-120-16,1-9 0 0,5-8 72 16,2-5 36-16,1-6-76 0,0 2-36 15,-4 1 40-15,0 2 96 0,-4 11 12 0,0 2-36 16,0 7-28-16,-4 3 28 0,4 0-28 15,-5 7 212-15,6 8 272 0,-1 11 284 16,-4 3-172-16,0-2-188 0,-4 5-48 16,3-2 72-16,2-5-124 0,-5-6-96 15,8-4-48-15,0-8-76 0,-1-7-268 16,10-3-124-16,-2-16-4 0,6-10 136 16,-1-6-100-16,3-3-240 0,-3-6-472 15,4-4-312-15,0 1-824 0,-4 12-681 16,15-28 597-16</inkml:trace>
  <inkml:trace contextRef="#ctx0" brushRef="#br0" timeOffset="188386.587">31496 15881 12165 0,'0'0'2344'0,"0"0"-1800"16,0 0-88-16,0 0 524 0,-4 67 412 0,-5-23-308 16,2 7-212-16,3 6-224 0,-4 6-48 15,4 4-8-15,-1 1-79 0,5-3-261 16,0-1-132-16,5-10-120 0,-1-4-84 15,4-8-124-15,-1-7-168 0,6-6 59 16,-5-7 49-16,-1-6 24 0,1-4-108 16,-4-1-88-16,-4-9-184 0,0 2-208 15,0-4-268-15,-8 0-448 0,-7 0-1156 0,-5 0-1241 16,-1-6 1221-16,6-1 68 0,-17-5-72 0</inkml:trace>
  <inkml:trace contextRef="#ctx0" brushRef="#br0" timeOffset="188526.687">31245 16580 2948 0,'0'0'6540'0,"0"0"-3987"0,0 0-1261 15,0 0-416-15,0 0 248 0,0 0 84 16,0 0-160-16,99-4-444 0,-55 4-244 16,0-3-64-16,3-7-28 0,6-5-168 15,2-2-100-15,-3-2-176 0,-4 0-800 16,-1 0-476-16,-6 4-664 0,-10 2-2897 0,1 4-4470 0</inkml:trace>
  <inkml:trace contextRef="#ctx0" brushRef="#br0" timeOffset="189420.881">22387 17215 6688 0,'0'0'2064'0,"0"0"2221"15,0 0-2333-15,0 0-352 0,0 0-296 16,0 0-388-16,-11 76-268 0,11-32-36 16,0 7-36-16,0 10-236 0,0 4-12 15,8 3-168-15,-1 1-88 0,1 1-12 16,-4-6-60-16,8-4-8 0,-4-12-208 16,4-8-248-16,4-10-328 0,-4-11-164 0,8-7-156 15,4-9-192-15,0-6-480 0,-5-3-1400 16,13-16-2969-16</inkml:trace>
  <inkml:trace contextRef="#ctx0" brushRef="#br0" timeOffset="189744.801">22778 17865 6384 0,'0'0'4701'0,"0"0"-3593"0,0 0-420 16,0 0 460-16,32 77 380 0,-24-61-72 15,3-7-464-15,-2-6-596 0,-1-3-296 16,7 0 20-16,-2-9 116 0,2-7-28 15,-2-6-204-15,2-3-4 0,-2-8-208 16,-2 5-52-16,-3 3-24 0,-4-1 124 16,0 7 0-16,-4 3 60 0,0 3 0 15,0 4 40-15,-12 3-52 0,1 0 36 0,-6 1-72 16,-7 5 48-16,5 0 52 0,-2 7 48 16,1 5 0-16,5 8 64 0,3 6-52 15,0 2 124-15,4 10 0 0,0 3 100 16,3 1 12-16,5 2-40 0,0-6-208 15,0-3-60-15,9-6-212 0,-1-10-484 16,8 0-220-16,0-10 8 0,8-2-68 0,0-7-160 16,8-3-820-16,3-14-881 0,-7 5-1067 15,16-16 848-15</inkml:trace>
  <inkml:trace contextRef="#ctx0" brushRef="#br0" timeOffset="190050.679">23256 17884 6284 0,'0'0'3088'0,"0"0"-791"16,0 0-481-16,0 0-508 0,0 0-488 0,0 0-192 15,-60 70 136-15,45-41-8 0,-6 6-160 16,6 3-104-16,-2 4-112 0,6-2 72 16,2-5 136-16,5-3-160 0,0-10-428 15,4-6-48-15,0-5-160 0,8-6-96 16,1-5 44-16,6-3 52 0,2-13 136 16,-2-3-248-16,9-10-108 0,-3-5 20 0,-2-1 188 15,-3-1-92-15,0 3 52 16,0 3-12-16,-1 5 212 0,-2 6-4 0,-5 6 56 15,-1 7 8-15,-3 3 0 16,0 3 184-16,-4 0 300 0,5 9 184 0,-1 7-52 16,0 6-212-16,0 0-72 0,3 7-100 0,-3-1 12 15,5 5-36-15,-1-2 36 0,3-2-52 16,-2-1-140-16,2-6-52 0,1-2-196 16,1-8-404-16,-2-3-340 0,1-2-32 15,0-7-92-15,4-7-328 0,-4-5-892 16,-4-1-2897-16,4-18-2783 0</inkml:trace>
  <inkml:trace contextRef="#ctx0" brushRef="#br0" timeOffset="190369.42">23746 17827 13745 0,'0'0'2348'0,"0"0"-1908"15,0 0 60-15,-43 85 456 0,22-52 508 16,5 2-336-16,-3-3-424 0,6-4-412 15,5-6-212-15,4-5-80 0,4-5-96 16,0-5-100-16,0-1-80 0,4 0 32 0,4-4 96 16,5 3 88-16,2-3-28 0,1-2 80 15,0 4 8-15,4-1 0 0,0 0 0 16,-4-1 0-16,4 5 0 0,-5 0 4 16,-2-1 72-16,2 4 8 0,-2 2 112 15,-5 1 12-15,-4 3-16 0,-4 0-44 16,0-1-88-16,0 6 48 0,-8-2-100 15,-1-1 0-15,-6 1-8 0,-2-3-72 16,2 0-148-16,-5-3-120 0,4-7-220 16,-4 0-200-16,5-6-48 0,-6 0-304 15,1-3-472-15,5-13-904 0,2 6-1797 0,-2-24-2563 16</inkml:trace>
  <inkml:trace contextRef="#ctx0" brushRef="#br0" timeOffset="190643.837">24172 17554 13477 0,'0'0'4196'0,"0"0"-3884"0,0 0-128 16,0 0 384-16,-44 67 340 0,29-32-28 16,-2 7-368-16,2 5-316 0,3 10-112 15,0 3 148-15,8 1 60 0,0 2-111 16,4 0-73-16,4-2-108 0,7-7-8 15,6-6-52-15,-2-6-64 0,5-9-57 16,-3-7 117-16,-2-8-8 0,2-1 12 0,2-10-148 16,1-4-32-16,4-3-16 0,-8-10-88 15,4-7-180-15,-8-1-248 0,0-8-128 16,-4 5-200-16,-8-5-416 0,0 0-596 16,0 11-2073-16,-20-11-2451 0</inkml:trace>
  <inkml:trace contextRef="#ctx0" brushRef="#br0" timeOffset="190805.35">23913 18049 312 0,'0'0'13269'16,"0"0"-11321"-16,0 0-1696 0,0 0 228 15,0 0 20-15,0 0 444 0,0 0-80 16,104 57-284-16,-64-62-264 0,-1-12-192 16,6 1 44-16,-2-5-168 0,1-2-100 15,-8 1-156-15,0 0-604 0,-1 0-292 16,-3 2-388-16,0 1-376 0,-8 6-168 15,4 1-3765-15</inkml:trace>
  <inkml:trace contextRef="#ctx0" brushRef="#br0" timeOffset="191493.448">25826 17862 4620 0,'0'0'7529'0,"0"0"-5629"15,0 0-860-15,0 0-188 0,103-22 404 0,-59 19-68 16,4-4-400-16,-1 7-312 0,2 0-144 16,-6 0-172-16,1 4-112 0,-8 2-40 15,-4 1 140-15,-8 2-136 0,-5 3-12 16,-6 4-24-16,-9 6-76 0,-4 3-72 15,-4 8-108-15,-9 2-28 0,-6 0 76 0,-5 3 72 16,-8 0 92-16,0-3 68 16,-3 3 0-16,-1-7-56 0,-1 2 56 0,5-5 48 15,5-5-44-15,3-8 124 0,8-2-4 16,8-8-112-16,8 2 64 0,0-7-76 16,17 0-56-16,6 0 56 0,12-2 172 0,6-5 88 15,6-3-116-15,1 1 52 0,5-3-48 16,2 1 156-16,1 3 136 0,-4-3-280 15,0 5-160-15,-5 0-124 16,-4-1-300-16,-2 1-212 0,-2 0-100 0,-3 0 20 16,-4-1-136-16,-4 4-280 0,-4 0-796 15,-7 3-3265-15,-6 0-3767 0</inkml:trace>
  <inkml:trace contextRef="#ctx0" brushRef="#br0" timeOffset="198373.928">27894 17938 5076 0,'0'0'5028'0,"0"0"-2583"0,0 0-965 16,0 0-356-16,0 0 324 0,0 0-104 15,0 0-420-15,0 0-348 0,-88-9-160 16,80 6-12-16,-8 3-36 0,4 0 56 16,4 0-132-16,-8 0-48 0,5 0-72 15,-2 5-15-15,5 9-157 0,-3 2-24 16,2 9 12-16,1 1-61 0,5 5 25 15,-1-2-28-15,4 0-8 0,0-4 36 16,0-6-60-16,4-3-40 0,-1-7-68 0,5-6 56 16,1-3 24-16,2 0 4 0,1-12 132 15,4-7 0-15,4-11-36 0,0-1-208 16,0-3-88-16,0-5 76 0,-4 4 36 16,4-2-40-16,0 2 16 0,-4-4-64 0,3 4-72 15,1 0-52-15,1-3-104 16,-6 3-12-16,5-3 28 0,-8 0-12 0,1 0 344 15,-6 0 188-15,1 0 108 16,-8 3 28-16,0 0-8 0,0 3 8 0,0 4-128 16,-4 5 272-16,-4 5-68 0,5 5 52 15,3 6 284-15,-5 4-80 0,5 3-120 16,-4 0-16-16,4 3-196 0,-4 7-136 16,0 9 0-16,4 0 88 0,-4 12 84 15,4 6 60-15,0 3 24 0,0 8 52 16,0 2-88-16,0 7-60 0,0 6-84 15,0 5-76-15,0 1-60 0,0 1-220 0,0-6-224 16,0-10-60-16,4-12-4 16,4-15-28-16,4-7-148 0,0-15-272 0,4-5-1004 15,-8 0-1197-15,12-25-2747 0</inkml:trace>
  <inkml:trace contextRef="#ctx0" brushRef="#br0" timeOffset="198511.48">28272 17821 4804 0,'0'0'4576'15,"0"0"-1443"-15,0 0-1745 0,0 0-588 0,0 83 232 16,0-56 72-16,-4 6-396 0,4-5-236 16,0 1-152-16,0-3-24 0,0-5-104 15,0-5-192-15,0-6-296 0,4-3-436 16,-4-2-424-16,0-5-300 0,0 0-676 16,0-2-2637-16</inkml:trace>
  <inkml:trace contextRef="#ctx0" brushRef="#br0" timeOffset="198676.657">28188 17748 2584 0,'0'0'8517'0,"0"0"-7489"0,0 0-148 0,0 0 392 16,0 0-324-16,80 10-556 16,-56-7-392-16,0 0-100 0,0-3-228 0,4 0-496 15,0 3-432-15,-4 0-744 0,-9 0-2217 16,2 10-2007-16</inkml:trace>
  <inkml:trace contextRef="#ctx0" brushRef="#br0" timeOffset="198821.02">28508 17983 2824 0,'0'0'7752'15,"0"0"-6311"-15,0 0-597 0,0 0 684 0,0 0 148 16,83 54-4-16,-55-51-560 0,3 0-328 16,5-3-220-16,5-6-284 0,-6-10-268 15,5 0-12-15,-4-9-120 0,0-1-248 16,-4-2-268-16,-5-4-264 0,-3 0-412 15,-7 4-784-15,-6 6-2673 0,-3-7-1903 0</inkml:trace>
  <inkml:trace contextRef="#ctx0" brushRef="#br0" timeOffset="199025.223">28770 17672 6292 0,'0'0'3036'0,"0"0"-251"15,-28 73-1901-15,20-32-108 0,1 10 616 16,3 6 44-16,-5 3-280 0,5 4-240 0,0 2-180 15,-3 4-160-15,3 3-160 0,-5-2-160 16,1-2-256-16,1-5-36 0,-1-11-40 16,4-8-32-16,4-16-12 0,-5-10-200 15,5-10-132-15,0-6-224 0,5-3-300 16,7-12-128-16,-5-7-504 0,1-8-448 16,-3 6-1849-16,3-16-1511 0</inkml:trace>
  <inkml:trace contextRef="#ctx0" brushRef="#br0" timeOffset="199173.791">28810 18142 5260 0,'0'0'4680'0,"0"0"-2399"0,0 0-1065 16,87-4 268-16,-55 4 264 0,-4 0-580 15,4 0-316-15,-4-7-240 0,4-1-156 16,-4-9-212-16,0-2-244 0,0-2-124 0,0-11-452 16,-4 0-148-16,-5-6-116 0,-2 3-392 15,-6-3-820-15,-3 9-2241 0,-3-3-1391 0</inkml:trace>
  <inkml:trace contextRef="#ctx0" brushRef="#br0" timeOffset="199379.23">29065 17649 3676 0,'0'0'7365'0,"0"0"-5865"0,0 0-824 16,0 0 268-16,-12 93 444 0,12-58-244 16,0 6-348-16,0 6-28 0,5 0 32 15,2 8-112-15,1 2-112 0,4 6-164 0,-4-2-168 16,4 3-172-16,-4-1-72 0,0-2-52 15,-4-11-56-15,4-3-296 0,-4-7-168 16,0-12-44-16,-1-10 64 0,1-8-40 16,1-8-264-16,-5-2-532 0,4-5-720 0,0-2-708 15,0-21-2421-15</inkml:trace>
  <inkml:trace contextRef="#ctx0" brushRef="#br0" timeOffset="199727.179">29447 18173 1488 0,'0'0'7940'15,"0"0"-3327"-15,0 0-3953 0,0 0 32 16,0 0 1016-16,36 67-284 0,-20-67-600 0,5 0-348 16,-2-7 52-16,5-12-116 0,4-3-180 15,-4-6-208-15,-1-5-24 0,-2-4-108 16,-1 2-40-16,-5 0-120 0,-2 3-60 0,-1 1 8 15,-9 8 16-15,-3 2 108 16,0 2 60-16,-3 2 136 0,-9 1 24 0,-1 7 112 16,-6 2 0-16,3 5-124 0,0 2 244 15,0 7-172-15,-1 7-72 0,6 12 40 16,-1 6-4-16,4 9 136 0,0 4 84 16,4 2 24-16,0 4 0 0,0 0-48 15,0 0 36-15,4-4 157 0,0-2-25 16,0-7-352-16,4-10-60 0,4-9-132 15,4-3-48-15,0-9-185 0,4-7-63 16,-4 0-240-16,7-13 8 0,-2-9-112 16,-6-4-632-16,2-2-960 0,-5 6-3377 15,-1-13-3887-15</inkml:trace>
  <inkml:trace contextRef="#ctx0" brushRef="#br0" timeOffset="200237.468">29818 18049 11985 0,'0'0'2804'0,"0"0"-1836"16,0 0 100-16,0 0 260 0,0 0-268 15,80 52-252-15,-65-36-284 0,2-2-168 16,-6 3-88-16,2-1-172 0,-5 3-36 16,-4 0-60-16,-1 0-8 0,-3 0-64 15,0 3 60-15,0-3-108 0,-3 1-28 16,-5-4 56-16,4-7 92 0,4-6 108 16,-5-3-108-16,5-10-148 0,0-3-36 15,9-9-96-15,2-3-28 0,6-7 64 16,2 0-368-16,5 1-88 0,4 3 92 15,4-2 76-15,4 8-240 0,-1 0-560 16,-3 7-188-16,0-2-448 0,-4 8-497 16,-4 0-547-16,-4 5 732 0,-4 4 1380 0,-7 0 900 15,-6 10 824-15,1 2 1140 0,-4 7 896 16,0 0-187-16,0 4-573 0,-4-2-404 16,4 5-248-16,0-3-380 0,0-4-300 15,0-7-376-15,8-2-392 0,4-7-160 0,0-3 36 16,4-3 52-16,4-13-16 0,-1-3-268 15,2-6-288-15,-5-5 48 0,-4 2 72 16,-5 0 92-16,2 6 220 0,-9 6 112 16,0 3 100-16,-9 3 160 0,-2 7 204 15,-1 0 152-15,-4 3 108 0,-1 0 72 16,2 3-68-16,-2 7-160 0,6 2-52 16,-1 4-120-16,0 8-160 0,4 1-16 15,-4 6 40-15,4 4-24 0,0 0 80 0,0 3 52 16,1 0 392-16,2-3-284 0,1-3-267 15,4-7-109-15,0-6-229 0,0-6-151 16,9-10-192-16,-2-3-100 0,5-3 88 16,4-10-92-16,0-9-312 0,-4-4-872 15,4 8-1292-15,0-21-3713 0</inkml:trace>
  <inkml:trace contextRef="#ctx0" brushRef="#br0" timeOffset="200552.928">30615 18012 11249 0,'0'0'2752'0,"0"0"-1892"15,0 0 160-15,0 0 692 0,8 67-464 16,-12-45-376-16,0 0 20 0,0 0-64 0,0 0-159 16,4-6-221-16,0-4-304 0,0-5-144 15,0-4-156-15,0 0-88 0,0-3-8 16,8-6-93-16,-4-4 141 0,8-5 120 16,0-4-248-16,3-1-140 0,-2-1 20 15,-2 5 156-15,2 2 112 0,-1 6 64 16,-5 1-40-16,2 3-12 0,-5 4 172 15,-4 4 220-15,0 5 492 0,0 8-28 16,0-3-236-16,0 10-180 0,-4-2 0 16,-1-3-23-16,1-1-89 0,0-1-84 15,4-5-72-15,0-3-120 0,0-2-12 0,0-4-101 16,4-3-143-16,5 0-160 0,-1-10 132 16,3-2 172-16,6-10-172 0,2-7 12 15,-3-3 320-15,5-2-1072 0,-6-8-808 16,1-2-220-16,-4 9-936 0,0-29-2657 0</inkml:trace>
  <inkml:trace contextRef="#ctx0" brushRef="#br0" timeOffset="200843.958">30918 17627 8352 0,'0'0'3933'0,"0"0"-2413"0,0 0 8 15,0 0-292-15,4 77-364 0,-4-39-240 16,0 6-28-16,0 7 96 0,0-1-52 16,4 5 12-16,-1 2 264 0,1-2-255 15,5-5-269-15,-1-9-352 0,-1-3-48 16,1-13-96-16,1-2-472 0,-9-11-17 15,4-1 197-15,-4-9 8 0,0-2-180 16,0 0-140-16,-4 0-220 0,-9 0-380 16,2 0-568-16,-10-2-504 0,6-3-429 0,-13-1 429 15,4 0 980-15,-4-4 364 0,0-3 848 16,0-6 180-16,5-3 1420 0,3 0 84 16,8 0 40-16,3 3 365 0,9 3-437 0,0 6-744 15,13 5-172-15,2-2 88 0,6-3 124 16,3 4 40-16,4-7-312 0,-1 0-284 15,4 1-88-15,6-7-124 0,-5 0 0 16,4 0-620-16,-4-4-964 0,-12 8-752 16,15-7-3389-16</inkml:trace>
  <inkml:trace contextRef="#ctx0" brushRef="#br0" timeOffset="201359.41">31519 17830 13401 0,'0'0'2352'0,"0"0"-1508"0,0 0-508 16,0 0 300-16,0 0 364 0,72 26-128 0,-28-20-284 15,4-6-184-15,-5 0-196 0,6-3-40 16,-2-2-164-16,-11-2 8 0,-5 0 48 15,-3 4-60-15,-11 3-4 0,-9 0-132 16,-8 6-120-16,0 5-96 0,-12 7 264 16,-4 4-84-16,-9 7-180 0,-2 6 144 0,-4-1 196 15,-1 1 4-15,4 4 8 0,0 1 4 16,4 2 48-16,3-4 44 0,10 0 152 16,7-6 152-16,4-7-32 0,8-2-160 15,12-4-76-15,3-6-120 0,14-4 160 16,-2-6 36-16,9-3-208 0,0-10-60 15,4-5-184-15,-4-7-184 0,-4-6-292 16,-1-8-324-16,1-2-316 0,-9-7-720 16,-6 14-2477-16,3-17-3527 0</inkml:trace>
  <inkml:trace contextRef="#ctx0" brushRef="#br0" timeOffset="201658.744">32149 17931 11297 0,'0'0'3864'0,"0"0"-3208"16,0 0-224-16,0 0 552 0,-13 68 524 15,18-53-452-15,3-5-336 0,4 0-304 16,4-7-184-16,3-3 12 0,2-7-244 16,7-5-244-16,-4-7-72 0,4-10-40 0,-5 4-156 15,-3-8-52-15,-4 8 184 0,0 0 96 16,-8 6-96-16,-4 6 132 0,0 4 112 16,-4 0-36-16,-4 5 172 0,-8 4 172 15,-4 0 248-15,0 0-24 0,1 6-116 16,-6 4 40-16,1 3-12 0,5 6-40 15,-2 6-72-15,6 6 12 0,-2 8 0 16,2 2-28-16,3 4 16 0,-5 2 96 16,6 0 48-16,-1 2 13 0,-4-5 23 0,7-6-216 15,5-6-160-15,0-13-220 0,5-3-301 16,7-14-111-16,3-2 204 0,6-12 88 16,-1-6-164-16,4-4-404 0,-1-14-636 15,-6 11-1456-15,10-16-4197 0</inkml:trace>
  <inkml:trace contextRef="#ctx0" brushRef="#br0" timeOffset="201884.76">32559 17868 13565 0,'0'0'2552'15,"0"0"-2464"-15,0 0-8 0,0 0 368 16,13 70 64-16,-10-44-176 0,1-1-28 16,-4 0 40-16,4 4 72 0,0 0 72 0,-4-7-112 15,4 3-308-15,-4-6-72 0,4-3-48 16,-4-3-76-16,5-3-72 0,-5-7 24 15,3-3 4-15,1 0 164 0,4-10-40 16,0-2-20-16,0-8-8 0,8-1-64 16,0-9-88-16,0 5-120 0,4-3 60 15,4-4-152-15,-5 3-212 0,6-2-584 16,-1-1-704-16,-9 9-2293 0,9-5-1355 0</inkml:trace>
  <inkml:trace contextRef="#ctx0" brushRef="#br0" timeOffset="202158.746">32926 17847 640 0,'0'0'8340'0,"0"0"-5795"15,-12 70-1009-15,8-39 128 0,-4 1 76 16,4 0-436-16,0-7-548 0,4-6-352 16,0-7-244-16,0-1-112 0,4-11 16 15,0 0 60-15,8 0 4 0,0-7-128 0,-1-6-8 16,6-3-128-16,-1-6-72 0,-4 0-84 16,-1 0-4-16,2-1 12 0,-5 0 220 15,-5 4 64-15,-3 1 8 0,0 3 68 16,0-2-68-16,-3-2 92 0,-9 3-4 15,-4 1 4-15,0 2 144 0,0 3 40 16,-5 7 60-16,6 3 12 0,-5 6-172 16,4 4-184-16,0 9-76 0,-3 3-68 15,2 0 20-15,1 4 4 0,0 0-300 16,5-5-404-16,-2 2-292 0,2-4-164 0,3 0-432 16,-1-6-1140-16,-2 2-3429 0</inkml:trace>
  <inkml:trace contextRef="#ctx0" brushRef="#br0" timeOffset="202549.835">33364 17608 11445 0,'0'0'2684'15,"0"0"-1848"-15,0 0 424 0,0 0 532 16,0 0-536-16,0 0-164 0,0 0-312 16,0 0-332-16,0 0-95 0,0 0-61 15,0 0-72-15,-4 35-112 0,0-22-100 0,-4 3-4 16,5-4-4-16,-1 5-96 0,4-1-28 16,0-4 4-16,4 4 36 0,3 0-24 15,5 0 8-15,0 2 88 0,4 1 4 16,0-3 4-16,-4 3-8 0,4 0-48 0,-4-3 47 15,4 1-83-15,-8-6-16 16,3 3 4-16,-3-4 60 0,-3-1 40 0,-5 0 8 16,0-2 0-16,0 5 96 0,-5-2-96 15,-6 2-12-15,-5 1 4 0,-4 3-4 16,0-3-84-16,-5-1 8 0,2-5-164 16,-5-1-80-16,0 0-92 0,-3-6-224 15,-5 0-348-15,0 0-676 0,-4-6-1032 16,12 3-2597-16,-27-9-2871 0</inkml:trace>
  <inkml:trace contextRef="#ctx0" brushRef="#br0" timeOffset="203809.745">28392 8024 9712 0,'0'0'1200'0,"0"0"765"0,0 0-753 16,0 0 264-16,0 0 180 0,0 0-320 15,0 0-352-15,0 0-324 0,0 0-112 16,0 0-48-16,0 0-184 0,-80 37-120 15,60-2-27-15,0 10-9 0,0 5-40 16,-3 8-108-16,2 5-12 0,-3 4-52 16,-4 5-32-16,4 8-173 0,-8 2-327 15,1 4-48-15,-1 0 68 0,-4-3 172 16,4-10 272-16,0-10 44 0,8-18 28 16,5-11-260-16,6-14-132 0,6-14-276 0,-1-6-228 15,0-3-740-15,3-13-788 0,2-3-1921 16,-1-1 329-16,4-18-327 0</inkml:trace>
  <inkml:trace contextRef="#ctx0" brushRef="#br0" timeOffset="204003.924">27675 8804 6704 0,'0'0'2296'0,"0"0"-808"0,0 0-147 16,0 0-125-16,0 0-276 0,0 0-180 16,0 0-164-16,-48 83-208 0,52-64 0 15,8 0 16-15,4 0 48 0,4 0 56 16,4 0 36-16,3-7-172 0,5-5-16 15,4-1-72-15,4-6-136 0,7 0-144 16,1-10-4-16,5-2-356 0,-2-7-52 16,5 0-224-16,4-7-124 0,-5-2-172 15,13-3 252-15,0-5-448 0,8-5-1172 16,-20 9-2745-16,27-25-1930 0</inkml:trace>
  <inkml:trace contextRef="#ctx0" brushRef="#br0" timeOffset="204709.502">26388 6226 7584 0,'0'0'296'16,"0"0"2720"-16,0 0-999 0,0 0-605 15,0 0-24-15,0 0-320 0,-80 13-424 16,48 9-208-16,0 3-164 0,-4 11 0 16,1 1-76-16,-1 8-60 0,-1 3 36 15,5-4 88-15,5 1-40 0,7-11 100 0,9-9-100 16,2-8-24-16,9-5-196 0,4-2-88 15,12-1 88-15,4 2-4 0,7-3 0 16,5 2-32-16,1-1 36 0,3 1 48 16,-4-3-48-16,-1 1-28 0,-6 5 24 15,-6-3 4-15,-3 6 0 0,-8-3 72 16,0 6-8-16,-8-4 32 0,0 7 16 0,-4 1-52 16,-8-1-16-16,-4 3-44 0,0-3-84 15,-4 1-16-15,5-4-252 0,-2-6-128 16,1-7 0-16,4-6-184 0,1 0-228 15,-2-3-472-15,5-10-600 0,1 0-2289 16,-6-15-1475-16</inkml:trace>
  <inkml:trace contextRef="#ctx0" brushRef="#br0" timeOffset="205010.497">26435 6664 7400 0,'0'0'2464'0,"0"0"-775"0,0 0 207 0,0 0 40 16,0 0-92-16,0 0-584 0,80 13-288 15,-68-23-320-15,0-3-240 0,4-6-156 16,0-6-96-16,0-4-160 0,0-2-336 0,-1-4-228 16,2 0 0-16,-2 0 136 0,-2 7-76 15,-6 2-200-15,-3 7 132 0,-4 10 224 16,-7-1 344-16,-10 10-108 0,-6 0-24 16,-5 0-204-16,-4 13 252 0,0-1 88 15,1 7 176-15,3 3 188 0,7 7-104 16,1 3-24-16,5 3 36 0,-2 3 140 15,9 0 20-15,-3 3 36 0,7-3-28 16,4-3-168-16,0-4-212 0,4-1-60 16,7-5-172-16,6-6-144 0,-2-3-364 15,2-7-112-15,2-6-12 0,5-3 112 0,0-12-604 16,-4 3-1132-16,8-23-3457 0</inkml:trace>
  <inkml:trace contextRef="#ctx0" brushRef="#br0" timeOffset="205245.692">27013 6216 10316 0,'0'0'1381'0,"0"0"-485"0,-28 80 912 16,16-33 308-16,-8 10-388 0,9 7-584 16,-6 6-336-16,6 3-124 0,3 4-100 15,-1 5-87-15,5 0-97 0,0 6-168 16,1 2-112-16,3 1-112 0,0-4-8 15,0-11-104-15,0-6-260 0,7-20-197 16,-3-12-31-16,5-15 40 0,-5-6 88 16,3-17-132-16,-3 0-316 0,0-11-772 0,5-11-492 15,-5-6-1012-15,0-1-1889 0,-4-18-1127 0</inkml:trace>
  <inkml:trace contextRef="#ctx0" brushRef="#br0" timeOffset="205492.049">26929 6309 10012 0,'0'0'1661'0,"0"0"-789"0,0 0 352 16,0 0-132-16,100-70-24 0,-72 60-300 15,4 7-284-15,-5 3-112 0,6 0 4 16,-1 6-156-16,-5 7-96 0,-3 3 60 16,-8 7-184-16,-4 4 124 0,-4 9-12 15,-8 5-16-15,-4 3-44 0,-12 4-40 16,-8 0 72-16,0-4-20 0,-4-3-56 15,-4-6-8-15,1-6-308 0,3-3-100 16,-4-12-224-16,9 0-124 0,-2-9-112 0,1 0 104 16,8-5-148-16,0-10-420 0,5 1-1729 15,-6-17-2535-15</inkml:trace>
  <inkml:trace contextRef="#ctx0" brushRef="#br0" timeOffset="205925.149">27308 6467 11417 0,'0'0'1768'15,"0"0"-1044"-15,0 0 352 0,0 0 548 16,0 0-120-16,0 0-496 0,0 0-576 16,0 0-260-16,51 67-100 0,-38-67 28 15,2 0-48-15,2 0-48 0,-2-3-8 16,2-6-40-16,-2 2-32 0,1-5-84 0,0-2 4 15,-4-2-80-15,0 2 16 0,1-3 24 16,-6-3-40-16,1 2 64 0,0-1-24 16,0 0 96-16,-4 3 8 0,4-3 92 15,-8 3 52-15,0-1 8 0,0 5 40 0,-4-1 36 16,0 1-36-16,-8 3-4 0,4 2 28 16,-4 1-24-16,-4 2 120 0,4 4-60 15,-4 0-156-15,-3 4-4 0,-2 9-72 16,1 2 8-16,-3 4 56 0,3 6 8 15,0 7 0-15,4 0 60 0,0 10-56 16,4 0 96-16,0 2 24 0,8 3-112 16,0-3-12-16,4-6 0 0,0-9-88 15,12-4-32-15,4-8 116 0,4-9-72 16,4 3 28-16,-1-11 48 0,5 0-196 0,4 0-100 16,0-11-64-16,0-1 52 0,0-3-312 15,3-5-140-15,-2-2-336 0,-1-3-700 16,-5 5-880-16,6-11-2773 0</inkml:trace>
  <inkml:trace contextRef="#ctx0" brushRef="#br0" timeOffset="206258.646">27711 6172 12449 0,'0'0'1160'15,"0"0"-816"-15,0 0-204 0,0 0 684 0,0 0 56 16,87-3 136-16,-63 12-256 0,0 4-280 16,4 6-20-16,-4 0 8 0,-5 6-152 15,-3 5-116-15,-4-3-116 0,-3 12-36 16,-5-1-40-16,-4 3 0 0,0 7-8 16,-4-3-132-16,-5-1-64 0,1-6 48 15,1-3 68-15,-1-13 80 0,3-6 8 16,1-9 104-16,4-5 172 0,0-2 56 0,0-6 16 15,0-7-80-15,0-9-276 16,0-4-60-16,0-12 12 0,0 0-64 0,0-6 16 16,9-1-76-16,6 4-48 0,2 3-64 15,6 3-192-15,1 0-364 0,8 3-388 16,0 7-768-16,-4 3-1968 0,16 3-1713 0</inkml:trace>
  <inkml:trace contextRef="#ctx0" brushRef="#br0" timeOffset="206591.93">28428 6252 13313 0,'0'0'1660'0,"0"0"-1244"0,0 0 568 15,-100 88 584-15,68-53-176 0,4 0-184 16,0 0-136-16,12-3-283 0,4-4-301 16,5-2-248-16,3-4-240 0,4-6-36 15,0-7-132-15,7-2 8 0,1-4 16 16,9-3 0-16,-2 0-100 0,5-13-72 0,1-3-193 15,2-7 117-15,-3-2-8 0,4 0-16 16,-5 0 0-16,-2 3 24 0,-2 5 0 16,2 8 84-16,-10 6 36 0,6 3 272 15,-5 3 224-15,-1 6 304 0,1 8-12 0,1 3-140 16,-2-2-32-16,-3 1 8 0,4 0 40 16,-8-3-40-16,4-4-24 0,1-2-107 15,-5-4-221-15,4-6-88 0,-4 0-129 16,3-3-15-16,1-6-352 0,4-10 72 15,5-6-284-15,-2-8-496 0,1 5-1476 16,0-17-4029-16</inkml:trace>
  <inkml:trace contextRef="#ctx0" brushRef="#br0" timeOffset="206951.19">28599 5553 13013 0,'0'0'1768'0,"0"0"-1644"15,0 0 520-15,0 0 848 0,12 101 228 0,-8-59-284 16,0 9-436-16,-1 2-319 16,2 8-209-16,-5 6-108 0,0-1-168 0,4 1-188 15,-4 0-8-15,0-4-12 0,0-2-172 16,4-15-132-16,0-10 52 0,0-14 80 16,3-6-9-16,2-13-63 0,-1 0-120 15,3-3 108-15,2-6 156 0,6-3-144 16,5-4 100-16,4-1 68 0,0 6-8 15,0-3-148-15,0 9 72 0,-5 2 48 16,-2 0 76-16,-5 7 48 0,-4 2 184 16,-1 3 84-16,-7 4 28 0,1 0 32 15,-5 0-36-15,0 3-24 0,-5 0 36 16,-3 0 24-16,-7 3-71 0,-1 0 7 0,0-3-8 16,-4-2-52-16,0-4-68 0,4-4-64 15,0-3-60-15,4-3-12 0,1-3-280 16,-2 0-276-16,5-9-149 0,-3-7-99 15,2-7-212-15,5-8-1004 0,4 5-2832 0,0-21-4809 0</inkml:trace>
  <inkml:trace contextRef="#ctx0" brushRef="#br0" timeOffset="207101.459">29224 6248 11101 0,'0'0'4368'15,"0"0"-3816"-15,0 0-336 0,0 67 820 16,-11-42 1000-16,-2-6-224 0,-2 3-563 15,-1-6-629-15,0-3-392 0,0-4-228 16,4 1-72-16,-4-7-616 0,4-3-529 0,0-3-527 16,0-4-2700-16,0-8-4493 0</inkml:trace>
  <inkml:trace contextRef="#ctx0" brushRef="#br0" timeOffset="207259.684">29053 6077 14425 0,'0'0'2852'0,"0"0"-2640"15,0 0 912-15,0 0 460 0,0 0-280 16,84-26-319-16,-64 10-453 0,-1-3-400 16,5 0-132-16,-3-6-240 0,-2 0-308 15,1-7-289-15,0 3-235 0,0-6-744 16,-4 10-3140-16,12-13-4929 0</inkml:trace>
  <inkml:trace contextRef="#ctx0" brushRef="#br0" timeOffset="207509.547">29623 5305 14073 0,'0'0'2272'15,"0"0"-2172"-15,0 0 584 0,0 0 356 16,-36 80 376-16,32-52-156 0,0 4-251 0,4 2-465 16,0 4-204-16,8 4-72 0,0 2-52 15,0 7-60-15,-1 4-80 0,-2 8 20 16,-1 4-88-16,4 5-8 0,-4 8 4 15,0-1-4-15,4-2-8 0,-4-2-40 16,0-8-184-16,4-6-32 0,-4-11 68 16,3-5-44-16,6-10-124 0,-2-10-49 0,6-8-39 15,-2-11-352-15,5-6-356 0,1-13-988 16,-6 1-2108-16,9-27-4717 0</inkml:trace>
  <inkml:trace contextRef="#ctx0" brushRef="#br0" timeOffset="207683.113">30097 6140 11297 0,'0'0'4176'15,"0"0"-3332"-15,0 0 16 0,-23 67 736 0,14-45-208 16,1 3-436-16,0-6-344 0,5 0-379 16,-2-6-229-16,5-3-281 0,-4-3-531 15,4-5-240-15,0-2-88 0,0-2-684 16,-4-5-2232-16,0-10-5089 0</inkml:trace>
  <inkml:trace contextRef="#ctx0" brushRef="#br0" timeOffset="207842.326">29926 5740 13893 0,'0'0'4444'15,"0"0"-3692"-15,0 0-188 0,0 0 136 16,0 0-68-16,0 0 72 0,79-37-167 15,-63 30-525-15,0 0-12 0,0 4-449 16,0-3-527-16,0-1-280 0,-4 1-740 0,0 3-2056 16,0 0-4213-16</inkml:trace>
  <inkml:trace contextRef="#ctx0" brushRef="#br0" timeOffset="208425.33">30476 5336 13729 0,'0'0'2008'15,"0"0"-1756"-15,12 106 64 0,-9-52 420 16,1 11 1008-16,-4 6 192 0,4 2-559 16,-4 3-541-16,4 4-304 0,1 2-148 15,-1-3-56-15,-1 2-124 0,5-9-180 0,5-15-24 16,-6-9-48-16,9-13-48 0,-7-10-144 15,2-9-112-15,-3-6-108 0,0-7-120 16,-8-3-52-16,0 0 27 0,-4-6-67 16,-12-7-452-16,0-3-352 0,-7-1 172 15,-1-2 248-15,0 1 288 0,-4-1 708 16,0-3 60-16,3 2 604 0,2-2 116 0,3 3 88 16,8 0-124-16,4 0-264 0,4 1 148 15,4-1-52-15,8-4-208 0,12 0-120 16,8-2-188-16,4 0-88 0,3-1-32 15,10 4-28-15,-2 6-48 0,1 4 24 16,4 3 0-16,-9 4 24 0,2 5-36 16,-5 0 36-16,-1 7 56 0,-3 5 92 15,-4 2 124-15,-4 8 268 0,-4 3 28 16,-4 7-112-16,-4 3-52 0,-5 6 60 16,-2 7-80-16,-5 6-20 0,-9 3-32 15,2 3 12-15,-5 4 12 0,3-4-76 0,2-3 28 16,7-6-36-16,0-7-116 0,0-5-8 15,4-8 0-15,-1-12-60 0,6-3-60 16,-5-6 56-16,-4-3-8 0,4-7 0 16,-4 0 12-16,0 0-4 0,0 0 64 0,0-5 0 15,4-3-36-15,-4-5-256 0,4-6-172 16,3-13-12-16,6-6-136 0,-2-10-484 16,10 0-360-16,7-2-1304 0,3-1-2089 15,5 7 665-15,-8 12 1500 0,24-13 545 0</inkml:trace>
  <inkml:trace contextRef="#ctx0" brushRef="#br0" timeOffset="208479.693">31404 6089 820 0,'0'0'0'0</inkml:trace>
  <inkml:trace contextRef="#ctx0" brushRef="#br0" timeOffset="209725.984">30946 5645 11981 0,'0'0'1880'0,"0"0"-1528"16,0 0-184-16,0 0 564 0,0 0 764 16,-45 102 144-16,38-61-484 0,-1 10-324 15,0 2-244-15,3 5-68 0,2-1 225 16,3 0-129-16,0-6-216 0,0-3-160 16,3-11-80-16,2-5-88 0,3-10 24 15,-4-6-84-15,4-6-12 0,-5-6-44 16,10-4-28-16,-5 0-112 0,3-4 16 15,6-9-48-15,3-6-172 0,-1-7 84 16,2-2-96-16,-1 0 23 0,-5-2 61 16,5 3 108-16,-8 2 28 0,0 5 44 0,0 7 124 15,-8 4-60-15,0 6 72 0,-4 3 52 16,4 3 144-16,-4 6 60 0,0 10 84 16,4 9 36-16,4 8-119 0,-4 8-125 15,0 4 0-15,-4 6 40 0,4 2 20 16,-4 2-20-16,0 7-100 0,0-2 60 15,0 6-36-15,-12 1-12 0,-4 0 76 16,-8-1-52-16,1 1-36 0,-9-9 12 0,4-4 72 16,-9-7 76-16,1-4 92 0,1-13-180 15,-5 0-84-15,1-8-48 0,2-12-4 16,1-7-8-16,12-6-96 0,5-12-120 16,6-14-36-16,6-8-16 0,3-11 52 15,4-6 72-15,0-3 20 0,16-3-56 16,3 1-60-16,6 1 152 0,10-2-32 15,5 6 36-15,8-3-48 0,8 3 20 16,8 1 64-16,3-5-12 0,5 4-220 16,0 1-365-16,-1-1-659 0,-19 9-1344 0,20-18-2980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7:38:58.2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2634 1133 8096 0,'0'0'1196'0,"0"0"805"0,0 0-1473 16,0 0 420-16,0 0 440 0,-84-60-112 15,63 53-444-15,6 2-484 0,-5 1 224 16,-1 1 308-16,-2 3-272 0,-1 0-252 16,0 7-260-16,-4 2 104 0,0 0 32 15,-4 7-24-15,-3 3-208 0,-5 4-44 16,-4 5 36-16,0 7 0 0,-4 3-56 16,-3 7 4-16,3 5-64 0,-5 5 76 15,2 1-36-15,7 11-4 0,0 3 16 16,9 3-16-16,3 3 84 0,4 3-56 0,8 1-16 15,-1 2 28-15,14-2 48 0,-1-1-84 16,8-2 76-16,4-2-64 0,16-5 48 16,3-6 24-16,14-4 84 0,6-3-84 15,13-6 8-15,8-3 4 0,16-4 48 16,12 1 64-16,11-8-16 0,13-1-32 0,7-2-4 16,9-5-72-16,6 0-4 0,6-4-128 15,8-6 128-15,3-5-52 0,4-6 48 16,0-8-176-16,-7-3-40 0,-1-16 224 15,-7-7-4-15,-9-11-132 0,1-11 40 16,-12-6-16-16,-5-7 112 0,-15-5 36 16,-9 3 52-16,-11-4 12 0,-16 4-100 15,-16-1 84-15,-16 0 52 0,-8 1 48 16,-9-7 36-16,-7-3 4 0,-12-6-4 0,0-9-60 16,-16-8-16-16,-8-6-20 0,-8-6 24 15,-11-3 48-15,-6 5 292 0,-11 5-136 16,-7 7-48-16,-8 5 12 0,-9 9-207 15,-12 11-109-15,-7 8 0 0,-9 13-85 0,-8 11-75 16,-7 11-44-16,-4 12-52 0,-9 12-48 16,-8 9 96-16,-7 11-304 15,-8 17-212-15,-8 13-36 0,-8 9 228 0,-1 10-12 16,-7 12-352-16,-4 10 256 0,-1 9 312 16,1 11-276-16,-4 8-152 0,8 10-172 15,3 10-424-15,48-30-1149 0,-51 61-2683 0</inkml:trace>
  <inkml:trace contextRef="#ctx0" brushRef="#br0" timeOffset="17747.513">12383 11103 548 0,'0'0'1880'0,"0"0"-720"0,0 0-1020 15,0 0 304-15,0 0-208 0,0 0 4212 16,0 0-3272-16,0 0-271 0,-79-16 175 0,66 16 516 16,5 0-288-16,1 0-140 0,2 0-176 15,1 0 72-15,4 0-116 0,-4 0-200 16,4 0-100-16,0 0-136 0,0 0-132 16,0 0-68-16,0 0-43 0,8 3-109 15,4 0 8-15,4 4 40 0,8-1 56 16,4-3-20-16,8 0 44 0,-1 0-44 15,2-3-76-15,2 0-60 0,-3-3-12 16,-4 0-96-16,0-3-36 0,0-4 28 16,-4 4 4-16,0-3-68 0,-4-1 64 0,-5 4-172 15,1-5-184-15,-8 6-108 16,0 2-84-16,-4-1-5 0,-8 2-155 0,4 2-444 16,-4 0-636-16,-4 0-588 15,-4 0-536-15,-4 0-2441 0,0 0-1723 0</inkml:trace>
  <inkml:trace contextRef="#ctx0" brushRef="#br0" timeOffset="17979.998">12446 11166 1436 0,'0'0'7396'0,"0"0"-5532"0,0 0-643 16,0 0-169-16,-7 85 144 0,7-58-36 16,3 4 36-16,1 1-288 0,0 3-140 15,5 7 36-15,-5-2-216 0,0 8-196 16,-1 3-148-16,1 0-108 0,-4 3-88 15,0-4-48-15,0-2 4 0,0-11-4 16,4-1-60-16,-4-11 52 0,0-5-80 0,4-5 28 16,-4-2 0-16,0-7-100 15,0 1-256-15,0-4-148 0,0 0-128 0,0-3-88 16,0 0-176-16,0-6-516 0,0-4-636 0,0-6-1949 16,0 4-1087-16</inkml:trace>
  <inkml:trace contextRef="#ctx0" brushRef="#br0" timeOffset="18182.929">12435 11595 2088 0,'0'0'860'0,"0"0"5928"15,0 0-5640-15,0 0-491 0,0 0 511 16,0 0 320-16,0 0-224 0,0 0-156 16,0 0-100-16,79-6-268 0,-55 6-232 15,0 0-240-15,4-4-192 0,0 2-76 0,-5-3-4 16,5 3-4-16,0-2-56 15,4-1-204-15,0-2-364 0,0 0-260 0,4 4-372 16,-4-3-968-16,-5 3-1965 0,14-4-4503 16</inkml:trace>
  <inkml:trace contextRef="#ctx0" brushRef="#br0" timeOffset="18515.823">13479 11525 836 0,'0'0'11049'0,"0"0"-8233"0,0 0-1672 0,0 0-536 16,0 0 76-16,0 0 148 0,0 0 264 16,0 0-420-16,0 0-408 15,0 0 0-15,0 0 0 0,79 6 16 0,-51-3-44 16,8 0 64-16,-1 1 269 0,10-1-161 15,-2 0-132-15,5 0-24 0,4-3-52 16,3 3 0-16,5-3-44 0,4 0 44 0,0 0-24 16,0 0-72-16,-5 0-56 0,1-6-4 15,-4 3-48-15,-4-4-60 0,-5 1-28 16,-2 0-92-16,-10-4-132 0,-7 4-112 16,-7-3-160-16,-2-1-21 0,-3 1 9 15,-4-1-64-15,-4-6-292 0,-4 4-636 16,0-8-820-16,-4 5-1856 0,-4 2-773 15</inkml:trace>
  <inkml:trace contextRef="#ctx0" brushRef="#br0" timeOffset="18753.253">14431 11274 2508 0,'0'0'9001'0,"0"0"-7593"0,0 0-416 0,0 0-52 15,0 0 40-15,0 0 248 0,96 29-124 16,-81-23-216-16,5 0-164 0,0 4-148 0,0-4-140 15,0 0-156-15,-4 4-84 0,0 0-88 16,-1-1-92-16,-2 3 56 0,-1 5-68 16,-5-1 0-16,-3 3 0 0,-4-1-4 15,0 5-8-15,-4 6-164 0,-7-4-72 16,-6 7-72-16,-2-4-12 0,-5 5-112 16,4-2-88-16,-8-2-136 0,4-1-172 15,0-6-320-15,8-3-544 0,4-9-1084 16,5-3-2905-16</inkml:trace>
  <inkml:trace contextRef="#ctx0" brushRef="#br0" timeOffset="19190.34">14933 11360 7644 0,'0'0'5673'15,"0"0"-4593"-15,0 0-20 0,0 0-40 16,107 29-112-16,-70-23 96 0,-2 0-228 16,1-6-396-16,0 0-172 0,-1 0-12 0,-3-6-76 15,4-4-120-15,-8 1-12 0,0-7-84 16,0 0-28-16,-8 0-316 0,-1 3-88 15,-2-2-164-15,-6 5-76 0,-7 1-288 16,1 6-456-16,-5-1-624 0,0 4-477 0,-9 0-591 16,-2 0-2448-16</inkml:trace>
  <inkml:trace contextRef="#ctx0" brushRef="#br0" timeOffset="19381.554">15219 11331 1500 0,'0'0'1148'0,"0"0"5276"16,0 0-4836-16,0 0 33 0,-3 89-113 15,6-58-232-15,1 5-196 0,5 2-112 16,-5 1-212-16,4-2-16 0,-5 5-24 16,1 2-80-16,0 1-184 0,0 1-196 15,-4 2-112-15,0 4-20 0,0-2-4 0,0-2-120 16,0-10 0-16,-4-6-96 0,4-13-160 16,0-10-232-16,0-2-284 0,0-7-248 15,0 0-256-15,-4-7-856 0,4 1-1948 16,-4-13-2205-16</inkml:trace>
  <inkml:trace contextRef="#ctx0" brushRef="#br0" timeOffset="19559.237">15163 11725 5460 0,'0'0'3908'0,"0"0"-1519"16,0 0-1201-16,0 0 136 0,0 0 52 15,81-16-272-15,-54 13 28 0,1-3-204 16,0-1-292-16,4-2-232 0,-4-1-220 0,4-2-184 15,-4-1-4-15,-1-3-56 16,1-3-380-16,0-3-284 0,0-3-128 0,4-1-552 16,-12 4-1464-16,8-13-4981 0</inkml:trace>
  <inkml:trace contextRef="#ctx0" brushRef="#br0" timeOffset="19750.895">15897 11178 5640 0,'0'0'8609'0,"0"0"-7345"0,0 0-700 16,0 0 64-16,4 77 540 0,-4-45 224 15,0 3-448-15,0 3-444 0,0 3-340 16,0-3-100-16,0 4-60 0,-4-1-100 16,0-3-500-16,0-6-292 0,4-4-216 15,0-5-344-15,0-8-1360 0,0-8-2829 16</inkml:trace>
  <inkml:trace contextRef="#ctx0" brushRef="#br0" timeOffset="20467.953">13833 11283 3248 0,'0'0'780'0,"0"0"3724"16,0 0-3096-16,0 0-231 0,0 0-125 15,0 0-116-15,0 0-108 0,-19-69-44 0,22 56-152 16,5 1-80-16,0-1-8 16,8 3-36-16,0 1-36 0,4-1-112 0,-1 4-112 15,2-1 24-15,3 1 76 0,-4 0-4 16,-1-1-64-16,1 1-8 0,-4 3-76 16,0-3-64-16,0 2-32 0,0 1-28 15,0 0-64-15,0 0 44 0,-1 3-48 16,-2 0 0-16,-1 6 80 0,0 1-72 15,-4-1 0-15,0 0 48 0,-1 4-48 0,2-1-12 16,-5 1-48-16,0-4-136 0,0-3-120 16,-4 0-4-16,3-3-156 0,-3 4-204 15,0-4-124-15,0 3-176 0,0 1-344 16,0-2-764-16,-3 1-1981 0,-9 6-3367 0</inkml:trace>
  <inkml:trace contextRef="#ctx0" brushRef="#br0" timeOffset="20681.946">13900 11369 5428 0,'0'0'2888'0,"0"0"1669"0,0 0-3053 0,0 0-332 16,0 0 284-16,0 0-104 16,0 0-320-16,0 0-272 0,88-38-248 0,-64 32-220 15,0 0-108-15,4-1-88 0,-4 1-36 16,4 0-60-16,0-4-12 0,3 3-84 15,-3-2-28-15,4 3-336 0,-4-4-188 16,0 0-236-16,0 1-400 0,-8 2-1092 16,7 5-3409-16</inkml:trace>
  <inkml:trace contextRef="#ctx0" brushRef="#br0" timeOffset="21417.575">15140 9881 4680 0,'0'0'4640'0,"0"0"-3168"0,0 0-195 16,0 0-13-16,0 0 160 0,0 0 36 0,0 0-188 15,0 0-124-15,0 0-164 0,0 0-224 16,0 0-176-16,0-26-72 0,0 33-39 0,0 2-181 15,0 3-124-15,0 11-44 0,0 8 20 16,0 7 12-16,0 4 4 0,0 3-76 16,0 5-76-16,0 7 40 0,4 3-44 15,0 11 4-15,-4-2-8 0,4 11 0 16,0-4-8-16,0 0-4 0,-1-6-60 16,1-7-48-16,5-3-40 0,-1-8-32 15,-1-5-4-15,6-6-80 0,-1-9 7 16,-1-9-95-16,-2-8-40 0,-1-5-32 15,3-4-64-15,-2-6-112 0,-2 0-212 16,1-9-796-16,0-1-1528 0,1-13-3485 0</inkml:trace>
  <inkml:trace contextRef="#ctx0" brushRef="#br0" timeOffset="22542.969">14654 7982 6200 0,'0'0'2688'0,"0"0"-51"0,0 0-1369 0,0 0-528 16,0 0 476-16,0 0 156 0,0 0 104 15,88 54-364-15,-56-47-340 0,3-1-220 16,1-4-112-16,0 1-12 0,-1-3-40 0,-3 0-84 16,0 0-168-16,-4-5-40 0,-4-1-51 15,0-5-45-15,-3 5-49 0,-2-7-59 16,-3 4-356-16,-8-1-168 0,4-2-128 15,-9 2-136-15,2 4-512 0,-5 0-1032 16,0 2-1897-16,-8 4-2143 0</inkml:trace>
  <inkml:trace contextRef="#ctx0" brushRef="#br0" timeOffset="22749.648">14893 8194 3700 0,'0'0'392'0,"0"0"3768"0,0 93-2048 0,0-52-347 15,0 3 287-15,4 4-400 0,0 0-424 16,-4-1-308-16,0 1-376 0,0-4-324 16,-4-2-156-16,0-4-64 0,-1-10-12 15,2-5-36-15,-1-8-64 0,4-8-256 16,0-4-324-16,-4-3-256 0,4 0-244 16,0 0-528-16,0-3-392 0,0-10-741 0,0 0-2447 15,0 0 1988-15</inkml:trace>
  <inkml:trace contextRef="#ctx0" brushRef="#br0" timeOffset="22914.512">14805 8497 2644 0,'0'0'104'16,"0"0"4684"-16,0 0-2648 0,0 0-619 15,0 0-161-15,0 0 184 0,0 0-232 0,0 0-240 16,88-46 12-16,-65 44-72 0,5 2-236 16,0-4-212-16,0 4-100 0,0-7-184 15,0 5-184-15,0-8-96 0,-4 1-44 16,3-4-152-16,1-3-340 0,-3-6-384 15,3-1-476-15,-4 5-1624 0,4-14-4909 0</inkml:trace>
  <inkml:trace contextRef="#ctx0" brushRef="#br0" timeOffset="23097.929">15574 8096 9108 0,'0'0'6525'0,"0"0"-5493"15,0 67-512-15,0-36 64 0,-3 1 640 16,-2 3-84-16,1-3-408 0,0-3-500 16,0-4-232-16,0 0-28 0,0-3-432 15,1-6-248-15,3-2-4 0,-4-9-64 0,-1-2-300 16,-3-3-892-16,0 0-2360 0,1 0-3733 16,-17-8 5269-16</inkml:trace>
  <inkml:trace contextRef="#ctx0" brushRef="#br0" timeOffset="23398.491">14634 7880 2720 0,'0'0'9493'0,"0"0"-7645"0,0 0-644 16,0 0 164-16,0 0 100 0,0 0-224 15,0 0-216-15,0 0-224 0,76-12-208 16,-48 8-135-16,4 1-49 0,0-4-96 16,7 2-52-16,1-1-96 0,4-1-44 15,3-3-64-15,5 1 12 0,4-1 0 16,4-3-60-16,-5 1-12 0,5-1-72 16,-4 0-12-16,-4 0-48 0,0 1-280 15,-8 3-168-15,-1-2-113 0,-2 3-159 0,-6 1-112 16,-7 0-460-16,-5 4-1116 15,-6 3-2529-15,-9 3-3251 0</inkml:trace>
  <inkml:trace contextRef="#ctx0" brushRef="#br0" timeOffset="24812.846">12188 9043 7128 0,'0'0'4065'16,"0"0"-2665"-16,0 0-368 0,0 0-496 0,0 0 236 15,0 0 396-15,0 0-264 0,0 0 124 16,0 0 44-16,88-7-188 0,-49 9-188 16,1-2-232-16,4 5-112 0,-8-5 1 15,3 0-13-15,-3 0 144 0,0 0-228 16,-4-5-208-16,-1 3-48 0,-6-5-4 15,-1 2-144-15,-8-2-140 0,-1 0-184 16,-7 4-197-16,1-3-211 0,-5 6-208 0,-4-4-800 16,0 4-1272-16,0 0-2293 15,-9 7-2047-15</inkml:trace>
  <inkml:trace contextRef="#ctx0" brushRef="#br0" timeOffset="25017.718">12463 9163 352 0,'0'0'8508'0,"0"0"-5975"0,0 0-881 16,-13 86-28-16,13-52-112 0,0 4 12 16,0 7-228-16,0-1-316 0,-4 3-284 15,-3 5-184-15,3-1-280 0,-5-4-232 16,1-8-24-16,1-9-88 0,3-10-240 16,0-7-160-16,0-7-296 0,4-3-260 0,0-3-432 15,0 0-876-15,4-6-2041 16,0-10-3255-16</inkml:trace>
  <inkml:trace contextRef="#ctx0" brushRef="#br0" timeOffset="25173.238">12534 9420 4108 0,'0'0'7025'0,"0"0"-5521"0,0 0-256 16,0 0 472-16,0 0-228 0,0 0-292 0,80-13-400 15,-68 10-368-15,-1 0-260 0,-2 3-172 16,3-2 0-16,-5-3-124 0,-3 3-292 15,1-2-312-15,-1 4-224 0,0 0-324 16,-4 0-728-16,0 6-1204 0,-8 7-3565 0</inkml:trace>
  <inkml:trace contextRef="#ctx0" brushRef="#br0" timeOffset="25349.882">12379 9687 1632 0,'0'0'5804'0,"0"0"-1231"0,0 0-2533 15,0 0-472-15,0 0-264 0,0 0-164 16,0 0 168-16,0 0-292 0,0 0-336 16,95 0-216-16,-71-6-244 0,1-1-148 15,-2 1-72-15,1-5-196 0,0 3-568 0,0-5-324 16,-1 6-340-16,-2 2-1388 0,6 5-3681 0</inkml:trace>
  <inkml:trace contextRef="#ctx0" brushRef="#br0" timeOffset="25799.469">12422 10064 5244 0,'0'0'5300'15,"0"0"-3407"-15,0 0-745 0,0 0-400 16,0 0 264-16,0 0 296 0,0 0-168 16,0 0-460-16,0 0-236 0,0 86-148 0,0-60 0 15,0 5-52-15,0 1-24 16,4 3-36-16,1 3-24 0,-1 3-88 0,0 0 0 16,3 8-72-16,-3-9 8 15,0 2 4-15,-4-8-12 0,5-5-4 0,-1-6-44 16,-4-5 0-16,0-4-260 0,4-8-292 0,-4 0-208 15,0-6-96-15,0 0-128 0,0 0-488 16,3 0-764-16,-3-6-2529 0,4 3-2387 16,-4-11 6328-16</inkml:trace>
  <inkml:trace contextRef="#ctx0" brushRef="#br0" timeOffset="26731.578">13251 9251 3448 0,'0'0'1444'0,"0"0"3588"0,0 0-3175 15,0 0-833-15,0 0-120 16,0 0-40-16,0 0-332 0,0 0-204 0,0 0-148 16,24-34-180-16,-12 21-8 15,4 1-108-15,0-5-84 0,0 2-544 0,4-4-436 16,0-4-704-16,-8 8-3057 0</inkml:trace>
  <inkml:trace contextRef="#ctx0" brushRef="#br0" timeOffset="26935.683">13717 8829 836 0,'0'0'5200'0,"0"0"-2808"0,0 0-748 15,0 0-199-15,0 0 155 0,0 0-188 16,0 0-568-16,0 0-616 0,0 0-228 16,44-73-140-16,-32 55-300 0,4-2-156 15,0 1-36-15,4 3 120 0,0 1 80 16,0 2-104-16,0-4 164 0,-1 5 24 0,2-1 76 15,-5 1 172-15,-1 2-365 16,-2 1-27-16,-2-1 80 0,5-2-132 0,-4-1-544 16,4 0-2124-16,-4-3-1160 0,0 6 3784 15</inkml:trace>
  <inkml:trace contextRef="#ctx0" brushRef="#br0" timeOffset="27098.482">14203 8394 3504 0,'0'0'1056'0,"0"0"4336"0,0 0-3819 16,0 0-677-16,0 0 228 0,0 0 232 15,0 0-260-15,0 0-356 0,0 0-328 16,0 0-224-16,0 0-176 0,36-25-12 16,-27 16-88-16,-2 2-148 0,1-3-264 15,5 1-216-15,-6 0-280 0,5-1-348 16,-4-4-768-16,-3 3-2833 0,-2-3-1466 16</inkml:trace>
  <inkml:trace contextRef="#ctx0" brushRef="#br0" timeOffset="27397.247">14144 8207 8504 0,'0'0'3241'0,"0"0"-1665"16,0 0-916-16,0 0-76 0,0 0 552 15,0 0 192-15,0 0-448 0,0 0-420 16,0 0-216-16,0 0-144 0,0 0 12 15,67-19-112-15,-51 19-60 0,0 0 60 16,0 3 4-16,1 0-4 0,-6 7-4 16,1-4-144-16,0 3-108 0,-4 4 8 15,0 0-48-15,0-1-16 0,-4 5-24 16,0-1 12-16,0 6-48 0,-4 7-72 16,0 2-156-16,0 7-248 0,-8 3 292 0,0 7-464 15,-8 0-1044-15,0 2-797 0,0 2-195 16,-4-8-8-16,9-9 2060 0,-17 6 49 0</inkml:trace>
  <inkml:trace contextRef="#ctx0" brushRef="#br0" timeOffset="30824.299">14443 11767 4744 0,'0'0'6853'15,"0"0"-5225"-15,0 0-676 16,0 0-144-16,0 0 376 0,0 0 140 0,0 0-52 15,0 0-204-15,0 0-456 0,0 0-272 16,-77 16-108-16,58-7-24 0,-1 3-24 16,-4 0 32-16,1 5-32 0,2-1-63 0,-7 0 51 15,4 3-88-15,1 3-44 0,-1-3-40 16,0 3-80-16,0 3 80 0,0-2 4 16,0 2-4-16,4 1-108 0,5-1-4 15,-2-3 15-15,10-3 49 0,-2 1-24 16,9-5-40-16,0-2 28 0,0-1-76 15,12-1 64-15,0-3 48 0,4 3 12 16,0-2 36-16,4-6 84 0,4-1-84 16,-1-2-120-16,2 0 120 0,-5-8 44 15,4-5-36-15,-5 1 64 0,1-5-72 0,-4 1-4 16,-4 5-104-16,-4-3 32 16,0 1 28-16,-3 4-24 0,-1-1-60 0,-4 1 32 15,0 6 92-15,-9-4 4 0,1 1-92 16,0 3-40-16,-8-4-108 0,4 5-36 0,-8-5-28 15,1 1-72-15,-1 0-160 16,-4-1-76-16,4 3 8 0,-4-2-164 0,0 6-296 16,4-4-536-16,4 4-1064 15,-4 0-1685-15,8 0-1723 0,-4 0 5844 0</inkml:trace>
  <inkml:trace contextRef="#ctx0" brushRef="#br0" timeOffset="31730.871">13100 8271 8040 0,'0'0'2744'0,"0"0"-971"16,0 0-381-16,0 0 224 0,0 0-296 0,0 0-352 16,0 0-376-16,0 0-260 15,0 0-36-15,0 0 280 0,0 0-36 16,72 30-28-16,-44-23-340 0,0-3-52 0,-5-4-8 15,1 3-40-15,-4-3-72 0,0 0-12 16,-4 0 0-16,0 0 12 0,-4 0-280 16,4 0-232-16,-8-3-344 0,0-1-228 15,0 4-440-15,-4-2-968 0,-1-3-2553 16,-3 3-2271-16</inkml:trace>
  <inkml:trace contextRef="#ctx0" brushRef="#br0" timeOffset="31965.38">13271 8322 1068 0,'0'0'1528'0,"0"0"5316"16,0 0-4535-16,0 0-633 0,0 0-228 0,0 0-268 15,0 0-212-15,0 0-172 0,0 0-80 16,0 0-312-16,0 0-132 0,-28 69 352 16,17-40 268-16,2 2-844 0,1 5 88 15,1-8-136-15,3-5-44 0,4-5 40 16,0-5-4-16,0 0-44 0,0-1 4 15,4 1-36-15,3-3 40 0,1-1 40 16,5-3-68-16,-2-2 60 0,2-2-72 0,6-2 80 16,1-2-80-16,4-5-212 15,0-2-192-15,4-1-312 0,-4-3-360 0,0 1-816 16,4-1-1144-16,-13 4-2933 0</inkml:trace>
  <inkml:trace contextRef="#ctx0" brushRef="#br0" timeOffset="51716.9">13331 7080 7612 0,'0'0'1416'0,"0"0"-432"0,0 0-468 16,0 0 65-16,0 0-93 0,0 0 896 15,0 0 304-15,0 0-764 0,0 0-448 16,0 0-72-16,-4-19-4 0,4 19 8 16,0 0-24-16,0 0 28 0,4 0-92 15,0 0-124-15,0 0-24 0,4 3 40 16,0-3 8-16,4 3-48 0,4-3-160 0,0 4 84 16,0-4-32-16,3 0-56 0,5 0 64 15,-3 0-48-15,7 0 28 0,-1-4-28 16,6 1-24-16,-2 0 8 0,1 3 28 15,0-2-28-15,4 2-8 0,-1 0 4 16,1 0-4-16,0 0-24 0,0 0 24 16,0 0 8-16,0 0-8 0,4 0-48 15,-9 0 48-15,5 0-8 0,0 0 4 16,-4 0 0-16,4 0 4 0,-4 0-52 16,0 0 52-16,-4 0 8 0,8 0-4 15,-8 0 0-15,7 0 56 0,-3 2-60 0,0 1-8 16,0 0-4-16,0 1 12 0,0-1 0 15,-1-3-4-15,5 0-48 0,-4 0 52 16,8-3 4-16,-4-4 48 0,4 2-44 16,-1-5 16-16,2-4-16 0,-6 5-8 0,5 0 0 15,-4-1 4-15,3 3 0 16,-6 1 0-16,3 3 4 0,-4 3-8 16,-1 0 0-16,1 0-44 0,-4 3 44 0,4 3 132 15,0 1-132-15,-8-1-48 0,-5 0 36 16,2-1-52-16,-2-3 64 0,-3 4 0 15,1-3 0-15,-2 4-52 0,-7-4 44 16,4 1-52-16,-4-1-12 0,-4-1-76 16,0 3-84-16,0-5-52 0,0 0-72 15,-4 0-116-15,0 0-120 0,0 0-256 0,0 0-372 16,0-5-972-16,0 3-2665 0,-8-12-3195 0</inkml:trace>
  <inkml:trace contextRef="#ctx0" brushRef="#br0" timeOffset="53564.475">20531 7267 1488 0,'0'0'3116'0,"0"0"-1280"0,0 0-552 16,0 0-48-16,0 0 68 0,0 0 77 16,0 0-205-16,0 0-204 0,0 0-136 15,0 0-104-15,0-13-92 0,0 13-100 16,0 0-76-16,0 0-44 0,0 0-84 16,0 0-64-16,0 0-112 0,0 0-36 15,0 0-12-15,4 0 24 0,-4 0-48 16,4 0-76-16,3 0 72 0,6 0 76 15,2 0 0-15,2 0-72 0,-2-2 20 16,6 2-56-16,3-3-44 0,-1 3 88 16,-3 0 40-16,8 0-88 0,0 0-36 0,0 0 88 15,0 0-52-15,4 0-40 16,-4 0 4-16,4 0 0 0,0 0-8 16,-1-4 40-16,1 1-40 0,-4-4 4 0,4 1-4 15,0 3 60-15,-4-4-64 0,-1 5 0 16,1-2-52-16,0 1 52 0,4 3 4 0,-4 0 60 15,3 0 56-15,-3 0-116 0,4 3 0 16,-4 1 8-16,0 3-4 0,0-5 4 16,-4 1-12-16,-1 0-84 0,-2 0 36 15,-1 0 0-15,-5 1 48 0,6-4 0 16,-10 3 0-16,2 1-48 0,-2-4 40 16,1 3 4-16,-3-3-4 0,2 2 0 15,-3 2-40-15,5-1 48 0,-2-3 68 16,6 3 92-16,-2 0-156 0,1 1-4 15,0-1-72-15,0 0 20 0,3-3 52 16,-2 3 68-16,3-3-68 0,-1 0-12 16,2 0 0-16,3 0 12 0,-5 3 60 15,1-3-60-15,1 3-60 0,2-3-8 0,-3 3 68 16,4 0 8-16,-1 1 80 0,1-4-88 16,1 0-68-16,3 0 20 0,0 0 48 15,0 0 12-15,-4 0-12 0,3 0-12 0,6 0 12 16,-7 0 40-16,2 0-32 0,0 0 4 15,0 0-12-15,4 3-4 0,-4 1 4 16,0-4 4-16,0 3 44 0,0-3-48 16,4 0 0-16,0 0 0 0,0 0-60 15,0-3 60-15,-1-4 0 0,5 3 48 16,0-2-40-16,-4 0-8 0,3 0-4 16,2-1-72-16,-5 1 64 0,4 3 12 15,-5-3 4-15,5 3-4 0,-4-1-12 16,4 1 12-16,-5-4 4 0,1 4-4 0,0 0-48 15,0 0 48-15,0 1 8 0,5 2 4 16,-6-5-12-16,1 3-8 0,4-2 4 16,-4 1-52-16,3 0 48 0,1 3 8 15,0-3 0-15,-4 3 8 0,4 0-8 16,0-4 0-16,0 1-20 0,3 3 20 0,-7-3 8 16,4 3-4-16,4-3 4 0,-8 0-4 15,4 3-4-15,0 0 0 0,-1 0 8 16,1-3-8-16,1 3-12 0,-2-3 12 15,1 3-36-15,0 0 36 0,-1 0-72 16,1 0 72-16,1 0 0 0,-1 0 0 16,-1-4-8-16,1 4 8 0,-4-3-96 0,3 3 92 15,1-3 4-15,-4 0-4 0,5 0-80 16,-2 0 84-16,5-1 52 0,-4 1-52 16,3 0 8-16,2-3-8 0,-2 2-4 15,-3 2 0-15,5-3-4 0,-2 3-32 16,-3-1 36-16,3 0 4 0,2 3 0 15,-5-4-4-15,3 4 4 0,-3-2 4 16,0 2 4-16,0 0-8 0,0-5 0 16,-4 5 0-16,3 0 12 0,-3-2-4 15,-4 2-4-15,4 0-4 0,-4 0-64 0,0-4 56 16,-5 4-100-16,5 0 32 0,-4 0 4 16,-3 0-28-16,3 0 28 0,-5 0-16 15,1 0 80-15,1 0 4 0,-6 0-52 16,1 4-44-16,0-2-12 0,0-2-36 0,-4 0-108 15,-1 0 44-15,-2 5-36 0,-1-5-284 16,-1 0-204-16,-3 0-296 0,0 0-508 16,0 0-608-16,-4 0-1985 0,0-5-2403 0</inkml:trace>
  <inkml:trace contextRef="#ctx0" brushRef="#br0" timeOffset="59363.401">8191 8064 1016 0,'0'0'7172'0,"0"0"-5784"16,0 0-240-16,0 0-179 0,0 0-253 16,0 0 12-16,0 0-76 0,0 0 108 15,0 0-28-15,-20-10-116 0,20 10-172 16,0 0-148-16,0 0-84 0,0 0-12 15,4 0-24-15,8 0-128 0,0 3 88 16,4 1 28-16,4 3-68 0,4-1-80 0,0 0 80 16,8 0-92-16,-4 1 0 0,4-1 56 15,3-4 136-15,5-2-48 0,4 0-84 16,0 0-52-16,4 0-12 0,-1-2 48 16,1-4-48-16,5-1 4 0,-2 4 44 15,1-4-48-15,0 2 0 0,3-5-44 16,1 0-16-16,0 2 52 0,0-3-4 15,4-2 8-15,-1 1-4 0,-3-1-4 16,3 1 4-16,1-4-4 0,-4 3 8 0,0 3-72 16,0 1 72-16,0-3 8 0,-1 1-8 15,-3 6 4-15,0-2-52 0,0 1 40 16,-1-1-96-16,-2 1-4 0,-2 4 64 16,1-5 44-16,-4 4-4 0,0-4-40 15,3 0-16-15,-2 2 56 0,-2-1 4 16,-3-1-8-16,0 0 0 0,0 4-36 0,-5-4-16 15,1 5 4-15,-4-2-92 0,0 4 152 16,0-3 88-16,-4 3-88 0,-1 0-8 16,1 0-4-16,-3 0-160 0,3 0 156 15,-4 0-64-15,-1-3 76 0,5 0-76 16,-4 3 80-16,0-7 8 0,4 4-4 0,-4 0 72 16,-5-3-76-16,6 3-12 0,-5-1 12 15,-5 4-8-15,2-3-120 0,-2 3 4 16,-2 0 120-16,-2 0 0 0,-3 0 4 15,0 0-48-15,0 3-28 0,0-3 64 16,-4 4-52-16,0-1-24 0,-4-3 16 16,0 0 20-16,0 3 52 0,0-3 4 15,0 0 60-15,0 0 12 0,0 0-64 16,0 0-12-16,-4 0-288 0,-4 3-344 16,1-3-376-16,2 0-912 0,-7-3-2657 0</inkml:trace>
  <inkml:trace contextRef="#ctx0" brushRef="#br0" timeOffset="62713.846">19343 8817 5076 0,'0'0'0'15,"0"0"4200"-15,0 0-3708 0,0 0 128 16,-11-86 325-16,11 63 195 0,-4 5-168 15,-1-1-84-15,5-1-256 0,-4 1-356 0,0 4 16 16,0-5-92-16,1 5 52 0,-1-1 52 16,0 3-28-16,0 1 72 0,-1-1-188 15,1 0 28-15,0 4-112 0,-3 2 108 16,3 1-84-16,0 3 24 0,-5-4 88 16,5 0-116-16,1 5-84 0,-5-1 4 15,4 0-12-15,0 3 156 0,-1 0-160 16,1 0-4-16,1 6-108 0,-1 3 12 15,0 7 28-15,0 3-16 0,-4 1 88 0,3 5-12 16,2 6-64-16,-5 1 28 16,4 6-28-16,-4 4-96 0,0 2 0 0,0 3-52 15,0 5 72-15,-4 2-36 0,4-1 4 16,-4 1 84-16,0 4-40 0,-4 2 0 0,5-6-72 16,-9 0 120-16,3-7 92 15,2-2 100-15,-6-7-52 0,6-5-36 0,-1-12 40 16,0-9-52-16,4-1 0 0,0-9-76 15,4-2 0-15,0 0 28 0,0 0-4 16,4-9 48-16,0 2-84 0,4-5-36 16,0-1 124-16,0 1 12 0,0-5 88 15,0 2 12-15,0-5 64 0,8 5-12 16,-4-4-24-16,3 3 72 0,2-3-12 16,-1 5-12-16,3 2-36 0,-2 3-56 15,-1 2-32-15,0 4-60 0,4 3 0 16,0 0 8-16,-5 3 52 0,6 4 60 15,-1 2-52-15,-5 1 4 0,6 3-16 16,-5 2-8-16,-5 1-44 0,5 6 52 0,-4 1-60 16,1 2 0-16,-5 0-4 0,4 7-4 15,-4 4-40-15,4 1-88 0,-1 1 24 0,-3 7 24 16,4-1 12-16,0 4-48 16,0 0 40-16,0-1 84 0,-4-3 0 0,5 0 0 15,-1-2 0-15,-4-7 0 0,3 0-4 16,-3-5 4-16,4-5 56 0,-4-6-52 15,0-5-8-15,4 0-32 0,-4-9 32 16,4 2 4-16,-4 0-88 0,4-7-136 16,0 0-224-16,0 0-8 0,4 0-48 15,4-3-140-15,0-8-152 0,4-3-532 16,-4 1-1101-16,8-16-3227 0</inkml:trace>
  <inkml:trace contextRef="#ctx0" brushRef="#br0" timeOffset="63670.582">19702 9099 6928 0,'0'0'2364'0,"0"0"-671"0,0 0-985 16,0 0-416-16,0 0 260 0,0 0 468 15,0 0 96-15,0 0-280 0,0 0-260 0,96 19-172 16,-68-16-56-16,0 1 16 0,0-1-44 16,-1-3-32-16,-3 0-44 0,0 0-68 15,0-7-92-15,-5 2-76 0,-2-2-4 16,-2 1-4-16,2-1-72 0,-10 4-164 15,6 0-332-15,-9 0-180 0,3 3-284 16,-3-4-556-16,-4 4-1096 0,0 0-2989 0</inkml:trace>
  <inkml:trace contextRef="#ctx0" brushRef="#br0" timeOffset="63919.839">19826 9175 3636 0,'0'0'4128'16,"0"0"-2208"-16,0 0-527 0,0 0 71 0,0 0 16 16,-28 63-216-16,28-37-268 0,0 0-248 15,0 5-228-15,0 8-24 0,4 0-136 16,3 1-140-16,-3 4-72 0,0 4 76 16,1-4-176-16,3-2-48 0,-5-8-8 15,1-4-116-15,0-5 112 0,0-3 0 16,1-6-136-16,-5-7-220 0,4-2-92 15,-4-4-172-15,0-3-188 0,4 0-228 16,-4 0-580-16,3 0-1060 0,-3-6-1773 16,0-11-1591-16</inkml:trace>
  <inkml:trace contextRef="#ctx0" brushRef="#br0" timeOffset="64113.253">19845 9476 6492 0,'0'0'1076'16,"0"0"1608"-16,0 0-1499 0,0 0-93 15,0 0 348-15,0 0-176 0,0 0-296 16,0 0-140-16,80-5 28 0,-65 5-360 16,6 0-152-16,-1 0-256 0,-1 0-8 15,2 0-80-15,-1-3-4 0,-5 3-240 16,6 0-264-16,-6 0-272 0,-2 0-192 16,2 0-412-16,-6 0-740 0,-2 3-1753 15,-7 9-1603-15</inkml:trace>
  <inkml:trace contextRef="#ctx0" brushRef="#br0" timeOffset="64330.381">19865 9744 3192 0,'0'0'1420'0,"0"0"2616"16,0 0-1683-16,0 0-517 0,0 0-400 0,0 0-272 16,0 0-476-16,0 0-120 15,0 0 92-15,0 0-116 0,0 25-24 0,21-25 60 16,-2 0-164-16,1 0-196 15,0 0-72-15,3-6-88 0,2 3-60 0,-1-4-56 16,0 1-80-16,4-1-380 0,0 1-344 16,4 0-192-16,0 3-428 0,-1-4-72 15,-8 4-2905-15,9-6-4927 0</inkml:trace>
  <inkml:trace contextRef="#ctx0" brushRef="#br0" timeOffset="65783.754">20623 9445 5440 0,'0'0'728'0,"0"0"300"0,0 0 1284 16,0 0-803-16,0 0-289 0,0 0 84 16,0 0-212-16,0 0-224 0,0 0-212 0,0 0-192 15,0 0-88-15,-5 0-28 16,5 0 72-16,0 0 0 0,0-2-60 0,0 2-40 16,0 0-12-16,0 0-4 0,0 0 4 15,0 0-4-15,0 0-32 0,0 0-52 16,0 0-64-16,0 0-32 0,0 0-40 15,0 0-24-15,0 0 12 0,0 0-20 16,0 0-40-16,0 0 36 0,0 0-44 16,0 0 8-16,0 0-8 0,0 0-4 15,0 0-4-15,0 0-8 0,0 0-48 16,0 0 12-16,0 0 36 0,0 0-36 16,0 0-12-16,0 0 52 0,0 0-40 0,0 0 0 15,0 0-16-15,0 0-8 0,0 0 12 16,0 0-12-16,0 0-16 0,0 0-8 15,0 0-16-15,0 0 40 0,0 0-24 16,0 0 84-16,0 0-40 0,0 0 48 0,0 0-4 16,0 0-40-16,0 0-48 0,0 0-64 15,0 0-12-15,0 0 0 0,0 0 0 16,0 0-36-16,0 0 12 0,0 0-28 16,0 0 40-16,0 0 0 0,0 0 24 15,0 0 60-15,0 0-12 0,0 0-24 16,0 0-124-16,0 2-76 0,0-2-124 15,0 4-332-15,0-2-860 0,0-2-1252 16,0 6-3313-16,0-20 1109 0</inkml:trace>
  <inkml:trace contextRef="#ctx0" brushRef="#br0" timeOffset="66764.125">19216 9353 5732 0,'0'0'1404'16,"0"0"1036"-16,0 0-183 0,0 0-609 15,0 0-504-15,0 0-424 0,0 0-332 16,0 0-12-16,0 0 152 0,0 0 132 15,52 10-52-15,-29-7-212 0,-3 3-112 0,1-3-60 16,-2 4-92-16,-3-4-44 0,5 0-88 16,-10 1 0-16,1-2-48 0,0-2 44 15,-4 5-48-15,0-5-20 0,-1 0-124 16,2 2-188-16,-5-2-196 0,4 0-140 16,-4 0-112-16,-1 0-208 0,-3-7-444 15,0 5-472-15,0-2-781 0,0-2-1955 0</inkml:trace>
  <inkml:trace contextRef="#ctx0" brushRef="#br0" timeOffset="67061.61">19339 9372 3344 0,'0'0'2344'0,"0"0"-560"0,0 0-60 0,0 0-108 16,0 0-383-16,0 0-233 16,0 0-200-16,0 0-100 0,0 0-120 15,-48 67-28-15,40-49-124 0,5 1-172 0,-1 4-68 16,0 3-28-16,0-1-60 0,-1 4-92 15,5-4 0-15,0 3-8 0,0 2 0 16,0-2-48-16,0 0 40 0,9-2-44 16,-5-4-4-16,3 0 52 0,6-3 4 15,-5-2-4-15,3-2 4 0,2-5 0 16,-2-2 0-16,1-1 48 0,-3-3 28 16,2-4-72-16,1 0 4 0,0 0 116 15,0-4-60-15,4-5-64 0,-4-3-4 0,-1-2-12 16,2-4-344-16,-1-1-232 15,-5-1-236-15,2 1-184 0,-1 0-416 0,-4 7-833 16,-1-7-2583-16</inkml:trace>
  <inkml:trace contextRef="#ctx0" brushRef="#br0" timeOffset="67239.518">19483 9588 1084 0,'0'0'7824'0,"0"0"-5876"0,0 0-555 16,0 0 151-16,0 0-240 0,0 0-352 15,0 0-396-15,0 0-392 0,0 0-164 16,0 0-112-16,4 0 12 0,0 0-152 0,0 4-404 16,0-2-328-16,-1 3-588 0,-3-3-1257 15,4 7-3827-15,-27-31 3048 0</inkml:trace>
  <inkml:trace contextRef="#ctx0" brushRef="#br0" timeOffset="67431.914">19511 9728 7716 0,'0'0'2528'16,"0"0"-547"-16,0 0-233 0,0 0-496 0,0 0 72 15,0 0-468-15,0 0-372 0,0 0-100 16,0 0-272-16,0 0-64 0,0 0-48 15,27 25-48-15,-18-21-16 0,-1-1-44 16,3-3-364-16,2 0-312 0,-2 0-268 0,6 0-424 16,-10 0-1368-16,9 0-3769 0</inkml:trace>
  <inkml:trace contextRef="#ctx0" brushRef="#br0" timeOffset="68114.657">20451 9413 9320 0,'0'0'2065'0,"0"0"-945"0,0 0-368 15,0 0 292-15,0 0 16 0,0 0 96 16,0 0-108-16,0 0-208 0,0 0-348 16,0 0-296-16,0 0-120 0,-16 4 180 15,36-4 16-15,4 0 20 0,4 0-120 0,-4 0-52 16,8 0 40-16,-4 0-36 0,4 0 56 15,3 0-20-15,1 0-88 0,-4 0-12 16,4 0 0-16,-1 0-60 0,1 0-4 16,-3-4-60-16,-1 1 60 0,0 0-92 0,-6 0 36 15,2 0-112-15,-3 3-364 16,-5-2-40-16,-1-3-224 0,-6 3-48 0,-2-2-384 16,-7 1-868-16,0 0-2401 0,-4 0-2899 0</inkml:trace>
  <inkml:trace contextRef="#ctx0" brushRef="#br0" timeOffset="68380.948">20921 9204 6808 0,'0'0'4833'0,"0"0"-3925"16,0 0-624-16,0 0-120 0,0 0 296 0,0 0 468 15,0 0 256-15,0 0-488 0,0 0-336 16,0 0-236-16,95 9 28 0,-71 2 36 15,1 1 72-15,-1 1-172 0,-5 2-16 0,1 1-72 16,-3 7 0-16,-6 2-8 0,-3 4-52 16,-4 2 56-16,-4 1-12 0,0 3-56 15,0-3-152-15,-8-1 88 0,0-5-216 16,1-7 28-16,-2-3-132 0,1-3 32 16,1-6-92-16,3-5-208 0,0-2-228 15,4 0-532-15,-5-2-841 0,5-9-2027 0</inkml:trace>
  <inkml:trace contextRef="#ctx0" brushRef="#br0" timeOffset="68663.477">21538 9147 12117 0,'0'0'1916'0,"0"0"-1472"15,0 0 364-15,0 0 312 0,0 0 24 16,0 0-92-16,84-9-240 0,-56 9-152 16,4 0-304-16,-4 0-136 0,4 0-128 15,-4 0-92-15,0 0-8 0,0 0-52 16,-9-4-48-16,1 1-320 0,1-3-272 15,-6-1-160-15,2 1-328 0,-6 3-992 0,-7 0-2497 16,-4 3-3543-16</inkml:trace>
  <inkml:trace contextRef="#ctx0" brushRef="#br0" timeOffset="68866.829">21654 9306 7552 0,'0'0'4241'0,"0"0"-3241"15,0 0-424-15,-8 82 148 0,8-50 276 16,4-1 248-16,0 8-104 0,0-4-376 16,0 3-372-16,1 0-236 0,-1 0-160 15,3-3-48-15,-3-3-76 0,0-7-96 16,4-6-224-16,-3-6-76 0,2-4-304 0,1-6-532 16,-4-3-1080-16,0 0-2381 0,-4 0-1867 15</inkml:trace>
  <inkml:trace contextRef="#ctx0" brushRef="#br0" timeOffset="69026.133">21686 9557 416 0,'0'0'10016'0,"0"0"-8547"0,0 0-661 16,0 0 708-16,0 0-128 0,0 0-96 16,84-32-212-16,-64 25-328 0,3-2-272 0,1-1-248 15,1-2-228-15,-1-4-4 0,-1 2-184 16,1-4-456-16,0-1-384 0,0-2-388 15,-1-6-780-15,-6 8-2077 0,7-13-3031 0</inkml:trace>
  <inkml:trace contextRef="#ctx0" brushRef="#br0" timeOffset="69215.36">22200 9157 9532 0,'0'0'1845'0,"0"0"-945"15,0 0 48-15,8 72 232 0,-8-44 320 16,0 5-284-16,0 2-300 0,-4-3-308 15,0-1-216-15,4-2-332 0,-4-1-60 16,4-2-120-16,-3-4 44 0,3-6-120 16,0-7-420-16,-5-2-180 0,1-7-276 15,-8 0-948-15,5-3-2681 0,-18-10-4091 0</inkml:trace>
  <inkml:trace contextRef="#ctx0" brushRef="#br0" timeOffset="69453.093">21368 8944 13105 0,'0'0'2092'0,"0"0"-1600"16,0 0 76-16,0 0 352 0,0 0 48 15,0 0 56-15,0 0-252 0,79-3-368 16,-43 3-160-16,4 3-64 0,3 0-56 15,6 0 72-15,7 0 120 0,-5-3-28 16,5 0-248-16,-4 0-40 0,0 0-12 16,-5-3-208-16,1 0-292 0,0-3-440 0,0 3-272 15,-1-1-760-15,-15 4-2324 0,12-3-4309 0</inkml:trace>
  <inkml:trace contextRef="#ctx0" brushRef="#br0" timeOffset="69802.384">23025 8471 11717 0,'0'0'6640'0,"0"0"-6064"0,0 0-576 15,0 0-84-15,0 0 84 0,0 0 860 0,-28 79-20 16,24-50-180-16,4 5-368 0,0 8-72 16,0 2-51-16,8 10-109 0,0 3 136 15,3 9-4-15,2 11-8 0,-2 6-76 0,6 9 0 16,-6 4-24-16,6 8-84 16,-2 0 8-16,2 1-16 0,-2-3 4 0,2-4-200 15,2-3-100-15,-3-12-24 16,0-6-37-16,-4-14-47 0,4-9 8 0,-4-13 16 15,-4-9-16-15,0-3-172 0,4-11-184 16,-4-4-268-16,-4-6-520 0,0-4-864 16,-1-1-2193-16,-3-3-3067 0</inkml:trace>
  <inkml:trace contextRef="#ctx0" brushRef="#br0" timeOffset="70571.808">23866 8887 6168 0,'0'0'900'0,"0"0"1708"0,0 0-739 16,0 0-141-16,0 0-140 0,0 0-64 15,112 12-428-15,-73-8-268 0,1-4-200 16,4 0-296-16,-8-4 184 0,3-2-200 15,-7 0-168-15,0-7-52 0,-4 3-96 16,-4-3-88-16,0 0-144 0,-5-1-392 16,2 0-360-16,-10-2-268 0,2 4-804 15,-9 5-2189-15,-4-2-2907 0</inkml:trace>
  <inkml:trace contextRef="#ctx0" brushRef="#br0" timeOffset="70814.153">24204 8855 5016 0,'0'0'1224'0,"0"0"-392"16,0 0 3325-16,-32 76-2541 0,25-47-192 16,-6 3-236-16,9 0-344 0,-3-1-196 0,3 4-112 15,0 0-52-15,4-3-176 0,0 5-24 16,0-2-12-16,0-2-64 0,8-5 36 16,-1-6 52-16,1-3 48 0,1-3-52 15,6-6-72-15,-2-1-112 0,2-3 28 16,5-3-136-16,0-3 0 0,0 0-60 15,4 0-28-15,0-9-168 0,3-4-256 16,5-2-200-16,1-5-76 0,-1 5-292 16,0-5-84-16,-1 1-1084 0,-7 6-2309 15,0-9-2699-15</inkml:trace>
  <inkml:trace contextRef="#ctx0" brushRef="#br0" timeOffset="71197.152">24798 8468 8232 0,'0'0'3181'15,"0"0"-1645"-15,0 0-48 0,0 0 124 16,0 0 176-16,12 82-444 0,-12-50-412 16,4-1-288-16,-4 1-144 0,4 10-136 15,0-1-11-15,3 3-37 0,-3 8-132 0,0 0-16 16,1 6-96-16,-1 2-64 0,0 8-8 16,0 4 0-16,3 1-4 0,-3 3-68 15,1-2 0-15,-1-7 0 0,0-4-76 16,0-10 16-16,-1-5 0 0,1-7-64 0,-4-6-73 15,4-6-59-15,0-10-96 16,1 0-188-16,-1-10-132 0,-4-2-144 0,4-4-248 16,-1-3-680-16,-3 0-1136 0,4-6-3945 0</inkml:trace>
  <inkml:trace contextRef="#ctx0" brushRef="#br0" timeOffset="71792.366">25204 9363 5216 0,'0'0'5961'0,"0"0"-4525"15,0 0-324-15,0 0 268 0,0 0-8 16,0 0-140-16,92 29-256 0,-68-29-336 16,4 0-224-16,-4 0-124 0,4-10-108 15,-9 3-96-15,5-2-88 0,-4-4-12 16,-4 0-60-16,0 1-296 0,-4 2-512 15,-3-2-108-15,-2 5-228 0,-3-2-532 16,0 6-1140-16,-4-1-2637 0</inkml:trace>
  <inkml:trace contextRef="#ctx0" brushRef="#br0" timeOffset="71980.614">25324 9375 4772 0,'0'0'1876'0,"0"0"784"16,0 0-479-16,-12 80-465 0,12-45-204 0,0 9-116 15,4 1-344-15,0 2-132 0,3 8-20 16,-2-2-104-16,-1-2-320 0,-4 0-244 16,4-11-220-16,0-1-12 0,-4-7-104 15,4-10-104-15,-1-9-160 0,-3-7-184 16,4-2-356-16,-4-4-108 0,4-4-524 16,-4-2-560-16,5-4-2005 0,-5-12-2923 0</inkml:trace>
  <inkml:trace contextRef="#ctx0" brushRef="#br0" timeOffset="72154.847">25344 9728 6368 0,'0'0'2908'0,"0"0"-1083"16,0 0-209-16,0 0 76 0,0 0-128 16,0 0-448-16,95 41-384 0,-71-41-436 15,4-12-284-15,0-1-12 0,4-6-212 0,-4-3-580 16,4 0-300-16,-5-4-316 0,-3 3-1140 15,4-5-3177-15</inkml:trace>
  <inkml:trace contextRef="#ctx0" brushRef="#br0" timeOffset="72365.863">26013 9071 15045 0,'0'0'1648'0,"0"0"-1176"0,0 0 312 0,0 0 80 16,96 5 288-16,-72-5-128 0,3 0-440 15,-3 0-400-15,4 0-184 0,0-5 0 0,-4-4-76 16,-4 2-116-16,0-3-308 0,-4 3-428 16,-4 1-320-16,-1 3-772 0,-6 0-1920 15,-5 3-2329-15</inkml:trace>
  <inkml:trace contextRef="#ctx0" brushRef="#br0" timeOffset="72543.637">25993 9283 8988 0,'0'0'1848'0,"0"0"-907"16,0 0 107-16,0 0 556 0,0 0 172 15,0 0-240-15,0 0-448 0,80 7-304 0,-57-7-268 16,5 0-260-16,0 0-256 0,0-7 0 15,0-2-48-15,4-1-380 0,0-3-492 16,8 0-576-16,-12 1-996 0,16-4-2601 0</inkml:trace>
  <inkml:trace contextRef="#ctx0" brushRef="#br0" timeOffset="72964.827">27061 8706 15529 0,'0'0'2756'0,"0"0"-2224"0,0 0-372 15,0 0 48-15,0 0 280 0,0 0 164 16,0 0-68-16,0 0-316 0,-76 73-256 16,64-39 36-16,0 4 24 0,4 4-68 0,-3-1 84 15,3 7-16-15,-1-4-12 0,5 1-52 16,0 2 0-16,4 1 52 0,0-4 12 15,0-3-20-15,0-5-48 0,8-8-4 16,1-9-124-16,2 0 64 0,1-9 0 0,4-1-24 16,0-6-4-16,0-3 16 15,5 0 12-15,-6-9-52 0,5-7 40 0,0-6-12 16,0 0-28-16,0-4-20 0,-4 1-4 16,-4-1 4-16,-4 4 20 0,-1 0 28 15,-3 6 72-15,0 7 12 0,-4-1 0 16,-4 4 96-16,-3 0-44 0,-5 2-52 15,-8-2-64-15,0 3-80 0,-5 3-28 16,2 0 24-16,-5 3-72 0,4 3 48 16,-4 7-172-16,4 0 148 0,1 2-64 0,-1 2-156 15,3 1-204-15,1-2-340 0,5 1-384 16,3-3-736-16,0-3-2049 0,0 1-2491 0</inkml:trace>
  <inkml:trace contextRef="#ctx0" brushRef="#br0" timeOffset="73798.903">27499 8429 928 0,'0'0'10097'0,"0"0"-8081"16,0 0-1140-16,0 0-216 0,0 0 172 16,0 0 64-16,0 0-48 0,52-88-340 15,-32 59-308-15,4-3-140 0,4 7 16 16,-4-1 36-16,-1 7 0 0,1 3-4 16,-4 4-48-16,-4 5-60 0,-4 1-136 0,0 6 72 15,-4 0 64-15,0 9 0 0,-4 7 64 16,0 7 108-16,-4 5 12 0,0 7-68 0,0 10-112 15,-11 2-8-15,2 5-52 16,-7 4-80-16,4 2-24 0,0 1-88 16,-3 1 124-16,2-2 124 0,2-7 4 0,2-7 132 15,1-9-24-15,5-6-64 0,-1-7 28 16,4-3 8-16,-4-6-72 0,4-3-12 16,0-4-148-16,4-3-124 0,3 3 12 15,1-3 176-15,8 1 32 0,-4 2-72 16,8-3-48-16,-3 7 24 0,-2-1 148 15,5 7 24-15,0 4 88 0,0 5 136 16,-4 2 100-16,4 6-76 0,-8-1-88 16,0 6 24-16,-4-4-8 0,-1 4 8 15,-2 1-72-15,-1-4-52 0,0 0 52 0,-4-1-12 16,0-2 20-16,0-3 40 16,0-3 60-16,0-1 100 0,-4 0-4 15,-5-6-60-15,2 0-60 0,-1-6-124 0,0-1-8 0,-1-5-16 16,-2 2-72-16,-1-6-96 0,0 1-552 15,-8-4-256-15,0 0-372 0,0 0-708 16,1-4-1824-16,-17-2-3877 0</inkml:trace>
  <inkml:trace contextRef="#ctx0" brushRef="#br0" timeOffset="75046.682">17758 9399 5216 0,'0'0'560'0,"0"0"2688"16,0 0-1672-16,0 0-327 0,0 0 171 0,0 0-84 15,0 0-216-15,0 0-164 0,0 0-112 16,0 0-176-16,0 0-196 0,-52 2-216 16,63-2-168-16,10-2 316 0,7-5 184 15,4-3-184-15,7 0-100 0,5-2-84 16,4-8-76-16,-4 1-32 0,0 1-28 16,-1-5-36-16,-3 5-44 0,-4-6 0 0,0 6-4 15,-4-1 0-15,-4 0-12 0,-4 3-108 16,-5 3-320-16,-6 1-144 0,-2 5-176 15,-7 4-188-15,0 3-440 0,-4 0-608 16,0 3-580-16,-8 7-2173 0,-7 9-2595 0</inkml:trace>
  <inkml:trace contextRef="#ctx0" brushRef="#br0" timeOffset="75248.28">17794 9655 7232 0,'0'0'2244'0,"0"0"-1068"16,0 0-583-16,0 0 743 0,0 0 0 0,0 0-96 16,0 0-104-16,95-9-164 0,-67-1-264 0,4-2-300 15,-8-2-152-15,3-2-80 0,-3 1-72 16,0-4-104-16,1-1-72 0,-6 2-28 16,1-1-380-16,-4-3-376 0,0 3-368 15,-4-4-452-15,0 8-1308 0,-4-10-2489 0</inkml:trace>
  <inkml:trace contextRef="#ctx0" brushRef="#br0" timeOffset="75704.423">17650 8931 3556 0,'0'0'2188'0,"0"0"-820"0,0 0-552 16,0 0 1040-16,0 0-143 0,0 0-649 16,0 0-348-16,0 0-52 0,-16 93 44 0,28-55 0 15,3 6-44-15,6 3-132 16,-1 7-136-16,4 7 92 0,-5 2 44 0,2 5-324 16,-1 1-36-16,-1 3-100 0,-2-2-72 15,-2 1 0-15,1-2-76 0,-4-6-8 16,0-2 72-16,0-10-76 0,0-7-84 0,-5-12-76 15,2-7 48-15,-5-8-132 0,0-9 44 16,0-8-160-16,-4 0-56 0,0 0-100 16,0-8-128-16,4-9-284 0,-4-2-196 15,0-6-781-15,0 2-1039 0,0-18-2212 0</inkml:trace>
  <inkml:trace contextRef="#ctx0" brushRef="#br0" timeOffset="76064.966">17913 8887 6672 0,'0'0'2508'15,"0"0"-559"-15,0 0-321 0,0 0-224 0,0 0-180 16,0 0-252-16,0 0-412 0,0 0-188 15,0 0-36-15,-8 66 60 0,11-37 12 16,10 6-88-16,-5 5-60 0,8 9-16 16,-4 2-36-16,4 5 0 0,0 7 0 15,4 1-72-15,-5 6-64 0,2-4-64 16,2 5 8-16,-3-5-16 0,0 2-8 16,0-5-88-16,1-3-40 0,-6-9-8 0,1-7-16 15,0-6-84-15,-4-12 72 0,0-4 108 16,-4-6-120-16,4-6-36 0,-4-4-176 15,0-3-124-15,-4-3-88 0,4 0-240 16,0 0-300-16,-4-3-776 0,4-3-1317 16,-4-6-2303-16</inkml:trace>
  <inkml:trace contextRef="#ctx0" brushRef="#br0" timeOffset="77778.473">19443 11153 6108 0,'0'0'1496'16,"0"0"-560"-16,0 0 1881 0,0 0-729 15,0 0-592-15,0 0-352 0,48 95-228 16,-40-60-232-16,4 1-80 0,-4 2-136 16,0 0-136-16,-1-3-96 0,-3 0-28 15,1-10-124-15,-1-6-84 0,0-6-64 16,-4-7-72-16,0-3-268 0,0-3-324 0,0 0-324 15,0-6-464-15,-4 3-648 0,-5-16-3033 16</inkml:trace>
  <inkml:trace contextRef="#ctx0" brushRef="#br0" timeOffset="77947.711">19383 10931 7372 0,'0'0'2396'15,"0"0"-471"-15,0 0-225 0,0 0-760 16,0 0-632-16,0 0-308 0,0 0-356 16,0 0-492-16,84-19-792 0,-73 16-1381 15,17 0-3415-15</inkml:trace>
  <inkml:trace contextRef="#ctx0" brushRef="#br0" timeOffset="78224.263">19929 11039 6720 0,'0'0'2132'0,"0"0"-232"0,0 0-11 16,-24 73-285-16,12-51-180 0,5 1-328 16,-2-4-400-16,5-3-164 0,0-1-160 15,0-2-200-15,4-3-148 0,0-3-24 16,4-1-100-16,4-1 88 0,1 2-96 16,6-4 108-16,1 1 0 0,4-1-100 15,0 0 100-15,0 0 72 0,3 0-24 16,-2 1-48-16,-1 1 0 0,-9 2 8 15,6 3 68-15,-6-1-76 0,1 4-84 16,-3-1 84-16,-2 4 4 0,-3 0 168 16,0 0-76-16,-4-3-32 0,-4 3-64 15,-3-4-208-15,-6 2-196 0,1-3-168 16,1 3-260-16,-2-2-248 0,-2 1-436 0,2-4-1336 16,-2 1-2793-16</inkml:trace>
  <inkml:trace contextRef="#ctx0" brushRef="#br0" timeOffset="79192.275">21180 11125 1864 0,'0'0'5412'0,"0"0"-3724"0,0 0 329 16,0 0-109-16,0 0-280 0,0 0-92 15,51 72-420-15,-38-46-248 0,-5-1-224 16,-1 1-192-16,2 0-156 0,-1-1-148 15,-4-6-136-15,0 1-12 0,-1-8-72 16,1-6-40-16,-4 1-144 0,4-4-264 0,-4-3-332 16,0 0-416-16,0-3-724 0,0-1-2581 15,-4-12-2035-15</inkml:trace>
  <inkml:trace contextRef="#ctx0" brushRef="#br0" timeOffset="79358.745">21172 10855 9412 0,'0'0'2449'16,"0"0"-761"-16,0 0 276 0,0 0-124 0,0 0-640 15,0 0-720-15,0 0-480 0,40-70-12 16,-32 57-260-16,8 5-368 0,-4-3-600 16,3 5-332-16,-2 0-1092 0,2 6-3477 0</inkml:trace>
  <inkml:trace contextRef="#ctx0" brushRef="#br0" timeOffset="79684.197">21459 11068 5500 0,'0'0'2588'0,"0"0"-100"0,12 66-191 16,-8-43-277-16,-1-2-308 0,-3 2-520 16,5-4-500-16,-5-2-356 0,4-8-228 15,-4-4-108-15,4 2-96 0,-4-7-52 16,4 0 12-16,0 0 36 0,0-10 100 15,3 1-36-15,2-7 36 0,3-6-272 16,-5 3 12-16,6-3-36 0,-5 3 96 16,3 0 76-16,-2 3 12 0,2 3 12 15,-3 1 52-15,5 5-16 0,-6-2 64 16,1 6 0-16,-4-1 4 0,5 4 260 16,-5 0 68-16,-1 0-8 0,1 7-4 15,0 2 40-15,0 4 32 0,0 6-156 0,5 3-104 16,-6 0 4-16,5 4-36 0,0-5-28 15,1 2-72-15,-2 0-48 0,1-8-556 16,3-2-268-16,2-1-496 0,-1-5-668 16,0-4-2161-16,7-3-663 0</inkml:trace>
  <inkml:trace contextRef="#ctx0" brushRef="#br0" timeOffset="80196.666">22109 11068 6204 0,'0'0'1520'0,"0"0"-64"0,0 0 325 15,0 0-265-15,0 0-112 0,-84 10-204 0,72-1-244 16,3 4-152-16,-2 6-156 0,7 6-104 16,0 3-100-16,0 4-72 0,4 3-16 15,0-3-24-15,0 0-40 0,4-7-60 16,4-3-72-16,-1-8-160 0,2-9-76 16,-1-5 76-16,3 0 0 0,2-12 108 15,2-11-108-15,2-8-116 0,-6-7-276 16,6-7-112-16,-2-6-24 0,2 1 60 15,-2-7-128-15,-2-1 40 0,2 1-32 16,-3-3 72-16,-4 3 128 0,0-1-40 16,-4 4 264-16,-4 7 164 0,0 2 112 15,0 7 192-15,0 13 236 0,-8 3 176 0,4 9-56 16,1 7 132-16,-2 6-52 0,5 0-52 16,-4 3-52-16,-4 9-172 0,4 8-368 15,-3 11 88-15,3 7 72 0,-1 7 72 16,5 2 49-16,0 7-121 0,0 4-76 15,0-1-120-15,0 3-60 0,0-3-60 16,5 1-96-16,2-8-269 0,-3-2-259 16,4-7-144-16,-4-10-128 0,5-5-288 0,2-10-876 15,-7-9-2284-15,4-7-1845 0</inkml:trace>
  <inkml:trace contextRef="#ctx0" brushRef="#br0" timeOffset="80496.122">22335 11281 9532 0,'0'0'2245'0,"0"0"-1501"0,0 0 36 16,0 0 488-16,36 72 292 0,-27-72-344 16,6 0-648-16,-2-9 284 0,6-10-296 15,-3-6-240-15,4-10-180 0,-8 0-136 16,4 0-156-16,-4 0 8 0,-4 0-36 16,-4 10 12-16,0-1 12 0,-4 10-12 15,0 4 100-15,-4 5 72 0,-8 0 0 16,0 7 0-16,-8 0-48 0,0 5 48 0,0 1 48 15,1 9 148-15,2 1-108 0,2 10-76 16,2 2 60-16,5 8-12 0,1 1 100 16,3 8 52-16,0-4-4 0,4 0-60 0,0 0-148 15,4-6-120-15,4-2-76 0,3-8-272 16,2-6-320-16,-2-7-340 0,6-9-540 16,2-3-612-16,-6-9-1773 0,2-16-2503 0</inkml:trace>
  <inkml:trace contextRef="#ctx0" brushRef="#br0" timeOffset="80747.908">22766 11081 10528 0,'0'0'2937'0,"0"0"-1909"16,0 76-108-16,0-38 200 0,0 10 312 15,0 5 56-15,7 8-472 16,6 8-320-16,2 5-188 0,2 9-191 0,-2 5-121 15,2 1-160-15,3 6-36 0,-5-6-96 16,-3-10-160-16,0-5 135 0,0-14-195 16,-3-9 132-16,2-13-12 0,-3-6-180 0,-4-13 96 15,0-10 12-15,-4-6-112 0,0-3-160 16,0-9-308-16,-4-10-344 0,-4-10-500 16,-3-12-128-16,-2-6-512 0,5 2-1821 15,-12-31-1823-15</inkml:trace>
  <inkml:trace contextRef="#ctx0" brushRef="#br0" timeOffset="80949.218">22773 11128 11205 0,'0'0'1592'0,"0"0"-724"0,0 0 196 0,0 0 132 16,60-70-80-16,-47 63 112 0,-6 7-316 16,1 0-348-16,1 0-184 0,-1 7-136 15,-1 3-100-15,-3 3 16 0,0 9 168 16,0 6-72-16,-4 5-172 0,0 0-84 0,-8 9-48 15,0 0-208-15,1 2-180 0,-2-3-152 16,1 1-136-16,1-7-236 0,3-4-404 16,0-12-620-16,4-12-596 0,0-7-1565 15,0-19-423-15</inkml:trace>
  <inkml:trace contextRef="#ctx0" brushRef="#br0" timeOffset="81231.922">23072 11137 9852 0,'0'0'1701'15,"0"0"-713"-15,0 0-144 0,53 64 260 0,-38-42 560 16,-6 1 44-16,2-11-684 0,-3-2-544 16,5-4-284-16,-6-6-148 0,5-3 40 15,4-10 56-15,-4-2-144 0,0-8-88 16,0 0-304-16,-4-2-52 0,0 0-60 16,-4 3-16-16,0 3 124 0,-4 6 48 15,0 1 224-15,-8 5 116 0,-4 4 8 16,0 3 0-16,-8 0 156 0,5 7-4 0,-6 2 96 15,5 10 72-15,0 0-24 0,5 9-60 16,2 1-28-16,1 7-48 0,1 1 100 16,3-2 36-16,4 3-100 0,-5-6-196 15,5-7-96-15,0-2-88 0,0-11-380 16,5-2-252-16,3-10-228 0,-1-7-336 16,1-8-456-16,1-4-2241 0,6-20-1731 0</inkml:trace>
  <inkml:trace contextRef="#ctx0" brushRef="#br0" timeOffset="81497.612">23379 11128 10136 0,'0'0'1997'16,"0"0"-1065"-16,0 0 76 0,8 69 228 15,-8-43 396-15,0 6-68 0,0-4-412 0,0-2-368 16,0-4-224-16,-4-6-232 16,4-6-264-16,0-7-64 0,0-3-76 0,0 0 16 15,9-7-184-15,-5-9-48 0,7-6 280 16,1-6-292-16,4-1-332 0,0-3-100 15,0 7-92-15,-4 2 136 0,4 11 144 16,0 6 124-16,-4 3 84 0,0 3 204 16,0 3 136-16,-4 9 292 0,0 5 292 15,-1-2-100-15,-3 4-48 0,1 4-128 16,-5-4-148-16,8-1-156 0,-4 2-4 16,3-4-184-16,6-1 96 0,2-2-404 15,-2-3-728-15,2-3-1512 0,9 5-3493 0</inkml:trace>
  <inkml:trace contextRef="#ctx0" brushRef="#br0" timeOffset="81963.28">23785 11192 6704 0,'0'0'7325'0,"0"0"-6137"0,0 0-808 15,0 0 144-15,-23 86 292 0,19-49 584 16,4 5-132-16,-4-2-400 0,4 0-344 16,0-9-148-16,0-6-144 0,4-9-120 15,0-6-112-15,4-7-48 0,0-3-108 16,3-13 48-16,2-6 104 0,6-13 0 15,-2-8-132-15,-1-12-144 0,-1-5-148 0,2-6 16 16,-2-1-164-16,-3 1 12 0,0-5-152 16,-4 2-52-16,0-1-104 0,-8 0-144 15,0 1-32-15,-4 6 404 0,-4 3 196 16,-3 7 232-16,2 8 216 0,1 16 520 16,4 7 124-16,4 10 192 0,0 9-44 0,0 0 36 15,-3 12-32-15,3 7-32 16,0 13-232-16,0 9-44 0,0 7-8 0,0 9 68 15,0 1 112-15,3-1-164 0,-3 3-203 16,4-7-137-16,0 6-156 0,0-6-76 16,0-5-337-16,1-3-291 0,2-5-88 15,1-7-92-15,5-12-408 0,-6-5-896 16,5-7-1992-16,1-9-2617 0</inkml:trace>
  <inkml:trace contextRef="#ctx0" brushRef="#br0" timeOffset="82234.19">24180 11306 2980 0,'0'0'9457'0,"0"0"-8261"0,0 0-608 16,36 83 144-16,-32-64 312 0,4-4 468 16,-4-8-336-16,4-7-760 0,0-4-168 15,4-4 8-15,0-15-60 0,4-6-196 0,-4-3-204 16,-1-6-276-16,-2 4-72 16,-1-2 96-16,-4 7 84 0,-4 4 100 0,0 6 12 15,0 7 48-15,-8-1 212 0,-9 7 60 16,2 3 104-16,-5 3 196 0,0 3-52 15,4 9-36-15,0 7 0 0,4 6-24 16,4 8-16-16,1-1-72 0,2 3-72 16,1-4 84-16,4 1-76 0,0-7-96 15,0-6-268-15,4-7-548 0,1-5-48 16,2-7-144-16,5-3-112 0,-4-13 20 16,4-9-660-16,0-4-941 0,0 4-1375 15,0-13-140-15</inkml:trace>
  <inkml:trace contextRef="#ctx0" brushRef="#br0" timeOffset="82496.868">24371 11147 1448 0,'0'0'5168'0,"0"0"-2364"0,0 0-275 16,0 0-665-16,0 0-524 0,0 0-140 16,37 79-116-16,-37-54-232 0,0-2-124 15,0-1-128-15,4-3-148 0,-4-6-220 0,4-7-232 16,-4-6-108-16,7 0-148 0,-3-6-100 16,4-10 352-16,8-6-4 0,-4-6-300 15,4-2-320-15,0 5-100 0,0 3 36 16,0 6 180-16,-4 11 252 0,-4 1 44 15,3 4 24-15,-2 6 192 0,-5 10 444 16,0 3 304-16,3 6-68 0,-3 4-24 16,-4-1-140-16,0-2-60 0,4-1-128 15,-4-6-96-15,0-6-136 0,0-7-96 16,5-2-172-16,-1-4-184 0,0-10-256 0,7-6 156 16,2-9-160-16,2-7-452 15,2-6-968-15,-2 6-2589 0,9-22-2611 0</inkml:trace>
  <inkml:trace contextRef="#ctx0" brushRef="#br0" timeOffset="82677.926">24925 10681 13121 0,'0'0'2544'0,"0"0"-2156"0,-4 101-32 16,0-51 256-16,0 11 676 0,1 5 556 16,-1-1-396-16,4-2-595 0,0-3-405 15,7-3-184-15,-3-3-264 0,4-3 0 16,1-10-352-16,-2-2-60 0,1-10-120 15,0-10 19-15,-3-8-83 0,-5-8-112 16,0-3-236-16,0 0-424 0,-5-8-872 16,-3 2-2869-16,-16-13-2715 0</inkml:trace>
  <inkml:trace contextRef="#ctx0" brushRef="#br0" timeOffset="82841.932">24607 11109 12837 0,'0'0'2572'0,"0"0"-1980"0,0 0 88 0,0 0-20 15,0 0 316-15,75-22 548 16,-47 13-472-16,9-4-580 0,-6-1-276 0,5 0-196 16,0 1-120-16,-1-4-100 0,-3 2-364 15,4 1-344-15,8 0-316 0,0 0-876 16,8 1-152-16,-13 4-56 0,17-1-7289 0</inkml:trace>
  <inkml:trace contextRef="#ctx0" brushRef="#br0" timeOffset="83334.405">26184 10995 11265 0,'0'0'2104'0,"0"0"-836"16,0 0-588-16,0 0-76 0,0 0 176 15,-19 86 388-15,19-45 4 0,0 1-312 16,4-5-228-16,3-8-168 0,1-4-232 16,0-9-136-16,4-9-92 0,-4-4 8 15,9-3 48-15,-6-16-60 0,9-6-160 16,0-10-36-16,0-10-120 0,-5-2-36 16,2 0-88-16,-6 2 36 0,-2 7 120 0,-1 7 28 15,-8 2 32-15,0 10 40 0,-4 4 100 16,-4 5 8-16,-8 4 152 0,-4 3-16 15,-4 3 136-15,0 10-84 0,0 3 36 16,0 6 12-16,5 4-68 0,2 2-92 16,2 0-96-16,6 2-52 0,5-2-160 0,0-6-496 15,4-6-876-15,0-3-2960 0,8-4-4021 16</inkml:trace>
  <inkml:trace contextRef="#ctx0" brushRef="#br0" timeOffset="83466.279">26551 11090 14073 0,'0'0'2496'15,"0"0"-1588"-15,84 10-252 0,-60-10-40 16,4 0-320-16,-5-7 36 0,1-5 60 16,-4-11-124-16,0-5-268 0,0-10-84 15,-4-10-752-15,0 0-608 0,-8-2-592 0,0 15-1124 16,-4-12-3421-16</inkml:trace>
  <inkml:trace contextRef="#ctx0" brushRef="#br0" timeOffset="83685.585">26654 10618 1032 0,'0'0'10037'0,"0"0"-8549"0,0 0-796 16,-8 88 272-16,12-50 300 0,0 7 168 16,1-2-80-16,6 8-308 0,1 3-332 15,1 4-112-15,2-2-40 0,1 8-196 16,0-1-108-16,0 5-87 0,-4-2-57 16,0 0-52-16,-8-1-52 0,0-2 40 15,-4-9-44-15,0-3 4 0,0-4-8 16,-8-9-184-16,-4-2-241 0,0-8-11 15,-4-5-40-15,-3-5-96 0,-2-3-92 16,-3-1-84-16,0-11-68 0,5-3-116 16,-5-3-420-16,3-13-688 0,2-3-1933 0,-5-26-3023 15</inkml:trace>
  <inkml:trace contextRef="#ctx0" brushRef="#br0" timeOffset="84117.517">27634 10785 4376 0,'0'0'8073'0,"0"0"-6061"15,0 0-1016-15,0 0 136 0,80 33-12 16,-48-25 4-16,4-2-144 0,0-2-428 16,4-4-332-16,-4-4-172 0,3-4-36 15,-3-5 40-15,-4-6-52 0,0-4-72 16,-4 1-356-16,-4 0-196 0,-4 0-52 0,-4 2-176 16,-9 5-400-16,-3 2-760 15,1 7-1953-15,-10 3-1715 0</inkml:trace>
  <inkml:trace contextRef="#ctx0" brushRef="#br0" timeOffset="84296.799">27850 10957 9412 0,'0'0'1665'0,"0"0"-1061"0,3 101 116 16,2-59 376-16,3 8 176 16,0 1 188-16,-4 3-288 0,3-6-416 0,2-4-260 15,-5-6-300-15,0-5-196 0,0-12-84 16,-4-5-76-16,3-6-232 0,-3-10-268 15,0 0-308-15,0-3-492 0,0-11-864 16,0 5-2765-16,-3-12-2327 0</inkml:trace>
  <inkml:trace contextRef="#ctx0" brushRef="#br0" timeOffset="84465.744">27754 11157 11733 0,'0'0'2084'0,"0"0"-1248"0,0 0 624 15,0 0-172-15,99 9-100 0,-67-9-180 16,0 0-312-16,9-2-352 0,-6-12-220 0,1-2-124 16,0-6-8-16,-4-3-380 0,-1-4-52 15,1-3-248-15,-4-2-532 0,0-1-940 16,-8 9-2468-16,1-5-3845 0</inkml:trace>
  <inkml:trace contextRef="#ctx0" brushRef="#br0" timeOffset="84661.248">28444 10655 11677 0,'0'0'2008'0,"0"0"-1172"15,0 0 240-15,4 76 176 0,-4-48 164 16,0 2-184-16,-4 1-584 0,4-2-492 16,-5-4-156-16,5 1-144 0,0-4-284 15,0-3-188-15,0-3-148 0,0-4-148 16,0-3-756-16,-4-5-1128 0,-3-1-3097 0</inkml:trace>
  <inkml:trace contextRef="#ctx0" brushRef="#br0" timeOffset="84961.013">27443 10537 12177 0,'0'0'2524'0,"0"0"-1680"16,0 0-404-16,0 0 288 0,0 0 640 0,0 0-64 16,0 0-424-16,96-22-292 15,-60 16-164-15,0 0 100 0,8-1 181 0,-1 1-281 16,5-1-148-16,4 0-20 0,3-1-76 15,1-2 24-15,0 1-108 0,0-4-96 16,-4 1-80-16,0-1-16 0,-8 1-24 16,-5 1-232-16,1-1-252 0,-8 2-52 15,0 3-97-15,-8 1-147 0,-4 3-668 0,-8 3-1280 16,-8 3-3289-16</inkml:trace>
  <inkml:trace contextRef="#ctx0" brushRef="#br0" timeOffset="85813.88">29153 11030 8716 0,'0'0'2585'0,"0"0"-905"0,0 0-220 16,0 0 16-16,0 0-12 0,0 0-448 15,-5 76-400-15,1-54-296 0,-3 0-176 16,-1 0 16-16,0 1-84 0,3-4-76 0,2-3-88 15,-5-3-144-15,8-1-396 0,-4 1-272 16,4-7-256-16,0 3-568 0,0-5-1100 16,0 2-2989-16</inkml:trace>
  <inkml:trace contextRef="#ctx0" brushRef="#br0" timeOffset="86296.364">30280 10388 10616 0,'0'0'2545'16,"0"0"-1581"-16,0 0-316 0,0 0 548 0,0 0 364 16,0 0-396-16,0 0-500 0,-79 0-320 15,55 13-100-15,4 6-48 0,0 4 12 16,-4 5 12-16,4 10-64 0,-4 6-20 16,4 7 8-16,0 3 16 0,9 6-28 15,-2 4-120-15,1-3-8 0,9-4-4 16,-1-10-60-16,4-5-12 0,0-13 64 0,4-10 4 15,3-8-56-15,5-4-100 0,0-4 64 16,0-3 32-16,4-3 64 0,0-6 12 16,0-5 64-16,0-4-28 0,0 3-8 15,-4-6-40-15,-5 2 0 0,2 4 0 16,-5-1 48-16,-4 6-36 0,0 1 64 16,0 3 8-16,-13 3-84 0,2-4-136 15,-9 4-68-15,-7 3-92 0,-6 0-68 16,-3 0-16-16,-3 10-84 0,-1 2-212 15,-8 4-288-15,0 6-1048 0,12-3-1816 16,-15 16-2321-16</inkml:trace>
  <inkml:trace contextRef="#ctx0" brushRef="#br0" timeOffset="94546.439">19940 12449 10548 0,'0'0'1313'0,"0"0"-605"16,0 0 44-16,0 0 304 0,0 0 228 15,0 0-364-15,-79-22 172 0,68 22-260 16,-6 0-340-16,6 3-124 0,-2 6-36 16,-2 1-16-16,2-1-168 0,6 7 156 0,3 0-48 15,0 0-132-15,4 6-52 0,0 3 36 16,0 5-104-16,8-2 8 0,3-3 88 16,2 1-100-16,-2-4 0 0,2-6-76 15,2-7-56-15,2-3 84 0,-2-6-12 0,5 0 52 16,0-9 0-16,4-4-164 15,-4-9-96-15,0 0 12 0,0-6-40 0,-4-2-60 16,-4 3 148-16,-1-3-48 0,-2 8 20 16,-1 0-36-16,-5 3 200 0,-3 6 72 15,0 1 44-15,-7 2 8 0,-1 4 20 16,-8-1 52-16,0 5-24 0,0-3 144 16,0 5-84-16,4 0-76 0,-4 11-80 15,4 1-4-15,4 1-144 0,0 3-4 16,4 0-64-16,4 3-108 0,0-3-468 15,0-1-408-15,4-5-1124 0,12-1-3229 0</inkml:trace>
  <inkml:trace contextRef="#ctx0" brushRef="#br0" timeOffset="94862.813">20236 12433 3220 0,'0'0'7909'0,"0"0"-6241"0,0 0-420 16,-12 82 220-16,3-50 72 0,2 4 144 15,-1-5-432-15,0-2-448 0,0-7-340 16,4-3-280-16,4-6-184 0,0-4-104 16,0-6-52-16,0-3-16 0,4 0-36 15,4-3 124-15,4-10 12 0,-1-2-124 16,6-7-196-16,-2-4-132 0,2 0-56 16,-2 1 112-16,-2 6 124 0,2 3 184 15,-2 4 24-15,-6 5-40 0,5 7 4 0,-7 0 172 16,-1 9 272-16,0 4 176 0,-4 6-4 15,3 1-64-15,-3-2 12 0,0 5 12 16,0-1-24-16,0 0-124 0,0-3-12 16,0 0 108-16,0-3-96 0,0-2-168 15,0-6-88-15,0-2-244 0,0-6-244 0,0 0-160 16,8 0-112-16,-4-6-124 0,5-7-568 16,2 1-1532-16,1-4-3993 0,0 3 381 15</inkml:trace>
  <inkml:trace contextRef="#ctx0" brushRef="#br0" timeOffset="95380.269">20674 12147 7172 0,'0'0'6157'0,"0"0"-4913"16,0 0-448-16,0 0 48 16,-19 99 452-16,10-61 100 0,5 6-304 0,0 0-492 15,0 0-248-15,4-2-132 0,-4 3-64 16,4-7-156-16,0-3-60 0,0-9-220 16,8-7-280-16,0-7-248 0,4-6 0 15,4-6 164-15,-4 0 24 0,4-6-136 16,4 0-212-16,-5-5 64 0,2 9 356 15,-2-1 272-15,2 3 172 0,3 5 104 0,-1 6 876 16,-2 5-96-16,-2-1 64 16,2 8-148-16,-6-4-88 0,2 3-36 0,-2 3-180 15,-3 0-36-15,-4 0 88 0,0 5 80 16,1-1-48-16,-5 2-144 0,0 1-76 16,0 2-88-16,0 2 52 0,0-2 12 15,-5 1-51-15,1 4 39 0,0-8-64 16,0 1 4-16,-4-3-4 0,1-7-72 15,-2-6 12-15,-3-3-32 0,5-4-64 16,-6-6-52-16,2-3-68 0,-2-6-84 16,-2-7-88-16,3-9-36 0,-1-6-1 15,6-8 25-15,-1-2 24 0,8 0-24 0,0 0-76 16,4 3-60-16,7 1-24 0,6 2-112 16,2 0-32-16,-2 0-132 0,7 3-56 0,-1 1-48 15,1 0-48-15,0-2-732 16,-4 11-1253-16,12-6-2695 0</inkml:trace>
  <inkml:trace contextRef="#ctx0" brushRef="#br0" timeOffset="95964.498">22064 12646 3876 0,'0'0'2748'15,"0"0"3373"-15,0 0-5037 0,0 0-372 0,-87-32 244 16,59 32 340-16,0 7-180 0,-3 8-92 15,3 7-348-15,-4 10-212 0,8 6 40 16,-1 3 140-16,10 4-48 0,2-1-123 16,6-2-157-16,3-10-76 0,4-6-140 15,4-15-100-15,3-4 12 0,10-7 56 16,7-10-68-16,-5-12-8 0,9-6-164 16,0-13-68-16,0-7-184 0,-4-3-25 15,4 0-3-15,0-3 4 0,-5 6-28 16,2-3 72-16,-1 7-36 0,-4 0-88 0,-8-1 32 15,-1 1-20-15,-2 2 132 0,-5 4 136 16,-4 1 184-16,0 5 64 0,-4 0 164 0,-5 7 132 16,1 2 64-16,5 4 156 0,-1 6-120 15,0 7 44-15,4 3-24 0,0 3-48 16,0 0-88-16,-4 3-12 0,4 10-72 16,0 6 108-16,-5 10-24 0,5 3 25 15,-4 5 23-15,0 2-100 0,1-2-20 16,3 1-88-16,-4 1-120 0,4-1-4 15,-4-3-8-15,4 0-216 0,0-1-296 16,0-4-133-16,0-5-95 0,0-3-116 16,4-3-176-16,3-6-692 0,6-1-1120 15,-1-5-2289-15,8-7-1463 0,-9 0 4293 16</inkml:trace>
  <inkml:trace contextRef="#ctx0" brushRef="#br0" timeOffset="96229.89">22240 12687 2628 0,'0'0'260'0,"0"0"7512"16,0 0-5767-16,20 70-665 0,-12-41 188 0,-1-7 76 15,2 0-92-15,-1-3-260 16,0-10-568-16,3-2-416 0,2-7-136 0,7-3 4 16,-1-13 44-16,5-7-32 0,1-5-148 15,-2-7-48-15,5-3-428 0,-8 0-96 16,4 0 8-16,-9 3 24 0,2 7 84 16,-9 2 40-16,-5 8 68 0,-3 4 64 15,0 1 112-15,-11 7 108 0,-2 3 64 16,-2 3 200-16,-5 3 48 0,4 6 84 15,-4 8-72-15,5 8-76 0,-2 1 48 16,2 7-60-16,-2 0-60 0,2 5 108 0,2 0-72 16,2-3-124-16,3 0-24 0,3-3-144 15,1-3-412-15,4-4-220 0,0-6-300 16,0-3-972-16,4-10-2513 0,1-3-3707 16,7-9 7708-16</inkml:trace>
  <inkml:trace contextRef="#ctx0" brushRef="#br0" timeOffset="96467.085">22694 12662 484 0,'0'0'6748'0,"0"0"-1203"0,-7 70-3309 16,3-36-40-16,-1 8-392 0,-3 6-396 16,4 5-300-16,-3 2-235 0,3 4-373 0,-5-1-212 15,5 2-132-15,-4-3-144 0,5-3-12 16,-1-3-12-16,0-13-132 0,4-3-208 15,0-9-44-15,0-7 20 0,4-7-5 16,3-5-139-16,-3-7-104 0,0-7 4 16,0-10-80-16,0-8-200 0,1-6-488 15,-1-7-736-15,-4-6-1076 0,3-1-1465 16,1-5 225-16,-4-8 2408 0,0 17 1576 16</inkml:trace>
  <inkml:trace contextRef="#ctx0" brushRef="#br0" timeOffset="96663.42">22726 12658 1656 0,'0'0'5852'15,"0"0"-1399"-15,0 0-3341 0,0 0-208 0,0 0 412 16,0 0-168-16,0 0-116 0,0 0-104 16,84-35-276-16,-80 42-208 0,-4-1-56 0,4 4-20 15,-4 2-76-15,0 4-120 0,-4 0-36 16,-4 6 32-16,-4 0-44 0,0 4-76 16,-4 3-40-16,-4-4-8 0,4 4-4 15,1-4-216-15,2-6-220 0,1-3-328 16,9-10-240-16,3-3-400 0,0-3-824 15,0-12-872-15,11-7-1649 0,1 0-127 16,-4 0 4108-16,8-13-48 0</inkml:trace>
  <inkml:trace contextRef="#ctx0" brushRef="#br0" timeOffset="96950.549">22885 12684 1448 0,'0'0'1304'16,"0"0"4756"-16,0 0-4224 0,0 0-679 0,0 0 607 16,77 35-40-16,-62-20-56 15,-3 4 32-15,0-6-412 0,-4-3-752 0,-1-7-292 16,6-3-96-16,-1 0-28 0,0-13-20 0,4 0-100 15,0-8-172-15,-1-5-376 16,-3 1-136-16,1 0 68 0,-2-1-12 0,-2 4 36 16,-5 3 8-16,-4 6 60 0,0 3 40 15,-9 4 328-15,1 3 156 0,-7 3 156 16,-5 0 132-16,3 0 172 0,-6 3-88 16,3 9 12-16,-1 2-12 0,2 8 0 15,3 3-28-15,4 10 12 0,-4 3 24 16,4 3 24-16,1 1 48 0,2-4-24 15,1-7-380-15,1-5-48 0,7-7-172 16,0-10-228-16,0-5-16 0,3-4-40 16,5-10-32-16,9-9-264 0,-2-3-488 15,1-7-1036-15,0 4-2069 0,4-10-1551 0</inkml:trace>
  <inkml:trace contextRef="#ctx0" brushRef="#br0" timeOffset="97202.828">23188 12662 4272 0,'0'0'1812'0,"0"0"4273"0,0 0-4769 16,0 0-348-16,0 0 304 0,28 89-292 0,-28-61 112 15,0-3 316-15,-4 4-404 0,1-6-284 16,-2-4-208-16,5-7-160 0,-4-2-183 16,4-7-109-16,0-3-52 0,0 0-8 15,9-13-193-15,-2-3-207 0,5-6-136 16,4 0-148-16,0-3-112 0,-4 6-28 16,4 2 20-16,0 8 48 0,-4 5 84 15,4 4 52-15,-4 0 620 0,3 7 596 16,-2 5-112-16,-6 2-236 0,6 2 200 15,-9-2-176-15,7 0-172 0,-3-8-100 16,8 1-444-16,0-7-328 0,4 0 308 0,8-10 36 16,-4-7-1152-16,4-4-1332 0,-1-2-2125 15,-3 2 581-15,-3-2 2657 0</inkml:trace>
  <inkml:trace contextRef="#ctx0" brushRef="#br0" timeOffset="97495.846">23658 12649 1592 0,'0'0'1096'0,"0"0"4792"15,0 0-1587-15,0 0-2709 0,0 0-208 0,0 0-168 16,-88 79-160-16,73-47 76 0,2 3 20 15,-2 0-252-15,7-3-95 0,0-4-5 16,0-2-304-16,8-10-328 0,0-7-168 16,4-6 0-16,4-3-84 0,8-3 24 15,4-13-208-15,-1-9-132 0,5-10-204 16,4-3-173-16,-3-6-139 0,6-5-248 16,-3 2-500-16,0-1-400 0,0-2-596 15,-5-5-1205-15,-2 5 1009 0,-1-1 2776 16,-1 7 80-16,-6 2 1668 0,2 10 944 0,-2 7-15 15,-9 13-1173-15,0 5 0 0,-4 7-84 16,0 10-348-16,0 9-68 0,-8 6-28 16,-5 7-200-16,2 6 12 0,3 0 45 15,-5 0-293-15,2-6-308 0,7-3-152 16,-5-1-264-16,5-5-380 0,1-4-121 0,3-5-199 16,0-3-868-16,16-5-3196 0,3-6-3725 15,-2-6 4353-15,11-13 4400 0</inkml:trace>
  <inkml:trace contextRef="#ctx0" brushRef="#br0" timeOffset="97755.949">24120 12553 5488 0,'0'0'4756'16,"0"0"-83"-16,0 0-3821 0,0 0 16 15,0 0 748-15,-39 83-104 0,22-61-156 16,2 4-299-16,2-4-525 0,2-3-324 0,7 0-112 16,0-3-96-16,4-4 0 0,8-1-84 15,3 1 72-15,6-5-64 0,3-1 16 16,-1 0-12-16,5 1-12 0,-7-5 24 15,2 5-76-15,-2-4 52 0,-2 3 76 16,1 1-40-16,-4-1 0 0,4 0 48 16,-4 1 132-16,-4-1-128 0,-8 1-4 15,0-1 0-15,-4 0 4 0,-8 1 4 0,-4-1-8 16,-3 0-168-16,-6 4-40 16,-3-7-81-16,0 3-235 0,-7-2-304 0,-1 3-276 15,0-5-896-15,-8-2-2432 0,12 0-3877 16,-15-2 5597-16</inkml:trace>
  <inkml:trace contextRef="#ctx0" brushRef="#br0" timeOffset="98294.757">25746 12586 6088 0,'0'0'6773'15,"0"0"-5233"-15,-16 95-608 0,4-44 128 16,4 0 360-16,-4-4-16 0,8-2-316 16,-4-14-524-16,8-5-332 0,0-14-224 15,0-5-8-15,8-7 0 0,8-4 28 16,0-11-28-16,4-11-292 0,4-2-248 0,0-11-180 15,3-3-80-15,-6 2 220 0,-1 2 224 16,-5 3 108-16,-2 3 0 0,-9 10-76 16,0 0 164-16,-4 9-80 0,-8 1 240 15,-5 1 252-15,-2 5 120 0,-5 4 100 16,-1-2 84-16,-2 4-88 0,3 4 24 0,0 4-136 16,4 9-100-16,-4 2-24 0,5 6 28 15,2 0 8-15,1 7-100 0,5-7-68 16,3 1-100-16,-1-7-112 0,5 0-412 15,0-7-368-15,0-1-292 0,13-9-704 16,-6 2-2708-16,14-10-2985 0</inkml:trace>
  <inkml:trace contextRef="#ctx0" brushRef="#br0" timeOffset="98579.256">26085 12608 6716 0,'0'0'6493'0,"0"0"-5641"16,0 0-152-16,8 66 812 0,-8-40 168 0,0 2-192 15,-8-5-348-15,4-2-412 0,0-4-312 16,4-4-187-16,-4-7-193 0,4-3-36 0,0-3-60 16,0 0 0-16,8-9-85 0,4-4-75 15,0-4 0-15,7-2-36 0,2-2-36 16,-6 4-36-16,5 5 72 0,-3 9 156 16,2 3 64-16,1 0 36 0,1 9 320 15,-6 4-104-15,1 4-8 0,0 4 36 16,0 2 84-16,-8-2-72 0,4 2-60 15,0-4-119-15,-4 3-77 0,0-6-153 16,-1 3 145-16,-2-6-96 0,3-1-444 16,-4-1-232-16,-1-9-320 0,5-2-408 15,1 0-1120-15,6-2-2857 0,-7-5-2771 0,12-6 7616 0</inkml:trace>
  <inkml:trace contextRef="#ctx0" brushRef="#br0" timeOffset="98924.488">27196 12411 7340 0,'0'0'6541'16,"0"0"-4409"-16,80-3-892 0,-40 3-188 15,12 0-68-15,-5 0-320 0,2 0-236 16,-6 0-136-16,1-4-148 0,-4-5-144 0,0-7-88 15,-5 1-472-15,-3-2-300 0,-4-2-100 16,-4 3-252-16,-7 1-1100 0,-10 5-1909 16,-7 1-4087-16</inkml:trace>
  <inkml:trace contextRef="#ctx0" brushRef="#br0" timeOffset="99083.151">27488 12471 6156 0,'0'0'6549'16,"0"0"-5517"-16,-13 82-436 0,9-49 740 0,4 4 268 15,0-2-32-15,0 0-492 0,-4-3-484 16,4-4-376-16,-3 2-208 0,-1-9-12 16,-1-2-292-16,1-3-552 0,-4-6-164 15,8-3-264-15,-4-5-720 0,1-2-1828 16,3 0-2521-16,-4-9 1158 0</inkml:trace>
  <inkml:trace contextRef="#ctx0" brushRef="#br0" timeOffset="99366.634">27436 12769 3252 0,'0'0'7532'0,"0"0"-5603"0,0 0-1113 16,0 0-28-16,95-22 588 0,-71 19-272 16,-1-2-348-16,-2-2-368 0,-5 3-292 15,0 1-96-15,-4 0-456 0,-4 0-440 0,-4 3 192 16,-4 0-492-16,0 6-288 0,-8 3-440 16,-8 4-881-16,0 6-1503 0,-8 4 1192 15,0-4 2816-15,-4 3 0 0,4-3 300 16,1 0 220-16,2 0 1060 0,5-3-812 15,4-7 5484-15,5 1-3556 0,7-4-867 16,0-2-329-16,0-2-312 0,3-2 60 16,9 0 184-16,8 0-248 0,1-2-280 15,2-5-132-15,5-2-164 0,4-4-272 0,-1 0-36 16,1-2-236-16,9 2-344 0,-2 0-148 16,1-3-372-16,0 6-944 0,-12 3-3473 15,12 2-2387-15</inkml:trace>
  <inkml:trace contextRef="#ctx0" brushRef="#br0" timeOffset="100175.167">28336 12753 4652 0,'0'0'7813'0,"0"0"-6281"16,0 0-724-16,0 0-152 16,0 0 288-16,0 0 164 0,0 0-240 0,-16 80-340 15,8-57-320-15,0-4-208 0,-4-1-44 16,4-2-52-16,0-3-360 0,0-3-236 15,4-3-204-15,1-5-244 0,3-2-552 16,0-7-2137-16,7-5-1791 0,-3-4 1332 16,13-12 4132-16</inkml:trace>
  <inkml:trace contextRef="#ctx0" brushRef="#br0" timeOffset="100379.287">28850 12290 3788 0,'0'0'10329'16,"0"0"-8181"-16,0 0-1004 0,0 0 168 0,88 49-120 15,-60-44-264-15,4 1-432 16,0-6-300-16,7 0-184 0,1-6-12 0,-1-4 0 16,2-2-424-16,-2-4-284 0,-3-3-184 15,0 3-216-15,-12 3-792 0,-4 4-2436 16,-12-1-3737-16</inkml:trace>
  <inkml:trace contextRef="#ctx0" brushRef="#br0" timeOffset="100568.125">28953 12503 1540 0,'0'0'9477'16,"0"0"-7269"-16,-15 76-812 0,15-41 404 15,0 7-72-15,0 2 44 0,0 0-468 16,0 1-295-16,-5-7-429 0,5 0-288 15,-4-6-292-15,-3-7-12 0,-1 0-340 0,0-8-228 16,-1-5-137-16,2-2-123 0,3-7-200 16,0-3-932-16,0-6-2988 0,0-5-5453 15,-4-3 9397-15</inkml:trace>
  <inkml:trace contextRef="#ctx0" brushRef="#br0" timeOffset="100730.329">28897 12719 92 0,'0'0'10937'0,"0"0"-8461"0,0 0-832 0,96-13-72 16,-56 7-552-16,0-4-352 0,3 1-472 15,2-7-196-15,2 0-308 0,-3-3-296 16,0-3-316-16,0 3-564 0,-4-1-1552 16,-12 8-4917-16,0-4 3654 0</inkml:trace>
  <inkml:trace contextRef="#ctx0" brushRef="#br0" timeOffset="106145.951">15275 15391 860 0,'0'0'6916'0,"0"0"-4452"0,0 0-727 15,0 0-393-15,0 0-212 0,0 0 76 16,0 0 12-16,0 0-192 0,0 0-300 16,0 0-196-16,-7-2-104 0,7 2 24 15,0 0 0-15,0 0-36 0,0 0-100 16,0 0-60-16,3 0-12 0,1 0-39 16,0 0-33-16,4 0-16 0,4 0 0 15,8 0 40-15,4 0 72 0,4 0 92 0,4-3-140 16,3 3-76-16,1 0-84 0,8 0 48 15,0 0-104-15,4-3 40 0,4-1-40 16,3 2 100-16,1-2-56 0,4 1 16 0,4-1 8 16,-4-1-72-16,3 2 40 0,5-1-32 15,-5 1 44-15,6 3-48 0,2-3 164 16,-3 3-64-16,-1 0-104 0,2 0-60 16,-5 0 12-16,-1 0 48 0,-3 3-8 15,-5 0 4-15,1 1-8 0,-4-1-48 16,0 2 60-16,-4 2-4 0,-4-1 4 15,-1 4 0-15,-3-3-8 0,0-1-4 16,-4 3 8-16,0-2 4 0,0-1 0 16,-5 0-4-16,1 1-32 0,0-4 36 15,-4 0 60-15,-4 3-60 0,4-3 0 16,-4 0 4-16,-1-3 52 0,2 4-56 0,-1-1 0 16,-4-3 52-16,3 0-40 0,1 0 36 15,0 0-36-15,0 0-8 0,0 0 4 16,0 0-8-16,0 0-4 0,4 0-8 0,-4 0 4 15,4 0-64-15,0 0 72 0,-5 0 0 16,5-3-8-16,0 3-4 0,0 0 12 16,0 0 4-16,4 0-4 0,-4 0-48 15,0 0 44-15,4 0 4 0,-4 0 40 16,3 0-40-16,1 0-8 0,-4 0 8 16,4 0-12-16,4 0 12 0,-4 0-4 15,3 0 0-15,1 0-76 0,0 0 68 16,0 0 4-16,0 0 4 0,4 0 8 15,-5 0-4-15,5 0 60 0,-3 3 36 16,2 0 48-16,1-3-12 0,-5 3-8 0,-3-3-28 16,5 4-24-16,-1-4-60 15,-4 0 72-15,-1 0-24 0,1 0-48 0,-4 0-12 16,0 0 0-16,0 0 0 0,-5 0 0 16,1 0-8-16,1 0-52 0,-1 0 60 15,-5 0 0-15,-3 0-60 0,-4 0 12 16,0 0 36-16,0 0 4 0,-4 0 4 0,0 0 4 15,-4 0 0-15,0 0-60 0,0 0-40 16,-4 0 28-16,0 0 24 0,4 0 0 16,-4 0-48-16,0 0 0 0,0 0 24 15,0 0-12-15,0 0 36 0,0 0-12 16,0 0-48-16,0 0-16 0,0 0-8 16,-4 0 0-16,0 0-12 0,0 0-4 15,0 0-56-15,-4 0-24 0,0 0-136 16,-8 0-60-16,0-4-221 0,-4 4-575 15,1 0-1412-15,-17-3-3988 0</inkml:trace>
  <inkml:trace contextRef="#ctx0" brushRef="#br0" timeOffset="120942.078">9808 16005 6520 0,'0'0'6153'15,"0"0"-5525"-15,0 0-376 0,-39-76 688 16,31 53 472-16,-8 4 88 0,4 6-336 0,1 4-96 15,-2 3-296-15,1 3-224 0,0 3-148 16,-4 3-156-16,-4 12-148 0,-3 9-44 16,-1 9-4-16,-4 9-36 15,0 9 37-15,0 4 11 0,4 4 24 0,1 5-84 16,2 2 0-16,5 1-40 0,4-4 36 16,5-5 4-16,3-10-4 0,-1-7-4 15,5-13-64-15,0-8-37 0,5-11 21 0,3-3-116 16,3-6-52-16,6 0 108 0,2-3 88 15,5-6-136-15,0-4-8 0,4 3 8 16,-4 4 84-16,-5 2 52 0,2 4 52 16,-6 4-88-16,-2 5 92 0,-6 4-20 15,1 6 24-15,-4 7 8 0,-4 2 52 16,0 3 48-16,0 7 4 0,-8-2-76 16,1 5-28-16,-1 3-8 0,-1 2 0 15,1 1 0-15,1 3 0 0,-1-5 8 0,4-1 52 16,-1-5-60-16,1-8-4 0,4-9-68 15,0-3-52-15,4-9 16 0,1-7-40 16,3-3-244-16,3-3-72 0,2-13-164 16,2-6-372-16,2-7-528 0,-6 1-996 0,14-26-2993 15</inkml:trace>
  <inkml:trace contextRef="#ctx0" brushRef="#br0" timeOffset="121218.914">10107 16233 12613 0,'0'0'3072'0,"0"0"-2268"15,0 0-268-15,0 0 952 0,0 0 56 16,96 39-480-16,-64-32-299 0,8-2-145 15,4-2-16-15,-1 1-328 0,-2-4-164 0,2 0-108 16,-2-4-4-16,-6-4-48 0,1-3-160 16,-8-1-288-16,0-4-204 0,-13 3-201 15,2 1-247-15,-9 5-436 0,-8 1-656 16,0 6-552-16,-8 0-2621 0,-20 9-2475 0</inkml:trace>
  <inkml:trace contextRef="#ctx0" brushRef="#br0" timeOffset="121397.806">10251 16424 5068 0,'0'0'128'0,"0"0"4804"0,0 0-3567 16,-12 99 211-16,12-59 240 0,0 12-4 0,5 1-272 15,2 5-200-15,-3-1-264 0,0 3-284 16,0 1-247-16,0-4-253 0,-4-3-160 16,0-13-132-16,0-10-132 0,0-8-329 15,0-10-231-15,0-7-260 0,0-4-188 16,0-2-552-16,-4 0-640 0,0-12-688 15,-4 3-2657-15,-4-17-471 0</inkml:trace>
  <inkml:trace contextRef="#ctx0" brushRef="#br0" timeOffset="121539.277">10184 16805 5684 0,'0'0'5084'0,"0"0"-2951"16,0 0-1217-16,0 0-40 0,0 0 308 16,99-35-108-16,-67 35-20 0,-4 0-292 15,0 0-272-15,-4 0-320 0,3 0-172 16,-7 0 0-16,1-3-320 0,-6 3-232 15,-2 0-128-15,-6 0-388 0,-7 0-716 0,4 6-2224 16,-12 10-1861-16</inkml:trace>
  <inkml:trace contextRef="#ctx0" brushRef="#br0" timeOffset="121717.275">10184 17154 4332 0,'0'0'6060'0,"0"0"-4103"0,0 0-1689 0,0 0-64 16,0 0 752-16,47 76 764 0,-27-69-224 15,1-4-368-15,2-3-364 0,5 0-212 16,3-3-232-16,1-10-188 0,4 0-132 16,1 1-12-16,2-4-660 0,9 3-216 15,0-3 520-15,4 0-56 0,3 4-1904 16,-15-2-3617-16,20-5-2771 0</inkml:trace>
  <inkml:trace contextRef="#ctx0" brushRef="#br0" timeOffset="122011.315">11204 16405 15849 0,'0'0'3752'0,"0"0"-3264"0,0 0-424 15,0 0 168-15,0 0 84 0,39 79 100 16,-35-59-28-16,0-8-328 0,0-2-60 16,1-1-96-16,-2-6-88 0,1 1-436 15,0-1-332-15,0-3-252 0,0 3-484 0,-4 0-2232 16,0 7-2777-16</inkml:trace>
  <inkml:trace contextRef="#ctx0" brushRef="#br0" timeOffset="122180.055">11127 16935 7324 0,'0'0'7349'0,"0"0"-6201"16,0 0-824-16,49 67 868 0,-29-45-116 15,-1-3-20-15,-2-3-284 0,-2-3-236 16,5-4-328-16,4-6-72 0,0-3-136 15,4 0-320-15,0-12-436 0,3-11 48 16,5-2-328-16,-4-10-700 0,-8 4-2720 16,4-23-4733-16</inkml:trace>
  <inkml:trace contextRef="#ctx0" brushRef="#br0" timeOffset="122401.595">11817 16345 11789 0,'0'0'6868'0,"0"0"-5948"16,0 0-784-16,0 0 168 0,79 22 4 15,-55-16 240-15,4-3 316 0,8-3-331 16,4 0-229-16,8-3 144 0,0-9 0 16,-4-4-448-16,4 0-76 0,-5-3-104 0,-7 0-316 15,-4 0-120-15,-8 3-165 16,-4 3-179-16,-8 3-464 0,-4 4-704 0,-8 6-772 15,-4 0-1321-15,-20 0-1479 0</inkml:trace>
  <inkml:trace contextRef="#ctx0" brushRef="#br0" timeOffset="122595.485">12008 16331 3592 0,'0'0'572'0,"0"0"5392"0,-11 67-4083 16,11-32-541-16,0 13 236 0,7 2-180 15,-3 8-12-15,4-1-28 0,-4 3-192 16,5 1-260-16,-2-1-248 0,-3 0-135 15,0-2-181-15,-4-4-172 0,4-4-156 0,-4-8-12 16,0-10-192-16,0-10-88 0,0-3-96 16,0-7-133-16,0-5-163 0,0-4-84 15,0-3-136-15,-4 0-380 0,-4-6-1040 0,-8-7-3593 16,8 0-2703-16,-12-22 8176 0</inkml:trace>
  <inkml:trace contextRef="#ctx0" brushRef="#br0" timeOffset="122762.161">11984 16684 5612 0,'0'0'8725'16,"0"0"-7313"-16,0 0-832 0,80 3 420 16,-52 1-136-16,-5 3-196 0,2-1 288 15,-5 0-136-15,4 1-188 0,-1-5-220 16,1-2-264-16,4 0-148 0,-4 0-116 16,4-7-288-16,-4 1-364 0,3-7-392 15,1 4-220-15,8-7-1168 0,-12 7-460 0,12-10-1893 0</inkml:trace>
  <inkml:trace contextRef="#ctx0" brushRef="#br0" timeOffset="123611.973">12849 16081 3068 0,'0'0'2580'0,"0"0"1692"0,0 0-2967 15,0 0-265-15,0 0 400 0,0 0-72 16,0 0-300-16,80-48-140 0,-65 33-180 16,5-1-244-16,1-6-180 0,-2-2-44 15,1 3 28-15,1-2-160 0,-2 2 0 0,-3-2-64 16,-4 7-84-16,-1 4-8 0,-2 2-64 16,-5 7 60-16,0 0-88 0,-4 3 4 15,0 3-64-15,0 10-12 0,-8 3 108 16,-1 9 64-16,-2 6 100 0,-1 11-100 0,0 0-8 15,0 5 4-15,-4 1 0 0,8 3-72 16,-4-4 16-16,5 1 60 0,-6-4 0 16,9-6 72-16,-3-6 112 0,3-7-84 15,-1-5 24-15,5-5-120 0,0-8-4 16,0-1-12-16,0-6-124 0,0 0-12 16,0 0-48-16,5-3-52 0,2-3 4 15,-3-1 132-15,4 1 24 0,-4 0-84 16,1-1 48-16,-1 7 116 0,-4 0-164 0,3 4 48 15,-3 5 24-15,0 4 100 16,0 2 160-16,4 4-48 0,0 4-48 0,0-2-64 16,0 5 4-16,5 0-4 0,-2 2-8 15,5 1-44-15,0-1 52 0,0 1 212 16,3-1 268-16,-2-3-296 0,-5 1-132 0,-1-3 32 16,2 2 28-16,-1-3 12 15,0 4 60-15,-5-1 124 0,6-3-128 0,-5 3-104 16,-4-2 20-16,0-1 52 0,0 0 12 15,0 4-148-15,0-1 84 0,0-2-32 16,-4-2 8-16,-5-5 12 0,2-2 28 16,-5-6-16-16,0-2-96 0,-4-1-220 15,-4-5-256-15,4 0-100 0,-4-7-184 16,0-3-280-16,4-3-356 0,-4 1-1040 16,5-1-1929-16,-6 0-3971 0</inkml:trace>
  <inkml:trace contextRef="#ctx0" brushRef="#br0" timeOffset="124780.832">15077 16135 980 0,'0'0'1120'15,"0"0"2124"-15,0 0 788 0,0 0-2415 16,0 0-181-16,0 0 364 0,0 0-388 16,0 0-268-16,0 0 172 0,0 0-208 15,0 0-396-15,3-23 44 0,-23 40-356 16,0 2-324-16,-8 3 32 0,-4 6-60 15,-4 1 124-15,-3 3-136 0,-5 0-36 16,0 0-184-16,-3-1 180 0,-1 1-68 16,-1 0-172-16,2-4-24 0,3 0 12 15,4-2-48-15,0 0 216 0,9-4-92 16,3-3 180-16,4-3 0 0,4-1-8 16,4-5 0-16,4 0 8 0,4-4 48 0,8-3 36 15,0 0-76-15,0-3 32 0,0 0-32 16,12 4 72-16,4-4 324 0,0 3 20 15,8-3-168-15,-1 3-120 0,5-3-64 16,0 3 120-16,4 0 5 0,4 0 11 16,4 7-64-16,0-4-96 0,7 8 12 15,1-2-48-15,1-3 108 0,-6 3-112 16,0-1-8-16,-6-5-16 0,-1 0-56 16,-1 1 60-16,-7-4-216 0,-3-3-201 0,-6 3-239 15,-3-3-88-15,-8 0-64 0,0 0-152 16,-8 0-464-16,0 0-508 0,0 0-460 15,-8 3-1793-15,-12 0-4298 0</inkml:trace>
  <inkml:trace contextRef="#ctx0" brushRef="#br0" timeOffset="125016.33">14371 16938 4196 0,'0'0'428'0,"0"0"5256"16,0 0-4087-16,0 0-445 0,0 0 588 16,0 0-304-16,83 4-348 0,-55 2-184 15,8 0-276-15,1 1-200 0,6 2-156 16,0 1 132-16,10-1-36 0,-9 1-188 16,3-1-180-16,-2-2-84 0,-2-1-172 15,-3 0-236-15,0-3-244 0,0 4-200 16,-5-4-304-16,-3 6-748 0,-4-2-2177 15,8 9-2347-15</inkml:trace>
  <inkml:trace contextRef="#ctx0" brushRef="#br0" timeOffset="125758.816">16263 16252 664 0,'0'0'9308'0,"0"0"-6851"16,0 0-849-16,0 0 84 0,80 41-412 0,-48-34-348 16,4-1 52-16,4-6-236 0,4 0-172 15,3-8-136-15,1-9-36 0,0 1-64 16,-4-6-172-16,0 3-52 0,-9 0-116 16,1 0-124-16,-8 3-216 0,-4 0-256 15,-4 7-296-15,-4-1-288 0,-4 4-916 16,-8 6-2628-16,-4 0-2769 0</inkml:trace>
  <inkml:trace contextRef="#ctx0" brushRef="#br0" timeOffset="126080.421">16531 16361 1512 0,'0'0'560'0,"0"0"7152"0,0 0-5907 0,0 0-641 16,0 0 24-16,-28 85-176 15,24-59 180-15,4 2-276 0,0 3-356 0,0 5-200 16,0-1-100-16,0 3-28 0,0 3 16 16,0 4 12-16,0 2-104 0,4-2 32 15,-4 2 68-15,4-2 100 0,-1-7-40 16,-3 0-120-16,8-3 0 0,-4-7-124 16,5 2-68-16,-2-5 4 0,1-6-8 15,5-4-68-15,2 1 56 0,5-6 8 16,4-1 0-16,0 1-4 0,0-7-40 15,4 3 44-15,0-6-72 0,0 0 72 0,0 0-240 16,-4 0-244-16,3-6-152 0,-3 6-148 16,4-6-200-16,0 2-516 0,-4 1-1176 15,8-9-3361-15</inkml:trace>
  <inkml:trace contextRef="#ctx0" brushRef="#br0" timeOffset="126320.227">17375 16452 9004 0,'0'0'5821'15,"0"0"-4889"-15,0 0-568 0,0 0 192 16,95 22 648-16,-63-17 80 0,0-3-316 0,-4-2-396 15,4 0-364-15,0-9-88 0,-4-4-120 16,4 0-60-16,-4-6-452 0,-4 3-244 16,-4 1-168-16,-5 2-284 0,-2 0-884 15,-9 6-2669-15,-8 5-4507 0</inkml:trace>
  <inkml:trace contextRef="#ctx0" brushRef="#br0" timeOffset="126514.962">17470 16498 5928 0,'0'0'3284'0,"0"0"609"0,0 0-2713 16,0 0-256-16,-3 95 248 0,3-64 24 15,0 4 100-15,0-3-632 0,0 3 8 16,0 0-304-16,0 0-100 0,0-1-184 0,-4-2-84 16,0 4-48-16,0-8-124 0,0 4-316 15,-1-7-308-15,1 0-300 0,-3-3-416 16,3-5-1412-16,0-5-3173 0</inkml:trace>
  <inkml:trace contextRef="#ctx0" brushRef="#br0" timeOffset="126670.608">17459 16881 7280 0,'0'0'5141'16,"0"0"-4169"-16,0 0-488 0,0 0 300 16,88-44 616-16,-69 37-112 0,1 1-484 15,0 0 96-15,0 3-544 0,0-4-24 16,0 1-332-16,0 3-484 0,-8 0 68 15,4 0-312-15,-4 3-276 0,-4 3-628 0,0 9-1184 16,-5-2-1729-16,-3 12 429 0</inkml:trace>
  <inkml:trace contextRef="#ctx0" brushRef="#br0" timeOffset="126832.044">17598 17087 4772 0,'0'0'52'0,"0"0"6393"0,0 0-5081 15,0 0-1112-15,0 0-44 0,0 0 276 16,0 0 668-16,0 0 120 0,0 0-280 15,0 0-584-15,84 13 64 0,-56-20-200 16,0-2-112-16,7-7-72 0,5 0-16 16,-3 1-72-16,2-1-284 0,1-3-608 15,-1 0-360-15,2 0-396 0,-17 6-2565 0,12-7-5443 16</inkml:trace>
  <inkml:trace contextRef="#ctx0" brushRef="#br0" timeOffset="127104.7">18264 16598 9564 0,'0'0'6421'0,"0"0"-5233"0,0 0-952 0,0 0-124 0,0 0-48 15,0 0 284-15,0 0-104 0,0 0-244 16,0 0-344-16,84 61-540 0,-81-58-484 16,5 0-1036-16,-8 4-3577 0</inkml:trace>
  <inkml:trace contextRef="#ctx0" brushRef="#br0" timeOffset="127263.301">18275 16923 4272 0,'0'0'8461'0,"0"0"-7377"15,0 0-652-15,0 0 552 0,0 0 600 16,32 66-168-16,-27-60-592 0,3-6-552 16,-1 0-140-16,5 0-8 0,4-6-124 15,1-7-364-15,-2-5-376 0,5-5-448 16,-4-6-868-16,-4 7-2889 0,0-13-4739 0</inkml:trace>
  <inkml:trace contextRef="#ctx0" brushRef="#br0" timeOffset="127468.219">18821 16411 12197 0,'0'0'4072'16,"0"0"-3212"-16,0 0-28 0,0 0 128 15,0 0-28-15,64 73 20 0,-48-70-608 16,7 1 92-16,5-4-216 0,0 0-47 16,4-10-173-16,0-3-217 0,0-3-367 15,0-3-208-15,-4-3-116 0,0 4 208 16,-4-5-832-16,-8 4-1028 0,-4 3-1545 0,-12-3-3555 16</inkml:trace>
  <inkml:trace contextRef="#ctx0" brushRef="#br0" timeOffset="127695.344">18866 16554 3876 0,'0'0'9541'0,"0"70"-7953"16,4-35-772-16,-4 6 76 0,3 10 264 16,-3-3 52-16,0 2-8 0,0 1-468 15,4 0-340-15,-4-3-188 0,0 0-68 16,0-4-124-16,0-4-12 0,-4-4-52 15,4-4-80-15,0-7-316 0,0-2-100 16,0-11-76-16,0-3-88 0,0-5-260 16,0-4-656-16,0 0-1096 0,0-10-1529 0,0 4-523 15,0-16 256-15</inkml:trace>
  <inkml:trace contextRef="#ctx0" brushRef="#br0" timeOffset="127865.186">18924 16973 6672 0,'0'0'6973'0,"0"0"-5781"0,0 0-828 0,0 0 28 16,0 0 156-16,0 0 556 0,81 51-76 16,-65-48-560-16,3-3-404 0,5 0-64 15,1-6-124-15,3-7-260 0,-1-6-344 16,5 0-208-16,-4-3-356 0,8 0-1004 16,-4 0-185-16,-4 5 1085 0,4-8-7428 0</inkml:trace>
  <inkml:trace contextRef="#ctx0" brushRef="#br0" timeOffset="128479.671">19813 16246 1488 0,'0'0'8828'16,"0"0"-6999"-16,0 0-565 0,0 0-208 16,0 0-224-16,0 0-152 0,80 16-40 0,-60-16-152 15,0 0-140-15,8-3-164 16,4-4-24-16,-4 1-160 0,0 3 0 0,-4 0-184 16,0 3 12-16,-5 0 32 15,1 12 92-15,-4 4-52 0,0 7-12 0,0 5-68 16,-8 7 180-16,4 7 16 0,-4 5 56 15,-5 3-64-15,2 8-8 0,-1 2 4 0,0 8-4 16,0-2 4-16,0 7 8 0,0-4-12 16,-1 5 0-16,-3-5 48 0,4-1 28 15,-4-5 96-15,5-7 88 0,-1-5 28 16,-4-9-16-16,4-7 120 0,-4-7-44 16,4-2-92-16,-4-10-96 0,4-4-36 15,-4-5-120-15,0-4 0 0,0 0 40 16,0-3 20-16,0 0 8 0,0 0 12 15,0 0-72-15,0-3 76 0,-4 3-8 16,-4-3-80-16,-5-1-292 0,-6 1-128 16,-1 0-144-16,-4 0-116 0,-4 3-40 15,-4 0 124-15,-4 0-48 0,-3 0-324 16,-6 3-492-16,-2 7-496 0,-5-1-757 0,-4 7-1339 16,9 0-580-16</inkml:trace>
  <inkml:trace contextRef="#ctx0" brushRef="#br0" timeOffset="130122.935">20483 16627 5532 0,'0'0'468'0,"0"0"4060"0,0 0-3267 15,0 0-273-15,0 0 488 0,0 0 88 16,0 0 64-16,84 13-368 0,-56-7-400 15,7 0-176-15,5-2 196 0,-1 2-272 16,10 0-219-16,3-2-173 0,-1-1-8 16,1-3-76-16,4 0-24 0,-4 0-96 15,3-10 36-15,-3 4-48 0,0-7-4 0,-4 1-92 16,0-4-256-16,-9 0-192 0,-3 0-149 16,-12 3-163-16,-7 3-132 0,-10 3-332 15,-3 7-1016-15,-4 0-2196 0,-20 5-3161 16</inkml:trace>
  <inkml:trace contextRef="#ctx0" brushRef="#br0" timeOffset="130373.595">20666 16999 6400 0,'0'0'2052'0,"0"0"1037"0,0 0-1245 16,0 0-612-16,0 0 140 0,0 0-8 15,0 0-252-15,0 0-484 0,0 0-112 16,0 0 132-16,0 0 24 0,96 12-124 16,-65-12-208-16,5 0-59 0,-4 0-41 15,9 0-44-15,-2-3-28 0,4-3 0 0,6-7-92 16,-2 4-76-16,-3-4-48 0,4 0-76 16,-4-3-312-16,-1 1-245 0,2 2-315 15,-2-4-448-15,-11 8-1132 0,0-3-3749 16</inkml:trace>
  <inkml:trace contextRef="#ctx0" brushRef="#br0" timeOffset="131211.995">22344 16462 1616 0,'0'0'7520'0,"0"0"-4439"16,0 0-1281-16,0 0-536 0,-80-29-232 16,60 26 288-16,4 3-184 0,-4 0-240 15,0 3-272-15,4 7-304 0,0 3-76 16,0 5 24-16,0 8-16 0,8 5-20 15,-3 5-24-15,7 8-39 0,4 4-21 16,0-1-16-16,0 1 36 0,4-3-168 0,3-4 148 16,1-9-160-16,1-4 120 0,2-9-84 15,-3-7-24-15,5-5-60 0,2-7-84 16,2-3 136-16,-2-9-140 0,5-11 16 16,-1-9-88-16,2-12-169 0,3-7-107 15,-5-3-40-15,-2-3-4 0,3 0 100 16,-5-3 96-16,2-1-48 0,-6 4 32 15,1-7 76-15,-3 1 64 0,-6 0 84 16,1-1-148-16,0 0-16 0,0 1 296 16,4 6-84-16,-3-1 20 0,2 11 68 15,-3 0 124-15,0 12 196 0,4 3 92 0,-3 10 20 16,-5 9 36-16,3 7-12 0,1 6-64 16,-4 0-148-16,4 2-112 0,0 11-68 15,0 9 228-15,0 8 172 0,-1 7-136 16,2 11 0-16,-1 6-84 0,0 3-39 0,-4 7-33 15,0-4-92-15,0 4-80 16,4-1-96-16,-4-6-12 0,4-3-16 0,-4-3-253 16,4-7-243-16,-1-2-196 0,6-4-180 15,-1-6-544-15,-4-13-1448 0,3-3-3289 0</inkml:trace>
  <inkml:trace contextRef="#ctx0" brushRef="#br0" timeOffset="131367.34">22801 16443 7128 0,'0'0'6349'0,"0"0"-5333"0,0 0-408 16,0 0 540-16,9 83 480 0,-9-58-52 0,0 0-424 15,-4 1-556-15,4-7-304 16,0 0-112-16,-5-7-168 0,5-5-12 0,0-1-240 16,0-6-552-16,0 0-356 0,0-6-368 15,0-1-1096-15,0-15-3961 0</inkml:trace>
  <inkml:trace contextRef="#ctx0" brushRef="#br0" timeOffset="131514.934">22754 16237 1656 0,'0'0'7924'0,"0"0"-5411"16,0 0-1913-16,0 0 156 0,0 0 524 16,75-41-232-16,-54 31-320 0,3 1-728 15,-1-1-76-15,5-1-980 0,0 3-652 0,-8 5-1433 16,8 0-4671-16</inkml:trace>
  <inkml:trace contextRef="#ctx0" brushRef="#br0" timeOffset="131883.845">23097 16427 456 0,'0'0'10497'15,"0"0"-9225"-15,-12 89-708 16,7-57 784-16,-3 3 320 0,5-7-44 0,3-2-496 16,0-11-576-16,0-5-380 0,0-7 64 15,7 0-52-15,2-3-76 0,-1 0 4 16,3-3 32-16,2-3-20 0,-2-4-40 15,1-2-28-15,1 2-56 0,-6 4-100 16,1-4-20-16,-4 7-4 0,1 3 0 16,-5 0-32-16,4 0 8 0,-4 3 12 0,0 1 136 15,3 2 36-15,1 0 64 16,0 1-52-16,0-4-36 0,0 0-12 16,0-3 0-16,1 0-40 0,2 0 40 15,1-3 60-15,0-7 64 0,8-2-80 16,-4-5-44-16,8-1-196 0,-5-6-12 0,6 6 96 15,-5-1 52-15,-1 6 60 0,2-2-8 16,-2 8 0-16,2 2 8 0,-6-2 96 0,6 7 128 16,-6 0 56-16,1 0 28 0,0 0-64 15,0 2-76-15,1 5-80 0,-2 3-76 16,-3-3 48-16,4 1-56 0,-4 5-4 16,0-1 0-16,-1 2-72 0,-3 2-28 15,-4-1-508-15,0 5-412 0,0-5-452 16,0 1-1072-16,0 3-3197 0</inkml:trace>
  <inkml:trace contextRef="#ctx0" brushRef="#br0" timeOffset="134359.706">23997 15789 5336 0,'0'0'5709'0,"0"0"-3545"15,0 0-564-15,0 0-644 0,0 0-24 16,0 0 432-16,91 2-240 0,-46 3-84 15,2 1-344-15,-2-3-248 0,2-3-80 16,-8 0-27-16,2 0-53 0,-5 0-140 16,-1-7-100-16,-7 0-48 0,0-1-12 15,-4 2-36-15,-4-5-280 0,-4 6-377 16,-4-2-211-16,-5 4-132 0,-2 0-504 16,-5 3-1416-16,0 0-2769 0,-16 6-2799 0</inkml:trace>
  <inkml:trace contextRef="#ctx0" brushRef="#br0" timeOffset="134543.056">24296 15931 1084 0,'0'0'7400'15,"0"0"-4699"-15,0 84-905 0,0-43-196 16,0 3 40-16,0 7 52 0,4-4-508 16,-4 1-384-16,0-7-372 0,0-2-212 15,0-4-164-15,4-3-52 0,-4-7-52 16,0-6-44-16,3-4-160 0,-3-8-296 15,0-1-256-15,0-3-232 0,0 1-352 16,-3-4-1020-16,-1 0-2625 0,-4 0-3667 0</inkml:trace>
  <inkml:trace contextRef="#ctx0" brushRef="#br0" timeOffset="134725.754">24248 16300 80 0,'0'0'1328'16,"0"0"7008"-16,0 0-6211 0,0 0-513 0,0 0 188 15,91 0-192-15,-67 0-268 0,4 0-332 16,0 0-308-16,4-9-248 0,0 2-220 16,0-5-192-16,-4 2-40 0,0-3-72 15,0 7-52-15,-4-4-144 0,-9 4-564 16,-3 6-300-16,-3 0-148 0,-9 3-868 16,0 4-1877-16,-13 15-1591 0</inkml:trace>
  <inkml:trace contextRef="#ctx0" brushRef="#br0" timeOffset="134911.159">24296 16598 912 0,'0'0'9216'0,"0"0"-6747"16,0 0-953-16,0 0 388 0,0 0-292 16,92-9-464-16,-61 0-312 0,1-1-384 15,0-4-388-15,4 0-64 0,-4-2-124 16,-1 2-536-16,-3 0-388 0,0 3-180 15,-7 5-236-15,-6 4-2396 0,-7 2-4085 0</inkml:trace>
  <inkml:trace contextRef="#ctx0" brushRef="#br0" timeOffset="135249.499">23734 16840 1580 0,'0'0'8752'0,"0"0"-6527"15,0 0-189-15,0 0-344 0,0 0-12 16,92 16-264-16,-69-13-364 0,1 0-176 16,0-3-255-16,1 0-209 0,-6-3-180 15,5-4-64-15,-4-2-96 0,-4 0-72 0,4-1 0 16,-8 1-48-16,-4-1-252 0,0 4-320 16,-4 3-389-16,-4 0-275 0,0 3-440 15,0 0-1080-15,-4 0-2317 0,-9 6-3731 0</inkml:trace>
  <inkml:trace contextRef="#ctx0" brushRef="#br0" timeOffset="135481.765">23703 17037 5988 0,'0'0'1456'0,"0"0"3457"0,0 0-3141 15,0 0-508-15,-13 67 56 0,13-45-152 0,0 0-180 16,0 3-216-16,4 4-220 15,0-1-124-15,1 7-112 0,-5 0 0 0,3 3-72 16,-3 4-76-16,0-1-44 0,0 0-63 16,0-5-61-16,-3-8-37 0,3-3-35 15,0-6-52-15,0-3-180 0,0-7-208 16,0-2-340-16,0-1-228 0,3-6-392 16,-3 0-972-16,0 0-1777 0,0 0-1851 15</inkml:trace>
  <inkml:trace contextRef="#ctx0" brushRef="#br0" timeOffset="135671.028">23686 17389 4256 0,'0'0'116'0,"0"0"5240"0,0 0-3499 16,0 0-425-16,0 0 372 0,0 0-140 0,0 0-296 16,0 0-100-16,96-9-248 0,-72 9-376 15,4-4-228-15,0 1-124 0,0 0-252 16,0-3-40-16,-5-4-120 0,5 1-344 15,4-1-340-15,-4 1-152 0,0 0 304 16,0 4-684-16,-8 3-1760 0,-1 2-3817 0</inkml:trace>
  <inkml:trace contextRef="#ctx0" brushRef="#br0" timeOffset="162146.119">3681 17595 5988 0,'0'0'2792'16,"0"0"1881"-16,0 0-3821 0,0 0-384 0,0 0 424 16,0 0 464-16,0 0-252 0,0 0-412 15,0 0-336-15,-12 29-148 0,20-6 84 16,-4 9-44-16,4 1-80 0,-4 13-20 16,4-2-36-16,-1 3-100 0,6 5-12 15,-1-8-44-15,-5-6-32 0,2-7 28 16,3-8-24-16,-5-6-76 0,-3-12 0 15,1-2 16-15,-1 1-28 0,-4-4-12 16,4 0 12-16,0-10 0 0,3 1 100 0,2-11 52 16,-1 1-104-16,-1-9 112 15,-3 2 0-15,4-2 84 0,-3 3-8 0,3 5-76 16,-5 7-160-16,1 4-48 0,4 6-200 16,1 3 408-16,2 6 444 0,1 7-52 15,4 6-132-15,4 6-112 0,-4 7-52 0,0 3-24 16,4 3-20-16,-4 0-40 0,3-2 36 15,-2-8 184-15,-2-3 0 0,-2-9-120 16,-6-10 8-16,1 1 64 0,-4-7-100 16,5 0-24-16,-5 0 16 0,-1-7 92 15,1-2 16-15,4-4 24 0,-3-7 56 16,3-7-116-16,-5-9-47 0,5-5-101 16,-4-3-96-16,5-8-185 0,-2 2-219 15,5-1-180-15,0-2 116 0,4-1-688 16,0-1-932-16,-4 14-1616 0,8-19-1765 0</inkml:trace>
  <inkml:trace contextRef="#ctx0" brushRef="#br0" timeOffset="162496.098">4434 17247 13149 0,'0'0'1736'0,"0"0"-1732"0,0 0 472 0,0 0 1104 15,0 0 8-15,0 0-644 16,0 0-488-16,4 79-80 0,0-41 76 0,0 10 108 15,-1 5-144-15,2 11-247 0,-5 2-121 16,4 7-48-16,0-3-60 0,0 4-49 16,0-7-147-16,3-8-12 0,-2-11 148 15,3-10 56-15,0-13 52 0,-4-8-72 16,3-11-100-16,-2-3-84 0,-1-3 76 16,4-3-80-16,-1-7 64 0,6 2 112 0,-1-9-64 15,-1-2 68-15,2-4 92 0,-6 5 84 16,1 2-24-16,1 6-60 0,-5 4-84 15,0 3-16-15,-1 3 100 0,1 0 272 16,0 6 108-16,4 7-40 0,4-1-84 16,0 7-48-16,0 3 0 0,-4 1-40 15,4-4-96-15,0-3-56 0,-4-1-16 16,0-4-84-16,-1-5-108 0,2-4-224 0,-5 2-196 16,4-4-144-16,-4 0-380 0,3-6-1032 15,-2 0-2264-15,7-11-1949 0</inkml:trace>
  <inkml:trace contextRef="#ctx0" brushRef="#br0" timeOffset="162811.451">4952 18002 11385 0,'0'0'1540'16,"0"0"-1272"-16,0 0 584 0,0 0 1420 16,0 0-504-16,0 0-968 0,0 0-700 15,0 0-52-15,0 0 172 0,0 0 28 16,0 0-28-16,84-10-220 0,-72-18-88 15,-5-7-20-15,1 4-248 0,1-2 12 16,-9 8 84-16,4 6 252 0,-4 3-4 16,-4 10-1140-16,-5-1 1152 0,-2 4 668 0,-1 3-308 15,-4 0-64-15,-5 0 24 0,6 6-208 16,3 7 20-16,0 3 4 0,4 3-128 16,0 10 92-16,4 3 8 0,0 9-20 15,4-3 120-15,0 6 12 0,0-3-124 16,0-3-96-16,4-6 0 0,0-6-172 0,4-10-168 15,-4-4-176-15,4-9-172 16,0-3-104-16,4-9-76 0,-1-4-328 0,6-9-444 16,-2 2-2297-16,6-20-1503 0</inkml:trace>
  <inkml:trace contextRef="#ctx0" brushRef="#br0" timeOffset="163101.2">5323 17792 8068 0,'0'0'3029'0,"0"0"-1401"16,0 0-760-16,0 0 236 0,0 0 292 0,15 87-96 15,-15-56-136-15,-4 4-192 16,0-3-164-16,-3-1-92 0,3-5-276 0,0-6-248 16,-1-6-192-16,5-3-56 15,0-9-52-15,0-2-64 0,0 0-56 0,0-2-176 16,0-11-12-16,9 3-36 0,-5-9 184 16,7 0 120-16,6-4 0 0,-6 1 52 0,6 0-100 15,-2 2-4-15,2 6 68 16,-6 1 44-16,1 0 88 0,0 6 12 0,-4 4 284 15,0 1 12-15,0-2-16 0,-4 4-96 16,4 0 124-16,-4 0-28 0,0 6-132 16,-1 0-76-16,2 5-8 0,-5 3-4 15,4 5-72-15,-4 1-148 0,0-1-252 16,0 3-324-16,0-6-336 0,0 0-800 16,0-3-2220-16,-4-1-3229 0</inkml:trace>
  <inkml:trace contextRef="#ctx0" brushRef="#br0" timeOffset="163911.1">6936 17405 8264 0,'0'0'388'15,"0"0"2633"-15,0 0-2045 0,0 0-184 16,0 0 412-16,0 0 244 0,0 0 64 16,0 0-352-16,0 0-408 0,0 0-300 15,0 0-280-15,-47 12-28 0,34 14-44 16,2 3-88-16,-1 5 0 0,-1 2-4 16,2-1 44-16,-2 0-52 0,6-4-132 15,-1 1-4-15,4-9-144 0,0-2-16 16,4-9 52-16,-5-5-4 0,5-3 28 15,0-1-88-15,0-3-12 0,9 0-212 0,3 0 348 16,-1 0 184-16,6 0 160 0,-1 3-112 16,-1 3-44-16,2 4 148 0,-2 3 132 15,2 2 12-15,-6 5 0 0,1 2-124 16,-3 6 60-16,-6 1-72 0,5-1-88 16,-4 7 16-16,0-6 44 0,0 0-124 15,1-4-8-15,-5-6-8 0,3-7-64 16,-3-5-112-16,0-3-356 0,0-4-248 15,0 0-256-15,0-11-664 0,4-3-1084 0,-4 0-1997 16,4-18-1503-16</inkml:trace>
  <inkml:trace contextRef="#ctx0" brushRef="#br0" timeOffset="164109.467">7187 17500 11793 0,'0'0'1752'0,"0"0"-1028"0,0 0 1016 15,95 26 232-15,-67-16-68 0,0 2-476 16,-4-6-515-16,4 1-441 0,-3-4-316 16,3-3-144-16,-5 0-12 0,1-6 0 15,0-7-96-15,-4-3-352 0,-1-3-281 16,-2 0-35-16,-2-4-140 0,-2 4-940 0,-9 7-504 16,0-1-2677-16,-4 4-1791 0</inkml:trace>
  <inkml:trace contextRef="#ctx0" brushRef="#br0" timeOffset="164260.654">7411 17536 11145 0,'0'0'1708'0,"0"0"-1376"0,-5 66 48 0,10-34 764 0,-1 9 556 15,-1 3-368-15,5 1-380 0,0-1-180 16,-3 4-84-16,2-6-372 0,-3-2-316 16,0-5-160-16,-4-3-488 0,0-3-308 15,0-9-344-15,0-6-792 0,0-7-1060 16,0-1-2949-16</inkml:trace>
  <inkml:trace contextRef="#ctx0" brushRef="#br0" timeOffset="164427.684">7443 17910 11369 0,'0'0'1488'0,"0"0"-1004"0,0 0 456 16,0 0 512-16,0 0-160 0,82-26-288 15,-61 17-252-15,-5 2-408 0,0-2-208 16,0-1-136-16,-4 1-288 0,-1-1-280 15,-7 4-212-15,1 3-440 0,-5 3-504 0,0 0-1416 16,-9 13-2833-16</inkml:trace>
  <inkml:trace contextRef="#ctx0" brushRef="#br0" timeOffset="164578.374">7439 18161 10949 0,'0'0'2116'0,"0"0"-2012"0,0 0 100 16,0 0 252-16,0 0 948 0,0 0-44 15,0 0-664-15,0 0 12 0,79 25-264 16,-55-41-220-16,0-3-224 0,4-6-160 16,-1-3-472-16,-3-4-276 0,-4-4-384 0,1 5-896 15,-6 5-2513-15,2-9-2223 0</inkml:trace>
  <inkml:trace contextRef="#ctx0" brushRef="#br0" timeOffset="164766.49">7933 17731 15677 0,'0'0'1780'0,"0"0"-1508"16,0 0-148-16,0 0 592 0,0 0 220 16,0 0-240-16,0 0-612 0,0 0-84 15,0 0-208-15,0 0-72 0,0 0-296 16,60 23-272-16,-60-23-528 0,0 0-1128 15,-9 4-3185-15</inkml:trace>
  <inkml:trace contextRef="#ctx0" brushRef="#br0" timeOffset="164940.157">7937 18049 12177 0,'0'0'1800'0,"0"0"-1684"15,0 0 1348-15,0 0 884 0,0 0-808 16,0 0-464-16,87 38-500 0,-71-44-576 15,-5-7-220-15,10-1-304 0,-5-13-176 16,-1 2-120-16,2-7-440 0,-6 7-956 16,1-10-2249-16</inkml:trace>
  <inkml:trace contextRef="#ctx0" brushRef="#br0" timeOffset="165114.523">8378 17595 14289 0,'0'0'2320'0,"0"0"-1584"0,0 0 20 16,0 0 144-16,0 0 200 0,88-6-404 15,-72 0-400-15,0-7-164 0,0 1-132 0,4-4-160 16,-4 0-460-16,0-4 8 16,0 5-24-16,-8-1-632 0,-4 0-808 0,-1 11-1880 15,-3-6-1509-15</inkml:trace>
  <inkml:trace contextRef="#ctx0" brushRef="#br0" timeOffset="165294.065">8442 17621 560 0,'0'0'10905'0,"0"0"-9293"15,0 73-1240-15,4-41 224 0,5 9 1020 16,-2 6 236-16,1 1-320 0,0 7-504 0,1-2-296 16,-2-2-144-16,-3-4-248 0,-4-5-280 15,0-7-60-15,0-7-124 0,0-9-140 16,0-6-260-16,0-6-196 0,-4-5-64 15,0-2-116-15,1-2-660 0,-6-5-2376 16,-3-12-2273-16</inkml:trace>
  <inkml:trace contextRef="#ctx0" brushRef="#br0" timeOffset="165452.853">8371 17904 10544 0,'0'0'2209'0,"0"0"-1593"15,0 0 424-15,0 0 196 0,0 0-228 16,0 0 272-16,91 2-24 0,-66-2-388 0,2 0-340 15,0 0-224-15,1-2-148 0,-3-8-72 16,-1 0-84-16,0 1-268 0,-5-4-528 16,-2 0-208-16,2-2-168 0,5-1-588 15,0 0-524-15,-8 3-284 0,20-3-5417 0</inkml:trace>
  <inkml:trace contextRef="#ctx0" brushRef="#br0" timeOffset="165944.714">8968 17529 12657 0,'0'0'1908'16,"0"0"-1540"-16,0 0 324 0,0 0 224 16,0 0-4-16,0 0-72 0,0 0-308 15,0 0-336-15,0 0-188 0,0 0-8 16,80 0 0-16,-76 0-8 0,0 0-68 16,0 2-32-16,-4 5-16 0,0 6 0 15,0 6 52-15,0 10-52 0,-8 6-36 16,0 6 160-16,0 3 4 0,-4 1 8 15,4-4 36-15,4-3 0 0,1-6 52 0,3-9 160 16,0-4-40-16,0-7-220 0,3-3-24 16,5-2-160-16,0-4 12 0,4-3-124 15,0 3 12-15,3-3 60 0,-2 3 76 0,2 4 140 16,2 2 8-16,-6 4 124 16,2 6 172-16,-2 3 36 0,-3 8 16 0,1-3 104 15,-5 2-180-15,0 3-40 0,-1-1-132 16,1-2-52-16,0-4-48 0,0-3 0 15,-4-5-8-15,0-2-128 0,0-5-292 16,-4-3-136-16,-4-1-140 0,5-4-140 16,-5 5-248-16,-5-7-140 0,2 0-484 15,3 0-929-15,-5-3-1883 0</inkml:trace>
  <inkml:trace contextRef="#ctx0" brushRef="#br0" timeOffset="166300.131">9630 17891 10636 0,'0'0'4909'16,"0"0"-3553"-16,0 0-960 0,0 0 28 0,0 0 784 16,0 0-128-16,83 15 128 0,-51-11-527 15,0-2-401-15,4-2-112 16,0 0-120-16,-4-2-48 0,0-4-48 0,-4-7-12 15,0 1-497-15,-5-2-627 0,-7 5 120 0,-4 2 144 16,-8 5-1088-16,-4 2-1804 0,0 0-1565 16,-8 9-843-16</inkml:trace>
  <inkml:trace contextRef="#ctx0" brushRef="#br0" timeOffset="166444.574">9789 18101 5716 0,'0'0'8397'0,"0"0"-7057"16,0 0-1228-16,0 0 204 0,0 0 212 15,0 0 20-15,84 28 24 0,-61-28-272 16,1 0-300-16,8-10-424 0,-4 1 140 16,4 0-104-16,-4-1-340 0,4 3-456 0,-8 2-1064 15,23 1-4545-15</inkml:trace>
  <inkml:trace contextRef="#ctx0" brushRef="#br0" timeOffset="166874.638">10582 17731 7960 0,'0'0'2316'0,"0"0"-615"0,0 0-445 16,0 0 128-16,0 0 152 0,0 0-152 16,119 0-344-16,-71 0-228 0,0-2-284 15,4-4-212-15,0 0-208 0,-9-1-104 0,-2-2-8 16,-2-5-76-16,-7 6-164 0,0-6-232 16,-4-2-212-16,0 4-88 0,-9-1-656 15,-6 1-860-15,-6 5-2813 0,-7 4-3979 0</inkml:trace>
  <inkml:trace contextRef="#ctx0" brushRef="#br0" timeOffset="167049.54">10797 17917 5064 0,'0'0'6141'0,"0"0"-4765"0,27 78-740 0,-14-46 268 15,-1 7 548-15,0-1 56 0,0 0-432 16,-5-7-692-16,-3-2-384 0,5-7-88 15,-9-6-256-15,4-2-312 0,0-9-180 0,-4-5-144 16,0 0-420-16,0 0-1732 16,0-5-3865-16</inkml:trace>
  <inkml:trace contextRef="#ctx0" brushRef="#br0" timeOffset="167222.746">10845 18106 8280 0,'0'0'1852'15,"0"0"-731"-15,0 0 535 0,0 0 148 16,99-19-584-16,-71 16-204 0,4 3-196 16,0-3-412-16,0 1-384 0,-1-2-24 0,1 1-256 15,0-3 104-15,1 2-552 0,-10-2-464 16,1-1-320-16,-4 5-948 0,-8 2-2481 16,-8 2-2162-16</inkml:trace>
  <inkml:trace contextRef="#ctx0" brushRef="#br0" timeOffset="167428.284">10904 18498 9128 0,'0'0'2401'0,"0"0"-1285"16,0 0-160-16,0 0 224 0,0 0 28 16,0 0 92-16,0 0-456 0,104-29-276 15,-64 16-188-15,-4-6-120 0,0 1-176 16,-1-2-84-16,1-2-12 0,-4 3-72 0,0-3-152 15,1-1-784-15,-6 1-348 16,4 4-392-16,-10 4-1220 0,3-5-3445 0</inkml:trace>
  <inkml:trace contextRef="#ctx0" brushRef="#br0" timeOffset="168228.939">10315 17637 4376 0,'0'0'6300'0,"0"0"-4807"0,0 0-737 15,0 0 644-15,0 0-228 0,92 19-440 16,-68-16-404-16,-5 0-276 0,1-3-52 0,1 0-12 16,-6 0-100-16,-2 0-632 0,-2-6-236 15,-3 4-432-15,0-5-840 0,-8 3-2149 16,0-2-1775-16</inkml:trace>
  <inkml:trace contextRef="#ctx0" brushRef="#br0" timeOffset="168510.968">10347 17761 2824 0,'0'0'5892'0,"0"0"-3976"0,0 0-515 0,-8 88-57 0,8-56 0 16,0 4-136-16,0-2-416 0,4 4-404 16,0 0-264-16,0 3-12 0,-1-3 0 15,-3 7-112-15,4-4 84 0,0-2-72 16,1-2 28-16,3-1 8 0,-4-4 40 0,-1-1 72 15,5 1 12-15,-3-4-48 16,-1-1 0-16,0-6-36 0,0-2-4 0,-1-7-72 16,1-1-12-16,4-9 0 0,1 2-148 0,2-4 136 15,6 0-48-15,2-4-88 16,5-5-136-16,8 0-64 0,0-5-148 0,7 2-168 16,2-1-256-16,6 7-188 0,-2-1 116 15,6 5 264-15,-16 2-1537 0,17 0-3295 0</inkml:trace>
  <inkml:trace contextRef="#ctx0" brushRef="#br0" timeOffset="168766.167">11530 18005 10708 0,'0'0'1801'0,"0"0"-1113"0,0 0-408 0,0 0 88 15,0 0 28-15,0 0-120 0,0 0-276 16,0 0-416-16,80 19-1036 0,-69-19-813 15,-2-6-2519-15</inkml:trace>
  <inkml:trace contextRef="#ctx0" brushRef="#br0" timeOffset="168945.424">11586 18148 3920 0,'0'0'9529'0,"0"0"-8085"0,0 0-1256 0,0 0 532 16,0 0 968-16,0 0-120 0,0 0-576 0,0 0-540 15,24 64-220-15,-16-55-136 16,4-6-96-16,-4 4-160 0,3-5-560 0,2-2-40 16,-2 0-152-16,1 0-588 0,-3-2-1528 15,6-8-4741-15</inkml:trace>
  <inkml:trace contextRef="#ctx0" brushRef="#br0" timeOffset="169233.254">11896 17834 12897 0,'0'0'2700'15,"0"0"-1772"-15,0 0 540 16,0 0 108-16,105-4-344 0,-70 4-368 0,-3 0-363 16,4-6-285-16,3-4-168 0,-3-2-48 15,1-1-192-15,-5-6-345 0,-9 3-95 16,-3-2-108-16,0 5-228 0,-12 0-796 16,-4 7-1284-16,-4 0-2641 0,-8 6-1071 0</inkml:trace>
  <inkml:trace contextRef="#ctx0" brushRef="#br0" timeOffset="169393.949">12029 17929 11537 0,'0'0'2008'0,"0"0"-1484"0,0 0-148 0,-5 83 408 15,13-46 824-15,0 5-68 0,0 3-420 16,0-1-436-16,0-3-76 0,0-3 4 16,-4 1-272-16,0-11-340 0,0-3-24 15,-1-6-488-15,-3-6-72 0,5-10-64 0,-5-3-136 16,0 0-412-16,0-9-1128 0,0 2-2236 15,0-8-1585-15</inkml:trace>
  <inkml:trace contextRef="#ctx0" brushRef="#br0" timeOffset="169547.13">11956 18136 11369 0,'0'0'2088'0,"0"0"-1416"0,0 0 604 0,0 0 68 15,0 0-260-15,104-24 0 0,-72 18-152 16,0 4-284-16,4-8-268 0,3 0-188 15,-3-6-192-15,0-3-404 0,-3-3-464 16,-2 0-384-16,-7 0-996 0,7-10-3245 0</inkml:trace>
  <inkml:trace contextRef="#ctx0" brushRef="#br0" timeOffset="169928.536">12665 17684 6280 0,'0'0'8341'0,"0"0"-7585"0,0 0-528 0,0 0 208 16,0 0-228-16,0 0-72 0,88-60 252 15,-68 54-152-15,8-4-64 0,-4 7 140 16,0 0-192-16,0 3-120 0,-4 0 0 16,-1 3 76-16,-2 6 220 0,-2 7 12 15,2 3 136-15,-10 4 256 0,1 3-148 16,-4 5-76-16,1 4-124 0,-5 6 4 15,0-3-176-15,0 6-32 0,0 0-52 16,0-2-48-16,4 3-36 0,-1-1 0 0,-3-5 52 16,4-2-56-16,0-2 0 0,-4-3 40 15,4-6-36-15,-4-3-8 0,0-9 4 16,0 2 4-16,0-6 49 0,0-3-57 16,0 2-4-16,0-2-8 0,-4-1-101 15,-4-3-51-15,5 0-108 0,-10-1-84 0,5 5 36 16,-3-3 24-16,-6 2 24 0,2-3-76 15,-5 1-84-15,-8-1-260 16,0-3-276-16,-8 0-408 0,0 0-544 0,4-3-996 16,-16-10-2405-16</inkml:trace>
  <inkml:trace contextRef="#ctx0" brushRef="#br0" timeOffset="170809.084">14527 18043 8536 0,'0'0'1888'0,"0"0"-1063"0,0 0 255 16,0 0 1096-16,0 0-432 0,0 0-388 16,0 0-208-16,28 80-472 0,-17-39-296 0,1 7-208 15,0-1-24-15,0 4-148 0,0-3-68 16,0-7 8-16,0-7-136 0,0-5-160 16,0-10 12-16,-5-9 64 0,6-7 80 15,-1-3 152-15,-1-10 36 0,2-1-184 16,2-13-76-16,-2 2 12 0,-2-3 96 15,6 6 164-15,-6 3 52 0,-3 4-44 16,4 8-8-16,0 4 172 0,1 0 88 16,-2 10-12-16,-3-1 24 0,4 7-28 15,0-3 16-15,-4 0-4 0,-1-4 4 16,-2 1-80-16,3-8-104 0,-4-2-4 16,7-2 52-16,-2-8 8 0,7-3 88 0,-4-9-76 15,0-6-144-15,-5-4-184 0,1 0-60 16,1 0 24-16,-2 3-60 0,-3-2-140 15,4 2-132-15,-4-2-28 0,1 1-372 16,2 2-504-16,-3 6-1008 0,0 7-2557 0,9-2-1907 0</inkml:trace>
  <inkml:trace contextRef="#ctx0" brushRef="#br0" timeOffset="171128.421">15327 18329 9460 0,'0'0'4185'0,"0"0"-2641"0,0 0-500 15,0 0-80-15,0 0-48 0,0 0-104 16,0 0-112-16,0 0-380 0,0 0-64 0,88-19-60 16,-72-7-140-16,4-4-56 0,-5 0-280 15,-2-2-16-15,-1 1 16 0,-5 8-16 16,-7 4 64-16,0 4 120 0,0 9 100 16,-4-1-60-16,-3 7-200 0,-10 0 64 15,2 3 108-15,-5 7 96 0,0 5-56 16,-4 4-16-16,4 4 76 0,4 5 60 15,0 4 24-15,1 3 16 0,6 3 24 0,5 6 24 16,0 1 24-16,4-1-24 16,0 4-40-16,0-4-108 0,8-5-4 0,1-8-80 15,2-12-16-15,5-3 100 0,4-9 104 16,4-7-104-16,0 0-148 0,4-12-148 16,-1-5-236-16,1-8-272 0,4-4-476 15,-4-2-596-15,-8 5-1028 0,12-9-2085 0</inkml:trace>
  <inkml:trace contextRef="#ctx0" brushRef="#br0" timeOffset="171782.232">16546 18101 7020 0,'0'0'4065'0,"0"0"-2677"0,0 0-748 16,-15-77 480-16,11 61 216 0,-5 7-180 15,9 2 12-15,-4 7-268 0,0 0-320 0,1 0-16 16,-5 10 132-16,-5 6-540 0,-2 3-156 16,-2 12-72-16,-2 5 72 0,-1 5 56 15,8-3 8-15,0-3-20 0,4-6-44 16,8-10-124-16,0-4-44 0,0-9-76 16,8-2-16-16,4-1 40 0,8-3 112 15,4 0 20-15,4 0-56 0,0-7 44 16,4 4 40-16,-1 0-100 0,-3 3 156 15,0 0 4-15,-8 3 108 0,0 4 52 16,-9 3 24-16,2-1 12 0,-5 0 48 16,-4 3-20-16,-1 2-56 0,-3-4-44 0,0 2-52 15,-7 1 48-15,-5-1-44 0,0 1-76 16,-8 1-88-16,0-6-56 0,0 2-28 16,4-7-96-16,-4 1 12 0,8-4 0 15,0 0-152-15,0 0 4 0,5-4-76 16,-2-3-88-16,1 1-364 0,4-2-136 15,4-3-748-15,0-2-780 0,0 4-2573 0</inkml:trace>
  <inkml:trace contextRef="#ctx0" brushRef="#br0" timeOffset="172408.722">17036 18104 9248 0,'0'0'2077'15,"0"0"-485"-15,0 0 352 0,0 0-532 16,0 0 316-16,0 0-348 0,-7 73-464 15,-5-45-388-15,-1 7-32 0,-2-2 261 16,-1-2-81-16,8-4-288 0,0-7-232 0,3-4-156 16,5-10-120-16,0-6-196 0,0 0-144 15,13 0 36-15,2-9 47 0,6-7-147 16,-1-9 88-16,3 0-176 0,-3-7-296 16,0 6-112-16,-8 0 188 0,1 7 408 0,-6 7 264 15,-3 6 96-15,-4 2-96 16,0 1-52-16,4 3 120 0,-4 3 92 0,0 1 504 15,0 5 80-15,0 0 112 0,0 4-156 16,0 3-96-16,0 0-64 0,0 3-48 16,4 1 36-16,-4-5 72 0,4 1 12 15,0-7-272-15,0 1-180 0,0-3-204 16,4-7-76-16,4 0-88 0,-4 0 100 16,4-10 48-16,3-6-88 0,2-3-72 15,-1-10-100-15,7 4-300 0,-2-4-276 16,-1 4-112-16,3 3 260 0,-3 6 352 15,4 2 136-15,-4 9 88 0,0 5 332 0,-4 5 116 16,-4 6 572-16,3 5 120 0,-2 3-216 16,-2-1-164-16,-2 5 52 0,3-1-108 15,3 4 40-15,-2 2 132 0,-2 4 52 0,2 3-92 16,-5 3-36-16,-5 0-76 16,-3 4-64-16,0 2-32 0,-3 0-100 0,-5 1-28 15,-1-1 40-15,-2-6 36 16,-1-3 96-16,-4-3-144 0,0-7-75 0,0 1-61 15,-1-11 12-15,2 2 0 0,3-12-68 16,0 2-8-16,0-7-40 0,4 0-125 16,0-4-63-16,0-4-60 0,0-5-72 15,1-4 84-15,-6-1 36 0,9-5 36 16,0 1-96-16,4 0 8 0,0-6-24 0,4 0-36 16,4-8-48-16,8-2-4 0,8-3 0 15,3 0 60-15,5-3-76 0,5-2-248 16,3 2-388-16,-1-1-344 0,5 5-744 15,-16 10-2185-15,20-7-1807 0</inkml:trace>
  <inkml:trace contextRef="#ctx0" brushRef="#br0" timeOffset="173150.492">18670 17849 9156 0,'0'0'2441'16,"0"0"-573"-16,0 0-588 0,0 0 80 16,0 0 188-16,0 0-212 0,112 19-208 15,-65-15-104-15,1-1-404 0,4-3-207 16,-4-3-161-16,4-7-152 0,-9-3-76 16,2-6-24-16,-6 1-60 0,-3-5-136 0,-4 4-216 15,-8-3-209-15,-9 5-71 0,-2 5-104 16,-6 3-284-16,-7 3-640 0,0 6-1088 15,-7 0-2741-15,-14 6-1559 0</inkml:trace>
  <inkml:trace contextRef="#ctx0" brushRef="#br0" timeOffset="173313.253">18949 17910 7372 0,'0'0'1996'0,"0"0"-560"0,0 0-75 0,20 95 43 15,-9-63 120-15,-2 6-240 0,-1-3-240 16,0-3-436-16,-1-1-272 0,-3-5-336 15,1-4-16-15,-1-3-624 0,-4-5-380 16,0-6-124-16,0-2-108 0,0-1-644 16,0-5-1261-16,0 0-2111 0</inkml:trace>
  <inkml:trace contextRef="#ctx0" brushRef="#br0" timeOffset="173435.18">19008 18158 5744 0,'0'0'2716'0,"0"0"-812"0,0 0-27 0,0 0-329 0,0 0-408 16,0 0-372-16,88-41-368 15,-76 34-220-15,4 1-180 0,-4 0-112 0,-4 2-644 16,-4 1-316-16,0 3-316 16,-4 0-921-16,0 3-2475 0,-4 15-1012 0</inkml:trace>
  <inkml:trace contextRef="#ctx0" brushRef="#br0" timeOffset="173594.182">19012 18386 4028 0,'0'0'4344'0,"0"0"-2648"15,0 0-303-15,0 0 119 0,80 3-340 16,-52-6-152-16,8-6-212 0,0-7-340 16,3 0-284-16,6-6-172 0,-2 0-12 0,2-4-104 15,-2-2-588-15,-4-1-452 0,-7 6-636 16,13-11-3173-16</inkml:trace>
  <inkml:trace contextRef="#ctx0" brushRef="#br0" timeOffset="173862.964">19909 17780 11189 0,'0'0'3988'0,"0"0"-3148"0,0 0-832 15,0 0 436-15,0 0 180 0,0 0 204 16,-44 101-60-16,24-59-388 0,-3 5-232 15,-1 7-64-15,-4 3 64 0,-4 7-12 0,0 3-12 16,0 2-40-16,-3 5-84 0,-1-2-8 16,3-1 0-16,6-11-52 0,3-10-260 15,7-9-72-15,10-15-152 0,3-10-320 16,4-16-332-16,4 0-796 0,3-13-1889 16,10-18-2391-16</inkml:trace>
  <inkml:trace contextRef="#ctx0" brushRef="#br0" timeOffset="174053.396">20060 17951 10664 0,'0'0'2937'0,"0"0"-1141"0,0 0 208 16,0 0-212-16,0 0-204 0,88 73-491 15,-60-57-429-15,0-7-368 0,4-4-296 16,3-5-4-16,1 0-96 0,5-7-268 15,-6-3 52-15,1-3-93 0,-8 1-151 16,-4-1-300-16,-5-3-404 0,-10 3-1068 16,-1 4-2784-16,-12 2-4389 0</inkml:trace>
  <inkml:trace contextRef="#ctx0" brushRef="#br0" timeOffset="174228.419">20136 18129 6460 0,'0'0'5165'0,"0"0"-4073"0,0 0-416 0,-12 92 732 16,12-59 528-16,0-3-100 0,0 5-536 0,0-6-552 16,0 0-480-16,0-7-268 0,0-2-324 15,0-6-508-15,0 0-152 0,0-5-200 16,-4-3-668-16,4-2-1168 0,-4-4-2601 16,-4 0-1371-16</inkml:trace>
  <inkml:trace contextRef="#ctx0" brushRef="#br0" timeOffset="174377.379">20052 18380 3300 0,'0'0'5512'0,"0"0"-3820"0,0 0-19 16,0 0 127-16,0 0-372 0,92-49-420 0,-64 41-284 15,0-2-128-15,4-2-64 0,4 2-188 16,-1-2-60-16,6-5-284 0,-9-2-232 16,3 3-696-16,-7-3-452 0,4 3-576 15,-13 4-2217-15,9-1-3135 0</inkml:trace>
  <inkml:trace contextRef="#ctx0" brushRef="#br0" timeOffset="174714.052">21287 18148 10888 0,'0'0'2513'0,"0"0"-1257"0,0 0-8 16,0 0 204-16,0 0-140 0,0 0-232 15,53 89-408-15,-50-58-256 0,5 7-136 16,-8 4-52-16,0-4-68 0,0-3-160 16,0-7 0-16,0-4-84 0,0-10-196 15,0-7-476-15,0-3-152 0,0-4-236 16,0-4-716-16,0-6-984 0,0-12-3973 0</inkml:trace>
  <inkml:trace contextRef="#ctx0" brushRef="#br0" timeOffset="174863.453">21280 17986 7444 0,'0'0'6449'0,"0"0"-5197"15,0 0-848-15,0 0 224 0,0 0-200 0,84-48-308 16,-56 36-120-16,0-2-172 0,-1 3-624 16,4-3-552-16,1 2-612 0,-8 2-2457 15,12 1-1507-15</inkml:trace>
  <inkml:trace contextRef="#ctx0" brushRef="#br0" timeOffset="175127.392">21778 17970 11401 0,'0'0'3088'0,"0"0"-1876"0,-28 67-396 15,12-38 280-15,0 3 116 0,0-1-120 0,4-6-216 16,0-2-388-16,8-11-256 16,1-2-144-16,3-7-88 0,7 0 0 0,5 0 24 15,8-3-20-15,0 4-4 0,3-4-4 16,2 0-44-16,-1 0 48 0,0-4 0 15,-1 4 12-15,1 0-12 0,-7 0-32 16,-2 6 32-16,1 1 84 0,-4 3-72 16,-4 2 124-16,0 1-88 0,-4-1-48 0,-4-1 0 15,0-3-108-15,0-1-148 0,0-3-72 16,-7 2-76-16,-2-4-156 0,-3 2-112 16,-4-1-240-16,-3 3-360 0,-2 1-620 15,6-2-1236-15,-17 12-3593 0</inkml:trace>
  <inkml:trace contextRef="#ctx0" brushRef="#br0" timeOffset="175791.678">23634 17872 9400 0,'0'0'2409'0,"0"0"-985"0,0 0-116 16,0 0 200-16,0 0-56 0,0 0-364 15,0 0-508-15,0 0-324 0,0 0-48 0,-99 89-84 16,75-61 36-16,-3 4-52 0,2-4-20 16,1-2-88-16,8-3 0 0,4-9 0 15,5 0-12-15,7-4-72 0,0-4-12 16,11 3 88-16,9 4 16 0,0-4-4 15,8 1 80-15,4-1-72 0,-1-2 48 16,-3-1-48-16,0 1 64 0,-4-1-16 16,-3 0-12-16,-6 3 52 0,2-2 108 15,-6 2-4-15,-3-2 64 0,-4 3 232 16,1 3-183-16,-5-5-173 0,0-1-20 16,-5 3-88-16,-3-1-36 0,-4 1-148 15,-4-2-105-15,1-1 21 0,-2 0-48 16,2-4-24-16,-2-3-124 0,6 0-48 0,-2 0-184 15,2-6-212-15,-1-7-564 0,3-6-888 16,2 3-2277-16,7-16-3559 0</inkml:trace>
  <inkml:trace contextRef="#ctx0" brushRef="#br0" timeOffset="176143.003">23933 18145 7280 0,'0'0'5097'16,"0"0"-3289"-16,0 0-232 0,0 0 88 0,0 0-116 15,0 0-436-15,0 0-464 0,0 0-308 16,0 0-132-16,88 32-12 0,-73-55-196 16,2-5-148-16,-1 0-204 0,3-8-220 15,-2 4 32-15,-6 1 64 0,-3 9 132 0,-4 3 148 16,-4 6 48-16,0 6 12 16,-4 0-72-16,-11 2 8 0,-2 5 116 0,-6 0 76 15,-1 0 8-15,-4 10 88 0,0 5 136 16,8 7-4-16,-3 7 4 0,6 3-40 15,1 6-24-15,4 2 36 0,8 2-12 0,-3 3-64 16,7-1 28-16,0 0-60 0,0-5 92 16,4-4 56-16,7-10 20 0,6-3-64 15,2-9-192-15,5-3-24 0,4-8-48 16,8-2-76-16,-1-9-204 0,2-7-444 16,-1-3-300-16,3-3-380 0,-3-3-524 15,-12 6-572-15,12-6-4709 0</inkml:trace>
  <inkml:trace contextRef="#ctx0" brushRef="#br0" timeOffset="176580.625">24228 18024 9216 0,'0'0'2121'16,"0"0"-673"-16,0 0-456 0,0 0 404 15,0 0-40-15,0 0-172 0,0 0-320 16,0 0-360-16,0 0 124 0,52 99-92 0,-32-45-180 16,-4 9-52-16,0 3-24 15,-9 8-60-15,2 2-52 0,-1-1-32 0,-8 2-88 16,0-1-36-16,0-2-8 15,-4-11-4-15,0-9-112 0,-1-12-92 0,1-11-188 16,4-12 164-16,-4-6-176 0,4-10-108 16,0-3-188-16,0-6-100 0,0-10-328 15,0-7-384-15,0-9-828 0,0 4-1609 16,0-19-1571-16</inkml:trace>
  <inkml:trace contextRef="#ctx0" brushRef="#br0" timeOffset="176810.419">24316 18205 9400 0,'0'0'1961'0,"0"0"-577"16,0 0-160-16,0 0-148 0,75-67-56 16,-58 58-192-16,2 3-244 0,-2 0-88 15,-2 6 60-15,-2 0 168 0,-2 0-220 0,-7 9-248 16,0 1-72-16,0 2 12 16,-4 7-64-16,0 0-44 0,-4 3-88 0,-8 3 0 15,0 4-308-15,0-4-80 16,-3 5-40-16,-2-5-40 0,2-3 60 0,2-3 28 15,2-7-92-15,7-5-136 0,-1-7-164 16,5 0-24-16,0-16-680 0,0-9-988 0,9 6-1853 16,2-19-363-16</inkml:trace>
  <inkml:trace contextRef="#ctx0" brushRef="#br0" timeOffset="177094.47">24582 18126 6292 0,'0'0'2324'0,"0"0"-552"15,0 0-175-15,0 0 79 0,0 0-8 16,0 0-308-16,0 0-352 0,68 66-440 15,-59-59-296-15,2-4-76 0,1-3-24 16,0 0-36-16,0-10-52 0,4-2-80 16,-4-4-4-16,4-3-96 0,0-7-4 15,0 5-20-15,-4-5-188 0,-4 10 8 16,-5 3 184-16,-3 4 116 0,0 5 136 16,0 4 84-16,-7 0-108 0,-1 0-104 0,-8 4 64 15,0-1 64-15,-4 7-12 0,4-3-12 16,0 5-72-16,1 1-40 0,2-1-8 15,5 9 8-15,4 3 0 0,1 4 4 0,3 0 44 16,0 1-48-16,0-1-52 0,3-2-8 16,9-3-64-16,-3-4-84 0,6-5-412 15,5-3-284-15,0-11-236 0,4 0-232 16,4-6-256-16,-8-7-529 0,12-12-2579 0</inkml:trace>
  <inkml:trace contextRef="#ctx0" brushRef="#br0" timeOffset="177357.699">25025 17951 8492 0,'0'0'2276'0,"0"0"-1439"0,0 0 111 16,0 0 228-16,0 0 176 0,36 79-280 16,-28-53-272-16,3-3-340 0,-2-1-88 0,-1 3-24 15,-4-3-140-15,-1 3-156 0,-3-3-52 16,0 1-4-16,0-1-196 0,-7-3-20 15,3-3 104-15,0-7 116 0,0-2 112 16,4-7 24-16,0 0-52 0,0-4-72 16,0-4-12-16,0-5 0 0,8-10-244 15,3-2 68-15,6-7 64 0,-2-3-60 16,6-4-124-16,3 6-116 0,-1-3-256 16,9-2-260-16,0 6-696 0,-4 7-1361 15,8-6-3955-15</inkml:trace>
  <inkml:trace contextRef="#ctx0" brushRef="#br0" timeOffset="177688.48">25519 17872 12157 0,'0'0'1788'0,"0"0"-1308"16,0 0 708-16,-84 86 464 0,60-49-168 16,-4 5-268-16,9 0-144 0,-1-4-268 15,12-7-355-15,-1-6-449 0,9-6-12 16,0-6-280-16,5-10-121 0,7 1 157 15,3-4-12-15,5-10-84 0,1-6 12 16,3-3 8-16,-5-10 28 0,5 3-100 16,-3-2-64-16,-6 6 60 0,5 7 236 15,-8 2 96-15,4 6 4 0,-4 4 72 16,-4 3 48-16,0 3 200 0,-4 7 132 0,0 2 112 16,0 5-48-16,0-4-104 0,-4 2-80 15,3-3-56-15,-3 1 4 0,4-1 12 16,-4-5-72-16,4-7-148 0,-4 0-108 15,5 0-60-15,-1-9-272 0,0-8 132 16,7-4-80-16,-3-2-336 0,5-8-400 16,-2-1-824-16,2-3-672 0,-2 7-629 0,6-20-2131 0</inkml:trace>
  <inkml:trace contextRef="#ctx0" brushRef="#br0" timeOffset="178043.98">25890 17306 9308 0,'0'0'2413'0,"0"0"-761"15,0 0-256-15,0 0-264 0,0 0-180 16,32 80 8-16,-32-45-268 0,-4 6-276 16,-9 3 4-16,-2 4 228 0,-2 3 48 15,-7 0-332-15,5-3-216 0,-1-7-148 0,4-3-196 16,0-7-376-16,8-5-224 0,1-10-12 16,7-10 140-16,0-6 272 0,3 0 100 15,9-8-64-15,4-6 72 0,0-2 88 16,4 4 12-16,3-1-88 0,-3 3 24 15,-3 4 12-15,2 3 240 0,-6 3 56 16,-2 0 208-16,-3 3 216 0,1 3-20 0,-5 7 148 16,-4-1-112-16,0 4-88 0,0 1-124 15,-4 1-52-15,-5 1 4 0,-3 7-76 16,1-5-28-16,-2 9 140 0,-2-2 56 16,-2 1 28-16,2-4-100 0,-5-2-108 15,3-10-76-15,2-1-72 0,3-9-84 16,4-3-380-16,0-3-224 0,4-9-48 15,0-8-288-15,4-9-204 0,0-2-496 16,4 5-1356-16,0-21-3605 0</inkml:trace>
  <inkml:trace contextRef="#ctx0" brushRef="#br0" timeOffset="178577.283">26288 17234 12805 0,'0'0'3140'16,"0"0"-2036"-16,0 0-468 0,-8 92 512 0,0-54 224 16,4 3-176-16,-4 3-251 0,0 1-461 15,-4 6-180-15,4-1-24 0,-8 4-52 16,1 1-144-16,-2-1-84 0,6-4-48 16,-2-2-256-16,1-3-164 0,9-10-212 0,3-7 71 15,0-12-47-15,3-7 72 0,9-9-100 16,8 0-264-16,1-12 108 0,-2-4 24 15,5 0-476-15,0 0-360 0,4-1-108 16,-4 9 424-16,-4 5 1336 0,-4 3 232 16,-1 0 664-16,-2 9 64 0,-2 4-56 15,-7 0 32-15,4-1 172 0,-3 1 132 16,3-4-188-16,-5-6-400 0,5 1-284 16,5-4-172-16,2-7-140 0,5-5-56 0,0-8-172 15,4-1-184-15,0-9-232 16,0 2-32-16,0-1 40 0,-1 4 580 0,-6 0 60 15,-6 6-60-15,-7 0-100 0,0 6 100 16,-4 1 204-16,-8 1 204 0,-3 9 24 16,-6-1 88-16,-2 3-116 0,3 3 52 0,-5 10-92 15,2 1-32-15,3 13-100 0,0 1-24 16,-4 7-52-16,8 0-20 0,-4 7-4 16,1-4 88-16,2-4-76 0,5 1-132 15,4-6 28-15,1-7-40 0,3-3-84 16,0-7-60-16,7-1-64 0,10-5-24 15,2 0-192-15,9 1 144 0,4-5 192 16,4-2-328-16,4 0-676 0,0-2-344 16,-1-9-972-16,2 3-700 0,-9-6-1317 15,7-2-1487-15</inkml:trace>
  <inkml:trace contextRef="#ctx0" brushRef="#br0" timeOffset="178698.787">27093 17901 13001 0,'0'0'3136'0,"0"0"-1784"0,0 0 180 0,0 0-368 16,0 0 68-16,0 0 17 0,0 0-537 0,0 0-712 16,0 0-544-16,0 0-693 0,-4 0-763 15,-8-3-2820-15,-28 3-7073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8:14:33.73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6195 11430 328 0,'0'0'0'0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8:14:34.61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6015 11484 7400 0,'0'0'688'0,"0"0"-76"0,0 0 228 16,0 0 208-16,0 0-519 0,0 0-1 16,0 0-92-16,0 0 1060 0,0 0-836 15,0 0-308-15,-67 16-136 0,67-20-88 0,0 1-68 16,8-3 4-16,0 0 140 0,4-4-40 16,-1 1-104-16,10-5 80 0,3-4 72 15,8-4 16-15,3-4-92 0,9-6-8 16,0-6-112-16,8-3 108 0,3-4-76 15,5-5-48-15,4-1-68 0,4-3 64 16,4 1-8-16,3-6 8 0,1 6 4 16,3 2 4-16,-2 0-4 0,-2 4-12 15,5-4 8-15,4-4 4 0,-1-2 28 0,8-3-28 16,-3 0 12-16,4-3-12 0,-4 2 4 16,0 4-12-16,-4-4-68 0,-5 8 24 15,-8 2-76-15,-2 4-24 0,-6-2 4 16,-3 9-64-16,-13 1 8 0,-2 4 68 15,-6 7 8-15,-3 0-112 0,-8 5 152 0,-4 4 80 16,-5 3-104-16,-2 6-16 0,-6 1-100 16,2 3-252-16,-9 2-96 0,0 4-368 15,-4 0-597-15,0 0-1267 0,-4 4-1432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8:14:34.93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7817 9757 9972 0,'0'0'1393'15,"0"0"-1393"-15,0 0-76 0,0 0 76 0,0 0 656 16,79 6-348-16,-51-6-28 0,4-6 204 15,0 2-152-15,4-5-140 0,4 2-128 16,-4 1-64-16,7 3 0 0,-2 0 8 16,-2 3-8-16,-3 0-88 0,-4 9 32 15,-4 7 56-15,-8 3 4 0,-12 11 0 16,-5 3-4-16,-6 11-52 0,-14 11-212 16,-6 2-248-16,-13 12 88 0,-8 5 16 15,-3 8-4-15,-9 11-12 0,0 2-325 16,-4 7-639-16,12-29-1128 0,-20 27-2492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8:14:38.01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7877 9353 5672 0,'0'0'752'15,"0"0"-660"-15,0 0 300 0,0 0 320 16,0 0-332-16,0 0-252 0,0 0 392 16,0 0 36-16,-84-6-232 0,72 6-40 15,-4-3 0-15,4 3-140 0,-4 0-44 0,-3 0-32 16,-2 0 20-16,-3 0 68 0,5 3 36 15,-1-3-71-15,-1 3-113 0,2-3 36 16,-1 0 84-16,-4 0-112 0,3 0 60 16,-2 0 92-16,-1 0-92 0,-4 0-76 15,4 0 8-15,-8 0 56 0,0 0 104 16,0 0-116-16,1 0 76 0,-1 0 180 16,0 0-116-16,-4 0 140 0,8 0-64 15,-4 0-192-15,4 0 168 0,-3 0-232 16,3-3-12-16,0 3-8 0,-4-3 4 0,0 3 8 15,4-4 108-15,-8 4-100 0,4 0-12 16,-3-2-4-16,-5 2-112 0,0 0-68 16,-4 0 184-16,5 2 0 0,-6-2 104 15,-2 0-104-15,-1 4-12 0,-1-4-40 16,2 3 64-16,-1-3-12 0,1 3 0 0,2 0-12 16,-2 1 12-16,3 2 12 15,-4-3-12-15,0 3-8 0,1-3-4 0,2 1-92 16,2-4 104-16,4 0-8 0,-2 0 16 15,5 0 160-15,1-4-104 0,7-2 12 16,-4 0-64-16,4 0 40 0,4-4-52 16,-4 1 8-16,-4-4-8 0,0 3 52 15,-4 1 36-15,1 2-80 0,-1 1-16 16,0 3 16-16,0-4-84 0,-4 4 64 16,0 3-4-16,-3 0-72 0,-5 0-12 15,4 0 32-15,-4 3 68 0,9 1 268 0,3-4-40 16,-1 0-224-16,5 0 0 0,4-4 276 15,1-3-276-15,-5 5-4 0,4-4-192 16,-3 2 192-16,3-5 92 0,0 3 236 16,0-7-64-16,4 1-252 0,-4-2-12 15,0-2 88-15,0 4-40 0,4-7-48 16,-3 6-112-16,-1-3 112 0,0 3 0 16,0 1 0-16,3 2 0 0,6 4-4 0,-1 0-88 15,0 2 88-15,4 1-96 0,4 3 96 16,-4 0-72-16,4 0 12 0,0 0-24 15,4 0-48-15,-4 0 132 0,4 0 0 16,4 0-8-16,-3 0 12 0,3 0 0 16,0 0-192-16,-1 0-288 0,-3 0 96 15,4 0-40-15,-3 0-124 0,-2 0 72 16,1 0-105-16,4 0-11 0,1 0-640 16,3 0-920-16,0 0-948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8:14:38.40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4729 8696 6168 0,'0'0'0'0,"0"0"-104"0,0 0-260 16,0 0 224-16,0 0 140 0,0 0 8 15,-80 67-8-15,64-48 76 0,0 0 96 16,-4 4-4-16,5-2-64 0,-6 2 40 16,1-1-132-16,1 0 132 0,-1 0 36 15,0 0-60-15,0 1-36 0,0-1-80 0,0 3-8 16,4 4-20-16,-4-1 24 16,1-2 64-16,2 3-56 0,6-1-8 0,-6-6 4 15,9 0 360-15,1-6 64 0,-6 1-140 0,9-9-172 16,0 5-40-16,1-6 68 15,-1 2-64-15,4 1-76 0,0-1 72 0,-4 1-32 16,4-1-44-16,0 4-4 0,0 0-48 16,4 3-52-16,3-1 104 0,1 4 144 15,9 7 12-15,3-1-144 0,3 6 104 16,9 8 12-16,8 3-36 0,8 5-92 16,4 4-844-16,-13-10-988 0,25 20-732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8:14:45.444"/>
    </inkml:context>
    <inkml:brush xml:id="br0">
      <inkml:brushProperty name="width" value="0.08819" units="cm"/>
      <inkml:brushProperty name="height" value="0.35278" units="cm"/>
      <inkml:brushProperty name="color" value="#00B0F0"/>
      <inkml:brushProperty name="tip" value="rectangle"/>
      <inkml:brushProperty name="rasterOp" value="maskPen"/>
    </inkml:brush>
  </inkml:definitions>
  <inkml:trace contextRef="#ctx0" brushRef="#br0">5040 11337 6200 0,'0'0'1612'0,"0"0"-1000"0,0 0 72 0,0 0 160 16,0 0-8-16,0 0 133 0,-56-79-73 15,43 64 100-15,-2 2-224 0,-1-3-240 16,0-1-68-16,-4-2-136 0,1 1-152 16,-2-1 128-16,-3-7-252 0,-4-2-52 15,0-1 8-15,-7-3-16 0,-1-2-36 16,-4-5 44-16,-8 4-116 0,-3 0 40 15,-9 1-12-15,4 3 84 0,-7 5 4 16,3 0-124-16,-4 1 88 0,4-1 24 16,0 1-128-16,1-3 128 0,3-5 20 0,3-8-12 15,6 0 4-15,-1-3-88 16,8-4-48-16,-3 0 132 0,6 4-320 0,5 3 164 16,4 6 108-16,5 6-12 0,7 10-24 15,4 6 12-15,5 5-416 0,-2 3 32 16,5 5-88-16,4 0-372 0,-4 5-677 0,4 1-1211 15,-4 2-208-15,0 6-1216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8:14:45.693"/>
    </inkml:context>
    <inkml:brush xml:id="br0">
      <inkml:brushProperty name="width" value="0.08819" units="cm"/>
      <inkml:brushProperty name="height" value="0.35278" units="cm"/>
      <inkml:brushProperty name="color" value="#00B0F0"/>
      <inkml:brushProperty name="tip" value="rectangle"/>
      <inkml:brushProperty name="rasterOp" value="maskPen"/>
    </inkml:brush>
  </inkml:definitions>
  <inkml:trace contextRef="#ctx0" brushRef="#br0">3613 10147 7352 0,'0'0'672'0,"0"0"-672"16,0 0-636-16,0 0 636 15,0 0 52-15,0 0 816 0,0 0-100 0,-28 82-200 16,16-43-348-16,-3 5-92 0,-1 7 4 16,-5 4-80-16,2 3-4 0,-1 7-48 0,-4-5-8 15,4 1 4-15,0-5-44 0,0-8-80 16,8-7-388-16,-4-5-312 0,4-14-172 15,5-11-380-15,3 0-1056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8:14:45.861"/>
    </inkml:context>
    <inkml:brush xml:id="br0">
      <inkml:brushProperty name="width" value="0.08819" units="cm"/>
      <inkml:brushProperty name="height" value="0.35278" units="cm"/>
      <inkml:brushProperty name="color" value="#00B0F0"/>
      <inkml:brushProperty name="tip" value="rectangle"/>
      <inkml:brushProperty name="rasterOp" value="maskPen"/>
    </inkml:brush>
  </inkml:definitions>
  <inkml:trace contextRef="#ctx0" brushRef="#br0">3590 10125 7052 0,'0'0'3905'0,"0"0"-3905"0,0 0-153 15,0 0 153-15,0 0 529 0,99-29-389 16,-63 26-84-16,3 0-48 0,10 3 152 16,7 0-160-16,3 3-12 0,5 3-849 15,-13 1-987-15,22 9-3084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8:16:07.180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3295 14414 3080 0,'0'0'416'0,"0"0"4964"0,0 0-3880 15,0 0-843-15,0 0 51 0,0 0 420 16,0 0 32-16,0 0-96 0,0 0-136 16,0 0-172-16,-8 0-220 0,8 0-204 15,0 0-144-15,4 0-64 0,0 0-64 16,-1 0 28-16,5-3 24 0,5 0 84 15,2 0 76-15,5 0-16 0,1-1 64 16,2 1-148-16,1-1 0 0,0 2-24 0,0-1-16 16,-1 0 40-16,5-1-24 0,0-3-52 15,0 1 52-15,4 0-40 0,0-1-8 16,4 1-16-16,0-6 16 0,0 2-92 16,4 1 4-16,3-4-12 0,-2 4-36 15,2 2 36-15,1 1 8 0,0 2-8 16,-1 1 0-16,2 0-4 0,-2 0 4 0,1 0 0 15,0-3 8-15,0 2 0 0,3-5-4 16,2 3 8-16,2-4 36 0,5-2-44 16,-4-1 8-16,4-1 72 0,-1 2-84 15,1-1 8-15,0 5-4 0,4-3 60 16,-4 3-56-16,-1 1 76 0,0-3-44 16,1 4-40-16,0-4-60 0,-3 4 60 15,2-4 40-15,0 1-36 0,1-1 40 16,0 1-40-16,0-4-4 0,0 4 8 15,-1-1-4-15,1 3-4 0,0 2 4 0,0-2 0 16,0 7-4-16,-1 0-4 16,-3 0-4-16,0 0-72 0,-4 7 80 0,4 2 0 15,0-3 48-15,-1 1-36 0,1-4 60 16,0 0-60-16,-1-3 92 0,1-3-100 0,1-4-4 16,-1-2 48-16,-5 0-48 0,1-4 0 15,-1 3 0-15,2 1 0 16,-6 0 0-16,2-2 0 0,-2 9-4 0,-4-2-4 15,-3 2-52-15,5 2 60 0,-2 0-4 16,5 0 0-16,-4 0 4 0,4 0 72 16,0 0-60-16,-1-5 96 0,6-1 16 15,-6-2 21-15,0-6 123 0,6 5 120 16,-10-4-256-16,2 0-72 0,-2 0-48 16,-3 7 36-16,0-3-40 0,-4 2-8 0,3 4 48 15,6 0 0-15,-5 3-44 0,-1-3-4 16,5 3-36-16,-3 0 36 0,-2 0 0 15,5-3 4-15,-5 3 4 0,1-3 4 16,5-1-4-16,-6-2 92 0,5 3-100 16,-4-1 0-16,-5 2-12 0,1-3 0 15,0 5-36-15,0 0 40 0,0 0 0 0,0 0 8 16,-4 0 0-16,3 0 0 0,1 5 4 16,0-5 4-16,0 0-8 0,-4 0-12 15,0 0 0-15,0 0 12 0,0 0 12 16,4 0 36-16,-4 0-36 0,4 0 36 15,-4-5 12-15,-4 3-12 0,0-1 0 16,-5 3 24-16,-2-3-24 0,-6 3-48 0,1 0-8 16,-4 0-64-16,0 0 12 15,0 0 12-15,-8 0 36 0,4 0-60 0,-4 0 24 16,0 0-12-16,0 0-16 0,0 0-116 16,0 0-40-16,-4 0-68 0,0 3-117 15,-4-3-127-15,-8 3-372 0,-3-1-296 16,2-2-1144-16,-22 0-3489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8:16:08.946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2992 9245 1396 0,'0'0'888'15,"0"0"4944"-15,0 0-3800 0,0 0-563 16,0 0-57-16,0 0-104 0,0 0-132 16,0 0-196-16,76-2-296 0,-61-3-136 15,2 3-140-15,2-2 12 0,1 1-16 16,4 0 4-16,-1 1-76 0,5-5-40 16,4 3-36-16,0 1-48 0,0-3-12 0,5 3-28 15,2-1-20-15,-3 1 0 0,8 1 32 16,-4-2-44-16,3 1-40 0,2 0-84 0,-6 0 36 15,9 3 0-15,0-4 28 0,0 1-72 16,3 0-4-16,5 0-16 0,-4-3 16 16,4 3 48-16,-5-4-48 0,5 4 48 15,-4 3-48-15,-4 0 0 0,4 0 36 16,0 0-28-16,-5 3-4 0,9 0 9 16,-4 1 59-16,4-1-64 0,4-3-4 15,-1 0 44-15,-3 0-36 0,4 0 52 16,-1-3-56-16,-6-1 4 0,-1 1 28 15,-5 0-40-15,-4 3-100 0,2 0 92 16,-6 0-40-16,1 0 0 0,0 3 48 0,0 0-4 16,-1 1-4-16,2 2 0 0,-1-3 4 15,-1-3 4-15,2 3 0 0,-2-3-4 16,1 0 8-16,-1 0 0 0,2 0 8 16,-2-3-4-16,-3 0 0 0,4 0 0 15,0 3 0-15,0-3-8 0,-1 3 8 16,-2-4-4-16,3 4 0 0,-5-3 8 0,1 0-8 15,0 3 0-15,4-3 8 0,-4 0 0 16,3 0 52-16,-3-1-56 0,0 1 4 16,0 0-12-16,-4 0-12 0,0 3 4 15,0-4-4-15,-4 1 4 0,-1 1-4 16,-3-2 4-16,8 4 4 0,-8 0 4 0,4 0 0 16,0 0 0-16,-4 0 0 15,4 0-4-15,-1-3-4 0,1 3-40 0,4 0 40 16,-4 0-4-16,4 0 8 0,0 0-4 15,-1 0 0-15,1 3 8 0,-4 1 0 16,4-4 0-16,-4 0 12 0,0 2 0 16,-4-2 48-16,0 0-60 0,1 0 8 15,-2 0 44-15,-3 0-48 0,4 0-4 16,-5 0-8-16,5 0 8 0,4 0 12 16,-3-2 0-16,-1-2-4 0,4 1-4 15,-1 0 0-15,-3 0 40 0,0-1-44 0,4 4 0 16,-8-3-48-16,-1 3 40 0,6 0 8 15,-5 0-48-15,-1 0 40 0,1 0-52 0,1 3 52 16,-2-3 0-16,-3 0-88 16,4 0-25-16,0 0 33 0,0 0 76 0,3-3 0 15,-2-3 12-15,3 3 0 16,-5-4-4-16,1 3 0 0,-3 2-4 0,-6-1-4 16,6 3 8-16,-6 0 0 0,1 0-4 15,4 0 4-15,-8 0 4 0,5 0 4 16,-6 0-4-16,1 0-8 0,-4 0-40 15,3 0 36-15,-2 3-36 0,-5-3 40 16,4 2-4-16,-4-2 0 0,0 0 12 16,0 0 44-16,0 0 4 0,0 0 0 15,0 0 0-15,0 0-48 0,0 4-12 16,0-4-48-16,0 0 12 0,0 0-36 16,0 3-4-16,0-3-4 0,0 7 92 0,0-1 0 15,0 4-244-15,-4 0-144 16,-8-1-176-16,-7 4-256 0,-14 2-660 0,10-2-2804 15,-46 9-7841-15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8:16:45.348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1641 17627 92 0,'-4'10'456'16,"4"-10"288"-16,0 0 36 0,0 0-400 0,0 0-236 16,0 0 820-16,0 0 808 0,0 0-836 15,0 0-492-15,0 0-16 0,0 0 0 16,0 0-36-16,0 0-160 0,0 0-216 15,0 0-16-15,0 0 0 0,0 0-8 16,0 0 4-16,0 0-152 0,0 0-700 16,0 0-1148-16,-4 0-2192 0,8 0 3212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8:11:38.36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5869 13958 272 0,'0'0'108'0,"0"0"-4"0,0 0 24 15,0 0 148-15,0 0 8 16,0 0-152-16,0 0-80 0,0 0-44 0,0 0-8 16,-17-17-4-16,14 15-60 0,-1-2-288 15,0 1 52-15,0 3 52 0,-1-4-147 16</inkml:trace>
  <inkml:trace contextRef="#ctx0" brushRef="#br0" timeOffset="2990.816">5856 12284 4104 0,'0'0'2056'0,"0"0"-1312"0,0 0-136 16,0 0 600-16,0 0 524 15,0 0-275-15,0 0-305 0,0 0-312 0,0 0-180 16,0 0-28-16,0 0 32 0,8-38-68 16,-8 38-112-16,0 3-24 0,0-3 0 15,0 0-100-15,0 3-140 0,0 1-132 16,0 2-76-16,0 0-4 0,0 4 0 0,0 5 64 16,-4 4-20-16,4 3-40 15,0 4 48-15,0 3-60 0,-4-2-8 0,4 9 8 16,0 5-8-16,-4 5-52 0,4 1 48 15,-3 6-64-15,3 5 28 0,0 2-4 16,0-1 52-16,0 3-12 0,0 1-48 16,0-6-112-16,0 0 120 0,0-3-56 15,0-5 104-15,0-5-48 0,0-6 52 16,0 0 0-16,3-7 0 0,-3-1 0 16,0-3 8-16,4-2 4 0,-4-2-4 15,0-4-8-15,4-6-60 0,-4-1 48 16,0 1-76-16,4-3-60 0,-4-4-88 0,5-3-12 15,-5 4 0-15,0-7-40 0,0 3-96 16,0-3-84-16,4 0-124 0,-4-3-152 16,4-4-412-16,-1-6-264 0,1-9-9 15,0 3-2551-15,0-22-2484 0</inkml:trace>
  <inkml:trace contextRef="#ctx0" brushRef="#br0" timeOffset="3556.062">5207 10794 8172 0,'0'0'4205'15,"0"0"-3617"-15,0 0-320 0,0 0 136 16,0 0 624-16,0 0-20 0,0 0-176 15,0 0-72-15,0 0 20 0,108-5-200 16,-72 5-232-16,-1 0-140 0,1-4 48 0,0 4-72 16,-4-3 0-16,-1-3-60 0,1-1-112 15,-4-3-8-15,0 4-4 0,0-3 0 16,0 2 0-16,-7 1-48 0,-2 0-76 16,-3 3-356-16,-4-1-268 0,-5 4-180 15,-2 0-4-15,-1 0-264 0,-4 7-508 0,0 2-496 16,0 1-709-16,-12-1-2175 0</inkml:trace>
  <inkml:trace contextRef="#ctx0" brushRef="#br0" timeOffset="3790.894">5486 10824 8388 0,'0'0'1336'0,"0"0"-640"15,0 0 105-15,0 0 519 0,-21 82-144 16,21-54-188-16,0 4-320 0,0 3-128 15,0 1-8-15,0 5-12 0,5 3-72 16,-1 6-160-16,0 1-116 0,4 7-96 16,-4-5-28-16,-1 2-48 0,2-7-48 0,-1-7-28 15,0-7-36-15,0-9-148 0,-4-9-160 16,4-2-168-16,-4-9-144 0,4 1-96 16,-4-6-276-16,0 0-492 0,3 0-1033 15,-3-2-1871-15,0-14-603 0</inkml:trace>
  <inkml:trace contextRef="#ctx0" brushRef="#br0" timeOffset="3984.587">5598 11274 10064 0,'0'0'1377'0,"0"0"-925"16,0 0 456-16,0 0 672 0,75-31-244 0,-55 25-380 15,4-1-360-15,-1-3-160 16,-2 4-188-16,3-4-100 0,0 3-148 0,-5 2 0 15,2 2-76-15,-1-1-108 0,-1 1-400 16,-2 3-300-16,-6 7-188 0,2 1-508 16,-6 2-1317-16,-7 9-3115 0</inkml:trace>
  <inkml:trace contextRef="#ctx0" brushRef="#br0" timeOffset="4184.581">5641 11525 7704 0,'0'0'2528'16,"0"0"-1251"-16,0 0-189 0,0 0 440 16,0 0 112-16,0 0-448 0,0 0-444 15,0 0-268-15,0 0 4 0,0 0-20 16,0 0-120-16,68-16-148 0,-44 10-108 0,4-1-76 16,0 1-12-16,0-3-100 0,4 2-424 15,3-2-488-15,5 2-504 0,-8 4-928 16,12-4-4465-16</inkml:trace>
  <inkml:trace contextRef="#ctx0" brushRef="#br0" timeOffset="5820.527">8904 13939 8716 0,'0'0'2725'0,"0"0"-1737"0,0 0-336 16,0 0 596-16,0 0-48 0,96 2-144 15,-64-2-248-15,8 0-164 0,0 3-112 16,3-3-52-16,-7 0-100 0,1 0-172 16,-2 0-36-16,-7-3-172 0,0 1 0 15,-9-2-96-15,2-3 8 0,-1 1-132 0,-8 0-408 16,-1-1-344-16,-2 1-436 0,-5 0-812 15,0 3-2197-15,-4 3-2075 0</inkml:trace>
  <inkml:trace contextRef="#ctx0" brushRef="#br0" timeOffset="6034.569">9147 14055 5956 0,'0'0'4948'16,"0"0"-3379"-16,-3 70-713 0,3-42 124 0,3 8 308 15,1 2-60-15,4 0-284 0,-3 0-348 16,3 0-216-16,-5 4-96 0,1-1-148 16,0-6-136-16,-4-4-4 0,0-9-8 0,0-6-52 15,0-3-20-15,0-7-88 0,0 0-200 16,0-6-244-16,0 5-216 0,0-5-312 16,-4 0-444-16,0-7-976 0,1 3-3681 15</inkml:trace>
  <inkml:trace contextRef="#ctx0" brushRef="#br0" timeOffset="6197.449">9223 14347 9248 0,'0'0'1705'0,"0"0"-1125"15,0 0 588-15,0 0 268 0,91-12-196 16,-67 9-184-16,1-4-280 0,-1 0-168 16,0 1-288-16,-1 1-220 0,1-5-16 0,-4 0-84 15,0 4-84-15,-4-4-188 16,4 4-448-16,-4-4-420 0,0 4-600 15,-4 0-1260-15,-1-4-4101 0</inkml:trace>
  <inkml:trace contextRef="#ctx0" brushRef="#br0" timeOffset="6453.206">9781 13728 8536 0,'0'0'5517'0,"0"0"-4581"15,0 0-720-15,0 0 136 0,8 83 616 16,-8-58 452-16,0 1-544 0,0 2-572 0,0-2-104 16,0 5-104-16,0 1-20 0,0 0-76 15,0 0-112-15,-8-4-244 0,4 1-260 16,0-4-264-16,-4 1-416 0,4-7-860 15,-4-3-2325-15,-4 0-3167 0</inkml:trace>
  <inkml:trace contextRef="#ctx0" brushRef="#br0" timeOffset="8801.25">8897 10966 3372 0,'0'0'2280'0,"0"0"-1276"0,0 0-536 16,0 0 0-16,0 0 2484 16,0 0-1239-16,0 0-577 0,0 0-236 0,0 0 64 15,7 66-24-15,-7-47 12 16,0 4-256-16,0-1-80 0,0 4-60 0,0 5-140 15,0-2-120-15,0 7-76 0,0 1-12 16,0 1-112-16,0 6-8 0,0 1 20 0,0 6-96 16,4 0-12-16,-4-1 0 15,4 5-12-15,1-5-28 0,3 4 40 0,-1-3 12 16,-3 0-4-16,4 0-8 0,1-4-48 16,-6 7 36-16,1-4 8 0,0 2 0 15,0-1-4-15,-4 2 0 0,4 2 8 16,0-1-76-16,-4 3 68 0,5 0 0 15,-2-3-64-15,1 3-16 0,4 0 84 16,-4 1-80-16,5-2 12 0,-2-2-64 16,1 0 28-16,0-4-4 0,0-1 108 15,-4-2-8-15,4-1-24 0,-4-6 36 16,0 2 12-16,-1-1-8 0,1-3 0 0,1 1 40 16,-1-2-44-16,0 1 0 0,0-3 0 15,0-3 48-15,3-4-40 0,-3-3-8 16,1-6-4-16,-1-5 0 0,0-5 0 15,0-2-8-15,-1-1-60 0,-3 0 24 0,4-4-4 16,-4 3 44-16,0-5 4 16,0 2 0-16,4-2-8 0,-4 0 4 0,0 0-140 15,0 0-12-15,0 0 88 0,0 0-28 16,0-2-60-16,0-3-172 0,0 0-112 16,0-8-360-16,0-6-120 0,0-9-552 15,0 5-1108-15,-8-21-4505 0</inkml:trace>
  <inkml:trace contextRef="#ctx0" brushRef="#br0" timeOffset="9593.857">8418 9553 1472 0,'0'0'2504'0,"0"0"3260"16,0 0-3611-16,0 0-481 0,0 0-212 15,0 0-64-15,0 0-112 0,0 0-384 0,0 0-284 16,0 0-164-16,0 0 100 0,72 0 60 16,-40-3-140-16,8 0-84 0,-5 0-131 15,5-1-25-15,-3-2-88 0,-2 0-20 16,-3 0-16-16,-4-1-12 0,0-2-96 16,0-1-4-16,-5 1-44 0,1-4 0 15,-3 1-12-15,-2-1-28 0,-3 0-128 16,-4 3-221-16,-3 4-135 0,-5-1-48 15,-1 4-188-15,-3 3-296 0,0-3-532 16,-3 3-828-16,-1 0-2289 0,-9 6-1739 0</inkml:trace>
  <inkml:trace contextRef="#ctx0" brushRef="#br0" timeOffset="9871.246">8545 9557 4068 0,'0'0'7117'0,"0"0"-5909"0,0 0-748 16,0 0 368-16,0 0 400 0,0 0-84 15,0 0-324-15,0 0-288 0,-15 82-120 16,23-53-80-16,-1 2-24 0,6 4-48 16,-2 3-52-16,2 1 112 0,-5 5-24 15,3-3-124-15,2 3-40 0,-5-2-120 16,-1-4-12-16,1-3 0 0,-3-3-4 15,-1-7-80-15,0-3 36 0,-4-6-148 0,3-3-184 16,-3-4-128-16,0-5-120 0,4-1-92 16,-4 0-100-16,0-3-276 0,0-3-664 15,0-7-696-15,0 0-1685 0,0-9-1379 0</inkml:trace>
  <inkml:trace contextRef="#ctx0" brushRef="#br0" timeOffset="10055.92">8601 9857 4560 0,'0'0'636'0,"0"0"3688"16,0 0-2555-16,0 0-245 0,0 0-96 16,0 0-16-16,0 0-220 0,0 0-320 15,0 0-228-15,88-28-188 0,-71 23-164 16,2 1-80-16,-3 1-176 0,4-3-36 16,0-4-8-16,0 1-44 0,4-1-252 0,-5-3-436 15,6 1-264-15,-5-5-360 0,-5 8-708 16,6-7-2637-16</inkml:trace>
  <inkml:trace contextRef="#ctx0" brushRef="#br0" timeOffset="10337.373">9275 9251 6536 0,'0'0'4280'0,"0"0"-2047"16,0 0-1457-16,0 0-344 0,0 0 452 16,0 0 488-16,0 0-200 0,0 0-444 15,0 0-508-15,0 0-32 0,0 0 192 16,12 67-48-16,-12-35-124 0,0 0-76 0,0-4-32 16,0 1-100-16,0-4-48 0,0 1-76 15,0-7-180-15,0-3-152 0,0-7-72 16,0-3-140-16,0 1-176 0,-4-7-312 15,0 0-484-15,0 0-836 0,-8-7-3629 0</inkml:trace>
  <inkml:trace contextRef="#ctx0" brushRef="#br0" timeOffset="10868.983">8212 9024 3244 0,'0'0'6868'15,"0"0"-4295"-15,0 0-777 0,0 0-248 16,0 0-148-16,0 0-212 0,0 0-252 16,0 0-276-16,0 0-196 0,0 0-136 15,0 0-132-15,3-4-100 0,5 1-48 16,4 3 88-16,0-4 32 0,8 1 4 16,0-3-39-16,8 3 3 0,0-4 8 0,0 5-24 15,4-2 4-15,3 1-28 0,5 0 12 16,0-4 36-16,4 4-32 0,4 0 8 15,-1-3-36-15,2-1-72 0,-2 4 36 16,1-3-48-16,-1 0 0 0,-2 3-12 16,2-4-36-16,-3 1-12 0,0-1 52 15,0 4 4-15,-4-3-4 0,-5 0 8 16,5 2-48-16,-12 1 44 0,4 0-8 16,-8-3 12-16,0 6-12 0,-5-4-48 15,-2 1 52-15,-2 3 0 0,-2 0-80 16,-6 0 16-16,-3 0 12 0,0-4-48 0,-4 4-88 15,0 0-92-15,0 0-17 0,0 0-47 16,0 0-136-16,0 0-172 0,0 0-344 16,-8 0-584-16,5 4-1296 0,-14 6-3601 0</inkml:trace>
  <inkml:trace contextRef="#ctx0" brushRef="#br0" timeOffset="25665.866">2426 14202 3796 0,'0'0'428'0,"0"0"4560"16,0 0-3772-16,0 0-391 0,0 0 547 16,0 0 336-16,0 0-120 0,0 0-420 0,0 0-228 15,0 0-112-15,0 0-116 16,-32 9-188-16,36-9-180 0,0 0-172 0,4 0-52 16,4 0-8-16,11-3 144 0,2 3 192 15,6-3 137-15,1 0-245 0,0 3-112 16,-4-4-44-16,0 4-28 0,0-3 12 0,0 3-60 15,-4-4-60-15,-1 4 4 16,-2 0-12-16,-1-2-40 0,-5 2-12 0,-2 0-40 16,-2 0 44-16,1 0-64 0,-3-3-24 15,-2 3-216-15,-3 0-164 0,0 0-129 16,0 0-87-16,-4 0-52 0,4 0-40 16,-4 3-324-16,0-1-552 0,0 5-656 15,-4-3-876-15,-8 5-2509 0</inkml:trace>
  <inkml:trace contextRef="#ctx0" brushRef="#br0" timeOffset="25920.789">2490 14347 248 0,'0'0'2088'0,"0"0"1892"0,0 0-1172 15,0 0-1376-15,0 0-79 0,0 0 55 16,8 67-152-16,-1-51-348 15,6 3-328-15,-2 0-76 0,2 6-8 0,-1 4-184 16,-1 2-64-16,-2 5-48 0,2 5-116 16,-3-3 44-16,0 3-128 0,0-3-96 15,0-2 44-15,-4-11-132 0,0-3-152 16,0-6-212-16,1-7-232 0,-5 1-336 16,3-1-740-16,-3-4-1333 0,0 0-3015 0</inkml:trace>
  <inkml:trace contextRef="#ctx0" brushRef="#br0" timeOffset="26137.704">2505 14697 4852 0,'0'0'272'0,"0"0"2408"0,0 0-800 0,0 0-563 16,0 0 83-16,0 0-24 0,0 0-284 15,0 0-336-15,0 0-216 0,88-32-88 16,-72 29-64-16,4-4-28 0,-4 7-100 15,4-3-88-15,-4 0-60 0,4 0-60 16,-4-3-52-16,4 2-8 0,-5-2 0 16,2 3-104-16,-2-3-260 0,2-1-228 15,-2 4-188-15,1-3-208 0,0-1-280 0,-4 0-784 16,0 5-2465-16,0-8-2690 0</inkml:trace>
  <inkml:trace contextRef="#ctx0" brushRef="#br0" timeOffset="26435.755">3100 14139 5884 0,'0'0'496'0,"0"0"3876"0,0 0-3239 15,0 0-225-15,0 0 504 16,0 0 52-16,0 0-432 0,0 0-384 0,0 0-288 16,0 0-112-16,-24 75-52 0,24-59-24 15,-4 3-108-15,4 3-64 0,0-3-8 16,0 0-80-16,0 0 28 0,0-3-64 16,0-7-112-16,0 2-160 0,0-9-200 15,0 2-372-15,0-4-252 0,4 0-408 16,-1 0-412-16,1-6-1105 0,4-7-3051 0</inkml:trace>
  <inkml:trace contextRef="#ctx0" brushRef="#br0" timeOffset="26633.958">3207 14158 1172 0,'0'0'1828'0,"0"0"4032"0,0 0-3908 16,0 0-563-16,0 0 143 0,0 0 136 0,0 0-384 15,0 0-500-15,0 0-300 0,-16 69-164 16,11-47-60-16,2-3-112 15,-1 3-100-15,0-3-48 0,0 0-60 0,0 0-116 16,0-2-376-16,4 2-208 0,-4-7-72 16,0 4-228-16,0-3-740 0,4-7-1329 15,-8 7-2707-15</inkml:trace>
  <inkml:trace contextRef="#ctx0" brushRef="#br0" timeOffset="29121.888">2505 10801 3300 0,'0'0'220'16,"0"0"692"-16,0 0 600 0,0 0 2804 15,0 0-2707-15,0 0-441 0,0 0-12 16,0 0 132-16,0 0-92 0,-15 80-412 16,11-58-240-16,0 0-136 0,-1 0-64 15,1 3-24-15,4 4 0 0,0 0-40 16,0 3-72-16,0-1-96 0,0 4 0 0,0 3-40 15,9 0-68-15,-1 4 56 0,0 5-60 16,-1 1-4-16,2 6 4 0,-1-1 8 16,-1 8 0-16,6-3 0 0,-5 1 36 15,-1 5-44-15,1-4-60 0,1 4 0 0,-1 0 0 16,-1 2-16-16,1-2-68 16,1-1-4-16,-2 0-12 0,1 0 52 0,5 2 56 15,-2-2 48-15,-3 1 4 0,4 3-8 16,-4-4 0-16,0 1 0 0,0-4 8 15,-5 3-4-15,6-3 0 0,-5 1-40 16,0-1 40-16,-4-3-108 0,4 1 100 16,-4 2-60-16,0-3 72 0,0 3 4 0,0 1 8 15,4-4-4-15,-4 4 4 0,3-3-4 16,1 3-8-16,1 1 4 0,-1-6-4 16,0-2-4-16,0-9-108 0,-4-7 104 15,4-10 8-15,-4-5 0 0,0-8 0 16,3-5-4-16,-3-2 4 0,0-1 0 15,0-3-8-15,4-4-188 0,-4 0-12 16,0 0 8-16,0 0-8 0,0-6-140 16,0-7-320-16,0-6-256 0,0-12-536 0,0 5-1036 15,-7-32-3981-15</inkml:trace>
  <inkml:trace contextRef="#ctx0" brushRef="#br0" timeOffset="29922.569">1860 9445 444 0,'0'0'11265'0,"0"0"-9029"0,0 0-1248 15,0 0 204-15,0 0 160 0,0 0-300 16,0 0-488-16,0 0-108 0,0 0-16 15,91-21-12-15,-59 17-76 0,5 1-156 16,-1-1 0-16,-1 1-4 0,1-3-8 0,4 3-40 16,-4 1-92-16,-4-3-40 15,0-1 36-15,0 3-40 0,-4-3-8 0,-9-1-8 16,5 4-164-16,-8-3-360 0,0 3-300 16,-8 3-184-16,-4-3-252 0,-1 3-668 15,-3 0-1908-15,0 0-1285 0,-11 6-1934 0</inkml:trace>
  <inkml:trace contextRef="#ctx0" brushRef="#br0" timeOffset="30136.425">2007 9490 2532 0,'0'0'7268'0,"0"0"-5487"0,0 0-1037 0,0 0 112 15,0 0 224-15,0 0-168 0,-15 67-308 16,15-45-204-16,4 3-8 0,4 0 92 15,-1 8-84-15,-3 1-228 0,5 1-96 16,-5 3-76-16,0 0-124 0,-1 4-360 16,-3-8-204-16,4-2-132 0,-4-7 28 0,4-6-44 15,0-3-464-15,-4-6-833 0,5-3-1107 16,-5-7-1652-16</inkml:trace>
  <inkml:trace contextRef="#ctx0" brushRef="#br0" timeOffset="30333.678">2015 9775 4228 0,'0'0'196'0,"0"0"-76"0,0 0 2780 0,0 0-656 16,0 0-823-16,0 0-293 0,0 0-40 15,0 0-172-15,0 0-172 0,0 0-76 16,56-69 0-16,-28 62-80 0,0 1-216 16,0 0-124-16,0 2-160 0,0-3-40 15,0 5 40-15,0-4-48 0,0 2-40 0,-1-3-12 16,-3 1-372-16,4-2-548 15,-4-3-392-15,0 3-588 0,-8 1-2537 0,8-9-4227 0</inkml:trace>
  <inkml:trace contextRef="#ctx0" brushRef="#br0" timeOffset="30702.511">2821 9192 1812 0,'0'0'1476'16,"0"0"-500"-16,0 0 3532 0,0 0-2840 0,0 0-595 16,0 0-189-16,0 0-116 0,0 0-44 15,-32 72-192-15,27-56-280 0,5 3-112 16,-4-3-88-16,4 3-40 0,-4 4 128 16,4-1-136-16,-3 0-4 0,3 3-72 15,-4-2-92-15,4-4-356 0,-4-4-88 16,4-5-32-16,0 0-140 0,0-7-324 15,0-3-405-15,0 3-891 0,0-6-2676 0</inkml:trace>
  <inkml:trace contextRef="#ctx0" brushRef="#br0" timeOffset="30961.489">2948 9217 1632 0,'0'0'1056'0,"0"0"-472"0,0 0-164 15,0 0 1584-15,0 0 1140 0,0 0-1268 16,0 0-859-16,0 0-145 0,0 0 20 16,-16 76-64-16,12-57-96 0,-4 0-216 15,4-3-200-15,0 6-192 0,0-3-124 16,0 0 0-16,-4 0-136 0,4 0-268 15,0 0-480-15,0-2-408 0,1-5-336 16,-2-2-953-16,-3-4-2687 0</inkml:trace>
  <inkml:trace contextRef="#ctx0" brushRef="#br0" timeOffset="31753.17">1805 9045 572 0,'0'0'1868'0,"0"0"-540"0,0 0 1928 0,0 0-208 16,0 0-1295-16,0 0-729 0,0 0-16 15,0 0 92-15,0 0-196 0,0 0-308 0,0-7-212 16,7 7-132-16,1 0 68 0,5 0 52 16,2 0 24-16,5-2-72 0,0 2 20 15,4-4-36-15,0 1-64 0,4 3-72 16,0-5 36-16,0 5-36 0,4-7-64 15,0 3 4-15,3 1-16 0,1 0 28 16,-4-3-40-16,7 2-36 0,2 1 40 16,-1 1-4-16,-1-2 36 0,5 1 4 15,0 0-8-15,4-4-116 0,-4 4 0 16,-5 0 44-16,5-3 52 0,-8 3-48 16,4-4-44-16,-8 4-4 0,-1 0 0 15,1 3 8-15,-8-3 0 0,1 3 4 0,-1 0-12 16,-9 0-4-16,5 0-56 0,-8 0 60 15,0 0-8-15,0 0-40 0,-8 0 40 16,4 0 0-16,-5 0-68 0,-3 0-80 16,0 0-284-16,0 0-220 0,0 0-320 0,-3 3-368 15,-1-3-972-15,-20 6-3381 0</inkml:trace>
  <inkml:trace contextRef="#ctx0" brushRef="#br0" timeOffset="35689.496">6697 10906 9276 0,'0'0'2981'0,"0"0"-1641"0,0 0-1200 0,0 0 88 16,0 0 496-16,0 0 420 15,0 0-288-15,0 0-432 0,0 0-288 0,0 0 64 16,20-6 36-16,-12-1 12 0,0-3-100 16,0 3-136-16,0-4-12 0,-1 1-76 15,2-2-184-15,-1-5-584 0,3 5-460 16,2-3-936-16,-5 5-2205 0,7-10-2679 0</inkml:trace>
  <inkml:trace contextRef="#ctx0" brushRef="#br0" timeOffset="36054.821">7080 10620 5896 0,'0'0'4120'16,"0"0"-3151"-16,0 0-533 0,0 0 488 15,0 0 848-15,0 0-380 0,0 0-400 16,0 0-380-16,0 0-228 0,0 0-112 15,0 0-208-15,39-54-64 0,-22 35-88 0,-2-6-160 16,5 3-272-16,5-4-244 0,-2 1-68 16,1 2-64-16,0 4-80 0,0 4-8 15,0-1 124-15,-5 3 192 0,2 0 291 16,-10 4 145-16,6 2 224 0,-10 4 8 16,5-3 128-16,-3 3 220 0,-5-1 477 15,-1 1-17-15,5 0-204 0,-4 0-60 16,0 0 44-16,5 0 4 0,-6-4-12 0,5 4-40 15,4-7-72-15,0 3-4 0,4 2-140 16,-4-4 48-16,4-2-28 0,0 3-32 16,-1-3-80-16,6-1-84 0,-6-1-84 15,2 0-64-15,-2-2 8 0,1-1-8 16,1-3-4-16,-2 0-96 0,2 0-136 16,-2 0-528-16,2 3-120 0,-6-4 16 15,1 8-24-15,0-1-516 0,-4 7-448 0,-4 3-765 16,0-1-1855-16</inkml:trace>
  <inkml:trace contextRef="#ctx0" brushRef="#br0" timeOffset="36384.78">7690 9940 7644 0,'0'0'1944'0,"0"0"-796"16,0 0 113-16,0 0 275 0,0 0-168 16,0 0-336-16,0 0-376 0,0 0-256 15,0 0-4-15,0 0-12 0,35-18 0 16,-23 14-100-16,8 1-100 0,-5 0-60 0,6 3 12 16,-1-3 0-16,-1 3-64 0,2 0-72 15,-1 0-8-15,-5 3-4 0,6 0-44 16,-6 0 52-16,-2 4-44 0,-2-1-84 15,1 0 44-15,-4 4 88 0,-4 2 4 16,-4 4 44-16,0 8-48 0,-4 3-84 0,-8 4-176 16,-7 8-196-16,-2 5-64 15,1 1-28-15,-8-1-152 0,5 3-360 0,-5-5-800 16,8-10-2617-16,-8 3-3023 0</inkml:trace>
  <inkml:trace contextRef="#ctx0" brushRef="#br0" timeOffset="36740.154">7310 10722 1032 0,'0'0'9240'0,"0"0"-7463"0,0 0-929 15,77-4 476-15,-49 4 0 0,0-3-380 16,-5 3-296-16,5-6-152 0,-4 3-172 15,0-3-140-15,0-4-36 0,-1 3-140 16,-3-5-8-16,1 3-272 0,-2-2-472 16,-3-1-332-16,-4 2-356 0,1 1-616 0,-10 2-2453 15,1 1-3235-15</inkml:trace>
  <inkml:trace contextRef="#ctx0" brushRef="#br0" timeOffset="36976.686">7570 10703 6384 0,'0'0'2364'16,"0"0"-864"-16,0 0-19 0,0 0 55 16,-52 73-152-16,40-50-324 0,3-2-292 15,-2-2-208-15,3 4-52 0,1-2-84 16,-2-1-92-16,1-1-84 0,4-4-64 16,4 1 0-16,0-5-60 0,0 1-112 15,0-6-12-15,8 4-48 0,0-3 40 16,4-2-4-16,0 5-76 0,8-6 16 15,-1-2-40-15,5-2-196 0,4 0-284 0,4 0-180 16,0-6-332-16,4-1-812 0,-8-1-2397 16,12-6-3123-16</inkml:trace>
  <inkml:trace contextRef="#ctx0" brushRef="#br0" timeOffset="37748.322">4574 10703 5800 0,'0'0'340'16,"0"0"5173"-16,0 0-3393 0,0 0-600 15,0 0 100-15,0 0-132 0,0 0-236 16,0 0-272-16,0 0-288 0,0 0-328 0,0 0-143 15,-33-48-113-15,29 39-96 0,-3-1-12 16,-1 0-52-16,0 2-93 0,-1-9-355 16,-2 4-204-16,-1-6-200 0,0 0-204 15,-4-3-848-15,4 6-1900 0,-8-13-2129 0</inkml:trace>
  <inkml:trace contextRef="#ctx0" brushRef="#br0" timeOffset="38217.235">4179 10325 9836 0,'0'0'1561'0,"0"0"-1101"0,0 0 220 16,0 0 672-16,0 0-60 0,0 0-352 15,0 0-684-15,0 0-256 0,0 0-36 16,-84-74-120-16,77 62 4 0,-6-1-172 16,5 5-748-16,-3-6-440 0,-2 4 12 15,6 1 575-15,-5 3 97 0,8-4-776 16,-5 4 136-16,2 0 688 0,-1-4 584 0,-1 0 192 15,2-2 4-15,-1-1 64 0,-4 0 328 16,4-3-340-16,-4 4 104 0,4-2 1064 16,-4 6-312-16,0-2-312 0,-4 3 232 15,4 4-700-15,-8-2-128 0,5 5-268 16,-2-4 268-16,6 4 772 0,-1-3-471 0,3-1-301 16,2 2-129-16,-1-8 53 0,-1 1-40 15,1-1-104-15,5-3-272 0,-5 3 300 16,4-2-328-16,0 2-164 0,4 1-136 15,-5-1-296-15,5 1-432 0,-4 3-656 16,4-1 1420-16,-3 4 668 0,-1 0 116 16,4-4 560-16,-4 5 564 0,0-3 332 15,0 3 252-15,0-1-176 0,-1 0-276 16,5-1-260-16,-3-3-147 0,-5 5-13 16,4-4-120-16,0 0-256 0,0 2-196 0,0 1-8 15,-4-1 0-15,4 1-44 0,-4 0-84 16,4 1-128-16,0-2-100 0,1 1-104 15,-6-1 16-15,5 2-324 0,0-2-624 16,0 4-573-16,0-3-2191 0,-4 0-2484 0</inkml:trace>
  <inkml:trace contextRef="#ctx0" brushRef="#br0" timeOffset="38420.718">3553 9750 116 0,'0'0'6556'0,"0"0"-4528"15,0 0-552-15,0 0 145 0,0 0-61 16,0 0-452-16,0 0-464 0,0 0-420 16,0 0-208-16,0 0 60 0,-64 67-76 15,53-48-52-15,3 0-48 0,-4 2-40 16,4 2 28-16,0 3-168 0,-4-4-276 0,4 0-52 16,4-3-68-16,-4-3-92 0,8-9 20 15,-4-1-217-15,4-3-1171 0,0-3-2572 0</inkml:trace>
  <inkml:trace contextRef="#ctx0" brushRef="#br0" timeOffset="38617.828">3562 9728 132 0,'0'0'8508'0,"0"0"-6916"15,0 0-727-15,0 0 927 0,0 0-188 16,0 0-620-16,0 0-268 0,91-10-288 15,-67 7-204-15,0 3-112 0,0-3-96 16,4 0-16-16,-4-3-56 0,4 2-232 0,-1 1-704 16,-3 0-344-16,0-3-476 0,-4 2-2161 15,4 4-2647-15</inkml:trace>
  <inkml:trace contextRef="#ctx0" brushRef="#br0" timeOffset="39131.103">3510 10690 4956 0,'0'0'6189'0,"0"0"-4633"0,0 0-588 15,0 0 260-15,0 0 80 0,0 0-156 0,0 0-296 16,0 0-240-16,0 0-236 0,0 0-184 16,0 0-72-16,11 0-16 0,2 0 100 15,2 0 48-15,6 3-20 0,3-3 104 16,-5 3-72-16,5 1-136 0,0-4-56 15,0 3-76-15,-1-3 0 0,2 0-4 16,-1 0 0-16,-9 0-96 0,5-3-32 16,-3-4-88-16,-2 4-304 0,-2-4-200 15,-2-2-208-15,1 3-468 0,-3 0-976 0,-5-1-2069 16,-4 1-2731-16</inkml:trace>
  <inkml:trace contextRef="#ctx0" brushRef="#br0" timeOffset="39500.166">3740 10753 9380 0,'0'0'2605'0,"0"0"-1389"16,0 0 168-16,0 0 332 0,0 0-360 16,0 0-476-16,0 0-352 0,0 0-256 15,0 0-64-15,0 0-100 0,-7 39-44 16,3-24-52-16,4 4 0 0,-4 4 48 15,0-1-12-15,0 0-48 0,4 3 4 16,-4 1-4-16,4-1 8 0,-5 1-4 16,5-3-4-16,0 2 0 0,0-3 0 0,0 0-48 15,0 0 48-15,0 0 0 0,0 0 0 16,0-3-48-16,5-2 48 0,-1-2 12 16,0-1 48-16,0-6-48 0,0-2 0 15,3 1 64-15,-3-3-28 0,1 1 0 16,-1-5-40-16,4 3-4 0,-1 1-8 15,1-4 0-15,5 0-44 0,-2 0 40 0,10-4-4 16,-10-4-232-16,9-3-420 0,-4-3-148 16,4-3-428-16,-4-6-708 0,-4 11-1260 15,0-13-4173-15</inkml:trace>
  <inkml:trace contextRef="#ctx0" brushRef="#br0" timeOffset="39820.167">4095 10620 4376 0,'0'0'1200'0,"0"0"1776"16,0 0 21-16,0 0-1053 0,0 0-700 15,0 0-296-15,0 0-156 0,-28 73-232 16,25-54-188-16,-5 3-124 0,4-3-148 16,-1 6 24-16,-3-2-36 0,5-4-88 15,-1 0-124-15,0-7-112 0,0 2-424 16,4-8-244-16,0-3-328 0,0-3-800 0,0 0-2229 15,4-3-2419-15</inkml:trace>
  <inkml:trace contextRef="#ctx0" brushRef="#br0" timeOffset="40000.701">4215 10690 8544 0,'0'0'2857'0,"0"0"-1025"16,0 0-196-16,0 0-248 0,0 0-540 15,0 0-440-15,-36 79-220 0,28-54-112 16,-4-1-76-16,4 1-84 0,-4 0 32 16,0 0-20-16,5 7-252 0,-6-4-312 15,1 8-244-15,1-1-456 0,2-11-1344 16,-6 15-3961-16</inkml:trace>
  <inkml:trace contextRef="#ctx0" brushRef="#br0" timeOffset="44751.411">12753 7941 3860 0,'0'0'2112'0,"0"0"976"15,0 0-1548-15,0 0-379 0,0-73 183 0,-4 50-136 16,4 4-60-16,-4-3-252 0,1 0-100 15,3 0-152-15,-4-4-284 0,4 3 96 16,-5-2-112-16,1 3 0 0,4-4-48 16,-4 5-148-16,0-2 60 0,4 4-64 15,-4 0-20-15,1 4 36 0,3 2-88 0,-4 0 24 16,0 4-92-16,4 2 12 16,-5 0 32-16,5 4 36 0,0 3-12 0,0-3-8 15,-4 3-64-15,4 0-52 0,-4 6-68 16,0 5-4-16,-3 4 28 0,-1 8 24 15,-1 5 60-15,-2 7-52 0,3 6 4 16,-1 7 12-16,-2 2 36 0,-1 8 8 16,0 5-56-16,0 1-16 0,0 2-168 0,0 1-12 15,0-3-16-15,0-7 64 0,0-7 84 16,0-8 16-16,4-10 96 0,0-4 4 16,1-9-8-16,3-3-128 0,-1-6 32 15,1-7 24-15,0-3 40 0,4 0 48 16,0 0 8-16,0-7-8 0,0-2-48 15,0-1-40-15,4-3 0 0,0-2 80 16,1-1 0-16,6 1-40 0,-7 1 48 0,4 7 196 16,-4 2-8-16,1 5-152 15,2 0-36-15,-3 3 0 0,0 6 48 16,4 7 200-16,0 3-128 0,-4 6 52 0,4 4 52 16,-4 0-128-16,-4 6-20 0,0 3 44 15,0 3-32-15,0 4-84 0,0-1-4 16,-4 3 0-16,-4 1-12 0,4 3-88 0,1-7 88 15,-2-2-172-15,1-7-12 0,4-10-136 16,0-6-112-16,4-6-60 0,1-7 8 16,-2 1-204-16,5-7-352 0,4-7-692 15,0 1-788-15,8-23-2989 0</inkml:trace>
  <inkml:trace contextRef="#ctx0" brushRef="#br0" timeOffset="45182.72">13247 8010 4592 0,'0'0'7945'16,"0"0"-6377"-16,0 0-668 0,0 0-284 0,0 0 540 15,0 0 0-15,0 0-108 0,0 0-352 16,0 0-436-16,0 0-152 0,0 0 148 16,68 14 88-16,-36-9-100 0,4-2-48 15,0 1-88-15,0-4-96 0,-1 0 72 16,-3-4-84-16,0-2-12 0,0-3-144 16,0-1-284-16,-8-3-452 0,0 1-424 0,-5-1-804 15,-6 7-2832-15,-9-4-5145 0</inkml:trace>
  <inkml:trace contextRef="#ctx0" brushRef="#br0" timeOffset="45469.606">13490 8064 5684 0,'0'0'5597'16,"0"0"-4213"-16,0 0-744 0,0 0 136 0,-56 77 384 15,45-55 24-15,3 3-248 0,-1 0-280 16,2 7-148-16,3-1-188 0,-4 8-40 15,4-1-8-15,4 3-40 0,-5-3-60 16,5-2-24-16,0-1-52 0,0-4-32 16,0 1 20-16,9-4 40 0,-5-2 8 15,4-8 52-15,-1 1-76 0,6-2-48 0,-1-4-8 16,-1-1 20-16,5-5-8 0,-4-1-64 16,8 0-96-16,-3-6 92 0,2 0 0 15,5 0 0-15,-4-10-80 0,4-2-60 16,-4-4-248-16,4-7-256 0,-5-2-272 15,5 0-304-15,-3-3-668 0,-10 9-1936 16,6-10-3765-16</inkml:trace>
  <inkml:trace contextRef="#ctx0" brushRef="#br0" timeOffset="45674.287">13921 8224 8160 0,'0'0'6521'16,"0"0"-5201"-16,0 0-864 0,0 0 40 15,0 0 472-15,0 0 240 0,0 0-460 16,0 0-476-16,0 0-164 0,0 0-108 16,0 0-84-16,35 27-284 0,-31-21-564 15,-4 1-280-15,4 3-760 0,-4-1-2560 16,0 5-3193-16,-43-87 4293 0</inkml:trace>
  <inkml:trace contextRef="#ctx0" brushRef="#br0" timeOffset="45834.902">13897 8483 3484 0,'0'0'7453'0,"0"0"-6077"16,0 0-804-16,0 0 500 0,0 0 584 16,0 0 60-16,0 0-516 0,0 0-612 15,0 0-232-15,0 0-60 0,0 0-16 16,24 51-164-16,-8-47-116 0,0-4-172 15,0 0-368-15,7 0-444 0,1 0-400 0,-7 0-1308 16,11 0-4017-16</inkml:trace>
  <inkml:trace contextRef="#ctx0" brushRef="#br0" timeOffset="46513.56">14666 8071 5004 0,'0'0'544'15,"0"0"3896"-15,0 0-3111 0,0 0-161 16,0 0 248-16,0 0 12 0,0 0-92 16,0 0-168-16,0 0-232 0,0 0-260 15,0 0-284-15,-28-14-172 0,40 14-120 16,0 4 144-16,8 3 108 0,3-1 16 15,5-4-76-15,-4 2-100 0,4-1-96 0,-4-3-32 16,0 0-52-16,4 0-12 16,-4-7-44-16,-4 2-20 0,4-5-224 0,-5 3-312 15,2-2-168-15,-10 2-248 0,-2 1-568 16,-5 3-1340-16,-1 3-2541 0,-6 0-2219 0</inkml:trace>
  <inkml:trace contextRef="#ctx0" brushRef="#br0" timeOffset="46733.587">14729 8143 5184 0,'0'0'3224'0,"0"0"-647"0,0 0-985 0,0 0-240 15,-47 83 64-15,43-54-172 0,-5 3-64 16,6-1-364-16,3 4-188 0,-4 3-136 16,4 3-76-16,0 1-52 0,-4 2-48 15,4 1-180-15,-4-1-136 0,0-6-40 16,0 0 32-16,-1-9-40 0,5-3-4 15,0-11-56-15,0 1-136 0,0-6-308 16,0-4-120-16,0-3-116 0,5 0-140 16,-1-3-508-16,-4 0-1308 0,4-6-2477 0,0-10-2874 15</inkml:trace>
  <inkml:trace contextRef="#ctx0" brushRef="#br0" timeOffset="46912.104">14669 8553 3024 0,'0'0'6332'15,"0"0"-4703"-15,0 0-629 0,0 0 712 16,0 0-104-16,0 0-260 0,0 0-304 16,0 0-180-16,88 0-176 0,-64 0-244 15,0 0-152-15,1 0-184 0,-2-3-64 16,5 0-44-16,0-6-124 0,0 2-132 16,0-2-444-16,0 2-284 0,-4-2-460 15,-5 6-1188-15,9-3-3285 0</inkml:trace>
  <inkml:trace contextRef="#ctx0" brushRef="#br0" timeOffset="47184.643">15431 8474 2644 0,'0'0'12737'0,"0"0"-10833"0,0 0-1220 16,0 0-20-16,0 0 160 0,0 0 304 15,0 0-312-15,0 0-380 0,0 0-167 16,0 0 31-16,99-19 4 0,-71 15-72 16,0 2-52-16,0-2-48 0,0 4-72 15,0-2-60-15,4-3-8 0,-4 3-40 16,4-2 40-16,-4-2-160 0,0 0-256 16,0-4-340-16,-5 1-77 0,1-4-23 0,0-3-520 15,-9 0-1024-15,-2 3-1852 0,-1-8-4321 0</inkml:trace>
  <inkml:trace contextRef="#ctx0" brushRef="#br0" timeOffset="47405.933">15790 8175 1096 0,'0'0'9736'0,"0"0"-6827"16,0 0-2365-16,0 0-316 0,0 0 392 15,0 0 464-15,0 0 236 0,0 0-416 16,0 0-336-16,95 49-128 0,-76-44-108 15,-2 9-100-15,-2-6-96 0,2 5-88 16,-1-1-40-16,-8 5 36 0,0-2-44 0,-1 8-4 16,-7-1-56-16,0 7-220 0,-4 2-64 15,-7 5 12-15,-2 2-48 0,-6 0-200 16,-1 0-324-16,-1 0-272 0,-2-3-348 16,3-3-792-16,5-13-2385 0,-10 0-2899 0</inkml:trace>
  <inkml:trace contextRef="#ctx0" brushRef="#br0" timeOffset="47959.501">16001 8150 52 0,'0'0'10620'0,"0"0"-8907"0,0 0-833 16,0 0-40-16,0 0 448 0,0 0 68 15,0 0-136-15,83-9-136 0,-47 9-312 0,0 0-76 16,0 0-12-16,4 0-200 0,-1-5-227 16,2 5-97-16,-6-2-76 0,1-4-84 15,0 0-36-15,-4-1-72 0,-1-2-40 16,-6-4-389-16,-1 0-239 15,-5 4-56-15,-3 2-176 0,-4 0-860 0,-8 7-2384 16,-4 0-2705-16</inkml:trace>
  <inkml:trace contextRef="#ctx0" brushRef="#br0" timeOffset="48169.69">16371 8153 5472 0,'0'0'4964'0,"0"0"-3035"16,0 0-637-16,0 0-140 0,-20 90 168 15,16-59-56-15,0 3-188 0,4 5-264 16,0-4-260-16,-3 0-112 0,3-1-96 16,0 2-100-16,0-1-152 0,0-4-92 15,0 1-84-15,0-4-16 0,0 2 16 0,0-9-36 16,0-2-348-16,0-3-204 0,0-7-88 16,0 1-92-16,0-3-404 0,0-4-1000 15,0-3-2141-15,-5 0-1639 0</inkml:trace>
  <inkml:trace contextRef="#ctx0" brushRef="#br0" timeOffset="48344.222">16295 8525 10476 0,'0'0'1697'0,"0"0"-789"0,0 0 668 16,0 0 40-16,0 0-208 0,0 0-336 16,0 0-236-16,88-13-164 0,-68 13-160 15,3-4-48-15,2 2-88 0,3 2-107 16,-4-7-197-16,4 1-72 0,0-4-8 15,-5-2-221-15,5 3-343 0,-4-4-148 16,0 0-196-16,-4-3-416 0,0 6-1300 16,0-3-3745-16</inkml:trace>
  <inkml:trace contextRef="#ctx0" brushRef="#br0" timeOffset="48537.176">16881 8111 10380 0,'0'0'4049'0,"0"0"-3429"16,0 0-4-16,0 0 404 0,-16 77 308 16,13-48-8-16,-6-1-564 0,5 3-412 15,-4-6-148-15,4 2-196 0,1-5-12 16,3-3-160-16,0-3-316 0,0-4-200 16,0-2-148-16,0-4-328 0,0-6-1016 15,0 0-2053-15,0-3-2399 0</inkml:trace>
  <inkml:trace contextRef="#ctx0" brushRef="#br0" timeOffset="48864.584">16100 7810 680 0,'0'0'11529'0,"0"0"-9285"16,0 0-960-16,0 0 184 0,0 0-60 15,0 0-240-15,0 0-412 0,0 0-412 16,0 0-124-16,0 0 44 0,0 0 28 0,96-16-11 16,-60 13-25-16,3 0-76 0,2 0-32 15,-2 0-40-15,5-1-28 0,0 1-80 16,-1-3-8-16,-7 3-76 0,5 0 12 15,-10 0-64-15,-7-1 16 0,4 1-108 16,-8 3-237-16,0-3-143 0,-1 0-136 16,-2-1-200-16,-2 4-620 0,-2 0-1104 0,-2 0-2885 15</inkml:trace>
  <inkml:trace contextRef="#ctx0" brushRef="#br0" timeOffset="54952.64">17399 7249 9640 0,'0'0'1769'0,"0"0"-565"0,0 0-144 16,0 0 196-16,0 0 68 0,0 0-280 16,0 0-300-16,0 0-272 0,-12 75-92 0,12-49 12 15,0 6-12-15,0 3 0 0,0 2-48 16,0 8-100-16,0 3-76 0,0 6 4 16,0 2-88-16,4 9 40 0,4 4-100 15,0 4 60-15,-4 6-24 0,-1 2-48 16,2 1 0-16,-1 0-8 0,0 1 8 15,0-4-4-15,-4-3-104 0,0 1-16 16,4-11 16-16,-4-3-52 0,4-5 100 16,-1-10-12-16,1-4 72 0,1-9-12 15,3-1-88-15,-4-9-84 0,3-2 76 0,-3-7-64 16,1-3-36-16,-1-7-24 0,0 1-76 16,-4-1 100-16,0-6 12 0,0 0-88 15,0 0-36-15,0 0-76 0,0-3-124 16,0-3-276-16,0-4-604 0,-4-6-512 0,0 7-1041 15,-1-14-2307-15</inkml:trace>
  <inkml:trace contextRef="#ctx0" brushRef="#br0" timeOffset="55526.02">17992 7854 11369 0,'0'0'1640'16,"0"0"-128"-16,0 0-324 0,0 0 140 15,0 0-28-15,0 0-252 0,0 0-324 0,0 0 8 16,0 0 8-16,0 0-215 15,84 35-213-15,-56-25-140 0,4-3-40 0,0-7-48 16,0 2-80-16,0-2 0 0,0-2-4 0,-1-5-12 16,1-6 0-16,-4 1-144 0,-4-1-256 15,0 1-209-15,-4-5-183 0,-4 9-148 16,-4-6-424-16,-8 8-1040 16,-1-1-2208-16,-3 4-2445 0</inkml:trace>
  <inkml:trace contextRef="#ctx0" brushRef="#br0" timeOffset="55786.825">18256 7908 8612 0,'0'0'1940'15,"0"0"-535"-15,0 0-189 0,0 0 180 0,-45 67-60 16,38-45-208-16,3 0-284 16,-4 2-140-16,4-3-188 0,-1 5-108 0,5 2-128 15,-3 1-24-15,3 2-72 0,0 4-60 16,0-3-64-16,0-3 0 0,0-4 24 15,3 1 28-15,6-8 32 0,-1-1 40 0,3-2 192 16,2-5-48-16,-1-1-204 0,0-6-120 16,7 1 0-16,2-1-4 0,3-3-48 15,3-3-24-15,6-7-256 0,-2-2-172 16,5-4-220-16,4-4-248 0,-1 2-576 16,-11 5-1300-16,13-9-3173 0</inkml:trace>
  <inkml:trace contextRef="#ctx0" brushRef="#br0" timeOffset="56383.408">18937 7531 9984 0,'0'0'1997'16,"0"0"-705"-16,0 0-8 0,0 0-12 15,0 0-80-15,0 0-212 0,0 0-276 16,-32 76-128-16,28-47-72 15,0 6 60-15,4 2 20 0,0 5-148 0,0 2-56 16,0 7-63-16,4 3-65 0,0 0-56 16,-4 3-52-16,0 7-88 0,4 3-52 15,0-1 4-15,-4 3-4 0,4 2 0 16,0-1 0-16,-1-4-4 0,2 1-48 16,-1-7 0-16,0-2-48 0,4-5 84 15,-4-8-60-15,4-7 64 0,-4-4-8 0,4-4-56 16,-4-8-24-16,0-6 36 15,-1-7-108-15,-3-3-65 0,4-6-95 0,-4 0-124 16,5 0-120-16,-5-3 216 0,4-6-32 16,0-4-164-16,0-7-100 0,0-1-304 15,-4-5-628-15,0-2-920 0,0 6-2197 0,3-7-2483 16</inkml:trace>
  <inkml:trace contextRef="#ctx0" brushRef="#br0" timeOffset="56616.333">19081 8476 12237 0,'0'0'1992'0,"0"0"-908"16,0 0 152-16,0 0 192 0,0 0 112 0,79 0-232 15,-59 0-472-15,4 0-335 0,-1 0-185 16,2 0-64-16,3-5-120 0,0-4-84 15,0-2-48-15,-4-2-52 0,-1-1-248 16,-7 0-332-16,0-2-181 0,0 1-187 16,-8 5-572-16,-4-3-1396 0,-4 10-2905 0,0 0-2707 15</inkml:trace>
  <inkml:trace contextRef="#ctx0" brushRef="#br0" timeOffset="56815.434">19252 8512 7948 0,'0'0'3181'16,"0"0"-1537"-16,0 0-560 0,-12 85 204 0,8-53 172 16,4 7-156-16,0-4-452 0,0 3-360 15,0 0-100-15,0-4-48 0,0 4-124 16,4-2-48-16,0-2 12 0,-4-5-124 16,0-7-60-16,0-6-48 0,0-10-76 15,0 1-376-15,0-4-248 0,0-3-52 16,0 0-152-16,0 0-376 0,0-3-1236 15,0-6-2873-15</inkml:trace>
  <inkml:trace contextRef="#ctx0" brushRef="#br0" timeOffset="56995.188">19311 8687 12585 0,'0'0'1872'0,"0"0"-988"0,0 0-444 16,0 0 488-16,0 0 228 15,0 0 164-15,0 0-560 0,92 12-492 0,-72-12-184 16,3-6-84-16,2-7-56 0,-1 1-164 16,0-5-516-16,0 4-248 0,-5-1-492 15,-2 3-1436-15,7-5-4093 0</inkml:trace>
  <inkml:trace contextRef="#ctx0" brushRef="#br0" timeOffset="57400.374">19837 7947 10724 0,'0'0'2425'15,"0"0"-721"-15,0 0-180 0,0 0-180 16,80 0-208-16,-57 3-108 0,2-3-356 0,3 0-316 16,0 0-148-16,0 0-128 0,-4 0-80 15,0-7-8-15,-1 0-128 0,-3 2-312 16,-4-1-324-16,0-1-332 0,-4 0-592 16,-9 4-1464-16,-3 3-3625 0</inkml:trace>
  <inkml:trace contextRef="#ctx0" brushRef="#br0" timeOffset="57583.236">19977 8115 8704 0,'0'0'2417'0,"0"0"-853"16,0 0-188-16,0 0 104 0,0 0-48 16,0 0-328-16,0 0-428 0,0 0-296 15,83 57-144-15,-63-57-200 0,5 0-36 16,-6-6-136-16,5-4-316 0,4-3-264 15,-4 1-464-15,0-4-932 0,-5 7-2409 0,13-11-2759 16</inkml:trace>
  <inkml:trace contextRef="#ctx0" brushRef="#br0" timeOffset="57953.721">20818 7689 7096 0,'0'0'6469'0,"0"0"-4961"0,0 0-220 16,0 0-120-16,0 0 120 0,0 0-16 16,0 0-268-16,-88 64-436 0,67-42-263 0,2 4-97 15,3 2-28-15,4 0-8 0,-4 8-40 16,4 2-36-16,1 3-36 0,2 4-48 16,-3 2 0-16,5 0-12 0,-2 2 0 15,5-5-8-15,0-10-40 0,4-1-24 16,4-11 60-16,9-7-84 0,-6-5-12 0,9-3-4 15,-4-7-44-15,4 0 60 0,4-13-76 16,-4-6-109-16,8-3-23 0,-4-4-48 16,4-2 132-16,-9 2-48 0,6 4 124 15,-10 3 84-15,-2 3-52 0,-9 7-60 16,0 2 172-16,0 4 124 0,-13-1 24 16,2 4-100-16,-9 0-48 0,-5 0-48 15,-3 0-100-15,1 4 0 0,-4 3-220 16,-2 2-108-16,1 1-264 0,5-1-312 0,-1 1-224 15,0 2-728-15,12-6-2033 16,-9 4-2563-16</inkml:trace>
  <inkml:trace contextRef="#ctx0" brushRef="#br0" timeOffset="58835.959">21424 7489 600 0,'0'0'6112'0,"0"0"-1007"15,0 0-3649-15,0 0-272 0,0 0 12 16,0 0 124-16,0 0-80 0,0 0-256 0,0 0-468 16,0 0-272-16,0 0 72 0,0-3-216 15,7-3-28-15,9-7 112 0,0 0-28 16,-1-5-92-16,10-1-56 0,-5-4-8 16,-1 7-4-16,1 1-60 0,1 5 4 15,-6 0-24-15,2 8 76 0,-2-3 0 16,-6 5 0-16,2 0-40 0,-3 0 40 15,1 5-4-15,-5 1 12 0,3 0 64 16,-3 4 20-16,-4 2-12 0,0 7-68 16,0 6 84-16,0 5-44 0,-4 3-44 0,-3 7 0 15,-2 4 0-15,1 3 0 0,-3 1 0 16,-2 2 4-16,1 5 4 0,5-8 52 16,-2 1-52-16,-3-3 212 0,9-8-76 15,-1-5-144-15,0-10 0 0,4-2-96 0,0-8-12 16,0-5 20-16,0 0-8 0,4-5-64 15,-4-2-204-15,4 0-28 0,-1 0 112 16,5-2 156-16,-4-5 40 0,5 0 76 16,-9 4 8-16,4 3-76 0,-1-2-20 15,-3 2-40-15,4 2 136 0,0 4 24 16,4 5 160-16,-3-3-24 0,-1 9-36 16,3 1-76-16,5 2-36 0,-3 2 100 15,2 6 168-15,-3 1-96 0,4 3-16 16,0 0 88-16,-1-1-48 0,2 4 36 15,2 0-124-15,-2 0 40 0,2-3-40 16,-2 2-8-16,-1-2-27 0,-5-3-73 16,2 0 60-16,-1-1-24 0,-4-3-48 0,-4 1 0 15,0-1 48-15,0-2-40 0,-4-1 0 16,-4-4-4-16,-8 2-4 0,4-7-148 0,-8-1-193 16,-1-2 13-16,-2-1 24 0,-1-6-24 15,-4-3-28-15,0 0-120 0,-7 0-296 16,3-6-328-16,-4-3-648 0,8 2-1324 15,-16-5-3453-15</inkml:trace>
  <inkml:trace contextRef="#ctx0" brushRef="#br0" timeOffset="59869.236">16917 10083 4464 0,'0'0'248'15,"0"0"5160"-15,0 0-3979 0,0 0-145 16,0 0 164-16,0 0 40 0,0 0-196 0,0 0-224 16,0 0-316-16,0 0-224 0,-72 93-88 15,40-58-84-15,1 5-100 0,-5 2-36 16,-5 2-88-16,2 1-20 0,3-3-56 15,0-1-56-15,4-6-60 0,5-4-12 16,2-5-172-16,5-7-136 0,9-1-108 16,3-8-152-16,4-3-232 0,0-5-568 15,4-2-2352-15,0-6-3689 0</inkml:trace>
  <inkml:trace contextRef="#ctx0" brushRef="#br0" timeOffset="60133.158">16952 10179 468 0,'0'0'11145'0,"0"0"-8997"0,0 0-668 16,0 0-168-16,0 0 116 0,0 0-244 16,84 20-376-16,-56-12-308 0,12 5-96 15,0-4 300-15,0 5-71 0,3-6-341 16,2-1-196-16,-6 3-12 0,-3-7-84 15,0 2-40-15,0 0 36 0,-4-3-40 16,-9-2-64-16,-2 0-256 0,-5 4-233 16,-4-4-207-16,-9 0-208 0,-3 0-588 15,0 0-936-15,-3 3-1680 0,-14-3-2397 0</inkml:trace>
  <inkml:trace contextRef="#ctx0" brushRef="#br0" timeOffset="60699.943">17064 10325 3344 0,'0'0'600'0,"0"0"4996"15,0 0-3775-15,0 0-281 0,0 0-64 16,0 0-180-16,0 0-276 0,0 0-288 16,0 0-260-16,0 0-148 0,-20 22-28 15,16-6 48-15,4 0 0 0,-4 6-100 16,4 1 28-16,-4 4-16 0,1 5-12 15,-1 3-36-15,0 6 0 0,0 1 12 16,-5 3-16-16,5-1 4 0,4 3-112 16,-3 1 28-16,-1-1-112 0,4 4 72 0,0 3-36 15,0 1-48-15,-4-1 0 0,4 3-8 16,0 0-4-16,0 1 4 0,0-2 0 16,-4 1-4-16,-1 1-48 0,5-1 56 15,-4 0 0-15,0 0 0 0,1-3 4 0,3 0 0 16,-4-3-4-16,0-1-4 0,4-3-52 15,0 5 48-15,0-8-64 0,0 4 28 16,0-4 48-16,0 1 0 0,0 3 4 16,0-4 8-16,0 0 88 0,0 4 20 15,0 0 52-15,0-1-52 0,4 1-11 16,0-1 3-16,-4 1-16 0,3 0-36 16,1-1 36-16,-4-2-48 0,4 2 0 15,1-5-44-15,-5 2 60 0,4-2-64 16,-4-5 0-16,0-2-60 0,4 0 48 15,-4-3 0-15,0 3 0 0,0 0 12 0,0-3 0 16,0-4 8-16,0-5-8 0,0-4-84 16,4-4 44-16,-4-2 40 0,3 3 72 15,-3-6-64-15,0-3-8 0,0-1-4 0,0-6-4 16,0 0-136-16,0 0-28 16,0 0-57-16,0-6-51 0,0-1-60 0,0-5-220 15,-3-5 72-15,-5-2-248 16,4-3-212-16,-5-4-364 0,2-2-784 0,-1 9-2465 15,-5-10-2839-15</inkml:trace>
  <inkml:trace contextRef="#ctx0" brushRef="#br0" timeOffset="61001.186">16710 12802 9332 0,'0'0'4765'0,"0"0"-4069"0,0 0-268 16,19 76 276-16,-11-51 424 0,1 0-148 16,2 0-264-16,6-2-308 0,-6 3-92 15,10-1-32-15,-6-3-40 0,5-3 12 0,1-3 76 16,-2-3 92-16,1-1-120 16,-1-2-84-16,2-4-64 0,-5 1 17 0,3-5 11 15,6-2-4-15,-5 0-12 16,3-9 28-16,1-4-4 0,4-6-68 0,0-3-64 15,4-6-60-15,4-4-48 0,-5-7-136 16,5 6-120-16,-4-6-144 0,1 1-133 16,-1-1-151-16,-5 5-284 0,1 2-620 15,-12 9-1288-15,3-5-3617 0</inkml:trace>
  <inkml:trace contextRef="#ctx0" brushRef="#br0" timeOffset="61705.778">18033 11618 7188 0,'0'0'5593'0,"0"0"-3877"0,0 0-380 15,0 0-380-15,0 0-36 0,0 0 80 16,0 0-164-16,0 0-300 0,0 0-216 16,12 69-88-16,-5-37 48 0,-3-1-24 15,5 8-12-15,-1-5-16 0,-5 1-80 0,1 0-63 16,4 0-37-16,-4-3-36 16,1-3-8-16,-2-2-4 0,1 0-8 0,0-12-137 15,0 1-295-15,-4-9-144 0,4-1-48 16,0-3-80-16,1-3-24 0,-2 0-228 15,1 0-492-15,0-9-804 0,4 2-1753 16,-4-5-1671-16</inkml:trace>
  <inkml:trace contextRef="#ctx0" brushRef="#br0" timeOffset="61933.007">18316 11874 92 0,'0'0'11957'0,"0"0"-9965"0,0 0-828 0,0 0 32 16,0 0 60-16,0 0 152 0,0 0-316 16,0 0-348-16,0 0-256 0,87-6-100 0,-55 0 1 15,-5-1 59-15,6 1-208 0,-6-4-192 16,-3 4-48-16,4-4-232 0,-4 3-72 16,0-1-192-16,-4 1-221 0,4-2-99 15,-4 2-360-15,-4-2-1128 0,-4 2-2212 16,4 2-2753-16</inkml:trace>
  <inkml:trace contextRef="#ctx0" brushRef="#br0" timeOffset="62163.989">18877 11560 64 0,'0'0'9688'0,"0"0"-5555"15,0 0-3197-15,0 0-292 0,0 0 488 16,0 0 396-16,0 0 48 0,0 0-392 15,0 0-492-15,36 83-203 0,-28-61 19 0,-5 0 0 16,2 3-220-16,-1 0-128 16,0 5-100-16,-4 0-52 0,0 3-8 0,0-1 0 15,-4-1-44-15,0 1-100 0,-1 0-196 16,-2-4-204-16,-1 1-112 0,4 0-85 16,-4-7-91-16,4 3-280 0,0-6-916 15,4-3-1180-15,-4 3-3617 0</inkml:trace>
  <inkml:trace contextRef="#ctx0" brushRef="#br0" timeOffset="63433.373">13343 14386 4332 0,'0'0'1472'0,"0"0"4081"0,0 0-3901 15,0 0-392-15,0 0-96 0,0 0 4 16,-60-68-136-16,52 68-328 0,4 0-196 16,-7 0-176-16,2 10-148 0,1 6-48 15,1 6-64-15,-1 7 36 0,3 9-20 16,1 6 60-16,-4 7 32 0,5 10-44 15,-5 2-36-15,3 10-40 0,-6 7 0 16,-1 5-52-16,-4-3-8 0,0 1-12 16,4-6-136-16,-4-11-20 0,4-12 56 0,0-13 64 15,8-11-12-15,0-16-124 0,4-3-184 0,0-11-124 16,0 0-76-16,0 0 76 16,4 0 8-16,4 0 136 0,8-4 160 0,0 1 88 15,4 3 48-15,-5 0 44 0,6 3-40 16,-6 11 48-16,1 5 208 0,1 2 40 15,-6 11 40-15,1 3 32 0,1 4 28 16,-2 1-152-16,-7-1 52 0,4 2 60 16,-3 0-124-16,-2 0-24 0,1 1-48 15,0-1 24-15,-4-3-28 0,0-3-32 16,0-6-76-16,4-4-64 0,0-10-20 16,-4-2-136-16,4-6-348 0,0-4-236 15,0-3-176-15,0-6-176 0,0-7-752 16,0 1-896-16,4-13-3221 0</inkml:trace>
  <inkml:trace contextRef="#ctx0" brushRef="#br0" timeOffset="63761.346">13773 15084 5184 0,'0'0'4576'16,"0"0"-1679"-16,0 0-1065 0,0 0-696 0,0 0-68 15,0 0-24-15,0 0 164 0,0 0-200 16,0 0-324-16,96 28-160 0,-61-24-184 15,-2-1-96-15,-1-3-99 0,4 0-13 16,-5 0-56-16,1-3-76 0,0-4-4 0,-4 2-44 16,-4-6-161-16,-1 2-411 15,2-1-124-15,-9-2-208 0,-1 2-316 0,-3-2-788 16,0 2-2224-16,-8 1-2085 0</inkml:trace>
  <inkml:trace contextRef="#ctx0" brushRef="#br0" timeOffset="64055.56">14136 15079 4120 0,'0'0'2956'0,"0"0"1605"0,0 0-3449 15,0 0-192-15,-40 84 308 0,32-58 68 16,0-1-156-16,0 1-324 0,4 2-296 16,0 1-152-16,4 3-72 0,0 2-112 15,-3-1 0-15,3-2-16 0,0 1-8 16,0-4 84-16,0-3 112 0,0 0-76 15,3-1-60-15,1-6-52 0,4 1-44 16,-4-2-28-16,0-5-24 0,0-2-12 0,4-1-48 16,0-3-12-16,0 1-48 0,4-4 48 15,4 0 0-15,-4-3 0 0,8 0-96 16,-4 0-220-16,3-6-88 0,1-4-84 16,5-2 12-16,-6-1-76 0,9-3-248 0,-4-1-400 15,0-1-792-15,-5 6-1828 0,9-8-2613 0</inkml:trace>
  <inkml:trace contextRef="#ctx0" brushRef="#br0" timeOffset="65784.007">14555 14833 1800 0,'0'0'1032'0,"0"0"-864"0,0 0 744 16,0 0 3356-16,0 0-2428 0,0 0-691 16,0 0-301-16,0 0 60 0,0 0 36 15,0 0-196-15,0-3-232 0,0 3-100 16,0 0 12-16,0 0 40 0,0 0 28 15,0 0-84-15,0 0 8 0,0 0-48 16,0 0-12-16,0 0-28 0,0 0-12 0,0 0-16 16,0 0 28-16,0 0-28 0,0 0-32 15,0 0-40-15,0 0-28 0,0 0-8 16,0 0 24-16,0 0-60 0,0 0-28 16,0 0-36-16,0 3-36 0,0 1-8 15,0 2-44-15,3 3 88 0,1 4 37 16,0 1-9-16,-4-3-52 0,4 3 24 15,-4-5 24-15,0-3-108 0,0 0 64 0,4-2-64 16,-4-1 36-16,0 0-36 16,0 0 48-16,0-3-52 0,0 3 0 0,0 0 0 15,0 0 4-15,4 1 48 0,-4 3-56 16,0-2 4-16,4 2 0 0,-4 0 4 16,0 2 36-16,0-4-36 0,0 2-4 15,0 0-8-15,0-1 0 0,0 1 0 0,-4-1-4 16,0 3 0-16,4 1-8 15,-4 2-108-15,0 5-48 0,-4-2-4 0,5 5 16 16,-2-2-4-16,1-2 28 0,0 4-41 16,0-11 5-16,4 0-28 0,0-2 16 15,0-4-112-15,0-1-112 0,0-2-60 16,0 0-24-16,0-5-216 0,4-4-544 16,0-7-676-16,5 2-2052 0,-2-8-2013 0</inkml:trace>
  <inkml:trace contextRef="#ctx0" brushRef="#br0" timeOffset="65988.667">14682 14900 2584 0,'0'0'508'16,"0"0"6016"-16,0 0-4335 0,0 0-701 0,0 0-144 16,0 0 152-16,0 0-168 15,0 0-424-15,0 0-460 0,0 0-236 0,0 0-36 16,-4 77-64-16,-1-49-108 15,1 0 0-15,4 1-96 0,-3 2-40 0,-1-2-172 16,0 3-136-16,0-3-136 0,4-1-164 16,0-2-300-16,0-1-620 0,0-8-1440 15,-4 1-3709-15</inkml:trace>
  <inkml:trace contextRef="#ctx0" brushRef="#br0" timeOffset="66366.407">15045 15272 364 0,'0'0'11029'0,"0"0"-7049"0,0 0-3152 16,0 0-448-16,0 0 244 0,0 0 712 15,0 0-108-15,0 0-704 0,0 0-424 16,0 0-100-16,0 0-8 0,39 15-164 16,-39-12-328-16,4 4-372 0,0 0-552 0,-4-4-1184 15,0 6-3257-15,-47-53-3079 0</inkml:trace>
  <inkml:trace contextRef="#ctx0" brushRef="#br0" timeOffset="66529.356">15045 15472 1736 0,'0'0'8884'0,"0"0"-7275"0,0 0-1085 16,0 0 28-16,0 0 436 0,0 0 316 15,0 0-412-15,0 0-556 0,0 0-212 0,0 0-124 16,67 40-140-16,-55-40-500 0,4 0-440 16,4-3-544-16,-4-2-2425 0,8-2-3255 0</inkml:trace>
  <inkml:trace contextRef="#ctx0" brushRef="#br0" timeOffset="66900.164">15530 14913 4820 0,'0'0'8437'0,"0"0"-6825"0,0 0-768 0,0 0-16 15,0 0 84-15,0 0 176 0,92 19-44 16,-64-19-456-16,0 0-272 0,0-7-96 16,0 1-84-16,0-4-136 0,0 1-148 15,-9-1-72-15,5 4-160 0,-4-4-168 16,0 1-204-16,-8 3-320 0,0-1-640 16,-5 1-1084-16,-7 3-3057 0</inkml:trace>
  <inkml:trace contextRef="#ctx0" brushRef="#br0" timeOffset="67143.71">15678 15024 1436 0,'0'0'10109'0,"0"0"-8305"0,0 0-952 16,-16 66-92-16,16-40 260 0,0-1 256 15,0 6-272-15,0 2-412 0,4 2-224 16,0-1-24-16,0 4-76 0,0 4-48 15,0-5 12-15,-4 2-60 0,0-1-76 16,0-6-32-16,0-3-16 0,0-7-40 16,-4-3-8-16,4-6-60 0,0-5-4 15,0-3-152-15,0-5-324 0,0 0-380 0,0-5-376 16,0 0-820-16,4-4-792 0,-4-7-2657 0</inkml:trace>
  <inkml:trace contextRef="#ctx0" brushRef="#br0" timeOffset="67341.604">15657 15363 2644 0,'0'0'5556'0,"0"0"-2876"0,0 0-1407 0,0 0-813 15,0 0 268-15,0 0 416 16,0 0 40-16,0 0-216 0,0 0-184 0,0 0-164 16,77-28-64-16,-62 28-124 0,2-3-136 15,3 3-100-15,-5 0-124 0,5-3-72 16,5 0 0-16,-2 0-12 0,-3-4-456 0,4 3-296 15,-5 1-384-15,2 1-296 0,-10-1-756 16,10-1-3057-16</inkml:trace>
  <inkml:trace contextRef="#ctx0" brushRef="#br0" timeOffset="68033.049">16303 15246 4376 0,'0'0'52'0,"0"0"4528"0,0 0-2575 16,0 0-449-16,0 0-168 0,0 0 40 0,0 0-72 15,0 0-160-15,0 0-112 0,0 0-92 16,0 0-172-16,88 3-212 0,-64-3-99 15,4 0-133-15,0 0-108 0,0-3-112 16,4-3-36-16,-4-4-44 0,3 1-76 16,-3-4-44-16,-1-4-80 0,1 3-188 15,-3-5-212-15,-1-2-157 0,-9 3-159 16,2-4-88-16,-1 6-712 0,-8 0-1556 0,-8-3-4417 0</inkml:trace>
  <inkml:trace contextRef="#ctx0" brushRef="#br0" timeOffset="68252.57">16673 14941 7932 0,'0'0'5937'16,"0"0"-4797"-16,0 0-952 0,0 0 52 0,0 0 436 16,0 0 600-16,0 0-324 0,0 0-508 15,0 0-244-15,92 48 32 0,-72-39-72 16,1 4-112-16,-2 0 0 0,-3 3-44 15,0 6 48-15,-8 0-44 0,0 6-4 16,-4 1-4-16,-4 7-136 0,0-2-220 16,-8 4-124-16,-4 3-64 0,-4-5-52 0,4-1-124 15,0-5-284-15,1 0-448 0,2-11-1164 16,5-4-2793-16</inkml:trace>
  <inkml:trace contextRef="#ctx0" brushRef="#br0" timeOffset="68683.994">17144 14904 4912 0,'0'0'8613'0,"0"0"-6777"0,0 0-656 16,0 0-504-16,0 0 92 0,0 0 440 15,0 0-32-15,100 21-336 0,-65-14-356 16,1-4-191-16,5 0-37 0,-6 0-64 16,-3-3-104-16,-4 0-84 0,0-3-4 15,-5-6-232-15,-2-1-168 0,-1 0-125 16,-9-2-191-16,1-1-200 0,-3 1-312 16,-5 2-820-16,-4 3-1112 0,0 4-3377 0</inkml:trace>
  <inkml:trace contextRef="#ctx0" brushRef="#br0" timeOffset="68851.971">17363 15043 5592 0,'0'0'5525'0,"0"0"-4037"0,-16 89-392 16,12-51 84-16,0 6 64 0,0 4 120 0,-3-1-324 16,3 2-364-16,-1-5-212 0,1-3-108 15,-4-5-136-15,8-11-120 0,-3-6-92 16,-1-9-8-16,4-6-88 0,0-4-204 15,0 0-396-15,0 0-332 0,0-4-320 16,0-6-292-16,0-4-308 0,0 5-1177 16,0-7-2295-16</inkml:trace>
  <inkml:trace contextRef="#ctx0" brushRef="#br0" timeOffset="69010.947">17255 15268 4924 0,'0'0'3972'0,"0"0"-2740"0,0 0-111 16,0 0 279-16,0 0 0 0,0 0 16 15,0 0-284-15,88-44-260 0,-64 44-44 16,-4 0-164-16,4 0-184 0,-4-3-184 16,4 0-152-16,0-4-144 0,3-2-12 0,-3-4-60 15,-3-4-332-15,3-1-420 0,-5-4-500 16,-3 2-820-16,8-5-3353 0</inkml:trace>
  <inkml:trace contextRef="#ctx0" brushRef="#br0" timeOffset="69201.687">17845 14963 12745 0,'0'0'2312'0,"0"0"-1420"16,0 0-348-16,-27 74 192 0,18-52 500 0,5 0-288 16,0 1-568-16,1-8-296 0,3 1-84 15,0-4-168-15,0-1-348 0,0-6-212 16,7-2-348-16,-3-3-788 0,0 0-2264 0,5-5-2349 15</inkml:trace>
  <inkml:trace contextRef="#ctx0" brushRef="#br0" timeOffset="69373.244">18033 14909 11821 0,'0'0'2524'0,"0"0"-1512"0,0 0-184 15,0 0 48-15,0 0 156 0,-33 82-268 0,25-59-668 16,-3 0-96-16,3-1-120 16,-4 0-388-16,4 1-368 0,0-5-412 0,-4 1-528 15,8-2-1236-15,-8 2-3745 0</inkml:trace>
  <inkml:trace contextRef="#ctx0" brushRef="#br0" timeOffset="69774.789">17060 14611 8444 0,'0'0'4677'16,"0"0"-3357"-16,0 0-1028 0,0 0 476 0,0 0 376 16,88-16 140-16,-60 10-176 15,8 0-360-15,0-5-148 0,7 5-160 0,1 4-112 16,8-2-12-16,3 4 269 0,1 0-89 15,0 0-232-15,4 4-128 0,-4-2-76 16,-5-2 12-16,1 4-72 0,1-4-56 16,-6 0-16-16,-3 0-76 0,-8 0-240 15,0-4-96-15,-8-2-49 0,-4 4-211 0,-9 2-184 16,2-5-464-16,-10 3-848 0,-3 2-1664 16,-4 0-2349-16</inkml:trace>
  <inkml:trace contextRef="#ctx0" brushRef="#br0" timeOffset="70454.108">18937 14274 2584 0,'0'0'704'0,"0"0"5484"0,0 0-3919 16,0 0-501-16,0 0-248 0,0 0-24 15,0 0-240-15,0 0-132 0,0 0 4 16,0 0-164-16,24 70-344 0,-16-37-143 16,3 4-125-16,-2 4 8 0,-1 7-80 15,0 2-28-15,-1 8-32 0,2 3 20 16,-5 6-44-16,0 5-40 0,0 4-72 15,-4 7-20-15,0 2-64 0,0 7-84 0,0-2 0 16,0 2 36-16,-4-3-48 0,4-10-52 16,0 1-44-16,0-8 0 0,0-5 56 15,0-4-56-15,7-2 0 0,-3-10-88 16,0-7 0-16,5-9 88 0,-9-7-52 16,4-8-25-16,0-5-107 0,-1-8-160 15,1-4-108-15,0-3-340 0,5-3-360 0,-5-10-504 16,3-3-920-16,1 1-2405 0,0-18-2535 0</inkml:trace>
  <inkml:trace contextRef="#ctx0" brushRef="#br0" timeOffset="71029.749">19746 14868 4528 0,'0'0'6513'0,"0"0"-4589"0,0 0-488 16,0 0-340-16,0 0 24 0,0 0-64 15,0 0 56-15,0 0 80 0,0 0-288 16,91 22-260-16,-55-19-159 0,0-3-205 16,0 0-72-16,0 0-40 0,0-3-84 15,-4-3-84-15,-4 1 0 0,0-6-72 0,-4-2-196 16,-1 4-301-16,-3-7-259 0,-8 4-220 16,4-1-512-16,-8 6-1348 0,-8 0-3105 0</inkml:trace>
  <inkml:trace contextRef="#ctx0" brushRef="#br0" timeOffset="71284.575">20065 14925 6080 0,'0'0'2716'16,"0"0"1685"-16,0 0-3157 0,0 0-344 16,-33 83 68-16,25-61 56 0,5 0 4 15,-1 5-256-15,4-6-304 0,0 4-124 0,0 1-64 16,0 0-24-16,0-1-60 0,4 0-48 15,-1-3-28-15,5-3-60 0,1-3-60 16,-1-3-4-16,3-3-4 0,6-5-52 16,-2-1-12-16,1-4-344 0,5 0-96 15,2-9-52-15,1-5-236 0,4 0-324 16,0-6-556-16,4 1-620 0,-8 3-2309 16,4-3-2619-16</inkml:trace>
  <inkml:trace contextRef="#ctx0" brushRef="#br0" timeOffset="71861.57">20483 14608 1540 0,'0'0'1108'15,"0"0"4300"-15,0 0-2964 0,0 0-707 16,0 0-357-16,0 0 76 0,0 0-68 16,0 0-108-16,0 0-292 0,0 0-312 0,0 0-224 15,11 64-168-15,-11-39-52 0,0 0-124 0,0-3-60 16,0 0-36-16,0-2-12 15,0-8-44-15,0 1-100 0,0-6-384 0,0-4-132 16,0 0-156-16,0-3-172 0,5 0-364 16,3-6-768-16,-4 2-929 0,3-12-2003 0</inkml:trace>
  <inkml:trace contextRef="#ctx0" brushRef="#br0" timeOffset="72034.129">20599 14649 1736 0,'0'0'1448'16,"0"0"-904"-16,0 0 4072 0,0 0-2376 15,0 0-439-15,0 0-309 0,0 0-340 16,0 0-72-16,-8 76-212 0,3-50-160 0,-3-5-204 16,4 5-232-16,-3-3-124 0,3-1-148 15,0-3 0-15,-1-2-208 0,5-6-508 16,0-1-416-16,0-3-456 0,0-1-956 16,9-6-2885-16</inkml:trace>
  <inkml:trace contextRef="#ctx0" brushRef="#br0" timeOffset="72368.612">20833 14497 2600 0,'0'0'7644'0,"0"0"-5675"0,0 0-793 16,0 0-48-16,0 0 236 0,-15 67-76 15,15-42-408-15,-4 4-384 0,4 2-176 16,0 4-24-16,0 3-28 0,0 6-36 0,0 1 16 16,0 6-80-16,0 0-20 0,-4 6-64 15,4 3-32-15,-4 0-52 0,4 4-52 16,-5 3 44-16,1-4-40 0,4 1 36 16,-4-4-72-16,4 0 8 0,0-9-44 0,0 0 8 15,0-6-60-15,-3-8 28 0,3-2-16 16,0-6-24-16,0-7-124 0,0-6-12 15,3-4-124-15,-3-5-64 0,4-7-176 16,0 0-356-16,5 0-460 0,-5-7-644 16,0-3-1093-16,-1-2-2863 0</inkml:trace>
  <inkml:trace contextRef="#ctx0" brushRef="#br0" timeOffset="72824.119">21057 15405 1512 0,'0'0'7924'0,"0"0"-5947"0,0 0-541 16,0 0 40-16,0 0 236 0,0 0-184 15,88 16-268-15,-65-10-256 0,1 0-296 16,4 1-196-16,-4-4-120 0,0 0-140 16,-5 0-104-16,6-3-75 0,-5 0-73 15,-1 0-93-15,-2-6-259 0,-6 3-232 16,6-4-124-16,-10 1-88 0,5-3-372 0,-7 5-824 15,-1-2-1900-15,-4 3-2285 0</inkml:trace>
  <inkml:trace contextRef="#ctx0" brushRef="#br0" timeOffset="73035.402">21220 15523 4864 0,'0'0'4656'0,"0"0"-3055"15,0 0-613-15,-17 82-192 0,17-50 248 16,-3 3 332-16,3-1-204 0,-4 4-424 0,4-3-300 16,-4 7-128-16,0-4-60 0,-4-4-148 15,0-1-40-15,4-5-16 0,0-9-56 16,0-3-164-16,4-7-552 0,-4-5-204 16,4-4-236-16,0-4-652 0,0 2-2041 0,0-11-1547 0</inkml:trace>
  <inkml:trace contextRef="#ctx0" brushRef="#br0" timeOffset="73203.936">21208 15770 6352 0,'0'0'5485'16,"0"0"-4025"-16,0 0-444 0,0 0 308 16,0 0-132-16,92 9-136 0,-69-2-340 15,-3-4-320-15,5-3-296 0,-1 0-100 0,4-3-84 16,4-4-300-16,3-6-440 0,-3-2-532 15,4-1-892-15,-12 4-2541 0,12-7-3075 0</inkml:trace>
  <inkml:trace contextRef="#ctx0" brushRef="#br0" timeOffset="73515.624">21722 14979 3008 0,'0'0'10453'0,"0"0"-8465"16,0 0-1168-16,0 0 40 15,0 0 204-15,80 10-52 0,-52-8-228 0,0-2-356 16,-4 0-244-16,3 0-172 0,-3 0-12 0,0 0-144 16,-8-2-428-16,0-1-176 0,-5-4-340 15,2 5-892-15,-9-3-2244 0,-4 5-2717 0</inkml:trace>
  <inkml:trace contextRef="#ctx0" brushRef="#br0" timeOffset="73684.767">21762 15161 2644 0,'0'0'8533'0,"0"0"-6993"0,0 0-748 0,0 0 372 15,0 0 388-15,0 0-204 16,0 0-436-16,83 22-356 0,-59-22-212 16,4 0-184-16,0 0-160 0,4-4 0 15,-4-3-356-15,4 1-272 0,-4 3-276 0,4 1-352 16,0 2-484-16,-8 0-1076 0,8 0-2589 0</inkml:trace>
  <inkml:trace contextRef="#ctx0" brushRef="#br0" timeOffset="74458.657">22838 14649 3464 0,'0'0'1120'0,"0"0"352"0,0 0 2844 15,0 0-2423-15,0 0-313 0,0 0-212 16,0 0-60-16,0 0-52 0,0 0-268 15,0 0-324-15,0 0-432 0,-32 16-168 16,12-4-64-16,0 4 0 0,-4 7-52 16,0 5-20-16,-4 7 24 0,4 4 48 0,-4 2-8 15,0 0 8-15,4 6 0 0,1-3 8 16,-1 2-8-16,4-2 48 0,8-9-48 16,-1-7 184-16,10-6-12 0,3-9-160 15,0-1-12-15,3-5-72 0,10 0 20 16,-1-4 4-16,4-3 40 0,3 0-88 15,5-6 20-15,-3-7-120 0,3 1 192 16,-1-2 0-16,-7-2-56 0,0 4 8 16,0-4 52-16,-8 4 4 0,0-2 48 15,-3 8-52-15,-2-2-40 0,-3 3-84 0,0 3 24 16,-3-5-20-16,-6 4-104 0,1 0-8 16,-3-1-16-16,-2 1-100 0,-2 0 116 15,2 3-80-15,-6-3 0 0,2 3-36 16,2 0 24-16,-2 0-80 0,6 0-136 15,-2 0-532-15,9 0-944 0,-3 3-1913 16,7 0-1387-16</inkml:trace>
  <inkml:trace contextRef="#ctx0" brushRef="#br0" timeOffset="75538.993">23044 14351 2568 0,'0'0'4304'0,"0"0"-175"15,0 0-2805-15,0 0-304 0,0 0-4 16,0 0-104-16,0 0-20 0,0 0-164 15,0 0-268-15,4 70-88 0,-4-58-40 0,0 4 52 16,-4 3 60-16,-3 3-76 0,-1 4-172 16,-1-1-108-16,2 0-88 0,-5-2 0 15,4-1-64-15,0-3-252 0,4 0-152 16,0-3-52-16,0-4-84 0,4 1-220 16,0-6-216-16,0-7-412 0,4 0-564 15,4 0-533-15,4-13-1875 0</inkml:trace>
  <inkml:trace contextRef="#ctx0" brushRef="#br0" timeOffset="75750.604">23228 14455 1292 0,'0'0'1788'0,"0"0"7065"0,0 0-6937 0,0 0-824 0,0 0 220 15,0 0-20-15,-24 77-104 16,16-56-328-16,0 5-420 0,1-3-232 0,-2 5-84 15,5-3-112-15,0-3-12 0,-4 5-76 16,8-9-68-16,0-1-556 0,0-5-160 16,0-3-300-16,8-3-532 0,-4-2-788 15,9-4-3193-15</inkml:trace>
  <inkml:trace contextRef="#ctx0" brushRef="#br0" timeOffset="76652.914">23587 13991 1084 0,'0'0'8880'0,"0"0"-6679"15,0 0-781-15,0 0-316 0,0 0 192 16,0 0-156-16,0 0-296 0,0 0-340 15,0 0-288-15,0 0-208 0,0 0 168 16,32-21-52-16,-17 9-16 0,1-2-68 16,0 2-40-16,0-1 0 0,0 0 8 0,0 4 4 15,1-4 32-15,-6 3-44 0,1 1-4 16,0-1 4-16,-4 4-4 0,0 0 4 16,-1 3-4-16,-2-1 4 0,-1 4-76 15,0 0-8-15,-4 0-112 0,0 0 24 16,0 4 72-16,0 5 100 0,0 7 276 15,0 6-20-15,0 3-108 0,-4 10-48 16,-5 4 32-16,2 5-56 0,-5 3-16 16,0 1-56-16,-4 6-4 0,5-3-8 15,-6 0 0-15,1-4 8 0,4-5 8 0,1-4 0 16,2-6 0-16,5-7 0 0,0-6 0 16,4-3-8-16,0-7 0 0,0 0-12 15,0-5-108-15,4-1-40 0,5-3-76 16,-2 0 4-16,5-9 48 0,4 0 96 0,-4-8 16 15,4 1 64-15,-4 1 8 0,0 2 4 16,0 0 8-16,-4 7-8 0,-4 3 4 16,-1 3 116-16,1 0 60 0,1 0 36 15,-5 6-24-15,4 0 160 0,0 7-36 16,-4 0-88-16,4 2-60 0,0 5-52 16,-4-1 16-16,7 4 8 0,-3 4-20 15,1 2-40-15,-5 3-12 0,4 3 124 16,-4 3-12-16,0 3 32 0,0 4-20 15,0-1 13-15,-4 5-5 0,4-3-24 16,-5 6-32-16,5-2-76 0,0 4-68 16,0-3 8-16,0-4 36 0,5 1 24 0,-5-1-24 15,4-2-48-15,0-1-4 0,0-2-4 16,-1-1 8-16,-3-3-40 0,4 1 40 16,-4-4 8-16,0-2 0 0,0-3-4 15,0-2 0-15,0 2-4 0,0-9 0 0,0-2 4 16,0-7-4-16,-4 1-8 0,1-3-100 15,-1-1-24-15,0-2-64 0,-5-4-68 16,1 3-113-16,-3-2-63 0,-2-1-8 16,-6-3 32-16,-1 3 0 0,1-1-60 15,-6-2-16-15,-3 0-112 0,4 0-136 16,-4-5-344-16,0-4-616 0,0-5-764 16,5 5-1905-16,-17-14-2059 0</inkml:trace>
  <inkml:trace contextRef="#ctx0" brushRef="#br0" timeOffset="99323.048">5626 15265 9068 0,'0'0'1356'0,"0"0"-711"0,0 0-65 0,0 0 1604 15,0 0-664-15,0 0-364 0,0 0-260 16,0 0-140-16,0 0 8 0,-24-16-224 15,27 16-268-15,5 0-212 0,9 0 172 16,7 0 196-16,3 0 256 0,4 0-296 16,6 0-120-16,-1 0-123 0,0 0 39 15,-1 0-64-15,1 0-24 0,1-3-52 16,-10 0-44-16,4-3-96 0,-6 2 96 0,-1 1 0 16,-4 0-56-16,-8 0-188 0,-1 3-277 15,-2-3-111-15,-1 3-52 0,-5 0-76 16,-3 0-200-16,0 0-676 0,0 0-1036 15,0 0-1501-15,-7 0-1283 0</inkml:trace>
  <inkml:trace contextRef="#ctx0" brushRef="#br0" timeOffset="99566.925">5800 15307 5976 0,'0'0'1780'0,"0"0"-432"0,0 0 140 16,0 0-23-16,0 72-197 0,9-43-252 15,-1 6-220-15,-1 3-68 0,6 10-8 16,-1 6-60-16,-1 9-100 0,2 3-216 16,-2 5-132-16,6 2-4 0,-6 0-84 0,1-4-120 15,-3-8 80-15,-2-8-12 16,1-4-72-16,-4-14-4 0,0-7-60 16,-4-12-56-16,0-7-56 0,4-2-280 15,-4-7-136-15,0 0-56 0,0 0-132 0,0-13-288 16,0 0-596-16,-4-9-512 0,0 3-1721 0,-8-16-1595 15</inkml:trace>
  <inkml:trace contextRef="#ctx0" brushRef="#br0" timeOffset="99789.296">5912 15827 5956 0,'0'0'2264'0,"0"0"-1176"0,0 0-184 15,0 0 617-15,0 0-149 0,0 0-100 16,0 0-124-16,0 0-392 0,92 3-120 15,-68 4 108-15,4-4-148 0,4 3-252 16,-4 0-72-16,-1 1-124 0,1-1 12 16,-4-3-24-16,0 3-136 0,0-1-84 0,-1-3 80 15,-2-2 0-15,-5 0-68 0,3 3 8 16,-2-3-72-16,-6 0-356 0,6 0-260 16,-6 0-144-16,2-3-72 0,-2 1-1420 15,1-3-3193-15,-3-1-2155 0</inkml:trace>
  <inkml:trace contextRef="#ctx0" brushRef="#br0" timeOffset="100784.358">7067 15637 4152 0,'0'0'4340'0,"0"0"-3472"0,0 0-312 16,0 0 116-16,0 0 629 0,0 0 155 15,0 0-540-15,0 0-144 0,0 0 72 0,0 0-52 16,0 0-160-16,-43 47-108 0,43-47-92 15,0 0-88-15,0 0-72 0,4-3-124 16,3 1-88-16,6-5 200 0,-2-3-16 16,10-3 12-16,-1 1-108 0,3-7 12 15,5-1-88-15,0-1 28 0,4-5 44 16,4-6-32-16,4-3-28 0,0 0 12 16,3-6-8-16,2-4-4 0,6-2-80 15,1-7 8-15,4 0 96 0,0-3-96 16,0-1 52-16,-1 8-64 0,1-2 12 0,0 5 60 15,-4 3-72-15,-1-1-64 16,-3 8 56-16,-5 2-188 0,-2 3 192 0,-5 6-68 16,-8 5 20-16,0-2-80 0,-9 7-124 15,-3 0-160-15,-4 3-72 0,-8 7-28 0,0-3-176 16,-4 2-184-16,0 4-220 0,-4 3-684 16,-4-3-1268-16,-3 3-2609 0</inkml:trace>
  <inkml:trace contextRef="#ctx0" brushRef="#br0" timeOffset="100994.471">8116 14532 8520 0,'0'0'1412'0,"0"0"-1192"0,0 0 156 15,0 0 293-15,0 0-1 0,0 0 0 16,0 0 36-16,0 0 160 0,0 0-92 16,92-23-168-16,-69 26-52 0,-3 3-8 0,4 4-160 15,-5 3-60-15,2 6-88 16,-1 7-184-16,-8 2 32 0,-5 7 4 0,2 6-80 15,-5 1 116-15,-4 3-112 16,0-4-12-16,0 0-48 0,-4-3-288 0,-5-6-236 16,2 0-180-16,-5-7-216 0,-1 3-448 15,2-9-1156-15,-13 3-3649 0</inkml:trace>
  <inkml:trace contextRef="#ctx0" brushRef="#br0" timeOffset="101998.094">5869 13236 1148 0,'0'0'4520'0,"0"0"-2740"0,0 0-636 15,0 0 72-15,0 0 49 0,0 0-133 16,0 0-148-16,0 0-144 0,0 0 48 0,0 0-72 15,8 76-48-15,-8-56-84 0,0-5-172 16,0 4-116-16,-4 4-52 0,0-1-12 16,-1 0-36-16,-3 3-76 0,4 1-120 0,1 2-40 15,3-1 28-15,-4-2-16 0,4 2-72 16,0 3-40-16,0 4 40 0,0 1 4 16,4 3 8-16,-1 0 36 0,1 4-36 15,0 2 0-15,5 1 72 0,-5 2-84 16,0-2-48-16,-1 2 36 0,-3-2 12 15,4-1-4-15,-4 3 4 0,0-5 0 16,0 3 4-16,0-4-4 0,0 0-4 16,0-3 0-16,0-6-4 0,0 0 0 15,0-4 0-15,4-2-48 0,0-5 56 16,0 2 4-16,-4 0 0 0,5-8 0 0,-5 1 0 16,0-6 8-16,0-1 36 0,0-2-40 15,0-4 56-15,0 0 8 16,0 0 16-16,0 0-4 0,0-3-84 0,0 0 0 15,0 0-60-15,0 0-76 0,0 0-24 16,0-3-108-16,0-3-152 0,-5-4-172 0,5-2-224 16,-4-4-240-16,0 2-1036 0,0-7-3269 0</inkml:trace>
  <inkml:trace contextRef="#ctx0" brushRef="#br0" timeOffset="103067.601">3681 14907 5428 0,'0'0'3300'0,"0"0"-2328"16,0 0-248-16,0 0 1181 0,0 0-465 15,0 0-564-15,0 0-108 0,87 37-100 16,-63-27-64-16,4 2-68 0,0 1 8 16,8 4-184-16,4 1-40 0,4 8-108 0,3-1 68 15,2 3-56-15,-1 1-16 16,-1 3-60-16,1 3 36 0,3-3-52 0,-2 2-60 15,-2 4-68-15,5-2 4 0,-4-2-4 16,3 1 4-16,-2 0 0 0,-2 0 4 16,1-3-4-16,-4 1 4 0,4-3-8 15,-5-2 0-15,2 2 68 0,-6-2-68 0,6 2 4 16,-10-9 92-16,5 5-96 0,-4-1 0 16,-1 1 4-16,-3-1 0 0,0 0-8 15,-4-3 8-15,4 1 4 0,-4-2-4 16,-4 2 4-16,0-4 0 0,-5 0-8 15,2-6-4-15,-1 3 0 0,-5-7 0 16,2 1-4-16,-6-4-8 0,2 1 8 16,-2-1 4-16,-3-3-8 0,-4 0-4 0,5 0 8 15,-9 0 4-15,4 1 0 0,-4-4 8 16,0 3 52-16,0-3-60 0,0 0-100 16,0 0-120-16,0 0-124 0,0 3-184 15,-4-3-272-15,-5 3-404 0,5 0-704 16,-11-3-2677-16</inkml:trace>
  <inkml:trace contextRef="#ctx0" brushRef="#br0" timeOffset="104320.158">8223 15551 5896 0,'0'0'6657'0,"0"0"-5201"0,0 0-308 16,0 0 140-16,0 0 128 0,0 0-160 16,0 0-348-16,0 0-320 0,0 0-188 15,-56 70-156-15,41-51-72 0,-2 3-76 0,2 0-88 16,-2 3 40-16,-3 4-36 0,5-1-8 16,-6 4 8-16,6 0-4 0,-1 0 0 15,0-1 0-15,0-1 52 0,0-2-60 16,4 1-4-16,0-1 0 0,1-6 4 15,2 0 4-15,1-6-4 0,4-3 0 0,1-1-12 16,3 1-36-16,0-3 48 0,0-3-4 16,3 1 0-16,1-1 0 0,8 3-104 15,0-4 48-15,0 3 60 0,4-2 4 16,-4 0 8-16,4-4-12 0,0 3-4 16,0-3-88-16,0-3 92 0,4 0 4 15,-5 0 4-15,6 0-8 0,-5-9 0 16,-1-1-8-16,-3-4 4 0,1 3 4 15,-2-5 64-15,2 3-56 0,-6 1 40 16,-3-5-44-16,4 4 0 0,-4 4 8 16,-4 0-4-16,0 2 64 0,0-2-60 0,0 2-4 15,0 1 0-15,-4-3-8 0,0 2-44 16,-4-2-28-16,-4 3-24 0,0-1-88 16,1 1-72-16,-6-4 0 0,2 4-24 0,2 2-52 15,-2 2 40-15,2 2-88 16,6 0-284-16,-5 0-620 0,-4 2-1300 0,8 2-3085 15,-9 9-3075-15</inkml:trace>
  <inkml:trace contextRef="#ctx0" brushRef="#br0" timeOffset="105468.606">4741 15973 2552 0,'0'0'6284'0,"0"0"-4396"16,0 0-679-16,0 0 415 0,0 0 88 16,0 0-280-16,0 0-176 0,0 0-248 15,0 0-100-15,-64 29-160 0,48-20-164 16,0 1-184-16,-4 2-95 0,5 1-121 16,-9 0-28-16,3 2-60 0,-3-2 16 15,5 4-52-15,-5-5-48 0,0 3 0 16,-1 5-12-16,-2-1-12 0,0 3-60 0,-1 4-4 15,0-1 4-15,3 0-12 0,1 0-36 16,9 1 32-16,-2-3-20 0,10-2-13 16,-1-1-15-16,4-1 28 0,-1 0-36 15,5-7 8-15,0 1 40 0,0-3-64 0,5-7-108 16,7 3 12-16,-5-3 100 0,14 1 68 16,-6-4 40-16,9 0 40 0,0 0-4 15,1 0-60-15,-6-7 72 0,1 1 16 16,0-1-4-16,-4 1 60 0,-4 0-72 15,-4-1-60-15,0 1-4 0,-1 3-8 16,-2 0-76-16,-5 0-60 0,0 0 0 16,0-1 12-16,0 1-24 0,0 0-16 15,-5 0 28-15,-2-3 136 0,-1 3-64 16,-5-1-88-16,-2 1 28 0,3 0 48 16,-8 0 132-16,4-1 12 0,-3 4 8 15,2-3-4-15,2 0 16 0,2 3-16 0,5-3-252 16,5 3-256-16,-1-4-444 15,0 4-332-15,4-2-300 0,0-3-480 0,0 3-561 16,4-1-1307-16,7 0-664 0</inkml:trace>
  <inkml:trace contextRef="#ctx0" brushRef="#br0" timeOffset="106013.329">4900 16093 2540 0,'0'0'6616'0,"0"0"-4663"16,0 0-617-16,0 0 104 0,0 0 28 15,0 0-312-15,0 0-384 0,0 0-152 16,0 0-64-16,0 0-52 0,0 0-132 15,0 0-188-15,0 0-28 0,0 0 40 0,0 0 12 16,0 0-72-16,0 0 0 0,0 0 8 16,0 0 52-16,0 0 12 0,0 0 36 15,0 0 24-15,0 0-76 0,0 0-56 16,0-2-52-16,0 2-35 0,0 0-37 16,0 0 60-16,0 0-60 0,0 0-4 15,0 0-8-15,0 0 8 0,0 2 36 16,0 5-44-16,0-1-72 0,0 7-12 15,0 3 11-15,0 5 25 0,0 3 36 16,4 4 4-16,0-3-80 0,1 1-56 0,-5-4-232 16,3 1-100-16,1-8-88 0,-4-3-132 15,4-1-104-15,-4-5-312 0,4 0-664 16,0-4-568-16,0-2-877 0,4 0-2143 0</inkml:trace>
  <inkml:trace contextRef="#ctx0" brushRef="#br0" timeOffset="106217.367">5151 16087 5500 0,'0'0'5076'16,"0"0"-3519"-16,0 0-141 0,0 0 432 16,0 0-264-16,0 0-360 0,0 0-324 0,0 0-336 15,0 0-220-15,4 74-160 16,-4-52-172-16,-4 0-12 0,0 3-84 0,0 1 80 15,0-1-232-15,1 4-352 16,-1-1-480-16,-1 7-636 0,-3-6-2224 0,0 21-4189 0</inkml:trace>
  <inkml:trace contextRef="#ctx0" brushRef="#br0" timeOffset="124328.095">3629 14777 5124 0,'0'0'7161'16,"0"0"-5693"-16,0 0-616 0,0 0 244 16,0 0 96-16,4 88-40 0,0-63-372 0,4 4-340 15,0 3-144-15,0 0-64 0,-4-1 12 16,4 1-36-16,-4 1-36 0,0-5-112 16,0-6-60-16,0-7-44 0,-4-1-4 15,4-6-112-15,-4-4-196 0,0-2-232 16,0-2-172-16,0-2-120 0,0-7-264 15,0-5-1492-15,0 2-2829 0,0-11-2667 0</inkml:trace>
  <inkml:trace contextRef="#ctx0" brushRef="#br0" timeOffset="124465.885">3625 14872 1656 0,'0'0'2348'16,"0"0"1720"-16,0 0-1143 0,0 0-1181 15,0 0-404-15,0 0-4 0,0 0-400 16,88-29-352-16,-68 29-272 0,4 3-312 15,0 0 0-15,0 0-236 0,8-3-604 16,4 0-556-16,-9 0-1008 0,21 0-3029 0</inkml:trace>
  <inkml:trace contextRef="#ctx0" brushRef="#br0" timeOffset="125233.005">7466 15008 508 0,'0'0'2712'0,"0"0"5169"15,0 0-6137-15,0 0-956 0,0 0 176 16,0 0 236-16,0 0 16 0,0 0-420 15,0 0-316-15,0 0-172 0,-40-36-48 16,40 27-64-16,0-3-84 0,0-7-100 16,4 3-4-16,5-3-4 0,2 3 92 15,-3 0-20-15,5 6 84 0,2 1-76 16,1 3 28-16,4-4 84 0,0 4-112 16,0 3-12-16,-1 0 64 0,6-1-52 0,-5 1 16 15,-5 3-52-15,2 0-48 0,-6 0-48 16,-3 0-12-16,1 3-16 0,-2 1-120 15,-3-4-168-15,4 3-128 16,-4 0-172-16,0-3-140 0,1 0-264 0,-2 0-568 16,-3 0-1008-16,4 3-2045 0,-4 0-827 0</inkml:trace>
  <inkml:trace contextRef="#ctx0" brushRef="#br0" timeOffset="125415.418">7550 15097 5076 0,'0'0'392'0,"0"0"6241"16,0 0-4665-16,0 0-820 0,0 0 100 0,0 0-128 15,0 0-356-15,0 0-172 16,0 0-136-16,0 0-200 0,80-60-256 0,-56 47-84 16,3 0-212-16,1 0-552 0,0 4-588 15,-8 3-1196-15,8 0-3261 0</inkml:trace>
  <inkml:trace contextRef="#ctx0" brushRef="#br0" timeOffset="126668.805">3708 15491 6856 0,'0'0'492'16,"0"0"3497"-16,0 0-2441 0,0 0-400 16,0 0 28-16,0 0-92 0,0 0-224 15,0 0-216-15,0 0-272 0,0 0-112 16,0 0-24-16,28-45 44 0,-7 39-80 16,-6-1-44-16,9 1-92 0,-3 3 20 15,-1 0 52-15,3 3-12 0,-3 0-16 16,0 0-44-16,0 3-56 0,-4 3-8 0,-4 4 0 15,0-1 0-15,0-3-4 16,-4 4-8-16,-1-1 4 0,2 1-52 0,-5-1-48 16,4 2-52-16,-5-3-12 0,1 3-12 15,1-1-52-15,-1-6-120 0,-4 3-76 0,0-3 60 16,0-4 0-16,0 0-148 0,0 0-296 16,0 3-356-16,0 0-768 0,-4 1-2317 15,-5 1-1711-15</inkml:trace>
  <inkml:trace contextRef="#ctx0" brushRef="#br0" timeOffset="126847.829">3800 15662 260 0,'0'0'9764'16,"0"0"-7807"-16,0 0-1009 0,0 0 488 15,0 0 40-15,0 0-232 0,0 0-428 16,0 0-384-16,84 42-296 0,-64-40-128 0,8-2 0 15,0 0-8-15,8-6-376 0,-4 4-480 16,4-5-420-16,3 3-440 0,-11 1-1120 16,20 3-4397-16</inkml:trace>
  <inkml:trace contextRef="#ctx0" brushRef="#br1" timeOffset="132731.999">4215 14440 2796 0,'0'0'3968'0,"0"0"-2800"0,0 0-596 15,0 0 24-15,0 0 2281 0,0 0-1177 16,0 0-848-16,0 0-336 0,0 0 188 15,0 0 316-15,0 0-188 0,28-4-252 0,-16 4-208 16,-5 0-76-16,6 0-40 0,-2 0-8 16,6 0-16-16,-2-3-24 0,6 0-24 15,-1 0-12-15,-1 0-28 0,5-3-68 0,-4 2-28 16,4 1 24-16,0 3-12 0,0-3-44 16,0 0-12-16,-1 3-4 0,1-3-4 15,4 3 4-15,0-7-8 0,0 7 0 16,0-6 4-16,4 0 0 0,8 0 4 15,-5-5 56-15,6 5-56 0,-5-3-52 16,-5 2 52-16,5 2 0 0,-4 1 0 16,4 1-60-16,-5-1 4 0,1 4 56 15,-4 0 0-15,4 0-12 0,-4 0 8 16,0 0 0-16,0 0 4 0,4 0 0 16,-4 0 0-16,0 0 0 0,0-3 4 15,4 0-4-15,-4-1 0 0,0 2-8 16,-1-5 8-16,1 5 4 0,-4-2 0 15,0 1-8-15,0 0 4 0,-1 3-4 0,1 0-44 16,-3 0 44-16,3 0 4 0,-1 0 4 16,5 3 8-16,-4-3 0 0,0 0-8 15,4 0 0-15,-4 0 0 0,3-3-4 16,-3 0-12-16,4-1-36 0,-4 1 48 0,1 0 0 16,3 0-4-16,-5-1 0 0,1 1 4 15,0 0-4-15,4 0 4 0,-9 3-12 16,9-3 12-16,-4 0-4 0,0 0-4 15,-3-1-4-15,2 1 12 0,1 0 0 16,0-3 0-16,0 3-48 0,-1-4 48 16,1 4 4-16,1 0-4 0,-5 0-48 15,3 0 40-15,-3 0-4 0,4 3 12 16,1-4-124-16,-2 4 124 0,5 0 12 0,0-3 40 16,-4 0-52-16,4 0 12 0,0 0 0 15,0-1 36-15,-4-3 12 0,3 2-48 16,1-2-8-16,-4 0 0 0,4 1 4 15,-4 0-8-15,4 4-12 0,0-3-28 16,-5 3 32-16,5-2 4 0,0 1-8 0,-4 3 12 16,4 0 8-16,-4 0 0 0,4 0-4 15,-5-3 8-15,2 3 88 0,-1-2-40 16,4-2-12-16,-4 1-48 0,-1-4 4 16,1 4-4-16,0-3 4 0,0 2 8 15,-1-2 48-15,5 0-52 0,0 3-4 16,0 0 8-16,0 3 52 0,-3-4 68 15,-1 1 28-15,-1 3-28 0,1-3-20 16,-4 3-52-16,-1-7-56 0,6 4 8 16,-1 0 36-16,4-3 36 0,0-4 64 15,0 4-28-15,0-3 281 0,0 2-109 0,-1 1-84 16,1 0-40-16,-4-1 40 0,4 4-64 16,-4 0-24-16,0 0-12 0,-9 3 0 15,6-3-56-15,-6 3-40 0,2 0 36 16,-6 0-36-16,2 0 48 0,-6 0 12 0,5 0 0 15,-4 0 24-15,-3-4-48 0,-2 4 24 16,5 0-24-16,0 0 28 0,-4-3-4 16,4 3 12-16,-4 0-24 0,4-4 0 15,-4 4 36-15,3 0-48 0,-2 0-44 16,-5 0-4-16,0 0-4 0,4 0 4 16,-4 0 0-16,0 0 12 0,0 0 0 15,0 0 0-15,0-2 0 0,0 2-4 16,0 0 0-16,0 0-8 0,0 0-84 15,0 0-132-15,-4-3-64 0,-1 3-104 16,-6-7-280-16,-1 5-236 0,-4-5-205 0,1 1-399 16,-10 0-1080-16,9-1-2460 0,-7 3-4485 0</inkml:trace>
  <inkml:trace contextRef="#ctx0" brushRef="#br1" timeOffset="133781.424">4398 14068 3664 0,'0'0'2084'15,"0"0"-560"-15,0 0-56 0,0 0 108 16,0 0-107-16,0 0-201 0,0 0-172 16,0 0-88-16,0 0-164 0,0 0-140 0,-7 9-120 15,2-5-76-15,-3-1-48 0,0 0-64 16,1 0-64-16,-2 4-88 0,-3 2-120 15,-4 1-124-15,1 6-136 0,-6 3-24 16,2 2 12-16,-5 2-24 0,0 6-148 16,0-4-40-16,4 0 28 0,-4 1 60 15,4-4 84-15,5-3 100 0,2-2 80 16,1-5 8-16,5-3 4 0,3 1 0 16,-1-8 4-16,5 2 92 0,0-4-40 15,0 0-60-15,0 0-52 0,0 0 52 16,0 0 124-16,5 3-72 0,3 1 8 0,3 2 140 15,2 0 72-15,2 4 36 16,5-1 200-16,0 4-204 0,4 0-92 16,-4-1 20-16,-1 1-36 0,2 0-60 0,-1-1-124 15,-5 1 0-15,6 0 0 0,-10-1-12 0,6 5-100 16,-2-4-280-16,-2-1-136 16,-2 1-272-16,-3 3-600 0,1-7-1296 0,-2 7-4217 0</inkml:trace>
  <inkml:trace contextRef="#ctx0" brushRef="#br1" timeOffset="134469.475">4932 14141 7776 0,'0'0'2400'0,"0"0"-1487"0,0 0 3 15,0 0 464-15,0 0-84 16,0 0-492-16,0 0-364 0,0 0-176 0,36-79 16 16,-28 63 4-16,4 0-8 0,3-3-64 15,-2-1 0-15,2 1-76 0,2 5 24 16,-2-3 112-16,2 1-24 0,-2 7-40 15,1-1-60-15,0 3-24 0,-4 5-48 16,4 2 20-16,-4 0 16 0,4 2-28 16,-4 5-32-16,0 3 32 0,-1 2-72 15,-2 1 136-15,3-1-24 0,-5-1-16 0,6-3-56 16,-5 3-12-16,3-5-40 0,6-4-48 16,-6-2 40-16,6 0 4 0,-6 0 0 15,6-2 0-15,-6-4-112 0,2 0-328 16,-5-1-208-16,-1 1-28 0,-3 0 24 15,0 1-132-15,-4 3-220 0,0-2-368 0,-4 4-644 16,0 0-997-16,-11 0-2203 0</inkml:trace>
  <inkml:trace contextRef="#ctx0" brushRef="#br1" timeOffset="134663.903">5083 14116 5776 0,'0'0'4224'15,"0"0"-3123"-15,0 0-101 0,0 0 496 16,0 0 100-16,0 0-300 0,0 0-424 16,0 0-116-16,0 0-128 0,0 0-248 15,84-10-256-15,-68 10-124 0,4-3-4 16,0 0-68-16,3 0-212 0,2-4-544 16,3 1-348-16,0-1-608 0,-8 1-2236 15,12-3-4649-15</inkml:trace>
  <inkml:trace contextRef="#ctx0" brushRef="#br1" timeOffset="143814.053">7127 9138 5592 0,'0'0'104'0,"0"0"2872"15,0 0-828-15,0 0-1131 0,0 0-377 0,0 0 76 16,0 0 200-16,0 0-196 0,0 0-264 15,-79-32-92-15,66 29-136 0,2-1 60 16,-1 1 4-16,0 3-92 0,-4 0 148 16,4 0 36-16,-4 0-24 0,0 0-76 15,-3 0-136-15,-2 0 0 0,6 0-72 0,-9 0 24 16,0 0-40-16,-1 0 0 0,1 0 16 16,-3 0-76-16,-1 0 0 0,-3 0-64 15,3 0 56-15,0 3 8 0,-4-3 52 16,4 0 8-16,0 0-60 0,0 0 0 15,4 0 40-15,-4 0 72 0,0 0 12 16,5 0 12-16,-5 0-52 0,3-3 28 16,-3 0-4-16,-3 0-96 0,-1 0-12 15,0-4-8-15,-4 3-284 0,4-1 280 16,-3-2 12-16,-2 5 184 0,-3-5-184 0,-3 3-320 16,-5 2-12-16,1 2 332 0,-2 0 160 15,-3 0 84-15,5 2-144 0,-5 2-4 0,5-4-32 16,-2 2 108-16,1-2-52 15,5 0-8-15,-1 0-28 0,0-2-36 0,0-4 64 16,5 0-40-16,-6-1 4 0,6-3-76 16,-2 1 72-16,6-1-68 0,-5 4 0 15,4-1 40-15,1 5-40 0,-6 2 108 16,2 0-28-16,-1 0-36 0,0 2-40 16,0 1 56-16,4 4 104 0,1-4-44 15,3 0-4-15,0-3 28 0,4 0-88 16,0 0 12-16,0 0 0 0,-4 0 4 15,4 0-28-15,0-6-48 0,-4 3 12 16,4-4 0-16,-4 5-12 0,1-2 0 0,3 1 0 16,-4 3 4-16,4-3 56 0,-4 3-60 15,4 0-4-15,5-3-36 0,-5 3 40 16,4-4 60-16,0 4 12 0,4-3-8 16,0 0 8-16,4 0-24 0,0 0 13 0,5 0-57 15,-2-1 4-15,-2 1 0 0,2 3-8 16,2 0-12-16,-2 0-61 0,5-3-11 15,-3 3 32-15,-2 0-20 0,5 0 0 16,-3 0 28-16,3 0 40 0,3 0 0 16,1 3-56-16,1-3 56 0,-1 0 0 15,4 0 0-15,-4 0-8 0,4 0-52 16,0 0-20-16,0 0-12 0,0 0-88 16,-4 0-316-16,4 0-12 0,0 0-176 15,0 0-208-15,0 0-416 0,-4 0-624 16,4-3-1256-16,0-6-3353 0,12 21 1133 0</inkml:trace>
  <inkml:trace contextRef="#ctx0" brushRef="#br1" timeOffset="144165.533">4183 8671 328 0,'0'0'9216'0,"0"0"-6599"15,0 0-1057-15,0 0-220 0,0 0-4 16,0 0-216-16,0 0-340 0,0 0-408 15,0 0-200-15,0 0-172 0,0 0-104 16,-80 50 4-16,65-27 4 0,-6 5 84 16,-3 1-40-16,5 2 52 0,-1 1-48 15,-1 3 36-15,-2 0-36 0,3-3 48 16,4-1-76-16,-4 1 64 0,4-4-100 0,4-2 16 16,0 0-4-16,4-1-24 0,0-6-12 15,5 3 12-15,3-3 24 16,0 0 52-16,3 4 4 0,9-4 44 0,4 0 212 15,5-3 112-15,-2 0-4 0,9-1-88 16,0 2-8-16,0-8 32 0,4 4 76 0,-4-4-84 16,0-3-16-16,-4 1 36 15,-1-4-84-15,-3 0-172 0,4 1-12 0,-4-4-44 16,0 2-212-16,4-2-272 0,0 0-208 16,-1 0-316-16,9 0-696 0,-12-6-2224 15,16-7-3805-15</inkml:trace>
  <inkml:trace contextRef="#ctx0" brushRef="#br1" timeOffset="146564.233">6984 13471 8764 0,'0'0'2545'0,"0"0"-1121"0,0 0-148 0,0 0 124 16,0 0 244-16,0 0-192 0,0 0-384 15,0 0-336-15,0 0-132 0,0 0-16 16,0 0-11-16,-52 0-149 0,44 4-136 16,-4-4-80-16,0 2-76 0,1 2-72 0,-6 2-4 15,2 0-56-15,-9 7-4 0,3 0-8 16,-3 7 12-16,-3 1-12 0,-1 5-60 15,4 2-12-15,0 4 12 0,4-1 0 16,1 1-16-16,6-6 4 0,5-1-36 16,1-6 36-16,7-3-16 0,0-3-32 15,0 0-48-15,7-4 44 0,6 4 40 16,-2-4 35-16,10 1 13 0,-6-1 40 16,5-3 4-16,0-2-72 0,-4-1-80 15,4 0-4-15,-4-3 52 0,0 0 48 0,0 0 0 16,0-3-52-16,-4-4 64 0,4 1 48 15,-8 0-4-15,3-4-8 0,-3 4-136 16,-3 0 28-16,-1 3 72 0,-4 3-12 16,0-4-64-16,0 4 4 0,0 0 44 15,0-3 4-15,-4 0-236 0,-1 3 52 16,-3-7 48-16,1 7-36 0,-1-7 8 0,-5 5-8 16,6 2-28-16,-1-3-136 0,-1 3-172 15,5 0-232-15,-3 0-256 0,3 0-560 16,0 0-532-16,4 0-1045 0,0 0-2063 0</inkml:trace>
  <inkml:trace contextRef="#ctx0" brushRef="#br1" timeOffset="148114.118">7255 13358 992 0,'0'0'2476'0,"0"0"-652"0,0 0 0 15,0 0-124-15,0 0-212 0,0 0-239 16,0 0-169-16,0 0-88 0,0 0-40 16,0 0-104-16,0 0 156 0,8-17-132 15,-8 17-116-15,0 0-16 0,0 3-88 16,0-3-76-16,-4 3-24 0,4 3-176 16,-4 1-168-16,-1 5-100 0,-2 7-24 15,-1 4-32-15,0 3-44 0,0-1-8 16,0 3-48-16,0 1-12 0,1 2-108 0,-2-1-260 15,5 1-316-15,-4-5-212 0,8-8-216 16,-4 1-864-16,4-9-2056 0,0 2-2701 0</inkml:trace>
  <inkml:trace contextRef="#ctx0" brushRef="#br1" timeOffset="150170.254">5402 8064 5640 0,'0'0'6973'0,"0"0"-5141"0,0 0-1072 0,0 0-32 16,0 0 500-16,0 0-260 15,0 0-156-15,0 0-60 0,0 0-8 0,63 4-48 16,-35-1-224-16,0 2-95 0,0 2-109 15,4 0 108-15,-4-1 96 0,0-3-156 16,0-3-100-16,0 0-84 0,0 0-12 16,-4-3-36-16,3-3-32 0,-3-4-4 15,1 1-48-15,-5-1-4 0,-5-2-216 16,2 1-140-16,-10 5-160 0,1 0-172 16,-4-1-73-16,0 5-247 0,-4 2-568 15,0 0-1012-15,-4 0-2016 0,-8 0-2473 0</inkml:trace>
  <inkml:trace contextRef="#ctx0" brushRef="#br1" timeOffset="150464.907">5689 8115 560 0,'0'0'9080'0,"0"0"-6875"0,0 0-1129 16,0 0-56-16,0 0 384 0,0 0-136 15,-31 73-336-15,22-57-312 0,5-1-188 16,0 9-112-16,0-3-84 0,0 2-28 15,4 2-36-15,-3 4-76 0,-1-1-32 16,4 4-56-16,0-4 76 0,0 0 0 16,0 2 76-16,0-9 0 0,0-1 72 15,4-7 232-15,-1-1-232 0,5-2-112 0,0-4-48 16,4 0-24-16,0-2 40 0,4-1-88 16,0-3-36-16,0 0-112 0,8-7 4 15,-1 1 68-15,5-7-252 0,0-2-24 16,0-4-64-16,4 0-196 0,-4-8-276 15,0 6-336-15,0-5-860 0,-4 7-1932 16,-1-12-2461-16</inkml:trace>
  <inkml:trace contextRef="#ctx0" brushRef="#br1" timeOffset="150715.881">6290 7753 7552 0,'0'0'5689'0,"0"0"-4621"15,0 0-652-15,0 0 276 0,0 0 792 16,0 0-144-16,-15 76-356 0,11-53-432 16,4 3-296-16,-5 2-156 0,1 2-88 15,1 6 32-15,-1 5-44 0,0 0-72 16,-4 4-148-16,-1 3-592 0,2 2-496 0,-5 2-664 15,4-11-2540-15,-8 19-5189 0</inkml:trace>
  <inkml:trace contextRef="#ctx0" brushRef="#br2" timeOffset="201780.163">24113 8057 9648 0,'0'0'1473'0,"0"0"-625"0,0 0 124 16,0 0 200-16,0 0 116 0,0 0-56 16,0 0-312-16,0 0-288 15,0 0-40-15,0 36-24 0,11-21 80 0,9 8 144 0,8-4-220 16,4 3-180-16,8-3-63 0,4 0-65 15,7-5-56-15,5-2-76 0,0-3-72 16,0-5 0-16,4-2-60 0,-4-2 0 16,-1 0-72-16,1-8-96 0,-4-3-244 15,-5-2-125-15,-2 1-203 0,-6-1-68 16,-11 1-320-16,-7 2-852 0,-14 4-2236 16,-7 0-2269-16</inkml:trace>
  <inkml:trace contextRef="#ctx0" brushRef="#br2" timeOffset="202047.954">24614 8315 6064 0,'0'0'2252'0,"0"0"529"0,0 0-1677 0,0 0-440 16,0 0 100-16,-39 67 428 0,31-45 104 16,-1 0-456-16,-2 7-340 0,3-1-128 15,-4 7 48-15,4 3-148 0,-4 7-64 0,0-1-36 16,4 4-48-16,0 0-52 0,4-7 40 15,1-3 12-15,3-3 72 0,3-10 0 16,5-2 12-16,4-5 72 0,8-5 60 16,-4-3-132-16,4-4-200 0,4-3 40 15,0-3-36-15,4 0-12 0,0-3-184 16,8-9 124-16,3-5-100 0,1-1-108 16,4-2-248-16,-1-6-440 0,-3 1-208 15,4 3-436-15,-16 3-788 0,12-6-2977 0</inkml:trace>
  <inkml:trace contextRef="#ctx0" brushRef="#br2" timeOffset="203446.256">24403 9664 572 0,'0'0'8736'0,"0"0"-6967"0,0 0-597 0,0 0-164 15,0 0 364-15,0 0 100 0,0 0-184 16,0 0-360-16,0 0-312 0,0 0-208 15,28 4 104-15,-4-1 16 0,8 2 140 16,8 6-96-16,0-2-243 0,0 1-61 16,3-4-112-16,1 0 52 0,0 1-88 0,4-4-24 15,-1 0-24-15,2-3-8 16,3 0-64-16,-1-6 0 0,1-4-4 0,-9 1-156 16,-2-1-20-16,-5-3-196 0,-8 4-37 15,-9-3-171-15,-3 1-196 0,-8 6-136 16,0-2-240-16,-8 0-584 0,0 4-1048 15,-8 0-2509-15,-11 3-2939 0</inkml:trace>
  <inkml:trace contextRef="#ctx0" brushRef="#br2" timeOffset="203962.517">24889 9722 5500 0,'0'0'560'0,"0"0"3788"0,0 0-3459 0,0 0-413 15,0 0 256-15,0 0 644 0,-19 72-124 16,19-55-144-16,0 1-308 0,0 4-228 16,0 3-128-16,4-2 28 0,0 3-116 15,0 2 60-15,-1-2-144 0,1 6-100 16,-4-4 12-16,4 7-28 0,-4 0-68 16,4 3-40-16,-4 3-40 0,0 3-8 15,0 5 60-15,0 1-60 0,0-2-4 16,-4-1 4-16,0 1 56 0,0 0-52 15,1-1 4-15,-1 2-4 0,0-5 44 0,4 0-48 16,-4 3 12-16,4 1-4 0,0-3 4 16,-5 2-8-16,5 1 0 0,-4 0-8 15,0 2-28-15,1-2 28 0,3-1 8 16,-4 8-8-16,0-1-4 0,0 3-116 16,-1 0 112-16,1 4-96 0,-3-5 108 15,3 4 8-15,-4 1-8 0,4-5-48 0,-4 2 44 16,4-3-12-16,-4-8-116 15,4-3 44-15,0-6 76 0,4-3-60 0,0-3 0 16,0-7-88-16,0 1 48 0,0-4 28 16,0 1 20-16,0 2 28 0,0-3-60 15,0 0 32-15,0 0-8 0,0-3-4 16,0 4-8-16,0-4 24 0,0 3-4 16,-4-3-32-16,0 0-28 0,-4-3-24 15,4-3-28-15,0-7-20 0,4 0-124 16,-4-6-216-16,-3 0-272 0,-2-6-708 15,1-4-888-15,4 1-1889 0,-12-10-1679 0</inkml:trace>
  <inkml:trace contextRef="#ctx0" brushRef="#br2" timeOffset="204263.237">24444 11964 10416 0,'0'0'1533'0,"0"0"-1009"16,0 0-180-16,0 0 284 0,0 0 348 16,-9 79 48-16,21-57-308 0,0 0-164 15,1 3-92-15,2-3-48 0,1 4 56 16,0-3-36-16,4-4 88 0,-8 2-56 0,4-1-180 16,-1-1 20-16,-2-3-96 0,2-1-12 15,2-2-48-15,-2 0-16 0,2-4-8 16,2-3-28-16,5-1-84 0,4-5 84 15,4 0-36-15,0-14-60 0,7-2-88 16,2-3 84-16,-2-6-44 0,1-1 40 16,1-2-136-16,-2 0-64 0,1-2-12 15,-1-1-624-15,2-4-252 0,-6 4-316 16,-7 8-1456-16,8-9-3725 0</inkml:trace>
  <inkml:trace contextRef="#ctx0" brushRef="#br2" timeOffset="205275.96">25108 14132 6216 0,'0'0'1524'16,"0"0"1761"-16,0 0-1729 0,0 0-828 0,0 0-28 15,0 0 600-15,0 0 96 0,0 0-68 16,0 0-280-16,105 3-188 0,-74 3-20 15,5-3-216-15,0 4-103 0,7-5-145 16,-2 3-96-16,6-5-52 0,-6 0-224 0,2 0 68 16,-7 0-72-16,-5-5-76 0,1-1-164 15,-4 0-160-15,-4-3-173 0,-3-1-207 16,-6 0-160-16,2 1-460 0,-14 0-1140 16,-3 2-3069-16,-8 4-4407 0</inkml:trace>
  <inkml:trace contextRef="#ctx0" brushRef="#br2" timeOffset="205563.989">25447 14202 7492 0,'0'0'5945'0,"0"0"-4461"0,0 0-956 0,0 0-216 16,0 0 232-16,-40 82 416 0,33-57 8 15,-2 7-440-15,5 4-256 0,0 1-124 16,0 8 24-16,-3-1-52 0,3 4-56 0,0 3 8 15,-1 2 64-15,5 1-16 0,-4-3-8 16,4 0 108-16,0-7 120 0,4-2 248 16,9-7-164-16,-2-4-240 0,6-5-76 15,2-4-108-15,1-3 0 0,4-6-4 16,4-7-44-16,0-3-52 0,4-3 40 16,4-6-144-16,0-7 68 0,3-6-96 15,2-4-252-15,-2-2-204 0,-3-3-192 16,0 3-208-16,-4-4-388 0,-8 7-1204 0,-4-10-3873 0</inkml:trace>
  <inkml:trace contextRef="#ctx0" brushRef="#br2" timeOffset="206697.321">26320 13858 11897 0,'0'0'1788'0,"0"0"-1064"0,0 0-80 16,0 0 500-16,0 0 244 0,0 0-216 16,0 0-312-16,0 0-396 0,0 0-280 15,0 0-60-15,-28 64-116 0,20-35 136 16,-4 3-68-16,0-1 4 0,0 1-80 0,4-4-12 16,0-2-72-16,1-1-124 0,2-9-124 15,1-4-60-15,4-1-120 0,0-11-288 16,4 0-216-16,5-6-424 0,2-8-988 15,1 2-2093-15,8-17-3727 0</inkml:trace>
  <inkml:trace contextRef="#ctx0" brushRef="#br2" timeOffset="206878.985">26559 13868 7856 0,'0'0'6437'0,"0"0"-5565"16,0 0-620-16,-48 90 88 0,28-57 304 15,8 3 488-15,-4 2-400 0,4-3-436 16,5 4-296-16,-2-6-104 0,5 0-400 16,0 2-144-16,0-4-148 0,4 1-48 0,0 0-644 15,0-14-1116-15,0 8-2641 0</inkml:trace>
  <inkml:trace contextRef="#ctx0" brushRef="#br2" timeOffset="207084.741">26798 14449 14529 0,'0'0'3752'16,"0"0"-3752"-16,0 0-144 0,0 0 144 15,0 0 556-15,0 0 168 0,84 13-284 16,-60-13-440-16,4-3-72 0,4-4-392 15,0-2-300-15,-4 2-212 0,-1 1-296 16,-3 3-1240-16,-4 0-2821 0</inkml:trace>
  <inkml:trace contextRef="#ctx0" brushRef="#br2" timeOffset="207249.718">26869 14718 1460 0,'0'0'11557'0,"0"0"-9273"0,0 0-2284 15,0 0-100-15,0 0 100 0,0 0 616 16,0 0 140-16,76 14-232 0,-44-24-524 16,0 2-12-16,0-6-764 0,4 4-484 15,-1 4-312-15,-10 3-512 0,14-4-969 0</inkml:trace>
  <inkml:trace contextRef="#ctx0" brushRef="#br2" timeOffset="208816.895">28117 14332 3464 0,'0'0'6700'15,"0"0"-4651"-15,0 0-669 0,0 0-404 16,0 0 108-16,0 0 284 0,0 0-152 16,0 0-172-16,0 0-52 0,0 0-296 0,95 63-232 15,-59-50-100-15,0 0-119 0,4-4-65 16,-4-6-76-16,7-3-100 0,-2 0-8 16,2-3-44-16,-3-9-316 0,0-1-121 15,-4-3-235-15,-4-1-112 0,0 3-284 16,-8-3-504-16,-5 1-1236 0,-6 3-2461 0,-9-2-2063 15</inkml:trace>
  <inkml:trace contextRef="#ctx0" brushRef="#br2" timeOffset="209028.866">28504 14351 6492 0,'0'0'2908'0,"0"0"-303"15,0 0-1517-15,-52 92-480 0,35-58 268 16,6 7 584-16,-1 5-8 0,0 1-400 15,4 1-388-15,0 7-212 0,3-3-168 16,1 0-4-16,1 2-72 0,3-7-72 0,0-5-136 16,3-12-44-16,6 0-148 0,3-11-80 15,-1-10-8-15,6-3-160 0,-2-6-164 16,9-9-48-16,-4-10-204 0,8-6-436 16,0-11-1032-16,-8 8-2677 0,8-20-3606 0</inkml:trace>
  <inkml:trace contextRef="#ctx0" brushRef="#br2" timeOffset="209239.809">29065 14081 11821 0,'0'0'3852'0,"0"0"-3548"0,0 0-232 15,0 0 236-15,0 0 900 0,4 77 320 16,-4-49-716-16,-4 7-472 0,0-1-156 15,1 8-64-15,-6 0-116 0,-3 2-4 0,0 0-156 16,0 0-284-16,1-3-308 0,-6-2-248 16,6-1-308-16,-6-6-896 0,10-10-2237 15,-1 3-2655-15</inkml:trace>
  <inkml:trace contextRef="#ctx0" brushRef="#br2" timeOffset="209644.571">29535 14872 1044 0,'0'0'10177'16,"0"0"-8449"-16,0 0-1280 0,0 0-144 15,0 0 356-15,0 0 240 0,0 0-60 16,0 0-448-16,0 0-204 0,84 9-88 16,-68 0-40-16,-4 1 80 0,0 3 8 15,-8-1 100-15,-1 4-36 0,-3 1-28 16,0 2 4-16,-11 0 20 0,-1-1-120 0,-4 1-88 16,-4-3-56-16,4-3 56 0,-4-3 148 15,1-3-148-15,-2-5-128 0,5-2-60 16,0-7-12-16,0-2 196 0,4-7 4 15,5-6-88-15,-6-3-112 0,9 0 104 16,-3-5-168-16,7 5 68 0,0 0 20 16,0 7 64-16,0 1-52 0,4 4-36 15,3 4-52-15,2-1-12 0,-1 4-328 16,3 0-328-16,2 2-620 0,-2-2-1253 0,1 3-3179 16</inkml:trace>
  <inkml:trace contextRef="#ctx0" brushRef="#br2" timeOffset="210012.668">30025 14541 7432 0,'0'0'7069'16,"0"0"-5557"-16,0 0-1144 0,0 0-192 15,0 0 320-15,0 0 412 0,0 0 384 16,0 0-336-16,88 31-296 0,-60-24-296 0,8 0-120 15,-4-2-88-15,3-1-44 0,1-1-28 16,0-3-84-16,4 0-24 0,-4 0-136 16,0-7-216-16,-1 2-100 0,-7-4-120 15,0-2-224-15,-7 3-116 0,-6-6-376 16,-2 9-1136-16,-10-2-2697 0,-3 0-3831 0</inkml:trace>
  <inkml:trace contextRef="#ctx0" brushRef="#br2" timeOffset="210263.608">30296 14655 5988 0,'0'0'5909'0,"0"0"-4017"16,0 0-1236-16,-16 70-248 0,8-35 336 0,1 3 660 15,-2 4-264-15,1 2-436 0,1 1-276 16,3-2-108-16,0 6-76 0,4-2-84 15,-4-3 24-15,4-2-64 0,4-5-44 16,4-7-64-16,7-8 0 0,5-6-12 16,4-10-48-16,8-6 36 0,8-6-220 0,-1-16-160 15,13-7-284-15,4-13-408 16,4-5-484-16,-13 9-1516 0,30-22-3785 0</inkml:trace>
  <inkml:trace contextRef="#ctx0" brushRef="#br2" timeOffset="-200788.608">4290 7543 1528 0,'0'0'936'0,"0"0"-700"0,0 0-236 16,0 0-92-16,0 0 92 0,0 0 2580 15,0 0-1760-15,0 0-636 0,0 0 208 16,24-12-44-16,-24 12-348 0,0 0-24 15,0 0-784-15,0 0-988 0,0 0-980 16,0 3 1876-16</inkml:trace>
  <inkml:trace contextRef="#ctx0" brushRef="#br2" timeOffset="-194635.551">31208 13344 10852 0,'0'0'2133'0,"0"0"-1001"16,0 0-232-16,0 0 204 0,0 0 88 15,0 0-92-15,0 0-276 0,0 0-344 16,0 0-212-16,0 0-96 0,0 0-52 0,-35-3-56 15,38 3 8-15,6 0-24 0,-1 0-48 16,0 0 72-16,8 0 52 0,-1 0-28 16,6 0-8-16,3 0-28 0,-5 0 0 15,9 0 36-15,0 0-44 0,8 0-44 16,-1 0 0-16,2 3-4 0,3-3 4 0,-8 3-8 16,-1-3-48-16,1 0-4 0,-4 0 52 15,-4 0-84-15,-1 0-196 0,2-6 72 16,-5 4 12-16,-5-5-96 0,2 0-100 15,-6-2-48-15,2 2-80 0,-5-2-208 16,-1-1-176-16,-3 1-740 0,0-1-1024 16,-4 1-1665-16,0 2-1423 0,-8-2 4308 0</inkml:trace>
  <inkml:trace contextRef="#ctx0" brushRef="#br2" timeOffset="-193982.332">31575 13322 2596 0,'0'0'992'0,"0"0"3120"0,0 0-2168 0,0 0-936 16,0 0-159-16,0 0 319 0,0 0 120 16,0 0-300-16,0 0-284 0,0 0-376 15,-12-32-116-15,12 20 128 0,0 2 160 16,0-3-200-16,0-2-116 0,0-2-60 15,0 2-124-15,0-4-40 0,4-1 40 16,0-2 0-16,-4 0 0 0,4 0 36 0,-4-3-36 16,4-4 88-16,1 1 12 0,-2-4 48 15,1-4-148-15,-4-1 0 0,4-1 0 16,-4-4 60-16,0 3 64 0,0-5-120 16,0 3 144-16,-4-3-12 0,4-8 136 15,-4 2 108-15,1-1-132 0,3-2-64 16,-5-1-88-16,1 3-36 0,4-6 52 15,-4 0-104-15,0-3 52 0,0-1-48 0,-3-3 100 16,2 1-52-16,1 0 88 0,-4-4-100 16,1 3 28-16,3-3-16 0,-5 4 0 15,9-7 24-15,-4 3-76 0,4 1 68 16,0 2 32-16,0 1-24 0,0 3-84 0,4 2 8 16,-4-1 44-16,0 1-40 0,0 0 84 15,0 2-84-15,0 1-4 0,0 1 116 16,-4 1-116-16,0 5 52 0,0 3 36 15,1 1 16-15,-5 6 32 0,4 1-144 16,-1-5 0-16,1 3-4 0,4 2 4 16,0-1 0-16,0 0 8 0,0 2 4 15,0 5 48-15,4 2-60 0,1 1 4 16,-5 9 40-16,4 0 44 0,-4 6-76 16,0 3-4-16,0 0 4 0,0 7 48 15,0 1-52-15,0-2-8 0,0 4-4 16,0 0-92-16,0 0-16 0,0 0-20 0,0 0-40 15,0 0 52-15,0 0-88 0,0 0-60 16,0 0 96-16,0 0-56 0,0 0-32 16,0 0-68-16,0 0-116 0,0 0-204 15,-4 0-356-15,-5 0-556 0,5 0-1016 16,-3 0-2913-16,-1 0-2027 0,-1-2 7372 0,50 4-216 16</inkml:trace>
  <inkml:trace contextRef="#ctx0" brushRef="#br2" timeOffset="-193763.701">31528 10118 248 0,'0'0'5292'0,"0"0"-2184"0,0 0-1580 16,0 0-175-16,0 0 107 0,0 0 180 15,0 0-232-15,0 0-404 0,0 0-308 16,0 0-228-16,0 0-244 0,-45 7-224 0,17 5-136 16,-4 4 24-16,-3 7 40 0,-9 5-4 15,-8 4-60-15,-4 6-36 0,0 0-236 16,5 3-40-16,-1-9-16 0,16-6 124 15,8-11 24-15,8-5-112 0,12-7-328 16,5-3-476-16,3-7-1128 0,7-1-2161 16,2-3-703-16,18-14 4896 0</inkml:trace>
  <inkml:trace contextRef="#ctx0" brushRef="#br2" timeOffset="-193617.5">31427 10229 1188 0,'0'0'1080'0,"0"0"4952"0,0 0-4284 16,0 0-159-16,0 0-145 0,0 0 56 15,0 0-328-15,84 35-376 0,-67-23-276 16,2 5-108-16,1 2-176 0,0 3-188 16,8-3-48-16,-1 4-84 0,1 0-576 15,13-2-444-15,-5 2-320 0,-4-11-1228 16,15 7-5293-16</inkml:trace>
  <inkml:trace contextRef="#ctx0" brushRef="#br2" timeOffset="-192160.766">31743 14364 4992 0,'0'0'588'16,"0"0"4837"-16,0 0-4333 0,0 0-68 15,0 0 44-15,0 0 496 0,0 0-84 16,0 0-280-16,0 0-264 0,0 0-216 16,8 2-120-16,3 4 168 0,2-1-183 15,2 1-261-15,5 0-128 0,1 0-52 16,-6-3-36-16,5 1-64 0,0 2-44 16,0 0-44-16,4-2 44 0,-5-1 0 15,5-3-48-15,-3 0-216 0,3 0-248 0,-5-3-145 16,5-4-219-16,-4-2-88 0,-4-4-528 15,0 3-916-15,-8-3-1768 0,-4 7-1661 16,-4-3 465-16</inkml:trace>
  <inkml:trace contextRef="#ctx0" brushRef="#br2" timeOffset="-191918.47">31854 14427 10588 0,'0'0'1261'0,"0"0"-1029"0,0 0-80 16,-51 80 668-16,38-52 540 0,2 1-276 15,3-2-480-15,3 3-100 0,5-2 8 16,0 0-16-16,0 2-100 0,0 2-76 16,0-5 4-16,9 3-20 0,-2 1-44 15,1 1 108-15,5-7 208 0,-2 0-112 16,1-2-172-16,4-8-220 0,0-1-72 16,4-9 4-16,4 1-8 0,4-6 0 15,4-6-532-15,4-13-52 0,3-3 24 0,5-6 88 16,0-4-252-16,0 0-876 0,-4 1-1264 15,-8 1-2237-15,-8 12-1595 0</inkml:trace>
  <inkml:trace contextRef="#ctx0" brushRef="#br2" timeOffset="-191594.439">32567 14290 9480 0,'0'0'2105'0,"0"0"-1233"0,0 0-144 16,0 0 392-16,0 0 216 0,0 0-256 0,0 0-384 15,-36 63-272-15,25-37-28 0,-1-3-52 16,-4 5-136-16,-1-3-132 0,2 4-76 16,3-4-48-16,0-2-28 0,0-4-368 15,8-6-148-15,0-7 44 0,4-6 64 16,0 0-360-16,4 0-492 0,4-10-612 16,7-6-1141-16,-2 7-2891 0</inkml:trace>
  <inkml:trace contextRef="#ctx0" brushRef="#br2" timeOffset="-191416.384">32711 14353 4396 0,'0'0'6056'0,"0"0"-1799"0,0 0-3653 16,0 0-264-16,0 0 528 0,-32 87 612 16,16-62-456-16,0 3-584 0,0 1-348 15,0-4-92-15,1 5-124 0,-6-2-380 16,1 0-468-16,1 1-560 0,2-7-2488 0,-11 8-4829 0</inkml:trace>
  <inkml:trace contextRef="#ctx0" brushRef="#br2" timeOffset="-189815.666">29324 8147 10392 0,'0'0'3245'15,"0"0"-1825"-15,0 0-964 0,0 0-32 0,0 0 456 16,0 0 16-16,0 0 16 0,0 0-208 16,80 28-276-16,-48-28-160 0,0 3-60 15,-4-3-12-15,3 0-60 0,-3 0-40 16,4 0-84-16,-4-6-8 0,0 0-4 16,-1-4-108-16,-3 4-432 0,-3-3-196 15,-6 2-160-15,-2 1-368 0,-6 0-768 16,-3 2-996-16,-4 1-2437 0</inkml:trace>
  <inkml:trace contextRef="#ctx0" brushRef="#br2" timeOffset="-189583.52">29579 8169 3524 0,'0'0'1644'0,"0"0"2420"0,0 0-2824 16,0 0-415-16,-44 80 203 0,36-53 272 0,1 3-156 15,-6 5-300-15,5 3-304 0,1 0-200 16,-2 9-16-16,5-3 12 0,0 4-36 15,4 0-28-15,-4-1-76 0,4-2 4 16,0-7-52-16,4-3-60 0,4-3-76 16,1-9-12-16,2-4 0 0,-3-7-8 15,5-3-80-15,-2-5-36 0,6-4-160 16,2-4 36-16,-3-5-124 0,7-8-300 16,5-4-196-16,-3-5-380 0,3 1-1036 15,-12 3-3057-15,11-10-1023 0</inkml:trace>
  <inkml:trace contextRef="#ctx0" brushRef="#br2" timeOffset="-189356.507">29993 8432 7492 0,'0'0'7701'0,"0"0"-6669"0,0 0-1020 15,0 0 128-15,0 0 556 0,0 0 236 16,0 0-156-16,84 4-468 0,-64-4-232 16,4 0-72-16,0-7-4 0,4 4-124 15,-9-3-468-15,5-1-272 0,-7 4-268 16,-2-3-480-16,-2 6-1076 0,-9 0-3201 0</inkml:trace>
  <inkml:trace contextRef="#ctx0" brushRef="#br2" timeOffset="-189167.705">29938 8629 12973 0,'0'0'2872'0,"0"0"-2392"0,0 0-364 16,0 0 280-16,83-5 352 0,-51-2 4 15,0 0-456-15,4-2-296 0,-4 2-120 16,3-2-476-16,-3-1-556 0,4 1-836 15,-8 3-3021-15,-4-1-4755 0</inkml:trace>
  <inkml:trace contextRef="#ctx0" brushRef="#br2" timeOffset="-187358.518">30540 8143 7476 0,'0'0'2396'0,"0"0"-1155"0,0 0-549 15,0 0 4-15,0 0 172 0,0 0-132 16,0 0-244-16,0 0-212 0,0 0-116 16,0 0 24-16,0 0 28 0,19-25-28 15,-15 22 0-15,1 3 12 0,-2-4 4 0,5 4 72 16,0-3 0-16,0 1-4 0,0-3-60 15,4 0-24-15,4-1-64 0,0-4-40 16,-5 1-72-16,6 2 88 0,-1-3-92 16,-4 1-8-16,-5 7-60 0,6-5 8 15,-9 3 48-15,0 4 4 0,-4 0-8 16,0 0-4-16,4 4-48 0,-4 3 12 0,0-1 48 16,0 6 152-16,0 1-28 0,-4 3-64 15,0 0-12-15,0-4-44 0,-1 4-4 16,1-3 12-16,0-4 48 0,1-2-48 15,3 2 0-15,-4-3 0 0,4-2 0 16,0-1 40-16,0 0-44 0,0-3 40 16,0 0 64-16,0 0-12 0,0 0-16 15,0 0-20-15,0 0 8 0,0-3-24 16,0 3-32-16,0 0-4 0,0 0 48 0,0-3-60 16,0 3-48-16,0 0-16 15,0-4 4-15,4 1-28 0,-1 0 4 0,1 0-40 16,-4 3-48-16,4-3-40 0,1 0-36 15,-5 0 12-15,4 3-12 0,-4 0 0 16,0-4-4-16,0 4-20 0,0 0-96 0,0 0-72 16,0 0-40-16,0 0-48 15,0-3-108-15,0 3-280 0,0-3-712 0,0 0-1321 16,-4-3-3599-16,-1 1 5924 0</inkml:trace>
  <inkml:trace contextRef="#ctx0" brushRef="#br2" timeOffset="-186865.742">30488 8134 1812 0,'0'0'236'0,"0"0"-40"0,0 0-52 16,0 0 3976-16,0 0-2548 0,0 0-392 16,0 0-44-16,0 0 65 0,0 0 3 15,0 0 32-15,0 0-348 0,0 0-136 0,0 0 20 16,0 0-152-16,3 0-60 0,-3 0-140 15,0 0-108-15,8 0-80 0,1 0-36 16,2 2 76-16,10-2 280 0,-2 0 60 16,9 0-244-16,0 0-164 0,0 0-32 15,4-2 24-15,0 2-16 0,-1-6-44 16,1 3-64-16,0 0 12 0,-4-4-8 16,0 0-28-16,-4 0-40 0,0 2-4 15,-4-1-8-15,-4-1 8 0,-1 0-8 0,-2 2-4 16,-5 2-152-16,-1-4-120 0,-3 3-24 15,5 1 0-15,-9 0-72 0,0 1-152 16,0-2-36-16,0 4 12 0,0 0-64 16,0 0-116-16,0 0-228 0,-9 0-400 15,2 0-776-15,-1 0-833 0,-9 6-2063 0,6-3 672 16</inkml:trace>
  <inkml:trace contextRef="#ctx0" brushRef="#br2" timeOffset="-186500.249">30818 8108 156 0,'0'0'692'16,"0"0"5952"-16,0 0-4312 0,0 0-1207 15,0 0-289-15,0 0 200 0,0 0 316 16,0 0-228-16,0 0-332 0,0 0-352 16,0 0-152-16,4 23 136 0,0-13 208 15,-4 2-88-15,0 4-188 0,0 3-72 0,0 3-100 16,0 0-60-16,0 3-28 0,-4 5-32 15,0-2-4-15,-4 7-48 0,4 0 36 16,-4 4-44-16,4 5-4 0,0 0 0 0,4-3 44 16,0 0-40-16,0-3-4 15,4-8 84-15,4-5 76 0,5-6-16 0,-6-7 16 16,9-2 120-16,-4-4 12 0,4-2-8 16,4-4-4-16,0-4-16 0,3-5-55 15,2-8-13-15,3-1-40 0,-4-1-60 16,0-7-56-16,3 5-40 0,-7-2-72 15,0 1-172-15,0-1 15 0,-4 1-123 16,-1 3-184-16,-2 1-160 0,-1 1 0 16,-5 1-16-16,2 1-240 0,-5-2-872 15,0 9-1328-15,-4-6-2541 0</inkml:trace>
  <inkml:trace contextRef="#ctx0" brushRef="#br2" timeOffset="-185922.217">31436 7731 1956 0,'0'0'628'0,"0"0"5352"16,0 0-3908-16,0 0-903 0,0 0-1 16,0 0 128-16,0 0-56 0,-44 76-284 15,32-51-360-15,0 7-260 0,0 0-36 16,-4 3-4-16,4 0-112 0,-4 3-184 16,4-6-52-16,4-4-196 0,0-2-420 15,1-5-168-15,2-7-124 0,1-3-136 0,4-4-152 16,0 0-468-16,0-4-1129 0,-4-3-2711 15,4 0 3184-15,0 0 1793 0</inkml:trace>
  <inkml:trace contextRef="#ctx0" brushRef="#br2" timeOffset="-185374.636">31611 7518 4892 0,'0'0'264'0,"0"0"6041"16,0 0-4437-16,0 0-676 0,0 0 184 16,0 0 176-16,0 0-304 0,0 0-424 15,0 0-360-15,0 0-244 0,0 0-72 0,20-7-64 16,-4 7 100-16,0 0 36 0,8 0-76 15,-4 0-108-15,-1 0-36 0,6-3-84 16,-10 1-124-16,5-5-316 0,-3 0-184 16,2 1-180-16,-3 0-336 0,-4 0-1008 15,-4 3-3017-15,-4-7-4467 0</inkml:trace>
  <inkml:trace contextRef="#ctx0" brushRef="#br2" timeOffset="-185133.755">31902 7289 1280 0,'0'0'10861'0,"0"0"-9137"0,0 0-1220 0,0 0 268 16,0 0 800-16,0 0-304 0,0 0-564 16,0 0-472-16,0 0 64 0,0 0 96 15,0 93 124-15,0-58-52 0,0 2-184 0,-4 5-208 16,-8-2-72-16,0 9-8 15,0 2-64-15,-4-1-88 0,1 0-304 0,-2-1-124 16,6-2-136-16,-2-1-112 0,5-9-284 16,5 1-496-16,3-9-704 0,0-7-909 15,3 3-2715-15</inkml:trace>
  <inkml:trace contextRef="#ctx0" brushRef="#br2" timeOffset="-184618.753">32073 8141 520 0,'0'0'10076'0,"0"0"-7879"15,0 0-1125-15,0 0-340 0,0 0 240 16,0 0 384-16,0 0-240 16,0 0-364-16,0 0-64 0,0 0 60 0,0 0-148 15,100 28-200-15,-77-22-84 0,1-3-48 16,1 1-75-16,3-1-57 0,-4 0-52 15,4-3-76-15,-1 0-8 0,1-6-244 16,-4 2-241-16,-4-2-183 0,-5 0-152 16,-2 0-100-16,-5 2-472 0,-4-2-1312 15,-1 3-2433-15,-3-3-1991 0</inkml:trace>
  <inkml:trace contextRef="#ctx0" brushRef="#br2" timeOffset="-184168.759">32284 8185 1356 0,'0'0'328'0,"0"0"388"0,0 0 1852 16,0 0-292-16,0 0-1028 0,0 0-380 0,0 0 256 15,0 0 177-15,0 0-97 0,0 0-212 16,-28 22-204-16,28-19-108 0,0-3-4 16,0 7-84-16,0-5-104 0,0 3-104 15,0 0-64-15,0 2-24 0,0 0-24 16,-4 1-12-16,0 2-52 0,4 0-8 15,-3 6-68-15,-5-2-20 0,4 7 0 0,-5 4-16 16,2 0 4-16,-5 7-16 0,-1 0 40 16,2 0-52-16,3-1 0 0,-1-5-8 15,6-1 32-15,-1-6-48 0,4 0 64 16,0 3 20-16,0-6 4 0,0 3 44 16,0 0 76-16,0-3-72 0,0 0-12 15,4 0-76-15,-4 0-24 0,3 0-60 16,2-4 0-16,-1 1 60 0,4-3-20 0,-4-1-52 15,3 0 12-15,6-2 48 0,-5-1 13 16,3 1-25-16,2-7 48 0,-2 3 40 16,6-3 20-16,2 0 52 0,-2-3 8 15,7-7-68-15,-1 0-16 0,1-5-48 16,0 2-84-16,0-3 0 0,-1-3-144 16,1 3-52-16,-3-3-144 0,-6 3-44 0,2 1-69 15,-2-2-119-15,-2 4-132 0,-2-1-168 16,-3-3-372-16,0 1-732 0,-4 4-1856 15,-4-7-2449-15</inkml:trace>
  <inkml:trace contextRef="#ctx0" brushRef="#br2" timeOffset="-183457.688">31766 8366 5092 0,'0'0'1224'16,"0"0"1752"-16,0 0-2432 0,0 0-404 15,0 0 172-15,0 0 665 0,0 0 91 16,0 0-316-16,0 0-444 0,0 0-168 16,0 0-24-16,48 58 48 0,-44-50 40 15,-4-2-28-15,0 1 16 0,0-1-16 0,0 5 28 16,-8-2-16-16,1-4-64 0,-2 6-48 16,-3-5-64-16,5 0 40 0,-2-2-44 15,1-1 4-15,4-3 92 0,-3 0-56 16,3 0-36-16,0 0-12 0,-1-3-32 15,-3-7 32-15,5 4 100 0,-5-7-48 0,4 1-52 16,0-1-8-16,-1-4-80 0,1 5 24 16,4-1-64-16,0 0-172 0,0 1-16 15,0 5 88-15,0-2-28 0,9 3-148 16,3 2-184-16,-1-2-152 0,6 3-196 16,2-1-497-16,1 2-1211 0,0-1-2052 15,-4 3 2920-15,8 0 861 0</inkml:trace>
  <inkml:trace contextRef="#ctx0" brushRef="#br2" timeOffset="-182788.154">32898 7906 104 0,'0'0'10320'0,"0"0"-8647"16,0 0-1325-16,0 0-108 0,0 0 440 0,0 0 512 15,0 0-32-15,0 0-232 16,-44 76-452-16,32-51-80 0,4 0-12 0,-3-3-60 16,2 0-56-16,1-2-104 0,4-5-164 15,-3-1-44-15,3-3-4 0,4 0-384 16,0-8-372-16,0 0-256 0,0-3-392 0,11 0-464 15,-3-10-2129-15,5 3-2959 0,2-11 5764 16</inkml:trace>
  <inkml:trace contextRef="#ctx0" brushRef="#br2" timeOffset="-182634.004">33073 7997 2520 0,'0'0'4348'15,"0"0"1529"-15,0 0-4905 0,0 0-732 16,0 0 392-16,0 0 704 0,-56 79-180 0,36-49-488 15,1 0-496-15,-5 6-172 0,0-1-272 16,-1 1-272-16,2 4-320 0,-5 5-608 16,8-13-1408-16,-19 18-4761 0</inkml:trace>
  <inkml:trace contextRef="#ctx0" brushRef="#br1" timeOffset="-167920.726">4322 14106 208 0,'0'0'0'0</inkml:trace>
  <inkml:trace contextRef="#ctx0" brushRef="#br1" timeOffset="-167351.93">4322 14106 80 0,'0'0'1236'0,"0"0"-192"16,0 0-340-16,0 0-700 0,0 0-4 15,0 0 52-15,-8 0-24 0,5 0 4012 16,-1 0-3196-16,4 0-544 0,0 0 64 16,-4 0 100-16,4 0-76 0,0-3-24 15,0 3-56-15,0-3 144 0,0 3-75 16,0 0-133-16,0-3-92 0,0 3 16 15,0 0 88-15,0 0 52 0,0 0 140 16,0-3 180-16,0 3 72 0,0 0-104 16,0-4-52-16,0 4-28 0,0 0-28 0,0 0-20 15,0-3-96-15,-4 3-84 0,4 0-128 16,-5 0-36-16,5 0-48 0,-4 0-72 16,0 0-4-16,-3 3-52 0,3 7-220 15,-9-1-100-15,2 7-28 0,-1 3 84 16,0 3 176-16,-4 1-108 0,4 2 44 0,0-3 80 15,0 1 48-15,0-5 12 0,0 2 52 16,0-1-76-16,4-3 0 0,0-1-140 16,1-2-124-16,-2 4 124 0,1-3 100 15,4-3 40-15,1-2 36 0,3-6 4 16,0 1 40-16,0-4-8 0,0 0 16 16,0 0 4-16,0 0 8 0,0 0 76 15,0 0 52-15,0 0 36 0,0-4 52 16,3 4-24-16,1-3-40 0,-4 0-16 15,4 3-8-15,0 0-64 0,1-3-76 0,-1 3 0 16,0 0 0-16,-1 0-12 16,1 0 12-16,4 3 12 0,1 0 64 0,-2 4 0 15,5-1 12-15,0 0 0 0,4 4-40 16,0-1 64-16,4 4-36 0,0-1 24 16,0 4-96-16,-1 1 4 0,2-2 72 15,-2 2-28-15,-3 2-44 0,5 0 0 16,-10-5 4-16,1 3 76 0,0-7-88 0,-8-1-12 15,4-6-52-15,-8 3-4 0,4-6 56 16,-4 4-88-16,4-4-88 0,-4 0-76 16,0 0-112-16,0 0-92 0,0 0-48 15,0 0-172-15,0-4-552 0,0-2-601 16,-4 0-811-16,-4-4-1284 0,4 4 132 16</inkml:trace>
  <inkml:trace contextRef="#ctx0" brushRef="#br0" timeOffset="-109742.21">14781 8871 1684 0,'0'0'7228'0,"0"0"-6064"0,0 0-544 0,0 0-91 15,0 0 383-15,0 0 188 16,0 0-8-16,0 0-108 0,0 0-256 0,0 0-148 15,-35-14-104-15,31 12-44 0,0-2-32 16,-1 2-8-16,1-2 16 0,0 2-16 16,1-3-36-16,-1 3-60 0,0 2-64 0,0-4-24 15,-5 4-48-15,5 0-40 0,-3 0-32 16,-1 0-84-16,-1 0 68 0,5 0-64 16,-3 0-8-16,3 0-4 0,4 0-44 15,-4 0 44-15,4 0-60 0,0 0 56 16,0 0-4-16,0 0 4 0,0 0 8 15,0 0 4-15,0 0 48 0,0 0-40 16,0 0 84-16,0 0-48 0,0 0-48 16,0 0-40-16,0 4-8 0,4-4-20 15,0 2 68-15,3 3 12 0,-3-3 72 0,5 2 24 16,3-2 64-16,-1 2-64 16,2-2 16-16,2 3-28 0,-2-3 0 0,-2 2-84 15,6-1 36-15,-6-3-48 0,-3 3 0 16,8-1-48-16,-4-2 44 0,0 4 4 15,0-4-8-15,0 0 8 0,0 0-8 0,4 0-64 16,-4 0-48-16,4-6-124 0,0 3-148 16,-4-4-72-16,4 5-120 0,-4-5-180 15,-5 7-372-15,2 0-740 0,-1 0-1256 16,-5 0-2677-16</inkml:trace>
  <inkml:trace contextRef="#ctx0" brushRef="#br0" timeOffset="-108358.815">15818 15693 1800 0,'0'0'380'0,"0"0"-160"0,0 0-128 16,0 0 4740-16,0 0-3132 0,0 0-524 16,0 0-171-16,0 0 11 0,0 0 72 15,0 0-20-15,0 0-112 0,-9 0-200 16,9 0-128-16,0 0-80 0,0 0-28 0,0 0-60 16,0 0-52-16,0 0-64 15,0 0-52-15,0 0-68 0,0 0-92 0,0 0-96 16,0 0-36-16,0 0-48 0,4 0-60 15,4 0 8-15,0-2 100 0,4 2 100 16,0 0-40-16,4 0-60 0,0 0 48 16,3 0-44-16,2 0 4 0,-1 0 40 15,-1 0-48-15,2 0-52 0,-5-4 52 16,7 1 4-16,-3 3 4 0,-4-5 4 16,4 5-4-16,-4-5 44 0,-4 5-48 15,0-2 0-15,-4 2-4 0,0 0-12 16,-4 0-52-16,0 0-8 0,-4 0 12 0,0 0-4 15,0 0 16-15,0 0 0 0,0 0-52 16,0 0-72-16,0 0-60 0,0 0-112 16,0 0-52-16,-4 0-88 0,0 2-60 0,4 3-132 15,-4 0-168-15,0-2-264 16,0 3-572-16,0 1-1305 0,-8-1-2595 0,48-40 1360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8:22:26.402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3008 1495 6624 0,'0'0'2920'15,"0"0"-163"-15,0 0-1785 0,0 0-360 16,0 0 488-16,0 0 276 0,0 0-480 16,0 0-424-16,0 0-112 0,0 0 268 15,64 13-24-15,-29-10-200 0,13 0 24 16,8 0 84-16,3-3-84 0,9-3-164 15,4-6-20-15,0-4-36 0,-5 0-135 0,-3 1 11 16,0-4-36-16,-8-3-48 0,-4 3-96 16,-5 2 36-16,-6 0-37 0,-6-3-147 15,-3 8-220-15,-8-4-180 0,-8 8-40 16,-4 0-104-16,-8 3-332 0,-4 2-580 0,-4 2-912 16,-5 5-1377-16,-14 5-2355 0</inkml:trace>
  <inkml:trace contextRef="#ctx0" brushRef="#br0" timeOffset="233.494">3410 1657 1068 0,'0'0'8096'16,"0"0"-6584"-16,0 0-787 0,0 0 315 16,0 0 412-16,-12 70-136 0,16-41-244 15,8 9-288-15,-4 9-200 0,8 7-136 16,-4 3-152-16,4 10-112 0,0 6-96 15,-5 0-88-15,6 3 4 0,-6 0 8 0,2-2-4 16,-2-11-8-16,-3-6-4 0,-3-10 0 16,-1-9-8-16,0-8-100 0,-4-8-136 15,4-7-160-15,-4-5-272 0,0-7-256 0,0-3-440 16,0 0-768-16,0-6-2237 16,0-13-1135-16</inkml:trace>
  <inkml:trace contextRef="#ctx0" brushRef="#br0" timeOffset="394.777">3542 2384 11837 0,'0'0'1140'16,"0"0"-1024"-16,0 0 380 0,0 0 1160 15,0 0-308-15,95-35-416 0,-67 25-360 0,0-2-116 16,4-1-292-16,4-3-164 16,-5 4-48-16,1-1-100 0,-4-3-324 0,0 4-296 15,-4 2-420-15,-4 3-752 0,-4 5-2369 16,-8 4-3035-16</inkml:trace>
  <inkml:trace contextRef="#ctx0" brushRef="#br0" timeOffset="583.638">3585 2660 11957 0,'0'0'1840'0,"0"0"-1004"0,0 0-204 15,0 0 352-15,0 0 60 0,0 0 60 16,88 51-132-16,-48-48-288 0,8-3-232 15,4-3-256-15,-5-10-196 0,1-6-4 16,-1-3-80-16,-2-7-456 0,-6-3-120 16,1-6-176-16,-3-3-376 0,-9-3-1020 15,-5 12-2797-15,-7-15-4763 0</inkml:trace>
  <inkml:trace contextRef="#ctx0" brushRef="#br0" timeOffset="760.198">4155 2188 11477 0,'0'0'2656'0,"0"0"-2020"0,72 85-348 16,-41-44 568-16,10 8 780 0,-1 1-152 15,-1 4-296-15,5 0-796 0,-4-6-392 16,3-7-56-16,-7-6-40 0,1-10-564 16,-1-13-468-16,-8-12 16 0,-1-6-576 15,-7-7-1392-15,0-18-3545 0</inkml:trace>
  <inkml:trace contextRef="#ctx0" brushRef="#br0" timeOffset="916.851">4526 2254 3756 0,'0'0'10953'0,"0"0"-9693"16,-49 90-996-16,26-46 388 0,-1 9 612 16,-4 4-292-16,-4 8-296 0,1 0-296 15,-5 2-220-15,0 1-160 0,-1-3-612 0,-2-4-64 16,-1-6-12-16,-4-3-32 15,1-7-600-15,11-13-1320 0,-28 6-4937 0</inkml:trace>
  <inkml:trace contextRef="#ctx0" brushRef="#br0" timeOffset="1550.787">4574 2717 12985 0,'0'0'1628'16,"0"0"-1164"-16,0 0-360 0,0 0 424 16,75 58 428-16,-55-56-184 0,0-2-204 15,0-12 260-15,0-4-336 0,3-12-188 0,2-7-292 16,-1-13-12-16,-4-2-292 0,-1-5-116 16,-2 1-132-16,-10 3-28 0,1 7 132 15,-8 6-60-15,0 6 48 0,-4 4 104 16,-11 5 108-16,-5 5 220 0,-5 5-72 15,1 7 88-15,-4 6 88 0,5 0 456 0,3 9-96 16,0 10 200-16,4 6-240 0,8 7-96 16,0 9 80-16,4 10 64 0,4 6 24 15,4 10-64-15,8 2-60 0,8 2-88 16,0-1-88-16,0-11-132 0,3-10-48 16,-2-15-116-16,3-11-140 0,0-14-112 15,-5-6-120-15,5-6-140 0,0-16-60 16,0-10-252-16,0-8-400 0,0-12-832 15,-12 9-2041-15,4-27-1091 0</inkml:trace>
  <inkml:trace contextRef="#ctx0" brushRef="#br0" timeOffset="1784.469">5044 2263 9352 0,'0'0'2541'0,"0"0"-1633"16,0 0 240-16,0 0 596 0,0 0-604 16,0 0-468-16,0 0-88 0,88 93-116 15,-77-58-100-15,1 0-36 0,-3 6-12 0,-2 0-136 16,1 7-24-16,-4-4-148 0,0 1 36 15,-4-4-40-15,0-10 40 0,0-4-36 16,0-13 36-16,0-3 16 0,0-9 56 16,0-2 64-16,4 0 36 0,-4-6 352 15,4-3-256-15,0-8-316 0,0-1-32 16,11-14 24-16,2-3 8 0,3-6-144 16,-1-3-76-16,6-1-72 0,3 0-208 15,-4 1-212-15,4 0-132 0,0 2-320 16,-1 4-536-16,-11 6-952 0,8-2-2973 0</inkml:trace>
  <inkml:trace contextRef="#ctx0" brushRef="#br0" timeOffset="2362.445">5761 2149 11461 0,'0'0'1448'0,"0"0"-1104"15,0 0 240-15,0 0 468 0,0 0 360 16,0 0 44-16,-84-22-368 0,72 28-400 16,5 0-200-16,-6 4-120 0,1 6-52 0,5 7-48 15,-2 8 96-15,5 7-72 16,4 9-84-16,0 5-51 0,9 2-9 0,-1-1-16 15,-1-8-48-15,5-4-36 0,0-9-48 16,4-3-72-16,-4-11-48 0,4-5-36 0,0-6-16 16,3-7-37-16,2 0-167 0,3-16-72 15,4-6-28-15,-4-11-308 0,3-5-496 16,-3-6-708-16,4-3-1200 0,-8 9-2529 16,4-16-211-16</inkml:trace>
  <inkml:trace contextRef="#ctx0" brushRef="#br0" timeOffset="2502.227">6152 2121 7372 0,'0'0'6213'16,"0"0"-4757"-16,0 0-976 0,11 70 276 16,-7-35 624-16,-4-1-20 0,0 4-268 0,-4 1-276 15,-4-2-268-15,5-4-292 0,-1-5-256 16,-1-6-176-16,1-6-552 0,0-7-216 16,4-5-12-16,0-4-340 0,0 0-1096 15,-4-16-3461-15</inkml:trace>
  <inkml:trace contextRef="#ctx0" brushRef="#br0" timeOffset="2654.404">5972 1956 14437 0,'0'0'1212'0,"0"0"-812"16,0 0-400-16,0 0 1032 0,0 0 8 16,75-12-176-16,-51 12-300 0,8 0-296 15,-4 0-268-15,4 0-344 0,4 2-492 0,-1 1-388 16,-10 0-880-16,10 8-3805 0</inkml:trace>
  <inkml:trace contextRef="#ctx0" brushRef="#br0" timeOffset="2954.025">6597 2146 5836 0,'0'0'9413'0,"0"0"-8165"16,-35 67-1024-16,23-48 212 0,3-3 160 0,-2-4-4 15,7-2-160-15,0-4-184 0,4-3-76 16,0-3-172-16,0 0 0 0,8 0-296 16,3 3 172-16,6 1 124 0,3 2 88 0,-1 4-28 15,2-1 4-15,-1 4-56 0,-5 0 88 16,6 6 152-16,-6 2 44 16,-2 2 88-16,-6-2 24 0,1 6-148 0,-8-2-124 15,0-3-68-15,0-3-28 0,-4 4-36 16,-4-4-88-16,5-6-264 0,-6-5-136 15,5-4 60-15,0-4-124 0,0 0-212 16,0-16-404-16,1-3-136 0,3-10-920 16,0 4-2125-16,0-26-1571 0</inkml:trace>
  <inkml:trace contextRef="#ctx0" brushRef="#br0" timeOffset="3173.438">6944 2308 7232 0,'0'0'5901'0,"0"0"-4757"0,0 0-548 16,0 0-92-16,84 48 528 0,-68-48 336 0,3-4-588 15,2-9-252-15,-1-9-232 0,8-9-296 16,-1-4-112-16,-3-9-452 0,4 2-4 0,-8 1-188 16,-1 9 248-16,2 3 108 0,-5 14 56 15,-8 5 320-15,0 10 24 16,-8 3 316-16,0 13 420 0,0 7 144 0,-8 5-188 16,-5 3-360-16,6 1-12 0,3 0-64 15,0-3-256-15,4-7-148 0,4-3-248 16,3-3 40-16,10-3-76 0,-2-4-384 15,6 1-368-15,-5-7-1000 0,-4-3-2549 16,-5 0-2367-16</inkml:trace>
  <inkml:trace contextRef="#ctx0" brushRef="#br0" timeOffset="3615.984">3402 3689 14929 0,'0'0'1808'0,"0"0"-1808"15,0 0 0-15,0 0 288 0,0 0 124 16,0 0 44-16,0 0 164 0,0 0 216 15,104-29 168-15,-37 10-212 0,17-6-284 16,12 3-203-16,7-4-233 0,9 4-60 0,4 3 24 16,2 4-36-16,11 1 0 0,6 8 92 15,9 3 88-15,7 0-68 0,8 3-4 16,4 0 32-16,4-4-140 0,9-5-8 16,0 0 8-16,7-7 12 0,4 3 36 15,0-6 24-15,-3 3-72 0,-5 0-36 16,-4 3-12-16,-7-2-24 0,-9-1 0 0,-4-1-84 15,-7 3 80-15,-9 0 76 16,-7 1 0-16,-12 1-96 0,-6 2 84 0,-6 1-48 16,-12-1-36-16,-8 4-124 0,-9 3 75 15,-11 0-123-15,-13 0-328 0,-3 0-136 16,-12 3-88-16,-8-4-340 0,-8 1-1196 16,-4 0-3573-16</inkml:trace>
  <inkml:trace contextRef="#ctx0" brushRef="#br0" timeOffset="3724.271">9060 2769 20553 0,'0'0'2033'15,"0"0"-2033"-15,0 0-1137 0,0 0-1135 16,0 0-2700-16,0 0-5217 0</inkml:trace>
  <inkml:trace contextRef="#ctx0" brushRef="#br0" timeOffset="4934.622">9662 8636 15233 0,'0'0'4036'0,"0"0"-3380"15,0 0-648-15,0 0 32 0,79 51 608 16,-35-39 408-16,7 1-23 0,5-4-53 16,8 1-184-16,0 0-204 0,8-7-208 15,3 0-228-15,2-3-72 0,-2-6-72 16,1-7-12-16,-5 0-4 0,-7 1-92 0,-4-4-96 16,-8 5-120-16,-9 3-148 0,-3 2-216 15,-8-1-96-15,-12 7-136 0,-4 0-625 16,-16 2-1227-16,0 3-2500 0,-12 13-2397 0</inkml:trace>
  <inkml:trace contextRef="#ctx0" brushRef="#br0" timeOffset="5131.207">10083 9083 6400 0,'0'0'10045'0,"13"83"-8653"16,-5-39-888-16,8 10-32 0,-4 7 632 15,3 6 92-15,-2-2-139 0,-2 9-465 16,2-1-240-16,-2-3-240 0,1 3-112 16,-3-3-12-16,-2-11 0 0,-3-1-72 15,-4-13 24-15,4-11-60 0,-4-8-4 16,0-14-56-16,0-6-304 0,0-6-233 16,0-2-111-16,0-14-272 0,0-3-552 0,0-13-524 15,-4 3-2128-15,-7-24-2645 0</inkml:trace>
  <inkml:trace contextRef="#ctx0" brushRef="#br0" timeOffset="5283.202">10287 9432 14909 0,'0'0'2012'15,"0"0"-1428"-15,88 4-360 0,-53-1 60 16,5-3 260-16,-3-3 180 0,-2-7-232 16,1-6-124-16,4-6-204 0,4-3-164 15,-1-7-660-15,6 0-212 0,-6 4 292 16,1-5-684-16,-16 15-1592 0,12-14-3985 0</inkml:trace>
  <inkml:trace contextRef="#ctx0" brushRef="#br0" timeOffset="5866.466">9937 6791 7416 0,'0'0'5885'0,"0"0"-4541"0,0 0-712 0,0 0-68 15,0 0 552-15,0 0 436 0,0 0-192 16,0 0-212-16,11 82-332 0,-7-38-195 16,0 8-125-16,0 3-160 0,1 7-80 15,-1-1-76-15,-1 5-24 0,1-2-72 16,0 0-32-16,0-5-52 0,4 2-64 15,-3-4-44-15,2-3 12 0,-3-7-96 16,0-2-136-16,4-10-96 0,-4-3-84 16,4-10-89-16,-4-6-95 0,-4-3-76 15,4-7-272-15,-4-6-380 0,0 0-592 0,0 0-988 16,0-6-2625-16,0-7-1171 0</inkml:trace>
  <inkml:trace contextRef="#ctx0" brushRef="#br0" timeOffset="6314.888">9366 5620 8188 0,'0'0'2769'16,"0"0"-1061"-16,0 0-548 0,0 0-108 15,0 0 168-15,0 0 452 0,0 0-500 16,96 25-264-16,-55-16-212 0,6-2-108 16,1-1-128-16,-1-6-131 0,5 0-133 15,-4 0-112-15,0-6-12 0,-5-4-72 16,2-2 0-16,-2-1-4 0,-2-3-100 0,-2 0-249 15,-7-3-183-15,0 5-132 16,-8 0-128-16,-9 3-368 0,2 6-1032 0,-13 2-2832 16,-4 3-3533-16</inkml:trace>
  <inkml:trace contextRef="#ctx0" brushRef="#br0" timeOffset="6513.228">9617 5797 6384 0,'0'0'5765'0,"0"0"-4373"0,-15 73-288 16,11-32 584-16,4 4 16 0,0 3-276 16,0 2-340-16,-4 1-320 0,4-3-256 15,0 6-135-15,-5 0-209 0,1-4-160 16,1 2-8-16,-1-8-96 0,4-9-268 16,0-10-209-16,0-6-143 0,4-9-68 15,-1-3-184-15,10-7-492 0,-9 0-1248 0,4-4-3449 16</inkml:trace>
  <inkml:trace contextRef="#ctx0" brushRef="#br0" timeOffset="6755.842">9638 6194 8232 0,'0'0'5913'0,"0"0"-4525"0,0 0-776 0,0 0 232 16,0 0 704-16,0 0-408 0,0 0-284 15,0 0-404-15,0 0-12 0,0 0-15 16,95-60 47-16,-63 41-144 0,4 0-148 16,4 0-68-16,-4 6-104 0,3-3-8 15,-3 3-48-15,0 0-4 0,0 7-32 16,0-3-180-16,0 2-441 0,-8 1-219 0,4 3 44 16,-8 0-324-16,-9 3-924 0,-3 0-1860 15,-7 3-2605-15</inkml:trace>
  <inkml:trace contextRef="#ctx0" brushRef="#br0" timeOffset="7099.991">9534 6467 9532 0,'0'0'2833'0,"0"0"-1757"16,0 0-492-16,0 0 492 0,0 0 496 16,0 0-316-16,0 0-332 0,0 0 20 15,100 19-124-15,-68-19-116 0,-1 0-192 16,5-6-111-16,0-4-97 0,3-1-76 15,2-6-44-15,-2 1-144 0,6-3-40 0,-6 0-84 16,1 0-16-16,-4 0-188 16,4 3-368-16,-4-1-233 0,-4 5-295 0,-4 5-872 15,-9 5-2824-15,1 2-6577 0</inkml:trace>
  <inkml:trace contextRef="#ctx0" brushRef="#br0" timeOffset="8572.337">11092 7213 11537 0,'0'0'2872'0,"0"0"-1864"16,0 0-640-16,-79 19 148 0,58-9 468 0,-3 2-92 15,5 1-16-15,2 3-116 0,6 7-244 16,6 5-312-16,5 4-104 0,0 2 32 16,5 4 16-16,3-2-76 0,3-7-60 15,2-8-12-15,-2-9-84 0,1-5 24 16,4-3-40-16,0-4 40 0,0-11 56 16,8-7-276-16,-4-11-184 0,4-6-284 0,0-2-236 15,-4-5-108-15,-1 3 100 16,-2 6 252-16,-10 4 288 0,1 9 72 0,1 4 112 15,-5 7 136-15,-4 6 132 0,0 3 304 16,0 3 476-16,0 10 124 0,4 6-48 16,-4 6-172-16,0 6-92 0,0 2-76 15,3 2-12-15,-3-1 36 0,0-4-124 0,0-8-208 16,4-11-208-16,-4-1-12 0,0-6-220 16,4-4 0-16,4-7 72 0,1-8 100 15,6-10-12-15,-2-7-568 0,6-13-496 16,-3-3-368-16,0-2-476 0,0-5-224 15,0 2-293-15,4-4-87 0,-5 0 400 16,-2-1-148-16,2 7 532 0,-6 0 1800 16,2 13 208-16,-3 7 2544 0,-4 12-240 0,-4 3-84 15,5 6-280-15,-5 7-363 0,0 3-281 16,0 0-280-16,0 7-116 0,0 5-248 16,-5 7-288-16,5 6-92 0,0 10-36 15,-4 7 24-15,0 9 80 0,4 7-132 16,0 4-148-16,0 5-220 0,0-1-48 15,0-5-52-15,0-5-336 0,4-7-508 16,5-15-148-16,6-8-96 0,2-14-192 16,-6-8-740-16,10-8-2881 0</inkml:trace>
  <inkml:trace contextRef="#ctx0" brushRef="#br0" timeOffset="8982.685">11956 7254 13461 0,'0'0'2000'0,"0"0"-1232"16,-47 80 96-16,27-45 548 0,-4 3 208 0,4-3-304 16,4-6-431-16,8-4-401 0,4-10-484 15,4-4-36-15,0-9-252 0,8-2-28 16,4 0 232-16,8-6 20 0,0-6 4 16,3-5-145-16,1-1-75 0,0-1 60 15,1 3 52-15,-1 4 56 0,-1 5-48 0,1 0-32 16,0 7 132-16,4 3 52 15,-4 10 8-15,3 3 92 0,-3 6 4 0,-3 6 16 16,-1 4-16-16,-5 0-84 0,-3 3 136 16,-3 6 56-16,-6-2 4 0,-3 8 121 15,-3 1-49-15,-10 3-40 0,-6-4 16 16,-5 0-16-16,-1-2-8 0,-2-4-40 16,-5-6-44-16,4-6-64 0,0-7 12 15,8-9 12-15,0-3 12 0,5-10-48 16,2 0-24-16,5-10-48 0,1-3-156 15,2-9-180-15,5-10 20 0,0-3 24 16,5-9 40-16,10 0 96 0,2-10-136 0,2 3 36 16,5 0 23-16,4-3-19 15,0 3-200-15,4-3-132 0,3 4-408 0,-3-2-1056 16,-4 17-1820-16,8-15-2845 0</inkml:trace>
  <inkml:trace contextRef="#ctx0" brushRef="#br0" timeOffset="9458.031">13260 6524 14397 0,'0'0'1648'16,"0"0"-1648"-16,0 0 8 0,0 0 388 15,-56 93 336-15,36-49 164 0,-5 6 112 16,2 14-196-16,-5 3-300 0,0 13-256 16,0 2-72-16,-4 10-52 0,-3 6 76 0,-2 0-28 15,-2 7-44-15,-5 1-132 0,4-2-4 16,-4-3-48-16,8-2-24 0,-3-13-148 15,11-10-12-15,4-16 0 0,7-15 24 16,6-18-12-16,7-13-184 0,4-7-280 0,0-7-288 16,4-4-384-16,4-8-464 0,-1-1-532 15,14-26-2965-15</inkml:trace>
  <inkml:trace contextRef="#ctx0" brushRef="#br0" timeOffset="9886.388">13462 7242 14485 0,'0'0'2116'15,"0"0"-1244"-15,0 0-44 16,88 19 304-16,-60-13-68 0,4-2-160 0,0-4-151 16,0 0-317-16,3-13-172 0,5-3-176 15,0-7-80-15,-4-5-8 0,4-7-160 16,-5 1-396-16,-3 1-221 0,-8 3-151 16,0 3-96-16,-8 8-296 0,-4 3-456 15,-4 10-800-15,-8 0-2329 0,-4 6-1883 0</inkml:trace>
  <inkml:trace contextRef="#ctx0" brushRef="#br0" timeOffset="10083.127">13741 7343 12449 0,'0'0'2136'0,"-19"86"-1152"0,10-37-456 0,5 4 236 0,0 10 712 16,-3 4-256-16,-1 0-120 0,3 2-284 16,1 2-195-16,1-3-197 0,-1 3-196 15,0-4-80-15,0 0-64 0,0-11-36 16,-1-2-48-16,1-6-56 0,4-9-248 15,0-11-180-15,0-9 107 0,0-10-87 16,0-9-340-16,4-3-260 0,1-13-684 16,-1-9-604-16,0 3-1916 0,-4-30-2201 0</inkml:trace>
  <inkml:trace contextRef="#ctx0" brushRef="#br0" timeOffset="10221.258">13730 7797 14853 0,'0'0'1972'0,"0"0"-1188"15,0 0-192-15,0 0-12 0,87 7-88 0,-63-7-48 16,4 0 20-16,0-10-60 0,7-2-176 0,2-4-228 16,6-7-100-16,-3-2-620 0,0 0-496 15,0 0-740-15,-12 6-2728 0,4-4-6025 0</inkml:trace>
  <inkml:trace contextRef="#ctx0" brushRef="#br0" timeOffset="11100.358">10601 3435 1096 0,'0'0'6624'0,"0"0"-979"0,0 0-4657 16,0 0-432-16,0 0 112 0,0 0 676 16,0 0 132-16,0 0-516 0,0 0-360 15,0 0-148-15,-47 67-88 0,31-29-20 16,4 4 32-16,-4 8 37 0,4 10-85 0,-4 7-108 16,4 9-64-16,-8 10-36 15,5 6-12-15,-6 7-32 0,-3 8 20 0,5 5-96 16,-9-1-36-16,4 3-24 0,0-3 8 15,1-3-8-15,2-6 48 0,5-13-144 16,4-17-12-16,1-14 68 0,6-20-56 16,5-16-148-16,0-17-389 0,5-5-367 15,6-14-104-15,1-16-668 0,4 2-1112 16,5-38-3537-16</inkml:trace>
  <inkml:trace contextRef="#ctx0" brushRef="#br0" timeOffset="11482.604">10713 1711 7736 0,'0'0'1504'0,"0"0"1293"15,0 0-577-15,92 22-12 0,-45-18-608 16,13-2-280-16,4-2-72 15,0 0-508-15,4 0-312 0,-8-2-159 0,-5-5-101 16,-3-3-100-16,-4 1-68 0,-4 0-192 16,-5-4 92-16,-7 0-153 0,0 4-331 15,-8-1-208-15,-11 4-200 0,-2 3-436 16,-11 3-1060-16,0 0-2213 0,-11 6-1931 0</inkml:trace>
  <inkml:trace contextRef="#ctx0" brushRef="#br0" timeOffset="11655.894">11099 2007 5896 0,'0'0'728'0,"-7"75"80"16,7-33 3717-16,0 11-2293 0,4 11-112 15,-1 3-120-15,6 2-512 0,-5 5-448 16,-4-1-360-16,4-1-339 0,-4-8-317 16,0-10-24-16,4-12-169 0,-4-10-111 15,0-17-88-15,3-5-252 0,1-7-284 0,0-3-252 16,-4-9-856-16,5-2-2148 0,-5-16-2533 0</inkml:trace>
  <inkml:trace contextRef="#ctx0" brushRef="#br0" timeOffset="11808.543">11099 2400 10016 0,'0'0'2009'0,"0"0"-933"0,0 0 688 15,108 0 72-15,-68 0-484 0,4-9-412 16,0-8-352-16,4-1-320 0,-1-8-268 0,-2-6-144 15,-2 1-544-15,-3-4-164 0,-8-3-164 16,-4 2-464-16,-12 8-1308 0,-5-10-3997 0</inkml:trace>
  <inkml:trace contextRef="#ctx0" brushRef="#br0" timeOffset="12066.345">10407 1377 9652 0,'0'0'2577'0,"0"0"-285"0,0 0-160 16,0 0-16-16,0 0-328 0,107-44-776 0,-67 31-403 16,7 1-245-16,13-4-172 0,4-3-108 15,12-3-84-15,3-1-24 0,5-3-72 16,4 1-84-16,0 3-232 0,-5 4-269 15,1 5-259-15,0 3-432 0,-9 7-1176 0,-15 3-3076 16,20 3-4557-16</inkml:trace>
  <inkml:trace contextRef="#ctx0" brushRef="#br0" timeOffset="12734.122">17371 4861 7432 0,'0'0'1244'16,"0"0"748"-16,0 0 473 0,0 0-901 0,0 0-720 15,0 0 712-15,120 42-232 0,-60-31-292 16,11-1 44-16,5-6-476 0,3-4-308 15,-3-4-184-15,0-9 0 0,-5-9-108 16,2-10-48-16,-2-2-132 0,-7-8-344 16,-1-5-284-16,-3-1-320 0,-19 10-836 15,6-19-3568-15</inkml:trace>
  <inkml:trace contextRef="#ctx0" brushRef="#br0" timeOffset="12933.166">17865 4273 9400 0,'-12'76'3205'0,"9"-9"-1497"0,3 15 284 0,0 17-40 16,0 15-380-16,0 4-388 0,3-4-528 16,9-6-399-16,8-12-257 0,0-20-60 15,0-20-477-15,8-24-167 0,-4-22 116 16,4-14 148-16,4-21-12 0,4-16-92 15,-1-16-420-15,1-16-708 0,-8 13-2896 16,8-48-3721-16</inkml:trace>
  <inkml:trace contextRef="#ctx0" brushRef="#br0" timeOffset="13299.446">18483 3600 12017 0,'0'0'2180'0,"0"0"-1280"16,12 105 420-16,-12-39 184 0,0 14-12 15,0 15-148-15,0 7-332 0,-5 6-359 16,1 3-241-16,1 4-312 0,3-1-100 0,-4-7-40 16,4-8-12-16,4-17-56 0,-1-18-184 15,10-16 52-15,-1-20 108 0,-1-12 124 16,6-13-152-16,-2-6-109 0,5-16 149 16,4-13 12-16,0-6-76 0,-4-10-108 15,4-6 48-15,-4 1 36 0,4 5 152 16,-4 10 52-16,-4 6-88 0,-1 15-8 15,-2 12 100-15,-1 5 124 0,-5 12 312 16,6 11 40-16,-5 9-124 0,-5 2-59 16,5 7-121-16,-4 1 92 0,5-1-20 0,-5 1 20 15,3-4-68-15,1-1-40 16,-4-4-84-16,5-8-60 0,-9-13-12 0,3-5-108 16,1-7-144-16,0 0-88 0,4-14-521 15,0 0 229-15,4-9-164 0,0-5-464 0,4-1-980 16,-4 4-928-16,4 3-2057 0,-1 9 625 15,2 9 1456-15</inkml:trace>
  <inkml:trace contextRef="#ctx0" brushRef="#br0" timeOffset="13533.419">19049 4816 3476 0,'0'0'4040'0,"0"0"-1316"16,0 0-115-16,0 0-525 0,0 0-312 15,0 0-284-15,0 0-280 0,0 0-240 16,0 0-44-16,75 35-155 0,-59-63-369 16,-4-7-264-16,8-11-136 0,-4 2-280 15,0-3-12-15,0 3 63 0,-5 5-63 16,-2 2-136-16,-5 4 76 0,-4 5 108 15,-8 9 136-15,-4 3 108 0,-4 10 0 16,-4 6 268-16,0 9 60 0,0 10-12 16,-4 16-48-16,4 9 73 0,1 8 35 0,2 2 36 15,6 2-60-15,-6 7-4 0,10-1 40 16,-1-1-24-16,-5-5-220 0,9-8-144 0,1-13-60 16,3-10-168-16,0-12-136 0,0-10-132 15,11-3-196-15,6-13-21 0,7-9-227 16,4-10-696-16,-5 3-1408 0,17-25-2349 0</inkml:trace>
  <inkml:trace contextRef="#ctx0" brushRef="#br0" timeOffset="13783.043">19579 4711 13997 0,'0'0'3108'16,"0"0"-2008"-16,19 86-444 0,-19-45 608 16,0 5 440-16,0-6-323 0,0-5-461 15,-4-9-344-15,4-8-260 0,0-8-184 16,0-10-132-16,9 0 0 0,2-12-144 15,10-8 136-15,6-8-64 0,1-8-88 0,7-2-128 16,2 4-12-16,-5-1 8 0,4 6 88 16,3 7 120-16,-7 5 12 0,0 11-124 15,0 4 76-15,-1 2 84 0,-3 13 36 0,-3 6 48 16,-1 6 72-16,-9 7-112 0,2 2 4 16,-6 5-4-16,2 5-8 0,-6 1-96 15,1-1-72-15,0 4-268 16,1-1-268-16,-2-3-537 0,5 1-1211 0,0-13-2648 15,4 9-4037-15</inkml:trace>
  <inkml:trace contextRef="#ctx0" brushRef="#br0" timeOffset="14923.152">22447 4619 8020 0,'0'0'5857'0,"0"0"-4505"15,0 0-748-15,0 0-12 0,0 0 828 16,0 0-16-16,0 0-376 0,0 0-416 16,0 0-164-16,0 0 405 0,107 32-177 15,-43-29-116-15,8-3-104 0,0 0-128 0,-1-9-220 16,2-4-100-16,-10-3-4 0,1-3 0 16,-8 0-4-16,0 0-88 0,-5-6 40 15,-7 5-316-15,-4-2-228 0,-12 7-180 16,-9 2 19-16,-6 3-63 0,-9 7-380 15,-4 0-1000-15,-12 3-1620 0,-4 0-2041 16,-24 3-1275-16</inkml:trace>
  <inkml:trace contextRef="#ctx0" brushRef="#br0" timeOffset="15115.952">22715 4645 3372 0,'0'0'8073'16,"0"0"-6725"-16,0 0-632 0,-37 95 336 15,37-51 484-15,0 10 188 0,5 11-148 16,2 7-328-16,1 1-336 0,0 7-303 15,1-1-197-15,-9 0-108 0,0 1-136 16,0-4-160-16,-9-3-8 0,1-10-56 16,0-9-200-16,1-13 28 0,2-11-76 0,1-11-233 15,0-10-375-15,4-6-308 0,0-3-752 16,0-3-1064-16,-8-17-3641 0</inkml:trace>
  <inkml:trace contextRef="#ctx0" brushRef="#br0" timeOffset="15269.169">22715 5336 14693 0,'0'0'2076'0,"0"0"-1280"0,0 0 264 16,79 0 108-16,-55 0-312 0,8-2 20 15,-4-1-231-15,0-4-221 0,0 0-260 16,0-1-164-16,-1-5-60 0,0 3-108 16,-6-3-344-16,-1 4-337 0,-5 2-263 15,-7 1-472-15,-3 6-1016 0,-5 0-2152 16,-9 13-2597-16</inkml:trace>
  <inkml:trace contextRef="#ctx0" brushRef="#br0" timeOffset="15432.835">22659 5686 12733 0,'0'0'2400'0,"0"0"-1216"16,0 0-284-16,0 0 64 0,0 0 208 16,0 0-48-16,0 0-76 0,0 0-163 0,103 45-409 15,-51-61-320-15,-1-7-108 16,5-5-48-16,-4-7-100 0,0 0-276 0,-5 0-280 15,-2 4-157-15,-6 1-223 0,1 2-612 16,-16 9-1496-16,8 0-4217 0</inkml:trace>
  <inkml:trace contextRef="#ctx0" brushRef="#br0" timeOffset="16149.633">22264 4035 3708 0,'0'0'8081'0,"0"0"-5553"0,0 0-904 16,0 0-148-16,0 0-200 0,0 0-196 15,0 0-92-15,0 0-196 0,0 0-279 16,0 0-113-16,0 0 348 0,84 0-192 15,-41 0-180-15,6 0-100 0,5-6 24 0,6 0-56 16,0-7-28-16,4-1-60 0,0 2-72 16,0-4-84-16,0 1-48 0,0-1-36 15,-9-4 76-15,4 5-76 0,-7-1-12 16,1-3-96-16,-10 6-124 0,1-3-164 16,-4 4-208-16,-4 2-28 0,-1 1-36 0,-3-2-257 15,-4 11-679-15,-8-2-1336 0,-4 2-3693 16</inkml:trace>
  <inkml:trace contextRef="#ctx0" brushRef="#br0" timeOffset="29579.612">24244 4759 13537 0,'0'0'2652'15,"0"0"-1488"-15,0 0-532 0,0 0-52 0,0 0 36 16,0 0 352-16,0 0-128 0,0 0-120 16,119 2 5-16,-66-2-81 0,6 0-184 15,5-5-124-15,0-4-128 0,3-2-88 16,1 3-72-16,-4-9 8 0,-1 4-52 0,-3-1-8 15,-4-3-40-15,-4 1-248 16,-5 3-176-16,-6-2-88 0,-5 2-64 0,-8 6-49 16,-13 1-291-16,-6 3-804 0,-9 3-2280 15,-21 7-2001-15</inkml:trace>
  <inkml:trace contextRef="#ctx0" brushRef="#br0" timeOffset="29769.878">24268 5109 9700 0,'0'0'5845'0,"0"0"-4777"16,0 0-668-16,0 0 132 0,0 0 372 16,0 0 228-16,123 27-80 0,-67-32-188 15,12-5-243-15,3-2-161 0,9-8-184 16,4 1-180-16,-1 0-96 0,1-3-76 16,-4-4-308-16,-8 1-200 0,3 0-85 0,-6 0-171 15,-2 0-276-15,1-5-872 16,-16 14-608-16,11-18-2353 0</inkml:trace>
  <inkml:trace contextRef="#ctx0" brushRef="#br0" timeOffset="30016.208">25982 4023 16161 0,'0'0'2928'0,"0"0"-2484"0,79 25 56 16,-31-16 0-16,3-2-60 0,5-4-12 15,-4-3-64-15,4-3-23 0,0-10-65 16,4 0-140-16,-1-6-136 0,1-4-44 16,-1-2-456-16,-10-4-385 0,-2 4-131 0,-7-3-160 15,-12 3-444-15,-8 9-1296 0,-8-3-2685 0</inkml:trace>
  <inkml:trace contextRef="#ctx0" brushRef="#br0" timeOffset="30218.761">26380 4023 8896 0,'0'0'5809'0,"-20"66"-4549"0,16-25-356 0,-4 11 248 16,3 14 412-16,-2 7 36 0,-5 0-399 15,0 6-293-15,0 4-180 0,-4-1-80 16,0 8-392-16,0-5-244 0,4-6 36 15,1-3-48-15,2-15 0 0,9-11-12 16,5-8-48-16,6-13-148 0,5-11-224 16,4-5-160-16,0-6-60 0,3-7-232 15,2-3-725-15,-1-14-991 0,-8-1-2440 0,-1-21-3497 16</inkml:trace>
  <inkml:trace contextRef="#ctx0" brushRef="#br0" timeOffset="30389.067">26304 4657 7340 0,'0'0'9189'16,"0"0"-7721"-16,0 0-1148 0,0 0 88 0,0 0 184 16,0 0 80-16,103 3 440 0,-55-12-420 15,1-4-375-15,6 1-281 0,4-7-36 16,1 0-401-16,0-3-123 0,-4-8-148 16,-4 5-36-16,4-7-284 0,-9 4-492 15,-7 0-1112-15,-12 6-2441 0,-4-11-4683 0</inkml:trace>
  <inkml:trace contextRef="#ctx0" brushRef="#br0" timeOffset="30716.409">26033 3267 15693 0,'0'0'2284'15,"0"0"-1592"-15,0 0-372 0,0 0 60 16,0 0 12-16,0 0 292 0,0 0 304 16,0 0-307-16,0 0-293 0,0 0-280 15,100-29 12-15,-32 10-24 0,19 0 64 16,13 1-88-16,11 1-64 0,1 4 4 15,3 5-12-15,-4-3-256 0,1 5-92 16,-8 0-128-16,0-1-169 0,-9 1-231 0,-3-4-100 16,-8 4-504-16,-9 0-968 0,-23 2-2569 15,8-11-4983-15</inkml:trace>
  <inkml:trace contextRef="#ctx0" brushRef="#br0" timeOffset="40064.737">10936 1727 1408 0,'0'0'64'0,"0"0"500"0,0 0-564 0,0 0 4180 15,0 0-2916-15,0 0-512 0,0 0-156 16,0 0-12-16,0 0 308 0,0 0-27 16,8-64-133-16,-8 61-116 0,0 3-28 15,0 0-40-15,0 0-16 0,0 0-12 16,0 0-68-16,0 0-48 0,0 0-52 16,5 0-8-16,-5 0 4 0,4 3 0 0,0 1 248 15,-1 2-36-15,1 4-216 0,4 2-60 16,1 1 232-16,-2 6-160 0,1 3-124 15,0 3-60-15,-4 1-88 0,4 2 16 16,-4 1-28-16,0 6-60 0,-4 0 52 16,4 7-64-16,-4-4 12 0,4 3-12 15,0-4 0-15,0 5-76 0,0-4 64 16,0 0 0-16,0-3-120 0,0 0 128 0,4-4-84 16,-8-2 4-16,4 1-88 0,-1-2-72 15,2-3-176-15,-1-3-72 0,0 0-64 16,-4-3-136-16,4 0-192 0,0-3-552 15,0-6-672-15,-4-1-769 0,0 4-1867 0,0-7-172 16,0 11 4509-16</inkml:trace>
  <inkml:trace contextRef="#ctx0" brushRef="#br0" timeOffset="50981.692">10032 8687 1044 0,'0'0'1120'16,"0"0"-416"-16,0 0-704 0,0 0-300 15,0 0 300-15,0 0 3916 0,0 0-3124 0,0 0-336 16,0 0-4-16,0 0 56 0,-28-16-84 16,28 16-20-16,0 0-196 0,0 0-120 15,0 3-84-15,-4-3 48 0,4 2 0 16,0 2 0-16,0-1 92 0,0 1 124 16,0-4 120-16,0 0 13 0,0 0-81 15,0 0-76-15,0 3-12 0,0-3 12 16,-3 0-104-16,3 3 4 0,0-3-32 15,0 3-48-15,0 0 12 0,0 4-24 0,0-1 52 16,0 3-52-16,0 4 8 0,0-3-44 16,3 2 72-16,1 4 28 0,0 0-40 15,0 0-64-15,0 4-8 0,0-1-4 16,0 2-80-16,0 2 80 0,4-1 0 16,-4 0-40-16,4 3 40 0,0-2-48 15,0-5-56-15,0 5 96 0,0-5 0 0,0 1-56 16,4 4 56-16,-1-4-120 0,2 0 0 15,-2 1 128-15,6-5-4 0,-6 1-184 16,6 0-132-16,-6 0 48 0,5 0 96 16,0 3-84-16,-4 0-36 0,4 2 296 15,0 2 0-15,-4-1 0 0,0 1-120 16,-4-7-97-16,4-7 165 0,-4 1-128 0,-4-4-120 16,3 1 108-16,2-5 12 0,-5 5 12 15,0-1-52-15,-4-3-52 0,4 4-80 16,-1-4-60-16,-3 3 72 0,0-3 16 15,0 4-144-15,0-4-312 0,0 1-104 16,0-4-92-16,0 2 76 0,0-2 248 16,0 0 104-16,0 0 104 0,0 0-116 15,0 0-156-15,-3 0 636 0,-1-2-116 16,0-5-140-16,0 0 152 0</inkml:trace>
  <inkml:trace contextRef="#ctx0" brushRef="#br0" timeOffset="66134.547">2537 10734 14437 0,'0'0'1600'16,"0"0"-1600"-16,0 0 0 0,0 0 856 15,0 0-60-15,92-12-228 0,-56 12-172 16,4 0 44-16,7 0 224 0,9 0 8 0,0 0-416 16,8 3-36-16,7-3 0 15,9 3 48-15,4-3-112 0,4 0-12 0,12-3 41 16,-1-4-41-16,13-2 16 0,-1 0-40 16,12-8-120-16,1 5-24 0,8-8 24 0,7 1 104 15,5 0-104-15,7 0 0 0,5-3 48 16,3 3 0-16,4 0-48 0,0 0-52 15,5-3-80-15,2 3 80 0,6-4 52 16,4 1 96-16,7-3-24 0,0 0 4 16,4-1-76-16,5-2-180 0,-1 3 108 15,0-1 24-15,4 3 48 0,4 1 0 16,-3 0 36-16,3 3-36 0,0 3-120 16,1 3 116-16,2 1-72 0,5-1 76 15,1 4 160-15,3 2-160 0,0-2-120 16,4 3 120-16,4-4-40 0,-3 0 40 15,7-2 4-15,-5-2-4 0,-2 3-120 16,7-3 116-16,-4-1 4 0,-4 2-8 0,4 1 8 16,-4-1-133-16,-4 3-3 0,0 0 136 15,5 1 4-15,-1 3 4 0,-7-1-16 0,2 1-124 16,-3 0-16-16,4 3 148 0,-7-1 52 16,3 1 56-16,0 3-108 0,-4 0-24 15,-3-3-112-15,-1 3 128 0,4 0 8 16,-4 0 52-16,-4 3-52 0,1 4 0 15,-2-4-100-15,2 0 40 0,3 3 60 16,-3-3 44-16,3 0-32 0,0 4-12 16,-4-4-120-16,0 4 120 0,5-5 4 15,-2 5 8-15,6-4 84 0,-1 7-96 16,0-7-36-16,-4 3 0 0,9 0 28 16,-1 1 16-16,4-1 32 0,0-2-16 0,4 2-24 15,0-3-84-15,4 3 84 16,5-3 8-16,3 0 112 0,0 1-120 15,0-1-108-15,4 1 108 0,3-1 8 16,2 0 76-16,-1-3-24 0,4 2-52 0,0-2-8 16,1 4 16-16,3-4 68 0,3 2 60 15,1-2-144-15,4 0-132 0,1 0 132 0,2 0 24 16,1 0 108-16,0 0-132 0,0 0-76 16,1-2 76-16,-6-2 120 0,5 4-32 15,-8-5-88-15,1 2-8 0,-5-1 8 16,0 1 133-16,-9-1-73 0,1 1-60 15,-3-2-72-15,-6 1 72 0,-6-3 48 16,-5 1 36-16,-8 0-84 0,-12-1-181 16,-8 1 177-16,-15 0 4 0,-9-1 4 15,-16-2 45-15,-11 2-49 0,-20 5-157 16,-21-2-563-16,-20 1-184 0,-14 3-24 16,-22 0-96-16,-19 0-364 0,-16 0-956 0,-12 0-912 15,-7 0-1553-15,-41 3-1542 0</inkml:trace>
  <inkml:trace contextRef="#ctx0" brushRef="#br0" timeOffset="67073.243">5299 11243 4332 0,'0'0'8357'16,"0"0"-6601"-16,0 0-444 0,0 0 280 0,91 0-256 16,-43 0-148-16,0 0-260 0,8 5-292 15,0-5-248-15,4 3-95 0,-6 1-29 16,6-4-140-16,-4 0-120 0,0 0 44 15,-4-9-48-15,-4 0-60 0,0-5-280 16,-9-2-329-16,-3 4-307 0,-8-1-184 16,-8 7-864-16,-4-1-2572 0,-11 4-1785 0</inkml:trace>
  <inkml:trace contextRef="#ctx0" brushRef="#br0" timeOffset="67452.12">5905 11306 3676 0,'0'0'1280'0,"0"0"3808"15,0 0-2691-15,0 0-437 0,-28 86-144 16,28-48-220-16,0 10-216 16,0 5 28-16,0 8-412 0,0 5-351 0,-4 4-161 15,0 3-216-15,-5-3-192 0,5-9-76 16,-3-8-48-16,-5-12-84 0,3-9-196 16,2-9-328-16,-1-4-233 0,-1-4-75 15,5-5-260-15,-3-1-748 0,3-4-796 16,0-3-328-16,0-2-1837 0,-5-2 293 15,2-9 3952-15,-1 5-43 0,-4-4 731 16,0 4 663-16,-4 0 1517 0,0 3-1228 0,1-4 3692 16,-2 1-2496-16,6 3-555 0,2 0 95 15,1-1-148-15,4 4-180 0,4 0-192 16,0 0-356-16,0 7-124 0,8-4-12 16,5 0-8-16,6 3-44 0,1 1-79 15,12-4-21-15,-4 0-76 0,4-3-196 16,0 0-168-16,-1 0-24 0,1 0-60 0,0-9-4 15,0-4-260-15,0 0-184 0,0-2-172 16,-4-4-181-16,3-2-151 0,1 6-520 16,0-3-1264-16,-12 4-1608 0,8-5-685 0</inkml:trace>
  <inkml:trace contextRef="#ctx0" brushRef="#br0" timeOffset="67710.49">6450 11737 2468 0,'0'0'1408'16,"0"0"4316"-16,0 0-4379 0,0 0-689 16,0 0 664-16,0 0 296 0,0 0-132 15,0 0-304-15,0 0-424 0,0 0-164 0,87 20 72 16,-62-13-4-16,-1-4-256 0,4 2-136 15,4-5-36-15,-4 4 24 0,0-4-156 16,3-7-100-16,-3-2-172 0,-5-4-256 16,5-2-340-16,-3-5-252 0,-5-2-304 15,-9 3-1424-15,-3-6-3893 0</inkml:trace>
  <inkml:trace contextRef="#ctx0" brushRef="#br0" timeOffset="68015.332">6674 11395 3908 0,'0'0'7749'0,"0"0"-6429"16,0 0-888-16,0 0 748 0,0 0 208 0,-45 89-188 15,45-61-280-15,0 4-256 0,0 7-124 16,4 4-96-16,5 9-16 0,2 4-64 16,1 5-108-16,0 2-132 0,0 1-52 15,1-3 28-15,-2-5 20 0,1-2 88 16,0-6-40-16,-4-6 221 0,0-4-73 15,0-7-132-15,-4 1-76 0,-4-7-60 16,0-2 36-16,-4-2-12 0,-8 2 12 16,-4-8-68-16,0-2 68 0,-8-1-84 15,1 2-56-15,-9-8-128 0,-9 1-132 0,2-4-56 16,-10-3-261-16,2 0-51 0,-5-7-60 16,5-5-88-16,2-4-316 0,6-4-592 15,7-2-472-15,12 3-652 0,4-6-2369 0</inkml:trace>
  <inkml:trace contextRef="#ctx0" brushRef="#br0" timeOffset="68422.936">8390 11290 7988 0,'0'0'6481'0,"0"0"-5109"16,0 0-752-16,0 0 264 0,0 0 156 15,0 0 224-15,84 13-16 0,-36-10-472 16,-1 0-227-16,6-3-149 0,-1 0-96 0,-5 0-100 16,-7-3-196-16,0-7-8 0,-4 1-108 15,-4-4-112-15,-4-3-264 0,-4 1-173 16,-9 2-207-16,2 1-308 0,-10 1-476 15,-3 5-1256-15,-4 6-2305 0,0-4-1723 0</inkml:trace>
  <inkml:trace contextRef="#ctx0" brushRef="#br0" timeOffset="68599.734">8678 11369 860 0,'0'0'8944'0,"0"0"-6983"15,0 0-605-15,-17 96 508 0,17-55-204 16,0 6-32-16,9 1-188 0,-1 2-172 0,-5 5-416 15,5-8-367-15,0 4-461 0,-3-6-24 16,-1-7-228-16,-1-10-417 0,5-2-159 16,-8-7 84-16,4-7-152 0,0-6-648 15,-4 1-1288-15,0-7-2289 0,0 0-2431 0</inkml:trace>
  <inkml:trace contextRef="#ctx0" brushRef="#br0" timeOffset="68724.997">8745 11785 992 0,'0'0'9904'0,"0"0"-7099"0,0 0-1109 15,0 0 208-15,0 0-456 0,92-63-308 16,-77 53-284-16,2 1-308 0,-2-1-356 16,-2 7-192-16,-2-3-232 0,2 6-524 15,-6 0-260-15,1 3-248 0,-4 10-768 16,-4-1-1900-16,0 13-2077 0</inkml:trace>
  <inkml:trace contextRef="#ctx0" brushRef="#br0" timeOffset="68881.458">8769 12087 3748 0,'0'0'496'0,"0"0"6277"0,0 0-4541 0,0 0-496 0,0 0-12 16,0 0-260-16,0 0-96 0,79-31-328 15,-51 12-420-15,8-2-292 0,1 2-240 16,2-2-88-16,5 2-132 16,0-4-196-16,3 4-564 0,5 0-260 0,4 4-340 15,-12 2-1668-15,19 0-4109 0</inkml:trace>
  <inkml:trace contextRef="#ctx0" brushRef="#br0" timeOffset="69350.608">10016 11078 6216 0,'0'0'420'15,"0"0"4053"-15,0 0-2297 0,0 0-60 16,4 79-184-16,-16-41-488 0,1 4-364 16,-6 8-320-16,-3 7-80 0,-3 7-11 15,-1 6-133-15,-4 2-200 0,-4 8-140 0,0 2-28 16,-4-2-156-16,1 6-12 15,3-4-60-15,-1 1-12 0,1-11 24 0,9-2-36 16,-1-12-52-16,3-11-152 0,14-15-64 16,-1-10-25-16,4-9-123 0,-1-6-192 15,5-7-252-15,0-4-680 0,9-9-1340 16,-1 5-1613-16,8-28-2563 0</inkml:trace>
  <inkml:trace contextRef="#ctx0" brushRef="#br0" timeOffset="69532.929">10307 11572 8856 0,'0'0'2969'0,"0"0"-1653"15,75-8-4-15,-43 8 1004 0,4 0-396 16,-4-4-496-16,0 1-584 0,-4-1-328 0,4-5-232 16,-5-1-232-16,1-5-48 0,4-4-232 15,-4 0-292-15,-4-4-220 0,-3 2-344 16,-6 4-552-16,-3 5-2148 0,-12 5-2673 0</inkml:trace>
  <inkml:trace contextRef="#ctx0" brushRef="#br0" timeOffset="69731.195">10315 11671 4620 0,'0'0'6557'0,"0"0"-4441"0,-4 70-456 0,4-39 376 16,8 8-292-16,0 5-188 0,4 4-360 15,-4 6-395-15,3 0-305 0,2 6-180 16,-5-3-244-16,-5 0-72 0,1-5-144 16,-4-5-340-16,0-12-172 0,4-7-133 15,-4-9-227-15,5-6-564 0,-5-6-1540 16,4-7-2929-16,-4-10-2683 0</inkml:trace>
  <inkml:trace contextRef="#ctx0" brushRef="#br0" timeOffset="69873.591">10414 12046 4956 0,'0'0'7029'0,"0"0"-5353"16,0 0-864-16,0 0 1180 0,0 0-440 0,0 0-308 16,92-7-324-16,-64 5-224 0,0-5-296 15,8-3-228-15,-1-6-172 0,6-3-272 16,2-2-596-16,1-2-440 0,12 4-524 16,7 0-1096-16,-14 6 604 0,26 1-2825 0</inkml:trace>
  <inkml:trace contextRef="#ctx0" brushRef="#br0" timeOffset="70256.679">12167 11658 3544 0,'0'0'9325'0,"0"0"-7381"0,0 0-560 16,77 57 152-16,-54-25-288 0,1-1 24 16,-8 7-308-16,0 1-380 0,-4-1-243 15,0 1-125-15,-8-5-132 0,4 1-84 16,-5-10-12-16,-3-8-144 0,0-4-220 0,0-11-221 16,0-2-315-16,-7-6-288 0,3 0-1200 15,-16-17-4573-15</inkml:trace>
  <inkml:trace contextRef="#ctx0" brushRef="#br0" timeOffset="70414.748">11964 11397 10452 0,'0'0'4709'16,"0"0"-3573"-16,0 0 456 0,0 0 60 15,52-72-600-15,-32 50-604 0,8 0-448 0,0-1-60 16,4 4-560-16,4 0-608 0,3 3-724 15,-11 7-2780-15,21 3-4557 0</inkml:trace>
  <inkml:trace contextRef="#ctx0" brushRef="#br0" timeOffset="70703.182">12837 11506 14233 0,'0'0'2304'0,"0"0"-1208"0,-16 63 632 16,12-40-288-16,0-4 105 0,4-7-553 15,0-5-664-15,0 0-316 0,0-5-4 16,0 2 196-16,4-1-8 0,4 0-28 16,4-1 24-16,4 2-60 0,4 3-72 15,0-4-48-15,3 0-8 0,5 3-4 16,-4-2-4-16,0 2-4 0,1 0-64 16,-2 0 72-16,-3 4 8 0,0-4-8 0,-8 1-8 15,-1 2 8-15,-6 4 60 16,-5-4-12-16,0 8-48 0,0-1-12 0,-12 2-156 15,-4 1-96-15,-4 4-136 0,-8-1-96 16,0 0-84-16,-4 3-108 0,-4-5-153 16,-7 1-487-16,-1 2-780 0,12-4-2192 15,-19 0-2713-15</inkml:trace>
  <inkml:trace contextRef="#ctx0" brushRef="#br0" timeOffset="71264.414">14697 11506 8200 0,'0'0'1584'15,"0"0"629"-15,0 0-981 0,0 0-140 0,0 0 396 16,-87 38 76-16,71-15-192 0,-4 2-280 15,8 6-372-15,0 8-144 0,0 2-20 16,8 3 29-16,0-2-209 0,4-5-184 16,0-5-108-16,8-6-84 0,4-10-136 15,4-7-20-15,0-6-76 0,0-3 40 16,8-16-148-16,0-6-73 0,-1-9-147 16,5-8-88-16,-7 2-84 0,-1-5-8 15,-5 7 260-15,2 0 272 0,-6 3 156 16,1 10 4-16,-3 6 0 0,-2 7-64 15,-3 2 24-15,0 7 88 0,0 3 348 0,0 8 32 16,4 3 520-16,-4 7-264 0,4 4-72 16,0 3-80-16,0 1-32 0,-4-1-15 15,4-3-73-15,0-2-132 0,-1-7-232 16,-2-7-72-16,3-6-220 0,4-3-317 0,0-7-95 16,4-12 80-16,0-6-72 0,-1-9-596 15,-2 5-1768-15,-2-22-3401 0</inkml:trace>
  <inkml:trace contextRef="#ctx0" brushRef="#br0" timeOffset="71477.094">15104 10858 5716 0,'0'0'8089'16,"0"0"-6773"-16,0 0-8 0,0 0 668 0,-27 92-100 15,18-50-352-15,5 5-495 0,0 4-361 16,4 6-172-16,0 3 80 0,4 7-152 15,4 3-208-15,0 4-108 0,4 1-108 0,0-1-84 16,0-4-132-16,0-11-196 16,0-2-44-16,4-9-64 0,0-10 48 0,0-9-48 15,4-10-244-15,-1-10-673 0,1-5-1007 16,-8-4-2072-16,12-7-1649 0</inkml:trace>
  <inkml:trace contextRef="#ctx0" brushRef="#br0" timeOffset="71965.679">15741 11620 10356 0,'0'0'5445'0,"0"0"-4577"16,0 0-260-16,-99 51 212 0,71-22 436 16,0 3 4-16,0 8-396 0,4 2-403 15,8-5-121-15,0 5-36 0,5-10-100 16,7-7-80-16,0-9-124 0,4-6-112 15,0-8-32-15,8-2-112 0,-1 0-8 16,6-2 32-16,2-8 99 0,5 1-63 0,0-4 4 16,0 3-16-16,4 1 36 0,-5 6 28 15,2 0 68-15,3 3 28 0,-4 6 40 16,3 3 0-16,-2 7 8 0,-5 3 60 16,3 3 4-16,-2 3 68 0,-6 5-20 15,-3 2-28-15,4 2-36 0,-8 4 72 16,0 7-8-16,-4 3-40 0,0 6 0 15,-4 6-72-15,-3-1 8 0,-6 6 52 16,1-5 4-16,-8-4 129 0,1-1 87 0,-1-7-124 16,-4-9 16-16,-1-12-16 0,2-4-72 15,-1-10 76-15,0-11-160 0,0-2 0 16,-4-9-376-16,5-7-36 0,-1-6 192 16,7-7 27-16,6-2-51 0,3-8-24 15,8 4 12-15,0-2 48 0,0-5 64 16,8 1-40-16,3-4 36 0,2-2 28 0,2 0-112 15,2-2-40-15,-2-1-96 0,5-1-72 16,0 1-128-16,0 1-212 0,0-1-440 16,4 1-308-16,3-1-276 0,-10 16-857 15,11-14-2443-15</inkml:trace>
  <inkml:trace contextRef="#ctx0" brushRef="#br0" timeOffset="72697.591">16024 11741 3344 0,'0'0'4632'16,"0"0"-711"-16,0 0-2273 0,0 0-252 15,0 0-152-15,0 0-144 0,0 0-244 16,76 60-264-16,-64-64 24 0,4-4-92 16,0-12-144-16,0-2-136 0,-4-3-144 15,4-7-100-15,-4 4-44 0,-5-1-88 16,-3 4-52-16,5 6-60 0,-9 2-48 15,0 9-64-15,-4 1 48 0,-5 0-24 16,-6 7 12-16,-1 0 108 0,-4 0 28 0,-4 7 76 16,4 3 108-16,-4 6 76 0,4 2-16 15,4 7 52-15,4 7 96 0,0 3 116 16,8 4-20-16,4 1-20 0,0 2-36 16,0 2-4-16,4-2-24 0,8-1-12 15,4-10 0-15,0-2-28 0,0-7-80 16,4-8-100-16,4-8-4 0,0-6-4 0,3-6-64 15,1-11-64-15,0-8-60 0,0-4-256 16,0-3-308-16,-4-2-424 0,8-4-600 16,-12 9-1164-16,12-12-3213 0</inkml:trace>
  <inkml:trace contextRef="#ctx0" brushRef="#br0" timeOffset="73264.227">16522 10947 7056 0,'0'0'468'0,"0"0"3937"15,0 0-3341-15,0 0-312 0,0 0 488 16,0 0 172-16,0 0 280 0,0 0-436 16,40 83-400-16,-28-35-220 0,4 8-104 15,-8 7-19-15,4 11 83 0,-4 5-184 16,-4 1-196-16,0 5-96 0,0 1-112 0,4-3 0 15,-8 0-8-15,0-11-44 0,4-8-112 16,-4-17-28-16,0-12 112 0,3-12 60 16,-3-15-120-16,5-4-76 0,-1-4-176 15,-4 0-21-15,4-9 41 0,4-7 316 16,-1-7-24-16,2-5 24 0,3-1-4 0,-1-2-20 16,2 5 0-16,-2 1 64 15,6 6-4-15,-2 2-88 0,2 5 88 0,-2 3-84 16,-2 5 92-16,-6 4 4 0,1 0 84 15,0 4 112-15,0 3 60 0,-4 5 24 16,-4 1-36-16,4 5-27 0,-4 2-69 16,0 2-40-16,-4 0-48 0,0-3 24 15,-4 0-12-15,-4-6-56 0,4-1 68 16,1-1-84-16,-6-9-232 0,2 4-108 16,-2-6-181-16,5 0-271 0,-3-3-272 0,-2-6-672 15,6-4-2268-15,-5-12-1685 0</inkml:trace>
  <inkml:trace contextRef="#ctx0" brushRef="#br0" timeOffset="73515.843">16909 11681 6796 0,'0'0'2476'0,"0"0"-139"0,0 0-889 16,0 0 280-16,75-3-52 0,-58 3-332 16,-6 6-112-16,2 3-264 0,-2 4-260 15,2 3-208-15,-2 3-112 0,-3 0-119 16,0 4-149-16,-8 2-32 0,5 0 8 15,-5 0-96-15,0-5-8 0,0-5-4 16,0-5 8-16,0-7 4 0,0-3 96 16,0 0-12-16,0-6-36 0,0-10-48 15,0-10-44-15,7-2-16 0,-3-10-12 0,8-1-36 16,0 1-16-16,0-3-265 0,4 0 25 16,0 0-308-16,0-4-316 0,3 4-380 15,2-3-736-15,-5 5-816 0,0 13-1529 16,4 1 185-16</inkml:trace>
  <inkml:trace contextRef="#ctx0" brushRef="#br0" timeOffset="73680.489">17363 11397 536 0,'0'0'2280'16,"0"0"-388"-16,0 0 5413 0,28 90-5569 15,-20-55-480-15,0 3 64 0,-1 3 0 16,6 1 332-16,-5-4 48 0,-1 0-751 16,2-7-389-16,-1 2-212 0,-4-5-164 15,0-6-184-15,-4 0-36 0,0-3-280 16,0-3-240-16,0-6-333 0,0-4-243 15,-4-6-640-15,4-3-2512 0,-17-13-4833 0</inkml:trace>
  <inkml:trace contextRef="#ctx0" brushRef="#br0" timeOffset="73831.232">17276 11315 10468 0,'0'0'5397'16,"0"0"-4629"-16,0 0-156 0,0 0 428 0,0 0 424 15,0 0-196-15,0 0-660 0,80-64-400 16,-57 56-208-16,1 2-120 0,-4-1-452 16,3 3-344-16,1 1-272 0,-3 3-1128 15,14 3-4777-15</inkml:trace>
  <inkml:trace contextRef="#ctx0" brushRef="#br0" timeOffset="74064.648">18024 11564 6340 0,'0'0'10161'0,"0"0"-8545"0,0 0-288 16,-63 79-20-16,38-57-372 0,6-6-11 15,3-1-429-15,0 1-392 0,4 0-104 16,4 3-60-16,4 6-72 0,0 0 48 16,4 4 36-16,0 0-4 0,4-3 52 0,4-1 44 15,8-6-44-15,0-3-12 16,0-4 4-16,8-5-40 0,-1-3-168 0,2-4-256 15,3-7-161-15,0-3-267 0,0-5-520 16,-4 2-1492-16,11-10-4021 0</inkml:trace>
  <inkml:trace contextRef="#ctx0" brushRef="#br0" timeOffset="79614.482">20187 11458 1708 0,'0'0'7200'0,"0"0"-3027"0,0 0-3281 0,0 0-56 16,-99-3 496-16,71 16 156 0,-4 6-328 15,4 9-324-15,5 4-136 0,-1 10-228 16,4 2-68-16,4 1 8 0,8 2-192 15,0-5 37-15,8-5-113 0,0-11-144 0,8-7-88 16,0-6-60-16,8-7 100 0,-4-6-36 16,4-3 7-16,4-11 69 0,-1-7-56 15,5-8 56-15,1 0-260 0,-5-2-60 16,-1-1 72-16,1 1 60 0,1 2 12 16,-2 3-24-16,-3 7 76 0,4 4-76 15,-4 9 84-15,-4 1-12 0,4 5 128 16,-4 7 8-16,-5 5 4 0,6 5 96 15,-5 2 60-15,-1-1 36 0,2 5-16 16,-5-1 248-16,4 1-328 0,-5-5-100 0,1-2-76 16,5-2 68-16,-5-5-188 0,4-7-340 15,-5-2-260-15,5 0-228 0,5-6-152 0,-6-6-872 16,-3 2-2261-16,8-15-2463 0</inkml:trace>
  <inkml:trace contextRef="#ctx0" brushRef="#br0" timeOffset="79948.822">20507 11411 10124 0,'0'0'1533'0,"0"0"-573"0,0 0 340 15,0 0 332-15,24 79-276 0,-20-50-28 16,-4 2-456-16,0 2-280 0,0-5-128 16,0 0-276-16,0-2-188 0,0-7-100 0,4-3 28 15,-4-4-76-15,4-2-292 16,3-7-236-16,2-3 96 0,-1-6-36 0,7-10 32 15,-2-3-88-15,6-3 16 0,-3-1 116 16,0 4 160-16,0 0 228 0,-4 7-24 16,0 6 168-16,4-1 8 0,-9 3 152 15,6 4 300-15,-5 0 52 0,-1 0 104 0,-3 4-136 16,5 3 40-16,-5-1-28 0,4 2 96 16,-5 6 36-16,6-2-308 0,-5 2-12 15,4-2 204-15,-1-3-168 0,1 4-284 16,1-6-48-16,-1-1-208 0,3 0-452 15,6-3-384-15,-2-3-420 0,1-3-228 16,5-9-680-16,2-4-81 0,1-3-7 16,0-6-376-16,-9 4 244 0,13-7 920 0</inkml:trace>
  <inkml:trace contextRef="#ctx0" brushRef="#br0" timeOffset="80282.429">21093 11493 1368 0,'0'0'2856'0,"0"0"164"16,0 0-284-16,0 0-907 0,0 0-101 15,0 0-676-15,-25 85-308 0,14-52 24 16,-2 2 284-16,6-3-120 0,-1-4-108 0,4-9-160 15,4-7-272-15,0-5-284 0,0-7-108 16,8 0-24-16,3-12 24 0,2-11 148 16,6-8-148-16,5-8-172 0,0-3-280 0,4-5-16 15,-3 3 124-15,1 0-88 0,-1-4-60 16,3 0-92-16,0-6-28 0,-4 0-28 16,-4-3 88-16,-5 0-4 0,2 0 444 15,-9 7 112-15,-5 2 212 0,5 12 104 16,-4 11 352-16,-4 12 260 0,4 7-96 15,-4 6-212-15,0 3-20 0,0 10-180 16,0 9 44-16,0 9-48 0,-4 9-24 16,-4 4-64-16,4 3 36 0,1 4 281 15,-1 0-13-15,4 3-208 0,-4 3-232 0,-1-1-192 16,5 3 0-16,0-6-72 0,0-2-376 16,5-3-412-16,6 2-17 0,5-5 13 15,8 3 544-15,0-8-1364 0,4-1-2708 16,-4-13-1893-16,8-1-1146 0</inkml:trace>
  <inkml:trace contextRef="#ctx0" brushRef="#br0" timeOffset="80654.845">22503 11418 7340 0,'0'0'5065'15,"0"0"-3789"-15,0 0-668 0,0 0 568 16,0 0 628-16,96 2-220 0,-53 11-444 16,2 2-284-16,2 2-372 0,5-4-240 15,-5-1-60-15,1-6 9 0,1-6-105 16,-2 0-88-16,1-12-12 0,-8-4-48 16,-1-6-48-16,-3-6-209 0,1-1-143 15,-14 4-296-15,1-2-312 0,-12 5-312 16,-4 7-356-16,-8 5-572 0,0 3-1541 15,-24 11-1999-15</inkml:trace>
  <inkml:trace contextRef="#ctx0" brushRef="#br0" timeOffset="80813.212">22941 11430 9940 0,'0'0'1961'0,"0"0"-745"0,0 0-60 16,-32 92-4-16,25-54 216 0,2 6 156 16,5 7-368-16,-4 0-272 0,0 3-152 0,4 2-272 15,-4-1-252-15,0-1-208 0,1-13-132 16,-1-3-96-16,4-9-308 0,-4-6-184 15,4-11 32-15,0-6-72 0,0-6-340 16,0 0-864-16,0 0-1196 0,0-6-2297 16,0-4-763-16</inkml:trace>
  <inkml:trace contextRef="#ctx0" brushRef="#br0" timeOffset="80980.974">22818 11928 796 0,'0'0'12037'15,"0"0"-10005"-15,0 0-1640 0,0 0 436 16,0 0 236-16,0 0 176 0,75-16-292 15,-47 10-400-15,0 0-216 0,8-4-136 16,-1 1-64-16,2-4-132 0,-1-4-144 16,-4 5-344-16,3-1-348 0,-7 1-188 15,-4 2-316-15,-4 7-596 0,-8-1-752 0,-4 4-2945 16</inkml:trace>
  <inkml:trace contextRef="#ctx0" brushRef="#br0" timeOffset="81397.646">22913 12230 15017 0,'0'0'2668'0,"0"0"-1892"0,0 0-504 16,0 0 268-16,0 0 576 0,0 0-168 15,0 0-291-15,0 0-269 0,88-28-144 16,-56 17-64-16,0 3-92 0,0-3-4 16,3 3-84-16,1-3-72 0,5 2 20 15,-2-1-44-15,-3 1-352 0,3 3-269 16,-3-4-195-16,5 4-64 0,2 0-512 16,-2 6-328-16,-10-4-3104 0,13 1-4341 0</inkml:trace>
  <inkml:trace contextRef="#ctx0" brushRef="#br0" timeOffset="81833.354">24610 11433 5032 0,'0'0'11541'0,"0"0"-10053"0,0 0-1352 16,0 0-136-16,0 0 284 0,0 0 604 16,0 0 212-16,0 0-660 0,0 0-344 15,-75-3-96-15,40 31-124 0,-6 4 76 16,5 3 48-16,-7 4 56 0,2-2-44 0,2 1-4 15,-1 1-8-15,5 2 12 0,-2-3-8 16,5 0-4-16,4 0-72 0,1 0-4 16,7-3 64-16,3-7 0 0,6 2 12 15,7-5 24-15,4-6 136 0,0-1-40 0,8 2-44 16,12-4 56-16,4-4 76 16,-1 1 48-16,9-3 9 0,0-1 171 0,5-3-216 15,-2 1-100-15,5-4-36 0,-1 3-84 16,-3-2 0-16,5-2-52 0,-2-2-372 15,-3 5-72-15,0-3-149 0,-5-2 13 16,6 3-336-16,3 0-496 0,-5-3-360 16,-7 3-1048-16,8-6-3233 0</inkml:trace>
  <inkml:trace contextRef="#ctx0" brushRef="#br0" timeOffset="82047.06">25164 11468 18409 0,'0'0'2124'15,"0"0"-2116"-15,0 0 168 0,84 10 264 16,-56-7 20-16,4 0 233 0,4 3-149 16,-1 0-192-16,5 1-60 0,8-1-292 15,-8 0-48-15,4-2-112 0,-4-1-188 16,-1-3-236-16,-3 0-301 0,-4 0-467 15,-4-3-552-15,-8-1-100 0,-12 1-3000 0</inkml:trace>
  <inkml:trace contextRef="#ctx0" brushRef="#br0" timeOffset="82234.602">25415 11715 3828 0,'0'0'11601'0,"-28"77"-9873"16,17-36-836-16,-6 7-76 0,6 8 324 0,-1 2 68 15,0 3-91-15,4-5-473 16,4-2-320-16,0-4-116 0,0-4-208 0,4-11-84 16,0-7-244-16,4-3-132 0,0-11-268 15,4-6-257-15,-4-8-395 0,4-3-656 16,-4-9-1808-16,0-1-1441 0,-4-16-1947 0</inkml:trace>
  <inkml:trace contextRef="#ctx0" brushRef="#br0" timeOffset="82386.966">25372 11983 13509 0,'0'0'2160'16,"0"0"-1340"-16,0 0 64 0,0 0-176 16,95 21-104-16,-67-11 388 0,0-4 0 15,4-3-528-15,0-3-248 0,0 0-216 16,3-7-72-16,1-5-12 0,0-3-564 16,-4-10-24-16,0-5-236 0,-4-1-796 15,-4-4-540-15,-8 6-2349 0,-8-15-3687 0</inkml:trace>
  <inkml:trace contextRef="#ctx0" brushRef="#br0" timeOffset="82594.514">25140 11083 17369 0,'0'0'1372'0,"0"0"-1372"16,0 0-124-16,80-9 124 0,-40 3 468 15,4 0 488-15,3-5-236 0,9 6-352 16,4-4-100-16,0-2-168 0,0 3-100 16,-4-3-160-16,-1 3-144 0,-3 4-476 15,-8 1-480-15,-4 3-732 0,-12 0-2688 16,0 0-5981-16</inkml:trace>
  <inkml:trace contextRef="#ctx0" brushRef="#br0" timeOffset="83792.941">7108 13741 11357 0,'0'0'2900'0,"0"0"-1260"16,0 0-884-16,0 0-408 0,0 0 444 16,0 0 124-16,0 0-20 0,0 0-224 0,84 23-108 15,-49-23 20-15,5 0-184 0,-1-4-11 16,2-3-269-16,-1 5-80 0,-9-2-36 16,1-2-8-16,4 0-64 0,-8-1-172 15,4-2-261-15,0-4-119 0,-4 4-64 16,0-4 72-16,0 6-456 0,-13-2-628 15,1 3-1100-15,-8 2-2289 0,-8-2-3115 0</inkml:trace>
  <inkml:trace contextRef="#ctx0" brushRef="#br0" timeOffset="84035.297">7247 13246 2460 0,'0'0'10077'0,"0"0"-8609"15,0 0-1344-15,0 79 712 0,3-28 612 16,6 13 32-16,-5 5 0 0,4 8-268 16,3 5-324-16,2 3-279 0,2 5-173 15,6-1-256-15,-1-3-180 0,3-10-116 16,1-12-260-16,-4-17-61 0,5-16 85 16,-6-15-88-16,-3-16 40 0,3-3 104 15,-2-16-80-15,3-9-324 0,-1-14-472 16,2-12-568-16,-1-6-748 0,-5-7-625 15,2 13-1639-15,-9-31-692 0</inkml:trace>
  <inkml:trace contextRef="#ctx0" brushRef="#br0" timeOffset="84684.913">7681 13043 496 0,'0'0'11577'16,"0"0"-9601"-16,0 0-952 0,0 0-216 0,0 0-4 16,0 0 140-16,0 0 268 0,0 0-304 15,12 79-212-15,-8-18-112 0,0 2-36 16,0 10 85-16,4 3-221 0,-3 4-172 15,2 5-104-15,1 1-128 0,5 0-8 16,2-7 0-16,-4-13-156 0,6-15-180 16,-6-15 32-16,6-21 72 0,-6-8 39 15,2-7-51-15,-1-14 72 0,-1-5 4 16,6-6-64-16,-6-6-72 0,2-4-12 16,-2 0 56-16,1 3 176 0,-3 7-40 15,2 2 40-15,-3 15 0 0,1 1 80 0,2 7 4 16,-7 3 280-16,4 13 196 0,0 5 0 15,4 9-36-15,-4-2-4 0,0 7-35 16,4-3-73-16,-1-1 12 0,2 1-64 16,-1-6-84-16,-5-1 16 0,6-6-40 15,-5-6-156-15,-1-4-12 0,2-6-12 0,-5-3-132 16,4 0-124-16,-1-3-152 0,1-6-152 16,1-4-133-16,-2-3-135 0,5 4-136 15,-3-4-376-15,2 0-520 0,-3-1-460 16,5-1 228-16,-6 2-501 0,1 0-131 15,0 3 208-15,0 0 2528 0,0 7 472 16,0 3 1832-16,4 3 80 0,0 0-355 16,3 6-197-16,2 1 56 0,3-1-644 15,-5 1-60-15,2-4-256 0,-6-1-116 16,6-2-396-16,-2-2-88 0,2-11-44 16,-2-6-176-16,-2-3 28 0,2-5-64 0,-3 0-64 15,-4-4-8-15,0-2-68 0,-4 5-92 16,-4 2 52-16,0 4 108 0,0 6 60 15,-4 4 76-15,-7 7 8 0,-6 5-60 16,-3 0 4-16,1 7-84 0,-2 3 80 16,1 6 52-16,1 3 32 0,-2 3-32 15,10 7 8-15,-2-1 16 0,6 11 33 0,3-2-9 16,0 2 20-16,0-4 76 0,4 0 72 16,0-3-316-16,0-7-36 0,4 0-268 15,4-3-276-15,-1-6-89 0,10-3-99 16,-6-4-132-16,6-9-328 0,2-3-68 15,1-9-428-15,1-11-1152 0,3-5-1325 16,-1-8-131-16,-3 3 372 0</inkml:trace>
  <inkml:trace contextRef="#ctx0" brushRef="#br0" timeOffset="84933.996">8586 13823 4340 0,'0'0'2680'0,"0"0"-204"0,0 0-423 0,0 0-69 16,0 0-100-16,84-9-364 0,-76 25-144 16,-1 3-144-16,-3 0-316 0,4 3-40 15,-8 0-47-15,5-6-333 0,-5-3-240 16,4-10-256-16,-4 0-12 0,3-3-88 15,1-6 28-15,4-3 72 0,-4-7 0 0,8-3 48 16,0-7-48-16,0 1-152 0,4-5-16 16,4 9 8-16,3-2-32 15,1 4 32-15,1 7 64 0,-5 6-13 0,3 3 57 16,-7 3 4-16,5 0 48 0,-6 12 76 16,5 2 20-16,-4 0-11 0,0 9-21 15,0-2-64-15,-4 3-181 0,4 4-87 16,0 1-172-16,-1 2 148 0,10 1-280 15,-1 3-984-15,4 0-1020 0,-9-6-552 16,17 9-3413-16</inkml:trace>
  <inkml:trace contextRef="#ctx0" brushRef="#br0" timeOffset="88521.196">16562 14859 21990 0,'0'0'2180'16,"0"0"-1592"-16,0 0-588 0,0 0-1020 16,0 0 368-16,0 0 652 0,0 0-168 15,0 0 168-15,0 0-728 0,0 0-757 16,0 0-2671-16,-80-57-6613 0</inkml:trace>
  <inkml:trace contextRef="#ctx0" brushRef="#br0" timeOffset="96432.185">25411 11500 456 0,'0'0'6840'15,"0"0"-5476"-15,0 0-624 0,0 0-108 16,0 0 0-16,0 0-271 0,0 0-129 16,0 0 1372-16,0 0-980 0,-11-4-332 15,11 4 64-15,0 0 64 0,0 0 124 0,0 0 248 16,0 4-52-16,-4-4-80 0,4 3-152 16,-5 0-100-16,5 3-148 0,-4-3-124 15,0 7 0-15,-3-4 60 0,3 4-36 16,0-4-12-16,4 0 0 0,-4 1-36 15,4-3-100-15,-5 1 0 0,5 2 60 16,-4 0-12-16,4 5 16 0,-4 1-72 16,4 2 56-16,-3 8 40 0,-1-1-28 15,0 6 0-15,0 1-24 0,0 3-48 0,-4 0 0 16,0-1-96-16,4-2 36 0,-4-4-16 16,3 1-80-16,5-7-52 0,0-1-152 15,0-2-68-15,0 3-16 0,0-2-52 16,0 2-72-16,0-4-32 0,0 5-168 15,-3-5-428-15,3-2-840 0,0 0-1041 16,0 0-2019-16</inkml:trace>
  <inkml:trace contextRef="#ctx0" brushRef="#br0" timeOffset="102616.808">11247 13751 1720 0,'0'0'9973'0,"0"0"-7069"16,0 0-1680-16,0 0-268 0,0 0-12 0,0 0 144 16,0 0 52-16,0 0-324 0,88-26-244 15,-49 20 185-15,10-1-117 0,3 1-252 16,3-1-208-16,1 5 64 0,0-5-16 15,-4 1-48-15,-5 3-68 0,-3-4-100 16,-8 1 48-16,0 3-60 0,-8-4-84 16,-4 1-160-16,-1-3-264 0,-7 2-276 15,-4 1-189-15,-8-1-255 0,1 5-576 16,-5 2-688-16,0 0-176 0,-5 2 143 16,-3 2-2635-16,-11 5-507 0</inkml:trace>
  <inkml:trace contextRef="#ctx0" brushRef="#br0" timeOffset="102786.12">11642 13741 7704 0,'0'0'1596'0,"0"0"-280"0,0 0 281 0,0 0-181 16,-44 89 56-16,39-51-224 0,5 6-216 0,-3 10-228 15,-1 3-160-15,0 10-152 16,0 1-188-16,0 1-8 0,0-2-64 0,-4-3-88 16,4-8-144-16,0-8 0 0,0-17-60 15,4-8-88-15,0-14-292 0,0-9-516 16,4 0-308-16,0-9-588 0,4-4-1268 15,-4-16-3845-15</inkml:trace>
  <inkml:trace contextRef="#ctx0" brushRef="#br0" timeOffset="102948.492">11598 14135 5640 0,'0'0'5505'0,"0"0"-4593"15,0 0 216-15,75 0 624 0,-39 0-292 16,0 0-328-16,4-7-388 0,-4-2-80 0,8-4-256 15,-4-3-152-15,0-3-256 0,-1-6-320 16,-3-3-344-16,-4 1-52 0,-4 2-388 16,-8 0-832-16,-12 9-1252 0,-8-3-3301 0</inkml:trace>
  <inkml:trace contextRef="#ctx0" brushRef="#br0" timeOffset="103235.606">11144 13465 11805 0,'0'0'2592'0,"0"0"-1380"0,0 0-20 15,0 0-248-15,0 0 316 0,0 0-280 16,91-19-272-16,-51 9-208 0,0 1-124 15,12-2-71-15,0 0-185 0,8 1-20 16,3-2-100-16,5 1 0 0,-1-1-12 0,1 3-112 16,0 2-145-16,0-3-387 15,-4 4-296-15,3-3-164 0,-7 2-700 0,-17 4-2772 16,9 0-4561-16</inkml:trace>
  <inkml:trace contextRef="#ctx0" brushRef="#br0" timeOffset="103680.522">13582 13979 11729 0,'0'0'1612'0,"0"0"-432"0,0 0 432 0,0 0-136 16,36 86-132-16,-32-57-204 16,-1 2-432-16,-3 4-340 0,0 0-88 0,0-6-100 15,0-1-108-15,0-6-72 0,0-6-40 16,0-3-80-16,0-9-184 0,0-4-452 15,0 0-296-15,5-4-228 0,-5-9-536 16,0 0-1332-16,0-12-4745 0</inkml:trace>
  <inkml:trace contextRef="#ctx0" brushRef="#br0" timeOffset="103832.099">13507 13712 11997 0,'0'0'1676'0,"0"0"-876"15,0 0 760-15,0 0-320 0,83-44-484 16,-55 31-484-16,0-2-272 0,7-2-236 16,-3 2-468-16,4-2-572 0,-8 5-984 15,16 3-3293-15</inkml:trace>
  <inkml:trace contextRef="#ctx0" brushRef="#br0" timeOffset="104096.596">14119 13816 10844 0,'0'0'1661'0,"0"0"-261"0,0 0 296 0,-31 87-232 16,23-68 36-16,4 3-456 0,4-2-432 16,0-5-244-16,0 1-112 0,8 0-152 15,4-4-104-15,0 1-60 0,8 0-16 16,-1-3 16-16,2-1 60 0,-1-3 8 16,3 1 40-16,1-1 4 0,-4 1 104 15,5-1 40-15,-2 0 216 0,-3 4-23 16,0-4-145-16,0 4-160 0,-8 2-24 15,0 4-48-15,0-4-12 0,-8 7 0 16,-4 1-8-16,0-1-280 0,-4 3-189 16,-8 0-79-16,0-2 16 0,-4-2-92 15,-4-2-300-15,0 0-504 0,4-7-1132 0,-11 4-2837 0</inkml:trace>
  <inkml:trace contextRef="#ctx0" brushRef="#br0" timeOffset="104555.398">15311 14144 11385 0,'0'0'1988'0,"0"0"-532"16,0 0 208-16,96 33-408 0,-52-27-84 16,-1-3-228-16,2-3-208 0,-2 0-336 0,4-9-168 15,2-8-60-15,-6 1-112 16,2-6-60-16,-6-3-12 0,-3-4-148 0,0 1-300 15,0-4-300-15,-8 1-316 0,0 1-632 16,-9 8-1384-16,-6-6-3845 0</inkml:trace>
  <inkml:trace contextRef="#ctx0" brushRef="#br0" timeOffset="104764.269">15726 13716 3008 0,'0'0'7728'0,"0"0"-5927"0,0 0-209 15,-32 98 100-15,27-44-352 0,1 6-16 16,-3 3-276-16,3 5-192 0,4-2-160 16,-4-2-140-16,4-4-151 0,0-2-213 15,4-18-192-15,4-4-184 0,-1-17-501 16,10-13-19-16,-2-6 80 0,2-17-48 16,7-10-116-16,-5-12-524 0,5-9-808 0,0-5-944 15,-7 12-2385-15,6-30-727 0</inkml:trace>
  <inkml:trace contextRef="#ctx0" brushRef="#br0" timeOffset="105132.115">16072 13275 1136 0,'0'0'9120'0,"0"0"-6883"15,0 0-529-15,0 0-4 0,0 0-524 0,0 0-164 16,0 0-80-16,0 0-176 0,4 108-160 16,-8-48 56-16,4 9 124 0,-4 8-271 15,4 5-133-15,-3 7-132 0,3 6-112 16,-5 1-24-16,5-1-108 0,0-6-60 15,0-10-12-15,0-12-220 0,5-16-20 16,6-19 20-16,-3-13 48 0,4-13 11 16,4-6-107-16,0-17 12 0,0-4 184 0,0-12-112 15,3-4-24-15,-2-8-112 0,3 0 136 16,-4 1-52-16,4 3 48 0,-5 6 52 16,2 7 48-16,-6 12 152 0,-3 7-164 15,1 9 172-15,-6 0 236 0,1 12 376 16,0 4-12-16,0 6-100 0,-4 4-108 15,4 2-40-15,-4 3 36 0,4 2-7 0,-4-5-33 16,5 1-20-16,-5-4-60 0,3-6-180 16,1 1-88-16,4-9-144 0,0-1-148 15,-4-6-48-15,4-1-108 0,0-3-173 16,4-7-123-16,4-9-272 0,4-2-744 16,0-8-1048-16,-4 7-2285 0,12-6-1947 0</inkml:trace>
  <inkml:trace contextRef="#ctx0" brushRef="#br0" timeOffset="105413.574">16718 14183 7400 0,'0'0'5809'16,"0"0"-4397"-16,0 0-180 0,0 0 148 16,0 0-304-16,0 0 8 0,0 0-388 15,0 0-180-15,84 8 56 0,-69-29-148 16,-3-8-192-16,4-3-171 0,-8-3-49 16,1 4 36-16,-6 2-36 0,-3 10 0 0,0 3 52 15,-3 7-56-15,-10 3-8 16,1 6-172-16,-12 0 51 0,0 2-39 0,-8 15-72 15,4 5 16-15,-7 9 156 0,7 4-40 16,0 6 16-16,0 0 36 0,8 4 48 16,8-3 4-16,4-1 104 15,4-6-12-15,4 0-96 0,0-7-64 0,4-5-20 0,13-4-100 16,-2-7-72-16,13-2 60 0,8-4 172 16,3-3 24-16,10-3 0 0,3-3-84 15,4-3-320-15,7-7 24 0,9 1-420 16,7-4-612-16,-19 5-1440 0,36-8-4013 0</inkml:trace>
  <inkml:trace contextRef="#ctx0" brushRef="#br0" timeOffset="106197.466">17893 13903 4804 0,'0'0'2900'0,"0"0"-620"0,0 0-231 16,0 0 19-16,0 0-516 0,0 0-120 16,0 0-304-16,0 0-328 0,0 0-308 0,-80-6-176 15,65 18-8-15,-6 7 44 0,6 6 100 16,-2 8-52-16,6 4-96 0,-6 5-11 16,10-1-13-16,3-3 0 0,4-3-28 0,0-9-120 15,0-7-92-15,4-7-40 16,3-5-196-16,10-7 28 0,-6 0 72 0,10-10 20 15,-1-5-20-15,3-5-196 0,-3-6-121 16,1 1 1-16,-6-3 8 0,1-1 28 16,0 4 32-16,-5 0 52 0,-2 6 120 15,-1 3 88-15,-4 9 8 0,0 4-108 16,-4 3 172-16,3 3 12 0,-3 10 320 16,5 6 168-16,-1 3-96 0,0 3-172 15,0 1-36-15,-4 3 20 0,4-1 64 16,0-5-24-16,3-1-36 0,-2-6-208 15,3-7-204-15,0-3-232 0,-1-6-188 0,2-3 76 16,3-9 8-16,4-11-480 0,-4-5-1080 16,-1 2-1824-16,9-18-1521 0</inkml:trace>
  <inkml:trace contextRef="#ctx0" brushRef="#br0" timeOffset="106397.222">18271 13383 9004 0,'0'0'3997'0,"0"0"-3001"0,0 0 52 0,0 0 176 16,0 0 180-16,0 0-80 0,0 0-416 16,0 0-348-16,0 101-72 0,0-57 240 15,4 11-59-15,-4 5-209 0,5 0-228 16,3 3-112-16,-4 4-48 0,3-3-72 16,1-1-92-16,5-5-500 0,2-5-185 0,1-12-259 15,5-2-356-15,2-13-1168 0,-3-12-2380 16,4-7-3433-16</inkml:trace>
  <inkml:trace contextRef="#ctx0" brushRef="#br0" timeOffset="106847.371">18786 13960 5044 0,'0'0'9677'0,"0"0"-8345"15,-64 67-512-15,36-35 344 0,0 6-40 16,-4 4 136-16,4 2-384 0,9-6-364 15,-1 0-195-15,12-7-197 0,3-5-120 16,5-7-192-16,0-10-65 0,9-6-83 0,-2-3 120 16,10-3 24-16,-2-13 4 0,5 0-64 15,0-9 0-15,4 3 60 0,-4 0 72 16,-1 6-48-16,2 3 40 0,3 7 32 16,-9 6-48-16,6 3 88 0,-1 10-12 15,-5 9 72-15,2 6 0 0,2 7 96 16,-3 9 124-16,4 1 272 0,-4 3-308 15,-1-1-136-15,2 7 60 0,-6 4 172 16,-2 2-144-16,-5 4 180 0,-4-2-108 0,-4 6-76 16,-12 2 161-16,-5-3-73 0,2 2-16 15,-9-5-72-15,0-4-20 0,0-9-52 16,0-4 24-16,-4-11 24 0,-3-11-60 16,-1-12-48-16,0-8-92 0,4-8-212 15,1-12-68-15,3-7 15 0,4-14-103 0,3-2-136 16,10-9 56-16,3 0 40 0,4-4-64 15,4 6-64-15,4 1-240 0,8-2 36 16,8 6 140-16,-1-2 440 0,5 1 140 16,4 0-100-16,8-1-624 0,0 1-368 15,4 0-460-15,-12 9-1369 0,19-9-1963 0</inkml:trace>
  <inkml:trace contextRef="#ctx0" brushRef="#br0" timeOffset="108113.887">19136 14211 9640 0,'0'0'2461'0,"0"0"-1117"0,0 0-380 15,0 0-44-15,0 0 28 0,0 0 124 16,0 0-304-16,0 0-264 0,0 0-172 0,95-64-184 15,-71 39 0-15,1-3-148 0,-1-4-40 16,-5 0-8-16,-3 4-16 0,0 3-132 16,-7 1-124-16,-6 3 0 0,-3 5 96 15,0-1 40-15,-3 5 48 0,-10 2-112 16,1 4 12-16,-4 0 112 0,-7 6 112 0,3 0-64 16,-5 0 64-16,1 9-52 0,5 4 64 15,3 6 188-15,-4 7 172 0,8 8 36 16,4 8-48-16,0 2 44 0,4 7 16 15,0 4 48-15,4-2 140 0,0-2-240 16,4-6-148-16,8-5-112 0,4-10-96 16,0-12-256-16,8-15 12 0,4-3-84 15,4-19-28-15,4-13-284 0,-1-6-356 16,1-12-740-16,-8 9-1424 0,11-26-3641 0</inkml:trace>
  <inkml:trace contextRef="#ctx0" brushRef="#br0" timeOffset="108490.14">19603 13414 1368 0,'0'0'9993'0,"0"0"-8225"0,0 0-496 15,0 0 392-15,0 0 108 0,-17 95-292 16,17-51-356-16,0 5-236 0,0 4-155 16,0 11-213-16,4 3-144 0,-4 2-136 15,0 8-192-15,0-7-48 0,4-1-24 16,0-8-240-16,1-14-244 0,3-8 20 15,-1-14 111-15,5-16 49 0,4-6 84 16,0-3 24-16,0-15 40 0,4-4-88 16,0-7 36-16,-4-3 36 0,-1 2 112 15,2 0 84-15,-2 5 52 0,-2 9-52 0,2 4-12 16,2 3 12-16,-6 6 116 0,2 0 68 16,-2 3 84-16,-3 3-12 0,0 7-12 15,-3 0-48-15,-1 2-52 0,-1 1 28 0,-3 0 8 16,0 4 16-16,-3 2-27 15,-6-3-9-15,-3 3 8 0,-3 0-72 0,-2-3-20 16,1-3-64-16,1 0-12 0,-6-4-48 16,6-2-4-16,2-7-236 0,6-3-189 15,3 0-43-15,0-3-4 0,4-10-88 16,0-2-432-16,0-5-796 0,0 1-1220 16,8-9-3217-16</inkml:trace>
  <inkml:trace contextRef="#ctx0" brushRef="#br0" timeOffset="108780.773">20133 14030 13013 0,'0'0'2084'0,"0"0"-1056"16,0 0 52-16,11 64 144 0,-11-42 116 16,4-6-264-16,-4 3-556 0,4-6-348 15,-4 0-52-15,4-1-32 0,-4 1-76 0,0 3-8 16,0-1-4-16,-4 4-48 0,-4 0-112 15,0 0 16-15,1-2 56 0,-2-8 88 16,5-3 44-16,0-3 68 0,4-3-20 16,0-7-92-16,0-4-168 0,8-9-88 15,8-8 180-15,4-4 68 0,8-4-136 16,0-2-4-16,7 1-144 0,-3 2-24 16,1 3 132-16,-1 1-124 0,0 4-216 15,0 6-280-15,-5 2 12 0,5 0 296 16,-9 3-264-16,-6 6-4072 0,-6 3-3469 0</inkml:trace>
  <inkml:trace contextRef="#ctx0" brushRef="#br0" timeOffset="108924.872">20582 14116 8264 0,'0'0'5717'0,"0"0"-4577"0,0 0-284 0,-4 82 344 15,0-62 52-15,4-8-328 0,0-2-508 16,0-4-416-16,0-6-432 0,0 0-272 15,0 0-172-15,0-3-592 0,0-4-1364 16,-3-11-5905-16</inkml:trace>
  <inkml:trace contextRef="#ctx0" brushRef="#br0" timeOffset="109083.705">20515 13753 13133 0,'0'0'2356'0,"0"0"-1460"0,0 0 524 15,0 0-164-15,0 0 56 0,0 0-340 16,99 5-656-16,-79-3-316 0,4-2-100 16,4 4-324-16,0-4-212 0,-1 2-1200 15,-3 2-2012-15,17-2-3013 0</inkml:trace>
  <inkml:trace contextRef="#ctx0" brushRef="#br0" timeOffset="109263.563">21089 13944 13965 0,'0'0'2460'0,"0"0"-1476"16,-80 92 328-16,52-54 196 0,-4 4 100 16,8-5-263-16,4-1-561 0,8-7-420 15,12-4-340-15,0-6-24 0,5-4-228 16,10 2 32-16,5-8-20 0,8 0-160 0,12-5-156 16,-1-2-120-16,6-2-65 0,2 0-163 15,-2 0-488-15,-10 0-2540 0,12 0-2185 0</inkml:trace>
  <inkml:trace contextRef="#ctx0" brushRef="#br0" timeOffset="109709.648">22256 14011 7080 0,'0'0'4517'0,"0"0"-3081"0,0 0-240 15,0 0 52-15,0 0 84 0,0 0-188 16,0 0-208-16,0 0-308 0,-76 3-200 16,64 23 48-16,5 11 96 0,-6 11-12 0,5 6-35 15,1 3-89-15,3 4-100 0,4 0-80 16,0-8-64-16,8-5-56 0,3-14-136 15,2-11-172-15,10-14-216 0,5-9 16 16,4-18-52-16,8-18-89 0,4-11-131 16,-1-11-320-16,5-1-904 0,-8-5-944 15,-12 16-2273-15,7-15-3823 0</inkml:trace>
  <inkml:trace contextRef="#ctx0" brushRef="#br0" timeOffset="109928.019">22730 13334 12821 0,'0'0'2488'0,"0"0"-1580"0,0 0 28 16,0 0 388-16,-43 68 116 0,30-34-112 15,1 7-487-15,5 10-393 16,2 4-148-16,1 8 28 0,4 7-136 0,0 5-68 16,0 5-40-16,0 7-84 0,0-5 0 15,0 0-232-15,0-6-200 0,4-6-32 16,1-13-237-16,2-18-115 0,5-14 108 15,1-16 48-15,2-9-520 0,5-3-908 16,-4-3-1896-16,8-19-1765 0</inkml:trace>
  <inkml:trace contextRef="#ctx0" brushRef="#br0" timeOffset="110203.128">22913 14160 7736 0,'0'0'7357'0,"0"0"-6225"15,-4 73-692-15,4-41 8 0,-3 0 728 16,3-7 436-16,0-3-404 0,7-13-628 15,1-4-359-15,8-10-25 0,9-9-160 16,-2-13-36-16,5-4-112 0,0-7-117 0,0-7-123 16,-4 0 12-16,0 4 180 0,-5 6 24 15,-2 1 4-15,-10 9 72 0,-3 2-64 16,-4 7 100-16,-4 3 24 0,-7 5 48 16,-6 1 52-16,-7 3 32 0,1 1-20 15,-1 3-4-15,0 0 4 0,0 9-52 16,0 4-12-16,4 10-48 0,4-1-48 15,-3 7 40-15,2-7 8 0,6 0-88 16,2-9-104-16,5-4-320 0,4-6-396 16,0-3-472-16,0 0-1380 0,9-3-3593 0</inkml:trace>
  <inkml:trace contextRef="#ctx0" brushRef="#br0" timeOffset="110513.65">23515 13871 768 0,'0'0'12973'0,"0"0"-11113"16,0 0-1056-16,-56 68 356 0,28-43 420 0,0 6 8 16,0-3-299-16,4-2-489 0,9-4-340 15,2-3-204-15,6-9-256 0,7-1-212 16,0-2-64-16,16-4 160 0,-1 3 116 16,6-6 0-16,7 0-108 0,-5 0 96 15,5 0-120-15,-4 0 120 0,0 7-36 16,-8 0-48-16,4 1 48 0,-9 5 48 15,2 6 84-15,-5 0 72 0,-1 4 0 16,-7-1 40-16,0 3 180 0,0-3-196 16,-11 0-84-16,-6 1-88 0,-2-5 4 15,-1 1-12-15,-8 0-8 0,4-5-124 0,-3-5-112 16,6-2-104-16,1-4-112 0,1-3-100 16,6-10-33-16,2-6-175 0,3-3-556 15,3-7-812-15,5 1-1864 0,0-16-1993 0</inkml:trace>
  <inkml:trace contextRef="#ctx0" brushRef="#br0" timeOffset="110836.947">23746 14018 13521 0,'0'0'2588'0,"0"0"-1784"16,-12 82-120-16,4-50 600 0,-4 6 516 15,4-3 61-15,0-7-725 0,4-6-604 16,4-6-376-16,0-10-156 0,12-2-204 0,4-4 36 15,4-10 68-15,8-2 52 0,0-11-120 16,0-5-256-16,4-1-120 0,0-3-96 16,-4 1 55-16,-5 2 37 0,1 1 12 15,-4 2 36-15,-8 4-40 0,0 6 132 16,-4 4 372-16,-4 8 36 0,0 4 432 0,-4 4 56 16,0 8 136-16,0 4 60 0,0 6-140 15,-4 7-103-15,4 3-41 0,0 2 0 16,0 4 8-16,0 1 404 0,0-1-160 15,0-4-388-15,4-4-144 0,0-9-120 16,0-5-132-16,4-7-132 0,-4-4-376 16,4-5-12-16,-4 0-64 0,3-11-301 0,2-1-1055 15,-5-1-2912-15,4-12-3569 0</inkml:trace>
  <inkml:trace contextRef="#ctx0" brushRef="#br0" timeOffset="111080.065">24307 13947 13133 0,'0'0'1956'16,"0"0"-904"-16,0 0 324 0,0 0 144 16,0 0 304-16,4 80-283 0,-11-55-741 15,-1 0-376-15,4 1-148 0,-5-1-140 16,2 0-124-16,3 1-12 0,0 0-52 0,0-1-12 16,4 0-56-16,-4 4-24 0,4-6-148 15,0-5 16-15,0-4 180 0,8-9-196 16,7-5 12-16,2-3 132 0,7-10 144 15,4-3 4-15,8-2-292 0,-1-5 39 0,5-2-419 16,0 0-32-16,4-1-952 0,-5 3-1044 16,-7 9-2096-16,5-5-1101 0</inkml:trace>
  <inkml:trace contextRef="#ctx0" brushRef="#br0" timeOffset="111332.035">24790 14202 8384 0,'0'0'6053'0,"0"0"-4453"15,0 0-484-15,0 66-36 0,4-50-156 16,7-10 104-16,2-2-236 0,6-4-488 15,9-7-108-15,4-9-100 0,9-12-96 16,-2-1-208-16,-3-8-376 0,3 1 244 0,-11 1-160 16,0 3 20-16,-11 7 28 15,-6 3 120-15,-11 3 48 0,-4 6 284 0,-16 7 48 16,-7 3 236-16,-6 3-12 16,-6 12-88-16,-5 4-12 0,0 13-24 0,1 2-148 15,-2 7 60-15,10 3 172 0,-1 8 88 0,12-5-40 16,4 0-48-16,4 1-232 15,8-10-60-15,4-3-356 0,4-4-244 0,12-3-44 16,12-6 176-16,8-3 304 0,8 1-492 16,8-12-8-16,4-1-1292 0,-9-4-2825 15,21 0-1559-15</inkml:trace>
  <inkml:trace contextRef="#ctx0" brushRef="#br0" timeOffset="111711.863">25750 13964 12925 0,'0'0'3820'15,"0"0"-2540"-15,0 0-688 0,0 0-100 16,0 0 760-16,-20 69 341 0,8-34-309 15,4 3-596-15,1-3-324 0,7-6-124 16,0-8-240-16,11-4 0 0,10-7-112 16,7-10 104-16,7-4-92 0,9-8-176 15,4-11 116-15,-1-5-32 0,5-7-136 16,0 0-168-16,-12 3-36 0,-8 4 84 16,-8 5 59-16,-13 8 37 0,-3 4-76 15,-8 5 24-15,-11 4 148 0,-10 2 96 16,-3 0 64-16,-11 6 96 0,-5 7 84 0,0 2 64 15,0 5 0-15,4 5 12 0,0-3-88 16,12 3-72-16,1-6-72 0,7-3-64 16,8-6-428-16,8-1-1160 0,0-9-1428 15,4 3-1977-15,20-3 97 0</inkml:trace>
  <inkml:trace contextRef="#ctx0" brushRef="#br0" timeOffset="111820.286">26192 14081 9576 0,'0'0'3257'15,"0"0"-985"-15,100 0-228 0,-60 0-532 16,-1 0-336-16,-3-10-404 0,1-2-336 15,-5-4-396-15,3-9-40 0,-3-4-452 16,4-7-476-16,-4 2-340 0,-8-4-544 16,-5 9-1368-16,-6-9-3765 0</inkml:trace>
  <inkml:trace contextRef="#ctx0" brushRef="#br0" timeOffset="112063.675">26476 13595 3100 0,'0'0'9229'0,"0"0"-7801"0,0 0-856 0,-17 86 172 15,13-48 592-15,0 3 380 0,1 4-252 16,3 5-376-16,0 4-152 0,0 9-95 16,-4 5-357-16,0 4-112 0,-1 7-92 15,1 4-232-15,0 1 24 0,0-2-72 0,1 0-12 16,3-2 12-16,0-5 172 0,7-5-172 16,1-6-36-16,-8-3-216 0,0-14-88 15,0-3 112-15,-4-9 80 0,-7-9-288 16,-2-7-84-16,-2-13 47 0,-6-3-87 15,-2-3 156-15,-5-12-220 0,0-4-308 16,0-12 8-16,-4-7-692 0,8 3-1596 16,-11-29-4561-16</inkml:trace>
  <inkml:trace contextRef="#ctx0" brushRef="#br0" timeOffset="112387.016">27555 13735 13281 0,'0'0'2192'16,"0"0"-1060"-16,0 0-324 0,0 0 492 16,83 35 124-16,-46-26-388 0,2-2-440 15,9-4-303-15,8-3-113 0,0-6 40 16,7-11-220-16,-3-2-184 0,0-3-216 16,-4-4-197-16,-9-5-183 0,1 3-284 15,-16 2-548-15,-8 3-2404 0,-8 2-3133 0</inkml:trace>
  <inkml:trace contextRef="#ctx0" brushRef="#br0" timeOffset="112544.872">27878 13830 11041 0,'0'0'3220'0,"-20"67"-2424"16,15-32-544-16,2 3 488 0,-1 10 1268 16,-4-4-76-16,4 0-616 0,4-6-792 15,-4-3-439-15,4-3-85 0,0-7-245 16,0-2-423-16,-4-8-184 0,0-2-412 15,-4-3-1080-15,4 0-3489 0,-8-5-4471 0</inkml:trace>
  <inkml:trace contextRef="#ctx0" brushRef="#br0" timeOffset="112713.501">27703 14259 14573 0,'0'0'2080'0,"0"0"-1472"15,0 0 148-15,107-13 416 0,-64 7-228 16,2-4-224-16,2 1-200 0,1-4-176 15,1-4-139-15,-2 5-205 0,-4-3-97 16,2-2-147-16,-14 5-156 0,-3 2-416 16,-7 4-348-16,-10 3-156 0,-7 3-916 0,-4 0-1996 15,-15 6-1745-15</inkml:trace>
  <inkml:trace contextRef="#ctx0" brushRef="#br0" timeOffset="112858.174">27818 14455 11057 0,'0'0'4048'0,"0"0"-3396"15,0 0-436-15,0 0-4 0,0 0 240 16,0 0 472-16,0 0-244 0,88 48-472 16,-53-61-136-16,13-6-72 0,5-3-148 15,-2 0-312-15,1-3-60 0,0 0-188 0,-5 1-72 16,-2 3 12-16,-14 5-2104 0,5 0-3397 0</inkml:trace>
  <inkml:trace contextRef="#ctx0" brushRef="#br0" timeOffset="113986.994">29245 14011 10888 0,'0'0'2717'0,"0"0"-1285"0,0 0-576 15,0 95 396-15,0-57 112 0,0 4-148 16,-5-4-360-16,-3-3-492 0,4-4-216 16,0-9-96-16,4-2-52 0,0-11-160 15,0-3-168-15,0-6-368 0,0 0-212 16,4 0-352-16,0-8-936 0,-4-3-2865 16,0-10-4911-16</inkml:trace>
  <inkml:trace contextRef="#ctx0" brushRef="#br0" timeOffset="114147.055">29328 13662 3192 0,'0'0'11737'0,"0"0"-10401"0,0 0-1200 0,0 0-124 0,0 0 340 16,80-4-156-16,-60 4-196 15,-1-3-560-15,2 3-864 0,-6-3-364 0,13 0-2053 0</inkml:trace>
  <inkml:trace contextRef="#ctx0" brushRef="#br0" timeOffset="114400.619">29579 13986 5532 0,'0'0'8613'0,"0"0"-7705"0,0 0-692 16,-24 79 548-16,16-57 1108 0,4-3-60 0,0-6-716 15,4-4-724-15,0-2-372 0,4-3-148 16,8-4 28-16,4 0 60 0,0-7-16 15,7-3-32-15,5-6-112 0,0 4-60 16,0-1 72-16,-3 3 36 0,-1 7 24 16,0 3 64-16,-5 3 84 0,-3 10 88 0,0 3 96 15,-4 3-96-15,4 3 68 16,-8 1 128-16,0 2-128 0,0-3-80 0,0 3-76 16,-4-2-76-16,4-5-68 0,0-1-284 15,0-4-368-15,3-2-304 0,6-4-516 16,-10-4-1376-16,18-3-3665 0</inkml:trace>
  <inkml:trace contextRef="#ctx0" brushRef="#br0" timeOffset="114663.275">30579 13598 15293 0,'0'0'4664'0,"0"0"-4212"0,0 0-380 0,0 0 76 15,100 45 484-15,-65-33 269 0,1-2-189 16,8-7-348-16,4 0-304 0,0-3-12 16,0-3-48-16,-1-7-156 0,-2-2-352 15,-6-4-24-15,-3 0-333 0,-4-3-463 16,-12 3-728-16,-8 3-2400 0,-12 0-3413 0</inkml:trace>
  <inkml:trace contextRef="#ctx0" brushRef="#br0" timeOffset="114834.79">30794 13802 11101 0,'0'0'4132'0,"-16"69"-3552"16,8-34-204-16,4 12 628 0,-3 5 1056 15,-2 5-92-15,5 0-691 0,0 1-541 16,0-5-288-16,1-2-108 0,3-7-196 15,0-5-132-15,0-8-12 0,0-12-232 0,7-3-248 16,6-10-176-16,-2-6-68 0,1-3-189 16,0-9-319-16,4-7-1220 0,-7 0-3664 15,-2-11-5001-15</inkml:trace>
  <inkml:trace contextRef="#ctx0" brushRef="#br0" timeOffset="114975.813">30770 14084 10196 0,'0'0'5625'0,"0"0"-4645"0,0 0-644 16,0 0 432-16,0 0 428 0,100 28-152 0,-60-37-376 16,4-7-668-16,8-6-12 0,-1-3-668 15,1-4-424-15,-8-3-180 0,0 0-564 16,-12 7-1156-16,-1-13-4041 0</inkml:trace>
  <inkml:trace contextRef="#ctx0" brushRef="#br0" timeOffset="115209.432">30587 13147 12585 0,'0'0'4044'0,"0"0"-3956"0,0 0 48 0,0 0 808 16,112-41 820-16,-69 32-300 0,9-4-551 15,12 4-453-15,0-4-156 0,7 3-268 16,1 1-36-16,4-1-132 0,0 4-196 16,-1 0-281-16,-3-1-339 0,0 4-420 15,-25 3-1556-15,13-3-5753 0</inkml:trace>
  <inkml:trace contextRef="#ctx0" brushRef="#br0" timeOffset="117440.729">9415 15624 9804 0,'0'0'2653'0,"0"0"-1109"15,0 0-596-15,0 0 184 0,0 0 180 16,0 0-224-16,0 0-164 0,0 0-116 16,0 0-224-16,0 0-168 0,32 44-112 15,-17-14-108-15,-2 1-112 0,-2 3 1 16,-3 1-85-16,1 0-57 0,-6-6-211 0,1-7-156 15,0-8-164-15,0-8-132 0,-4-6-272 16,4 0-392-16,-4-6-936 0,0-5-2017 16,0-8-2327-16</inkml:trace>
  <inkml:trace contextRef="#ctx0" brushRef="#br0" timeOffset="117598.113">9383 15341 8688 0,'0'0'5809'0,"0"0"-4873"15,0 0-412-15,0 0 568 0,0 0 60 16,0 0-680-16,15-67-472 0,2 61-100 16,-2 0 96-16,2 3-96 0,2-1-604 15,1 4-428-15,0 7-704 0,-4-1-2793 16,4 16-4779-16</inkml:trace>
  <inkml:trace contextRef="#ctx0" brushRef="#br0" timeOffset="117888.614">9777 15598 11777 0,'0'0'1688'0,"0"0"-952"16,12 67 580-16,-8-34 500 0,-4-2-260 0,4 1-344 15,0-7-356-15,0-9-404 16,-1-3-440-16,6-7-12 0,-1-6-184 0,-1 0 52 16,6-10 56-16,-1-10 16 0,-1-5-232 15,6-3 84-15,-6-4-144 0,2 0-52 16,-2 4 48-16,6 3 256 0,-2 2-8 15,2 4-24-15,-2 3 132 0,5 4 0 16,-8 2-12-16,4 6-48 0,-4 4 60 16,0 0 8-16,0 7 104 0,-4 3 36 15,4 2 120-15,-4 1-144 0,0 4-64 16,-1-2 24-16,-3 4-84 0,5 0-124 16,-1 0 16-16,-5 0 104 0,9-2-416 0,1-2-492 15,-2-3-812-15,2 1-2508 16,2-3-3081-16</inkml:trace>
  <inkml:trace contextRef="#ctx0" brushRef="#br0" timeOffset="118527.963">11255 15459 11985 0,'0'0'1892'0,"0"0"-1172"0,0 0 368 0,0 0 288 15,33 104-308-15,-22-49-132 0,1 6-152 16,0 8-100-16,4 7-84 0,-4 4-164 16,0 2-95-16,-1 4-121 0,2-2-220 15,-2 3-36-15,-3-1 24 0,1-7-76 16,-5-8-8-16,3-15-73 0,1-18-3 16,-4-9-72-16,5-16-144 0,-5-7-172 15,-1-6-152-15,1-6-160 0,0-11-264 16,-4-8-536-16,0-6-856 0,0 1-2309 15,0-20-567-15</inkml:trace>
  <inkml:trace contextRef="#ctx0" brushRef="#br0" timeOffset="126333.589">11179 15529 9188 0,'0'0'1861'0,"0"0"-885"0,0 0-232 16,0 0-196-16,0 0-92 0,0 0 1416 15,0 0-952-15,4-64-508 0,13 51-128 0,2 4 124 16,-3-1 52-16,4 7-40 16,0 3-100-16,4 0 36 0,-8 7-160 0,4 5-96 15,-4 4 8-15,0 0-32 0,-9 7-64 16,2-1 60-16,-1 3-24 0,-8 1-36 16,4-1 0-16,-4 3-12 0,0-2-4 15,0-3 0-15,-8-2 4 0,4 2-48 16,-8-5-160-16,0 2-208 0,-1-2-76 15,-2-1 36-15,3-5 8 0,-4 1-72 16,8-4 172-16,1-6-212 0,2 1-108 16,1-1-304-16,4-3-400 0,0 0-844 15,0 0-2805-15,12-3-927 0</inkml:trace>
  <inkml:trace contextRef="#ctx0" brushRef="#br0" timeOffset="126702.172">11920 15558 9400 0,'0'0'3857'0,"0"0"-2689"0,0 0 220 0,0 0 40 16,0 0-488-16,0 0-212 15,0 0 60-15,-95 25-104 0,67-6-320 0,4 0-132 16,-4 6-84-16,5 1-64 0,2 0 0 16,1 2 40-16,9-6-68 0,-1-7-56 15,7 1-100-15,5-9-32 0,0-2-52 16,0 0-32-16,13-5-4 0,-2-5-24 15,10-7-64-15,-2-4-32 0,1-3-52 16,0-2-16-16,5-2-20 0,-6 2 80 0,1 1 88 16,-1 7-48-16,-2 4 256 0,-1 2-72 15,0 7 28-15,-5 0-80 0,-2 7 176 16,-5 5 200-16,0 4-28 0,-1 0 164 16,-3 3-16-16,0 0 52 0,0 0-64 15,0 4-40-15,0-7 16 0,0-2-88 16,0 0-184-16,0-4-12 0,4-7-244 15,0-3-296-15,5-3 20 0,2-7 28 0,1-4-20 16,4-4-408-16,0-1-972 0,4-4-916 16,-8 8-1569-16,8-10-2491 0</inkml:trace>
  <inkml:trace contextRef="#ctx0" brushRef="#br0" timeOffset="127232.493">12371 14998 12389 0,'0'0'1580'16,"0"0"-1264"-16,0 0 344 0,0 0 108 0,0 0 188 16,0 0-236-16,0 0-584 0,0 0-128 15,0 0-8-15,0 0 136 0,0 0 64 16,-24 26-16-16,28-17 28 0,-4 1-76 15,4-4 12-15,-4 0 24 0,0-2 24 16,4-1-60-16,-4 0 12 0,0-3 24 0,0 0 12 16,0 0-36-16,0 0-16 0,0 0-120 15,0 0 40-15,0 3-52 16,0-3-52-16,0 4 12 0,3-2 40 0,-3 5 0 16,0 2 0-16,0 1 60 0,-3 2-8 15,-1-2-48-15,0 0 4 0,0-1 64 16,0-3-12-16,4 1-52 0,-4-7 56 15,4 0-52-15,0 0 72 0,0 0-80 16,0 0-4-16,0 0-44 0,0 0-28 16,0 0-16-16,0 0 28 0,0 0 12 15,0 0 40-15,0 0 8 0,0 0 12 16,0 0 48-16,0 0-12 0,0 0-36 0,0 0 64 16,0 0-4-16,0 0 12 0,0 0 16 15,0 0-28-15,0 0-60 0,0 0-8 16,0 0-4-16,0 0-48 0,0 0-48 15,0 0-16-15,0 0-60 0,0 0-24 16,0 0-60-16,0 0-28 0,-4 0-8 0,4 0-40 16,-4 0-124-16,-4 0-476 15,0 0-220-15,0 4-256 0,0-1-560 0,-8 2-3233 0,72-17-2363 16</inkml:trace>
  <inkml:trace contextRef="#ctx0" brushRef="#br0" timeOffset="127630.083">12008 15481 11085 0,'0'0'1336'0,"0"0"-1068"0,0 0-88 16,0 0 484-16,0 0 568 0,0 0 88 16,0 0-304-16,0 0-532 0,0 0-424 15,0 0 4-15,4-22-64 0,8 42 224 16,4-2-52-16,0 4-88 0,0 7-84 16,-8-4 76-16,4 7 84 0,-4-4-156 15,0 1 8-15,-4-4 32 0,-1-3-40 16,2-2 56-16,-5-8 64 0,4-2-52 0,-4 0 16 15,0-10-40-15,0 0 24 0,4-5-8 16,-4-7 20-16,0-6-20 0,8-10 12 16,-4-8-76-16,3-5-8 0,2-1-76 15,-1-2 72-15,-1 0-72 0,1 2-112 0,1 4-212 16,-2 4-332-16,1 1-168 16,1 5-96-16,-1 2-332 0,-1 4-780 0,-3 3-2493 15,4-3-2615-15</inkml:trace>
  <inkml:trace contextRef="#ctx0" brushRef="#br0" timeOffset="127896.1">12418 14919 10288 0,'0'0'1661'0,"0"0"-1033"0,0 0 72 0,0 0 52 15,0 0 576-15,0 0 80 16,0 0-576-16,0 0-300 0,4 79-100 0,-4-44-12 15,0 6-40-15,0 10 24 0,0 10-124 16,0 5-204-16,0 8-72 0,0-2-4 16,4 2-64-16,5-9 56 0,-2-11-136 0,1-8 132 15,5-15-140-15,-2-12 144 16,-3-8-108-16,1-9-4 0,2-2-176 0,-3-2-48 16,0-15-64-16,4-5-284 0,-4-7-276 15,-4-3-944-15,0 4-2157 0,-4-7-2947 0</inkml:trace>
  <inkml:trace contextRef="#ctx0" brushRef="#br0" timeOffset="128055.798">12164 15370 9036 0,'0'0'2337'0,"0"0"-1477"16,0 0-52-16,0 0 324 0,0 0 144 0,0 0-220 16,0 0-456-16,0 0-156 0,0 0-44 15,0 0-104-15,0 0 12 0,103 48-12 16,-51-55-136-16,0-2-124 0,3-4-36 15,-3 1-492-15,-4 1-496 0,-4 3-600 0,-12 1-852 16,3 0-2897-16</inkml:trace>
  <inkml:trace contextRef="#ctx0" brushRef="#br0" timeOffset="128232.196">12957 15427 13061 0,'0'0'1752'0,"0"0"-1348"15,0 0 300-15,4 85 376 0,-4-56 356 0,0 0-340 16,-4 3-340-16,4-7-192 0,0 0-4 16,-4-9-344-16,4-3-216 0,0-7-400 15,0-6-100-15,-5 0-12 0,1-3-224 16,-4-9-800-16,5-1-1568 0,-9-16-3837 0</inkml:trace>
  <inkml:trace contextRef="#ctx0" brushRef="#br0" timeOffset="128396.383">12837 15154 12613 0,'0'0'3120'0,"0"0"-2808"0,0 0-224 15,0 0 256-15,0 0 464 0,0 0-12 16,75 0-452-16,-47-7-344 0,-4 1-208 16,8 0-436-16,0 3-844 0,0 0-1028 15,-4 3-108-15,12 0-625 0</inkml:trace>
  <inkml:trace contextRef="#ctx0" brushRef="#br0" timeOffset="128582.122">13355 15255 10756 0,'0'0'2273'0,"0"0"-1345"0,0 0 20 16,-56 89 528-16,44-54 104 0,-4 7-116 16,5 2-364-16,6-2-284 0,1-1-47 15,4-3-165-15,0-6-216 0,4-7-136 0,1-3-152 16,2-6-100-16,5-6-92 0,1-8-64 15,2-2-120-15,1-6-124 0,4-7-280 16,4-5-221-16,0-8-235 0,0-6-560 16,-1 4-912-16,-3-1-1312 0,-8 7-821 15,8-6-995-15</inkml:trace>
  <inkml:trace contextRef="#ctx0" brushRef="#br0" timeOffset="128890.669">13554 15396 9292 0,'0'0'3145'15,"0"0"-1161"-15,0 0-620 0,0 0-136 0,0 0 36 16,0 72-204-16,0-43-216 0,-4 3-124 15,4-3-40-15,0-1-59 0,0-6-149 16,0 0-120-16,4-9-292 0,4-7-60 16,0-3-244-16,0-3-44 0,4-3-100 15,4-13-25-15,0-6-63 0,0-3-156 16,3-7-128-16,-6 1-96 0,2-1-132 16,2 3-40-16,-2 4-112 0,-2 6-120 0,-2 3 420 15,-3 5 548-15,1 9 292 0,-6 2 356 16,-3 7 672-16,4 8 204 0,-4 4-192 15,0 6-368-15,0 1-156 0,0 2 40 16,0-2 96-16,-4 2-4 0,4-2 12 0,0-7-88 16,0-3-184-16,0-10-388 0,4-3-12 15,4-3-440-15,0-6 64 0,0-13 84 16,4-6-40-16,4-7-144 0,0-7-332 16,-4-1-280-16,8-2-452 0,-4 1-380 15,0-4-480-15,0-2-785 0,-4 12-1251 16,4-19 1160-16</inkml:trace>
  <inkml:trace contextRef="#ctx0" brushRef="#br0" timeOffset="129052.959">14005 14963 7704 0,'0'0'1400'0,"0"0"-272"0,0 0 341 16,0 0-61-16,0 0 16 0,0 0 72 15,0 0-344-15,0 0-380 0,11 77-120 16,-19-36-36-16,5 10-76 0,-1 3 72 0,4 6 108 16,0 3-200-16,0 1 321 0,11-4-117 15,-3-6-564-15,8-6-160 0,0-10-288 16,0-6-320-16,8-7-301 0,0-9-27 0,0-6 4 15,8-7 48-15,-1-3-920 0,-7 0-2940 16,20-16-2677-16</inkml:trace>
  <inkml:trace contextRef="#ctx0" brushRef="#br0" timeOffset="129379.55">14550 15589 12305 0,'0'0'2748'0,"0"0"-1524"0,0 0-452 15,0 0 84-15,-72 92 636 0,48-61-220 16,5 5-288-16,3 2-279 0,0-3-145 15,7-7-140-15,6-3-292 0,3-6-128 16,0-8-76-16,0-6-152 0,8-2-112 0,0-3-156 16,4-8-25-16,4-9 21 15,-1-5 112-15,6-6-76 0,-6-4-148 0,1 0-160 16,0 0-200-16,0 7 152 0,0 2 36 16,0 9 292-16,-8 7 404 0,4 0 88 15,-4 7 240-15,-4 0 388 0,4 9 240 0,0 4 60 16,0 4-164-16,0 5-80 0,0 0-48 15,0 3-16-15,0 0 1 0,-4-2 11 16,4 2-100-16,-5-3-108 0,1-6-224 16,1-2-200-16,-1-6-84 0,-4-2-160 15,4-6-44-15,-4 0-136 0,0-3-340 16,8-8-309-16,-1-6-171 0,10-8-988 16,3-4-2244-16,-5 0-1369 0,13-13 1937 0</inkml:trace>
  <inkml:trace contextRef="#ctx0" brushRef="#br0" timeOffset="129597.164">15052 15624 7432 0,'0'0'7365'0,"0"0"-6081"0,0 0-892 16,8 92 8-16,-16-52 208 0,1 6 888 15,-10 1 68-15,6 2-456 0,-6 1-279 16,10-6-105-16,-6-3-180 0,5 0-204 16,5-6-148-16,-1-6-132 0,4-4-48 0,0-8-8 15,0-8-4-15,0-6-48 16,4-3-72-16,3-9 12 0,2-7 48 0,6-9 48 15,2-8 4-15,6-4-140 0,5-5-128 16,4-2-64-16,0 0-60 0,8 2-96 16,4 1-209-16,-1 3-147 0,5-4 328 15,4 7-184-15,-20 7-2436 0,15-4-5425 0</inkml:trace>
  <inkml:trace contextRef="#ctx0" brushRef="#br0" timeOffset="137150.059">19140 16298 992 0,'0'0'4548'0,"0"0"1097"15,0 0-4297-15,0 0-316 0,-83 6-52 16,62 2 268-16,1 6-108 0,1 5-456 0,-1 9-288 15,8 7-112-15,4 6 36 0,0 10 148 16,8 0 172-16,0 3-248 0,8-3-148 16,4-9-76-16,-1-9-168 15,6-6-68-15,-2-15-16 0,6-6-28 0,-1-6 16 16,3-6-4-16,1-13-132 0,0-3-368 16,0-9-324-16,0-5-216 0,-8 1 28 15,0 1 16-15,-4 2 172 0,-1 0 200 16,-2 3 212-16,-5 3 144 0,0 4 136 15,-4 7 232-15,0-1 52 0,-8 6 536 0,3 4 264 16,-2 3-76-16,3 3-156 16,0 0-156-16,0 9-188 0,-4 4 104 0,8 9 208 15,0 4-40-15,0 2 36 0,0-2-56 16,0 2-84-16,0-9-148 0,8-3-296 16,0-3-164-16,-1-7-340 0,6-6-164 15,-1-3 184-15,-1-13 36 0,6-10-644 16,-1-8-828-16,-1 5-2741 0,2-19-1731 0</inkml:trace>
  <inkml:trace contextRef="#ctx0" brushRef="#br0" timeOffset="137354.333">19443 15802 8656 0,'0'0'2377'0,"0"0"-721"15,0 0-88-15,0 0-268 0,0 0 192 0,0 0-312 16,-16 89-368-16,12-51-76 0,0 0-4 15,4 10-108-15,0-1-128 0,0 3-203 16,0 5-157-16,0 5-136 0,0 0-76 16,0 4-44-16,4 0-125 0,8-7-471 15,-4-3-128-15,8-7-160 0,-1-9-552 16,2-12-1508-16,11-4-3625 0</inkml:trace>
  <inkml:trace contextRef="#ctx0" brushRef="#br0" timeOffset="138046.041">19809 16506 3876 0,'0'0'5812'0,"0"0"-3311"15,0 0-1021-15,0 0-136 0,0 0 40 16,0 0-116-16,0 0-328 0,-84 39-436 16,73-23-280-16,3 3-92 0,0-3-8 0,3-1-24 15,5 1-100-15,-3-6-48 16,3-4-48-16,0 0-52 0,0-3-24 0,0-3 24 15,3 0 32-15,-3 0 116 0,5 0 100 16,-1-3-100-16,0 0 0 0,0 0-8 16,4-3 8-16,-5 3 12 0,1-4-12 15,5-2-116-15,-5 2-56 0,0-2 0 0,3 0 12 16,-3-1 36-16,5 0 16 0,-5 4 32 16,0 0 20-16,-4-1 56 0,0 4 60 15,4 0 52-15,-4 3 12 0,0 0-28 16,0 0-32-16,0 0-52 0,0-3-12 15,0 3-100-15,0 0-96 0,0 0-40 16,3-3 12-16,-3-1 212 0,4-3 12 16,0 5 88-16,1-4-76 0,-1 2 76 15,0 1-80-15,-4-1 52 0,0 4-52 16,0 0-4-16,0-2-4 0,0 2 0 16,0 0 84-16,4 0-84 0,-4 0-8 0,0 0-68 15,3 0 76-15,1 0 124 0,4 0-120 16,-3 0 8-16,3 0 40 0,-5 0 8 15,5 0-12-15,1 0-36 0,-5 2-12 16,0 2 4-16,3 3 80 0,1 5 128 0,-4 4 20 16,5 6-72-16,-2 3-36 0,1 4-16 15,4 3-32-15,-4 0 96 0,0 3-52 16,0 2-8-16,0 2-40 0,-4 5-8 16,0 3 56-16,-4 2-20 0,0 2 20 15,-13-1 40-15,2 5-4 0,-5-2 4 16,0-2-12-16,-4-1 20 0,1 2 88 15,-6-5 0-15,5-3-112 0,1-2-44 16,-1-4-88-16,-1-7 85 0,2-6-49 16,3-8 12-16,0-4 52 0,0-10 8 0,4-3-84 15,-4 0-36-15,0-10-216 0,-4 1-189 16,5-10-7-16,-6-1 0 0,5-2 140 16,4-3 56-16,5 3-16 0,3-3-28 15,0 2-132-15,4 1 24 0,0-3-60 16,4 2-168-16,4-5-96 0,7-1-228 0,-2-3-568 15,7 1-580-15,-5 5-1097 0,17-18-2039 16</inkml:trace>
  <inkml:trace contextRef="#ctx0" brushRef="#br0" timeOffset="138446.143">20161 16493 9080 0,'0'0'2913'0,"0"0"-1149"16,0 0-520-16,0 0-88 0,11 70-104 16,-3-60-432-16,4 0-424 0,4-7-196 15,0-3 4-15,0-3-4 0,8-10-248 0,0-6-248 16,0-6-100-16,-1-8 120 0,-3 2 8 15,-4 2 16-15,-4 1-76 0,0 6 44 16,-8 2 232-16,1 8 48 0,-5 6 0 16,-5-1 204-16,-3 7 0 0,-3 0 128 0,-6 0 216 15,2 10-28-15,-6 5-64 0,6 8 128 16,-1 6 12-16,4 5 160 0,-1 8 40 16,10-2 104-16,-5 9 12 0,8-5 20 15,-4-3-28-15,4-2-160 16,0-12-272-16,0-4-268 0,4-10-96 0,7-10-248 15,2-6 48-15,2-10 100 0,10-15-84 16,-1-11-412-16,4-8-696 0,-5-7-1344 16,-3 10-3449-16,4-17-1619 0</inkml:trace>
  <inkml:trace contextRef="#ctx0" brushRef="#br0" timeOffset="138774.224">20602 15951 9896 0,'0'0'2725'0,"0"0"-1857"15,0 0-52-15,4 70 356 0,-4-39 644 16,0 1-84-16,0 7-668 0,0 1-416 0,0 2-76 16,-4 2 73-16,1 5-245 15,-5-5-228-15,3 3-172 0,-3-6-48 0,4-6-112 16,1-7-240-16,3-9 35 0,0-8 73 16,0-8-108-16,7-3-88 0,6 0 120 15,-2 0 100-15,5-7 132 0,4 0 40 16,-3 7-40-16,2-2 12 0,-3 2 112 15,0 0 12-15,0 6 36 0,-4 1 76 16,0 1 24-16,0 3 48 0,-5 1 120 16,2 4 76-16,-1 3-100 0,-4 0-24 15,0 0 232-15,-4 0-160 0,-4 3-183 16,-4 1-97-16,-5-2-44 0,2-4-4 0,-2-1-72 16,6-7-317-16,-1-2-243 0,4-7-16 15,0 0 60-15,-5-7-124 0,6-5-996 16,-1-4-2400-16,4-23-3401 0</inkml:trace>
  <inkml:trace contextRef="#ctx0" brushRef="#br0" timeOffset="138995.74">21121 16443 7900 0,'0'0'4445'0,"0"0"-3053"16,0 0 392-16,0 0 44 0,0 0 96 15,24 67-224-15,-24-51-667 0,-5 3-497 16,1-3-172-16,-4-4-100 0,4-2-136 15,1 0-128-15,3-5-84 0,-4-1-48 16,4-4-76-16,0 0 88 0,0 0 24 16,0 0-72-16,0-4-136 0,0-1 0 15,0-8 83-15,4-6-287 0,-1-4 104 0,5-3-244 16,5-2-416-16,2 0-1028 0,-3 9-1904 16,8-7-2301-16</inkml:trace>
  <inkml:trace contextRef="#ctx0" brushRef="#br0" timeOffset="139145.943">21495 16449 9096 0,'0'0'5005'0,"0"0"-4297"0,-8 77 276 0,-1-49 1212 15,-2 7-56-15,-1-3-227 0,4-10-645 16,0-3-700-16,0-9-416 0,8-3-152 16,0-7-304-16,0 0-408 0,0-7-40 15,0-9-61-15,0-3-567 0,0 0-2548 16,0-13-2469-16</inkml:trace>
  <inkml:trace contextRef="#ctx0" brushRef="#br0" timeOffset="139283.63">21383 16189 10136 0,'0'0'2649'16,"0"0"-1465"-16,0 0 696 0,0 0-428 16,0 0-312-16,0 0-20 0,80 16-608 0,-65-13-512 15,6 0-36-15,-5 1-660 0,3-4-572 16,2 3-548-16,-6 0-1248 0,5 6-3765 0</inkml:trace>
  <inkml:trace contextRef="#ctx0" brushRef="#br0" timeOffset="139446.512">21766 16342 10104 0,'0'0'3201'15,"0"0"-1501"-15,0 0-168 0,-13 79 220 16,2-51-156-16,-6 4-32 0,6-1-507 16,-4 2-321-16,6-8-120 0,1 1-204 15,0-7-352-15,8-4-60 0,0-5-180 0,0-1-196 16,12-2-24-16,1-4-32 0,2 0-116 15,5-3-129-15,-1 0 17 0,6 0 4 16,3 0-248-16,0-3 16 0,3-4-1420 16,-6 4-2796-16,14-3-2849 0</inkml:trace>
  <inkml:trace contextRef="#ctx0" brushRef="#br0" timeOffset="139851.379">23192 16361 12089 0,'0'0'2244'0,"0"0"-1348"16,0 0 60-16,-95-26 280 0,63 26-184 0,4 10-240 16,-4 6-344-16,8 9-176 0,0 10 124 15,12 3 292-15,4 7 229 0,5 2-357 16,3 4-216-16,11-7-100 0,6 1-80 0,-2-10-184 15,5-7-12-15,3-12-148 0,5-6-80 16,4-10-280-16,0-13 156 0,5-9-73 16,-2-11-171-16,5-7-100 0,-8-8-112 15,3 0-432-15,-3 1-812 0,-4-1-896 16,-4 13-1845-16,1-18-1483 0</inkml:trace>
  <inkml:trace contextRef="#ctx0" brushRef="#br0" timeOffset="140266.333">23471 15881 2736 0,'0'0'9789'16,"0"0"-7981"-16,0 0-936 0,0 0-56 0,0 0 400 16,0 0 256-16,0 0-184 0,-4 75-456 15,4-33-224-15,0 9 289 0,0 0-73 16,0 5-340-16,0 3-232 0,0-2-168 0,0-3-84 16,0 3-84-16,0-3-264 0,4-7-184 15,4-2-268-15,0-11-173 0,4-4-15 16,0-15-248-16,4-5-544 0,4-10-896 15,-4 0-1341-15,4-13-247 0,-1-3 4 16,-2 7 2241-16,-6-1 2019 0,-2 7 2543 16,-1 6 153-16,-1 7 580 0,1 8-471 15,-4 2-805-15,1 5-428 0,-5-3-160 16,4 4-216-16,-4-5-144 0,0-4-168 16,0-8-208-16,3-2-224 0,5-7-260 15,0-3 28-15,8-10 12 0,0-6-36 0,0-10-196 16,4-3 0-16,0 1-220 0,-4-1 96 15,-1 2 28-15,-2 5 48 0,-5 6 0 16,-8 0-64-16,0 7 64 0,0-1 44 16,-13 4 4-16,-2 2 0 0,-9 4-4 0,4 3 4 15,-4 0-84-15,0 7-40 16,4 2-20-16,4 5-40 0,0 0 12 0,8 3 12 16,1-4-108-16,3-5-360 0,4-1-544 15,0 0-800-15,4-4-2212 0,3 0-3337 0</inkml:trace>
  <inkml:trace contextRef="#ctx0" brushRef="#br0" timeOffset="140578.842">24148 16268 1084 0,'0'0'8940'0,"0"0"-6495"16,0 0-597-16,0 0 156 0,0 0-288 0,0 0-300 15,-43 86-288-15,26-64-240 0,6 0-291 16,-2-2-297-16,6-5-224 0,3-2-76 15,4-3-120-15,0-1-72 0,4 5-28 16,12-6 111-16,-1 3-3 0,10-3 44 16,-1 2 68-16,4 0 0 0,0-5-8 0,4 6 8 15,-1-2 100-15,-4 3 117 16,-3-2 75-16,-7 3 0 0,-2-1-184 0,-6 8 24 16,-5-1 28-16,-4 3-16 0,0 3 72 15,-13-3-80-15,-2 7-136 0,-5-6-88 16,-8-1-140-16,4-6 8 0,4-1-188 15,-4-8-104-15,9-4-85 0,-2-3-59 16,6-13-76-16,2-12-288 0,5-7-536 16,4-15-836-16,0 11-1993 0,4-34-2843 0</inkml:trace>
  <inkml:trace contextRef="#ctx0" brushRef="#br0" timeOffset="140913.904">24384 16367 11325 0,'0'0'3944'0,"0"0"-3000"16,19 70 264-16,-14-42 264 0,-5 11 244 0,4-5-63 15,-4 1-489-15,0-6-380 0,0-1-244 16,7-6-176-16,-3-6-280 0,0-5-84 16,4-6-96-16,4-5-96 0,0 0-52 15,8-5-32-15,-4-12-172 0,8-5-96 16,0-7-36-16,-4 1-84 0,3-1-29 16,-6 1 85-16,-2 6 132 0,-2 2 220 15,-2 1 84-15,-3 10 124 0,1 2 48 16,-5 4 248-16,-1 3 348 0,1 6-24 15,-4 4 133-15,4 7-85 0,0-3-196 16,0 5-112-16,1 4-68 0,-5-2 8 16,4 3 88-16,3-2 104 0,-3-3 112 0,-4 0-316 15,4-7-240-15,-4-2-60 0,4 0-300 16,-4-7-124-16,0 1-84 0,4-4-120 16,-4 0-12-16,5-7-149 0,2-3-271 15,1-6-560-15,5-3-784 0,-2-3-380 16,5 0-1533-16,0 0 145 0,-1-4 1624 0,-6 10 2220 15,10-3-1643-15</inkml:trace>
  <inkml:trace contextRef="#ctx0" brushRef="#br0" timeOffset="141296.435">24870 16479 3252 0,'0'0'4604'0,"0"0"-1680"16,0 0-487-16,0 0-749 0,0 0-456 15,4 84-152-15,-4-58-52 0,0-4-32 16,4 4-52-16,0-7-248 0,-1 4-212 16,5-9 17-16,-4-1 227 0,5 0-524 0,-2-9-204 15,1-1-52-15,5-3-56 0,-2 0-60 16,6-9-172-16,-2-2 11 0,2-2 37 15,2-1-756-15,1-3-152 0,-1 4-144 16,5 4-148-16,4-1 736 0,-7 7-2208 16,3-3-269-16,-5 6 2169 0,1 0 792 15,1 0 272-15,-2 0 1864 0,1 0-972 16,-4 0-79-16,-4 0 351 0,0 0-336 16,-1-3-168-16,2-7 60 0,-1 0-228 0,0-2-228 15,0-4-264-15,-1-3-24 0,-2-3-416 16,-1-1 100-16,-8 1 300 0,0 3 40 15,-8 3 176-15,-5 4 116 0,-6-1 208 16,-5 10 96-16,0 3 536 0,-4 0-120 16,4 12-188-16,-3 11 8 0,3 5-224 15,-1 4-280-15,5 3-84 0,5 0-24 16,7 3-99-16,-1-3-53 0,5-1-68 0,4-4-60 16,4-2-25-16,13-3-231 0,2-5-232 15,9-1 144-15,9-4 400 0,6-2-680 16,4 0-124-16,9-7-216 0,4-3 232 15,-12-3-1064-15,28 0-5869 0</inkml:trace>
  <inkml:trace contextRef="#ctx0" brushRef="#br0" timeOffset="141699.089">26431 16580 8324 0,'0'0'8133'0,"0"0"-6805"0,0 0-992 16,0 0 144-16,-71 107 600 0,51-59 300 15,0 0-223-15,8-4-529 0,4-9-312 16,4-13-292-16,4-8-24 0,12-8-168 15,0-6 36-15,11-4 32 0,5-12 52 0,4-6-132 16,5-10 56-16,-1-2-80 0,-1-8 36 16,-7 5-28-16,4 1-121 0,-13 1 61 15,-2 10-60-15,-6 6 60 0,-7 3 148 16,-4 3 60-16,-7 7-28 0,-9 0 52 16,-8 6 24-16,-4 0 232 0,0 0-112 0,4 2 52 15,1 11 36-15,-1 4-124 0,7-2-76 16,2 7-8-16,2-3-72 0,5 0-12 15,5-3-64-15,3-2-352 0,0-6-428 16,3-2-848-16,9-6-1116 0,8 0-1089 16,-3 0-523-16,18-14-712 0</inkml:trace>
  <inkml:trace contextRef="#ctx0" brushRef="#br0" timeOffset="141812.787">26635 16665 156 0,'0'0'5128'16,"0"0"-1188"-16,88 10-1471 0,-53-1-349 16,1-2-264-16,0 0-52 0,-1-5-272 15,2-2-404-15,-1 0-580 0,3-9-280 16,5-10-268-16,-4-7-96 0,4-5-528 0,-5-8-148 15,-2-2-260-15,-1-3-332 16,-8 9-872-16,-5-13-3585 0</inkml:trace>
  <inkml:trace contextRef="#ctx0" brushRef="#br0" timeOffset="142046.052">27037 16173 10816 0,'0'0'2601'0,"0"0"-2065"0,0 0-256 15,-44 64 428-15,40-29 484 0,4 9 248 16,0 1-452-16,0 5-288 0,12 4 208 15,-4 0-20-15,4 7-216 0,0 5-199 16,0 5-157-16,-4 1-136 0,4 4-108 16,0 1-24-16,0-4-40 0,8-4 320 15,4-8 676-15,-4-11-932 0,-5-2-72 16,-7-10-280-16,1-2-92 0,-5-8 44 16,-4-3-96-16,-4-6-168 0,-9-6-41 15,-6-7-107-15,-5 1-312 0,-4-7-4 16,-8-3 120-16,0-7-1380 0,0-9-548 0,9 3-1097 15,-1-25-2403-15</inkml:trace>
  <inkml:trace contextRef="#ctx0" brushRef="#br0" timeOffset="142330.551">27790 16342 10468 0,'0'0'2913'0,"0"0"-913"0,0 0-308 15,84 12-8-15,-52-5-200 0,-1 2-300 16,1-3-431-16,8-2-365 0,-4-4-232 15,4 0-100-15,0-7-56 0,4-5-120 0,-5-4-280 16,1-3-341-16,-4-3-207 16,-4 2-364-16,-12 1-924 0,-9 3-2744 15,-6 4-3845-15</inkml:trace>
  <inkml:trace contextRef="#ctx0" brushRef="#br0" timeOffset="142496.01">28065 16421 9068 0,'0'0'3261'0,"-12"72"-921"0,8-34-88 16,0 11-260-16,1 5-264 0,-2 3-499 0,1-3-465 16,0-3-436-16,0-4-328 0,0-9-160 15,-3-2-600-15,2-11-241 0,1 0-59 16,0-6-500-16,0-3-1220 0,0-7-2397 16,0-5-2695-16</inkml:trace>
  <inkml:trace contextRef="#ctx0" brushRef="#br0" timeOffset="142625.873">28001 16904 12765 0,'0'0'2436'0,"0"0"-1596"16,0 0 288-16,0 0 196 0,104-4-324 15,-77 4-120-15,1-2-516 0,4-3-364 16,-4-1-60-16,4 0-516 0,-8 0-512 16,-4-1-396-16,0 7-820 0,-12 0-2541 0,-8 0-3403 15</inkml:trace>
  <inkml:trace contextRef="#ctx0" brushRef="#br0" timeOffset="142763.076">28037 17180 3740 0,'0'0'9869'0,"0"0"-8537"15,0 0-1268-15,0 0 324 0,0 0 140 16,0 0-36-16,88-4-204 0,-53-8-288 16,6-4-124-16,2-3-152 0,2 2-668 15,-2-2-676-15,-11 7-1469 0,16-7-4339 0</inkml:trace>
  <inkml:trace contextRef="#ctx0" brushRef="#br0" timeOffset="143768.273">29607 16700 11641 0,'0'0'2856'16,"0"0"-1244"-16,0 0-336 0,8 76 72 15,-4-44-108-15,-4-3-360 0,0 2-384 16,0-6-276-16,0-1-136 0,0-12-84 0,0-3-108 16,0-2-88-16,0-7-264 0,0 0-420 15,0-3-112-15,0-8-440 0,0 6-1300 16,0-21-3361-16</inkml:trace>
  <inkml:trace contextRef="#ctx0" brushRef="#br0" timeOffset="143912.539">29555 16449 10184 0,'0'0'1905'0,"0"0"-1469"0,0 0 332 15,0 0 336-15,0 0-600 0,83-12-488 16,-55 8-16-16,0 1-800 0,4-3-460 15,-12 3-1065-15,16-3-4555 0</inkml:trace>
  <inkml:trace contextRef="#ctx0" brushRef="#br0" timeOffset="144158.966">30046 16510 12045 0,'0'0'2044'0,"0"0"-1120"0,0 0 396 15,-28 70 496-15,24-54-252 0,-1-1-540 16,1 1-536-16,4-6-232 0,0 2-64 15,4-2-56-15,1-1-124 0,6 2-12 16,1-6 8-16,0 4-8 0,0-2-84 0,4-1 32 16,-4 5-116-16,-4-5 72 0,4 0 92 15,-4 3-4-15,-4 1 8 0,0 3 56 16,-4 2-56-16,0 2-44 0,-8 1-140 16,0 1 0-16,-4 3-72 0,0-2 76 15,-4-1-296-15,0 0-296 0,-4 0-140 16,-4-3-424-16,-3 3-760 0,3-3-1984 15,-24 6-2493-15</inkml:trace>
  <inkml:trace contextRef="#ctx0" brushRef="#br0" timeOffset="149580.593">16574 16370 2844 0,'0'0'1524'15,"0"0"-584"-15,0 0-44 0,84-41-360 0,-52 31-396 16,0 1 16-16,-4 3 156 16,-4 0 1764-16,-5-1-1144 0,-3 0-83 0,-8 4 307 0,0-6 172 15,1-1-96-15,-9-3 12 16,0-3-108-16,0-2-144 0,-5-8-116 0,1 0-80 16,-4 1-124-16,-3-1-124 0,-2 5 84 15,2-2-39-15,-1 4-241 0,-4 3-36 16,-5 1-28-16,2 2-116 0,-1 0-76 15,-8 4-48-15,4-1 12 0,-4 4-60 16,4 0 0-16,-4 6 0 0,4 0 4 16,8 16 80-16,1 5-76 0,3 11-8 15,3 12-4-15,2 13 0 0,7 8 0 16,0 4 4-16,0 1 72 0,7 0-60 16,6-10 44-16,2-6-56 0,2-12-8 0,-6-14-76 15,6-9-72-15,-2-6 96 0,5-13-36 16,-4 0 36-16,4-19-24 0,4-7-52 15,-5-12-140-15,6-2-88 0,-9-6 12 0,3-4-24 16,-2 2 107-16,-6 0 89 0,6 1 132 16,-6 6-52-16,2 3 100 0,-2 6-4 15,-3 7 4-15,0 8 4 0,-3 11 0 16,-2 6 128-16,1 0 96 0,0 12 177 16,0 7-17-16,0 6-124 0,0 5-116 15,4 2 32-15,-4-1-24 0,4-1 40 16,0-5-52-16,0 0-88 0,0-6-56 15,0 0-84-15,3-6-52 0,2 0 28 16,-1-4-252-16,0-3-164 0,0 1-205 16,3 2-219-16,-2-3-484 0,-2 1-1452 0,2 2-3557 0</inkml:trace>
  <inkml:trace contextRef="#ctx0" brushRef="#br0" timeOffset="150145.494">17199 16104 11641 0,'0'0'1904'0,"0"0"-824"16,0 0-84-16,0 0 60 0,0 0 60 15,0 0 108-15,0 0-328 0,5 73-348 16,-5-35-168-16,4 3-112 0,0 1-112 16,-4 2-60-16,0-6-20 0,0-3-16 15,0-4-12-15,4-9-4 0,-4-6-44 16,4-2-60-16,-4-12-60 0,3-2-64 0,1-9-84 16,5-8 0-16,3-11 12 0,-5-7 72 15,10-6-84-15,-10 0 132 0,10-1-72 16,-6 7 76-16,1 4 56 0,0 6 64 15,0 6 8-15,1 5 4 0,-6 7 124 16,5 7 84-16,-4 0 24 0,0 11 96 16,0 2-68-16,0 3-140 0,-1 6-60 15,2 0-12-15,-1 0 4 0,0 7-52 0,-1-4 8 16,2 7-8-16,-1 3-4 16,3 3-180-16,6 0-156 0,-6 1-336 0,6 1-464 15,-2-2-448-15,-2-9-1512 0,11 15-2957 16</inkml:trace>
  <inkml:trace contextRef="#ctx0" brushRef="#br0" timeOffset="151877.98">21590 18056 10288 0,'0'0'3825'0,"0"0"-2977"0,0 0-520 16,0 0 164-16,25 70 448 0,-14-35 512 16,-3-1-380-16,1 4-420 0,-2 4-448 15,1-7-192-15,1-3-12 0,-5-7-12 0,-1-9-84 16,1-4-100-16,0-8-552 0,-4-4-336 16,4-4 52-16,-4-8-196 0,0-1-1188 15,0-19-2773-15</inkml:trace>
  <inkml:trace contextRef="#ctx0" brushRef="#br0" timeOffset="152049.124">21551 17745 10272 0,'0'0'4113'0,"0"0"-3105"0,0 0-716 16,0 0 184-16,0 0 464 0,0 0 212 15,0 0-424-15,0 0-476 0,83-3-252 16,-63 3-112-16,4 0-552 0,-3 0-240 15,5 0-364-15,2-4-360 0,-3 4-1200 16,14 0-4189-16</inkml:trace>
  <inkml:trace contextRef="#ctx0" brushRef="#br0" timeOffset="152331.754">22120 17865 11429 0,'0'0'1604'0,"0"0"-1056"15,0 0 136-15,-15 66 716 0,6-43 280 16,5 0-332-16,-4-5-684 0,5-1-332 15,-1 1 20-15,4-1-32 0,0-2-152 16,4 2-56-16,-1-5-100 0,9 1-12 16,-3 0-84-16,6-4 8 0,-2-4 16 15,6 6 60-15,1-2 8 0,-4 1 52 16,4-1 40-16,0 4 8 0,-1-1 0 16,-2 5 64-16,-6 2 36 0,2 4 328 0,-5-4-75 15,-4-1-317-15,-4 4-96 0,0-4-48 16,-8 2 0-16,-9-4-264 0,6 0-165 0,-6-7-43 15,2 1 32-15,-1-10 40 0,4 0-176 16,4-3-320-16,0-10-612 0,0-6-736 16,4-3-360-16,0 6-73 0,4-19-2079 0</inkml:trace>
  <inkml:trace contextRef="#ctx0" brushRef="#br0" timeOffset="152596.204">22455 18129 9480 0,'0'0'2541'0,"0"0"-1085"0,28 76 280 15,-17-41-140-15,2 0-120 0,-5 0-256 0,-1-3-316 16,6-7-380-16,-1-6-172 0,-1-10-264 16,2-2-88-16,2-7-8 0,2-3 0 15,3-13-40-15,-1-3 0 0,-2-7 48 16,2-2-96-16,-3-3-100 0,-4 1 36 16,-3 5 112-16,2 3 40 0,-11 3-4 0,0 0-132 15,0 3-52-15,-11 4 84 0,-6 2 16 16,-7 3-28-16,-4 5-108 0,0 2-36 15,1 2 132-15,-1 8-196 0,4 3 148 16,4 6 12-16,0 3 12 0,4 0-112 16,1 4-260-16,6-1-236 0,1 0-488 15,4-2-1008-15,4-8-2101 0,0 8-3167 0</inkml:trace>
  <inkml:trace contextRef="#ctx0" brushRef="#br0" timeOffset="153279.432">23758 17992 11701 0,'0'0'2476'16,"0"0"-1652"-16,0 0-20 0,0 0 724 15,0 0-8-15,12 76-428 0,-12-43-468 16,0 4-236-16,0 5-72 0,-4-1-96 16,0-6-108-16,0-7-112 0,0-2-72 15,0-7-12-15,4-3 8 0,-4-6-8 16,4-7-108-16,0 0-76 0,0-3-148 15,0-6-136-15,0-4 160 0,4-6 136 16,-4 0 24-16,4-6 60 0,4-1-4 16,-8 4 104-16,0 1 60 0,4 1-36 0,-4 8-16 15,0-1-120-15,0 7-52 0,0-3-36 16,0 6 12-16,0 0-52 0,0 0-136 16,0 0-244-16,0 0-176 0,0 0-152 0,0 0-152 15,0 0 184-15,4 0 104 0,-4 3-421 16,4 0-1107-16,-4 0-1828 0</inkml:trace>
  <inkml:trace contextRef="#ctx0" brushRef="#br0" timeOffset="154579.227">22870 17986 3116 0,'0'0'5952'0,"0"0"-4184"0,0 0-635 16,0 0 135-16,0 0 76 0,0 0-120 15,0 0-196-15,0 0-232 0,0 0-176 0,0 0-52 16,-32-48-28-16,32 48-184 0,0 7-308 16,0 6 12-16,0 9-36 15,4 10 112-15,-4 10-28 0,0 2-32 0,0 0-16 16,0 0-12-16,0-3 28 0,0-2-76 16,0-7-60-16,0-7-48 0,0-10 20 0,0-8-92 15,4-7-236-15,3-3 56 0,1-13 140 16,5-9-76-16,-2-3 24 0,-3-12 52 15,1 6 60-15,-2-4 160 0,1 6 0 16,-4 4 120-16,5 2-120 0,-5 7-64 16,3 0 64-16,1 6 8 0,-4 7 4 15,5 2 52-15,-6 4-64 0,1 0 12 16,0 10 236-16,-4 3-4 0,4 6-20 16,-4 0-76-16,4 7-76 0,-4-1 28 15,0-3-4-15,0 3-48 0,0-6 40 0,0-3-36 16,0-6-52-16,0-4-96 15,4-3-40-15,-4-3-24 0,4 0 160 0,4-9 172 16,0-4 60-16,3-6-112 0,2-3-120 16,-1-4-12-16,4 7-36 0,-1-2 48 15,6 4 56-15,-6 8-56 0,2 3-44 16,3 6-104-16,-5 0 148 0,-3 9 48 0,4 7 124 16,-4 5-36-16,0 3-40 0,-4 4 4 15,0 0 8-15,0 1 4 0,0-3-40 16,-4 0 0-16,0-1-72 0,0-4-44 15,0-2-16-15,4-6-356 0,-4-3-332 16,0-1-228-16,4-6-40 0,-4-3-176 16,3 0-648-16,6 0-692 0,-9-9-1573 15,11-10-1323-15</inkml:trace>
  <inkml:trace contextRef="#ctx0" brushRef="#br0" timeOffset="155016.387">23579 18112 7068 0,'0'0'2840'16,"0"0"-1395"-16,0 0-125 0,0 0 248 15,0 0-104-15,0 0-136 0,0 0-336 16,0 0-276-16,0 0-88 0,0 0-28 16,0 0-160-16,-24 17-220 0,24-1-220 15,0 3 12-15,0 3 72 0,0 4 64 16,0-1-76-16,0 0-68 0,4-3-4 15,0-2-4-15,-1-1-4 0,5-6-40 16,-3-1 44-16,3-2-44 0,-1-7-28 16,1-3 68-16,1 0-52 0,-1 0 0 0,3-13 52 15,-2-4-4-15,2-1-148 0,1-4 12 16,1-3 4-16,-6 2 44 0,1 1 4 16,-4 0-76-16,0 0-60 0,1 3 36 15,-5-3-24-15,0 3 96 0,-5 3 36 0,-3-1 88 16,-4 1 8-16,-4 2 68 15,1 3-76-15,-6-2 160 0,2 7-100 0,-1 3-56 16,-4 3 32-16,-1 3-36 0,2 7-108 16,-1 10-4-16,4 5 100 0,-4 2 4 15,8 9 4-15,0 2-4 0,4 0-72 16,1 0 76-16,6-3-144 0,1-7-36 16,4 1-284-16,0-10-236 0,0 0-308 15,9-6-524-15,-1-7-816 0,-1 1-893 16,10-7-1567-16</inkml:trace>
  <inkml:trace contextRef="#ctx0" brushRef="#br0" timeOffset="155463.995">23890 17951 7444 0,'0'0'2708'0,"0"0"-1263"0,0 0-469 15,0 0 284-15,0 0 32 0,0 0-312 16,0 0-576-16,0 0-68 0,0 0 64 0,0 0 60 15,51 67 20-15,-35-38-84 0,-4-1-200 16,-3 1-84-16,-2 5 24 0,-3 1-76 16,-4 0 28-16,0 6 8 0,0-3-20 15,-8 1-16-15,5-1-48 0,-6-7 48 16,1-2-44-16,0-6-8 0,5-8 40 16,-1-4 24-16,-1-5 52 0,5-6 48 0,0 0 24 15,-4-6-76-15,4-8-120 0,-4-1-256 16,4-10 244-16,0-5 8 0,0-1 4 15,4-4-112-15,5-4 28 0,2 2-88 16,5-2-12-16,4 4-160 0,4 4-88 16,4 1-148-16,0 5-200 0,4 4-296 0,-4 2-472 15,-5 2-1564-15,5 1-3833 0</inkml:trace>
  <inkml:trace contextRef="#ctx0" brushRef="#br0" timeOffset="156612.539">23726 18047 1552 0,'0'0'3092'0,"0"0"-1376"0,0 0-284 16,0 0 84-16,0 0-352 0,0 0-199 15,0 0-53-15,0 0-232 0,0 0-236 16,0 0-24-16,0 0 76 0,-55-58 124 0,50 58 8 15,-3 0-176-15,0 0-248 0,1 0-16 16,-2 0-40-16,-3 6 4 0,1 1 0 16,-2 3-152-16,-2-1-60 0,-2 4 0 15,2 2 60-15,-1-2 8 0,4 4-8 0,-4-5-12 16,8 7 8-16,0-3 4 0,8 3-4 16,0 3-4-16,0 3-64 0,4 1 72 15,8 3 4-15,0-1-4 0,0 1-12 16,4-4 12-16,-4 1 0 0,3-4 0 15,-2-4-48-15,-6-8-4 0,6-3-52 16,-5-5 104-16,-1-2 8 0,1 0 80 16,5-9 176-16,-2-4 44 0,6-6-144 15,-6-6-116-15,5-4 28 0,0 1-68 16,-4-4-8-16,4 0-52 0,-4-3-72 16,4 4-84-16,-8 1-4 0,-1 3 72 0,-3 4 40 15,-4 8-112-15,0-2 24 0,-7 8 84 16,-5 3 16-16,0-1 24 0,-4 4 56 15,0 3-48-15,0 0 44 0,-4 0-128 16,5 6-32-16,-6 7 156 0,6 3-312 16,-2 4 104-16,6-1 20 0,-2 6-60 15,6-3-128-15,-1 0-320 0,4 0-516 0,4-3-573 16,0-3-1323-16,0 0-2408 0</inkml:trace>
  <inkml:trace contextRef="#ctx0" brushRef="#br0" timeOffset="157098.577">24416 18037 7432 0,'0'0'2060'16,"0"0"-535"-16,0 0-125 0,0 0 4 16,24 94-264-16,-20-52-160 0,3 6-212 15,-3 6-184-15,0 7-160 0,-4 5-4 0,0 11-148 16,0-1-88-16,-8 0-12 0,4-1-48 15,-3-1-112-15,2-7-12 0,1-13-108 16,0-10-124-16,0-16-176 0,4-5 12 16,0-17-76-16,0-6-176 0,0-13-304 0,4-12-288 15,4-16-564-15,-3 3-745 0,2-28-1827 0</inkml:trace>
  <inkml:trace contextRef="#ctx0" brushRef="#br0" timeOffset="157291.748">24475 18158 9548 0,'0'0'2077'0,"0"0"-1177"0,0 0-364 16,0 0 204-16,0 0 20 0,0 0-40 15,0 0-216-15,80-46-244 0,-68 46-92 16,-4 11 44-16,-4 4 128 0,-1 8-32 16,-3 2-44-16,-3 7-80 0,-5-1-84 15,0 4-60-15,-8 0-40 0,4-6-136 0,0-4-336 16,4-3-252-16,0-12-232 0,4-7-360 15,4-6-724-15,0-3-2289 0,0-26-2267 0</inkml:trace>
  <inkml:trace contextRef="#ctx0" brushRef="#br0" timeOffset="157631.519">24829 17627 10164 0,'0'0'2125'0,"0"0"-1333"16,0 0-256-16,0 0 608 0,0 0 416 15,0 0-176-15,4 90-520 0,-4-49-372 16,0 9-100-16,-4 4 88 0,-3 1 20 16,-1-2-232-16,4 1-268 0,-1-10 0 15,2-2-132-15,3-14-336 0,0-5-180 16,0-7-52-16,3-7 24 0,6-9-8 0,3 0 64 16,-1-6 96-16,2-7-208 0,2-3 12 15,5-4 288-15,-3 8 432 0,-2-1 0 0,6 8 304 16,-2 2 12-16,1 3 276 0,-3 3-116 15,-2 6-108-15,1 7 68 0,-4 0 112 16,0 3 0-16,-4 3-104 0,0 0-64 16,-4 0-72-16,0-2-88 0,-1-1-32 15,-3-1-92-15,0-1-96 0,4-5-48 16,-4-6-320-16,0 1-336 0,5-4-336 16,-5-3-448-16,4-6-1116 0,0-11-3445 0</inkml:trace>
  <inkml:trace contextRef="#ctx0" brushRef="#br0" timeOffset="157780.489">25241 18180 4528 0,'0'0'7549'0,"0"0"-6285"0,0 0-908 15,15 69 92-15,-15-45 560 0,4-3 192 0,-4-2-480 16,0-1-420-16,0 2-188 0,0-7 16 16,-4-4-128-16,4-5-248 0,-4-4-448 0,0-4-248 15,-3-5-648-15,-2 0-1488 0,-3-20-3325 16</inkml:trace>
  <inkml:trace contextRef="#ctx0" brushRef="#br0" timeOffset="157913.077">25144 17980 10044 0,'0'0'2269'0,"0"0"-1401"0,0 0 264 16,0 0 280-16,0 0-356 0,97 6-212 16,-66-6-472-16,1 0-276 0,4-3-96 15,-4-3-8-15,3-4-512 0,-3-3-464 16,0 4-476-16,-8 0-1220 0,8-4-3921 0</inkml:trace>
  <inkml:trace contextRef="#ctx0" brushRef="#br0" timeOffset="158072.401">25638 18012 13149 0,'0'0'2420'0,"0"0"-1868"0,-27 75 116 0,18-43 388 16,-2 10 288-16,-1-4-280 0,4 0-452 15,4 0-236-15,4-9-112 0,4-4-264 16,4-3-148-16,8-6-116 0,0-3-336 15,7-7 16-15,-3 3-164 0,5-9-288 16,6 0-392-16,1 0-560 0,4-9-868 16,-4-4 1131-16,11-2-4203 0</inkml:trace>
  <inkml:trace contextRef="#ctx0" brushRef="#br0" timeOffset="158462.408">26874 17542 12677 0,'0'0'1756'0,"0"0"-1488"16,0 0 324-16,-28 105 780 0,19-54 252 16,6 12-564-16,-1 6-536 0,0 7-228 15,4 1 144-15,0-1 204 0,8-9-268 16,4-13-192-16,0-7-184 0,4-12-168 15,3-10-124-15,2-6-180 0,-6-6-88 16,5-6 104-16,-8-4-108 0,0-3-24 16,-4 0-276-16,-4-10-416 0,-4 1-812 15,-4 0-2077-15,-16-8-3399 0</inkml:trace>
  <inkml:trace contextRef="#ctx0" brushRef="#br0" timeOffset="158616.029">26562 18094 11597 0,'0'0'2656'0,"0"0"-1908"0,0 0-360 16,77 35 380-16,-42-26 644 0,5-2-364 16,4-7-592-16,4 0-308 0,4-14-148 15,-4-5-44-15,7-6-484 0,-3-6-452 16,0-1-100-16,-5 0-480 0,-10 7-2340 16,6-11-4057-16</inkml:trace>
  <inkml:trace contextRef="#ctx0" brushRef="#br0" timeOffset="158862.662">27248 18131 5412 0,'0'0'10221'0,"-20"83"-8905"0,16-43-928 16,4 0 132-16,0 8 588 0,4-10 20 15,9-6-640-15,6-11-488 0,1-7-88 16,8-7-8-16,4-7-64 0,0-7-48 0,4-13 60 16,-1-8-32-16,-3-4-164 0,-4-4-64 15,-4-1 88-15,-4 5 112 0,-8 3 48 16,-4 4 160-16,-4 3 160 0,-4 9-36 15,-12 1-52-15,0 2 312 0,-12 4-152 16,-4 6 0-16,0 0-56 0,-3 0-168 16,-1 6 144-16,4 4-56 0,4 6-96 15,0 2-136-15,4 5-60 0,4-1-236 16,4 0-440-16,0 3-356 0,8-8-1212 16,-4 5-4005-16</inkml:trace>
  <inkml:trace contextRef="#ctx0" brushRef="#br0" timeOffset="159198.718">28686 17938 11581 0,'0'0'2312'0,"0"0"-1600"16,0 0 68-16,0 0 828 0,0 0-308 15,104 61-240-15,-64-46-388 0,-1-5-416 16,10-4-108-16,-1-6-28 0,-1 0-20 15,5-6-100-15,-4-6-124 0,-8-5-484 16,0-1-264-16,-9-1-16 0,-6-3-188 0,-6 5-796 16,-10 2-2132-16,-9 5-2077 0</inkml:trace>
  <inkml:trace contextRef="#ctx0" brushRef="#br0" timeOffset="159362.311">29009 18142 11069 0,'0'0'2180'0,"-7"76"-1508"0,7-35-456 15,0 6 256-15,0 14 484 0,0-4 300 16,0 3-360-16,0-2-352 0,0-8-76 16,0-5-112-16,0-7-356 0,3-10-36 0,-3-11-628 15,4-8-276-15,0-9-72 0,-4 0-56 16,0-9-376-16,4-5-1280 16,-4-14-2873-16</inkml:trace>
  <inkml:trace contextRef="#ctx0" brushRef="#br0" timeOffset="159508.923">28922 18386 4120 0,'0'0'7985'0,"0"0"-6453"0,0 0-1072 16,0 0 8-16,0 0 340 15,87 41-68-15,-51-35-224 0,4-6-252 0,0 0-264 16,4-12-8-16,0-7-380 0,-5-3-392 16,1-7-52-16,-4 1-296 0,-8-4-712 15,-4 9-1205-15,-4-12-2255 0</inkml:trace>
  <inkml:trace contextRef="#ctx0" brushRef="#br0" timeOffset="159762.507">28627 17761 12317 0,'0'0'1896'15,"0"0"-1744"-15,0 0 28 0,0 0 1004 0,0 0 368 16,119-44-488-16,-67 25-408 0,8 0-252 16,4-1 12-16,3 8 404 0,2 2-296 15,-2 0-208-15,1 1-316 0,-5 3-12 16,1-1-196-16,-4 1-292 0,-4 2-340 0,-5 4-424 16,-3 0-572-16,-12 0-2712 0,0 10-5929 0</inkml:trace>
  <inkml:trace contextRef="#ctx0" brushRef="#br0" timeOffset="159945.628">30188 18548 18137 0,'0'0'2296'0,"0"0"-1736"0,0 0-560 0,0 0-84 15,0 0-160-15,0 0-576 0,0 0-616 0,0 0-1380 16,-59-69-5269-16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8:17:23.91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1482 3648 8008 0,'0'0'2728'0,"0"0"-851"0,0 0-1073 15,0 0 36-15,0 0 636 0,0 0-72 16,0 0-364-16,0 0-312 0,0 0-188 16,7 29-48-16,-3-11-76 0,1 4-100 15,3 3-48-15,-1 8 0 0,6 5-12 16,2 9 24-16,-3 7-99 0,4 7-85 15,-4 9-20-15,0 6 20 0,0-1-44 16,1 6-52-16,-6-2-12 0,1-3-108 16,0-10 72-16,0-5-40 0,0-10 16 0,0-10-25 15,-4-6-183-15,3-12-172 0,-2-4-180 16,3-11-188-16,0-4-136 0,-1-4-392 16,6-6-836-16,-1-4-996 0,8-25-3001 0</inkml:trace>
  <inkml:trace contextRef="#ctx0" brushRef="#br0" timeOffset="333.575">2099 3956 10240 0,'0'0'4081'0,"0"0"-3701"0,0 0-240 16,0 0 776-16,0 0 276 0,0 0-236 0,-88 63-596 15,60-40-360-15,0-1-96 0,1 3 84 16,-1 3-60-16,0 1-16 0,-4 0-12 15,8-1-136-15,-4 1-60 0,4-4 84 16,5-3 124-16,6-3 88 0,-2-6 140 16,6-3 56-16,2-3 4 0,3-4-112 15,4 0-80-15,-4-1 76 0,4 2 0 16,0 2-84-16,8 1 0 0,4 1 92 16,4 9 252-16,4-1 4 0,4 0 32 15,3 3 220-15,1 0 60 0,0-3-196 0,4 4-72 16,0-6-4-16,-1 5-47 15,-3-2-85-15,0-2-100 0,0-3-156 0,-3 5 0 16,-1-4-96-16,-1-1 48 0,1 4-36 16,-4-3-393-16,-1 0-191 0,2-1-164 0,-5 1-284 15,0-4-700-15,-4 1-2204 0,-4 3-3369 16</inkml:trace>
  <inkml:trace contextRef="#ctx0" brushRef="#br0" timeOffset="1186.322">2011 5591 1280 0,'0'0'312'0,"0"0"6816"0,0 0-4968 0,0 0-1055 16,0 0-105-16,0 0 220 15,0 0-8-15,0 0-328 0,0 0-308 0,0 0-180 16,0 0-60-16,-19 60-28 0,19-31 52 16,-4 2-4-16,4 11-36 0,0-1-72 15,0 7-16-15,0-1-12 0,0 11-72 16,0-1-48-16,0 6-52 0,0 4-44 16,0-4-4-16,-5-3 8 0,5-6-8 15,0-6-4-15,-4-13-44 0,4-3-28 16,0-6-132-16,0-8-320 0,0-4-76 15,4-2-124-15,-4-5-116 0,5-1-284 0,-5-4-540 16,4 2-808-16,-4-2-2585 16</inkml:trace>
  <inkml:trace contextRef="#ctx0" brushRef="#br0" timeOffset="1556.736">1593 7289 8748 0,'0'0'4789'16,"0"0"-4701"-16,0 0-88 0,0 0 0 16,0 0 724-16,0 0 640 0,88 3-12 15,-48-3-148-15,12 0-392 0,3 0-248 0,5 0-84 16,3-3-40-16,1 3-52 0,-8 0-72 16,4 0-72-16,-8 0-172 0,0 0-8 15,-8 0-64-15,-5 0-8 0,2-3-40 16,-10 0-184-16,-7 0-216 0,-4-3-272 15,0-1-28-15,-8 1-212 0,-5-3-588 16,-3 6-1320-16,-4-4-2773 0,0 3-2007 0,-15 1 7072 0</inkml:trace>
  <inkml:trace contextRef="#ctx0" brushRef="#br0" timeOffset="1776.535">1852 7347 6796 0,'0'0'7541'0,"0"0"-7097"0,0 0-256 16,0 0-188-16,0 0 792 0,20 89 428 0,-8-61-156 15,-4 7-472-15,4 2-208 0,0 5-128 16,-5 6-96-16,2 4-108 0,-1 1-52 16,-4-2-80-16,0-1-32 0,-1-2-364 15,-3-10-68-15,4-9-24 0,-4-4-16 16,0-9-128-16,0-7-372 0,0-2-1196 15,-4-7-3157-15</inkml:trace>
  <inkml:trace contextRef="#ctx0" brushRef="#br0" timeOffset="1962.966">1972 7708 4500 0,'0'0'8441'15,"0"0"-7537"-15,0 0-484 0,0 0 1044 16,80 3 200-16,-61-3-500 0,1 0-364 15,4 0-248-15,0 0-260 0,4 0-168 16,0-5-44-16,0 2-80 0,-4-4-12 16,0 4-492-16,-5-4-340 0,1 7-144 0,-8 0-288 15,0 0-916-15,-4 7-2317 0,-4 3-2891 16,-4 15 4856-16</inkml:trace>
  <inkml:trace contextRef="#ctx0" brushRef="#br0" timeOffset="2152.647">2007 8122 1356 0,'0'0'8004'16,"0"0"-5695"-16,0 0-1629 0,0 0 292 15,0 0 476-15,0 0 100 0,88 14-288 16,-60-14-408-16,0 0-212 0,4-2-160 16,-4-4-112-16,4-4-124 0,-4 0-124 15,-4 1-120-15,-1 0-120 0,1-1-640 16,0 1-372-16,0-1-644 0,-4 3-2828 15,4-2-5229-15</inkml:trace>
  <inkml:trace contextRef="#ctx0" brushRef="#br0" timeOffset="2719.911">2310 8857 10620 0,'0'0'2325'0,"0"0"-1281"15,0 0 44-15,0 0 176 0,0 0-144 16,0 0-316-16,0 0-200 0,0 0-88 16,8 71-76-16,1-36-36 0,2 3-24 15,1 6-40-15,0 4-72 0,0 3-112 16,-4 6-56-16,4 4-92 0,-8 2-4 15,4 4 0-15,-4-4 8 0,0-6-12 0,-1-3-8 16,2-10-116-16,-5-5-192 0,0-7-36 16,0-4-100-16,0-6-60 0,0-6-140 15,0 0-100-15,0-4-448 0,-5 1-732 16,-2-7-1300-16,-5 11-3813 0</inkml:trace>
  <inkml:trace contextRef="#ctx0" brushRef="#br0" timeOffset="2988.05">1880 10455 8096 0,'0'0'5621'0,"0"0"-4329"15,0 0-1004-15,0 0 64 0,0 0 216 16,0 0 308-16,0 0 276 0,96-12-192 15,-57 1-212-15,9 5-188 0,8-2-216 16,4-3-64-16,4 3 216 0,-4-3-19 16,-1-1-249-16,-7 2-228 0,-4-6-12 15,-1 0-72-15,-2 0-84 0,-10-2-417 16,-3 1-171-16,-4 2-136 0,-4-2-236 0,-8 9-916 16,-4 1-2260-16,-8 7-2629 0</inkml:trace>
  <inkml:trace contextRef="#ctx0" brushRef="#br0" timeOffset="3232.884">2107 10518 9440 0,'0'0'5429'16,"0"0"-4609"-16,-8 76-732 0,8-38 300 0,0 6 588 15,8 8 152-15,4 2-388 0,0 7-276 16,0 2-132-16,4 0-148 0,0 7-76 15,-4 0-56-15,4-1-4 0,-4-1-48 16,-1-5 4-16,-2-6-4 0,-1-12-48 16,0-10-64-16,-5-10-84 0,1-6-172 0,-4-6-244 15,0-10-152-15,0-3-252 16,0 0-968-16,0-3-3497 0,-7-16-3707 0</inkml:trace>
  <inkml:trace contextRef="#ctx0" brushRef="#br0" timeOffset="3429.55">2047 11090 11249 0,'0'0'4192'0,"0"0"-4184"0,0 0 156 15,0 0 804-15,0 0 496 0,0 0-192 16,100-7-52-16,-60 5-244 0,8-5-235 16,-1 4-221-16,9-6-228 0,-4-2-124 15,3-1-120-15,-2-3-44 0,-1-2-8 16,-5 2 4-16,1 1-48 0,-8 0-132 15,-1-3-208-15,-2 4-244 0,-1 4-205 0,-4-4-175 16,-5 7-324-16,-2 6-1256 0,-6 0-3689 0</inkml:trace>
  <inkml:trace contextRef="#ctx0" brushRef="#br0" timeOffset="33348.862">3442 10801 1840 0,'0'0'7952'0,"0"0"-6611"16,0 0-773-16,0 0 200 0,0 0 304 16,0 0 160-16,0 0-252 0,0 0-172 0,0 0-172 15,0 0-204-15,-16 0-160 0,16 0-84 16,0 0-92-16,0 0-44 0,4 0-40 16,4 0 36-16,4 0 64 0,-1 3 108 15,10-3-8-15,-1 3 8 0,3 1-24 0,1-4 0 16,4 0-12-16,-4 0-12 15,0 0-112-15,4 0 100 0,0 0 24 0,4-4-36 16,0 1-52-16,0-2-12 0,0 0-32 16,4 3 20-16,-5 2-72 0,5-3-8 15,-4 3 8-15,4 0 0 0,-1 0 72 16,6 0 0-16,-2 0 40 0,1 0-112 16,0-4 0-16,-4 4 0 0,4-3 40 0,-5 3-32 15,5-4 40-15,-3 4-44 0,2 0 72 16,-3 0-28-16,-4 0-48 0,3 4-4 15,-3-1-4-15,-4 1 8 0,4 1 0 16,0 0 12-16,-4 0 36 0,0-2-44 16,0 4-4-16,-4-3 4 0,4-2 0 15,-5-2 4-15,1 4 44 0,0-4 32 16,-3 0 4-16,-2 0-80 0,1 0 52 0,-3 0 0 16,-6 0 0-16,5 0-48 15,-8 0 48-15,8 0-48 0,-9 0 88 0,6 0-96 16,-5 0-4-16,-1 0 0 0,-3 0-4 15,5 0 4-15,-5 0-8 0,0 0 0 16,-4 0-4-16,4 0 0 0,-4 0 0 16,0 2-64-16,0-2-56 0,0 0-356 0,0 4-180 15,0-4-300-15,-4 2-324 0,-4 5-652 16,4-3-2468-16,-8 4-3993 0</inkml:trace>
  <inkml:trace contextRef="#ctx0" brushRef="#br0" timeOffset="33967.423">5562 10503 5548 0,'0'0'7157'16,"0"0"-6049"-16,0 0-728 0,0 0-64 15,0 0 468-15,0 0 176 0,0 0-324 16,0 0-152-16,0 0 112 0,0 0 280 16,107 15-324-16,-67-11-64 0,4-4-20 15,3 0-32-15,2 0-56 0,-6-4-76 16,1 1-48-16,-4-3-75 0,-4 0-21 15,-5-1-88-15,1-2-4 0,-8 3-68 0,1 1-48 16,-10 0 0-16,1 2-40 0,-8-3-253 16,5 6-203-16,-13-4-164 0,0 4-112 15,0 0-236-15,0 0-468 0,0 0-888 16,0 4-1573-16,-17 2-1619 0</inkml:trace>
  <inkml:trace contextRef="#ctx0" brushRef="#br0" timeOffset="34282.458">5832 10550 848 0,'0'0'8460'0,"0"0"-6819"0,0 0-805 16,0 0 200-16,0 0 164 0,-19 74 112 16,19-49-340-16,-4 2-224 0,4 9-224 0,-5 2-44 15,5 6-60-15,0 5-60 16,0 4-52-16,0 4-152 0,0 1-68 0,0-1-40 15,0 0-8-15,0-4-40 0,0-1-8 16,0-8 4-16,5-6 0 0,-1-3 4 16,-4-6 0-16,0-10 0 0,4 0-12 15,-4-7-48-15,0-5 48 0,0-1-36 0,0-6 44 16,0 4-4-16,0-4-140 0,0 0-112 16,0 0-72-16,0-4-64 0,-4-2-36 15,0-4-252-15,-1-2-432 0,1-4-484 16,4-7-632-16,-4 4-877 0,1-12-2839 0</inkml:trace>
  <inkml:trace contextRef="#ctx0" brushRef="#br0" timeOffset="34562.31">5845 10982 7292 0,'0'0'5305'0,"0"0"-4553"15,0 0-748-15,0 0 556 0,0 0 784 16,0 0-88-16,0 0-320 0,0 0-208 16,0 0-208-16,0 0-116 0,75-16-60 0,-59 16-48 15,4 0-28-15,0 0-24 0,4 0 0 16,0 0-36-16,-1 0 0 0,5 0-64 16,0 0-44-16,-4 0 92 0,4 0-80 15,-3 0 8-15,-2 0-108 0,-3 0-12 16,0 0-12-16,-1 0 4 0,-2-2 0 15,-6 2-112-15,2 0-16 0,-5-5-288 16,-1 5-200-16,-3 0-196 0,5 0-248 0,-1 0-596 16,-4 0-2188-16,-4 5-4361 0</inkml:trace>
  <inkml:trace contextRef="#ctx0" brushRef="#br0" timeOffset="41451.016">4202 11537 7524 0,'0'0'4941'16,"0"0"-4073"-16,0 0-868 0,0 0 128 0,0 0 304 16,0 0 596-16,0 0-172 0,0 0-432 15,0 0-280-15,0 0-136 0,-19 83 164 16,19-54-32-16,0 3-16 0,0-1-76 15,4-2-48-15,-4-3-4 0,0-4-56 16,0-3-40-16,0-4-88 0,0-1-244 16,0-8-92-16,0 0-232 0,0-4-488 15,0-2-1204-15,0 0-2725 0</inkml:trace>
  <inkml:trace contextRef="#ctx0" brushRef="#br0" timeOffset="41615.77">4075 11408 4012 0,'0'0'7809'0,"0"0"-7593"0,0 0 4 0,0 0-220 15,0 0 472-15,0 0-344 0,0 0-128 16,80 3-88-16,-60 4-616 0,0-5-689 16,-8 4-959-16,8 5-4412 0</inkml:trace>
  <inkml:trace contextRef="#ctx0" brushRef="#br0" timeOffset="41985.817">4586 11633 116 0,'0'0'10048'16,"0"0"-8511"-16,0 0-1065 0,0 0 388 0,0 0 372 15,-68 86-384-15,59-68-332 0,9 5-252 16,0 0-152-16,0-5-76 0,0-3-36 15,5-5-100-15,3-3 0 0,0-3 100 16,-1-4 200-16,6-7-60 0,-2-9 100 0,6-6 148 16,2-10-388-16,-2-9-544 0,2-4-164 15,-3-6-24-15,4 0 176 0,-8 1 228 16,0-1-16-16,-4-2-64 0,-4 1-116 16,4 5-12-16,-4 2 496 0,0 10 40 15,-4 7 268-15,3 12 284 0,-3 3 160 16,5 9-88-16,-5 4-56 0,0 0 64 15,0 4-68-15,0 6-248 0,4 5 36 16,0 10 44-16,-4 5 92 0,4 11-20 16,0 3-232-16,0 6-112 0,3 4-124 0,-2 1-4 15,7-1-232-15,-1-6-468 0,6-7-192 16,3-3-452-16,-1-10-936 0,-6-6-2489 16,6-6-3067-16</inkml:trace>
  <inkml:trace contextRef="#ctx0" brushRef="#br0" timeOffset="43282.149">5585 4445 3808 0,'0'0'860'15,"0"0"2608"-15,0 0-1344 0,0 0-719 16,0 0-49-16,0 0-44 0,0 0-288 15,0 0-236-15,0 0-196 0,0 0-168 0,0-10-88 16,0 13-100-16,0-3-88 16,4 7-136-16,-4 2 52 0,5 7 60 0,-1 3 108 15,3 9 76-15,-3 8 52 0,-4 2-104 16,4 3-72-16,-4 6-48 0,0 8-24 0,0 2-104 16,0 6 36-16,4 7-40 0,-4 7 36 15,5 6-40-15,-5-1-12 0,4 3 4 16,0-2 0-16,-1 6 8 0,1-1-12 15,0 1-52-15,4 3-8 0,-8-3-76 16,5 0-108-16,-1-3 20 0,-4 3 76 16,0-3 88-16,0-4-64 0,0 3 12 15,-9-2 28-15,5 0-28 0,0 3-52 16,0-4 16-16,0 1-48 0,4 2 120 16,0-1 0-16,0 1 0 0,4 0-36 15,0 2-36-15,4 1 8 0,-3 0 144 16,-1 2-172-16,-1 6 104 0,1 2 64 0,-4 0 12 15,0 4 100-15,0-7-96 0,0 0 96 16,0-6 260-16,4-6-184 0,0-3 8 16,0-11-96-16,5-6 48 0,-2-9-136 15,1-7-4-15,3-5-108 0,-2-7 36 0,-1-6-308 16,0-1-88-16,0-2-232 0,0 2-224 16,0-5 132-16,-4-4 172 0,-1-4-292 15,-3-2-252-15,0-3-237 0,0-7-159 16,-7-3-580-16,-5 0-1868 0,0-6 2328 15,-8-14 916-15</inkml:trace>
  <inkml:trace contextRef="#ctx0" brushRef="#br0" timeOffset="44234.255">5119 2832 4272 0,'0'0'7733'0,"0"0"-6189"0,0 0-616 0,0 0 232 16,0 0 356-16,0 0-276 0,0 0-220 15,0 0-296-15,0 0-284 0,0 0-344 16,28-4-96-16,0 8 172 0,8-4 132 15,3 0 12-15,6 0 145 0,-2 0-73 16,2-6-168-16,-6-4-112 0,1 1-48 16,0-4-60-16,-4 0-12 0,-4 1-60 15,0-1-12-15,-8 1-376 0,-1 1-233 0,-7 2-247 16,-4 6-212-16,-3 3-848 0,-6 0-1956 16,-3 0-1141-16,0 9-3047 0</inkml:trace>
  <inkml:trace contextRef="#ctx0" brushRef="#br0" timeOffset="44482.934">5295 2863 1788 0,'0'0'10205'16,"0"0"-8833"-16,0 0-916 0,0 0 152 0,0 0 592 16,-24 89 16-16,24-50-220 0,0 2-208 15,0 6-208-15,0 4-76 0,3 3-140 16,-3 3-156-16,4 0-48 0,-4 8-76 15,0-5-84-15,0-1-4 0,-4-1-56 0,4-10 48 16,0-10-148-16,0-10-48 0,0-9-12 16,-3-10-172-16,3-2-244 0,0-7-144 15,0 0-160-15,0-7-352 0,0-5-880 16,0-7-1861-16,3 0-2203 0</inkml:trace>
  <inkml:trace contextRef="#ctx0" brushRef="#br0" timeOffset="44634.791">5323 3245 6552 0,'0'0'6925'0,"0"0"-6301"16,0 0-616-16,0 0 864 0,0 0 552 0,95-4-328 15,-71 4-328-15,-1 0-224 0,5 0-176 16,0-3-208-16,4-6-52 0,0-4-108 16,0-3-12-16,0-2-428 0,-4 1-364 15,0-2-360-15,-4 3-544 0,-13 3-1380 0,2-2-4089 16</inkml:trace>
  <inkml:trace contextRef="#ctx0" brushRef="#br0" timeOffset="45050.252">4793 2556 7400 0,'0'0'6569'16,"0"0"-5129"-16,0 0-632 0,0 0 292 0,0 0 380 15,0 0-372-15,0 0-464 0,0 0-276 16,0 0-148-16,0 0-40 0,0 0-8 15,64-23 72-15,-41 20-39 0,5 0 99 16,0 0 24-16,4 0-12 0,3-1-100 16,2-2-72-16,6 3-72 0,-7-3 0 15,9-1-20-15,-6-2-4 0,4-1 12 16,6-3-56-16,-10 4 4 0,2-4-8 16,-5 4-48-16,-9-2-280 0,0 6-156 15,1-1 476-15,0 3-260 0,-3-4-228 0,-1 3-173 16,-5 2-51-16,-3 2-132 15,1 0-244-15,-6 0-800 0,-3 2-828 0,0 5-2029 16,-8 3-3495-16</inkml:trace>
  <inkml:trace contextRef="#ctx0" brushRef="#br0" timeOffset="53132.445">29515 1844 1148 0,'0'0'3208'0,"0"0"1512"0,0 0-3828 16,0 0-168-16,0 0 281 0,0 0 479 15,0 0-152-15,0 0-132 0,0 0-256 16,5 0-176-16,-5 0-108 0,0 0-108 16,0 0-108-16,0 0-64 0,0 0-84 0,0 0-112 15,4 0-100-15,-4 0-72 16,7 0 64-16,-3 0 68 0,8 4-68 0,0-1-4 15,4 3 60-15,0-3-124 16,8 4-4-16,-1-4 0 0,9 3 8 0,5 1 0 16,-1 2-12-16,3 1-12 0,5-1-4 0,0 1-44 15,-1 2 60-15,10-1 0 16,-5-3 4-16,7-2 0 0,1 1 0 0,0-1-4 16,0-6-40-16,0 3-32 0,-1-3-64 15,4 0 4-15,10 0-64 0,-5 0 144 16,3-3-56-16,1 3-64 0,-5 0 36 15,-3 0 40-15,0 0 84 0,-4 3-52 16,0 0 4-16,-5 1-52 0,1 3 112 16,-8-1-96-16,4 0-52 0,-9 1 12 15,-3-1-24-15,1 0-64 0,-10 1 4 16,1-1-40-16,-8 0 0 0,-4-3-24 0,-4 4-64 16,-8-4-364-16,0 3-588 0,-4 0-592 15,-4 1-881-15,-8-1-2363 0</inkml:trace>
  <inkml:trace contextRef="#ctx0" brushRef="#br0" timeOffset="55085.912">7370 2982 1436 0,'0'0'3024'0,"0"0"-16"0,0 0-1660 0,0 0-260 15,0 0 265-15,0 0 135 0,0 0-176 16,0 0-196-16,0 0-212 0,0 0-212 16,0 0-172-16,-11-5-24 0,14 3-24 15,1-2-264-15,4 2-108 0,1-4 24 16,6-1 60-16,5-3 24 0,5 1-48 16,-2-1-28-16,5 0-132 0,3 1 0 15,6 3 100-15,3-1 0 0,-5 1-4 16,9 3-84-16,-4-1 4 0,4 1-4 15,4 3 28-15,-5-3-32 0,2 3 56 0,2 0-56 16,9-3 0-16,-4 0 56 0,8-4 8 16,-1 4-64-16,1-3 52 0,-1 3-60 15,1-3 4-15,0 2-4 0,0 4 0 16,-4 0 0-16,0 0 4 0,-5 0 0 0,1 4 40 16,0-1-44-16,-4 0 4 0,4 0-4 15,0 0 16-15,4-3 92 0,-5 0-8 16,5 0-88-16,0 0 36 0,0-3-44 15,-5-3 0-15,1 3 8 0,0-4-8 16,-1 7-4-16,-6-6 0 0,2 6 0 16,-3 0 0-16,0 0 0 0,-4 0 0 15,0 0 0-15,-1 0-8 0,-3 3 8 16,5 0 0-16,-2-3 56 0,1 3-56 16,-1-3-40-16,-2 0 40 0,2 0 60 15,-3 0-52-15,4-3 36 0,0 0-44 0,-4 0-12 16,3-3 4-16,-3-1 0 15,0 4-64-15,4 0 64 0,-4 0-40 0,0 3 0 16,-1 0 40-16,6 0-8 0,-5 0 4 16,3 0 4-16,-3 0-52 0,0 6 60 0,4-6 0 15,-4 0 72-15,3 0-72 0,1 0 8 16,-3 0 44-16,2-6-48 0,1 3 56 16,-4-4-52-16,4 3 4 0,-4-1-8 15,3 2-4-15,1-1 8 0,0 4 52 16,0 0-48-16,3 0 0 0,-2 0-8 15,-2 0 4-15,-3 4-8 0,4-1-4 16,0 0 4-16,0-3 64 0,-1 0-56 16,2 0 40-16,-5 0-40 0,-1 0 100 15,-3-3-20-15,0-4-40 0,-8 4 36 16,-5-1-72-16,2 2-4 0,-5-2 52 0,-1 2 4 16,2-2-56-16,-6 2 52 0,1-3-56 15,-3 3-4-15,2 2-4 0,-3-4 0 16,1 1 4-16,-2 3 4 0,1-3-4 15,-4 1-4-15,0 2-56 0,0 0 52 16,1 0-40-16,-5 0-76 0,0 0-108 16,0 0-24-16,0 0-12 0,-5 0-148 0,-3-5-260 15,-11 3-480-15,-2-2-588 0,1-2-2072 16,-19-4-2737-16</inkml:trace>
  <inkml:trace contextRef="#ctx0" brushRef="#br0" timeOffset="73364.683">11355 4742 768 0,'0'0'2256'0,"0"0"4316"0,0 0-4891 15,-9-65-221-15,2 45-224 0,3 1 144 16,-4-3-184-16,-4 0-264 0,0 0-92 16,4-1-112-16,-4 2-248 0,0-2-100 0,-4 4 48 15,8 3-4-15,0 0-80 0,-3 7-28 16,6 2-24-16,-3 1-51 0,4 6-69 15,-3-3-40-15,-1 3-36 0,-1 3-96 16,-2 7-8-16,-2 5-100 0,-6 12 36 16,-2 6 12-16,-3 9-28 0,1 9 40 0,-5 6 36 15,0 4-84-15,0 5 47 16,0 4-11-16,0 2 60 0,0 2-12 0,4 2 12 16,1-6 0-16,-1-6 0 0,8-11 0 15,0-5-8-15,4-8-4 0,4-10 0 16,4-5 4-16,4-9-76 0,0-6 24 15,0-7-160-15,4 0-60 0,4-3 136 16,4 0 136-16,4 0 8 0,0-3-88 16,8 0-56-16,-5-4 48 0,5 4-16 15,1 0 40-15,-1 3-40 0,-5 0 28 0,1 0-52 16,-4 3 64-16,-4 3 60 0,-4 7 8 16,4 0 4-16,-4 7 72 0,-4 1 16 15,0 8-16-15,0 3 76 0,-4 5-40 16,0 2-36-16,0 3 64 0,-4 2-52 15,0-4-76-15,0 8 4 0,0 3-12 16,0-3 0-16,0 3-4 0,4-7 0 16,0-3 0-16,0-8 4 0,0-12-60 0,0-4-124 15,4-5-192-15,4-6-248 0,0-3-4 16,4 1-360-16,4-4-428 0,4 0-220 16,-4-7-1140-16,4-5-2037 0,-5-5-1011 15,6-10 4804-15</inkml:trace>
  <inkml:trace contextRef="#ctx0" brushRef="#br0" timeOffset="81885.068">11809 5038 628 0,'0'0'728'0,"0"0"-244"15,0 0-368-15,0 0-12 0,0 0 68 16,0 0-96-16,0 0-12 0,0 0 2504 16,0 0-900-16,0 0-692 0,0 0-264 0,-8-3-24 15,8 3-144-15,0 0-116 0,-4 0-144 16,4 0 12-16,-4 0 52 0,4 0 65 15,0 0 115-15,0 0 8 0,0 0 16 16,0 0-28-16,0 0-4 0,0 0 64 16,0 0-44-16,0 0-60 0,0 0-40 15,0 0-84-15,0 0-44 0,0 0-64 16,0 0-84-16,0 0-104 0,0 0-60 16,0 0-48-16,4 0-52 0,0 0 40 15,4 0 60-15,4 3 136 0,0 1-60 16,4 2-24-16,3 3 32 0,5 4 116 15,1 1-28-15,3 0 4 0,0 9-104 0,0-1 64 16,0 3-12-16,-5 4-48 0,1 0-16 16,0 2-12-16,-4 4-36 0,-4 1 0 15,-5 2-12-15,-2-3-64 0,-1-1 16 0,-5-2-4 16,1-7-96-16,0 0 76 0,-4-2 72 16,0-4 0-16,0 0-132 0,-8-3-56 15,5-3 40-15,-1-4-112 0,0-5 36 16,-5-1 76-16,5-3 8 0,-3 0-8 15,-1-3 72-15,0-7 28 0,-4 0 40 16,0-5 8-16,0-2 0 0,-4-1 36 16,0-1-36-16,4-1 88 0,1-2-88 15,-2 3-88-15,5 0 80 0,1-3-96 16,3 3 56-16,-1 3 48 0,5-3 0 16,0 3 0-16,5 0 0 0,2-3 84 0,5 0-32 15,4 0 24-15,0-3 48 16,4 0 88-16,-1-4-112 0,6 4 72 0,-1-4-72 15,4 1 48-15,-4-1-36 0,4 5-48 16,0 2-4-16,-1-1 4 0,1 8-52 16,-4-1-12-16,0 4-4 0,0 2-60 15,-1 4 4-15,-6 0 8 0,3-4-44 0,-5 7-80 16,-2 0-8-16,-2 0-168 0,1 0-72 16,-8 0-132-16,5 0-136 0,-6 0-344 15,1 4-496-15,0 2-849 0,-4-3-2511 16,4 4-68-16</inkml:trace>
  <inkml:trace contextRef="#ctx0" brushRef="#br0" timeOffset="82162.723">12761 5124 5732 0,'0'0'2796'0,"0"0"161"0,0 0-1661 16,0 0-328-16,0 0 448 0,0 0-240 15,0 0-504-15,0 0-468 0,60 67-204 16,-56-61-76-16,0 0-248 0,0-2-680 15,-4 2-724-15,0 1-2673 0,0-4-3871 0,0 6 7100 0</inkml:trace>
  <inkml:trace contextRef="#ctx0" brushRef="#br0" timeOffset="82313.856">12717 5359 3816 0,'0'0'2500'0,"0"0"3209"16,0 0-3137-16,0 0-1048 0,0 0-296 15,0 0-336-15,0 0-696 0,0 0-196 0,0 0-100 16,0 0-232-16,0 0-524 16,84 38-660-16,-68-38-1348 0,8-3-3277 0</inkml:trace>
  <inkml:trace contextRef="#ctx0" brushRef="#br0" timeOffset="83247.66">2964 4242 1096 0,'0'0'8424'0,"0"0"-6091"16,0 0-809-16,0 0 224 0,0 0-164 16,0 0-464-16,0 0-416 0,0 0-152 15,0 0 100-15,0 0-80 0,44-80-156 16,-21 64-100-16,5-2-12 0,4-1-12 15,8-4 73-15,4-3 23 0,8 1-108 16,4-3-160-16,-1-1-60 0,5-3-48 0,3 0-12 16,1-3 52-16,5-2-16 0,-2-2-36 15,1-1-4-15,-1 0-96 16,-3 3-224-16,-8-1-260 0,-4 3-25 0,-5 4-183 0,-2-5-244 16,-6 7-456-16,-15 4-1436 15,4-3-3065-15</inkml:trace>
  <inkml:trace contextRef="#ctx0" brushRef="#br0" timeOffset="83465.952">4147 3346 3208 0,'0'0'4392'0,"0"0"-1428"16,0 0-1971-16,0 0 547 0,0 0 364 16,0 0-520-16,0 0-500 0,83-12-240 15,-62 12-308-15,-5 0-336 0,0 6 0 16,0 3-88-16,-1 5 40 0,-7 0-4 15,5 9-68-15,-9 3-116 0,-1-1-100 0,-3 6 24 16,0 4 64-16,-7 4 0 0,-2-1-196 16,1 3-184-16,1 1-404 0,-5-2-304 15,3 2-188-15,-2-10-1265 0,3-4-2371 16</inkml:trace>
  <inkml:trace contextRef="#ctx0" brushRef="#br0" timeOffset="88949.184">3012 2933 5460 0,'0'0'3052'0,"0"0"177"0,0 0-993 15,0 0-644-15,-48-70-924 0,44 55-328 16,4 2-204-16,0-1 300 0,0 0-88 16,4 1-248-16,3 3-100 0,6 1-56 15,2-1 56-15,2 3 140 0,11 1 20 16,4 3-64-16,3 3-92 0,13 0-4 16,0 9 4-16,4 8 40 0,-5 2-40 15,5 6-8-15,-8 4-92 0,-4-1 88 0,0 4 8 16,-8 0 8-16,-4-3-8 0,-4-2-120 15,-5 3-28-15,-3-8-148 0,-4 3 108 16,-3-6 88-16,-6 0-88 0,1-3-36 0,-4-3 52 16,0-1-44-16,0-6 216 0,-4 1 108 15,1-7 52-15,-6 0-48 0,1 0 52 16,-3-2-164-16,-2-9-100 0,-2-1 96 16,-2-5-172-16,-2-1-88 0,6-5 136 15,-2-5-84-15,6 0-28 0,2-7 64 16,3 0 64-16,4 0 112 0,0 0 76 15,4 0 24-15,8 3-12 0,0 4 36 16,8 0-124-16,-1 2-100 0,5 3-252 16,4 1-492-16,4 3-708 0,-12 9-1253 15,8-2-4231-15</inkml:trace>
  <inkml:trace contextRef="#ctx0" brushRef="#br0" timeOffset="90794.779">13283 4686 5976 0,'0'0'7117'16,"0"0"-5493"-16,0 0-728 0,0 0 84 0,-19 86 116 16,15-51-244-16,4 6-40 0,0 3-236 15,4 11-184-15,3 1-52 0,1 5-36 16,0 6-108-16,4 5-88 0,0 2 16 16,0-1-124-16,0 0-84 0,-4-4 24 15,4-2-24-15,0-10-64 0,-1-12-84 16,-2-10-60-16,3-14-24 0,4-4-320 15,-4-11-312-15,3-6-300 0,1-12-668 16,1-5-2036-16,2-21-3193 0</inkml:trace>
  <inkml:trace contextRef="#ctx0" brushRef="#br0" timeOffset="91113.64">13861 4911 5124 0,'0'0'6161'0,"0"0"-4405"15,0 0-344-15,0 0-280 0,0 0-60 16,0 0-328-16,-103 45-420 0,75-23-188 16,-4 3-128-16,4 1-8 0,-4 6-60 15,0-1-40-15,0 5-48 0,0-3 60 16,4 3-88-16,0-4 84 0,4-4 92 16,9-1 0-16,2-8 0 0,2-5 4 15,3 0 0-15,3-2 120 0,5-2 48 0,0-2-60 16,5 3 12-16,7 2 112 0,8-1 308 15,3 1-152-15,5 3 40 0,4 0 132 16,5-1-88-16,-2 1-244 0,1-3-124 16,0-1 16-16,3-1-124 0,-3-3-52 15,1-4-20-15,-2-4-72 0,5 0-432 16,-1-10-172-16,2-3-164 0,-2-6-324 16,-11 4-1204-16,8-11-3321 0</inkml:trace>
  <inkml:trace contextRef="#ctx0" brushRef="#br0" timeOffset="91346.326">14394 5121 2996 0,'0'0'8197'0,"0"0"-6697"15,0 0-592-15,0 0 864 0,97 19-4 16,-61-16-184-16,-1-3-576 0,5 0-544 15,4 0-96-15,7 0 8 0,5-3 76 16,0-3-64-16,-4 0-388 0,0-1 0 16,-4 0-136-16,-1 2-264 0,-3-1 12 15,0-5 56-15,-8 5-424 0,-8-1-940 16,-8 1-1156-16,-9 3-1705 0,-11-3-2459 0</inkml:trace>
  <inkml:trace contextRef="#ctx0" brushRef="#br0" timeOffset="91601.005">15032 4886 6868 0,'0'0'6225'15,"0"0"-5565"-15,0 0 116 0,0 0 744 0,0 0-180 16,0 0-188-16,96 10-144 0,-64-3-264 16,-1 1-244-16,5 2-96 0,5 3-124 15,-6 2-88-15,1 4-140 0,4 4 8 16,-4 2-52-16,0 1 36 0,-8 2-44 15,-9 0-108-15,-10 8-160 0,-9-2-12 16,0 8 36-16,-16-1-196 0,-5 0-84 16,-7 1 72-16,1-1 168 0,-6-6 52 15,2 0 48-15,-1-10-152 0,9-6-268 16,-2-5-264-16,9-12-640 0,8-2-1448 0,5-7-5021 0</inkml:trace>
  <inkml:trace contextRef="#ctx0" brushRef="#br0" timeOffset="91885.74">15960 4857 14957 0,'0'0'2372'16,"0"0"-2076"-16,0 0-108 0,0 0 724 16,0 0 328-16,88 7-44 0,-48-1-371 0,4 3-301 15,7-2-224-15,1-4-176 0,4 4-4 16,-7-5-120-16,-2-2-104 0,-3 0-260 16,-4-2-208-16,-4-5-97 0,-8 2-159 0,-8-6-236 15,-9 5-884-15,-3 0-1956 0,-8 6-1521 16</inkml:trace>
  <inkml:trace contextRef="#ctx0" brushRef="#br0" timeOffset="92065.582">16168 5032 11489 0,'0'0'2684'0,"0"0"-1836"16,-12 79-344-16,12-43 528 0,0 8 496 16,0 0-64-16,0 0-376 0,0 5-384 15,8-2-252-15,-4 1-111 0,4-1-197 16,-5-2-144-16,-3-7-8 0,4-6-100 15,-4-7-357-15,5-9-7 0,-1-7-172 16,4-5-224-16,-4-4-424 0,3-4-768 16,-2-5-1052-16,3-4-2229 0,-4-12-1971 0</inkml:trace>
  <inkml:trace contextRef="#ctx0" brushRef="#br0" timeOffset="92200.573">16271 5334 12765 0,'0'0'2084'0,"0"0"-1316"16,0 0-316-16,80-6 264 0,-48 2 52 15,0-3-72-15,0 1-316 0,0-7-232 16,-1-1-148-16,5-6-308 0,-4 1-444 16,0-6-144-16,-4 2-284 0,-4-6-768 15,-13 11-2641-15,2-11-3399 0</inkml:trace>
  <inkml:trace contextRef="#ctx0" brushRef="#br0" timeOffset="92460.18">15841 4470 10556 0,'0'0'2365'16,"0"0"-1549"-16,0 0-208 0,0 0 716 15,0 0 380-15,0 0-48 0,95-13-468 16,-43 13-480-16,4-6-344 0,8 3-12 15,0 0-47-15,3-4-1 0,2 1-96 16,-6-3-104-16,1 2-104 0,-4 1-136 16,0 3-188-16,-5-3-445 0,-3 1-227 0,0 5-180 15,-5-2-504-15,-15 2-1460 0,9-3-4341 0</inkml:trace>
  <inkml:trace contextRef="#ctx0" brushRef="#br0" timeOffset="92922.624">17590 4051 4788 0,'0'0'1380'16,"0"0"3597"-16,0 0-3501 0,0 0-252 0,0 0 68 15,0 0-8-15,0 0 24 0,-8 77-208 16,8-37-216-16,0 11-224 0,-3 9-172 16,3 10-4-16,-4 7 161 0,0 2-157 15,-1 10-224-15,-3 3-168 0,4 10-32 16,-7 2-64-16,2 5-44 0,1 1 40 0,1 2-8 16,-6-7-168-16,5-4-160 0,5-6 36 15,-1-6-97-15,0-10 73 16,0-8-48-16,0-8-40 0,-1-5-132 0,5-14-128 15,-4-9-480-15,4-13-852 0,0-10-1192 16,4-12-3393-16</inkml:trace>
  <inkml:trace contextRef="#ctx0" brushRef="#br0" timeOffset="93647.136">18140 4829 7856 0,'0'0'440'16,"0"0"2421"-16,0 0-1477 0,0 0-224 16,0 0 160-16,92 13 88 0,-64-4-300 0,0 7-240 15,0 3-216-15,4 4-220 0,-5 4-92 16,1 3-56-16,-4 1-28 0,-4 4-60 16,-9 0-76-16,2 1-72 0,-9 1 0 15,0 1 16-15,-4-3-16 0,-4-3-36 16,-4-7-12-16,-4-3 0 0,4-3-4 0,0-6 0 15,-1-3 4-15,2-8 84 0,3-2-76 16,0 0 4-16,0 0 88 16,0-2-16-16,0-8-44 0,0-5-40 0,0-8-208 15,0-6 76-15,4-5-4 0,0-8 124 16,8 1-156-16,4-3-104 0,0 5 64 16,4 2 28-16,0 2-188 0,0 6-40 15,-1-3-192-15,6 4-304 0,-1-1-476 16,-8 10-1148-16,8-16-3229 0</inkml:trace>
  <inkml:trace contextRef="#ctx0" brushRef="#br0" timeOffset="93918.619">18933 4277 9744 0,'0'0'2717'0,"0"0"-1109"16,0 0-220-16,0 0 44 0,0 69-68 16,4-37-244-16,0 6-264 0,0 10-172 15,0 2 44-15,4 11-179 0,0 2-357 16,-4 4-44-16,0 6-140 0,-4 0 0 16,0 4-8-16,0-4-40 0,0-4-108 0,0-5-56 15,0-1-100-15,0-6-145 0,0 0-163 16,0-2-132-16,-4-5-200 0,0-5-488 15,4-3-656-15,-4-5-828 0,0-11-2253 16,4 6-1791-16</inkml:trace>
  <inkml:trace contextRef="#ctx0" brushRef="#br0" timeOffset="94727.251">19160 5279 3696 0,'0'0'2396'0,"0"0"-1224"16,0 0 3401-16,0 0-2897 0,0 0-92 15,0 0-400-15,0 0-164 0,0 0-188 16,0 0-264-16,0 0 168 0,0 0 36 15,88 7-248-15,-56-7-132 0,-1 0-152 0,1 0-80 16,0 0-52-16,-4 0-48 16,0-7-60-16,-4 1 0 0,-5 0-84 0,2 0-232 15,-5-4-244-15,0 4-244 0,-9 3-264 16,-3-1-476-16,1 1-792 0,-5 3-1520 0,-9 0-2165 16</inkml:trace>
  <inkml:trace contextRef="#ctx0" brushRef="#br0" timeOffset="94913.692">19308 5324 7372 0,'0'0'2360'0,"0"0"-775"0,0 70-417 15,0-35 312-15,0 6 152 0,0 6-140 16,0 2-352-16,-4 1-216 0,0 4-300 16,-5-7-232-16,5-1-172 0,-3-9-136 15,3-5-84-15,0-13-84 0,4-3-28 0,0-10-240 16,0-2-236-16,0-4-324 15,0 0-424-15,4-7-976 0,-4 1-2017 0,4-13-2231 0</inkml:trace>
  <inkml:trace contextRef="#ctx0" brushRef="#br0" timeOffset="95071.212">19276 5610 10981 0,'0'0'1768'15,"0"0"-1000"-15,0 0 80 0,0 0 276 16,0 0 48-16,84 35-192 0,-65-35-300 15,9 0-296-15,0-3-248 0,4-13-136 16,0 0-240-16,3-9-216 0,6-7-336 16,-2 0-624-16,-11 7-1224 0,8-17-4493 0</inkml:trace>
  <inkml:trace contextRef="#ctx0" brushRef="#br0" timeOffset="95263.985">19897 5048 13417 0,'0'0'2116'0,"0"0"-1412"0,0 0 72 15,0 0 228-15,88 0-40 0,-73-3-216 16,6 0-408-16,-1-1-284 0,-1 4-56 16,1-3-296-16,-3 0-524 0,-6 3-376 15,1 0-580-15,-8 0-2148 0,-4 6-4425 0</inkml:trace>
  <inkml:trace contextRef="#ctx0" brushRef="#br0" timeOffset="95403.986">19921 5251 11325 0,'0'0'1668'0,"0"0"-1488"16,0 0 860-16,0 0 588 0,0 0-76 15,0 0-400-15,100-13-600 0,-72 4-476 16,3-4-76-16,5 0-692 0,0-2-768 0,-4 5-1068 15,8-9-4329-15</inkml:trace>
  <inkml:trace contextRef="#ctx0" brushRef="#br0" timeOffset="95634.666">20554 4949 12389 0,'0'0'4008'0,"0"0"-3996"0,0 0 88 16,0 0-100-16,45 74 960 0,-38-49 448 15,1 0-340-15,-4 0-592 0,1 5-280 16,-1-2-100-16,-1-3-84 0,-3-3-12 16,0-2-108-16,0-5-272 0,0-2-268 15,0-7-164-15,0-2-176 0,0-4-596 0,0 0-1028 16,-3-10-3341-16</inkml:trace>
  <inkml:trace contextRef="#ctx0" brushRef="#br0" timeOffset="95787.199">20539 4747 12977 0,'0'0'1780'0,"0"0"-1580"0,0 0 240 15,0 0 140-15,0 0 36 0,0 0-256 16,99-11-360-16,-71 11-308 0,4 4-860 15,0-2-780-15,-4 3-2069 0,4 4-3043 0</inkml:trace>
  <inkml:trace contextRef="#ctx0" brushRef="#br0" timeOffset="96231.838">21029 4892 13149 0,'0'0'2232'0,"0"0"-1416"0,0 0 148 0,0 0 508 16,0 0 28-16,-84 42-172 0,60-17-503 15,-4 7-365-15,5 3-96 0,-1 3 96 0,3 1-52 16,6-2-116-16,2-9-172 0,6 1-120 16,7-10-56-16,0-6-52 0,3-4 12 15,10-2 24-15,6-7-112 0,2-3-44 16,7-10-88-16,3-6-20 0,1-10-40 16,0-5-36-16,4-4-113 0,-4-7-43 15,3 1 20-15,-3-1-28 0,0-6 24 16,-4-3-172-16,-4 0 84 0,0-3-68 15,-8-6 136-15,0-4 160 0,-4-1 288 16,-9-4 32-16,6 6 92 0,-9 4 0 16,4 10 152-16,-4 10 260 0,4 13 112 15,-4 7 132-15,4 13 60 0,-4 3-12 0,0 6-56 16,0 0-160-16,0 0-160 16,0 6-132-16,0 6-136 0,0 7 88 0,0 13 60 15,0 7 68-15,0 8 29 0,0 7 95 16,0 6-48-16,-4 4-24 0,-9 3-160 15,2 2-60-15,-5-3-96 0,0 1-8 0,-4-6-4 16,4-4-60-16,4-3-60 0,4-13-208 16,-4-3-68-16,9-6-44 0,3-4-105 15,0-2-99-15,0-5-128 0,0-4 12 16,3-4-456-16,1-7-1096 0,4-6-1660 16,0 0-1221-16</inkml:trace>
  <inkml:trace contextRef="#ctx0" brushRef="#br0" timeOffset="96960.616">22028 5709 6400 0,'0'0'4444'0,"0"0"-1991"16,0 0-165-16,0 0-348 0,0 0-728 0,0 0-632 16,0 0-568-16,0 0-12 0,0 0-124 15,0 0-564-15,-82 15-1460 0,54-17-7093 0</inkml:trace>
  <inkml:trace contextRef="#ctx0" brushRef="#br0" timeOffset="106149.556">21702 4162 548 0,'0'0'5596'15,"0"0"9"-15,0 0-4413 0,0 0-644 16,0 0 468-16,0 0 308 0,0 0-380 16,0 0-336-16,0 0-236 0,0 0 24 15,4 16 404-15,15-12 60 0,2 2-260 16,3-6-184-16,0 3-176 0,-1-3-116 16,5 0-4-16,-4 0-20 0,4-7-40 15,0-6-56-15,4 1-4 0,-4-5 0 0,4-4-112 16,-4 2-116-16,-4 1-104 0,-9 1 28 15,6 1 72-15,-10 7 12 0,-3-1-24 16,-3 7 12-16,-1 0 12 16,-4 3 48-16,0 6-64 0,-4 4 28 0,-5 8 208 15,-2 8 0-15,3 2 4 0,-9 7 44 0,10 4-48 16,-6 2-60-16,2 7 36 0,-1 3 20 16,-1 5 8-16,2 2 4 0,-2-4 40 15,2-3-40-15,3-4 44 0,4-9-40 16,0-10 84-16,4-4-96 0,0-6-12 15,0-3 12-15,0-4-124 0,0-3-72 16,0-2-236-16,0 1-48 0,0 0 32 16,0-2 200-16,0 2 84 0,0 3 16 15,4 0 72-15,0 5 76 0,0 5 4 16,4 2 84-16,-1 6 84 0,6 8 352 16,-5 2-52-16,4-4-300 0,0 8-60 15,-5-4 136-15,6-1-152 0,2 5 80 0,2 3-44 16,-2-1 4-16,6 0 0 0,-2 0 0 15,1 5-64-15,0-2 16 0,-4 1 8 16,0-4 40-16,-4 1-124 0,-5-1 88 0,2-6 8 16,-5-3 40-16,0-4-88 0,-4-1 52 15,0-8-52-15,0-4 24 0,-4-5-84 16,-4 0 8-16,-4-3-8 0,0-4-160 16,-4-3-112-16,-8 0-68 0,1-3-4 15,-5 0-236-15,-4 0-88 0,-4 0-372 16,-8 0-784-16,8 0-2060 0,-28 0-2565 0</inkml:trace>
  <inkml:trace contextRef="#ctx0" brushRef="#br0" timeOffset="107429.981">16001 7378 3856 0,'0'0'236'15,"0"0"4444"-15,0 0-2495 0,0 0-325 0,0 0-216 16,-5-67-184-16,5 59-256 0,0 1-100 16,0 7-84-16,0 0-272 0,0 0-272 15,0 7-220-15,0 1 12 0,0 12 48 16,0 2 148-16,5 10 81 0,-5 7-181 16,0-2-84-16,4 10-64 0,0 1-24 15,0 0-56-15,-4 5-16 0,7-2 24 16,-3 7-72-16,0 0-60 0,1 4 72 15,-1 8-72-15,-4 6 64 0,0 3-68 0,0 7-4 16,0 4-4-16,0-5 48 16,0 0-44-16,0-4 44 0,0-2-48 0,0-3 0 15,0-3-12-15,0-1 8 0,0 2-4 16,0-4-40-16,0-1 44 0,0 1 4 16,-4 1 0-16,-1-6 0 0,5 6-4 0,0 0-4 15,0-2 4-15,0 0-8 16,0-2 0-16,0 0 8 0,0 2-144 0,0-2 28 15,0-3 12-15,0-1 12 0,0-3 44 16,0-5 44-16,-4-1 8 0,4-7-12 16,-4-5 4-16,4-10 8 0,0-7 4 15,0-6-4-15,0-6-44 0,0-7 36 16,0-3-44-16,0 0 4 0,0-3-24 16,0 0-48-16,0 0-72 0,0 0 32 15,0 0 16-15,0 0-36 0,0-3-52 0,0-4-36 16,-4 0-61-16,1-5-11 0,-5-1-36 15,-1-6-248-15,1-2-476 0,1-5-580 16,-5 0-1180-16,0 4-2601 0,-9-9-2787 0</inkml:trace>
  <inkml:trace contextRef="#ctx0" brushRef="#br0" timeOffset="107746.975">15598 9788 6624 0,'0'0'5001'16,"0"0"-3781"-16,0 0-404 0,0 0-68 16,0 0 212-16,0 0 112 0,0 0-92 15,40 74-260-15,-21-46-140 0,2 0-76 16,-1 7-160-16,3 4-12 0,1 1 132 16,-3 2 84-16,3 2-268 0,-5 1-84 0,1-4-148 15,0 4 12-15,0-4-56 0,0-6 0 16,0-3 44-16,0-7-48 0,4-8 0 15,-4-9 4-15,8-4 68 0,-5-4 28 16,5-10 21-16,4-12 35 0,-4-10 28 16,4-6-16-16,3-3-32 0,-3-7-52 15,0-3-84-15,5 0-84 0,-5-3-172 16,-1 3-305-16,1 1-275 0,0 2-216 0,0 4-596 16,-13 16-1440-16,5-11-4389 0</inkml:trace>
  <inkml:trace contextRef="#ctx0" brushRef="#br0" timeOffset="109465.393">13363 11122 380 0,'0'0'5644'0,"0"0"-1480"15,0 0-2683-15,0 0-313 16,-36-71-352-16,24 57-44 0,4 1 276 0,0 0 96 0,1 3-372 16,-2 1-300-16,1 6-64 15,0-1 60-15,-4 1 124 0,4 3-116 0,0 0-196 16,-3 3 4-16,-2 7-52 0,2 2-64 15,-2 5-68-15,-2 2-16 0,2 9-24 16,-2 4 28-16,3 2-84 0,-4 7 32 16,4 4-24-16,0 6-12 0,4 3 8 15,0 7-8-15,-4 12-8 0,4 2-52 16,-4 11-40-16,4 3-84 0,-4 3-32 16,4-3 44-16,1-4-84 0,-2-5 120 15,5-13-24-15,0-9 20 0,4-11 140 16,0-15 0-16,0-10-148 0,0-9-220 15,4-7-136-15,4-6-40 0,4-6 36 16,0-10 0-16,4-3-116 0,0 0 44 16,4-1 156-16,-4 1 160 0,0 4 208 15,-1 2 56-15,2 6 100 0,-6 2 264 0,2 1 12 16,-1 4-236-16,-5 0-48 0,2 9 208 0,-1 5 196 16,3 0-172-16,2 10-88 0,2 1 48 15,2 3-48-15,-6 7-124 0,6 6 96 16,-2 11-72-16,-3 2 0 0,0 9 84 15,-4 7-132-15,3 3 48 0,-6-3-76 16,3-5-56-16,-4-10-4 0,0-10-96 16,0-17-116-16,-1-12-256 0,6-6-296 15,-5-10-468-15,8 0-648 0,0-17-1296 16,-4 5-2709-16,11-20 649 0</inkml:trace>
  <inkml:trace contextRef="#ctx0" brushRef="#br0" timeOffset="118955.416">13518 11722 7036 0,'0'0'5625'16,"0"0"-4249"-16,0 0-604 0,0 0-128 0,0 0 84 15,0 0 324-15,0 0-88 0,0 0-76 16,0 0 44-16,0 0-188 0,68 45-148 16,-48-43-95-16,8 1-53 0,0 1-24 15,0-4-120-15,8 0-16 0,-1 0-152 16,1 0-52-16,-4-7 40 0,0-2-124 15,0-1-48-15,0-3-60 0,-8 1-88 16,0-1-212-16,-5 1-140 0,-3-1-373 0,-4 7-151 16,-8-1-180-16,1 4-636 15,-5 3-1268-15,0 0-2697 0,-13 0-2171 0</inkml:trace>
  <inkml:trace contextRef="#ctx0" brushRef="#br0" timeOffset="119180.983">13833 11816 496 0,'0'0'9652'0,"0"0"-8143"0,0 0-457 0,-19 93 412 16,19-55-376-16,-5-2 80 0,5 1-256 16,0 1-304-16,0 4-128 0,0-1-36 15,8 1 24-15,0-2-76 0,4-1-100 16,0-4-132-16,4-10-88 0,0-3 52 16,3-6-124-16,-2-7 4 0,3-2 36 15,-4-7 68-15,4 0-108 0,-5 0 76 16,5-10-64-16,5 1-12 0,-6-7-8 15,1-3-348-15,4 0-192 0,-4 0-228 16,0-7-136-16,0 5-516 0,-4 0-1156 0,0-6-3301 0</inkml:trace>
  <inkml:trace contextRef="#ctx0" brushRef="#br0" timeOffset="119334.528">14343 11932 10500 0,'0'0'2913'0,"0"0"-1465"0,0 0 352 0,0 0-300 16,0 0-280-16,0 0-132 0,0 0-612 16,0 0-476-16,0 0-12 0,64 65-416 15,-60-58-548-15,-4 0-428 0,4-2-1116 16,-4 5-3777-16</inkml:trace>
  <inkml:trace contextRef="#ctx0" brushRef="#br0" timeOffset="119499.943">14339 12262 1032 0,'0'0'8244'0,"0"0"-6419"0,0 0 263 0,0 0-272 15,0 0-444-15,0 0-500 0,83 16-364 16,-55-23-472-16,0-6-36 0,4 1-356 16,0-1-616-16,0-4-704 0,-4 5-2589 0,8-7-6087 15</inkml:trace>
  <inkml:trace contextRef="#ctx0" brushRef="#br0" timeOffset="119924.658">15104 11760 12077 0,'0'0'3908'0,"0"0"-3656"15,0 0-200-15,0 0 284 0,0 0 276 16,0 0 316-16,0 0-4 0,0 0-336 16,87 9-72-16,-70-6 336 0,2-3-232 15,1 0-227-15,1 0-105 0,-2 0 4 16,1 0-64-16,4 0-8 0,-8 0-76 15,0 0-24-15,0-3 4 0,-4 1-64 16,0 2 48-16,-5 0-24 0,2-3-12 16,-5 3 0-16,4-4 12 0,-4 4-32 15,3 0-44-15,-2-3-8 0,-1 3-12 16,4 0-52-16,-4 0 56 0,3-4 0 16,2 4 0-16,3 0 0 0,-5-3-4 0,6 3 0 15,-6 0 0-15,1-3-60 0,0 3 24 16,1-3-180-16,-6 0-196 0,1-1-120 15,-4-1-136-15,4-2-161 0,-4 1-307 16,0 2-696-16,-4-2-2192 0,-3 3-2001 16</inkml:trace>
  <inkml:trace contextRef="#ctx0" brushRef="#br0" timeOffset="120180.547">15339 11776 1684 0,'0'0'10017'0,"0"0"-8253"0,0 0-748 0,0 0 68 16,0 0-40-16,0 0-24 0,-43 89-192 16,39-58-236-16,-1 5-40 0,1 8 0 15,4 0-76-15,-4 7-100 0,4 0-96 16,0 3-36-16,-4 0-112 0,4-6-8 16,0-4-124-16,0-6-48 0,8-9-40 15,-4-10-20-15,5-11-292 0,-6-1-172 16,5-3-128-16,-4-4-232 0,4-4-264 0,-3-5-476 15,2-8-804-15,-7 3-1589 16,4-3-1167-16,-4-5 937 0</inkml:trace>
  <inkml:trace contextRef="#ctx0" brushRef="#br0" timeOffset="120321.301">15311 12223 640 0,'0'0'9880'0,"0"0"-7747"0,0 0-1049 16,0 0 156-16,0 0 208 0,0 0-64 15,0 0-164-15,92-9-156 0,-64 3-172 16,0 0-284-16,4-7-388 0,-5 3-159 15,1-3-61-15,0 4-133 0,-8-1-235 16,-4 2-324-16,-4 1-236 0,-5 3-240 16,-7 4-816-16,5 0-2480 0,-13 11-2689 0</inkml:trace>
  <inkml:trace contextRef="#ctx0" brushRef="#br0" timeOffset="120498.932">15307 12478 640 0,'0'0'9048'0,"0"0"-5167"0,0 0-3497 0,0 0 172 16,0 0 780-16,0 0 168 0,0 0-20 16,92 6-296-16,-60-19-420 0,0 0-304 15,3-6-268-15,6 1-192 0,-6-1-4 0,5 0-256 16,0-4-196-16,0 4-464 0,4-3-152 16,-1 3-464-16,-6 3-2428 0,14-6-3533 0</inkml:trace>
  <inkml:trace contextRef="#ctx0" brushRef="#br0" timeOffset="120748.033">16176 11932 13133 0,'0'0'2004'0,"0"0"-1840"0,0 0 340 16,80 2 264-16,-49 5 376 0,5-1-304 16,-4 0-324-16,4 1-172 0,-1-3-148 15,-3-2-100-15,0-2-96 0,0 0-136 16,1-6-392-16,-6-7-324 0,-3 0-324 16,-4-2-556-16,-1-1-2448 0,-10 0-4509 15,-9-6 7477-15</inkml:trace>
  <inkml:trace contextRef="#ctx0" brushRef="#br0" timeOffset="120981.077">16535 11696 8160 0,'0'0'6297'0,"0"0"-5001"16,0 0-968-16,0 0 176 0,0 0 20 16,0 0 392-16,91 51 292 0,-72-38-484 15,2-1-272-15,-5 5-76 0,3-2-168 16,2 4-84-16,-6 1-112 0,-2 5 48 15,-2 3-56-15,-7 4-4 0,-4 6-12 16,0 0-48-16,-8 7-112 0,-7-1-48 0,-5 2 0 16,-4-2 28-16,-1 0-92 15,2-6-44-15,3-6-104 0,4-7-72 0,0-8-148 16,8-12-528-16,5-5-1284 0,-2-3-3621 16,5-23-1987-16</inkml:trace>
  <inkml:trace contextRef="#ctx0" brushRef="#br0" timeOffset="121272.13">17236 11728 520 0,'0'0'13513'0,"0"0"-11141"0,0 0-1324 16,0 0-380-16,0 0 96 0,79 16 268 15,-51-13 152-15,8-3-263 0,-1 0-433 16,2-6-200-16,3-3-228 0,-1-4-60 16,-3 0-48-16,-4 0-60 0,-4-2-244 15,-4 2-265-15,-4-1-163 0,-8 6-196 16,-5-2-412-16,-2 7-1088 0,-5-4-2476 0,-5 7-2973 15</inkml:trace>
  <inkml:trace contextRef="#ctx0" brushRef="#br0" timeOffset="121450.323">17479 11944 10348 0,'0'0'5049'0,"0"95"-4321"16,0-50-196-16,8 12 264 0,-8 10 476 15,0-4-120-15,0 0-296 0,0-6-428 16,0-5-272-16,-4-11-156 0,0-6 0 15,4-10-228-15,0-9-116 0,0-7-180 16,-5-6-344-16,5-3-264 0,-4-12-620 16,4-1-1448-16,-11-19-3381 0</inkml:trace>
  <inkml:trace contextRef="#ctx0" brushRef="#br0" timeOffset="121603.344">17383 12106 4576 0,'0'0'10585'0,"0"0"-9485"0,0 0-540 15,91-9 248-15,-54 2 44 0,3-2-76 16,-1-1 44-16,5-3-292 0,0-2-236 16,-1-8-292-16,-2 0 0 0,-2-2-344 15,-3 0-192-15,-4-3-136 0,-4-1-340 0,-4 1-600 16,-9-1-1300-16,-2 10-2689 0,-13-10-2606 0</inkml:trace>
  <inkml:trace contextRef="#ctx0" brushRef="#br0" timeOffset="121846.5">17240 11300 12389 0,'0'0'3812'0,"0"0"-3296"16,0 0-440-16,0 0 72 0,0 0 560 15,0 0 576-15,79-22-180 0,-39 15-384 16,12 1-184-16,7-1-24 0,1 4 117 0,8-1-385 16,-5 1-244-16,-3 3-92 0,0-5-140 15,-4 5-289-15,0-6-207 0,-4 1-200 16,-1 3-496-16,-14 2-1080 0,14-4-3445 0</inkml:trace>
  <inkml:trace contextRef="#ctx0" brushRef="#br0" timeOffset="122281.171">19231 10814 9852 0,'0'0'5693'16,"0"0"-5153"-16,0 0-540 0,0 0 0 15,0 0 280-15,-51 101 604 0,47-50 368 16,0 9-272-16,4 7-280 0,4 6-68 15,4 9 208-15,4 11-291 0,-4 3-101 16,4 11-156-16,-4 0-148 0,-1 11-48 16,-2 0-84-16,-5 3-12 0,0 3-60 15,0 0 52-15,0-1-40 0,-5-2 44 16,5-5-68-16,0-7-112 0,0-11-20 16,0-15-160-16,9-10-61 0,-5-16-11 15,0-9-76-15,3-16-12 0,-3-7-100 0,0-15-384 16,5-10-1036-16,-1-12-2840 0,-5-5-2453 15,5-27 4793-15</inkml:trace>
  <inkml:trace contextRef="#ctx0" brushRef="#br0" timeOffset="122837.581">20049 11862 8200 0,'0'0'4457'0,"0"0"-3181"0,0 0-468 16,0 0-404-16,0 0 112 0,0 0 464 15,0 0 240-15,0 0 88 0,84 9-340 16,-45-2-348-16,9-4-36 0,3 0-216 0,2-3-103 15,-1 0 15-15,-5 0-84 0,1-6-128 16,-1-4-68-16,-6-3-100 16,-5 1-152-16,-4-1-237 0,-4-1-251 0,-5 2-224 15,-7 3-252-15,-8-1-680 0,-4 3-2084 16,-4 5-2197-16</inkml:trace>
  <inkml:trace contextRef="#ctx0" brushRef="#br0" timeOffset="123064.441">20459 11900 2508 0,'0'0'7120'0,"0"0"-5507"0,0 0-753 16,-36 64-92-16,24-39 392 0,5 0 168 15,-2 4-172-15,-3-1-344 0,9 1-280 16,3 3-112-16,-4 0-24 0,4 1-52 16,0 0-64-16,0 2-44 0,4-7 32 15,-1-2-24-15,5-6-108 0,0-9-124 0,4-1-12 16,0-6-4-16,4-4-4 0,7 0-116 15,2-11-412-15,3-3-276 0,3-6-128 16,5-6-116-16,5 1-680 0,-13 6-1344 16,15-9-4045-16</inkml:trace>
  <inkml:trace contextRef="#ctx0" brushRef="#br0" timeOffset="124146.549">21212 11325 3404 0,'0'0'8105'0,"0"0"-6673"16,0 0-588-16,0 0 104 0,0 0 448 16,0 0-120-16,0 0-224 0,-12 86-216 0,8-49-220 15,0 8-80-15,4 6-96 0,-4 6-4 16,4 4-132-16,0 2 1 0,0 1-97 15,0 5-76-15,4 5-48 0,-4 2-24 16,4 0-52-16,-4 6-8 0,0 8-4 16,0-2 4-16,0 1 0 0,0-3-4 15,0-8-104-15,0-7-72 0,0-14 56 16,0-10-129-16,0-5-163 0,4-13-108 16,4-10-12-16,-4-10-100 0,4-5-196 15,0-4-456-15,0-7-904 0,0-12-1700 0,0 6-2489 16,-1-19 1330-16</inkml:trace>
  <inkml:trace contextRef="#ctx0" brushRef="#br0" timeOffset="124357.401">21443 12395 3696 0,'0'0'11321'16,"0"0"-9685"-16,0 0-904 0,0 0 332 15,0 0 300-15,99 26 224 0,-71-24-483 16,4-2-477-16,0 0-288 0,1-2-136 16,2-8-156-16,1-6-48 0,0 0-180 15,-8-3-160-15,4 0-132 0,-8-3-204 0,-5 6-141 16,-6 0-243-16,-2 7-660 0,-11 2-2012 16,0 4-1893-16,-19 3-3231 0</inkml:trace>
  <inkml:trace contextRef="#ctx0" brushRef="#br0" timeOffset="124530.255">21547 12395 52 0,'0'0'11373'0,"0"0"-9693"16,0 0-868-16,-16 89 152 0,16-54 320 15,0 6 176-15,0 1-128 0,0-1-324 16,0 0-276-16,0-3-232 0,0 0-220 16,0-3-160-16,0 3-120 0,-4-3-80 15,-4-3-224-15,4-4-404 0,-8-9-184 0,4 0-252 16,0-2-828-16,-1-9-2436 0,6-1-2681 15,-5-7 2261-15</inkml:trace>
  <inkml:trace contextRef="#ctx0" brushRef="#br0" timeOffset="124676.962">21566 12808 6704 0,'0'0'7325'16,"0"0"-6213"-16,0 0-396 0,0 0-36 15,92-17 44-15,-72 15 44 0,-4-4-176 0,0 2-320 16,-4 1-272-16,0-1-200 15,0 1-564-15,-5 0-220 0,-7 3-296 0,0 0-1112 16,-3 6-3353-16,-5 1-1723 0,-16 11 7409 0</inkml:trace>
  <inkml:trace contextRef="#ctx0" brushRef="#br0" timeOffset="124830.203">21475 13084 7644 0,'0'0'6769'0,"0"0"-5721"0,0 0-560 0,0 0 156 0,0 0 476 16,0 0 456-16,100 35-144 0,-64-38-748 15,3-7-456-15,1-6-116 0,8-3-112 16,-5-3-156-16,-2 3 12 0,-1-9-392 16,-1 2-416-16,-3-3-28 0,-4 1 4 15,-8 9-1208-15,4-13-3653 0</inkml:trace>
  <inkml:trace contextRef="#ctx0" brushRef="#br0" timeOffset="125069.549">22120 12183 9336 0,'0'0'8337'0,"0"0"-7481"16,0 0-748-16,0 0-92 0,80-19 412 15,-52 12 432-15,4 3 260 0,4-2-596 16,7 0-304-16,2-1-139 0,-2 1-81 15,1 0-85-15,-4 3-111 0,-1-4-216 16,-7 4-196-16,0-3-188 0,-8 3-224 16,-3-4-536-16,-6 4-1108 0,-6 0-1909 15,-5 0-2495-15</inkml:trace>
  <inkml:trace contextRef="#ctx0" brushRef="#br0" timeOffset="125397.339">22973 11915 1316 0,'0'0'12681'0,"0"0"-10841"15,0 0-1552-15,0 0-276 0,0 0 380 16,0 0 456-16,0 0 316 0,0 0-524 16,0 0-248-16,0 0-76 0,60 93-44 15,-56-58-16-15,-4 3 12 0,0 6 136 0,-4 0 140 16,0 1-287-16,-5-3-201 0,2-8-56 16,7-12-60-16,-4-6-125 0,4-10-263 15,0-6-284-15,0-2-256 0,0-11-380 16,4-6-664-16,-1 0-2528 0,6-23-2937 0</inkml:trace>
  <inkml:trace contextRef="#ctx0" brushRef="#br0" timeOffset="125563.539">23033 11623 6188 0,'0'0'10373'15,"0"0"-8637"-15,0 0-1020 0,0 0-104 16,0 0 112-16,0 0 284 0,0 0-227 15,84-5-545-15,-61 5-236 0,1 0-264 16,0 0-565-16,4 2-403 0,0 1-572 0,-4 0-2960 16,3 10-6433-16</inkml:trace>
  <inkml:trace contextRef="#ctx0" brushRef="#br0" timeOffset="126064.626">23782 11960 4316 0,'0'0'13081'0,"0"0"-11229"0,0 0-1128 16,-84 83-40-16,48-48 204 0,0 2 145 15,1 1-29-15,3 4-508 0,4-7-172 16,8-7-144-16,8-5-136 0,4-7-44 16,8-4-48-16,0-2-48 0,4-7-12 15,8 0-24-15,4-3-12 0,3-3-16 0,2-7 16 16,-1-5-84-16,4-4-4 0,-1-1 28 15,1-5-36-15,0 0-28 0,4-7-12 16,0 0-120-16,0-6-1 0,4-3-23 16,0-4-88-16,0-3-76 0,0 1-108 15,3-7-252-15,-7-1-416 0,0-1-408 16,0-1 116-16,-8-3 392 0,-4 0 648 0,-1-4 256 16,-2 0 360-16,-5 1 64 0,-4-1 424 15,3 7-180-15,-3 9 444 0,-4 10 156 16,0 13 292-16,0 6-80 0,0 12-144 15,0 4-156-15,0 3-104 0,0 3-104 16,-4 7-168-16,-3 12-40 0,-5 7-76 0,3 6 40 16,-2 9 240-16,-1 4 49 15,0 6-221-15,4 3-112 0,-4 6-32 0,-4 5 24 16,1 5-28-16,-2-1-144 0,2 2-136 16,-2-2-8-16,6-5-204 0,2-4-24 15,5-5-136-15,4-11-24 0,4-3 48 16,5-12-24-16,2-3 11 0,1-10-71 15,4-10-124-15,-4-5-284 0,4-4-664 16,0-11-1084-16,0-8-2461 0,-8 5-4271 16,12-22 8320-16</inkml:trace>
  <inkml:trace contextRef="#ctx0" brushRef="#br0" timeOffset="132596.454">24248 11024 8432 0,'0'0'5845'0,"0"0"-4633"15,0 0-544-15,0 0 172 0,0 0 608 16,0 0-292-16,0 63-288 0,12-63-528 16,4 0-252-16,4-4-76 0,0-8 96 15,3-4-20-15,5-2-40 0,0-5-44 16,0 1-4-16,-4 2-12 0,1 1 8 0,-6 7-44 16,1-1 32-16,-8 7-56 15,0-1 60-15,-4 4-84 0,-4 3 8 0,-4 0 16 16,0 0 12-16,0 6 60 0,0 4 0 15,-8 6 84-15,0 6-8 0,-4 11-76 16,-4 5 0-16,0 8 0 0,1 8 0 16,-2 6-8-16,-3 11 8 0,8 5-40 15,1 10 40-15,2 6 76 0,1 0 32 0,4 0 40 16,4-9-100-16,0-10 24 0,0-16 8 16,8-16-80-16,1-12-156 0,2-17-76 15,-3-5-184-15,5-4 88 0,2-3 60 16,-3 0 132-16,4-7 88 0,1 4-28 15,-2 3-20-15,1 0 36 0,0 3 60 16,-5 9 12-16,2 5 120 0,2 6 16 16,-6 5 72-16,3 7 160 0,-5-1 8 0,-3 4-44 15,-4-2-64-15,5 2-136 0,-5-3-60 16,0-3-72-16,4 5 76 0,-4-2-16 16,0 4 25-16,0 2-85 0,-4 7 36 15,4-1-44-15,-5 4 4 0,5 3 4 16,-4 1-4-16,0-8 4 0,-3-3 0 0,3-9-12 15,-9-7-108-15,2-9-221 16,-1-6-131-16,-4-6-200 0,-4-7-84 0,-4 0 44 16,-4-7 108-16,0-2 0 15,-7-4-228-15,-6 0-876 0,13 1-1084 0,-27-10-3177 0</inkml:trace>
  <inkml:trace contextRef="#ctx0" brushRef="#br0" timeOffset="150763.535">17124 7594 9232 0,'0'0'1200'16,"0"0"-579"-16,0 0-185 0,0 0 324 16,0 0 196-16,0 0 12 0,0 0-236 15,0 0-212-15,0 0-132 0,0 0-36 16,-48 38-12-16,44-25-52 0,-4 3-64 0,4 3-36 15,1 4-76-15,-1 2 24 0,0 3-12 16,4 4 0-16,0 4 12 0,0 4-52 16,0 2-20-16,8 2 108 0,-1 3 52 15,5-1-100-15,0-3 48 0,4-1-100 16,0-7 164-16,4-4-92 0,0-6 56 16,0-6-28-16,4-6-160 0,-5-3 108 0,6-3 64 15,-1-7-136-15,-5 0-36 0,9-11 160 16,-4-3-36-16,8-10-124 0,0-1 84 15,0 0-88-15,-1-1 8 0,-3-2-16 16,0-1 0-16,0-3-12 0,0 2-36 16,-4-3-36-16,0-2 8 0,0 4-32 15,0-5-64-15,-8 4 0 0,0 1 100 16,-5 2-12-16,-6 1 8 0,3 2-96 16,-8 8 36-16,0-1 136 0,0 6 56 15,0 6-44-15,-8 1 36 0,3 4-4 0,-6 2-44 16,3 0-48-16,-5 0 48 0,2 2 48 15,-6 7 28-15,2 5-4 0,-5 1 16 16,0 3-28-16,0 6-56 0,-4 1 0 16,-4 3 68-16,5 2 16 0,-1-2-4 15,-4 7 16-15,4 0-100 0,0 2 48 16,0 4 12-16,0 1-48 0,4 3 88 0,1-1-96 16,2 0 80-16,1 5-36 0,4-2 76 15,-3-3-76-15,2 1 24 0,6 0 16 16,-1-7-16-16,-1-3-12 0,5-4-56 15,1-3 68-15,-1 1-56 0,4-4-16 16,-4 1-8-16,0-5-4 0,4-2 4 16,-4-2-64-16,4-4-24 0,0-1 20 15,0-2-32-15,0-4-148 0,-5 1-196 16,5-1-176-16,0-3-136 0,0 0-12 0,-4 0-8 16,1 1-272-16,-1 2-700 0,0-3-980 15,-4-3-2465-15,-4 0-834 0</inkml:trace>
  <inkml:trace contextRef="#ctx0" brushRef="#br0" timeOffset="151847.103">3960 13941 6036 0,'0'0'3144'0,"0"0"-1351"16,0 0-865-16,-12-70-84 0,12 54 456 16,0 7 256-16,0 6-240 0,0 3-248 15,0 0-388-15,4 0-336 0,-1 9-332 16,2 7 48-16,3 6 124 0,4 16 100 15,0 13-76-15,0 10-136 0,-1 15-12 0,-2 6 52 16,3 4-112-16,-5 0 0 0,6-10-112 16,-2-10-316-16,-7-12-88 0,4-12-88 15,-3-17-64-15,-1-9-224 0,-4-10-704 16,0-2-1084-16,0-8-2705 0</inkml:trace>
  <inkml:trace contextRef="#ctx0" brushRef="#br0" timeOffset="152246.115">4092 13939 3040 0,'0'0'8957'0,"0"0"-7917"0,0 0-368 15,0 0 608-15,0 0 220 0,0 0-480 16,0 0-448-16,79-27-240 0,-67 34-172 16,0 2-136-16,0 7-24 0,-4 6-8 15,0 7 8-15,-4 9 48 0,-1 3 8 0,-3 4-56 16,0-4-112-16,-3-3 0 0,-5-6 16 15,0-3 8-15,-1-1-120 0,2-8-104 16,-1-2 16-16,8-2-76 0,0-4-40 16,0-1-52-16,4-3 96 0,7 3 256 15,6-3 112-15,3 3-4 0,8 1 80 16,-1-2-28-16,1 2 40 0,4 1 344 16,-8 0-8-16,0-1-200 0,-4 4-24 15,-4 3 36-15,-5 4 248 0,-2-2-288 16,-5 5-48-16,-4 3-140 0,0-1 80 0,-4-2-28 15,-8 2 40-15,-8-2-92 16,0-1 92-16,-8-2-40 0,0-4-60 0,0 0-12 16,0-7-172-16,5-2-4 0,-1-7-84 15,0 0 16-15,3-3-104 0,2 0 36 16,3-6-88-16,0 0-392 0,4-4 48 16,4-2-164-16,4-5-776 0,4-2-685 0,8-6-3943 15,8 4 3116-15</inkml:trace>
  <inkml:trace contextRef="#ctx0" brushRef="#br0" timeOffset="152652.331">4558 14544 3160 0,'0'0'172'0,"0"0"2912"0,0 0-536 16,84 42-1320-16,-73-17 61 0,5 7 351 15,-8 9-292-15,4 7-140 0,-5 6-124 16,-2-3-316-16,3-1-236 0,-4-12-260 16,4-5-272-16,-5-19-72 0,6-3-140 0,3-11 16 15,-5-4 84-15,10-9 24 16,-2-12 76-16,2-7-348 0,-2-9-100 0,2 0-40 15,-6 0 120-15,2 6 56 0,-6 9 148 16,5 8-16-16,-3 8-84 0,-2 6-88 0,1 4 248 16,5 11 116-16,-6 3 304 0,1 9 240 15,4 2-120-15,-4 7-172 0,0 3 104 16,4 4 16-16,0 2 276 0,0 4-88 16,-5 2-116-16,-3 7-52 0,1 3 176 15,-5 4 216-15,0 2-332 0,-12 4-136 16,0 3-132-16,-8-7-88 0,0-6-24 15,-4-6 12-15,0-10 40 0,0-9-16 16,0-13 12-16,-3-7-8 0,-1-8-100 16,0-4-12-16,0-7-108 0,-4-9 8 15,8-6-44-15,4-6-172 0,8-1 36 16,5-9-24-16,7 3-28 0,0-6 40 0,15 3 84 16,5-3 36-16,4-1-36 0,4 4 60 15,8-3-184-15,0-3-64 0,-1 6-184 16,9-4-348-16,0 0-492 0,0 5-1256 15,-9 5-2229-15</inkml:trace>
  <inkml:trace contextRef="#ctx0" brushRef="#br0" timeOffset="153296.474">6299 14843 3392 0,'0'0'7753'15,"0"0"-6161"-15,0 0-596 0,72 73 536 16,-48-64-324-16,-1-5-288 0,1-8-312 16,0-8-28-16,0-17-172 0,-1-6-152 15,1-9-48-15,-3-10-196 0,-1 0-12 16,-8-3-344-16,-1 3 64 0,-7 7-52 16,1 8 8-16,-5 10-44 0,0 10 8 0,-9 10-64 15,-2 2-24-15,-6 7 32 0,-6 0 140 16,-5 0 76-16,-4 13 152 0,4 0 48 15,0 2 264-15,0 11 64 0,8-1-100 16,8 11 84-16,1 2 24 0,2 3 96 16,5 6 52-16,0 4-12 0,4-1-80 15,0-1 40-15,4-5 8 0,4-12-36 0,5-4-256 16,-2-11-96-16,2-6-48 0,2-4-4 16,5-3 4-16,0-4-4 0,4-11 0 15,0-3-296-15,0-12-144 0,8-2-196 16,0-8-168-16,3-2-48 0,1 4-776 15,-4-4-1480-15,0-2-2121 0,-8 15-943 16,4-9 4972-16</inkml:trace>
  <inkml:trace contextRef="#ctx0" brushRef="#br0" timeOffset="153436.782">6872 14539 1772 0,'0'0'6460'16,"0"0"-3383"-16,0 0-1693 0,0 0-32 16,0 0 704-16,40 79-220 0,-28-48-372 0,0 4-376 15,4-3-224-15,-4-4-143 0,4-2-225 16,0-5-328-16,0-4-168 0,0-7 0 15,4-1-156-15,-5-6-512 0,6-3-173 0,-1 0-183 16,3-12-212-16,-3-8-1036 0,-3 1-2760 16,-2-13-3997-16</inkml:trace>
  <inkml:trace contextRef="#ctx0" brushRef="#br0" timeOffset="153612.397">7159 14493 4668 0,'0'0'9093'0,"0"0"-8181"15,-59 90-796-15,31-49 500 0,-4 12 680 16,0 2 96-16,1-1-504 0,3 0-460 16,0-10-232-16,3 1-172 0,9-8-24 0,1-5-172 15,11-6-428-15,0-7-388 16,4-7-292-16,4-2-876 0,0-7-1905 0,7-3-2487 0</inkml:trace>
  <inkml:trace contextRef="#ctx0" brushRef="#br0" timeOffset="153861.89">7621 14081 3452 0,'0'0'11081'0,"0"0"-10049"15,0 98-792-15,0-50 576 0,-4 6 872 16,4 9-176-16,0 1-572 0,9 2-428 15,6 4-304-15,6 4-16 0,3-2 53 16,-1-4-245-16,1-12-4 0,0-11-153 0,-4-11 33 16,-4-14-56-16,0-11-160 0,-4-6-272 15,-1-3-144-15,-2-9 20 0,-9-7-188 16,0 0-456-16,0-3-812 0,-13-3-1717 16,2 6-1255-16</inkml:trace>
  <inkml:trace contextRef="#ctx0" brushRef="#br0" timeOffset="154022.5">7247 14684 1436 0,'0'0'10021'0,"0"0"-8141"0,0 0-888 16,0 0 168-16,0 0 36 0,0 0-188 15,0 0-208-15,0 0 212 0,80-22-156 16,-37 9-344-16,9 0-160 0,0 1-192 16,-1-4-80-16,-2-3-80 0,-2 2-112 15,-6-2-216-15,-2 1-392 0,1-1-208 16,-4 3-168-16,-4 0-616 0,-13 6-1460 0,6 1-3877 0</inkml:trace>
  <inkml:trace contextRef="#ctx0" brushRef="#br0" timeOffset="154330.11">8051 14583 9352 0,'0'0'6689'15,"0"0"-5821"-15,0 0-520 0,0 0 60 0,24 66 152 16,-20-66 128-16,5-3-268 0,3-13-4 15,4-12 60-15,3-8-392 0,2-8-84 16,-2-7-560-16,-7 1-92 0,4-1 76 16,-7 6 192-16,-6 7 136 0,1 6-36 0,-4 13 36 15,-7 4 0-15,-10 8 136 0,-3 4 112 16,-7 3 120-16,-1 10-60 0,0 9 176 16,4 6 100-16,0 7-40 0,8 10 52 15,4 8-28-15,0 1 72 0,8 6 88 16,0 4 132-16,1-5-40 0,3 2-132 15,0-12-160-15,0-4-200 0,3-11-80 16,1-11-120-16,4-10-244 0,3-7-368 16,2-9-248-16,2-14 168 0,6-12-488 0,-6 5-1856 15,2-35-6549-15</inkml:trace>
  <inkml:trace contextRef="#ctx0" brushRef="#br0" timeOffset="154610.408">8446 14366 10844 0,'0'0'4953'0,"0"0"-4461"0,-4 74 44 16,-4-40 1028-16,1 4 400 0,-6-3-419 16,5 1-673-16,1-14-508 0,-2-3-284 15,9-10-80-15,0-6-168 0,0-3-220 16,0 0-120-16,9-12-161 0,2-10 353 16,1-8 60-16,4-1-84 0,-4-3-176 15,4-2-120-15,-4 5 36 0,4 5 216 16,-4 3 176-16,0 11 72 0,0 3 48 15,-4 5 88-15,-1 4 184 0,2 0 88 16,-1 11-24-16,3 1 96 0,-2 7-60 0,-1 0-76 16,-1 3-60-16,1 6 72 15,1 2 36-15,6-5-48 0,2 1 12 0,-2-5-220 16,2-5-148-16,-2-3-1188 0,1-3-68 16,-4-4-2720-16,20-6-3365 0</inkml:trace>
  <inkml:trace contextRef="#ctx0" brushRef="#br0" timeOffset="155051.695">9331 14221 8856 0,'0'0'5585'0,"0"0"-4397"16,0 0-1024-16,0 0 148 0,-84 76 204 15,60-48 568-15,-3 5 16 0,-1-2-428 16,0 1-352-16,4-4-52 0,7 0-8 0,-2-8-68 16,11-1-80-16,-1-10-4 0,6-6-96 15,3 1-12-15,0-4-132 0,7 3-136 16,6-3 156-16,2 4 112 0,6-2 60 15,3 1 16-15,4-3-28 0,-5 3-48 16,1-3 0-16,0 4 0 0,-4-2-8 16,-4 5 0-16,-4-1-56 0,0 5 64 15,-4-2 12-15,-1 3 132 0,2 4 76 16,-9 0 12-16,4 3-48 0,-4 4-76 16,0-5-48-16,-4 1 64 0,0-3-112 0,-5-2 0 15,6-6-12-15,-1-1-4 0,0-7-300 16,0 0-148-16,-4-7-60 0,4-8-516 15,-4-8-268-15,4-9-740 0,0 4-3093 16,4-16-4823-16</inkml:trace>
  <inkml:trace contextRef="#ctx0" brushRef="#br0" timeOffset="155191.858">9649 14427 10768 0,'0'0'4601'15,"0"0"-4201"-15,0 66-172 0,-8-34 500 16,1 7 924-16,-10-8-168 0,6-2-640 15,-1-4-564-15,3-12-176 0,2-3-104 16,3-5-404-16,0-5-464 0,0-3-100 16,4-12-616-16,-5-1-2416 0,2-22-3553 0</inkml:trace>
  <inkml:trace contextRef="#ctx0" brushRef="#br0" timeOffset="155328.51">9626 14077 7824 0,'0'0'6205'0,"0"0"-6065"15,0 0-88-15,0 0 72 0,0 0-124 16,0 0-76-16,83-12 12 0,-70 12-152 0,2 0-752 16,1 0-492-16,4 0-1045 15,-4 6-2167-15,-4 4 289 0</inkml:trace>
  <inkml:trace contextRef="#ctx0" brushRef="#br0" timeOffset="155588.017">9841 14284 3556 0,'0'0'6568'15,"0"0"-3767"-15,-9 86-1653 0,6-54-404 16,-1 2 112-16,4-2 500 0,-4-7-204 15,4-6-560-15,0-9-540 0,0-7-52 16,4-3-136-16,3-7 136 0,10-8 84 16,-6-7-84-16,10-7-320 0,-2-2-532 0,-3-7-132 15,1-4-248-15,-2 1-464 0,-3 6-464 16,0 0-269-16,-4 7-167 0,0 5 864 16,-8 4 232-16,0 6 1032 0,-4 5 468 15,-8 1 2164-15,0 7 748 0,-4 0-204 16,-4 7-1075-16,1 5-125 0,-1 9-244 0,-1 5-208 15,2 3-200-15,-1 3-172 16,3 3-164-16,2-4-236 0,3-3-284 0,0 2-136 16,8-8-432-16,0-3-292 0,4-3-296 15,0-1-700-15,0-2-2357 0,4-7-4303 16,4-6 7429-16</inkml:trace>
  <inkml:trace contextRef="#ctx0" brushRef="#br0" timeOffset="155895.67">10259 14402 1368 0,'0'0'11769'0,"0"0"-7981"15,0 0-3252-15,-12 66 68 0,4-50 420 16,8-3 128-16,-4-3-224 0,4-8-552 16,0-2-288-16,0 0-88 0,9-6-132 15,2-4-196-15,6-9 228 0,2-6-140 0,1-6-288 16,4-1-108-16,-1-3 24 15,-2 2 96-15,-1 9 244 0,-1 1 88 0,-2 11-16 16,-6 2 100-16,2 10-48 0,-6 0 148 16,-3 3 284-16,4 7 212 0,-4 2 8 0,1 8-60 15,-1 2-236-15,-1 1 48 16,-3 2-84-16,4 0 12 0,-4 4-24 16,0-4-96-16,0 3-64 0,4-6-84 0,-4 1-1044 15,0-4-388-15,4-3-1508 0,0-3-2617 16,0-5-3374-16</inkml:trace>
  <inkml:trace contextRef="#ctx0" brushRef="#br0" timeOffset="156299.974">11690 14383 11041 0,'0'0'2256'0,"0"0"-736"0,0 0 44 0,0 0-96 16,60 66-40-16,-28-47 16 0,3 0-556 16,1-6-339-16,7-6-209 0,-2-7-148 15,2 0-76-15,6-14-112 0,-2-8-4 0,5-6 0 16,-1-13-88-16,-3-3-456 0,-4-7-197 15,-11-1-51-15,-6 2-64 0,-7 5-568 16,-12 13-1700-16,-8-6-6137 0</inkml:trace>
  <inkml:trace contextRef="#ctx0" brushRef="#br0" timeOffset="156495.649">12004 14160 7884 0,'0'0'6173'0,"-3"92"-5385"0,3-41-20 15,0 6 836-15,0 10 88 0,-4-7 48 0,4-6-608 16,0-6-575-16,0-16-445 0,0-10-112 16,0-10-64-16,0-8-104 0,4-8-441 15,3-8-83-15,9-13 96 0,0-16-4 16,8-11-272-16,-1-8-884 0,2-7-1340 16,-5 16-2261-16,0-28 209 0</inkml:trace>
  <inkml:trace contextRef="#ctx0" brushRef="#br0" timeOffset="156847.34">12244 13579 5716 0,'0'0'8397'0,"0"0"-6505"0,0 0-952 16,23 76-232-16,-23-25-124 0,0 7 684 15,0 8-12-15,-8 3-196 0,0 4-199 16,1 4-173-16,-2-1-240 0,5 4-156 16,0-4-88-16,0 1-144 0,4-5-48 15,0-2-12-15,4-12-8 0,4-11-52 0,-4-16 52 16,5-15-148-16,2-13-196 15,-3-3-48-15,8-3 28 0,0-13 92 0,0-2 64 16,0-11-184-16,4-2-53 0,0-11 41 16,-1 0 120-16,-2 1 72 0,2 6-120 15,1 3 8-15,-3 7 112 0,-2 12 76 16,-2 10 144-16,-2 3 268 0,1 10 208 16,0 8-60-16,-4 8-52 0,0 3-24 0,1 9-84 15,-6 0 109-15,5 3-37 0,-4 0 8 16,0-2-44-16,-4-1 60 0,0-9-16 15,4-4-140-15,-4-8-160 0,4-9-36 16,0-5-112-16,-4-3 16 0,4 0-216 16,0-9-16-16,4-3-72 0,3-11-24 15,6-6-377-15,-2-2-343 0,-2 1-1708 16,2-14-4161-16</inkml:trace>
  <inkml:trace contextRef="#ctx0" brushRef="#br0" timeOffset="157145.576">12888 14551 3800 0,'0'0'10509'16,"0"0"-9221"-16,0 0-824 0,5 79 176 16,-5-66 404-16,0-7 92 0,4-6-472 15,0-3-248-15,4-10-148 0,8-9 12 0,-5-10-192 16,10-8-88-16,-6-6-344 0,5 2-60 16,-4 0 136-16,-4 3 108 0,-4 5 36 15,0 5-84-15,-8 5 48 0,-4 4 24 16,-8 3 128-16,-4 10-64 0,-8 2 72 15,5 7 84-15,-2 4-32 0,-3 11 44 16,9 11 88-16,-5 9 76 0,8 6 8 0,-4 3 64 16,8 7 84-16,-4 0 12 0,4 0 144 15,0-4 45-15,4-5-265 0,0-4-228 16,4-10-124-16,0-6-120 0,0-6-144 16,8-6-177-16,0-6-263 0,4-4-88 15,0-10-80-15,4-5-148 0,3-15-1436 16,-2 8-3757-16,15-19-3402 0</inkml:trace>
  <inkml:trace contextRef="#ctx0" brushRef="#br0" timeOffset="163365.595">12220 14395 1932 0,'0'0'976'0,"0"0"-416"0,0 0-64 0,0 0-240 16,0 0-256-16,0 0-272 0,0 0-148 16,0 0 44-16,0 0-524 0,43-54-1264 0</inkml:trace>
  <inkml:trace contextRef="#ctx0" brushRef="#br0" timeOffset="163862.077">12733 14312 6156 0,'0'0'808'0,"0"0"-600"16,0 0-12-16,0 0-188 0,0 0 200 15,0 0 104-15,0 0 2392 0,0 0-1559 0,0 0-565 16,0 0 44-16,0 0 192 0,-4-3 176 15,4 3-12-15,0 0-248 0,0 0-160 16,0 3-24-16,-4-3 56 0,4 6-12 16,0 4-36-16,0 3-116 0,-4 4-96 15,0 4-76-15,4 2-48 0,-7 2 24 16,3 3-88-16,4 1-68 0,-5-1-76 16,5 1-8-16,-4 7 8 0,4-2 36 15,0 7-48-15,0 4-12 0,0-1-60 16,0 1 20-16,4-7 44 0,5-3-4 15,-2-10-48-15,1-2 12 0,5-8-52 16,2-5-32-16,5-4 48 0,0-6-16 0,4 0-80 16,0-9-152-16,4-4 40 15,0-6-104-15,-4 1-92 0,3-6 4 0,1 2-156 0,-4 3-380 16,0 1-756 0,-8 1-1012-16,8-2-2329 0</inkml:trace>
  <inkml:trace contextRef="#ctx0" brushRef="#br0" timeOffset="164088.368">13387 14462 5868 0,'0'0'1664'0,"0"0"-1004"15,0 0 300-15,0 0-172 0,0 0-336 16,0 0-76-16,0 0-195 0,0 0-181 16,0 0-41-16,0 0-291 0,0 0-496 0,-68-29-352 15,68 29-532-15,0 0-816 0,0 7-784 16</inkml:trace>
  <inkml:trace contextRef="#ctx0" brushRef="#br0" timeOffset="164762.573">13479 14421 4820 0,'0'0'3252'0,"0"0"-2136"0,0 0-572 16,-101-7 1337-16,78 7 267 0,-1 7-540 0,4 2-324 15,4 10-252-15,0 0-316 0,8 6 84 16,-3 7-28-16,6 3-188 0,5 3-132 16,0 0-88-16,5-2 64 0,2-1 153 15,5-10-217-15,1-6-168 0,2-6-104 16,1-11-92-16,0-2-4 0,4-6-68 16,4-15-52-16,-1-4-56 0,-2-12-124 15,-1-4-72-15,-1 0-13 0,-2-1 37 16,-6 1 72-16,2 3 48 0,-2 7 88 15,-7-4 20-15,-4 6 52 0,0 3-4 0,-4 8-64 16,-12 1 140-16,0 6 108 0,-8 1 28 16,4 7-16-16,-3 3-8 0,7 0 56 15,-4 9-56-15,8 6-100 0,0 8-12 16,0 2 60-16,4 7 8 0,0-3-68 16,4-1-4-16,4-2-116 0,0-7-440 15,0-3-444-15,4-4-1084 0,4-1-2344 16,3-11-2933-16</inkml:trace>
  <inkml:trace contextRef="#ctx0" brushRef="#br0" timeOffset="165029.47">13702 14227 12149 0,'0'0'1812'0,"0"0"-1076"0,0 0 348 0,0 0 380 16,0 0 80-16,79 70-280 0,-71-45-408 15,0 6-260-15,0 5-123 0,-4 2-49 16,1 3-108-16,-5 0-96 0,0 3-100 15,0 1-60-15,-5-7 0 0,1-2-60 16,0-11 8-16,4-8 100 0,0-9 28 16,0-8-28-16,0 0-36 0,0-8 24 15,8-9-88-15,4-6 100 0,0-2-48 16,8-6-60-16,-1-4-48 0,6-1-60 0,3 1-204 16,-4 0-100-16,4 1-256 15,0 2-133-15,0 0-223 0,0 4-308 0,-1-1-644 16,1 4-1020-16,0 5-1641 0,3 2 2001 0,-10 2 2288 15,-6 6-5296-15</inkml:trace>
  <inkml:trace contextRef="#ctx0" brushRef="#br0" timeOffset="165598.93">14211 14389 11985 0,'0'0'2828'0,"0"0"-1176"0,-8 76-432 16,8-48-72-16,0-3 260 0,8-4-128 16,-3-7-479-16,6-9-485 0,-3-5-112 15,9-5 40-15,-6-9-64 0,6-9-180 16,-2-3-24-16,5-5-336 0,-8-4-104 15,4 0 4-15,-8 4 95 0,4-2 109 16,-9 8 40-16,2 2 80 0,-5 5 88 16,-5 5 48-16,-10 3 12 0,-1 7-12 15,0 0 12-15,-4 3 60 0,1 10 136 16,-2 5-24-16,5 14-88 0,4 3 48 0,1 10 89 16,2 5 131-16,1 3 24 0,5 2-12 15,-1 1-28-15,4-2-56 0,0-7-100 16,0-2-192-16,7-10-76 0,1-14-44 0,5-11-304 15,2-7-144-15,1-13 144 16,0-10-61-16,4-8-223 0,0-7-156 0,4-3-496 16,0-3-696-16,4-4-124 0,0 3 1572 15,0 1-2140-15,0 6-1925 0,0 2 4361 16,0 11 312-16,-5 6 1092 0,-3 7 1360 16,0 12-507-16,-4 3-281 0,-4 9 236 15,-8 11-68-15,0 8-468 0,0 5-308 16,-4 2-224-16,0 6 228 0,0 4 141 15,-4-3-365-15,0-4-220 0,0-10-208 16,4-6-264-16,0-12-144 0,0-10-144 0,4-3-36 16,0-6-36-16,8-10 8 0,4-6 4 15,-1-6-48-15,6-4-112 0,-1-7-120 16,3 4-12-16,1-3 43 0,4 7 101 16,0-1 168-16,4 7 184 0,4 3 0 15,-4 5 24-15,-4 9-24 0,0 4 4 16,-1 4 420-16,-2 9 25 0,-6 7-85 0,1 1 84 15,0 1-204-15,-8 5 8 16,4 2 28-16,-8 0-160 0,-4 0 72 0,0 4-20 16,-4-4-172-16,0-2-12 0,0-4-400 15,0 0-240-15,0-3-160 0,0-4-101 16,0 1-355-16,0-3-1492 0,0-4-4193 16,11 1-2807-16</inkml:trace>
  <inkml:trace contextRef="#ctx0" brushRef="#br0" timeOffset="166214.029">16308 14672 13033 0,'0'0'1688'0,"0"0"-1272"0,0 0-88 15,0 0 88-15,-9 92 400 0,1-65 152 16,-3 6-420-16,2-5-340 0,-2 1-160 15,-1-3-48-15,3-8-272 0,2-2-580 16,3-3-376-16,0-4-688 0,0-2-2709 0,0-5-4639 0</inkml:trace>
  <inkml:trace contextRef="#ctx0" brushRef="#br0" timeOffset="167912.006">17893 14335 6128 0,'0'0'5697'16,"0"0"-4317"-16,0 0-452 0,0 0 184 15,0 0 124-15,0 0-152 0,0 0-144 16,-80 60-216-16,68-31-172 0,5 6-124 16,3 3-36-16,4 9-16 0,0 0-36 15,0 5-108-15,11 2 0 0,6 7-147 16,-2-5-13-16,5 4-60 0,4-5-8 16,4-12-4-16,-4-10 0 0,4-11-108 0,0-12 108 15,0-10-109-15,0 0 109 0,0-13 0 16,0-9 84-16,0-8-84 0,-1-4-12 15,-3-7-100-15,0-7-188 0,-4 1-56 16,-1-4-44-16,2 4 108 0,-6-5 156 16,-2 2 12-16,-6 1 20 0,1 3 100 0,-4 1-64 15,-4 7 68-15,-8 5 0 0,1 8 144 16,-1 12 52-16,-1 7-12 0,-2 6-88 16,3 0 88-16,-5 6-124 0,2 7 112 15,-6 10 24-15,6 2-40 0,-1 10-20 16,0 3-40-16,-4 7 24 0,4 6-56 15,4 6 69-15,-8 7-25 0,4 9 40 16,0 2-88-16,0 5-56 0,0 2 0 16,5 1-4-16,-6-1-12 0,1 4-48 15,5-7 52-15,-1-2-40 0,-1-7 36 16,5-7-48-16,4-9 12 0,0-10 44 16,0-9-129-16,4-10-27 0,5-11-56 0,-1-9-100 15,3-1-76-15,2-4-48 0,-2-9-48 16,1-5 36-16,4-5-104 0,5-6-280 0,-6-6-496 15,5-4-860-15,-4 6-2293 16,4-11-3819-16</inkml:trace>
  <inkml:trace contextRef="#ctx0" brushRef="#br0" timeOffset="168181.305">19423 14729 8928 0,'0'0'8977'0,"0"0"-7953"0,0 0-1024 16,-8 73 0-16,4-35 0 0,0 6 788 16,-4 4 16-16,8-1-268 0,0 4-280 0,0-7-72 15,4 1-88-15,8-3-96 0,-4-5-72 16,4-5-60-16,-1-7-212 0,2-12-348 15,-5-7-128-15,-4-6-80 0,-1-6-284 16,1-13-772-16,-4 3-2428 0,0-26-4089 0</inkml:trace>
  <inkml:trace contextRef="#ctx0" brushRef="#br0" timeOffset="168332.037">19252 14424 16353 0,'0'0'1912'0,"0"0"-1384"0,0 0 28 0,0 0-32 16,0 0 76-16,0 0-368 0,0 0-232 16,0 0-364-16,0 0-520 0,103-22-508 15,-79 11-2380-15,16 3-7253 0</inkml:trace>
  <inkml:trace contextRef="#ctx0" brushRef="#br0" timeOffset="168629.033">20101 14618 13301 0,'0'0'4016'16,"0"0"-2916"-16,0 0 68 0,-60 79-164 15,40-54-252-15,8 0-95 0,-4-6-353 16,8-2-304-16,8-2-4 0,0-2-68 16,0-3-48-16,8-1-16 0,8 4 76 15,-1-4 12-15,10-2 40 0,-1-1-53 0,0 1 13 16,3 0 44-16,-3-5 4 0,4 4-4 15,-4 4 4-15,-4 0 0 0,0 2 0 16,-4 1-4-16,-4 6 4 0,-1 0 12 16,-2 2 60-16,-5-1-23 0,-4 2 23 0,0-3 0 15,-13 1-8-15,-2-2-56 16,-9 1-8-16,-1 1-228 0,-6-5-173 0,-5-1-111 16,-4-2-304-16,1-3-496 0,2-5-1156 15,-14-4-3449-15</inkml:trace>
  <inkml:trace contextRef="#ctx0" brushRef="#br0" timeOffset="169280.171">21527 14630 11777 0,'0'0'1916'0,"0"0"-1128"15,0 0-232-15,0 0 160 0,0 0 328 0,-72 77-36 16,52-49-416-16,0 1-372 0,1 3 28 16,6-4-52-16,-2 0-24 0,2-1-24 15,5-6-12-15,4-5-16 0,1-3-44 16,3-4-68-16,0 0-8 0,3-2-124 16,9 0-72-16,1-5 148 0,6 5 48 0,5 0 160 15,4-5-112-15,0 5-48 0,4-2-8 16,0 2 8-16,-1-3 0 0,-3 2 72 15,0 0-68-15,0 4 72 0,-3-4 56 16,-6 7-120-16,-3-4 172 0,0 7 12 16,0-3 12-16,-8 3 144 0,-1-4-32 15,-7 1-128-15,0 0-56 0,0 3-16 16,-3-4 0-16,-9 4-108 0,-1 1-12 16,-2-5-60-16,-5 1-48 0,8-4-136 15,-4-2-36-15,0-4-120 0,4-3-152 0,0-3-196 16,5-7-172-16,-1-9-332 0,3 0-544 15,1 0-1112-15,4-16-2669 0</inkml:trace>
  <inkml:trace contextRef="#ctx0" brushRef="#br0" timeOffset="169646.403">22060 14674 1828 0,'0'0'9757'0,"0"0"-8029"0,0 0-472 16,0 0 436-16,4 86 96 0,-4-50-52 15,0 1-344-15,-8 4-555 0,5-2-205 16,3 2 20-16,0-9-156 0,0-4-448 16,0-9-48-16,11-3-144 0,-2-6 12 15,2-7-52-15,6 0-152 0,-2-3-184 16,2-10 48-16,2-2 155 0,1-10 13 16,4-1-52-16,-4-5-68 0,0-4 32 0,-4 3 76 15,0-1-16-15,-5 0 64 0,-2-1 44 16,-5-1 64-16,-4 0 160 0,0 7 116 15,0 5 68-15,0 8 196 0,0 5 88 16,0 4-20-16,4 3 4 0,-4 0-112 0,4 10-36 16,-1 7 125-16,5 1-53 0,-3 8-64 15,3-1 4-15,-1 3-28 0,1 1 4 16,1-4-100-16,-1 0-192 0,-1-2 0 16,-3-4-96-16,5 0-48 0,-5-4-292 15,3-2-340-15,-3-3-241 0,0-3-215 16,-4-7-968-16,4 2-2080 0,-4-4-2249 0</inkml:trace>
  <inkml:trace contextRef="#ctx0" brushRef="#br0" timeOffset="169928.526">22582 14643 12149 0,'0'0'1864'0,"0"0"-1104"0,0 0 208 0,0 0-48 15,0 0 36-15,84 12 512 0,-76 7-424 16,5 7-436-16,-6 6-180 0,1 2-124 0,0 5-48 15,0 2 253-15,-4 0 531 16,0-3-676-16,-4-2-280 0,0-1-84 0,-4-4-44 16,0-6 32-16,1-5 4 0,3-11 4 15,0-3 4-15,0-6 84 0,0 0-44 16,0-8-40-16,0-9-48 0,3-5 44 16,1-7-56-16,4-10 0 0,0-1-12 15,4-2-12-15,0-2-88 0,8 3-68 16,-5 0-136-16,6-1-156 0,3 4-77 0,-1 6-135 15,1 1-72-15,4 5-1080 16,-11 8-2068-16,11-1-2221 0</inkml:trace>
  <inkml:trace contextRef="#ctx0" brushRef="#br0" timeOffset="170162.282">23248 14684 11489 0,'0'0'1652'0,"0"0"-1116"16,0 0 392-16,16 76 492 0,-8-47 352 15,-4 0-268-15,4 5-756 0,-1-2-320 16,2 3-12-16,3 7-16 0,-5-1 16 16,1 3 9-16,-3 7-257 0,-1 6-48 15,0 3 4-15,-4 0 80 0,-4 7-156 16,-5-6-44-16,-2-1 8 0,-1-6 0 16,-1-9-8-16,6-10-4 0,-1-13-60 15,4-7-84-15,0-11-196 0,-4-4-96 0,0-10-257 16,-8-12-307-16,-4-10-56 0,0-6-500 15,-8-10-660-15,9 10-2837 0,-18-32-4371 0</inkml:trace>
  <inkml:trace contextRef="#ctx0" brushRef="#br0" timeOffset="170314.299">23125 14493 13637 0,'0'0'3760'0,"0"0"-3276"0,0 0 516 16,0 0 384-16,91-38-116 0,-75 29-395 15,4-1-425-15,0 4-324 0,-1-3-124 16,6-1-128-16,-5 1-656 0,-1 5-421 16,-2 1-719-16,3 3-4004 0</inkml:trace>
  <inkml:trace contextRef="#ctx0" brushRef="#br0" timeOffset="170495.143">24176 15062 16861 0,'0'0'6025'0,"0"0"-5857"15,0 0-168-15,0 0-424 0,0 0 236 0,0 0 180 16,0 0-56-16,0 0-773 16,-84 0-1139-16,77-13-2728 0,-9-6-5377 0</inkml:trace>
  <inkml:trace contextRef="#ctx0" brushRef="#br0" timeOffset="177045.047">26444 3064 3828 0,'0'0'3996'0,"0"0"-1496"16,0 0-955-16,0 0-417 0,4 88 80 15,-4-56 80-15,3 3-144 0,-3 3-284 16,4 7-276-16,0 2-192 0,0 4-72 16,0 3-96-16,5 4-52 0,-6 1-76 15,1 8-32-15,0 0-64 0,0 5 0 16,4 8-8-16,0 3 8 0,0 6 0 15,0 3-4-15,4 3-8 0,-4 6-4 0,0 1-104 16,0 7 32-16,0 1 80 0,4 5 8 16,-1 5 12-16,-2 1-12 0,3 6 0 15,-1-3 0-15,-2 6-8 0,2 0-4 16,1 4 0-16,1-1-60 0,-6 6-28 16,6 1-84-16,2 6 60 0,-3 0 12 0,4 3 52 15,-4 1-112-15,4 2 12 0,-4 1 108 16,4 6-44-16,-4 2 96 0,0 1 0 15,0 3 0-15,0 1-144 0,-4 2 132 16,-4 0-124-16,0 4-12 0,0-2 60 16,0 2 28-16,-4 0-164 0,4-4 48 15,-4 3 76-15,3-2 0 0,-3-2 52 16,0 5 36-16,4-2-64 0,-4-3-12 16,0 1 80-16,0 1 4 0,0 2-108 15,-4 1-156-15,4 0 68 0,-3-1-112 0,-1-3-16 16,0 0 88-16,0 3-12 0,0-2 164 15,0 3 12-15,4-8 72 0,-5 1 4 16,5 1 72-16,-3-8 28 0,-1 4 0 16,4 0 40-16,-4-4 108 0,-4 2-244 0,4-2 80 15,0 1-84-15,-8 0-92 16,4-1 84-16,0 1 4 0,0 3 4 0,-4 0-64 16,4-3 64-16,-4 3 0 0,4 0 0 15,-3-4 100-15,2-2-12 0,1-4 28 16,0-2-16-16,1-7 20 0,-2-4-116 15,1-6 344-15,4 2-248 0,-3-9 92 16,3-2 44-16,-1-7-136 0,1 1-48 16,0-3 8-16,4-8-60 0,0 0 152 15,-4 2 60-15,4-11-164 0,0 1 28 16,0-7-64-16,0-7 52 0,0-5-56 16,0-7-4-16,0-6-4 0,0-7 0 0,0-9-4 15,4-10-96-15,-4-9 88 0,4-13-84 16,0-10-244-16,1-9-500 0,-1 0-88 15,3-15-240-15,-3-8-452 0,0 1-1097 0,-4-26-2211 16</inkml:trace>
  <inkml:trace contextRef="#ctx0" brushRef="#br1" timeOffset="181495.277">30718 11658 7564 0,'0'0'4301'0,"0"0"-3481"0,0 0-628 15,0 0 192-15,-55-69 228 0,35 52 500 16,-4 5-68-16,-4-1-16 0,0 3-380 0,-4 4-68 16,0 0 36-16,-4 6 48 15,-3 0-164-15,-1 0-144 0,0 6-88 0,-4 4-48 16,-4-1-24-16,-3 8-64 0,-5 5-12 15,-8 0-68-15,1 10-52 16,-10 3 4-16,-2 2 44 0,-5 8-36 0,-3 9-12 16,-1 3-72-16,-4 4 20 0,4 4 40 15,-4 6 12-15,9 2-4 0,-1 2 0 16,9 6-32-16,3-2 36 0,8 3 0 16,5 1-48-16,2 3 40 0,10-1-124 15,-1 5 80-15,4-2-44 0,4-2-124 16,8 0-48-16,4-4 124 0,13-5 136 0,7-8-80 15,4-6 28-15,11-5-16 0,13-7 4 16,4-4 0-16,12-9 60 0,8 1-68 16,3-9 72-16,18 0 16 0,-2-5 44 15,13-2 68-15,4-5-120 0,3-2-48 16,5-3-64-16,4-1 100 0,-1-5 8 16,9-3-116-16,3-4 116 0,9 0 4 0,0-4-124 15,-1-9-24-15,1 1 52 0,-5-11 8 16,4-2 40-16,5-7 36 0,0-7 4 15,-1-1-68-15,5-2-32 0,-5-2-40 16,1 0 72-16,0 0 76 0,-6 0 60 16,2-2 64-16,0-1 60 0,-4-2-100 15,-5-1-36-15,-4-4 16 0,-2-3-52 16,-6-7-12-16,-7 1-8 0,-9-7 8 16,-3-2-4-16,-12-5 0 0,-4-2-84 15,-9-1-72-15,-7 1 100 0,-8 3 60 0,-8 3 60 16,-9 9 64-16,-2 1-64 0,-10 2 52 15,-7 5 24-15,0 1 36 0,-7 1 36 0,-10 7-204 16,-6-4 104-16,-5 3-108 16,-4 3 0-16,-3-1-36 0,-6-2-184 15,-2 3 96-15,-6 1-144 0,-2 2 192 0,-5 4 4 16,-3 4-224-16,-5 1 200 0,0 5 32 16,0 3 64-16,-4 6 112 0,0 0 132 15,-3 6 4-15,0 0-88 0,-6 4-76 16,-2-1 52-16,-5 4-52 0,0 3-84 15,-7 0-88-15,-5 3 76 0,-3 3 8 16,-1 6-192-16,5 4 120 0,-9 3 28 16,4 3 40-16,5 3-104 0,-1 4 52 15,8 3-64-15,8-4-72 0,9-3 100 0,11-3-28 16,12 0-160-16,5-4-296 0,7-2-240 16,8 1-260-16,4-6-392 0,8-2-808 15,0 1-2869-15</inkml:trace>
  <inkml:trace contextRef="#ctx0" brushRef="#br1" timeOffset="183711.601">29388 3664 1188 0,'0'0'7412'0,"0"0"-5228"15,0 0-819-15,0 0-277 0,7-73-36 16,-18 59 188-16,-5 0-220 0,-8-3-264 15,-4 5-220-15,-4-1-228 0,-7 4-48 16,-9 2 24-16,-1 7-124 0,-6 0 36 16,-5 4 0-16,1 8-36 0,-5 7-72 15,-5 6-16-15,-2 6-24 0,-8 5-40 16,-9 11 80-16,0 4-88 0,-7 10 4 16,-1 2 4-16,1 11 4 0,-2-1 96 15,7 3-44-15,6 3 104 0,4 3-156 0,4 4 76 16,4 0-84-16,8 2 0 0,4 2-4 15,9 1 12-15,3-2 60 0,5 7-68 16,7-1 84-16,8 0-76 0,4 4 132 16,7-4-68-16,6 4-72 0,3-4-4 15,8-1-8-15,0-4-4 0,0-1-4 16,12-4 8-16,-5-1 8 0,10-5 0 16,-2 3 0-16,5-5 52 0,5-2-40 0,3 1 36 15,0 1 12-15,3-5-56 0,5 2 0 16,0-4 80-16,3-1 28 0,2-1 156 15,2-2 280-15,9-6-207 0,-4-3-269 16,8 4 116-16,-4-8-188 0,4 6-4 16,4-7 4-16,-5 0-4 0,4-2-4 15,1-2-52-15,8-6 60 0,4-4 0 0,7-4 0 16,5-9-8-16,8-1 8 0,3-12 12 16,9-10 96-16,4-2 28 0,4-2 56 15,2-15-84-15,2-2-108 0,8-6-48 16,-5-3 48-16,9-8 0 0,-5-1 4 15,1-8-4-15,3-6-48 0,0-3-60 16,6-6 24-16,-2 0 24 0,4-3-28 16,5-8-152-16,-5 5 56 0,5-7 39 0,-5 1-3 15,1-6 76-15,-5 2 16 0,-3-3 56 16,-1 0 0-16,-4-7 0 0,-3-3-144 16,0 1-4-16,-5-2 28 0,-4-1 112 15,-6 4 0-15,-10 2-116 0,-7 2 124 16,-17 7 68-16,-7 0-68 0,-12 6-8 0,-12-3 8 15,-8 6 0-15,-4-6 24 16,-4 0-24-16,-5-3-4 0,-6-3-80 0,2-3-60 16,-6 2 68-16,-6-3 64 0,-3 3-60 15,0 4 12-15,0 1-4 0,-3 4 64 16,-6 1 28-16,-3 11-20 0,0-2 76 16,-4 7 48-16,-4 2 64 0,-3 2 12 15,-5-4-204-15,-9 4 32 0,-2-4-36 16,-9-1-4-16,-4-1-8 0,-7 4-184 15,-5-2 76-15,-8 4 72 0,-4-1-64 0,-3 3 28 16,-9 1 76-16,1 2 8 0,-9 4 0 16,4 2 12-16,-3 6 0 0,-1 4-12 15,0 0-36-15,0 6 28 0,5 5-128 16,-5 2 132-16,1 3-8 0,3 4-48 16,-4-1-36-16,5 4 88 0,-5-1-44 0,1 7 4 15,-1 0-88-15,1 4-72 0,-6 5 88 16,2 7 116-16,-8 0-96 0,3 6 40 15,-4 3-24-15,5 3 76 0,3 1 0 16,4 3 8-16,1 0-4 0,7-7 4 16,9 1 0-16,3-4 8 0,12-2 52 15,4-6-56-15,4 0-4 0,13-9-4 16,-1 5 0-16,4-6 0 0,4 3-56 16,0-5-64-16,9 1 120 0,-1 0 0 15,3 1-68-15,2-4 68 0,-1 2 0 16,4-2-8-16,0 5 0 0,-4-3-84 0,0 2 44 15,-4 2-44-15,4 0-64 0,0 4-100 16,-3 3-120-16,7-1-68 0,-4 4-196 16,3 3-256-16,6 3-436 0,-1 3-672 0,4-5-2261 15,-8 11-3723-15</inkml:trace>
  <inkml:trace contextRef="#ctx0" brushRef="#br1" timeOffset="186444.825">30321 7522 6292 0,'0'0'4432'0,"0"0"-2927"0,0 0-1249 15,-13 88-88-15,13-60-168 0,0 5 840 16,0 2 204-16,0 0-416 0,0 2-436 16,8 4-104-16,-3 4 12 0,2-1-92 15,-3 4 56-15,4 6 84 0,-4 0 68 16,0 7-92-16,-4 2-116 0,0 0 44 15,0 8 64-15,0 1-52 0,0 5 60 16,-4-1-76-16,0 1-44 0,-4 2 0 0,4 0 48 16,0 3 24-16,1-2 8 0,3-4 4 15,-5 0 88-15,5 0 24 16,-4-3-16-16,4 0 64 0,0-3-72 0,0-3-116 16,0-4 24-16,4 1-80 0,1 3-8 0,-2-4-4 15,1 0 8-15,-4 5-76 0,4 1 28 16,4 1-64-16,-8 3-12 0,8 0 124 15,-4 3 60-15,4 3 64 0,0-3-36 16,-4-3-88-16,3 1 0 0,-2-11 0 16,3-3 60-16,-4-6 16 0,-4-6-64 15,0-10 160-15,0-6-12 0,0-9-12 16,0-8-52-16,0-3-96 0,0-5-12 16,4 0-36-16,-4-4-16 0,0 0 4 15,0 2-28-15,4 2 28 0,-4 0 8 16,0-1-132-16,0 4 48 0,3-1 48 0,-3 1 76 15,0 2 0-15,0 4 12 0,0 0 4 16,0 4-4-16,4-5-44 0,1 5 44 16,-5-5 4-16,4-3 44 0,-4 5 4 15,4-4 4-15,-4-1-56 0,4 4-8 0,-4 0-52 16,4 0 52-16,-1 3-44 16,6-3 40-16,-5 3-148 0,4-7-164 0,-4 1 192 15,-1-3 132-15,-3-8 112 0,0-2-64 16,0 0-48-16,0-2-284 0,-7-8 32 15,-5-3-196-15,0-2-20 0,-4-8-288 16,-4-5-316-16,-4-1-948 0,8 7-2761 16,-16-13-2415-16</inkml:trace>
  <inkml:trace contextRef="#ctx0" brushRef="#br1" timeOffset="186712.968">30065 10757 10152 0,'0'0'2433'0,"0"0"-1641"16,0 0-652-16,72 92 76 0,-40-58 608 15,0 5 572-15,-4-2-340 0,-1 5-620 16,1-4-76-16,-4 1-116 0,-4-2-180 16,0-5 60-16,-4-3-52 0,-1-8 140 15,6-4 84-15,-5-11 208 0,3-3 44 16,6-6-388-16,3-10-100 0,-4-12 40 15,4-10-100-15,0-6-60 0,3-14-100 16,-4-1-36-16,5-5-84 0,1-2-140 16,-1-7-160-16,0-3-196 0,0-6-320 15,-1-4-716-15,-11 20-2933 0,4-36-3631 0</inkml:trace>
  <inkml:trace contextRef="#ctx0" brushRef="#br1" timeOffset="187011.468">31105 9229 15205 0,'0'0'1796'16,"0"0"-1572"-16,0 0-124 0,0 0 692 16,75 70 452-16,-54-44-108 0,3 9-648 15,0-1-364-15,-9 8 20 0,5-2-60 16,-4 6 16-16,-4 1-88 0,-4 4 60 15,-4 0-72-15,0 0 8 0,-4-4 64 16,0-3 40-16,0-6 201 0,-4-6 331 0,0-9-88 16,0-11-228-16,4-5-112 0,0-7-48 15,0-10-100-15,0-15-68 0,0-10-280 16,4-16 100-16,8-6-28 0,0-9-80 16,8-5-208-16,8 8-52 0,0-1-193 15,3 10 49-15,10 4-140 0,-9 9-312 16,-5 9-1216-16,6 0-3693 0</inkml:trace>
  <inkml:trace contextRef="#ctx0" brushRef="#br1" timeOffset="188055.949">30376 12309 508 0,'0'0'9444'0,"0"0"-7603"15,0 0-725-15,0 0 284 0,84-12 48 16,-64 12 56-16,-1-4-292 0,-3 1-264 0,5 0-288 16,-10 0-144-16,5 3-116 0,-4 0-96 15,0 0-24-15,-4 0-36 0,-4 0-39 16,0 0-81-16,-4 0 8 0,0 6 88 16,0 7 80-16,0-1 16 0,-8 5-136 15,0-2-84-15,-4 4-32 0,0 1-52 16,-4-4 36-16,0-2 0 0,0 0 0 15,-4-1-44-15,1-4 44 0,3-3-40 16,-5-2 52-16,6-1-60 0,2-3 0 16,-2-3-60-16,3-7-48 0,0 1-76 15,4-4 40-15,0-1-24 0,4 0 0 0,4-2-124 16,0-1 72-16,0 1 64 16,12 2 24-16,0-3 88 0,4 4 44 0,3 1 4 15,-2 2 4-15,3 7 4 0,-5 3 0 16,2 0 84-16,-2 3-92 0,-2 10 4 0,-2-1 88 15,-7 4 24-15,4 3-32 0,-8 3-4 16,0 0-12-16,0 1-24 0,-8-1-36 16,4-2 48-16,-3-5 12 0,-2-2-8 15,1-4-64-15,1-2-24 0,-1-7-88 16,4 0 16-16,-5 0-24 0,2-3 60 16,-1-7 12-16,0 1-40 0,-1-7-80 15,6 0-40-15,-1-3 39 0,4 0 49 16,0 0-28-16,0-1 4 0,4 1 20 15,3 8 4-15,2-3-16 0,3 8-44 16,-1 2 92-16,2 4 88 0,2 0 160 0,-2 7-88 16,2 3-72-16,-2-1 12 0,-6 3 124 15,-3 4 20-15,0 4 16 0,-4 2-28 16,0 0 4-16,-8-3-15 0,1 0-37 16,-2 0 4-16,-3-6 44 0,5-7-12 15,-6 0-96-15,5-2-36 0,1-4-48 0,-6 0-24 16,5-4-24-16,1-2-148 0,-5-3-97 15,3-1-143-15,6-2-116 0,-1-4-96 16,0-3-272-16,4-1-912 0,0 5-1336 16,0-4-3461-16</inkml:trace>
  <inkml:trace contextRef="#ctx0" brushRef="#br1" timeOffset="189769.363">29272 4140 808 0,'0'0'860'16,"0"0"7276"-16,0 0-6547 0,0 0-565 16,0 0 496-16,0 0 220 0,0 0-112 0,0 0-500 15,0 0-132-15,0 0-64 16,0 0-56-16,5 0-231 0,-10 6-245 0,-3 10-132 15,0 4-28-15,4 1-32 0,1 5-4 16,-1 5-12-16,4 1-8 0,0 4-100 16,0-3 0-16,7 7-32 0,-3 1-52 0,4 1-4 15,0 2 0-15,4 0 0 0,0 3-40 16,-3 4 44-16,6 3 8 0,1 3-4 16,0 0-4-16,0 1-4 0,4 2-4 15,0 0-4-15,0-3 0 0,3 1 4 16,1-1-4-16,4 0-60 0,-4-4 60 15,4 2-96-15,0 2 96 0,-1-3 0 16,-2-3-36-16,3 2-4 0,-4-1 44 16,0-2-52-16,-1 2 48 0,-3-6 0 15,4 2 4-15,0-7-4 0,-4-2 0 0,0-4 0 16,0-7 4-16,-4-6-52 16,0-6 48-16,0-3-60 0,-4-3 64 0,0-4-76 15,-1-3-24-15,-2 0 32 0,-1-3-20 16,-4 0 24-16,3-6 72 0,-3-4 76 15,5-2-4-15,-9-7-24 0,4-7-40 0,-4-2 0 16,0-7-8-16,0-4-60 16,0-2 12-16,0-3 0 0,-4-4 40 0,0-3-52 15,-5-2 48-15,2-8-36 16,-5 5-72-16,-1-2 44 0,2 1 72 0,-2 3 0 16,2 6 4-16,-5 4-4 0,4-1-8 15,0 4 0-15,-4-4-144 0,0 1-4 16,0-3 52-16,0-1-1 0,0-3-51 15,1 0-56-15,-2-3-4 0,-3-1 72 16,1 3 4-16,-2-6 32 0,-3 4 4 16,1-3 12-16,-1 3-28 0,4 3 64 15,0 7 12-15,0 2 0 0,9 7 44 0,2 7 4 16,1 6 0-16,0 3-48 16,5 0 0-16,-1 3 0 0,-1 0 0 0,-3-3-76 15,4 3-84-15,-3-1 48 0,3-1 28 16,-5-1 8-16,1 0 48 0,1 3-44 0,3-3 120 15,-9 3-40-15,6 0 40 0,-1 0 48 16,0 4-48-16,-1-1 108 0,2 3 16 16,-1 1-76-16,-1 3 88 0,2-1-60 15,-1 1-76-15,0 3-48 0,4 0-84 16,-4-3 68-16,4 2-180 0,0 1-4 16,0-1 16-16,0 1-140 0,4 1-144 15,-4 2 104-15,4 0-20 0,0 0-360 16,0 0-552-16,0 0-868 0,0 2-1809 15,0 5-851-15</inkml:trace>
  <inkml:trace contextRef="#ctx0" brushRef="#br1" timeOffset="194625.597">30671 12789 5336 0,'0'0'796'0,"0"0"3860"0,0 0-3639 15,0 0-477-15,0 0 344 0,0 0 424 16,0 0-100-16,0 0-116 0,0 0-384 16,0 0-320-16,92-10-68 0,-68 3 24 15,-5 4-72-15,5-2-28 0,0-2-96 16,0 1-148-16,-4-1-4 0,0 2-80 0,0-2-236 16,-4-3-456-16,0-3-504 15,-4 1-568-15,-5 2-1336 0,2-3-3945 0</inkml:trace>
  <inkml:trace contextRef="#ctx0" brushRef="#br1" timeOffset="194877.967">30846 12814 4224 0,'0'0'6260'16,"0"0"-4715"-16,0 0-829 0,0 0 256 15,-12 67 292-15,8-48 36 0,4 0-440 16,0 1-512-16,0 1-124 0,0-2 60 15,0 4-12-15,0-2-36 0,0-1-28 16,4-1-160-16,0-3 16 0,4-4 20 16,-4 1-36-16,4-7-48 0,4 4-72 0,0-7 12 15,0 0 60-15,8-3 0 0,-1-9 48 16,5-4-48-16,4-9-76 0,0-10-168 16,0-1-276-16,4-7-448 0,0-4-248 15,-4-1-436-15,-4 7-1532 0,8-16-4301 0</inkml:trace>
  <inkml:trace contextRef="#ctx0" brushRef="#br1" timeOffset="196527.889">29694 3705 704 0,'0'0'7852'16,"0"0"-5227"-16,0 0-1085 0,0 0-444 16,0 0 144-16,0 0-4 0,0 0-4 15,0 0-292-15,0 0-336 0,0 0-136 16,28-19-16-16,-16 31-120 0,4 2-40 0,1 1-72 15,-2 4-40-15,-3 6-56 0,0 5 8 16,-4 1-60-16,-4 10-60 0,-4-2-4 16,0 5-8-16,0-4 0 0,-4 2-60 0,-4-7-156 15,4-3 20-15,1-3 24 0,-2-10 52 16,1-4 44-16,0-1 16 0,0-8-36 16,0 0-52-16,4-4-48 0,-4 3-48 15,1-5 48-15,3 0 96 0,-4 0 88 16,-1 0-48-16,5-7-64 0,0-5 28 15,0-2-16-15,0-5 108 0,0-6-92 16,0-1 32-16,0 1 64 0,5 3 4 16,2 0 0-16,1 0 40 0,0 3 32 15,4 2-28-15,4 2-40 0,0 1-8 0,0 2-108 16,0-1 100-16,0 1-92 16,0-1-84-16,-1 5-100 0,2-3-172 0,-2 5-176 15,2-1-440-15,-6 4-912 0,2 0-904 16,-6 3-1933-16,-3 0-1127 0</inkml:trace>
  <inkml:trace contextRef="#ctx0" brushRef="#br1" timeOffset="196873.486">30021 4121 1016 0,'0'0'1956'0,"0"0"3044"16,0 0-2244-16,0 0-903 0,0 0-605 0,0 0 20 15,0 0 16-15,0 0-288 0,0 0-300 16,0 0-240-16,4 0-148 0,0 7-52 16,-4-1-32-16,0 6-16 0,4 4-88 15,-4 4-116-15,0 1-4 0,0 2-156 16,0-1-264-16,0 3-356 0,0-3-252 16,0 0-20-16,0-3-112 0,0 1-844 15,0-10-2797-15,0 2-2387 0</inkml:trace>
  <inkml:trace contextRef="#ctx0" brushRef="#br1" timeOffset="197388.429">30018 4667 5332 0,'0'0'248'0,"0"0"5481"15,0 0-4201-15,0 0-764 0,0 0 148 0,0 0 352 16,0 0-260-16,0 0-444 0,0 0-412 16,0 0-148-16,0 0-64 0,15 73-344 15,-11-60-432-15,0-5-368 0,1 6-504 16,-5-5-1565-16,3 4-3243 0</inkml:trace>
  <inkml:trace contextRef="#ctx0" brushRef="#br1" timeOffset="197594.137">30153 4991 4128 0,'0'0'2280'0,"0"0"-564"15,0 0-240-15,0 0-91 0,0 0-77 16,0 0-144-16,16 66-288 0,-12-53-232 0,0 3-64 15,0-4-40-15,0-1-184 0,-1 1-356 16,-3-5-128-16,4 1-264 0,5-1-160 16,-5 0-80-16,0 2-216 0,0 0-284 15,3 1-861-15,-3-3-1923 0,5 9-1148 0</inkml:trace>
  <inkml:trace contextRef="#ctx0" brushRef="#br1" timeOffset="198090.277">30164 5401 9204 0,'0'0'2441'0,"0"0"-1085"16,0 0 172-16,0 0 108 0,0 0-236 15,0 0-352-15,0 0-308 0,0 0-80 16,0 0 108-16,0 0-120 0,41 6-223 16,-30 0-169-16,2 4-64 0,-5 5-20 15,-1 4-88-15,1 1-24 0,1 1-48 0,-5 5-4 16,-1 3-4-16,1-1-4 0,-4 4-8 15,0 0-76-15,0 3 0 0,0-4-16 16,0-2-20-16,0-3 76 0,0-7 44 16,0-4 8-16,0-2-8 0,0-4-12 15,0-2 12-15,-4-7 4 0,4 3-4 0,0-3-132 16,0 0-64-16,-3-3 51 16,-1-4-27-16,-1 1 4 0,1-6 20 0,-4-4-48 15,5 0 64-15,3 0 128 0,-4-4-4 16,4 6-40-16,0-5-28 0,0 2 68 15,4 4 0-15,-1 1-64 0,5-1-24 16,1 0-4-16,-2-2 52 0,5 2-100 16,1 0-252-16,-6 0-140 0,9 0-136 15,-4 4-352-15,0 3-696 0,4 0-932 16,-4 2-2757-16,8 1-1047 0</inkml:trace>
  <inkml:trace contextRef="#ctx0" brushRef="#br1" timeOffset="206827.242">31786 12243 10868 0,'0'0'3981'0,"0"0"-3265"16,0 0-364-16,0 0 328 16,0 0 784-16,0 0-72 0,0 0-400 0,0 0-372 15,0 0-156-15,-32 0-111 0,32 0-25 16,0 0-84-16,0 0-16 0,0 0 4 16,0 0-52-16,0 0-100 0,0 0-80 0,0 0-84 15,0 0-24-15,0-4 12 0,0 4 20 16,0-2-8-16,0 2-36 0,0 0-24 15,0 0-4-15,0 0-56 0,0 0-273 16,0 0-275-16,-3 0-240 0,-1 0-380 16,0 2-864-16,0 2-2808 0,-9 2-4293 0,41-16 7437 15</inkml:trace>
  <inkml:trace contextRef="#ctx0" brushRef="#br1" timeOffset="208477.485">30404 3775 144 0,'0'0'872'15,"0"0"5560"-15,0 0-4384 0,0 0-844 16,0 0-83-16,0 0 107 0,0 0 120 15,0 0-224-15,0 0-220 0,0 0-180 16,0 0-40-16,-4-52-152 0,4 56-312 16,0 3-220-16,0 1 0 0,4 9 88 15,3 1 60-15,-2 8 36 0,3 6-136 16,0 6 36-16,-1 3 88 0,6 10-60 0,-2 3 12 16,2 6-52-16,-1 1-68 0,3 6 44 15,1-1-48-15,5 1-92 0,2 0 44 16,1-1 24-16,4-3 16 0,0 2 12 0,4-6-8 15,-4-2-44-15,0-2 48 16,4-7 8-16,-1-4-8 0,1-3 4 0,-4-3-4 16,4 0 44-16,-4-6-36 0,0-3-8 15,-5-1 4-15,1-2 0 0,0-1 44 16,-3-10-48-16,-6 2-72 0,1-4 56 16,0-4 16-16,-4-3-84 0,-4 1-28 15,0-7 4-15,-4 0 96 0,0 0 12 16,-4-3 44-16,3-4 80 0,2-3 48 15,-1-5-40-15,0-2-20 0,-4-5-4 16,4-3-96-16,-4-3 136 0,0-7-100 16,0-6-48-16,0-4 12 0,0-3 136 0,-12-2-136 15,0-1 88-15,-4-4-100 0,0 5-8 16,-8-4 0-16,-3 0 8 16,-1 0-12-16,-4 0-108 0,-5-3 116 0,5 3 4 15,1 0-12-15,-5 0-100 0,4 4-60 16,0-5 124-16,0-2-160 0,4 3 64 0,0 1-92 15,0-1 40-15,0-1 12 0,5 8 84 16,-1 5 96-16,4 4-156 0,4 9-84 16,4 10-216-16,0 3 16 0,5 7 8 15,-2 6-176-15,5 0-456 0,0 0-324 16,0 3-740-16,4 0-2353 0,0 6-2479 0</inkml:trace>
  <inkml:trace contextRef="#ctx0" brushRef="#br1" timeOffset="209393.794">31492 3905 1996 0,'0'0'716'15,"0"0"-508"-15,0 0 4276 0,0 0-3224 16,0 0-416-16,-28-73 112 0,24 64 201 16,-5 2 47-16,6 1-4 0,-5-1-288 0,4 0-208 15,0 5-152-15,-5-1-100 0,6 3 12 16,3 0 8-16,-4 0-140 0,4 0-244 16,0 12-84-16,0 4 8 0,0 7 124 15,4 8 0-15,3 8-48 0,2 8 36 16,3 4-120-16,0 9 0 0,4 7 156 0,0 6-112 15,-1 3-48-15,2 6-8 0,-2-2 4 16,5 3-4-16,0-7 4 0,0-4 0 16,0-9 4-16,3-8-4 0,-2-7 4 15,3-14-8-15,0-8-104 0,4-10 100 16,-5-9 24-16,5-7 60 0,0 0 16 16,4-14-28-16,-4-2 40 0,0-9-28 15,0-3-72-15,-4-4-160 0,-1-6-36 16,-3-1-124-16,-3 1 136 0,-6-3-64 15,1 0 36-15,-3-3 112 0,-9-4-84 0,0-3 24 16,0-3-52-16,-13-4 100 0,2-1 48 16,-6-5-72-16,-2 1 24 0,-9-3 112 15,0-1-88-15,-8 0-192 16,0 1 80-16,-4-1-12 0,-3 0 36 0,-2 6-152 0,-2 4-88 16,2 10 24-16,-2 5 380 15,-1 16-4-15,1 7-288 0,-5 13-904 0,-4 6-1517 16,16 0-1195-16,-35 13-1116 0</inkml:trace>
  <inkml:trace contextRef="#ctx0" brushRef="#br1" timeOffset="210294.364">28300 4721 3296 0,'0'0'248'0,"0"0"1704"0,0 0 428 16,0 0-640-16,0 0-255 0,0 0-485 0,0 0-104 16,0 0-208-16,-80 67-168 0,80-39-100 15,0 4 8-15,9 4-24 0,-2 1-152 16,5 8-64-16,1 5-64 0,-6 4 92 15,9 10-64-15,-4 3 24 0,8 5-172 16,4 5 68-16,4 5-72 0,4 3-100 0,3-2 88 16,6 3 12-16,-2-6 52 0,5-7-52 15,0-3-4-15,-4-13 4 0,-1-7-4 16,-2-12 4-16,-5-8 0 0,0-11 4 16,-5-11 44-16,1-2 4 0,-4-6 72 15,0-2-120-15,0-15 0 0,-1-4 116 16,1-11 104-16,0-6-76 0,-3-6-84 15,-6-8-64-15,1-2-188 0,-8-3-48 0,0 0 88 16,-4-6-128-16,-4-4 164 0,-4-6 104 16,-12-3-140-16,-4-10-172 0,-8 0 108 15,-7-3 212-15,-5-5-52 0,-8 1 4 16,-4 5-52-16,-3 5 84 0,-1 10-132 16,4 6 148-16,-1 13-52 0,2 10-36 15,7 5-152-15,0 7-252 0,5 7-40 16,-2 3 60-16,10 6-192 0,-1 3-76 15,4 4-404-15,8 6-989 0,-8 3-2255 0</inkml:trace>
  <inkml:trace contextRef="#ctx0" brushRef="#br1" timeOffset="-211245.83">32213 6303 2272 0,'0'0'1436'0,"0"0"2328"16,0 0-1832-16,0 0-1016 0,0 0 13 16,0 0 175-16,0 0 72 0,0 0-224 0,0 0-80 15,0 0-220-15,0 0-196 16,0-7-120-16,7 14-24 0,1 1 172 0,9 9 332 16,-1 2-248-16,7 9-40 0,1 7 20 15,0 7 16-15,4 5 8 0,0 1-24 16,0 5-147-16,-5-1-221 0,2 1-20 0,-1-2-64 15,0-3-44-15,-1-4-52 0,5-6 0 16,-8-2 0-16,4-8-4 0,0-3-8 16,-4-3-36-16,0-2 44 0,-5-5-56 15,2-2-88-15,-6 1-152 0,2-9-141 16,-5 2-79-16,-1-4-164 0,-3-3-88 16,0 0-432-16,-4 0-568 0,5-10-952 15,-5-5-1773-15,0 1-1691 0</inkml:trace>
  <inkml:trace contextRef="#ctx0" brushRef="#br1" timeOffset="-211019.687">32858 6356 2900 0,'0'0'1448'0,"0"0"3496"16,0 0-2867-16,0 0-793 0,0 0 28 15,0 0 128-15,0 0-180 0,-91 32-364 0,63-16-192 16,-4 6-148-16,0 4-52 0,-8 2-136 15,0 7-136-15,-4 3-88 0,1 3-44 16,-5 4-52-16,-1 2-36 0,2 3-12 16,-1 5-72-16,-3-1-64 0,6-3-304 15,6 0-124-15,3-1-252 0,8-2-212 16,8-7-400-16,8-12-1448 0,5 9-3425 0</inkml:trace>
  <inkml:trace contextRef="#ctx0" brushRef="#br1" timeOffset="-210009.797">32460 12979 2660 0,'0'0'8325'0,"0"0"-5893"0,0 0-984 0,0 0-368 16,0 0 160-16,0 0 184 0,0 0-292 16,0 0-252-16,0 0-416 0,0 0-284 15,0 0 160-15,15 70 13 0,-2-35-85 16,-2 0 84-16,6 4 96 0,2-2-160 15,-3 4-116-15,5 1-108 0,2-1-60 16,-3 0-4-16,0-3 36 0,-4 0-36 16,4-6-48-16,-1-7-72 0,2-6-208 15,-1-6-96-15,-5-4-60 0,6-2-65 16,-6-7-155-16,1 0-248 0,-4 0-572 0,4-9-928 16,-4-7-1876-16,0 0-2081 0</inkml:trace>
  <inkml:trace contextRef="#ctx0" brushRef="#br1" timeOffset="-209719.479">33077 13016 6048 0,'0'0'5021'0,"0"0"-2957"15,0 0-984-15,0 0-244 0,0 0 376 0,0 0 268 16,-80 52-272-16,53-30-384 16,-6 7-384-16,1-1-244 0,1 4-136 0,-1 0 24 15,0 3-84-15,0 0-120 0,0 3 24 16,4 1-140-16,5-2-176 0,-1-2-116 15,8 0-124-15,4-7 32 0,0-2 52 16,4-6 144-16,4-6 76 0,4-1-96 16,0 4-260-16,0 2 0 0,0 6 348 15,4 3 356-15,0 11 76 0,4 6 52 0,0 2 60 16,0 7 52-16,-1 3 252 0,6-1 12 16,-5 9-76-16,-1-2-304 0,2 0-124 15,-1-2-104-15,-4-1-188 0,0-3-536 16,-1 0-424-16,1-6-1408 0,-4 3-1901 15,0-16-963-15,0 17 4664 0</inkml:trace>
  <inkml:trace contextRef="#ctx0" brushRef="#br1" timeOffset="-205104.991">27352 14837 10244 0,'0'0'4465'0,"0"0"-3609"0,0 0-616 0,0 0 288 15,0 0 496-15,0 0 88 0,-76 79-200 16,68-37-240-16,4 8-72 0,0 10 8 15,4 7-292-15,0 6 85 0,4 0-61 16,0 7-108-16,1-4-76 0,-2-1-96 16,1 2-56-16,0-7 8 0,0-3-4 0,8-7-8 15,-4-13-60-15,0-6-84 0,4-11-76 16,-4-11-92-16,4-13-141 0,-1-6-107 16,2-3-48-16,2-17-136 0,2-7-452 15,-2-12-748-15,2-10-900 0,-2-11-2257 16,1 1-579-16,-8 11 2757 0</inkml:trace>
  <inkml:trace contextRef="#ctx0" brushRef="#br1" timeOffset="-204923.029">27543 15179 5428 0,'0'0'6769'0,"0"0"-5557"16,0 0-564-16,0 0 316 0,63 80 596 16,-38-39-168-16,-1 7-368 0,-4 2-252 15,3 4-196-15,1 1-176 0,-4 1-96 16,5-4-144-16,-2-2-160 0,1-9-80 15,0-6-32-15,0-10-180 0,-5-12-316 0,2-9 44 16,3-8-52-16,-5-14-284 0,1-8-492 16,-3-9-936-16,-2-3-1829 0,-7-3-795 15,-4 9-255-15</inkml:trace>
  <inkml:trace contextRef="#ctx0" brushRef="#br1" timeOffset="-204749.552">27937 15279 3908 0,'0'0'1720'0,"0"0"5121"0,0 0-5629 16,0 0-652-16,-79 47 60 0,55-22 600 15,0 10 192-15,0 6-460 0,-4 11-460 16,-4 2-208-16,4 2-100 0,-4 7-36 16,0 1-64-16,1-1-32 0,3 1-52 15,0-9-56-15,8-9-128 0,0-7-280 16,8-7-152-16,5-14-204 0,-2-8-172 16,9-4-468-16,0-6-1004 0,0-9-2689 0,0-4-1595 15,13-18 6288-15</inkml:trace>
  <inkml:trace contextRef="#ctx0" brushRef="#br1" timeOffset="-204502.24">28057 14991 4196 0,'0'0'9193'15,"0"0"-7345"-15,0 77-1320 0,0-33-44 16,0 7 476-16,0 7 460 0,4 2-276 15,4 0-484-15,0 7-464 0,0-3-52 16,0 1-132-16,-1 9-12 0,2-1 0 16,-1 4-156-16,0-5-100 0,-1-1-160 0,2-8-64 15,-1-15-280-15,-4-11 32 0,3-8-276 16,-2-12-580-16,3-11-1196 0,-1-6-1933 16,-3 0-1427-16,0-11 4852 0</inkml:trace>
  <inkml:trace contextRef="#ctx0" brushRef="#br1" timeOffset="-204243.336">28480 15618 2964 0,'0'0'12141'0,"0"0"-10457"0,0 0-1112 0,0 0-264 15,95 22 560-15,-71-16 432 0,4-6-552 16,-1 0-556-16,-3 0-192 0,4-6-120 16,-4-4-260-16,1-2-280 0,-6-1-420 15,-3 4-596-15,-8-1-2172 0,-4 3-4393 0</inkml:trace>
  <inkml:trace contextRef="#ctx0" brushRef="#br1" timeOffset="-204053.547">28536 15961 4620 0,'0'0'11317'0,"0"0"-9565"15,0 0-1508-15,0 0-240 0,0 0 560 16,0 0 356-16,0 0-88 0,95 37-552 15,-67-39-280-15,-5-11-176 0,5 0-352 16,0-3-452-16,0 0-528 0,-4 4-700 0,-4-2-2429 16,8 6-3671-16</inkml:trace>
  <inkml:trace contextRef="#ctx0" brushRef="#br1" timeOffset="-201102.274">29503 15002 236 0,'0'0'8676'0,"0"0"-6079"0,0 0-961 0,0 0-352 16,0 0-20-16,0 0 16 15,0 0-312-15,0 0-340 0,0 0-148 0,0 0 96 16,21 44-84-16,-18-18 44 0,1 2-12 16,0 7-304-16,0 7-40 0,0 2-168 15,0 7 48-15,1 3-36 0,-2 3 28 16,1 3-52-16,-4 1-88 0,4-2 84 16,0 2-92-16,0 2 24 0,0-2-28 15,0-4 96-15,0-3-44 0,0-1 48 16,0-9 72-16,0 2-68 0,4-11-4 15,-4-4 0-15,-1-6-8 0,2-6 8 16,-1-2-8-16,4-8-44 0,-4 1 4 0,0-4 44 16,-1-4 0-16,6 3-4 0,-1-3-40 15,0 2 48-15,-1-1 44 0,6 0 92 16,-2-3-40-16,6 4 24 0,-2-1 4 16,5 0-16-16,1 0 1 0,2 0 3 0,5 0 44 15,0 1-84-15,0-2-24 0,8-2 44 16,-5 0-88-16,5 0 0 0,1 0 60 15,2-6-56-15,-3-3 124 0,4-1 36 16,0-2 76-16,-4-1-124 0,0-4-48 16,-1 5 36-16,1-3-96 0,-4 2 64 15,-4 1-68-15,0-2 0 0,-4 5-4 16,-9-1 0-16,2 4 8 0,-6-4 96 16,-2 4 24-16,-1-3-60 0,-1 2 36 15,-3-3 64-15,0 1-28 0,-4-3 12 16,4 2-60-16,-4-1 12 0,0-1 24 15,0-1-72-15,-4-2 16 0,-4-3-16 16,1-6-52-16,-1-4-8 0,-5 0 0 0,-2-7-12 16,-5-4-36-16,3-1-28 0,-2-8-8 15,-1 0 0-15,0-6-96 0,0 4-48 16,0-5-160-16,8 2-48 0,-4-2-144 0,4 1 12 16,8 4-137-16,-3 2-283 0,7 0-456 15,0 4-1168-15,0 12-2096 0,4-9-2813 0</inkml:trace>
  <inkml:trace contextRef="#ctx0" brushRef="#br1" timeOffset="-197803.729">31173 9026 1292 0,'0'0'376'0,"0"0"108"15,0 0-236-15,0 0 4724 0,0 0-3196 16,0 0-688-16,0 0-315 0,0 0 103 16,0 0 300-16,0 0-56 0,-8 0-348 15,8 3-216-15,0 0 8 0,4 3 224 16,0 5 8-16,-1-3-252 0,1 6-124 16,1 2 60-16,-5 0-72 0,0 2-44 0,0 2-144 15,0 5 76-15,0 1-28 0,0 6-96 16,0 1-16-16,0 9-84 0,0-1-68 15,0 4 60-15,0-1-64 0,4 1-12 16,0-4 12-16,0-3 0 0,0 3 0 16,3-6 12-16,2 0 32 0,-5-3-44 0,4 0 0 15,3-3-8-15,-2-7 8 0,2-2 0 16,1-2-4-16,0-6 4 0,0-2 84 16,1 0-36-16,2-8-36 0,1 2 100 15,0-4 44-15,0 0 4 0,4-4-39 16,0-4 75-16,-5-3-16 0,6-4-72 15,-1-3-12-15,-1-2 16 0,-2-6-56 16,3 1-56-16,-5-4-48 0,2-2-48 16,-2-5 32-16,5 3-92 0,-4-9 0 15,0 0-64-15,-4-2 59 0,4-1 5 16,-8 4 72-16,3-4 72 0,-2 8-48 16,-5-2 60-16,0 4-76 0,0 7 76 0,0 6 124 15,-4 0-48-15,0 6-76 0,0 0 0 16,0 3 80-16,0 0 44 0,0 7-52 15,0-4 61-15,0 7 39 0,-4-1-40 16,-4 2-48-16,4-1-44 0,-5 3-40 0,2 0-120 16,-9 3-36-16,4 3 56 0,-4 4 40 15,-4 6 12-15,-4 3-13 0,0 3 49 16,1 3 0-16,-9 7 4 0,4 0-40 16,-4 3 40-16,0 6-44 0,0 0 44 15,4 10 8-15,-4 0 0 0,8 6 48 16,-4 0-48-16,8 0-32 0,1 7 28 15,-1 3-100-15,4 2 100 0,0 4-68 16,0-3 72-16,8 0-36 0,-4-3 36 0,4-10 4 16,0-2 4-16,4-9 64 0,0-1 84 15,0-7-148-15,0 0 116 0,0-3-39 16,4-4-13-16,-4-6-24 0,4 2-40 16,0-12-8-16,0 1-72 0,0-6-36 15,0-4-13-15,0 1 45 0,0-5-92 16,4 2-76-16,-4-4-48 0,0 0-24 0,0 0-64 15,0 0-12-15,0 0-12 0,0 0-72 16,0-4-216-16,0-2-436 0,0 0-816 16,-4 0-2268-16,4-13-2601 0</inkml:trace>
  <inkml:trace contextRef="#ctx0" brushRef="#br1" timeOffset="-196336.627">31165 15243 1280 0,'0'0'3220'0,"0"0"1648"15,0 0-3680-15,0 0-155 0,0 0 555 16,0 0 124-16,0 0-336 0,0 0-344 0,0 0-300 15,0 0-140-15,0 0-136 0,-40-29-112 16,40 52-60-16,-5 5 20 0,5 11-60 16,0-2 0-16,0 11-24 0,5 0 24 15,3-1-48-15,-4 4-64 0,7 0-32 0,2-7-96 16,-1 0 4-16,4-6 4 0,-1-6 84 16,2-10-48-16,2-2-36 0,1-10 0 15,1-8 0-15,-2-2 48 0,1-7 76 16,4-7-124-16,0-7-12 0,0-4-80 15,-4-6-80-15,0-4-72 0,-1 0-8 16,-2 1-32-16,-6 1-8 0,2 3 64 16,-5 4 8-16,-4 3 24 0,-1 1-24 15,-3 6 12-15,0 0 36 0,-7 7 84 16,-6-1-8-16,2 7 80 0,-1 0 4 0,-1 3 60 16,2 3 16-16,-6 10-72 0,6 3 80 15,-1 6 52-15,4 6-16 0,-4 4 76 16,0 10 64-16,4 2 8 0,0 7-48 15,0 2 72-15,1 4-148 0,2 1 28 16,-3-1 0-16,4 0-64 0,0 1-96 0,0-11 60 16,4 1 0-16,0-8-72 15,0-1 0-15,4-4-96 0,4-7 92 0,5-5-68 16,-2-7-24-16,1-7-28 0,0-6 120 16,4-3-152-16,-4 0-64 0,0-5 12 15,3-12-48-15,-2-2-136 0,-2-6-172 16,2-4-184-16,-1-6-428 0,-1 0-536 15,-2 7-1364-15,-1-14-3989 0</inkml:trace>
  <inkml:trace contextRef="#ctx0" brushRef="#br1" timeOffset="-196136.512">31579 15329 11865 0,'0'0'4968'15,"0"0"-4196"-15,0 0-448 0,0 0 772 0,0 0 396 16,0 0-552-16,0 0-564 0,95-22-376 16,-74 8-48-16,3 2-292 0,-4-4-160 15,3 0-328-15,-3-3-192 0,1 3-772 16,-10 4-2908-16,1-7-4065 0</inkml:trace>
  <inkml:trace contextRef="#ctx0" brushRef="#br1" timeOffset="-195953.746">31786 15059 9732 0,'0'0'5477'0,"0"0"-4673"0,0 0-372 15,0 0 524-15,0 0 492 0,-7 76-332 16,7-50-580-16,3 2-316 0,1 1-212 16,0 2-8-16,0 1 0 0,5-1-108 15,-6 8-224-15,1-1-156 0,0 0-284 16,0 3-312-16,-4 0-384 0,4-2-788 0,-4-1-2129 15,4-9-2443-15,-4 5 3821 0</inkml:trace>
  <inkml:trace contextRef="#ctx0" brushRef="#br1" timeOffset="-195675.196">32109 15646 3892 0,'0'0'9061'0,"0"0"-7785"0,0 0-924 15,0 0 344-15,0 0 672 0,0 0-112 16,0 0-576-16,0 0-408 0,0 0-64 16,-55 66 64-16,55-34 20 0,0 3 16 0,3 7 96 15,5-4-100-15,0 3-24 0,0 1-136 16,4-4-8-16,-4-3-136 0,4-4-124 15,4-3 4-15,0-4-220 0,0-6-136 16,4-5-148-16,-5-7-52 0,2-6-164 0,-2-4-164 16,2-11-628-16,-6-1-1160 0,2-19-2513 15</inkml:trace>
  <inkml:trace contextRef="#ctx0" brushRef="#br1" timeOffset="-195203.211">32372 15633 3068 0,'0'0'9813'0,"0"0"-8549"0,0 0-1000 15,0 0 480-15,0 0 640 0,-12 79-212 0,12-62-516 16,0-2-388-16,4 2-32 16,4-1 48-16,0-2-100 0,0 0-64 0,0 2-32 15,0-7-88-15,-1 1-92 0,2-7-40 16,-1 0-140-16,3-3-60 0,2 0 96 15,-1-3 152-15,-1-7 32 0,6-2-168 0,-1-4 72 16,-1 0 60-16,-3 4-36 0,4-2 124 16,0 7-124-16,-4 5 124 0,4 2 0 15,-4 0 188-15,0 12 96 0,0 5-100 16,-4 5-136-16,4 3 64 0,-8 4-12 16,-1 5 0-16,2 2 48 0,-1 2-88 15,0 3 100-15,-4 0 60 0,0 3-108 16,0 5 36-16,0-2-28 0,0 1 40 15,0 2-36-15,-4-2 20 0,-5-3-8 16,6-4 48-16,-1-3 48 0,0-10 280 16,0-5-136-16,0-7-120 0,-4-7-39 0,4-6-57 15,-4-3-40-15,-4 0-120 0,0-3-48 16,0-6-72-16,-4-7-64 0,-3-3-13 16,-2 0-43-16,2-7-100 0,-5-2-148 15,4 3-124-15,-1 2-72 0,6 1-20 0,-2 0-72 16,6 0-156-16,3-1-196 15,4-2-552-15,0-4-452 0,4-2-681 0,-4 5-2707 16,4-15 3592-16</inkml:trace>
  <inkml:trace contextRef="#ctx0" brushRef="#br1" timeOffset="-194978.641">33002 15449 600 0,'0'0'11773'15,"0"0"-10157"-15,0 0-980 0,0 0 396 0,0 0 448 16,79 35-292-16,-63-22-324 0,-4 6-436 16,0 2-256-16,-4 3 24 0,-4 1-60 15,0 7-136-15,-4-1-208 0,-8 11 84 16,-4-2-84-16,-8 8-248 0,0 3-120 16,-4 3-4-16,-4-7-40 0,0 5-276 0,-4-5-480 15,-3 2-348-15,-1-5-480 0,0-6-1661 16,8-10-1211-16,-15 4 4268 0</inkml:trace>
  <inkml:trace contextRef="#ctx0" brushRef="#br1" timeOffset="-194069.756">29691 16427 3604 0,'0'0'1288'0,"0"0"3296"0,0 0-2187 16,0 0-529-16,-4 89-200 0,4-51-48 16,0 10-332-16,0 2-180 0,0 8-448 15,0-1-256-15,0-3-36 0,0-7-76 16,4-3-184-16,-1-11-108 0,5-8-48 15,1-9-36-15,-1-7-100 0,-5-5 88 0,5-4 84 16,1-4-76-16,-2-11 40 0,1-4-24 16,0-7 60-16,4-5-208 0,-4-5-36 15,0-2 60-15,-4 4 36 0,4 5-12 16,0 4-72-16,0 2-4 0,0 10 76 16,4 5-36-16,0 3 80 0,0 5 128 0,4 5 148 15,0 7-60-15,3 4-4 16,-2 6 164-16,2 6-28 0,-2 4-48 0,-1 0 0 15,-1 3 36-15,-3 2-12 0,-3 5 24 16,-6 3-40-16,-3 3 40 0,0-4-72 16,-7 0 84-16,-6 1-28 0,-2-8-32 15,-2-5 36-15,2-2 45 0,-1-11 111 16,-5-5-60-16,6-9-136 0,-5-3 12 16,-5-2-180-16,6-7-124 0,-1-1-32 15,1-5-36-15,-2-6-160 0,1-4-197 16,5-2-155-16,-2-4-52 0,6-5-64 15,7-1-312-15,4-7-584 0,0 5-2112 0,11 8-1613 16,10-13-1786-16</inkml:trace>
  <inkml:trace contextRef="#ctx0" brushRef="#br1" timeOffset="-193876.049">30205 16687 4316 0,'0'0'5548'0,"0"0"-1091"0,-13 67-3713 16,6-32 12-16,-1 6 832 0,-5 10-44 15,6-3-268-15,-1 3-336 0,8-4-272 16,0-6-171-16,4-5-145 0,3-9-248 16,10-7-104-16,-6-4-60 0,10-7 52 15,-6-9 4-15,5 0-56 0,4-3-36 16,1-12-268-16,-6-5-137 0,-3-1-67 16,4-5-336-16,-12-3-296 0,4 1-792 15,-8 5-1180-15,-4-2-3233 0</inkml:trace>
  <inkml:trace contextRef="#ctx0" brushRef="#br1" timeOffset="-193702.906">30177 16879 7220 0,'0'0'7797'0,"0"0"-6425"0,0 0-824 16,0 0 432-16,0 0 304 0,0 0-280 16,0 0-112-16,88 38-360 0,-69-43-344 15,1-3-188-15,0-5-364 0,-4-3-196 16,0-3-196-16,0-3-212 0,-4-1-464 15,0 1-908-15,-8 6-2409 0,3-9-3271 0</inkml:trace>
  <inkml:trace contextRef="#ctx0" brushRef="#br1" timeOffset="-193548.043">30411 16506 5004 0,'0'0'4184'0,"0"0"877"0,0 0-4177 16,33 83-344-16,-21-51 668 0,3 3 500 0,2-7-468 15,-2-2-736-15,-3-5-504 0,4-7-428 16,0-5-372-16,0-2-284 0,4-7-184 16,0-3 76-16,3-10-452 0,-10-1-2337 15,6-17-5551-15</inkml:trace>
  <inkml:trace contextRef="#ctx0" brushRef="#br1" timeOffset="-193336.698">30778 16472 2568 0,'0'0'8537'0,"0"0"-5965"15,-40 63-1544-15,25-31-84 0,-5 3 500 16,3 0-416-16,2 0-312 0,-2-1-324 16,2-5-252-16,2-1-140 0,6-5-160 15,-1-1-344-15,0 0-124 0,0 4-4 16,4-3-140-16,0 2-48 0,0 6 4 16,0 1 208-16,0 3 164 0,4 3 280 15,0 3 156-15,0 4-44 0,0 2 48 16,0 4-48-16,0 4-228 0,0-3-816 0,4 3-1597 15,-4-1-3191-15,0-13 3340 0</inkml:trace>
  <inkml:trace contextRef="#ctx0" brushRef="#br1" timeOffset="-188421.053">29966 5896 184 0,'0'0'2948'0,"0"0"1200"16,0 0-3252-16,0 0-184 0,0 0 272 15,0 0 345-15,0 0-121 0,0 0-184 16,0 0-276-16,0 0-180 0,0 0-88 0,-21-10-12 16,17 13 20-16,4 0-8 0,-3 3-132 15,-1 1-112-15,0 5-64 0,-4 5-8 16,-1 2 8-16,2 3-24 0,-5 7 0 15,0 6-144-15,0 6-4 0,-4 3 0 16,4 4 44-16,-4 6-36 0,0 0 44 16,0 9-52-16,-4 1-8 0,4 9-104 15,-3 6 64-15,-1 7-112 0,-1 3-140 16,-2 6 40-16,-1 0-124 0,-4 5 296 16,-4 0-24-16,0 2 36 0,0 0 68 15,-3-1-88-15,-2 4 96 0,-2-3 0 0,3-2-44 16,0 2 44-16,0-4 4 0,0 2-4 15,0 0-120-15,4 2-100 0,-7 3 8 16,3 1 160-16,-4-5 52 0,4-2 52 16,4-4 12-16,0-7 204 0,0-5-108 15,4-6 128-15,5-7-64 0,3-11-76 0,3-5-48 16,2-9-48-16,2-8-4 0,6-11-48 16,3-6 0-16,0-11 0 0,0-3-72 15,4-6-40-15,0 0-264 0,0-6 16 16,4-3 80-16,0-7 140 0,4 0-124 15,-5-4-212-15,-3-2-348 0,0 0-316 16,0 0-320-16,0 0-461 0,-7 3-1231 16,-5 0-1396-16,0 3 2632 0,-4-3 1689 0</inkml:trace>
  <inkml:trace contextRef="#ctx0" brushRef="#br1" timeOffset="-188085.333">28594 8579 5564 0,'0'0'5805'16,"0"0"-4329"-16,0 0-1092 0,0 0-320 16,0 0 176-16,0 0 432 0,-11 78 52 15,11-42 56-15,0 2-316 0,0 6-172 16,0 1 20-16,4 3-88 0,0-1 48 15,-1 1-60-15,2-1 96 0,-5 0-20 16,4-1-152-16,-4-2-136 0,0 1-12 0,4-8 4 16,0-2-64-16,4-3 72 0,0-10 0 15,4-6-24-15,3-10 0 0,6-6 24 16,6 0 96-16,5-9 4 0,4-10 84 16,4-3-184-16,4-11 100 0,-1 0-100 15,2-3-64-15,-2-5-108 0,2 0-36 16,-6 3-140-16,1-1-220 0,-5 7-408 0,2 4-676 15,-14 6-2513-15,5 3-3707 0</inkml:trace>
  <inkml:trace contextRef="#ctx0" brushRef="#br1" timeOffset="-187502.084">27563 10147 8868 0,'0'0'6969'0,"0"0"-6177"15,0 0-788-15,0 0 60 0,0 0 832 16,0 0 264-16,103-29 252 0,-62 14-500 16,2-5-352-16,5-1-291 0,0-2-269 15,0 4-85-15,-5 0-39 0,2 3 52 16,-10 0-12-16,1 6-72 0,-4 1-88 16,-8 3-36-16,-5 6 24 0,-6 0 48 0,-1 9 84 15,-5 4 112-15,-2 6 0 0,-1 7 16 16,-4 6-8-16,0 6 4 0,-9 6 0 15,2 7 0-15,-9 2 8 0,4 5-4 16,-8 5 44-16,-4 0-48 0,0 0 0 16,0 2 96-16,0-7-36 0,-3-2-12 0,6-2-48 15,1 1-44-15,9-1-4 16,3-4 44-16,3 0-288 0,5-4 240 0,0-6 52 16,9-1 248-16,2-8-68 15,13-2-168-15,1-7-8 0,3 0 192 0,3-9 36 16,5-4-160-16,-4-6 124 0,4-3-52 15,-1-6 124-15,-3-7-23 0,4-6-73 0,-8 0-172 16,0-3-88-16,-4 3-117 0,-4 0-75 16,-8 1-36-16,-4-1-136 0,-1 2-36 15,-2-2-88-15,-5 3-172 0,0 0-352 16,-5 0-292-16,-2 0-360 0,-5 1-948 16,4 2-1845-16,-4 4-1807 0,0 2 5552 0</inkml:trace>
  <inkml:trace contextRef="#ctx0" brushRef="#br1" timeOffset="-187036.092">27615 10618 8552 0,'0'0'3961'15,"0"0"-2981"-15,0 0-392 0,0 0 336 16,0 0 16-16,0 0 104 0,0 0 96 16,0 0-252-16,111-71-228 0,-63 65-156 0,0-1-152 15,4 7-180-15,0 0-172 0,-1 0-4 16,-7 0-424-16,0 0-12 0,0 7-100 15,-4-7-60-15,-1 6-240 0,2-3-304 16,-2 0-820-16,-11 3-2333 0,8 1-4103 0</inkml:trace>
  <inkml:trace contextRef="#ctx0" brushRef="#br1" timeOffset="-185304.338">31468 16586 3248 0,'0'0'612'0,"0"0"3088"0,0 0-1380 16,0 0-771-16,0 0-585 0,0 0-44 15,0 0 108-15,0 0-80 0,0 0-120 0,0 0-284 16,0 0-148-16,8 44-36 0,-1-28 40 16,-3 0-20-16,1 6-84 0,-1 0-48 15,0 3-28-15,0 5-8 0,-1 5-64 16,-3-4-88-16,4 7-8 0,-4 1-52 0,4-5 0 15,0 4-8-15,1-3-52 16,-1-3-4-16,3-10-20 0,-3-6 76 0,4-6-92 16,1-8 28-16,-2 3-28 0,1-3-60 15,0-2 160-15,4 0 0 0,0 0 120 16,4-2-120-16,4-5-100 0,0 0 96 16,8 2 0-16,0-6 4 0,4 5 0 15,3-7-8-15,5 4-16 0,0-1-48 16,4 1 64-16,4 3-116 0,3-1-112 15,1 1 176-15,0-1-88 0,3 7-24 16,-2-2-28-16,-1 2 100 0,-5 0 96 0,1 0 0 16,-4 0-4-16,0 0-52 15,-1 2 52-15,-3 2 8 0,0-1 0 0,0 0 0 16,-4 0-8-16,3 4 8 0,-2-7 0 16,-1 3 152-16,-1-3-152 0,1 0 0 15,-4 0-12-15,-4-3 12 0,0-1 0 16,0-5 36-16,-4 2-36 0,-5 1-60 15,-2 0 60-15,-2-1 0 0,-2 1 12 0,-2 0 100 16,2 0-60-16,-5-4 32 0,-1 4-68 16,1-1-12-16,1 1 92 0,-6 0-20 15,1-5 84-15,0 3-24 0,0 2-24 16,-4-5-28-16,4 5 16 0,-4 0 0 16,0 3 8-16,0-4-8 0,0 4-4 15,0-3-36-15,0-4-60 0,0 1-8 16,0-7-92-16,0 3 16 0,0-6-16 15,0 0 12-15,0-3-156 0,0 0-348 0,0-4-240 16,-4-2-308-16,0 2-628 0,0 7-2657 16,-3-3-3943-16</inkml:trace>
  <inkml:trace contextRef="#ctx0" brushRef="#br1" timeOffset="-184404.218">32284 17279 872 0,'0'0'956'0,"0"0"7816"0,0 0-6971 16,0 0-1061-16,0 0 52 0,0 0 572 16,0 0-20-16,0 0-272 0,0 0-220 15,0 0-164-15,0 0-124 0,96-7-184 16,-65 0-28-16,6-2-96 0,-1 0-84 16,0-1-76-16,-5 3-44 0,-3 1-52 15,-7 3 0-15,-2 3-112 0,-7 0 4 16,-4 0-112-16,0 9-36 0,-8 4-36 15,0 6 20-15,-8 6 64 0,-8 5-60 0,0 4 132 16,-4 1 20-16,0 3 108 0,-3 0 16 16,-1 4 8-16,3-1 56 0,-3-3 52 15,5 3-76-15,2-3 12 0,2-2 40 16,2-5 48-16,6-6 8 0,7-2 76 16,0-5 16-16,7-5-68 0,10-3-32 0,3-4-64 15,3-3 100-15,5-3 36 0,4-3 36 16,-4-9-64-16,4-1-108 0,-8-6-84 15,0 0-36-15,-5 0-180 0,-6 3-64 16,-5-4-88-16,-1 5-120 0,-7-1-208 16,0 0-288-16,-3 0-424 0,-5 0-412 15,-9 1-716-15,2 2-2113 0,3 3-791 16,-12-2 3636-16</inkml:trace>
  <inkml:trace contextRef="#ctx0" brushRef="#br1" timeOffset="-184265.082">32396 17504 1108 0,'0'0'52'15,"0"0"10901"-15,0 0-8757 0,0 0-1288 16,0 0 128-16,0 0 172 0,75 27-108 16,-54-22-216-16,3-5-428 0,-5-5-456 15,1 0 0-15,0-4-640 0,0-2-96 16,-8 3-120-16,4-6-188 0,-8 5-552 0,-4 2-2412 16,-4 4-3521-16</inkml:trace>
  <inkml:trace contextRef="#ctx0" brushRef="#br1" timeOffset="-183602.935">28280 18205 2784 0,'0'0'8829'16,"0"0"-6921"-16,0 0-452 0,0 0 44 15,92-35-292-15,-61 26-344 0,1-4-300 0,0 3-292 16,-4 1-200-16,-4-1 40 0,0 1-112 16,-4 0-48-16,-4-1-88 0,-1-2-284 15,-2 5-368-15,-5 1-364 0,-1 2-316 16,-7 4-1116-16,0 0-2837 0,-7 10-1599 0</inkml:trace>
  <inkml:trace contextRef="#ctx0" brushRef="#br1" timeOffset="-183450.746">28403 18373 756 0,'0'0'1032'16,"0"0"6816"-16,0 0-5771 0,0 0-645 15,0 0-96-15,0 0-176 0,0 0-240 0,92 7-412 16,-64-20-284-16,0 1-224 0,4-7-252 15,0 2-520-15,3-4-428 0,-3 2-292 16,-8 6-1329-16,16-6-3967 0</inkml:trace>
  <inkml:trace contextRef="#ctx0" brushRef="#br1" timeOffset="-182726.287">29061 17637 10840 0,'0'0'2181'15,"0"0"-1097"-15,0 0-48 0,0 0 536 16,0 0-244-16,0 0-440 0,-24 67-360 15,24-35-172-15,0 9-60 0,0 6 20 16,8 8-132-16,0-3 84 0,0 9-124 0,0 1 4 16,0-4 8-16,0 7-68 0,-4-2-84 15,0-2 0-15,0 2-4 0,0-6-64 16,0-5-80-16,0-6-208 0,0-10-16 16,-1-11-72-16,2-6 60 0,-1-10-84 15,0-5-128-15,0-4-112 0,0-7-164 16,3-6-412-16,-3-6-360 0,1 1-1160 15,-1-18-3237-15</inkml:trace>
  <inkml:trace contextRef="#ctx0" brushRef="#br1" timeOffset="-182493.1">29312 17821 9276 0,'0'0'5269'0,"0"0"-3833"0,0 0-1044 16,0 0-144-16,0 0 464 0,0 0 684 16,0 0-352-16,0 0-544 0,92 77-388 15,-77-65-112-15,6 1-48 0,-1 0 44 16,-5-4-292-16,2 0-376 0,-2-5-276 16,2-1-264-16,-2-3-696 0,1-7-1924 15,0-5-1173-15,-8-1-1047 0,8-12 6052 0</inkml:trace>
  <inkml:trace contextRef="#ctx0" brushRef="#br1" timeOffset="-182202.689">29698 17712 2568 0,'0'0'2360'0,"0"0"4165"0,0 0-4785 0,0 0-784 15,0 0 16-15,0 0 8 0,0 0-328 0,-63 77-116 16,43-48-136-16,0 0-56 0,0 3-8 16,-3 1-92-16,2 0-144 0,1-1-96 15,5-1 84-15,-2-2-88 0,6-4-100 16,-2-3-124-16,5-2-44 0,5-5-68 15,-1-3 12-15,4 2 28 0,0-5 84 16,0 4 76-16,0 0 60 0,7 2 76 16,-3 4 12-16,0 10 88 0,5 1 52 15,-5 3 20-15,3 6 100 0,1 2 128 16,-4 4-116-16,5 3-64 0,-6-4-132 0,1 3-76 16,4-5-12-16,1-5 0 0,-2-2-112 15,1-6-244-15,4-11-252 0,-4-7-216 16,0-8-144-16,0-3-316 0,-4-14-588 15,0-7-741-15,0 5-2783 0,0-22 1028 0</inkml:trace>
  <inkml:trace contextRef="#ctx0" brushRef="#br1" timeOffset="-181936.979">29913 17827 144 0,'0'0'11597'0,"0"0"-9461"16,0 0-1388-16,0 0 108 0,0 0 476 0,0 0-104 16,13 77-512-16,-13-50-308 0,4 9-76 15,0 2-164-15,-4 4 16 0,0-2-120 16,0 4-52-16,0 5-12 0,0-5-52 16,0 0-116-16,-4 1-128 0,0 0-48 15,0-4-48-15,4 0-104 0,0-8 28 16,0-2 44-16,0-9 16 0,8-6-232 15,-4-7-292-15,0-9-268 0,3-3-700 0,2-14-961 16,-1 5-2419-16</inkml:trace>
  <inkml:trace contextRef="#ctx0" brushRef="#br1" timeOffset="-181703.573">30352 18275 2612 0,'0'0'9705'16,"0"0"-7401"-16,0 0-1132 0,0 0-368 15,0 0-20-15,0 0-116 0,0 0-272 16,0 0-260-16,0 0-136 0,0 0-368 0,0 0-428 15,40-9-452-15,-32 5-556 0,-4 1-2561 16,3-2-4575-16</inkml:trace>
  <inkml:trace contextRef="#ctx0" brushRef="#br1" timeOffset="-181269.356">30787 17887 1056 0,'0'0'1084'0,"0"0"5796"16,0 0-5212-16,0 0-831 0,0 0-41 15,0 0 316-15,0 0 80 0,-4 77-148 16,4-58-272-16,4 6-264 0,-1 4-60 16,1 2-36-16,0 5-32 0,4 2 80 15,-4 6-68-15,1-3-72 0,-5 7-148 16,3 0-100-16,1 2-60 0,-4 1-4 15,4-2-8-15,-4 1-8 0,4-6-64 16,0-3-136-16,4-5 24 0,-4-7-88 16,4-11-72-16,0-6-164 0,0-9-112 15,0-6-188-15,0-13-312 0,0-9-384 16,4-6-1116-16,-4 2-2337 0,0-15-1442 0</inkml:trace>
  <inkml:trace contextRef="#ctx0" brushRef="#br1" timeOffset="-180833.736">31017 18145 11701 0,'0'0'1968'15,"0"0"-1396"-15,0 0 24 0,0 0 484 16,84-39 24-16,-60 27-284 0,4-1-436 0,-1 0-176 16,5 4-104-16,-4-1-104 0,-4 4 0 15,0 0 0-15,0 6-4 0,-4 0-96 16,-4 3 100-16,0 6 4 0,-8 4-4 16,0 4-56-16,-4 2 16 0,-4 2 28 15,0 8-48-15,-8 3-112 0,0 0-16 16,-4 3 128-16,0 2-100 0,5-2-176 0,-2 1 76 15,-3-2 220-15,8-4 40 0,1-9 348 16,3 1 0-16,0-3-40 0,0-6-60 16,0-1 24-16,7 1 48 0,9-6-72 15,-4-4-4-15,8-1-84 0,0-2-76 16,4 0-84-16,-5-2-84 0,5-4 80 16,-7-4-204-16,2 1-16 0,-2-4 28 15,-2 1 72-15,1-5-72 0,-4 4 84 16,-3 4-1012-16,-9-4 116 0,0 5-152 15,0-3-488-15,-5 5-1069 0,1 3-2275 0,-11-1 564 16</inkml:trace>
  <inkml:trace contextRef="#ctx0" brushRef="#br1" timeOffset="-180638.491">31229 18301 116 0,'0'0'12989'0,"0"0"-11061"0,0 0-1552 15,0 0 164-15,0 0 640 0,80 16 32 16,-61-16-312-16,5 0-444 0,-4-4-300 16,3-3-144-16,-2 2-12 0,-5-2-72 15,0-3-260-15,0 1-120 0,-4-4-288 16,-5 0-200-16,6 1-264 0,-5-4-636 16,-1 0-1044-16,6-9-2761 0</inkml:trace>
  <inkml:trace contextRef="#ctx0" brushRef="#br1" timeOffset="-180409.558">31818 17812 14117 0,'0'0'1868'0,"0"0"-1464"16,0 0 120-16,-4 92 680 0,8-54 64 15,0 0-472-15,5 0-456 0,-2 3-132 16,5 1-72-16,-4-1-100 0,0 3-36 15,0 7-344-15,0-4 88 0,-4 5-36 16,-4-2-208-16,0 1-240 0,0 3-96 0,0 0-148 16,0 0-356-16,0-4-684 0,-4-5-757 15,4-8-1927-15,-4-7-752 0,0 1 4825 16</inkml:trace>
  <inkml:trace contextRef="#ctx0" brushRef="#br1" timeOffset="-176887.544">30957 5084 4700 0,'0'0'1588'0,"0"0"-964"0,0 0-220 16,0 0 1812-16,0 0-603 0,0 0-725 15,0 0-388-15,0 0-232 0,0 0 0 16,-15 66 180-16,11-57-92 0,-1 4-168 0,5 0-60 16,-4 3 36-16,4-1 28 15,-3 7 24-15,-1-3-80 0,0 10 4 0,0-1-28 16,0 5 4-16,-5 5 60 0,2 3-88 15,3 3-16-15,-8 3-68 0,4-3-4 16,-4 8 0-16,0-4-8 0,4 0-4 16,-4 2-88-16,1-2-24 0,-2 2-40 15,1 2 24-15,-4 2 40 0,5-4 88 16,-6 7 4-16,2 1 8 0,-2-1 48 16,2 0 4-16,-2-1-40 0,-2 5 76 0,-1-3-76 15,0 2-4-15,0-1-4 0,0 2 0 16,-4 3 8-16,5-1-12 0,-6 1 0 15,1 0 0-15,4 1 4 0,1 3-4 16,-5-1 48-16,0 3-40 0,-1-1 44 16,6 4-44-16,-5-3 68 0,0 0 36 0,5 0 4 15,-6-3-48-15,-2-1-64 0,2-2 56 16,-3-4-52-16,0 0 104 0,0-2-60 16,-3-1-52-16,4-3-52 15,-6 3 4-15,1 0-64 0,-4 0 24 0,1 3-52 16,-1 0 132-16,-4 1 8 0,0-1 52 15,0 4-48-15,1-1-4 0,-6-2-12 16,2 3 4-16,3-1 8 0,-4-3 128 16,4 0-128-16,5-3-52 0,-1-3 4 15,-1-3-4-15,5-3 52 0,1-3 84 0,-1-1-80 16,4-3 60-16,5 0-56 16,-2-5 40-16,9-3 80 0,1-3 96 0,-2-5 20 15,10 1-68-15,-1-4-76 0,0-7 12 16,3 2-28-16,1-8 56 0,4 0-104 15,0-2-36-15,0-4-76 0,0 1 4 16,0-4 20-16,0 0-48 0,4 0 40 0,-4 0-28 16,5 0-76-16,-1-4-52 15,4-3-36-15,-4-5-24 0,3-1-64 0,-3-6-152 16,5-6-240-16,-2-7-188 0,1-9-768 16,-4 13-1585-16,9-36-2731 0</inkml:trace>
  <inkml:trace contextRef="#ctx0" brushRef="#br1" timeOffset="-175887.384">31683 4838 7068 0,'0'0'1948'0,"0"0"-992"16,0 0-260-16,0 0 169 0,0 0 479 15,8 71-56-15,-8-49-264 0,0 3-420 0,-8 0-216 16,4 4-72-16,-5 3-68 0,2 3-36 15,-1 2-124-15,0 5-12 0,-4 3-28 16,0 2-44-16,0 3-4 0,-4 2-52 16,-4 1 52-16,1 8 8 0,-5 3-8 15,-4 2-100-15,-4 4-24 0,-4 6-28 0,0 6-84 16,-8 1-92-16,0 9-24 0,-4 3 0 16,1 4 76-16,-5 6 100 15,0-4 88-15,4 1 36 0,0-4 52 0,5 1 64 16,2-7 12-16,2 0 176 0,-1 0 0 15,4 0 24-15,1-3-164 0,2 0-100 16,-3-3 20-16,8-7-32 0,-4 0-64 16,-3-5-48-16,3-2 36 0,-8-5 72 0,5 0-48 15,-1-1 52-15,-1-2 48 0,-2 0 76 16,-1-5 116-16,4 2 12 0,-4 0-136 16,0-8-20-16,1 4-32 0,-2-2-60 15,-2-1-4-15,-1-4-108 0,0 2 8 16,1-2-104-16,-6-2-36 0,2 2 28 15,-1 2-12-15,1 1 208 0,-6-2 16 16,5 0 108-16,1-4-100 0,3-5 180 16,0-1-76-16,1 0 100 0,2-5-108 0,2-3-28 15,3 0-72-15,0-2 60 16,0-2 0-16,4 0 32 0,4-1-96 0,1-3-12 16,3 0-52-16,0-6 64 0,3 4 0 15,2-4 4-15,3-3 56 0,4-3-48 16,-1 0 104-16,6-7-32 0,3-3-20 0,0 0 36 15,4 0-24-15,0-3-68 0,0 0-8 16,0 0 0-16,0 0-92 0,8-3-120 16,-4 3 88-16,8-3 48 0,0-3-60 15,-1-4-44-15,6-3-84 0,-1-2-12 16,3-11-104-16,2 1-184 0,-2-6-376 16,-7 1-708-16,16-26-2741 0</inkml:trace>
  <inkml:trace contextRef="#ctx0" brushRef="#br1" timeOffset="-174553.58">28914 6103 1016 0,'0'0'5808'0,"0"0"-3924"16,0 0-576-16,0 0-31 0,0 0-85 15,0 0-80-15,0 0-212 0,0 0-192 16,0 0-28-16,4 66 24 0,0-38-20 0,-4 10-212 15,3 0-112-15,1 4-28 0,-4 6-72 16,4-1 8-16,1 7-80 0,3 4-60 16,-4 1-124-16,-1 5 0 0,1 0-4 15,0 2-60-15,5 4-40 0,-5 2 16 16,-1 2-28-16,1-1 112 0,0 4-12 16,0-1-72-16,0 3 76 0,-4-6 0 0,5 0-104 15,-5 0-48-15,4 0 0 0,-1-4 48 16,5 5 24-16,-4-4-48 0,4 0 40 15,-3-7 96-15,-2 0 4 0,-3-6-4 16,4-3-48-16,-4-9 36 0,0-4-60 16,0-9-16-16,0-7 28 0,0-5-4 15,0-8-36-15,0-2 28 0,-4-4-28 16,4-4-12-16,0-2-52 0,0 0 16 16,0 0 24-16,0 0 36 0,0 0 40 0,0 0-4 15,0 0 48-15,0 0 4 16,0 0-8-16,-3 0 8 0,3 0 0 0,-5-2-76 15,5 0-84-15,-4-5-184 0,0 0-208 16,0-2-268-16,4-4-336 0,-4-5-388 0,0 4-1013 16,-3-18-2535-16</inkml:trace>
  <inkml:trace contextRef="#ctx0" brushRef="#br1" timeOffset="-160487.413">10880 11941 10544 0,'0'0'1609'0,"0"0"-509"0,0 0 120 16,0 0 164-16,0 0-16 0,0 0-180 0,0 0-180 16,0 0-248-16,0 0-188 15,-15 12-156-15,15-12-148 0,0 0-112 0,8 0-32 16,-1 0-4-16,10 0 37 0,2 0 39 16,5-3-40-16,8 0-8 0,0 0-52 15,4 0-12-15,8-4 24 0,-5 1-28 16,10 0-76-16,-6-4-4 0,9 4 0 0,-4-4 52 15,4 4-48-15,0-3-4 0,-1 2 0 16,-3-2 0-16,0-5-64 0,-4 6 4 16,-1-2-60-16,-6 0-136 0,-1 1-68 15,-8-1-105-15,-5 1-67 0,-3 3-88 16,-8 0-100-16,-4-1-164 0,-4 3-484 16,-4 1-604-16,0 1-608 0,0-1-1649 15,-8-1-1451-15,-4-3 2720 0</inkml:trace>
  <inkml:trace contextRef="#ctx0" brushRef="#br1" timeOffset="-160287.591">11765 11643 3300 0,'0'0'1588'0,"0"0"5117"0,0 0-5605 15,0 0-576-15,0 0 216 0,0 0 260 16,0 0-284-16,0 0-72 0,0 0-68 16,0 0-80-16,80 3-36 0,-68 2-76 0,-1 2-100 15,-2 3-164-15,-1 0-68 0,-1 5-52 16,1 1-76-16,-3 3-8 0,-5 3-28 15,0 4-24-15,-5 2-12 0,-3 5-88 16,-3-2-84-16,-5 1-116 0,-4 0-76 16,0 0-228-16,-8-1-180 0,0-6-628 15,-4 1-1245-15,8-7-3163 0</inkml:trace>
  <inkml:trace contextRef="#ctx0" brushRef="#br1" timeOffset="-154371.188">9338 11506 300 0,'0'0'13161'16,"0"0"-10985"-16,0 0-1648 0,0 0-188 16,0 0 284-16,0 0 44 0,0 0 0 0,0 0-212 15,0 0-100-15,-19 70 100 0,35-54-28 16,8-4-12-16,0-2-100 0,-1-1-172 16,5-2-44-16,0-7-4 0,0 0-96 15,0 0-44-15,0-10 40 0,-4-2 4 16,4-4-112-16,-9 0-56 0,5 0-296 15,-7 0-172-15,-2 3-124 0,-3 1-240 0,-3 5-416 16,-6 4-456-16,1 0-408 0,-4 3-321 16,0 0 293-16,0 3 476 0,-7 3 36 15,-6 1 400-15,1 2 1396 0,1 1 1292 16,-2 2 1296-16,2 2-532 0,-2 2-284 16,2-2-199-16,3 7-229 0,0 0-352 15,-1 5 20-15,2 5-84 0,3 5-288 16,0 1-140-16,0 5-52 0,-1 2-92 15,2 1-8-15,-1 2-88 0,4-3 44 16,0 4-104-16,0-3-56 0,0-4-44 0,4 0-56 16,4-10-44-16,0-5-184 0,0-6 136 15,8-5-40-15,-1-8-84 0,10-7 0 16,3 0-196-16,3-9-40 0,9-4 124 16,0-9-16-16,8-4-508 0,-5-5-372 0,2-1-924 15,-10 9-2249-15,5-12-3239 0</inkml:trace>
  <inkml:trace contextRef="#ctx0" brushRef="#br1" timeOffset="-153536.923">8566 11541 4396 0,'0'0'1196'0,"0"0"-336"15,0 0 64-15,0 0-300 16,0 0-120-16,0 0 2457 0,0 0-1641 0,0 0-632 16,0 0-164-16,0 0-8 0,7-51-20 15,-11 51 8-15,1 6-192 0,-1 7-312 16,-4 3-4-16,-1 9-60 0,2 8-24 15,-1 4 84-15,0 11 4 0,0 3 0 16,0 6-12-16,0 4-48 0,4 2-4 0,-3-3 56 16,2-4-4-16,1-4 0 15,4-14-32-15,0-5 40 0,4-15-104 0,4-3-144 16,8-4-192-16,-4-9-76 0,0 2 52 16,3-4-108-16,-2 2 232 0,-2 4 180 15,2 1 164-15,2 5 100 0,-2 9 168 16,-1 4-140-16,-1 3 128 0,2 7 124 15,-6 4-100-15,1 1-76 0,5 2-76 16,-6 2-16-16,5 0-112 0,1-6-4 0,-2-2-260 16,1-8 100-16,4-6-336 0,0-6-352 15,4-9-600-15,-9-4-989 0,10-9-1655 0</inkml:trace>
  <inkml:trace contextRef="#ctx0" brushRef="#br1" timeOffset="-153020.959">9980 11283 10544 0,'0'0'1133'0,"0"0"-953"0,0 0 28 16,0 0 352-16,0 0 68 0,0 0-172 15,0 0-112-15,0 0 0 0,0 0 100 16,0 0-4-16,0 0-152 0,72 26-124 16,-64-7-164-16,-4 3 176 0,0 4-88 0,0 2-24 15,-4 7-60-15,0 4-4 0,0-5-164 16,-4 4 52-16,-4 1 108 0,4-2 4 15,0-1 48-15,4-2-44 0,0-5 60 16,0-4-64-16,0-6-116 0,8-3-160 16,0-6 8-16,4-1-32 0,0-2-168 15,3-2 100-15,2 5 240 0,2 1 128 16,1 1 76-16,5 4-72 0,-6 3 60 0,5 3-60 16,-4 4 100-16,4 6 124 0,-4 1 76 15,0 9 576-15,-5-3-88 0,-2-2-440 16,-5-5-180-16,-5 4 52 0,5-3-72 15,-3 0-140-15,-1 2 336 0,0-7-16 16,-4 1-172-16,0-4-84 0,-8-5-76 16,-1-4-76-16,2-4-132 0,-5-3-104 15,0-5-120-15,0-4-292 0,0 0-636 0,0-6-1872 16,-16-13-6201-16</inkml:trace>
  <inkml:trace contextRef="#ctx0" brushRef="#br1" timeOffset="-150203.007">2912 7624 10452 0,'0'0'2237'15,"0"0"355"-15,0 0-1136 0,0 0-436 16,0 0-228-16,0 0-16 0,0 0-164 15,0 0-272-15,0 0-276 0,16-7-64 16,4 0 168-16,3 4 100 0,14-3-84 16,3-1-48-16,3 1-16 0,5 0-12 0,4-1-32 15,-1-2-4-15,5-1 56 0,0-3-128 16,-4 1-4-16,3-4 0 0,1 0 4 16,-3-3 0-16,2 0-80 0,-7 0-320 15,0-4-176-15,-8 4-120 0,-1 1-52 16,-7-1-248-16,-4 3-360 0,-4 3-592 15,-8 1-932-15,-8 5-2449 0,-4 0-1119 0</inkml:trace>
  <inkml:trace contextRef="#ctx0" brushRef="#br1" timeOffset="-150007.34">3845 7292 6928 0,'0'0'2336'0,"0"0"-1028"0,0 0-227 15,0 0 7-15,0 0-92 0,0 0-260 16,0 0-92-16,0 0-16 0,0 0-188 0,0 0-172 15,47 4-120-15,-35 3-144 0,-4 5 96 16,8 4-100-16,-4 6 84 0,-4 3-84 16,-1 7-4-16,-2 7-348 0,-5 4-404 15,0 1 168-15,-5 5 132 0,-2-2 164 16,-5-1 40-16,0-6-244 0,4-5-768 16,0-6-1249-16,4-7-2231 0,-3-9-172 0</inkml:trace>
  <inkml:trace contextRef="#ctx0" brushRef="#br1" timeOffset="-149591.659">2992 6597 8612 0,'0'0'4557'0,"0"0"-3185"0,0 0-552 16,0 0 60-16,0 0 44 0,0 0-328 15,0 0-64-15,0 0-28 16,91-3 28-16,-55 0-140 0,0-3-284 0,0 2-96 16,-4-5-12-16,4 0 0 0,-4-4 24 15,0-1-24-15,-4 2-428 0,-4-1-136 16,-5 5-252-16,-3-3-288 0,-4 5-704 15,-8 6-1128-15,0 0-2737 0</inkml:trace>
  <inkml:trace contextRef="#ctx0" brushRef="#br1" timeOffset="-149386.492">3270 6645 2692 0,'0'0'6132'0,"0"0"-4528"0,0 0-339 15,-28 79 231-15,21-47-36 0,-1 0-64 0,0-3-204 16,3-1-348-16,5 0-228 0,0 2-176 15,0 1-156-15,0-2 60 0,9-4-136 16,3-3-124-16,-1-3-20 0,6-6-4 0,3-3-12 16,3-1-36-16,5-3 136 0,0-2-148 15,4-4-124-15,4 0 16 16,0-7-124-16,4-3-332 0,3-2-472 0,6-1-352 16,-14 3-1128-16,21-9-3265 0</inkml:trace>
  <inkml:trace contextRef="#ctx0" brushRef="#br1" timeOffset="-147821.214">4777 6947 168 0,'0'0'7284'16,"0"0"-4884"-16,0 0-839 0,0 0-89 15,0 0-44-15,0 0-140 0,0 0-96 16,0 0-224-16,0 0-252 0,0 0-248 16,0 0-160-16,24 3-12 0,-9 0 32 15,2-3 100-15,7 3-84 0,-1-3-40 16,5 0-60-16,-4 0-60 0,0-3-40 16,4-3-144-16,-4 0 0 0,-1-1-60 15,1 1 0-15,-3-5 56 0,-2 5-4 0,1 1-140 16,1-2-144-16,-10 0-380 15,2 4-120-15,-6 0-168 0,-3 3-228 0,0 0-352 16,-4 3-928-16,0 0-2385 0,-11 14-1711 16</inkml:trace>
  <inkml:trace contextRef="#ctx0" brushRef="#br1" timeOffset="-147603.634">4896 7084 8248 0,'0'0'1724'0,"0"0"-796"0,0 0 269 15,0 0 235-15,0 0-112 0,0 0-200 16,0 72-168-16,4-46-120 0,4 5-40 16,0 1-32-16,-4 6-132 0,0-4-224 15,0 8-136-15,4-7-220 0,-8 3-48 16,4-6-68-16,0-7-116 0,-4-3-208 16,4-5-36-16,-4-9-284 0,4 3-92 15,0-5-124-15,0-3-176 0,0-3-444 0,0 0-808 16,-1-3-637-16,2-3 17 0,-1-10-992 0</inkml:trace>
  <inkml:trace contextRef="#ctx0" brushRef="#br1" timeOffset="-147460.445">4992 7429 92 0,'0'0'3128'0,"0"0"-144"16,0 0-424-16,0 0-556 0,0 0-255 15,0 0-209-15,0 0-388 0,0 0-296 16,0 0-168-16,91-60-28 0,-70 54-112 16,-2 2-204-16,1 1-204 0,-3 0-140 15,2 0-12-15,-3 3-48 0,0 0-152 16,-4 0-556-16,-4 0-404 0,0 6-504 15,-8 7-988-15,0 0-2381 0,-8 12-1790 0</inkml:trace>
  <inkml:trace contextRef="#ctx0" brushRef="#br1" timeOffset="-147271.191">4920 7645 2916 0,'0'0'6376'15,"0"0"-4764"-15,0 0-351 0,0 0 55 16,0 0-20-16,0 0-328 0,0 0-136 15,0 0-96-15,0 0-104 0,0 0-104 0,100-38-132 16,-72 28-164-16,4 1-180 0,-4-1-52 16,3 1-84-16,1-4-76 0,0 4-36 15,4-2-544-15,-4 3-192 0,3-2-524 16,-7 0-1548-16,4 1-4337 0</inkml:trace>
  <inkml:trace contextRef="#ctx0" brushRef="#br1" timeOffset="-144114.458">4339 7153 8748 0,'0'0'944'16,"0"0"437"-16,0 0-97 0,0 0 8 15,0 0-164-15,0 0-148 0,0 0-212 16,0 0-220-16,0 0-248 0,0 0-52 0,24 0 160 16,-9 0-24-16,5 0-176 0,0 0-8 15,-4 0-56-15,-1 0-92 0,6 0-48 16,-9 0-4-16,4-3-12 0,-5-4-344 16,-2 5-276-16,3-5-308 0,-9 7-380 15,1-3-600-15,0 0-1957 0,-4 3-1747 0</inkml:trace>
  <inkml:trace contextRef="#ctx0" brushRef="#br1" timeOffset="-143851.598">4490 7207 8388 0,'0'0'1384'0,"0"0"-736"16,0 0 385-16,0 0 363 0,0 0-264 0,-8 70-432 15,3-55-476-15,5 1-160 0,0 4-56 16,0 2-8-16,-3 6-4 0,3 1-120 0,0 6 8 15,0 1-84-15,0-3-92 0,0-1 112 16,0-6 180-16,0-1 0 0,0-6 116 16,0-3-52-16,3-2 164 0,2-5-52 15,-1 0-48-15,0-2-28 0,4-4-92 16,-1 0 68-16,6 1 76 0,-1-4 100 16,4 0 60-16,3-7-84 0,2-3-228 15,3-6-88-15,-1-3-240 0,1 0-288 16,-4-3-396-16,-1-3-532 0,-6 8-1641 15,-1-11-3087-15</inkml:trace>
  <inkml:trace contextRef="#ctx0" brushRef="#br1" timeOffset="-143502.64">4717 6797 10436 0,'0'0'1725'0,"0"0"-1429"16,0 0 240-16,0 0 712 0,0 0-176 15,0 0-256-15,0 0-248 0,0 0-344 16,0 0-224-16,-79 32-4 0,74-7 4 16,-3 7 200-16,8 10-76 0,0 2-24 15,4 3 24-15,5 11 48 0,2 1-72 16,1 5 48-16,-4 3-12 0,4 7 64 15,0-5-4-15,0-1 12 0,0-3-72 16,4-4 12-16,0-8 0 0,0-4-12 0,3-5-76 16,2-6-52-16,3-9-8 0,0-3-84 15,3-8-64-15,-3-5-24 0,4-4-248 0,4-6-160 16,0-3-288-16,-1-12-224 0,1-10-284 16,0-6-480-16,-8 1-2433 0,8-20-2519 0</inkml:trace>
  <inkml:trace contextRef="#ctx0" brushRef="#br1" timeOffset="-143266.243">5486 6956 11761 0,'0'0'1876'0,"0"0"-1760"0,0 0 316 15,0 0 364-15,0 0 260 0,52 82-88 16,-41-53-360-16,6 3-336 0,-6 5-60 15,6 9-88-15,-9 1-64 0,-1 4-52 0,-3 0 40 16,-4 0-48-16,0 3 0 0,0-8-96 16,-8 0-116-16,1-5 28 0,-10 0-116 0,6-6-44 15,-6-6-304-15,2 0-196 0,-2-7-116 16,-2-4-140-16,-1-5-768 0,3-6-2405 16,-6-7-2371-16</inkml:trace>
  <inkml:trace contextRef="#ctx0" brushRef="#br1" timeOffset="-142203.936">5366 8436 8384 0,'0'0'4677'0,"0"0"-3581"15,0 0-236-15,0 0 32 0,0 0 224 16,0 0-236-16,0 0-28 0,0 0-224 15,28 76 132-15,-15-47-236 0,2 2-268 16,1 7-96-16,4 7-52 0,-4 6 88 0,3 3-52 16,6 10 40-16,3 2-39 0,0 10-37 15,0 7-48-15,3 6-48 0,-3 5-12 16,4 5-12-16,-4 2-132 0,0-2-41 16,-5-6-19-16,-2-8-40 0,-1-12 0 15,-5-9 100-15,2-11-88 0,-10-15 24 16,1-12-60-16,1-14-112 0,-5-12-232 15,-4-16-388-15,0-18-512 0,-4-27-656 16,-1 8-1052-16,-18-62-2405 0</inkml:trace>
  <inkml:trace contextRef="#ctx0" brushRef="#br1" timeOffset="-141468.647">5310 4361 768 0,'0'0'6052'16,"0"0"-3820"-16,0 0-756 0,0 0-59 15,0 0-77-15,0 0-168 0,0 0-228 16,0 0-96-16,0 0 12 0,0 0-180 15,0 0-172-15,-27 0-64 0,18 10-64 16,2 7-48-16,-5 2-24 0,0 9 8 16,-4 7 28-16,0 12-52 0,-4 8-36 0,0 8-60 15,-4 7-16-15,-4 13-44 0,-8 13-88 16,1 8-48-16,-10 11 0 0,2 8-8 16,-4 4-40-16,2 4-76 0,2-5-300 15,-2-2-148-15,6-4-140 0,7-6-108 16,4-5-96-16,8-14-224 0,1-13-684 15,10-25-1360-15,1 1-3593 0</inkml:trace>
  <inkml:trace contextRef="#ctx0" brushRef="#br1" timeOffset="61539.763">8541 7188 6048 0,'0'0'2236'16,"0"0"-952"-16,0 0-148 0,0 0 113 0,0 0-225 16,0 0-412-16,0 0-268 0,0 0 24 15,0 0-232-15,0 0 1476 0,0 38-756 16,4-26-360-16,-4 4 0 0,5 1-52 0,-5 4 136 16,4 2-52-16,-4 3-112 0,4-1-48 15,0 3-136-15,0 2-48 0,-1-2-16 16,6 2-104-16,-5 3-56 0,4 2-4 15,-4 3-4-15,3 0-44 0,2 4 40 16,3 1 0-16,-5 6-4 0,6-2-44 16,-5 3 48-16,-1 1 4 0,6 1-4 15,-5 1-44-15,-1-2 40 0,1 3 8 16,1-3 0-16,-2 4 0 0,1-3-8 16,0 0-4-16,1-1 12 0,-2-1-12 15,1 1-84-15,0 0 8 0,0 0 40 16,0-1 44-16,0-2-56 0,3 3 0 0,-2 0 52 15,3-1-8-15,-5 1 16 0,2-3-8 16,3 0 8-16,-5-1 0 0,6 3-4 16,-2 2 4-16,-3 2 8 0,5-4 44 0,-6 1-48 15,5 4-4-15,1 1 0 0,-2 5 4 16,2-1 0-16,-2-3-4 0,1 3 0 16,0 1-8-16,4 3 8 0,-4 3 12 15,0-1 48-15,0 1 0 0,4-7 16 16,-5-1-4-16,6-1-60 0,-6-7-4 15,2 0 4-15,2-6 48 0,-2-8-52 16,-1-8-8-16,-5-7 0 0,1-6-60 16,1-7-36-16,-5-4-4 0,-1-3-56 15,1-2-16-15,0 0-12 0,-4 0-24 16,0 0 48-16,0 0 52 0,0 0 20 16,0-2-36-16,0-3-24 0,-8-4-84 0,5 0 0 15,-5-8-140-15,-1 5-120 0,1-7-280 16,5 3-156-16,-5 0-356 0,4 1-300 15,-1-2-556-15,1 8-889 0,0 0-1667 0</inkml:trace>
  <inkml:trace contextRef="#ctx0" brushRef="#br1" timeOffset="62173.742">8917 10276 8988 0,'0'0'2109'0,"0"0"-1097"16,0 0-168-16,0 0 340 0,0 0 144 16,0 0-72-16,0 0-236 0,0 0-292 0,0 0-88 15,0 0-76-15,39 58-148 0,-19-45-60 16,0 6-16-16,4 3-8 0,-4 1-28 15,3 2-148-15,2 1-84 0,-5 2-8 16,-1 0-56-16,1-2 4 0,1-4 84 0,-6-3-88 16,-2-3 5-16,-2-10 71 0,-3-2-12 15,0-4 40-15,-3 0 68 0,2-12 4 16,1-5-4-16,0-8-12 0,0-14-44 16,0-8-116-16,4-6-8 0,0-12-96 15,4-1-180-15,0-1-160 0,-1 0-149 16,2 1 25-16,2 3-244 0,-2-2-276 15,-2 5-696-15,-2 16-1228 0,2-17-3145 0</inkml:trace>
  <inkml:trace contextRef="#ctx0" brushRef="#br1" timeOffset="64473.333">6430 4903 692 0,'0'0'6552'0,"0"0"-5980"15,0 0-116-15,0 0 1976 0,0 0-735 16,0 0-613-16,0 0-256 0,0 0-72 0,0 0-12 16,0 0-16-16,0 0-204 0,-28-52-88 15,25 52-100-15,-1 0-40 0,-5 6-36 16,-3 1-140-16,1 6-120 0,-6 2 0 16,6 7 48-16,-6 7-40 0,2 3 48 15,-1 6-52-15,4 0-8 0,-1 0 0 16,2 7-68-16,-1-1 60 0,7 1 4 15,2-1-104-15,-1-2 108 0,4-8-44 16,0-2 48-16,0-10 40 0,4-3 32 0,-1-6-72 16,2-4 0-16,7-2-136 15,-4-4 16-15,4 0 104 0,0 0 16 0,-1-3 76 16,6 3-76-16,-2-3 0 16,2 4 0-16,3-1 0 0,-5 3 48 0,6 8-48 15,-6-2 12-15,-2 9 236 0,-2 5-112 16,1 6-24-16,-4 6-100 0,0 6-12 0,-4 4-8 15,0 0-240-15,0 3-36 16,-1-7-48-16,2-3-4 0,-1-6 76 0,-4-6-100 16,8-7-276-16,-4-9-348 0,0-4-356 15,-1-2-700-15,1-7-1957 0,5-4-1015 0</inkml:trace>
  <inkml:trace contextRef="#ctx0" brushRef="#br1" timeOffset="66922.909">6593 5114 4224 0,'0'0'2008'0,"0"0"-1060"16,0 0-284-16,0 0-96 0,0 0 1812 16,0 0-655-16,0 0-653 0,0 0-120 15,0 0-32-15,0 0-52 0,-7-18-156 16,7 18-140-16,0 0-100 0,0 0-140 15,7 0-172-15,1 2-24 0,9 3 196 16,3 1 84-16,3 2-108 0,-3 6-28 16,4 2-120-16,-1 5 0 0,-2 2-112 15,-1 6-44-15,-1 2-4 0,-2 2-136 16,-2 0-84-16,-2 3-48 0,-2-4 12 0,-2-1 120 16,-5-9-12-16,0 1 140 15,0-7 8-15,-4-4 40 0,3-3-36 0,-3-2-4 16,0-1-132-16,0-2-40 0,-3-4-12 15,3 2 168-15,-8-2 16 0,4 0 16 16,-5-6 48-16,2-2-56 0,-5-6-8 0,3-5 0 16,-2 0 4-16,3-3-4 0,4 0 124 15,-1 0-64-15,1-4-12 0,4 3 16 16,0 1-56-16,4 0 76 0,5 3 64 16,-1-3-24-16,3 3-120 0,2 0-4 15,-2 0-76-15,2 0-44 0,-1 0-64 16,-5-1-172-16,1 5-324 0,1 3-176 15,-5-1-344-15,-1 3-528 0,-3 8-1260 16,0-3-3153-16</inkml:trace>
  <inkml:trace contextRef="#ctx0" brushRef="#br1" timeOffset="67689.586">7003 4820 9248 0,'0'0'1849'0,"0"0"-1209"0,0 0 104 0,0 0 636 16,0 0-104-16,0 0-320 15,0 0-304-15,0 0-64 0,0 0-32 0,28 69-24 16,-24-49-136-16,5-1-92 0,-1 2-56 15,-1 5-64-15,1 2 48 0,1 7-12 16,2 4 136-16,2 1 56 0,-1 4-228 16,-1 8-88-16,6 2-92 0,-6 3-4 15,6 4-72-15,-6-4 24 0,2-1 8 0,-2-7 40 16,1-2 4-16,0-9-4 0,0 0 0 16,-4-5 0-16,4-8 4 0,-4-3-4 15,0-6-8-15,-1-7-92 0,-2 1-8 16,-1-7 0-16,4 0-28 0,-8-3-12 15,4 0-316-15,-1 0-36 0,-3 0-104 16,0-3-196-16,4-4-484 0,-4 1-524 16,0-1-1020-16,0-11-3777 0</inkml:trace>
  <inkml:trace contextRef="#ctx0" brushRef="#br1" timeOffset="68209.782">7295 4956 9580 0,'0'0'1741'16,"0"0"-853"-16,0 0-160 0,0 0 584 15,0 0 112-15,0 0-268 0,0 0-420 16,0 0-352-16,0 0-152 0,0 0 64 16,32 79 0-16,-17-47 12 0,5 6-24 15,1 4-40-15,-2 2-60 0,1 3-88 16,-3 7-96-16,-6 1 0 0,5 1-4 15,-8 2-44-15,4-4 0 0,-4-10-76 16,-5-12 64-16,6-7-88 0,-1-12-24 0,-4-3-108 16,3-10-188-16,6 0-460 0,-5-10-256 15,3-9-516-15,-2 0-1140 0,3-19-3709 0</inkml:trace>
  <inkml:trace contextRef="#ctx0" brushRef="#br1" timeOffset="68482.932">7669 5084 9672 0,'0'0'1881'16,"0"0"-1481"-16,0 0-40 0,0 0 328 15,0 0 140-15,-91 84-92 0,75-58-244 16,0 0-264-16,4-1-172 0,0 0-56 16,4-3-140-16,0 0 40 0,8-2 100 15,0-4 184-15,0-5 4 0,8 3-24 0,0-1 60 16,8 0 104-16,-4-1 200 0,8-2 32 15,-1-1 84-15,1 1 24 0,5-4-176 16,-1-3-220-16,-1 3-76 0,-7-2-64 16,5-4-44-16,-6 3-88 0,1-3-64 15,-4 0-24-15,-1 0-48 0,2 0-392 0,2-10-296 16,-2 1-356-16,-1-1-628 16,-5-2-2088-16,2-8-3237 0</inkml:trace>
  <inkml:trace contextRef="#ctx0" brushRef="#br1" timeOffset="68723.07">7825 5172 11685 0,'0'0'2020'16,"0"0"-1220"-16,0 0 8 0,0 0 440 0,80-4-32 15,-57-5-188-15,1 0-316 0,4-1-236 0,4-2-160 16,-4-2-120-16,0 3-132 16,0-3-64-16,0 2-88 0,-4-1-180 0,-5 0-344 15,1 0-284-15,-4 4-364 0,-4-4-532 16,0 7-1036-16,-8-1-2881 0</inkml:trace>
  <inkml:trace contextRef="#ctx0" brushRef="#br1" timeOffset="69031.72">8064 4861 2752 0,'0'0'9729'0,"0"0"-8185"0,0 0-1252 16,0 0 288-16,0 0 820 0,0 0 20 0,0 0-492 15,88 28-560-15,-60-19-208 16,0 2 12-16,-1 1 0 0,5-5-124 0,-5 1-24 16,1 3-24-16,-3-2-48 0,-5-4-16 15,-9 9 4-15,1-1-100 0,-3 6-12 16,-9 3-96-16,0 6 120 0,-9 4 24 16,-3 0 36-16,-3 0 40 0,-1 0 0 15,-1-7-28-15,2-6-12 0,-2-3-344 0,2-7-348 16,-1-6-312-16,4-3-396 0,0 0-1436 15,0-22-3369-15</inkml:trace>
  <inkml:trace contextRef="#ctx0" brushRef="#br1" timeOffset="69256.277">8406 4702 6320 0,'0'0'7497'0,"0"0"-6233"0,0 0-356 0,0 0 156 16,76 9-132-16,-52-9-192 15,0-9-320-15,0-1-300 0,4 2-120 16,-5-9-48-16,1 4-356 0,4-3-228 0,-7 1-232 16,-2 2-752-16,-3 0-868 0,-8 7-2461 15,-4-1-1455-15</inkml:trace>
  <inkml:trace contextRef="#ctx0" brushRef="#br1" timeOffset="69429.72">8629 4705 7628 0,'0'0'3953'0,"0"0"-3109"15,-4 67 12-15,4-36 896 0,0 4 332 16,0 4-304-16,4 1-384 0,0-1-468 0,0 2-271 16,1 0-73-16,-1-2-248 15,0-5-212-15,-1-5-124 0,-3-8-36 0,0-4-88 16,4-4-188-16,-4-7-200 0,0-2-145 15,0-2-255-15,0-2-264 0,0 0-888 16,-4 0-904-16,4-2-1873 0,-7-5-1031 0</inkml:trace>
  <inkml:trace contextRef="#ctx0" brushRef="#br1" timeOffset="69556.218">8605 5092 8080 0,'0'0'2885'0,"0"0"-1149"16,0 0-96-16,0 0-76 0,0 0-260 15,0 0-288-15,76-69-228 0,-51 53-260 16,-6-6-188-16,9-2-340 0,-4 3 0 15,0-5-404-15,-5 1-320 0,-2 3-76 16,-2 0-308-16,-2-3-548 0,-9 8-1372 16,-1-8-3649-16</inkml:trace>
  <inkml:trace contextRef="#ctx0" brushRef="#br1" timeOffset="69802.72">8287 4438 6612 0,'0'0'6061'16,"0"0"-4889"-16,0 0-448 0,0 0 788 16,0 0 12-16,0 0-512 0,91-25-420 15,-63 19-248-15,4-5-124 0,0-3-72 16,4 0-100-16,3-5-48 0,2-2 0 0,-2-2-268 15,-3 2-544-15,-4-6-396 16,-4 5-224-16,-8 6-588 0,4-7-3133 0</inkml:trace>
  <inkml:trace contextRef="#ctx0" brushRef="#br1" timeOffset="70893.692">8988 4013 7868 0,'0'0'2708'16,"0"0"-807"-16,0 0-357 0,32 71 184 16,-20-43-88-16,0 2-600 0,0 6-352 0,-1-1-196 15,2 3-100-15,2 6 0 16,-2 3-76-16,2 7-48 0,-2 7-36 15,-2 6-76-15,1 10-68 0,1 1-40 0,-6 9-40 16,1 1-8-16,-4 5-44 0,5-5-4 16,-6-6-76-16,-3-5-108 0,8-10-36 15,-4-11-72-15,0-1-344 0,0-11-16 16,4 1-40-16,-4-8-88 0,0-1-648 0,-4-11-936 16,0-3-2209-16,0-5-1923 0</inkml:trace>
  <inkml:trace contextRef="#ctx0" brushRef="#br1" timeOffset="71709.143">7231 6435 7476 0,'0'0'1788'0,"0"0"-856"0,0 0 189 0,0 0 1223 16,0 0-928-16,79 0-396 0,-51 13-256 15,0 3-64-15,0 4-60 0,0 1-256 0,0 5-160 16,-4-1-68-16,-1 7-88 15,-2-1-60-15,-5 2 20 0,-4 1-24 0,-1-3-8 16,-2-1-40-16,-1-5-32 0,-4-3 76 16,-1-6 48-16,-3-7-44 0,0-2-4 15,0-4 0-15,0 0 0 0,0-3-160 16,0 0-12-16,-3-3-4 0,-5-3 128 16,0-7-184-16,-1-3 68 0,2-6-20 15,-1-7 84-15,-1 1-36 0,5-3 76 16,1-1-36-16,3 2 92 0,3 5 8 15,1 3 32-15,9 3 76 0,-2-1-112 0,2 6-52 16,2-3-124-16,2 4-48 0,-2 1-172 16,2-1-384-16,-2 0-416 0,5 1-852 15,-8-1-949-15,8 3-2903 0</inkml:trace>
  <inkml:trace contextRef="#ctx0" brushRef="#br1" timeOffset="72038.876">7804 6080 9368 0,'0'0'4245'0,"0"0"-3229"0,0 0-284 15,0 0 464-15,0 0 156 0,0 0-304 16,0 0-420-16,0 0-324 0,0 0-68 15,0 0 104-15,0 0 64 0,52 63-16 16,-31-31-84-16,-6 0 37 0,5 6-49 16,1 3-136-16,-2 4-32 0,1-1-64 15,-4 7-60-15,0 3 0 0,-1 0-4 16,2-3-8-16,-6-4-88 0,2-6-8 0,-5-5-172 16,3-9-21-16,-2-4-27 0,-1-7-76 15,-4-3-84-15,3-7-148 0,-3-3-136 16,1-3-460-16,-5 0-1232 0,0-3-2949 15,0-13-3599-15</inkml:trace>
  <inkml:trace contextRef="#ctx0" brushRef="#br1" timeOffset="72249.286">8187 6489 13981 0,'0'0'2848'0,"0"0"-1952"0,0 0-464 16,0 0 444-16,0 0 484 0,0 0-264 16,84-9-391-16,-57-1-353 0,-3-1-184 15,4-3-96-15,0-2-72 0,0 0 0 16,-3 0-312-16,-6 0-345 0,-3 7-195 0,0 0-112 16,-8 2-384-16,-4 7-1192 15,-4 0-3045-15,0 0-3839 0</inkml:trace>
  <inkml:trace contextRef="#ctx0" brushRef="#br1" timeOffset="72440.826">8307 6597 11249 0,'0'0'2788'0,"0"0"-1524"0,0 0-268 16,12 89 596-16,-9-60-16 0,1-3-436 15,0-1-716-15,1-3-424 0,-1 0-12 16,-4 0-256-16,0 0-328 0,0-3-288 15,0-3-296-15,0 1-576 0,0-12-540 16,-4 1-608-16,4-6-1629 0,-5 0-1095 0</inkml:trace>
  <inkml:trace contextRef="#ctx0" brushRef="#br1" timeOffset="72567.221">8335 6804 704 0,'0'0'7508'16,"0"0"-5476"-16,0 0-527 0,0 0 223 0,0 0-204 15,79-54-228-15,-62 47-360 0,-2-2-180 16,-2 3-224-16,2 0-280 0,-7-1-252 15,4 1-232-15,-4 2-388 0,-4 4-284 16,0 0-352-16,0 0-560 0,-4 4-960 16,0 4-2169-16,0 11-1139 0</inkml:trace>
  <inkml:trace contextRef="#ctx0" brushRef="#br1" timeOffset="72723.496">8403 6982 9912 0,'0'0'2741'0,"0"0"-1761"16,0 0-356-16,0 0 236 0,0 0 424 0,0 0 84 15,0 0 52-15,0 0-344 0,0 0-488 16,0 0-248-16,87-10-132 0,-67-3-112 16,-4-3-96-16,3-3-272 0,-2 1-288 15,3-4-296-15,-5-3-296 0,2-2-772 16,-2 8-1908-16,2-12-2925 0</inkml:trace>
  <inkml:trace contextRef="#ctx0" brushRef="#br1" timeOffset="72980.761">8674 6343 11489 0,'0'0'6592'0,"0"0"-5880"0,0 0-660 0,0 0 228 15,0 0 580-15,83-9 360 0,-63 6-431 16,4 0-473-16,4-3-156 0,-5-1-76 16,-3 3-84-16,5-2-48 0,-10 4-184 0,-2-3-325 15,-2 5-247-15,-3-2-224 0,-3 2-668 16,-5 0-1264-16,4 2-2861 0,-8 9-2303 0</inkml:trace>
  <inkml:trace contextRef="#ctx0" brushRef="#br1" timeOffset="73140.507">8725 6569 10965 0,'0'0'3008'0,"0"0"-1920"15,0 0-296-15,0 0 824 0,0 0 64 0,0 0-444 16,0 0-544-16,80-13-360 0,-56 4-196 16,-1-4-136-16,1 1-400 0,0-5-600 15,1 4-400-15,-10 7-892 0,5-7-3697 0</inkml:trace>
  <inkml:trace contextRef="#ctx0" brushRef="#br1" timeOffset="73446.66">9159 6280 14469 0,'0'0'2204'15,"0"0"-1572"-15,0 0-320 0,0 0 184 16,80-16 352-16,-60 6 404 0,0 1-496 15,0-4-380-15,-5 0-352 0,2 1-24 16,-2-4-240-16,-6 6-408 0,2-2-172 0,-3 2-320 16,-3 1-820-16,-1 2-2568 15,-4 0-3477-15</inkml:trace>
  <inkml:trace contextRef="#ctx0" brushRef="#br1" timeOffset="73656.209">9351 6264 10468 0,'0'0'2989'0,"0"0"-1721"0,0 0-396 0,-5 70 568 16,5-41 196-16,0 2-336 0,0 1-324 16,0 6-248-16,5 1-203 0,3-1-149 15,-1-1-88-15,1-5-152 0,5-10-88 16,2-2 36-16,2-13-36 0,2-5-48 16,9-2-72-16,0-9-280 0,0-14 52 0,4-6 32 15,-1-12-85-15,1-3-279 16,0-10-428-16,4 0-648 0,-12 13-2112 0,8-27-3917 0</inkml:trace>
  <inkml:trace contextRef="#ctx0" brushRef="#br1" timeOffset="74424.215">9638 4673 12837 0,'0'0'1792'16,"0"0"-1592"-16,0 0 28 0,0 0 564 15,0 0 552-15,52-79-416 0,-41 60-448 0,1 3-232 16,0-3-76-16,-4 3-100 0,4 3-72 16,-4 4-56-16,0 5-32 0,-4 2 80 15,4 2-88-15,-4 2 96 0,4 14 12 16,-4 4 392-16,0 7-72 0,0 9-160 15,-4 5-52-15,0 7-104 0,0 6 44 0,-4 3-24 16,0 7-36-16,-4-1-8 0,4 7-32 16,0 0 40-16,4-3 96 0,-4-7-20 15,4-6 20-15,0-10 16 0,0-5-16 16,4-11-24-16,4-3 16 0,-4-3-28 16,4-2 36-16,-4 2 16 0,7-3-108 15,2 1 4-15,-2 1 40 0,6 2 72 16,2-1 4-16,-2 0-52 0,3 4 24 15,3-4-20-15,-3 0-76 0,4 0 0 16,1 3-12-16,-2 1-52 0,5 2 56 0,-8-3-4 16,4 7 12-16,-5 0 8 0,-2 6 40 15,-2 1 4-15,-2 2 80 0,-2 6 64 16,2 1-100-16,-5 3 25 0,-5 0 135 16,5-1-12-16,-4-2-76 0,0-1 48 15,1-5-92-15,-5 2-124 0,0-3-40 16,0-1 28-16,0-7-196 0,0-1-312 0,-5-3-209 15,1-7-175-15,0-6-184 0,0-10-824 16,0-6-2404-16,4-9-3789 0</inkml:trace>
  <inkml:trace contextRef="#ctx0" brushRef="#br2" timeOffset="162568.296">15188 3196 144 0,'0'0'9444'0,"0"0"-8204"0,0 0-519 0,0 0 215 15,0 0 304-15,0 0 52 0,0 0-288 16,0 0-176-16,0 71-68 0,3-27-276 16,1 14-16-16,-4 2-76 0,0 9-120 15,0 1 36-15,0 0-136 0,-4-3-112 16,1-1-60-16,-1-11-12 0,0-8 0 15,4-15-272-15,0-13-48 0,0-9-184 16,4-10-148-16,3-6-56 0,6-17-128 16,2-5-524-16,-2 2-1456 0,2-31-3805 0</inkml:trace>
  <inkml:trace contextRef="#ctx0" brushRef="#br2" timeOffset="162724.468">15017 3377 9564 0,'0'0'2985'16,"-56"68"-2433"-16,28-34-324 0,-4 4 256 0,0 8-40 16,0-13-232-16,8-3-212 0,4-11-280 15,12-10-572-15,8-9-220 0,0-3-845 16,8-10-1079-16,16-25-1820 0</inkml:trace>
  <inkml:trace contextRef="#ctx0" brushRef="#br2" timeOffset="162873.941">15268 3105 7416 0,'0'0'4973'0,"0"0"-4437"0,0 0 24 0,0 0 772 0,0 0-312 15,91 77-340-15,-68-59-204 0,5-2-292 16,4-3-184-16,0-1-48 0,9-2-540 16,-6-1-492-16,5-2-424 0,-4-4-796 0,-8 0-1985 15,7-3-2147-15</inkml:trace>
  <inkml:trace contextRef="#ctx0" brushRef="#br2" timeOffset="163282.352">15992 2969 928 0,'0'0'9736'0,"0"0"-7143"0,0 0-1777 16,0 0-616-16,0 0 208 0,0 0 496 15,0 0 364-15,-4 82-460 0,1-54-372 0,-1-2-152 16,4-1-88-16,-4 1-192 0,4-5-4 16,0-2-60-16,0-2-64 0,0-4-124 15,0-4-272-15,0-6-112 0,0 0-68 16,0-3-156-16,0 0-344 0,0 0-648 15,0-3-1325-15,0-9-3291 0</inkml:trace>
  <inkml:trace contextRef="#ctx0" brushRef="#br2" timeOffset="164270.267">16132 2796 1892 0,'0'0'8992'0,"0"0"-7627"0,0 0-649 0,0 0 300 16,0 0 160-16,0 0-28 0,0 0-100 15,0 0-356-15,0 0-248 0,-84-5-148 16,76 17-108-16,-4 6-92 0,0 6-36 15,-3 4-8-15,-1 3 44 0,0 2-8 0,0 1-52 16,-1-2-24-16,10 0-24 16,-5-3 60-16,8-4-36 0,4-6-12 0,0 0-40 15,0-6 40-15,8-4 0 0,0-2-80 16,4 0 36-16,4-1 44 0,0 0 8 16,-1 1-8-16,2-5 100 0,2 5-92 15,-3-2 28-15,4 6-36 0,-8-2-40 16,4 1 40-16,-8 2 100 0,-4-2-92 15,0-1-4-15,-4 4 0 0,0-1 140 16,-4 1 76-16,0 1-108 0,-8 0 12 16,0 3-64-16,-4-1-56 0,0-3 92 0,-4 0-92 15,5-1-4-15,2-6-8 16,2 1-136-16,-1-4-76 0,3-3-148 0,6 0-88 16,3-3-108-16,0-4-68 0,0-5-284 15,7-7-656-15,10-6-540 0,-6 4-1113 16,17-20-1579-16</inkml:trace>
  <inkml:trace contextRef="#ctx0" brushRef="#br2" timeOffset="164420.269">16303 3000 4832 0,'0'0'2616'15,"0"0"1389"-15,0 0-2801 0,0 0-260 16,0 0 8-16,12 89 32 0,-19-64 72 16,-6 1-24-16,5-1-264 0,-4 1-176 15,4-7-248-15,1 0-344 0,3-7-116 16,4-2-464-16,0-4-396 0,0-3-268 15,0-3-608-15,4 0-2209 0,-1-15-1711 0</inkml:trace>
  <inkml:trace contextRef="#ctx0" brushRef="#br2" timeOffset="164572.73">16303 2826 5440 0,'0'0'7593'0,"0"0"-6349"0,0 0-912 16,0 0 524-16,0 0 388 0,0 0-236 0,0 0-96 15,0 0-236-15,84-13-344 0,-68 16-332 16,0 2-36-16,4 2-136 0,-5 0-528 16,6 3-300-16,-6-1-432 0,-2-3-1284 15,-2 10-4757-15</inkml:trace>
  <inkml:trace contextRef="#ctx0" brushRef="#br2" timeOffset="164908.486">16566 3045 7036 0,'0'0'4697'16,"0"0"-3173"-16,0 0-1104 0,0 0 140 0,0 0 284 16,0 0-12-16,0 0-204 0,84-49-188 15,-72 49-120-15,-1 4-44 0,2 6-268 16,-5 3-8-16,-4 2 0 0,-1 4 0 15,-3 3 0-15,-3 1-88 0,-5 2 84 16,-4-3 0-16,0 4 4 0,0-1 64 16,-4 1-56-16,4-4 40 0,4-3 76 0,0-4 172 15,4-5 0-15,4-4 188 0,0-2-216 16,4-4-208-16,4 0 76 0,4-4 60 16,8-8-36-16,0-1-96 0,4-9-64 15,4 0-468-15,-4-4-208 0,4-2-116 16,0 5-104-16,-5-2-256 0,1 3-692 15,-4 3-1309-15,8-3-2571 0</inkml:trace>
  <inkml:trace contextRef="#ctx0" brushRef="#br2" timeOffset="165206.483">17025 3089 5064 0,'0'0'1744'0,"0"0"4461"0,0 0-5337 0,0 0-500 16,4 76 352-16,-1-66 276 0,5-8-208 15,1-2-388-15,2 0-152 0,10-12-36 16,2-7-212-16,1-6-312 0,4-4-432 0,0-6 88 15,0 4 0-15,-8-1-112 16,-4 7 208-16,-9 0 360 0,-3 8 200 0,-4 1 80 16,-8 3 276-16,-3 4-68 0,-9 2 56 15,-1 7 172-15,-2 0 124 0,-1 10 4 16,0 9-144-16,0 0-128 0,-4 9 124 16,5 2-52-16,2 1-76 0,1 4 100 15,1 0-64-15,6-3-108 0,6-4-112 16,-1-6-76-16,8 1 16 0,0-10-112 15,0-1-12-15,8-5 8 0,3-1-8 0,6-6-4 16,-1 0-60-16,3 0-412 0,2-6-320 16,10-4-340-16,5 1-344 0,7-2-412 15,-6 6 1324-15,27-15-2284 0</inkml:trace>
  <inkml:trace contextRef="#ctx0" brushRef="#br2" timeOffset="165937.465">18236 2438 1668 0,'0'0'8364'0,"0"0"-6803"0,0 0-741 0,0 0-116 16,0 0 312-16,0 0 136 16,0 0-132-16,0 0-320 0,0 0-328 0,0 0-200 15,0 0-32-15,-4-35-4 16,4 39-24-16,-4 5-112 0,0 10 48 0,-5 6 188 16,-2 13 20-16,-1 8-96 0,-4 4-84 15,0 4-64-15,-4 2 36 0,5 3-36 16,-6-1 160-16,5-3-12 0,4-8-84 15,1-7 20-15,6-12-88 0,5-6-8 16,0-9-56-16,0-4-104 0,0-6 64 16,5-3-40-16,3 0-100 0,-5 0-20 0,5 0 56 15,-4 0 76-15,5 0 28 0,-2 3-80 16,5 13 164-16,0 3 12 16,0 7 112-16,0 5 284 0,-4 5-188 0,0 2-156 15,0-4 192-15,-1-2 28 0,-2 0-112 16,-1-3-148-16,4-7 24 0,-4-7-36 15,0-2-256-15,3-6-288 0,-2-7-408 0,3 0-320 16,-4-3-568-16,3-3-2497 0,2-17-3387 0</inkml:trace>
  <inkml:trace contextRef="#ctx0" brushRef="#br2" timeOffset="166487.29">18801 2333 940 0,'0'0'7248'0,"0"0"-5316"16,0 0-683-16,0 0-273 0,0 0 160 16,0 0 108-16,0 0-12 0,0 0-164 15,0 0-460-15,0 0-372 0,13 19 72 16,-6 10 236-16,1 9-76 0,1 6-112 0,-2 7-16 15,1 6-80-15,-4 7 204 0,0-1 84 16,-4 8-332-16,0-8-68 0,0-3-100 0,0-6-44 16,-4-6-4-16,4-10-120 0,0-6-172 15,0-14-52-15,4-5-192 16,5-10-208-16,2-3-276 0,5-6-744 0,-8-4-916 16,16-21-3977-16</inkml:trace>
  <inkml:trace contextRef="#ctx0" brushRef="#br2" timeOffset="166771.265">19311 2521 2752 0,'0'0'10445'0,"0"0"-9161"0,0 0-828 16,0 0 84-16,-87 37 24 0,51-14-72 16,-4 3 96-16,5-1-16 0,-2 3-216 0,5 1-244 15,4-1-108-15,5 1 0 16,3 0-4-16,8-4-12 0,0-4-24 0,8-1 36 15,4-1 148-15,0-3 100 0,4 3 32 16,4-3 176-16,4 0 168 0,3-3-180 0,9 3-128 16,1-3-24-16,3-5 72 0,0-1 64 15,3 0-115-15,5-4-225 0,-4-1 32 16,4-2-84-16,-5 0-36 0,1-5-204 16,-4-4-309-16,0-2-231 0,-4 3-144 15,0-9-216-15,-4 4-692 0,-8 1-960 16,4-11-3513-16</inkml:trace>
  <inkml:trace contextRef="#ctx0" brushRef="#br2" timeOffset="166924.248">19555 2603 6644 0,'0'0'8065'0,"0"0"-6909"15,0 0-324-15,0 0 248 0,0 0-152 16,0 0-204-16,0 0-392 0,0 0-332 15,0 0-60-15,0 0-508 0,56 67-380 0,-53-61-364 16,1 0-904-16,-4 1-3381 0</inkml:trace>
  <inkml:trace contextRef="#ctx0" brushRef="#br2" timeOffset="167076.933">19590 2921 496 0,'0'0'14269'0,"0"0"-12057"0,0 0-1876 16,0 0 108-16,0 0 136 0,0 0 64 15,0 0 188-15,52 67-316 0,-40-67-324 16,4 0-192-16,0-6-204 0,4-1-396 0,-1-3-336 16,5 1-336-16,4-1-1096 0,-7 1-3657 15,11-1-1155-15</inkml:trace>
  <inkml:trace contextRef="#ctx0" brushRef="#br2" timeOffset="167894.099">19873 2416 5520 0,'0'0'6961'16,"0"0"-5265"-16,0 0-872 0,0 0 216 0,0 0 400 16,0 0-32-16,92-16-316 0,-61 10-264 15,-3 0-268-15,4-1-216 0,0-3-139 16,0 4-121-16,-4-1-40 0,0-2-44 16,-4 4-148-16,0-6-241 0,-5 5-255 0,2-4-284 15,-10 4-200-15,2 3-592 0,-9 3-1188 16,-4 0-2881-16,0 0-1519 0</inkml:trace>
  <inkml:trace contextRef="#ctx0" brushRef="#br2" timeOffset="168057.435">20140 2421 2672 0,'0'0'8637'0,"0"0"-6981"16,-11 81-764-16,6-44 96 0,1 5 216 16,4 3 212-16,-4-1-156 0,4-3-288 15,0 0-240-15,0-5-304 0,0-5-236 16,0-2-152-16,4-7-40 0,0-6-196 15,1-4-84-15,-1-2-184 0,-1-4-236 0,5 1-232 16,-4-5-420-16,-4-2-756 0,0 4-2541 16,0-4-1915-16</inkml:trace>
  <inkml:trace contextRef="#ctx0" brushRef="#br2" timeOffset="168212.51">20148 2803 7220 0,'0'0'5961'0,"0"0"-4665"0,0 0-892 0,0 0 404 15,0 0 320-15,0 0-84 0,0 0-80 16,84 16-228-16,-64-16-408 0,3-3-328 16,5-6-60-16,4-4-404 0,-4-6-276 15,4 0-348-15,4-4-712 0,-12 4-2640 16,4-13-5277-16</inkml:trace>
  <inkml:trace contextRef="#ctx0" brushRef="#br2" timeOffset="168670.455">20758 2270 7504 0,'0'0'9125'0,"0"0"-8589"16,0 0-536-16,0 0-112 0,0 0 112 15,0 0 448-15,99-79-64 0,-79 59-196 16,5 7-164-16,-6 4-24 0,1 4-100 15,-8 5-48-15,0 0 148 0,-8 5 0 16,-4 9 208-16,0 4-60 0,-4 4 16 16,-8 7 44-16,0-1-60 0,-8 4 84 15,1 3-84-15,-2 1 48 0,6-5-24 0,-5-4-60 16,7 3 24-16,1-8 32 16,5 0-92-16,3-6 56 0,0 0-128 0,4 1 72 15,0-3-72-15,0 3 68 0,8 2 16 16,-4 0-16-16,3 3-60 0,1 0 60 15,1 3 64-15,2 1-40 0,-3-4 88 0,5 4-112 16,-2-5-72-16,2 2-4 0,-2-4-44 16,1 0 40-16,4-6 8 0,-4 6 0 15,4-3-12-15,-4 0 0 0,4-1 12 16,-4 5 48-16,-5-1-36 0,2 0-8 16,-5 2 92-16,-4 2-96 0,0-1-8 15,0-3 8-15,-9 3 8 0,2-2-8 16,-9-1-4-16,0-3-4 0,-5-1-196 15,2-4-140-15,-1-3-488 0,-4-2-740 16,5-1-2188-16,-9-5-5865 0</inkml:trace>
  <inkml:trace contextRef="#ctx0" brushRef="#br2" timeOffset="170253.484">20829 2695 104 0,'0'0'2336'0,"0"0"-2128"15,0 0-416-15,0 0-40 0,0 0 248 16,0 0 1616-16,0 0 364 0,0 0-1056 16,0 0-220-16,0 0-16 0,-11-6 100 15,11 3 56-15,0 3-20 0,0 0 1 16,0 0-65-16,0 0-108 0,0 0-12 16,0 3 72-16,0 0 8 0,0-3-92 0,0 6-88 15,0-2-132-15,-4-2-36 16,4 5-72-16,0-4-52 0,0 0 0 0,0 1 36 15,0-1-36-15,0 0 12 0,4 0 24 16,3 0-88-16,1 3-84 0,1 1-16 16,-2-1-24-16,5 0-72 0,1-1-12 0,2 1-112 15,-2-4-96-15,2 2-128 0,1-2-268 16,0 2-204-16,4-4-284 0,0 3-484 16,-4-3-1428-16,4 0-2397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8:26:09.513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4159 2421 1684 0,'0'0'11345'15,"0"0"-9721"-15,0 0-916 0,0 0 624 16,0 0 72-16,0 0-504 0,0 0-288 15,0 0-172-15,0 0-196 0,-67 33-72 0,63-8-12 16,0 7-4-16,-5 9 52 0,9 7-48 16,-4 9-88-16,4 13 24 0,0 3 28 15,4 6-12-15,5-2-108 0,2-1-4 16,6-10 4-16,-2-6-4 0,5-11 12 16,4-11-60-16,-4-13 24 0,4-6 24 0,0-10 68 15,4-5-64-15,-1-4 0 16,5-10 156-16,5-9 9 0,-2-3-109 0,1-10-60 15,0-3-181-15,3-5 33 0,-7-6-92 16,5 2-40-16,-5-7 120 0,0 0-256 16,-5-3-24-16,-7 1 88 0,-4 2 80 15,-4 3 4-15,-12 4-88 0,0 2 208 16,-8 3-48-16,-5 12 196 0,-2-2 96 0,-1 8 104 16,0 1-104-16,5 7 88 0,-6 4 248 15,6 5-4-15,-2 4-136 0,2 0-36 16,-1 4-120-16,-1 8-64 0,-2 1-68 15,2 6 56-15,-2 6-48 0,-1 0 76 16,4 11-76-16,-1 2 96 0,-2 6-60 16,2 7 52-16,2 10-4 0,3 5-84 15,-4 11-8-15,4 5 80 0,0 7-20 16,4 6-52-16,1-3-8 0,-1 0-4 16,4 1-12-16,0-9 4 0,4 2 8 0,3-3 36 15,5-3-24-15,-4-8-4 0,0-5 136 16,4-9-132-16,-5-11 36 0,6-6 4 15,-5-12-52-15,-1-6-120 0,2-11 24 16,-5-5-172-16,4-5-96 0,-4-2-40 0,-1-7 24 16,6-7 28-16,-5-12-140 0,4-13-320 15,-1-11-352-15,-3-10-604 0,0 6-1264 16,1-39-3597-16</inkml:trace>
  <inkml:trace contextRef="#ctx0" brushRef="#br0" timeOffset="269.256">4892 2333 9940 0,'0'0'6457'0,"0"0"-5473"0,0 0-772 0,0 0 504 15,0 0 872-15,0 0-456 0,0 0-560 16,0 0-255-16,0 0 71 0,79 0 168 16,-47 0-144-16,5 0-264 0,3 0-76 15,-1 0-68-15,2 0-4 0,-2-3-12 16,1-3-76-16,-1-1-404 0,2-2-308 16,-5-1-101-16,-1-2-419 0,-3 2-1240 15,-8 1-2892-15,-5-7-4513 0</inkml:trace>
  <inkml:trace contextRef="#ctx0" brushRef="#br0" timeOffset="466.974">5506 2051 3588 0,'0'0'11605'0,"0"0"-10625"0,0 0-800 0,0 0 792 15,-4 73 608-15,0-41-572 16,4 6-472-16,-5 3-328 0,2 3-12 0,3 10-124 15,-4 4-72-15,0 2-292 0,-4 6-100 16,-1 5-440-16,2-2-188 0,3-2-344 16,4-3-960-16,0-20-3545 0</inkml:trace>
  <inkml:trace contextRef="#ctx0" brushRef="#br0" timeOffset="702.95">5832 2889 14397 0,'0'0'2592'0,"0"0"-2256"15,-55 82 220-15,39-37 716 0,-8 9 132 16,8 6-332-16,7 4-51 0,2-1-465 0,7 1-252 16,0-3-16-16,4-5-156 15,8-2-120-15,4-6-8 0,4-11-4 0,0-7-64 16,3-11-68-16,5-4-304 15,0-8-132-15,4-7-36 0,4 0-137 0,0-13-295 16,-4-6-828-16,-9-1-2952 0,5-17-3929 0</inkml:trace>
  <inkml:trace contextRef="#ctx0" brushRef="#br0" timeOffset="886.718">6127 3051 14321 0,'0'0'3200'0,"0"0"-2100"0,0 0 252 16,107 31 256-16,-62-24-431 0,-2-7-401 16,6 0-124-16,3-7-388 0,-1-5-264 15,5-4-4-15,0-3-356 0,0 0-244 16,-5-3 12-16,-3-1-344 0,-8 4-257 0,-9 0-1827 16,-10 9-3072-16,-17 4-2769 0</inkml:trace>
  <inkml:trace contextRef="#ctx0" brushRef="#br0" timeOffset="1058.751">6470 3251 8596 0,'0'0'6725'0,"0"0"-4893"16,-15 93-928-16,10-60 624 0,1 6 228 0,4-4-323 16,0-7-489-16,0-2-484 0,0-8-460 15,9-1 0-15,6-5-256 0,-4-1-348 16,10-6-96-16,3-5-125 0,4 0-3 15,-4-5-688-15,-5-6-2560 0,5-18-2969 0</inkml:trace>
  <inkml:trace contextRef="#ctx0" brushRef="#br0" timeOffset="1299.986">7155 2816 16457 0,'0'0'2588'0,"0"0"-1988"15,0 0-148-15,32 76 636 0,-20-47 405 16,4 2-489-16,0 1-616 0,8 3-196 16,-1 3 36-16,5 3-144 0,-7 5-84 15,-6-2-128-15,-6 3 8 0,-9 4-48 16,0 0-208-16,-17 3 40 0,-2 0-16 16,-9-4 72-16,-4-3-32 0,-4-5 68 15,0-7 76-15,4-9-125 0,0-7-107 16,4-13-88-16,13-6-380 0,-2-10-1220 15,17-27-4012-15</inkml:trace>
  <inkml:trace contextRef="#ctx0" brushRef="#br0" timeOffset="1472.951">7928 3054 1668 0,'0'0'14113'0,"0"0"-11697"0,0 0-1808 15,88 3 64-15,-57-9-20 0,1 3-276 16,0-4-276-16,5-2-100 0,2 3-392 16,1-7 124-16,0 3-984 0,-9 3-1092 15,-10 2-2988-15,-21 5-3049 0</inkml:trace>
  <inkml:trace contextRef="#ctx0" brushRef="#br0" timeOffset="1633.45">7832 3337 13877 0,'0'0'4704'0,"0"0"-4248"0,0 0 120 16,0 0 696-16,0 0-115 0,105-7-337 15,-70-6-272-15,5-2-276 0,4-1-272 16,-4-3-412-16,-1 0-372 0,1 3-337 0,-3 0-719 16,-9 7-3356-16,23-2-7061 0</inkml:trace>
  <inkml:trace contextRef="#ctx0" brushRef="#br0" timeOffset="2432.977">10598 2021 6140 0,'0'0'2052'16,"0"0"2017"-16,0 0-3365 0,-21-88-196 16,18 63 672-16,-5 0 92 0,8-1-80 15,-4 7-336-15,0 7-80 0,4 2 12 16,-4 1-140-16,4 4-124 0,0 5-72 15,0 0-40-15,-4 0-119 0,4 5-109 0,-4 4-172 16,-4 10 0-16,0 9 132 0,-8 17 48 16,-4 12-20-16,-4 19-52 0,-4 10-36 15,-7 13-84-15,-1 8-4 0,-8 8 0 16,4 6-56-16,-3-4-24 0,6-3-24 0,10-16-136 16,7-14 4-16,3-21 56 15,13-16 135-15,4-18 1 0,0-13-52 0,4-9-152 16,9-7-140-16,2 0 4 15,5-11 44-15,5-1 124 0,-2-4 112 0,1 3 104 16,0 3 0-16,0 7 0 0,0 3 4 16,-5 3 48-16,2 13 124 0,-1 9 12 15,-1 8 228-15,-2 7-56 0,-2 9-88 16,2 4-40-16,-2 1 29 0,1 4-49 16,-4-1-76-16,-4 3-132 0,0 1-4 15,-4 2 0-15,-4-2-92 0,0-2-525 16,0-4-267-16,0-8-80 0,0-6-272 0,0-9-952 15,-4-7-2536-15,4-5-4501 0,-8-8 7061 0</inkml:trace>
  <inkml:trace contextRef="#ctx0" brushRef="#br0" timeOffset="4833.298">11127 2521 6368 0,'0'0'7425'0,"0"0"-6021"15,0 0-1164-15,0 0 312 0,0 0 712 16,0 0-28-16,88 28-348 0,-56-14-360 16,9 0-152-16,-2 9-8 0,5 3-100 0,-4 2-48 15,0 7-16-15,-1 3-68 0,-7 6-4 16,-4 6-72-16,-4 5 28 0,-5 6 57 16,-2-4-137-16,-9 0 64 0,-5-3-60 15,-3-3 24-15,0-11-36 0,0-1-12 0,-3-10 8 16,-5-4 4-16,0-5 0 15,-1-6 8-15,-2-3-8 0,-1-8-76 0,-4 0-57 16,0-3 85-16,0-3 44 0,1-7-4 16,-2-8-92-16,2-5 16 0,-2-12-60 15,2-3 44-15,6-10-44 0,5 0-148 16,4 1 192-16,0 3-92 0,13 0 44 16,2 2 64-16,6 0 84 0,2 1-4 15,1 3 4-15,8-4 4 0,0 4 68 16,-1 3 4-16,6 4-76 0,-5-1-108 15,-5 7-148-15,1 0-456 0,-4 5-172 0,0 5-440 16,-4 3-1124-16,-8 1-3165 16</inkml:trace>
  <inkml:trace contextRef="#ctx0" brushRef="#br0" timeOffset="5027.11">12179 2676 9880 0,'0'0'6505'0,"0"0"-5397"0,0 0-552 15,0 0 652-15,0 0 164 0,0 0-340 16,69 70-579-16,-58-60-365 0,1-1-88 16,0 1-232-16,0-1-313 0,-3 3-431 15,-2 2-444-15,-3-8-1284 0,-4 13-3813 0</inkml:trace>
  <inkml:trace contextRef="#ctx0" brushRef="#br0" timeOffset="5185.976">12184 3023 5852 0,'0'0'588'0,"0"0"4069"16,0 0-2877-16,0 0 392 0,0 0-24 16,0 0-344-16,32 69-764 0,-17-63-488 0,-2 1-272 15,6-7-136-15,9 0-144 0,4-10-400 16,4-9-444-16,4-3-408 0,3-4-548 15,-7 5-3068-15,9-17-6437 0</inkml:trace>
  <inkml:trace contextRef="#ctx0" brushRef="#br0" timeOffset="5468.534">12825 2098 5612 0,'0'0'6869'0,"0"0"-5553"16,0 0-24-16,0 0 604 0,31 96-212 15,-18-52-252-15,2 7-344 0,6 9 41 0,-5 10-305 16,-1 6-220-16,2 10-12 0,-6 6-208 16,-3 6-152-16,-4 4-28 0,0 2-108 15,-4-2-24-15,0-6-72 0,-4-7 0 16,0-13-132-16,4-13-120 0,0-15-160 15,8-13-228-15,8-19 12 0,1-13 12 16,2-13-88-16,5-18-281 0,4-16-567 0,-4 3-1092 16,8-39-3517-16</inkml:trace>
  <inkml:trace contextRef="#ctx0" brushRef="#br0" timeOffset="5766.522">13518 2482 9308 0,'0'0'6837'0,"0"0"-5797"16,0 0-952-16,-99 57 36 0,58-27 236 16,-6 1 100-16,3 4-192 0,4 0-240 15,1-1-28-15,3 1-12 0,4 7-140 16,0-2-56-16,4-1-188 0,4-1 212 16,8-6 184-16,8-4 4 0,4-9 68 0,4 0-68 15,0-2 220-15,4-4 36 16,9-1 108-16,2 1-44 0,5 3 104 0,8-4 368 15,-5 4 132-15,5-3-212 0,4 2-167 16,0-5-53-16,0 3 12 0,0-3-204 16,4-3-220-16,4-1-84 0,-4-4-64 15,7 4-480-15,1-1-184 0,4 1 183 16,0-3-271-16,-5 2-796 0,2-1-2208 16,-6-1-2101-16,-11-3-3563 0,12 0 9393 0</inkml:trace>
  <inkml:trace contextRef="#ctx0" brushRef="#br0" timeOffset="6036.526">14092 2807 3392 0,'0'0'12181'16,"0"0"-10689"-16,0 0-1092 0,0 0 404 16,96 19 684-16,-57-13-60 0,10-3-215 15,2 0-461-15,9-3-352 0,3 0-112 16,5 0-92-16,0-3 32 0,-4-4-228 16,4-5-24-16,-9-8-292 0,1-1-300 15,-4-5-192-15,-8-2-177 0,-9-1-587 0,-11 7-2212 16,-8-13-3117-16</inkml:trace>
  <inkml:trace contextRef="#ctx0" brushRef="#br0" timeOffset="6253.512">14897 2391 4680 0,'0'0'10365'0,"0"0"-8557"16,0 0-1220-16,0 0 228 0,0 0 608 15,0 0 44-15,88 82-167 0,-69-57-541 16,1 4-348-16,-4 2-76 0,-4 2-140 15,0 2-188-15,-8 2 4 0,-4 4-12 16,0 4-48-16,-8 0-196 0,-7 2-20 16,-6 1-76-16,-3 0 16 0,-4-8-40 15,-3 6-60-15,3-9-41 0,-4-2-127 16,0-7-216-16,8-2-552 0,1-6-956 0,6-7-2136 16,6-7-3773-16</inkml:trace>
  <inkml:trace contextRef="#ctx0" brushRef="#br0" timeOffset="6956.848">15678 2407 7096 0,'0'0'4457'0,"0"0"-2281"0,0 0-924 15,0 0-444-15,0 0 296 0,0 0 344 16,0 0-80-16,103 12-232 0,-59-10-224 0,4 3-319 16,8-3-133-16,-4-2-108 0,4 0-84 15,-5 0-124-15,-3-7-36 0,-5 2-108 16,-2-4-8-16,-5-2-308 0,-5 3-324 15,-3-6-184-15,-8 5-5 0,-4-4-95 16,-4 5-488-16,-8 1-1288 0,-4 0-2076 16,0 4-2753-16,-12 0 4361 0</inkml:trace>
  <inkml:trace contextRef="#ctx0" brushRef="#br0" timeOffset="7183.176">16037 2419 5288 0,'0'0'260'16,"0"0"5157"-16,0 0-3937 0,-36 83-168 15,31-46 168-15,1 5 56 0,0 9-208 0,1 6-148 16,-1 3-124-16,4 7-84 16,-8 3-291-16,8-4-245 0,-9 5-108 0,5-8-60 15,-3 0-124-15,3-5-140 0,-4-11 0 16,3-6-8-16,5-9-52 0,0-13-16 16,0-2-208-16,5-11-216 0,-1 0-137 15,0-6-143-15,0 0-116 0,0-12-384 16,3-5-1068-16,-7-6-2656 0,5 5-2845 15,-5-14 4713-15</inkml:trace>
  <inkml:trace contextRef="#ctx0" brushRef="#br0" timeOffset="7349.654">15904 3003 3876 0,'0'0'5540'0,"0"0"-2655"0,0 0-1761 16,0 0-92-16,0 0 628 0,0 0-148 15,101 7-324-15,-78-7-380 0,9 0-208 0,1 0-184 16,2-3-208-16,-3-4-148 0,8-2-60 15,-5 0-244-15,1-4-268 0,5-4-164 16,-6 2-280-16,-3-5-580 0,-4 7-1500 16,0-5-3757-16</inkml:trace>
  <inkml:trace contextRef="#ctx0" brushRef="#br0" timeOffset="7705.681">15546 1898 9488 0,'0'0'5673'15,"0"0"-4349"-15,0 0-628 0,0 0 360 16,0 0 308-16,0 0-228 0,116 4-296 16,-65-4-267-16,9 0-221 0,0 0-88 15,4 0-104-15,3 0-88 0,-3-4-24 16,4 1 0-16,0-3-48 0,3 0-60 0,6-4-48 15,-10 0-292-15,5-2-268 0,-5-1-233 16,-3 1-199-16,-1-5-544 0,-14 8-2348 16,18-10-3253-16</inkml:trace>
  <inkml:trace contextRef="#ctx0" brushRef="#br0" timeOffset="8032.395">17391 1524 9824 0,'0'0'2101'0,"0"0"-57"0,0 0-48 16,0 0-136-16,16 83-540 0,-12-49-304 15,4 10 8-15,-4 4 289 0,4 10-345 0,3 2-220 16,6 3 36-16,-6 4-64 0,6 9-272 15,-2 6-124-15,-2 11-96 0,-2 8 192 16,1 7-156-16,1 9-168 0,-6 4-48 16,-3 3-40-16,0 3-8 0,-4-3-84 15,0-3-108-15,-4-1-120 0,-4-2-72 0,1-8 0 16,3-4-40-16,-5-12 40 0,9-10-24 16,0-18 80-16,0-11-20 0,9-20-244 15,-5-10-544-15,3-10-981 0,1-8-2431 16,1-10-3449-16</inkml:trace>
  <inkml:trace contextRef="#ctx0" brushRef="#br0" timeOffset="9099.77">18323 2152 1644 0,'0'0'1472'0,"0"0"6337"0,0 0-6321 15,0 0-480-15,0 0 212 0,0 0 304 16,0 0-124-16,84-72-252 0,-52 65-312 16,4 1-176-16,3 6-136 0,10 3-144 15,-6 9 32-15,1 4-35 0,4 7-49 0,-4 0-84 16,-4 4-16-16,-5 2-72 0,-3 3 16 16,-8 3-52-16,0 2-120 0,-4 5 0 15,0-4 0-15,-8 4-4 0,0-5-32 16,0 2 36-16,-5-8 0 0,-3 1-60 15,-4-6 56-15,0-4 0 0,0-7 4 16,0-2-96-16,-4-3-52 0,-3-4 16 0,-1-3 12 16,0-3-28-16,0 0 28 15,0-3-72-15,-4-6-53 0,0-7 73 0,-4-3 64 16,4-6-24-16,0 0 56 0,1-11-92 16,2 4 20-16,1 0 136 0,4 1-56 15,4-1 64-15,0 1 0 0,8-1-132 16,5-1-32-16,2 5 32 0,5 0-108 15,0 1-24-15,0 2-76 0,4 3-156 16,-5 4-352-16,2 1-436 0,-5 5-960 16,-4 2-632-16,-5 4-2545 0,6-3-567 0</inkml:trace>
  <inkml:trace contextRef="#ctx0" brushRef="#br0" timeOffset="9742.928">19511 1527 3588 0,'0'0'4644'0,"0"0"-1655"16,0 0-1069-16,0 0-304 0,8 99-220 16,-8-58 76-16,4 6-200 0,-4 8-316 15,0 2-172-15,0 6-176 0,0 4-72 16,-8 5-123-16,-1 11-37 0,-2 2-88 0,-6 5-8 16,2 5-64-16,-2-3-32 0,2 4-176 15,3-5 112-15,4-2-60 0,4 0-52 16,4-6 52-16,0-10-48 0,8-10 24 15,0-6-36-15,4-13-96 0,-4-6-144 16,0-8-76-16,4-5-120 0,-1-9-156 16,-2-4-77-16,3-2-147 0,-5-4-504 15,-3-6-1216-15,1 0-3240 0,-5-3-5073 0</inkml:trace>
  <inkml:trace contextRef="#ctx0" brushRef="#br0" timeOffset="10096.58">19690 2777 5548 0,'0'0'8613'0,"0"0"-6749"16,0 0-1172-16,0 0 340 0,80 14 536 15,-41-14-40-15,6 3-423 0,2-3-377 16,5 0-292-16,-5-3-148 0,-2-4-116 15,-2 0-160-15,-7-1-12 0,1-3-196 0,-6 2-260 16,-3-1-200-16,-1 1-169 16,-6 3-223-16,-10-4-544 0,-2 7-1472 0,-5-4-3305 15,-8 7-3010-15</inkml:trace>
  <inkml:trace contextRef="#ctx0" brushRef="#br0" timeOffset="10253.167">20028 2821 536 0,'0'0'10945'0,"0"0"-8861"15,-15 71-776-15,11-40 152 0,-5 9 120 16,5 4 24-16,1 3-336 0,3 1-356 16,-8 2-183-16,4-2-121 0,0-3-448 15,-5-4-160-15,2-6-240 0,3 0-320 16,-8-7-229-16,4 1-219 0,0-4-560 16,0-9-2608-16,-8 0-4509 0</inkml:trace>
  <inkml:trace contextRef="#ctx0" brushRef="#br0" timeOffset="10599.958">19905 3279 9428 0,'0'0'6105'0,"0"0"-4565"0,0 0-460 0,0 0 484 16,95 0-124-16,-63 0-179 16,5 0-365-16,-1 0-436 0,7 0-256 0,-4-6-204 15,2 0-204-15,-5-1-352 0,-4 1-192 16,-4 0-69-16,-8 3-95 0,-5 3-580 15,-11 3-796-15,-4 6-836 0,-11 7-1221 16,-10 3 389-16,-11 3-668 0,-7 4 4144 16,-1-1 192-16,-4 1 288 0,1-4 1264 15,2 0 160-15,5-3 1296 0,4 0 2456 16,8-6-3119-16,9-1-377 0,3-1-244 16,12-3-344-16,0 2-136 0,0 0-144 15,12-1-112-15,-1 1 160 0,14-1-44 0,3-6-232 16,7 4-207-16,5-7-197 0,0 0-180 15,8-7-36-15,-4 2-389 0,-1-9-219 16,6 2-308-16,-6-2-188 0,5 0-1012 0,-12 3-2980 16,16-5-5533-16</inkml:trace>
  <inkml:trace contextRef="#ctx0" brushRef="#br0" timeOffset="10936.054">21427 2403 520 0,'0'0'10937'0,"0"0"-8141"0,0 0-1168 0,0 0-340 15,107 25 372-15,-58-15-152 0,-2-7-364 16,5 1-379-16,4-4-269 0,-4 0-204 16,-1-4-124-16,-2-2-72 0,-10-3-92 15,1 2-4-15,-5-2-108 0,-2 2-280 16,-10-2-192-16,1 6-209 0,-7-4-175 15,-9 7-716-15,-5 0-2604 0,-6 0-2753 0</inkml:trace>
  <inkml:trace contextRef="#ctx0" brushRef="#br0" timeOffset="11115.551">21650 2635 3676 0,'0'0'7665'0,"0"0"-5209"16,0 0-388-16,0 0 32 0,92 38-292 15,-56-32-392-15,12 1-371 0,-1-4-441 0,9-3-324 16,8-3-136-16,-4-7-144 0,7-3-328 16,-3-5-328-16,-1-6-257 0,6 3-255 15,-9-4-944-15,-17 6-3400 0,17-10-5297 16</inkml:trace>
  <inkml:trace contextRef="#ctx0" brushRef="#br0" timeOffset="11313.109">22718 2352 3556 0,'0'0'11973'0,"0"0"-9861"0,0 0-1456 16,0 0 244-16,0 0 920 0,96 58-251 0,-68-52-493 16,4-6-496-16,7 0-268 0,5 0-168 15,4-13-144-15,0 1-36 0,-1-5-252 16,-2-1-256-16,-2-1-240 0,-3-1-184 15,-4 5-385-15,-12-1-1111 0,-4 6-2952 16,-12-3-4289-16</inkml:trace>
  <inkml:trace contextRef="#ctx0" brushRef="#br0" timeOffset="11517.146">23020 2377 7096 0,'0'0'3192'15,"0"0"-879"-15,-47 71-1165 0,27-40 472 16,1 7 472-16,2 3-96 0,-3 4-444 15,8 3-479-15,1 3-249 0,2-1-4 16,1 1-204-16,8-3-256 0,0-7-188 16,4-6-100-16,13-6-60 0,11-8 0 15,11-7-12-15,5-5-192 0,11-9-36 16,5-4-204-16,4-15-256 0,0 0-292 0,4-9-225 16,-4 0-859-16,-13 5-2848 15,13-11-5429-15</inkml:trace>
  <inkml:trace contextRef="#ctx0" brushRef="#br0" timeOffset="12416.261">24029 1876 6584 0,'0'0'3204'0,"0"0"21"15,0 0-1445-15,0 0-748 0,0 0 96 16,0 0 200-16,0 0-344 0,0 0-236 0,99-28-332 16,-62 8-268-16,2 1-40 0,5-6-96 15,0-1 48-15,-4 1-60 0,3 0-8 16,-6 6-40-16,-2 0 40 0,-7 6-4 0,-8 4 0 16,0 2 0-16,-8 1 0 15,-4 3-36-15,-4 3 48 0,-4 0 0 16,4 0 48-16,-4 0-48 0,0 0 0 0,0 0-12 15,0 0 0-15,-4 0-88 0,4 6-32 16,-4 4 8-16,-4 5 124 0,0 11 196 16,-4 9 72-16,-8 10-36 0,0 2 48 15,0 7 208-15,-4 6 69 0,-4-2-145 16,0 2-84-16,4-6-76 0,1 0-32 16,3-3-64-16,3-7 12 0,6-6-120 15,3-6-48-15,4-7 0 0,4-2 0 16,0-4 0-16,0-7-108 0,0-5-48 0,0-1-24 15,0 0-64-15,4-6-32 0,-4 2-16 16,4 5 84-16,-4 0 112 0,8 3 84 16,-4-1 4-16,4 10 8 0,-4 0 128 0,4 3 56 15,-4 3 56-15,3 5 64 16,2 1-64-16,-1 4-56 0,3-3-76 0,-2 3-104 16,3 0-4-16,3-1-72 0,-2 5 12 15,2 2-24-15,-2 3 8 0,-6 1-8 16,1 6 24-16,-4-4-12 0,1 1-24 15,-5-1-12-15,-5 2-52 0,-3-2 76 16,-3 0-48-16,-2-2-8 0,1-3 136 16,1-9 8-16,-6 3-8 0,6-11-12 15,-9 0-260-15,4-5-89 0,-4-5-47 16,0-2 68-16,0-6-8 0,-4-2-100 16,0 2-84-16,0-7-164 0,1 0-240 15,-5 0-476-15,-4-3-876 0,-5-6-1681 0,9-1-2835 16,-23-12 4828-16</inkml:trace>
  <inkml:trace contextRef="#ctx0" brushRef="#br0" timeOffset="13602.688">24335 2400 1616 0,'0'0'772'0,"0"0"5744"0,0 0-4051 15,0 0-849-15,0 0-92 0,0 0-148 0,0 0-112 16,0 0-248-16,0 0-300 0,0 0-128 16,0 0-36-16,56 0 48 0,-44 0-76 15,1 0-76-15,-6 0-107 0,5 0-1 16,-3 0 36-16,2 3 12 0,-3-3-160 15,4 4-188-15,0-4-40 0,1 3-132 16,2-3-120-16,1 0-184 0,4 0-317 16,4 0-63-16,0 0-148 0,0-3-388 0,-5-1-868 15,-6 4-2808-15,-5-7-5645 0</inkml:trace>
  <inkml:trace contextRef="#ctx0" brushRef="#br0" timeOffset="14649.357">2821 5534 2980 0,'0'0'10837'0,"0"0"-9017"15,0 0-976-15,0 0-48 0,0 0 356 16,0 0-364-16,0 0-224 0,0 0 24 15,23 69 252-15,-11-21-368 0,0 6-312 16,-4 9 21-16,0 8-129 0,0 1-52 16,-4 2 0-16,4-8 0 0,-4-8-329 15,4-14-111-15,0-12-32 0,0-13-56 16,-1-7-80-16,-2-6-340 0,3-6-660 0,0-3-1068 16,-4-3-2157-16,-4-26-1463 0</inkml:trace>
  <inkml:trace contextRef="#ctx0" brushRef="#br0" timeOffset="14984.604">2932 5731 3648 0,'0'0'1040'0,"0"0"5349"0,-4-67-4553 16,8 51-400-16,0 3 40 0,-1 4-196 0,2 6-464 15,-1 3-356-15,4 3-324 0,-4 10 36 16,3 5 84-16,-3 14 100 0,-4 10-96 16,0 8-64-16,-4 4-64 0,-7 3-80 15,3-6 20-15,4-9-24 0,-1-7 136 16,5-10-184-16,0 0-4 0,5-3-4 15,3 3-4-15,4-2-60 0,0 0 8 16,7-5 60-16,6-2 4 0,-1 3-8 16,4-6 8-16,0 3 8 0,0-4 80 0,-5 1-88 15,-3 3-8-15,-5-4 8 0,-6 1 0 16,-1 4 60-16,-8-2 0 0,0 5 52 16,0-5-108-16,-12 7 8 0,-4-3 72 15,-4 1-72-15,0 2-4 0,-4-3 4 16,-4 0-12-16,0-1-60 0,0-1 12 15,0-1-12-15,5-3-88 0,3-7-144 16,0-3-176-16,4-3-96 0,4-9-212 0,4-7-352 16,4-7-860-16,8-5-1052 0,12-7-2457 15,0 6-827-15</inkml:trace>
  <inkml:trace contextRef="#ctx0" brushRef="#br0" timeOffset="15335.039">3402 6185 5916 0,'0'0'3052'0,"0"0"-495"0,0 0-1469 16,0 0 176-16,40 76 392 0,-40-48-16 15,-9 7-512-15,-6 0-168 0,3 0-188 16,-4 0-308-16,4-3-268 0,0-9-196 16,8-11-4-16,0-5-104 0,4-5-28 15,0-2-12-15,8 0-84 0,4-2 100 16,4-5 32-16,4 0 40 0,4 2 48 16,-1 1-76-16,2 4-80 0,3 4 8 15,0 8 36-15,0 3 124 0,0 10 8 16,-9 8-4-16,1 2 40 0,0 3 32 0,-8 4-76 15,4-2-88-15,-8 8 88 0,0-1 68 16,-8 4 16-16,0 3-8 0,-8-3 80 16,-8 3 64-16,-8-3 172 0,0 0-24 15,-7-7-136-15,-1-2-160 0,0-7-24 16,-4-10 0-16,8-6-40 0,0-7 48 0,4-9-56 16,8-3-4-16,0-8-12 0,5-12-56 15,-2-9-136-15,9-12-132 0,4-6-16 16,17-8-32-16,2-2-104 0,20-3 184 15,10 0-60-15,7 3-28 0,11-3-112 16,5-4-436-16,8 0-816 0,4 4-592 16,-21 16-1529-16,33-19-1799 0</inkml:trace>
  <inkml:trace contextRef="#ctx0" brushRef="#br0" timeOffset="15570.117">4737 6385 13357 0,'0'0'4596'0,"0"0"-4276"0,0 0-172 16,0 0 24-16,0 0 936 0,0 0 392 16,111 19-383-16,-63-26-293 0,8-9-292 15,4-2-256-15,4-9-220 0,-1-4-56 16,1-1-64-16,-8-2-356 0,-5-5-272 15,1 2-120-15,-12 2-513 0,-4-4-979 16,-16 14-3616-16,-8-19-5729 0</inkml:trace>
  <inkml:trace contextRef="#ctx0" brushRef="#br0" timeOffset="15765.666">5031 5896 10588 0,'0'0'4765'0,"-7"92"-4165"0,7-35 232 16,0 9 940-16,-4 11-32 0,4-1-484 0,-4 0-479 16,0-9-557-16,4-7-220 15,4-10-160-15,4-11-252 0,8-17-1 0,7-12 85 16,9-10-48-16,9-19-224 0,-2-14-304 16,9-11-836-16,-12 6-2712 0,11-35-4093 0</inkml:trace>
  <inkml:trace contextRef="#ctx0" brushRef="#br0" timeOffset="16182.678">5594 5385 14225 0,'0'0'2132'0,"0"0"-1984"0,0 72 276 16,-5-20 408-16,-3 11 724 0,1 7-16 16,-5 3-363-16,-1 9-449 0,6 5-244 15,-1-3-144-15,-1 5-160 0,5-6-88 16,1-10-92-16,3-13-8 0,12-11-100 0,4-15 12 15,4-9 0-15,-1-12-148 0,1-7-44 16,5-6 8-16,-6-3-60 0,5-9-48 16,-4-7 23-16,-1 0 113 0,2 0-4 15,-5 0 120-15,-4 8 64 0,-5 5-76 16,2 3-120-16,-1 3 268 0,0 3 64 16,-5 10 288-16,1-1 84 0,0 7-8 15,1 1-39-15,-1 2-49 0,-4-3-88 16,4 3-104-16,3-6-16 0,1 1-48 15,9-5 12-15,-2-6-36 0,9-3 36 16,0-3 76-16,0-6-76 0,4-7-96 0,4-2-216 16,-4-7-172-16,4 2 48 0,-4-2-156 15,-5 3-317-15,-3-1 69 0,-8 1 36 16,1-2-76-16,-6-2-672 0,-3 2-468 16,-4-2-60-16,0-2-60 0,-11 2 843 15,-2 5 1165-15,-2-2 36 0,-2 11 116 0,-2 6-116 16,2 3-544-16,-3 5-984 0,5 12-2384 15,3-1-712-15,0 0 4593 0</inkml:trace>
  <inkml:trace contextRef="#ctx0" brushRef="#br0" timeOffset="17088.806">6079 6128 508 0,'0'0'8960'0,"0"0"-6743"16,0 0-1381-16,0 0-148 0,0 0 12 16,0 0 528-16,0 0-284 0,0 0-252 15,0 0-284-15,-47 69 40 0,47-37 148 16,0 3 44-16,4 4-76 0,0-2-60 16,3 4 44-16,-3 0-232 0,5 1-72 15,-1-7 12-15,3-3-72 0,2-10-100 0,-2-3 0 16,10-6-20-16,-2-7-52 0,5-6 48 15,4-3-60-15,8-16-296 16,4-3-360-16,0-8-224 0,3-1-128 0,-2-3-248 16,-2 1-1036-16,-11 8-2457 0,0-3-3363 15</inkml:trace>
  <inkml:trace contextRef="#ctx0" brushRef="#br0" timeOffset="17460.128">6462 6140 3392 0,'0'0'9849'0,"0"0"-8173"0,0 0-1112 16,-4 73 396-16,1-41 776 0,-6 3-172 15,5 0-404-15,4-3-480 0,0-4-351 0,0-6-221 16,0-6-44-16,8 0-52 0,4-10-4 15,4 1-8-15,4-7 0 0,4 0-44 16,0-10-225-16,8-9-95 0,-5 0-64 16,1-3-84-16,-8 0 48 0,1 0 12 15,-6 3-16-15,-7 2 52 0,-3 5-4 0,-5 2 0 16,0 4 360-16,-13-1 60 0,-6 2 124 16,-5 1 12-16,-8 1 100 0,-4 3 60 15,-1 0-12-15,5 9 12 0,4 4-64 16,2 0-24-16,5 5-48 0,1-1-88 15,8-1-72-15,1-4-160 0,2 1-268 16,5-3-384-16,4-4-376 0,0-3-1388 16,0-3-3065-16,4 0-3382 0</inkml:trace>
  <inkml:trace contextRef="#ctx0" brushRef="#br0" timeOffset="17699.941">6861 6070 6716 0,'0'0'6209'15,"0"0"-4757"-15,0 0-1048 0,0 0-64 16,28 80 552-16,-28-49 784 0,0 1-332 0,-4 0-412 16,-1 3-408-16,1-4-180 0,4 5 20 15,-4-8-120-15,4-3-236 0,0-3 40 16,0-5-36-16,0-4 60 0,0-6-24 16,4-5 12-16,0-2-52 0,5-2 68 15,2-9 129-15,6-2 39 0,2-9-100 16,1-3-144-16,4-4-156 0,-4-2-76 15,4-5-169-15,0-2-99 0,4-3-108 16,-4-3-284-16,3-1-744 0,-11 13-2304 0,9-15-2369 0</inkml:trace>
  <inkml:trace contextRef="#ctx0" brushRef="#br0" timeOffset="18249.288">7366 6197 3404 0,'0'0'8237'0,"0"0"-5545"0,-19 67-1960 0,14-51-516 15,5 0 324-15,0-7 616 0,5-5-80 16,3-4-336-16,11-4-112 0,1-12-112 16,8-6-272-16,8-6-244 0,-4-1-472 15,0-6-108-15,-4 0 164 0,0 4-16 16,-4-1 48-16,-9 6-160 0,-2 1-56 16,-9 6 276-16,-4 0 324 0,-8 9 88 15,-9 0 112-15,-3 10 112 0,1 0 24 0,-5 17 0 16,3 5 72-16,-2 6 72 0,3 10 12 15,4 0 0-15,-4 4 20 0,4-1 148 16,1 0-40-16,2-6-328 0,1-7-216 16,9-2-76-16,3-10-172 0,0-9-120 15,15-4-160-15,5-3 64 0,12-10-136 16,4-8-80-16,3-12-428 0,6 2-1060 16,-6-7-1740-16,6 0-477 0,-10 4-51 0,5-1 1596 15,-4 6 1880-15,-5 5 884 16,-3 4 1524-16,-3 7 316 0,-14 10 4136 0,-2 0-2859 15,-5 16-801-15,-4 3-268 0,-9 6-584 16,-3 5-528-16,1 4 68 0,-6-2 156 0,6 0-143 16,3-10-397-16,-1-3-380 0,9-7-240 15,0-5-108-15,4-3 48 0,13-4 60 16,3-4-4-16,7-5-152 0,10-7-28 16,-2-7-104-16,5 1-200 0,-1 3 15 15,-2-3 145-15,3 3-36 0,-5 3-28 16,5 4 0-16,-8 1 172 0,-4 9 184 15,0 2 36-15,-8 2 220 0,-5 9 136 16,2 5 80-16,-9 2-68 0,-1 8-176 16,-7-1-80-16,0 7-40 0,0-4-20 15,-7 2-52-15,-5-2-192 0,-1 0-760 16,6 1-344-16,-5-4-1292 0,4-5-2536 16,-12 8-1429-16</inkml:trace>
  <inkml:trace contextRef="#ctx0" brushRef="#br0" timeOffset="19091.493">9690 6334 8856 0,'0'0'5765'0,"0"0"-4733"16,0 0-732-16,0 0 56 0,-32 83 256 15,19-55 444-15,-6 0-488 0,-1 2-568 16,-1-2-12-16,2-3-408 0,-1 0-264 16,4-2-360-16,4-1-732 0,4-6-2241 15,-4 3-3531-15</inkml:trace>
  <inkml:trace contextRef="#ctx0" brushRef="#br0" timeOffset="20265.717">11562 4972 11709 0,'0'0'2348'0,"0"0"-1220"0,0 0-72 16,0 0 192-16,0 0 12 0,4 66-192 16,-4-31-384-16,4 13-196 15,0 3-160-15,4 6-36 0,0 6 37 0,4 4-25 16,0 6-136-16,4 6 16 0,-1 4-64 15,2 3-60-15,2 6-56 0,-2-3-4 0,2 0-120 16,-3-7 72-16,1-5-72 0,-2-14-196 16,-3-6 24-16,0-9 23 0,-4-14-143 15,8-5-88-15,-8-10-220 0,4-6-140 16,0-7-360-16,0-6-460 0,-1-12-708 16,2-7-2485-16,-5 3-3667 0</inkml:trace>
  <inkml:trace contextRef="#ctx0" brushRef="#br0" timeOffset="20783.567">12491 5223 6644 0,'0'0'8593'0,"0"0"-7057"0,0 0-1188 16,-32 75-212-16,23-37 336 0,5 4 640 16,4 6 28-16,0 3-480 0,8 0-284 15,8-4-72-15,5-2 24 0,6-8-119 16,1-5-101-16,4-6-104 0,-1-10 8 16,6-11 64-16,3-5-4 0,-1-2-12 15,2-15-12-15,-2-4-48 0,1-11-304 16,-1-6-121-16,-2-3-15 0,-1-4 4 0,-4-6-52 15,-1 0 156-15,-6 1 64 0,-6 2-16 16,-3 0-24-16,-12 1-36 0,-4 5 196 16,-8 7 148-16,-8 3 136 0,-4 5 36 15,0 7 112-15,-4 4 172 0,4 7-164 16,5 9-72-16,-2 0-220 0,-2 15 0 16,6 9 96-16,-2 4 84 0,2 9 40 15,2 5 48-15,-1 2 12 0,4 7-36 16,-4 5-60-16,0 6 36 0,0 7-27 15,4 0 15-15,-3 5-52 0,-2 0-84 0,5 2-24 16,1 0-40-16,-2 3-4 0,5 1 36 16,4-2-40-16,0 2-4 0,4-6-56 15,1-11-12-15,2-6-144 0,-3-10-65 0,0-7-35 16,4-15 24-16,-4-6-48 0,4-13-112 16,-4-6-220-16,4-13 44 0,4-13-268 15,0-9-844-15,0 7-2400 0,4-29-3749 0</inkml:trace>
  <inkml:trace contextRef="#ctx0" brushRef="#br0" timeOffset="21090.832">13335 4966 10256 0,'0'0'5361'15,"0"0"-3721"-15,0 0-1204 0,0 0-104 16,0 0 420-16,0 0 428 0,80 0-388 15,-44-5-488-15,-4 0-180 0,3-2-124 16,-3-2 0-16,0 3-112 0,0-4-312 16,0 0-628-16,3-1-324 0,-11 0-1384 15,8-8-4325-15</inkml:trace>
  <inkml:trace contextRef="#ctx0" brushRef="#br0" timeOffset="21285.061">13825 4667 7564 0,'0'0'6121'16,"0"0"-5117"-16,0 0-260 0,0 0 612 0,-24 92 72 15,20-57-212-15,0 6-468 0,-3 1-408 16,-2 2-224-16,5 3-116 0,-4 1-124 16,4 3-192-16,-3-4-552 0,-2 5-240 15,5-2-508-15,0-15-2700 0,-3 10-5325 0</inkml:trace>
  <inkml:trace contextRef="#ctx0" brushRef="#br0" timeOffset="21981.546">14280 5331 3920 0,'0'0'4008'0,"0"0"-951"0,0 0-1173 16,0 0-584-16,0 0 12 0,0 0 132 16,0 0-204-16,-69 89-280 0,54-48-272 15,3 3-100-15,3 10-136 0,6 0-76 16,3 3-60-16,0 1-48 0,3-5-63 15,6-2-105-15,-1-3-100 0,7-11-24 16,-2-4-112-16,6-11-121 0,1-6-167 16,4-10-88-16,1-6-160 0,-2 0-12 0,5-13-116 15,-4-5-648-15,-4 5-1584 0,-1-20-3897 0</inkml:trace>
  <inkml:trace contextRef="#ctx0" brushRef="#br0" timeOffset="22173.016">14602 5489 1812 0,'0'0'12145'0,"0"0"-10489"15,0 0-364-15,0 0 492 0,95 20-228 16,-67-18-460-16,4-2-475 0,4 0-317 16,8-6-220-16,0-3-12 0,0-8-72 15,3-1-92-15,-2-1-513 0,-2 0-395 16,-7-1-184-16,0 2-664 0,-12 8-2112 0,-4-4-2021 0</inkml:trace>
  <inkml:trace contextRef="#ctx0" brushRef="#br0" timeOffset="22349.015">14957 5484 2916 0,'0'0'8469'0,"0"0"-7145"16,0 0-660-16,-52 72 312 0,35-40 652 15,6 3 220-15,-1-1-344 0,0 1-488 16,0 1-200-16,4-1 73 0,5-4-177 0,-2-3-300 15,5-5-352-15,0-4-60 0,0-3-144 16,8-7-196-16,4-2-168 0,8-7-101 16,3-4-47-16,2-11-224 0,6-8-540 15,-6 4-2412-15,10-19-4033 0</inkml:trace>
  <inkml:trace contextRef="#ctx0" brushRef="#br0" timeOffset="22579.162">15526 5366 4956 0,'0'0'10397'16,"0"0"-8817"-16,0 0-684 0,0 0 224 15,60 76-76-15,-48-54-44 0,4 3-208 16,-4 1-403-16,4 2-161 0,-4 4-32 16,0 0-88-16,-4 0 0 0,-4 6-20 15,-4 0 60-15,-4 0-148 0,-13 0-60 0,-2 3-112 16,-5 0-152-16,0 1-236 0,-8-1-109 15,0-6-23-15,0-4-44 0,-3-2-84 16,-1-10-612-16,0-3-1236 0,0-10-2609 16,12-2-4003-16</inkml:trace>
  <inkml:trace contextRef="#ctx0" brushRef="#br0" timeOffset="23465.852">16216 4742 7476 0,'0'0'4689'16,"0"0"-2749"-16,0 0-764 0,0 0-472 16,0 0 536-16,32 78 156 0,-17-34-340 15,9 6-356-15,-3 11-248 0,2 2-148 16,1 8-112-16,-4 1 4 0,0 8-40 16,-4 2-68-16,-8 4-88 0,-1 2-4 15,-7 2-72-15,0-5-20 0,0-2 0 0,0-7-136 16,0-5-316-16,0-8 72 0,0-3 24 15,0-9 0-15,0-7-140 0,5-6-260 16,3-9-616-16,0-10-1080 0,8-10-3025 0</inkml:trace>
  <inkml:trace contextRef="#ctx0" brushRef="#br0" timeOffset="23820.824">17547 5509 8748 0,'0'0'5325'0,"0"0"-4353"16,0 0-216-16,0 0 372 0,67 89-48 16,-47-58 116-16,-4 7-288 0,-5 0-276 15,2-3-288-15,-1 3-80 0,-4-3-68 16,4 0-76-16,-4-6-120 0,-5-8-168 15,1-2-344-15,1-8-292 0,-5-3-224 0,0-8-344 16,0 0-1332-16,-5-8-3865 0</inkml:trace>
  <inkml:trace contextRef="#ctx0" brushRef="#br0" timeOffset="23984.683">17502 5216 7352 0,'0'0'7117'0,"0"0"-6261"16,0 0-704-16,0 0 264 0,92-15-292 16,-56 8-124-16,0-2-1144 0,-8 5-1132 15,20-2-3513-15</inkml:trace>
  <inkml:trace contextRef="#ctx0" brushRef="#br0" timeOffset="24235.604">18208 5403 11717 0,'0'0'5164'0,"0"0"-4344"16,0 0 8-16,-44 70 740 0,32-51-68 16,0 0-323-16,4-2-549 0,4-5-408 15,4 1-208-15,0 2 48 0,0-2-60 16,8 4-12-16,4-5 8 0,4 1 4 16,0 3-12-16,4-4-36 0,4 4 48 15,-5 1 0-15,5-3 8 0,-3 3 40 16,-6-4-40-16,2 2-4 0,-6-2 44 0,2-1-48 15,-6 1-48-15,1 0 48 0,-8 3 0 16,0 0-4-16,-8 3-128 0,-4-3-352 16,-4 7-280-16,-8-4-61 0,5 0-87 15,-5-5-352-15,4 0-1256 0,-1-1-3188 0,-11-1-4805 16</inkml:trace>
  <inkml:trace contextRef="#ctx0" brushRef="#br0" timeOffset="24716.986">19670 5435 12493 0,'0'0'3184'0,"0"0"-1764"16,0 0-948-16,0 0 232 0,0 0 880 0,40 76-412 16,-32-40-295-16,4-5-357 15,-4 4-252-15,0 0-136 0,-5-3-60 0,10-3-72 16,-9-7-12-16,4-3-100 0,-1-6-164 15,2-1-260-15,-1-6-157 0,-4-2-111 16,-1-1-124-16,-3-3-500 0,0 0-1712 0,0-3-3989 16</inkml:trace>
  <inkml:trace contextRef="#ctx0" brushRef="#br0" timeOffset="24883.445">19583 5077 8340 0,'0'0'7369'0,"0"0"-5617"0,0 0-1320 16,0 0-24-16,0 0 344 0,0 0 132 15,0 0-432-15,0 0-452 0,95-4 0 16,-63 4-600-16,0 0-296 0,3 4-312 16,-10-4-1208-16,-1 7-3517 0</inkml:trace>
  <inkml:trace contextRef="#ctx0" brushRef="#br0" timeOffset="25349.388">20013 5324 10304 0,'0'0'5561'0,"0"0"-4269"0,0 0-720 16,0 0 180-16,0 70 540 0,0-44-84 16,-4-1-175-16,0-3-533 0,-1 0-344 15,5-2-24-15,0-5-132 0,0-3-68 0,0-1-16 16,5-5-36-16,3-6-4 0,0 0-128 15,3-6-161-15,9-7-123 0,1-6-96 16,3-7-56-16,-1-2 52 0,-3 2 20 16,-4 1 148-16,0 6 160 0,-4 3 172 15,0 7 24-15,-4 2 12 0,0 4 100 0,0 3 64 16,0 0 380-16,0 3 64 0,-1 6-16 16,6 8-12-16,-1 1-40 0,-1 5 12 15,2-1-136-15,2 7-48 0,-2-1 60 16,-2 1-36-16,2-4-35 0,-2 4-125 15,1-4-132-15,-3-3-72 0,2-6-149 16,6 0-435-16,-2-3-172 0,1-4-200 16,8-6-564-16,-8 1-2788 0,16-11-3873 0</inkml:trace>
  <inkml:trace contextRef="#ctx0" brushRef="#br0" timeOffset="25748.806">21005 5284 10997 0,'0'0'4812'0,"0"0"-3956"0,0 0-148 16,-107 59 592-16,70-21 72 15,1 7-44-15,1 2-439 0,7 4-321 0,3 0-84 16,14-3-36-16,3-7-120 0,8-2-128 16,0-14-200-16,12-3-96 0,8-13 96 15,8-5-12-15,4-4-132 0,4-16-40 16,3-9-152-16,6-8-112 0,-6-8-84 15,4-4-124-15,-2-2 83 0,-1-4-11 16,-5 0 36-16,1-2-480 0,-4-5-156 16,-4 1-48-16,-4-6 92 0,-4-1 520 0,-4-3 448 15,-9 1 172-15,-7-1 152 16,0 4 352-16,-7 5 304 0,-1 8-12 0,-5 15-12 16,6 13-92-16,-1 8 180 15,4 11-148-15,4 3-284 0,-4 14-284 0,0 5 4 16,-1 9 60-16,-2 10 20 0,3 10 261 15,0 5 371-15,0 8-364 0,0 2-168 0,-1 2-112 16,2-2-132-16,-5-3-96 0,4-7-12 16,-4-1-84-16,5-5-376 0,-2-9-132 15,5-3-88-15,0-7-157 0,0-4-227 16,0-6-580-16,8-5-2328 0,4-4-3273 0</inkml:trace>
  <inkml:trace contextRef="#ctx0" brushRef="#br0" timeOffset="26066.395">21471 5521 7644 0,'0'0'7389'0,"0"0"-5753"0,0 0-1064 0,0 0 196 15,0 0 280-15,0 0 176 0,0 0-124 16,0 0-251-16,0 0-49 0,99 26-244 16,-67-52-280-16,5-3-264 0,2-9-12 15,-3 0-348-15,0 3-28 0,-8-3 36 16,0 6-48-16,-8 7 40 0,-12 0 164 0,-1 2-37 15,-7 5 161-15,-4 1-156 0,-11 2 116 16,-5 5 40-16,-4 7 52 0,-1 3 8 16,-6 10 12-16,-1 12 108 0,-4 6 100 15,0 4-12-15,8 6 61 0,-3 4-77 16,6 2 52-16,1 3-76 0,5-1-60 16,3-6-40-16,4-3-68 0,8 0-48 15,4-9-48-15,12-6-244 0,12 0-96 16,8-6 203-16,11-6 53 0,5-8-16 15,8-2-412-15,0 0-272 0,4-2-632 0,-20-5-1420 16,20 4-3221-16</inkml:trace>
  <inkml:trace contextRef="#ctx0" brushRef="#br0" timeOffset="26761.972">22032 5314 10112 0,'0'0'1945'0,"0"0"-945"16,0 0 232-16,0 0 208 0,0 0-160 16,0 0-336-16,45 77-144 0,-38-36-60 0,1 11-56 15,-4 11-52-15,1 10-20 0,-5 10-127 16,0 5-145-16,-5 10-24 0,-3 7-4 15,-3 6-80-15,-2-3-88 0,2-6-136 16,-1-10-8-16,8-13-80 0,-5-12-308 16,9-16 220-16,0-13 0 0,4-19-40 15,1-10-108-15,3-9-229 0,3-6-55 16,6-13 140-16,-6-9-228 0,6-8-564 16,-6-4-1404-16,1 8-2477 0,-7-23-2295 0</inkml:trace>
  <inkml:trace contextRef="#ctx0" brushRef="#br0" timeOffset="26995.894">22137 5473 7340 0,'0'0'4665'15,"0"0"-3145"-15,0 0-392 0,0 0-344 16,0 0 260-16,91-57 64 0,-67 54-280 0,3 3-236 16,1 0-140-16,0 7-132 15,-7 2-100-15,-1 7-220 0,-5 0-4 0,-7 2 0 16,-4 8-4-16,-4 3 0 0,0 3-52 15,-16 2-28-15,-4 5-204 0,-8 2 32 16,-4 3 40-16,0-2-76 0,1-4-36 16,3-3-88-16,8-13-52 0,4-6 52 15,8-13-56-15,4-3-176 0,4-13-760 16,8-9-2513-16,4-7-1067 0,0 1-656 16,16-24 5637-16</inkml:trace>
  <inkml:trace contextRef="#ctx0" brushRef="#br0" timeOffset="27299.66">22547 5531 6232 0,'0'0'5077'0,"0"0"-3153"0,0 0-808 16,0 0-16-16,31 67 368 0,-27-55 252 16,0-6-320-16,1-2-484 0,3-4-320 15,3 0-159-15,2-10 87 0,6-2 32 0,5-11-412 16,0-2-144-16,4-8-276 0,-4 5-124 16,0-4 0-16,-4 7-1 0,-5 3 61 15,-6 3-112-15,-5 3 136 0,-4 0-4 16,0 7 112-16,-13-1 40 0,2 4 116 15,-10 3 44-15,6 3 8 0,-5 5-60 16,1 15 60-16,-2 2 168 0,5 10 28 16,0 3 0-16,4 4 96 0,0 1 60 15,1 2 16-15,2-5-56 0,5-1-67 16,0-8-109-16,4-6-136 0,4-6-64 0,5-10-44 16,2-2-281-16,1-4-99 0,8-4-12 15,4-11-108-15,4-8-524 0,4-2-1360 16,0-7-2388-16,-13 10-1705 0</inkml:trace>
  <inkml:trace contextRef="#ctx0" brushRef="#br0" timeOffset="28115.881">22977 5394 5896 0,'0'0'7077'15,"0"0"-4857"-15,0 0-1100 0,0 0-120 0,0 0 260 16,0 85 40-16,-8-59-64 0,4 0-339 16,1-7-217-16,-2-3-244 0,5-4-268 15,0-5-164-15,0-1-4 0,5-6-72 16,6 0-132-16,1 0-76 0,8-10 64 15,4-5-100-15,0-1-49 0,-1-3-71 16,1-1 20-16,1 1 64 0,-1 6 36 16,-5 7 20-16,-3 0 64 0,0 6 0 15,0 3 232-15,-8 4 316 0,4 2-44 0,-4 3-164 16,0 5 76-16,0-4-12 0,0 2 48 16,-4-2 20-16,4-1-80 0,0 1-160 15,-1-6-40-15,6-1-252 0,2-6-344 16,2 0-24-16,7-6 108 0,8-7-544 15,0-6-584-15,7-3-760 0,-3-1-196 0,-1 1 79 16,-3 0 437-16,-8 3 1420 0,-3 3 700 16,-14 4 144-16,-7 2 1220 0,-3 7 1060 15,-9 3 165-15,-12 0-577 0,0 13-484 16,-8 5-140-16,0 8-284 0,-4 6-72 16,8 0-76-16,0-1-92 0,4 1-63 15,9-7 11-15,2-2-228 0,6-8-260 16,7-8-220-16,0-4-104 0,11-3-48 15,9-7 48-15,8-8 0 0,8-11 0 0,4-5-348 16,0-7-220-16,4 0 32 0,-5-4 52 16,6 1 23-16,-2 0-27 0,1-4-136 15,0-3-144-15,-1-2 56 0,-2-4-16 16,-6 0 304-16,-7-3 352 0,0 3 72 16,-12 6 212-16,0 9 404 0,-4 14 84 15,-8 10-48-15,-4 8-40 0,0 7-148 16,0 7-220-16,-8 8-52 0,-4 14 52 15,-4 6-24-15,-3 6 157 0,2 7 323 0,-3-1-116 16,8 3-164-16,1-1-140 0,6-5-216 16,5-2-64-16,5-7-96 0,6-5-16 15,5-3-80-15,4-8-208 0,8-3-44 16,0-7 44-16,8-3-48 0,-1-6-65 0,1 0-303 16,-4 0-160-16,-4 0-424 0,-4 0 260 15,-7 7 268-15,-6-1 492 0,-7 10 380 16,-4-4 380-16,0 5 168 0,-4-2 184 15,-4 2 96-15,1-9-52 0,2-1-140 16,1-3-144-16,4-1-128 0,0-3-108 16,0-3-60-16,4-4-196 0,8-2-172 15,0-7-276-15,1-1-80 0,2 3-48 16,-3 0 36-16,0 1 84 0,0 7 212 0,-5 3 244 16,-2 3 72-16,-1 3-8 0,-4 10 256 15,0 2 452-15,0 4-60 0,-4 4-272 16,4-1-136-16,0-4 0 0,4-1 168 15,4-7-43-15,12 0-273 0,3-10-48 16,9 0-60-16,5-17-48 0,10-5-264 0,5-6-321 16,0-7-183-16,3 0 0 0,1-6-76 15,0-1-548-15,-4-2-884 0,-5-4-1552 16,-11 10-993-16,9-29-1715 0</inkml:trace>
  <inkml:trace contextRef="#ctx0" brushRef="#br0" timeOffset="28415.727">25033 4854 2552 0,'0'0'1644'0,"0"0"6417"16,0 0-5453-16,0 0-1248 0,0 0-448 15,0 0-56-15,0 0 44 0,0 0 388 16,0 0-276-16,12 89 165 0,-12-38-161 16,0 0-180-16,0 7-184 0,0-2-316 0,0 1-156 15,4-6-180-15,4-4-4 0,4-5-212 16,-1-10-132-16,2-4-4 0,-2-6 184 16,-3-6 0-16,-3-6-160 0,-5-4-144 15,-13-3-108-15,-6 1-132 0,-9-4-469 16,-12 0-347-16,0-7-76 0,-3-2 720 0,-2-4 400 15,6-3 92-15,-1 0 252 0,8-6 140 16,4 0 456-16,4 0 56 0,8 0 208 16,8-1-40-16,8 4-24 0,8 6 56 15,12-3-148-15,4 4 20 0,12-1 12 16,7-3-156-16,6 3-175 0,3-2-117 16,3-1-72-16,5 3-76 0,-5 1-120 15,5 1-185-15,-4 3-607 0,4-3-468 16,0 5-668-16,-17 4-3408 0,21-2-3949 0</inkml:trace>
  <inkml:trace contextRef="#ctx0" brushRef="#br0" timeOffset="28823.842">26476 5270 14705 0,'0'0'3080'16,"0"0"-2004"-16,0 0-684 0,0 0-48 16,-49 89 404-16,21-57 432 0,4 0-559 15,1-7-393-15,11-6-216 0,4-9-12 16,8-3-84-16,0-7 0 0,8 0-136 15,16-7 220-15,4-9 0 0,7-3 52 0,5-7-52 16,4-2-128-16,-4 1 56 0,-1 0-77 16,-2 4-91-16,-5 1-164 0,-9 3-32 15,-7 3-16-15,-12 4 72 0,-4-1 208 16,-4 0-112-16,-12 4 284 0,-12-1 120 0,1 1 76 16,-10 6-12-16,6 3 0 0,-5 0 72 15,8 0 12-15,9 6-120 0,-2 0-148 16,1 4-72-16,8-1-40 0,5 1-44 15,3-1-604-15,-1 1-396 0,5-4-928 16,5 0-2240-16,3-2-3117 0</inkml:trace>
  <inkml:trace contextRef="#ctx0" brushRef="#br0" timeOffset="28948.992">27037 5296 14201 0,'0'0'4484'0,"0"0"-3808"15,88 15-100-15,-52-15 156 16,3 0-112-16,6-8-47 0,-6-11-29 0,5-8-392 15,0-1-152-15,3-10-536 0,1 0-533 16,0-6-411-16,-16 12-2300 0,12-13-3621 0</inkml:trace>
  <inkml:trace contextRef="#ctx0" brushRef="#br0" timeOffset="29234.976">27411 4749 5884 0,'0'0'5593'0,"0"0"-4185"15,0 0-400-15,-20 80 960 0,16-45 144 16,4 6-440-16,0 3-644 0,9 8-528 16,6 4-172-16,2 8-136 0,-2 3-92 15,2 2-52-15,-6 5-43 0,1-2-5 0,-7-2 0 16,-1-3-13-16,-4-7 9 0,0-3-56 16,-9-3-28-16,-3-2-152 0,1-8-188 15,-6-3 148-15,-7-5 160 0,-4-9-308 16,-7-2 72-16,-1-5 112 0,-4-8 120 15,-4-5 64-15,4-7 60 0,5 0 0 0,-1-7 0 16,0-8 0-16,8-4-232 16,4-10-200-16,13-6-420 0,6-9-1108 0,5-7-2188 15,5 10-3661-15</inkml:trace>
  <inkml:trace contextRef="#ctx0" brushRef="#br0" timeOffset="29472.532">28368 4988 16397 0,'0'0'3948'0,"0"0"-3572"16,91 6 100-16,-35-9 96 0,8-3 545 0,4-4-297 15,-1-4-556-15,5 0-212 0,-8-2-52 16,4-4-24-16,-5 5-472 0,-7-8-352 16,0 4-233-16,-8 0-639 0,-17 4-2872 15,-3-4-3733-15</inkml:trace>
  <inkml:trace contextRef="#ctx0" brushRef="#br0" timeOffset="29654.191">28818 4949 3008 0,'0'0'10173'0,"0"0"-7505"0,-63 83-2036 0,42-45-172 16,1 3 560-16,5 1 628 0,-2 2-120 16,10-6-483-16,3 0-477 0,4 0-132 15,7-2 168-15,10-5-84 0,2-6-136 16,5-2-284-16,8-4-100 0,0-3-152 16,7-7-244-16,6-6-292 0,2-3-280 15,1 0-501-15,-12-3-2231 0,24-10-4181 0</inkml:trace>
  <inkml:trace contextRef="#ctx0" brushRef="#br0" timeOffset="31239.382">11737 7988 10724 0,'0'0'4133'16,"0"0"-3089"-16,0 0-364 0,0 0 576 0,0 0 112 16,0 0-204-16,0 0-324 0,0 0-392 15,0 0 113-15,84 31 479 0,-24-26-400 16,11-5-156-16,1 0-48 0,4 0-208 15,-1-11-48-15,1 2-84 0,-4-4-48 16,-5 4-36-16,-3-7-12 0,-8 3-48 16,-4 1-300-16,-12 2-100 0,-5 1-240 15,-10 2-60-15,-5 3-320 0,-13 4-1149 16,-3 0-3599-16,-11 7-5629 0</inkml:trace>
  <inkml:trace contextRef="#ctx0" brushRef="#br0" timeOffset="31425.175">12032 8388 11009 0,'0'0'4812'0,"0"0"-3784"0,0 0-144 15,0 0 192-15,0 0-72 0,0 0 436 16,80 13-371-16,-40-13-341 0,7-7-244 0,9-2-220 16,-4-4-176-16,3 1-88 0,5-1-132 15,-4 0-244-15,0 7-360 0,0 0-213 16,-5 2-303-16,5 4-536 0,-20 4-2148 15,20 5-3201-15</inkml:trace>
  <inkml:trace contextRef="#ctx0" brushRef="#br0" timeOffset="31965.909">14172 7518 4120 0,'0'0'7265'0,"0"0"-4781"0,0 0-1232 16,0 0-260-16,3-73-52 0,-6 64 188 15,3 2 116-15,-4 4-300 0,0 3-324 16,4 0-268-16,-4 3-108 0,-4 13-72 0,-4 6-63 16,-4 17 47-16,0 8-8 0,-4 10 56 15,-4 11 28-15,0 1-112 0,-4 3-24 16,-4 5-20-16,1-1 8 0,-1 1-36 15,4-4-48-15,4-10-8 0,8-10-52 16,0-11-88-16,8-10-212 0,8-13-92 0,0-9-93 16,4-4-15-16,8-6-40 0,4-4 172 15,4-1 112-15,0-5 32 0,-4 0 52 16,3 4-28-16,2 6 88 0,-1 0 88 16,-5 13 84-16,5 9 208 0,-8 3 148 15,4 10 172-15,-4 3-76 0,-4 4-84 16,4-1-100-16,-4 3-196 0,0-3-72 15,4 3-4-15,-4 2-44 0,0-2 0 16,-1-3-344-16,2-3-588 0,-1-7-276 16,0-8-2484-16,4 0-2581 0</inkml:trace>
  <inkml:trace contextRef="#ctx0" brushRef="#br0" timeOffset="34951.977">15056 7578 2492 0,'0'0'392'0,"0"0"1484"0,0 0 2068 0,0 0-2108 16,0 0-343-16,0 0-113 0,0 0-60 15,0 0-248-15,0 0-156 0,4-18-96 0,-4 18-164 16,0 0-48-16,0 0-144 15,0 0-96-15,0 0 0 0,0 0-64 0,0 0-8 16,0 0 20-16,4 0-36 0,-4 0-48 16,0 0-28-16,0 0-20 0,0 0-27 15,0 0-21-15,0 0-52 0,0 0 36 16,0 3-48-16,0-3 4 0,0 0-64 16,0 0 60-16,0 0-24 0,0 0-48 15,0 0 0-15,0 0-4 0,0 0-56 16,0 3-12-16,0 0-28 0,0 6 76 15,0 4 24-15,0 9 84 0,4 10-8 0,0 6 32 16,1 10 72-16,-2 9-80 0,1 7-88 16,-4 9 140-16,0 6-148 0,0 7 76 15,0-1-76-15,0-3 4 0,0-5 4 16,0-14-8-16,0-11-8 0,4-14-4 16,8-10-88-16,-4-9-208 0,0-6-180 15,0-4-113-15,-4-2-155 0,0-7-104 16,-1 0 24-16,2 0 44 0,-5-7-312 0,4-2-552 15,0-7-896-15,4-3-1373 0,-4 6-1587 16</inkml:trace>
  <inkml:trace contextRef="#ctx0" brushRef="#br0" timeOffset="35350.338">15574 7741 3924 0,'0'0'104'16,"0"0"5496"-16,0 0-3139 0,0 0-481 0,0 0-328 15,0 0-584-15,0 0-324 16,0 0-344-16,0 0-400 0,0 0-200 0,0 0 100 16,-100 56 100-16,73-34 52 0,-5 4-52 15,-1 3-84-15,2 0 80 0,-1-1-4 16,0 1 8-16,0-1 8 0,4-3 92 15,9-2 12-15,-1-2 120 0,8-4-32 0,3-1-28 16,5 0 0-16,1 0-24 0,-1 3-24 16,4 0 12-16,4-1 36 0,-1 1 0 15,10 3 12-15,2 4 60 0,2-3 36 16,2 2 112-16,1-3 48 0,1 4-64 16,3-1-108-16,-5-3-12 0,5 0 61 15,-4 0-53-15,0-3-104 0,0 1-64 16,0-8-48-16,0 4-48 0,-4-3-4 15,3 0-104-15,-2 0-136 0,-2-4-229 16,1 0-159-16,-4 1-148 0,1-4-164 16,-6 1-336-16,1 2-1000 0,-4-6-1916 0,5 3-3113 15</inkml:trace>
  <inkml:trace contextRef="#ctx0" brushRef="#br0" timeOffset="35823.528">16280 7997 9712 0,'0'0'4873'0,"0"0"-3261"16,0 0-848-16,0 0 44 0,0 0 464 15,0 0 160-15,0 0-300 0,0 0-403 16,0 0-437-16,0 0-280 0,63 67-12 0,-51-57-4 15,-4 2-176-15,0-2-625 16,0 2-447-16,-4 2-500 0,0-5-2732 0,-4 7-3549 0</inkml:trace>
  <inkml:trace contextRef="#ctx0" brushRef="#br0" timeOffset="35982.448">16312 8375 7068 0,'0'0'2452'0,"0"0"-415"0,0 0-293 0,0 0 432 15,0 0-84-15,0 0-428 0,0 0-476 16,0 0-420-16,91 57-380 0,-71-57-204 16,8 0-184-16,0-8-160 0,3-3-716 15,5-1-580-15,-8-1-1340 0,8-6-6137 0</inkml:trace>
  <inkml:trace contextRef="#ctx0" brushRef="#br0" timeOffset="36285.928">17036 7899 15485 0,'0'0'2500'0,"0"0"-1832"16,0 0-264-16,0 0 308 0,0 0 472 15,104 26-115-15,-72-23-317 0,8-3-364 16,3 0-148-16,6-6-44 0,-2-5-136 0,5 3-60 16,0-6-36-16,-5 3-220 0,-2 1-384 15,-6-1-293-15,-7 3-247 0,-4 2-460 16,-13 1-2628-16,2 3-1961 0</inkml:trace>
  <inkml:trace contextRef="#ctx0" brushRef="#br0" timeOffset="36501.927">17315 7953 1332 0,'0'0'5824'0,"0"0"-71"0,0 0-4201 0,0 0-180 15,-24 83 144-15,24-51-20 0,0 6-52 16,0-1-260-16,0 5-323 0,9 2-265 0,-5 3-100 15,-1 2-28-15,5-5-284 0,-4 0-136 16,1 0-48-16,-1-4-84 0,-4-6-64 16,0-5-212-16,3-1-184 0,-3-3-184 15,4-6-209-15,-4 0-403 0,0-6-764 16,0-6-1940-16,0-4-1981 0</inkml:trace>
  <inkml:trace contextRef="#ctx0" brushRef="#br0" timeOffset="36670.674">17268 8480 7736 0,'0'0'6453'16,"0"0"-4637"-16,0 0-836 0,0 0 208 0,0 0-116 15,88-12-80-15,-61 8-28 16,1-3-468-16,3 1-239 0,6-2-137 0,-1-3-120 16,-4 3-148-16,0 1-449 0,-5 0-351 15,1 1-180-15,-8 6-436 16,-8 0-1460-16,-4 0-2709 0,-8 9-3079 0</inkml:trace>
  <inkml:trace contextRef="#ctx0" brushRef="#br0" timeOffset="36815.953">17343 8696 5244 0,'0'0'6369'0,"0"0"-4897"16,0 0-768-16,0 0-124 0,0 0 216 0,0 0 212 15,0 0 20-15,0 0-396 0,103 32-324 16,-66-39-200-16,3-8-108 0,3 2-520 15,1-6-536-15,-8 2-820 0,16-4-3221 0</inkml:trace>
  <inkml:trace contextRef="#ctx0" brushRef="#br0" timeOffset="37667.902">18451 7492 352 0,'0'0'11281'0,"0"0"-9337"0,0 0-728 15,0 0-84-15,0 0 8 0,0 0-12 16,0 0-128-16,0 0-448 0,0 0-380 15,0 0 36-15,0 0 24 0,76-25 24 16,-44 7-160-16,4-5-12 0,-5 1-84 16,5-4 0-16,0 1-8 0,-8 3-88 0,4 2-40 15,-8 1-44-15,-5 4 80 0,1 2 4 16,-7 3-88-16,-5 5-36 0,-1 1 60 16,-7 1 148-16,4 3-48 0,-4 0-40 15,0 0-20-15,0 3-116 0,0 4-8 0,0 8 244 16,-4 4 208-16,0 10-12 15,-7 6-36-15,-2 6-12 0,-7 6 0 0,-3 4-136 16,-5 3-4-16,4 4 0 16,-4-5 0-16,4-1 0 0,4-5 0 0,4-9-8 15,4 0 0-15,8-10 4 0,-4-2 156 16,8-6-112-16,0-8-48 0,0-2-48 16,0-7-4-16,8-3 4 0,-4 0-268 15,4 0-68-15,4-6 324 0,-4-5 0 16,4-1 48-16,-1 2-100 0,2 1 52 15,-5 3-16-15,-1 3-8 0,2 3-140 16,-1 0 64-16,-4 7 160 0,3 1 236 0,-3 12-28 16,5 2-84-16,-5 3-40 15,0 7 212-15,3 2-24 0,-3 1-128 16,5 4 16-16,-5 2 48 0,4 3 24 0,-5 2 0 16,5 4-24-16,-4 1-124 0,5-1 28 0,-5 1-28 15,-1 3-72-15,5-3 36 0,-4 3-36 16,1-7-12-16,3 1-12 0,-5-7-36 15,1-2 44-15,-4-5 4 0,4-2 60 16,0-3-60-16,-4-8 12 0,0-1-4 16,0-4-8-16,0-3-8 0,0-4 8 15,-4-2-108-15,-4-4-172 0,-3 3-272 16,-2-3-60-16,-2 0 0 0,-9-3-4 16,0 0-64-16,-4 0-116 0,-4 0-336 15,-4-3-496-15,-4-3-556 0,-8-3-1085 16,13 2-1879-16</inkml:trace>
  <inkml:trace contextRef="#ctx0" brushRef="#br0" timeOffset="42037.275">5151 10937 8916 0,'0'0'5085'0,"0"0"-4013"15,0 0-856-15,0 0 348 0,0 0 652 16,104 16 88-16,-60-10-344 0,8-6-44 16,4 0-136-16,2 0-352 0,2 0-160 0,0-2-87 15,0-8-45-15,-4 4-76 0,-4-4-60 16,-5-3-48-16,2 1-16 0,-10-1-301 16,-3 1-255-16,-8 2-172 0,-8 4-188 15,-12 6-476-15,-8 0-1484 0,-4 6-1989 0,-4 4-1895 16,-24 12 3741-16</inkml:trace>
  <inkml:trace contextRef="#ctx0" brushRef="#br0" timeOffset="42222.421">5394 11246 1852 0,'0'0'248'0,"0"0"7068"0,0 0-4739 16,0 0-1269-16,0 0-320 0,0 0 176 15,0 0 80-15,0 0-64 0,112 41-180 16,-65-41-204-16,5 0-244 0,4-4-136 0,0-5-112 15,-1-3-144-15,1-7 20 0,-4-1-120 16,-3-2-60-16,-6-3-224 0,-3-1-532 16,-9 1-348-16,-3 0-264 0,-7 6-1648 0,-6-7-4997 15</inkml:trace>
  <inkml:trace contextRef="#ctx0" brushRef="#br0" timeOffset="42500.294">5772 10566 2520 0,'0'0'8128'0,"0"0"-5959"0,84-3-933 16,-44 3 68-16,4 3 52 0,8 7-212 16,-4-1-108-16,0 5-336 0,-5 0-320 15,-3 5-184-15,-8 7-112 0,-4 3-84 16,-8 9-120-16,-5 3 56 0,-2 11-44 0,-13 6-52 15,0 7-72-15,-8 1-40 0,-8 5 112 16,0-2 160-16,-8-2 8 0,4-7 64 16,-8 0-24-16,4-9 4 0,-8-6-52 0,0-4-56 15,0-3-324-15,0-3-396 16,4-7-440-16,1-5-720 0,7-4-2225 0,0-7-2807 0</inkml:trace>
  <inkml:trace contextRef="#ctx0" brushRef="#br0" timeOffset="44732.024">9370 10681 6960 0,'0'0'2180'0,"0"0"-383"0,-15-80-1449 16,6 48-344-16,-2-3 728 0,-1 4 624 0,-1 2-88 15,6 6-284-15,3 8-180 0,0 3-264 16,0 1-68-16,0 5-16 0,0 6-36 16,4 0 24-16,-4 0-136 0,4 0-248 15,-4 6-60-15,-4 10-208 0,0 6 72 16,-4 14 52-16,-4 8-4 0,4 13 88 16,-4 4-4-16,-4 8 0 0,1 7-56 15,-1 4-28-15,-1-1-24 0,-3 0-36 16,5-2 12-16,-1-8 100 0,8-10 36 15,0-13 4-15,4-10-4 0,8-14-68 16,0-10-56-16,0-5-52 0,0-3-208 0,8-4 88 16,0 0-4-16,8-4-12 0,0-6 8 15,-1 4 128-15,6-1 168 0,-1 4-44 16,-1 3 4-16,-2 7 48 0,2 9 276 16,-3 5-12-16,-4 9-36 0,1 5-32 0,-2 6-56 15,-3 3 132-15,-4 0 76 16,1 2-148-16,-2-6-140 0,-3 2-52 15,0-5-8-15,0 2-12 0,0-4-72 0,0-3-292 16,-3-4-120-16,3-6-80 0,0-3-140 16,0-3-372-16,0-7-1116 0,3-5-2953 15,-3-4-1259-15</inkml:trace>
  <inkml:trace contextRef="#ctx0" brushRef="#br0" timeOffset="45582.963">9997 10764 1136 0,'0'0'728'0,"0"0"-556"16,0 0 220-16,0 0-148 0,0 0 2820 0,0 0-1308 15,0 0-680-15,0 0-336 0,0 0 76 16,0 0 137-16,0 0 115 0,-32-5 44 16,27 5-96-16,5 0-144 0,0 0-156 15,-4 0-48-15,0 0-68 0,0 0-4 16,0 0-116-16,1 0-108 0,3 0-52 15,-4 5-12-15,4-5-52 0,0 0-8 16,0 2-52-16,0-2-28 0,0 0-32 0,4 0-52 16,7 3-80-16,6-3 0 0,6 7 228 15,13-5 208-15,4 2 228 0,-1-1-339 16,1-3-133-16,-3 0-148 0,-2 0 60 16,-3-7-12-16,0 1-20 0,0-2-68 15,0-6-8-15,0 1-8 0,-8 1-140 16,4-1-116-16,-9 1-153 0,1-1-79 0,-8 2-52 15,0 3-76-15,-8 2-64 0,0 2-256 16,-4 1-768-16,-4-1-900 0,-3 4-2833 16,-10 0-2943-16</inkml:trace>
  <inkml:trace contextRef="#ctx0" brushRef="#br0" timeOffset="46401.689">9969 10131 3588 0,'0'0'1368'16,"0"0"4444"-16,0 0-4011 0,0 0-681 15,0 0-356-15,0 0-44 0,0 0-204 0,0 0 164 16,0 0 116-16,15 89-236 0,-7-47-140 16,-3 5 24-16,2 3-76 0,-3 11-72 15,0 6-24-15,0 5-76 0,-4 8-124 16,0 6-64-16,-4 3-8 0,-4 0-36 0,1 3-12 15,-2-6-4-15,1-3 40 0,0-10-60 16,1-10 72-16,2-6 8 0,1-13 0 16,0-8-8-16,4-11 0 0,0-6-48 15,0-10-40-15,0-3-168 0,0-6-312 16,4 0 16-16,0-3 168 0,5-6 48 16,-2-10-388-16,1-3-404 0,-4-3-988 15,5-11-2193-15,-9 11-1899 0,0-20 3376 0</inkml:trace>
  <inkml:trace contextRef="#ctx0" brushRef="#br0" timeOffset="46627.813">10068 10871 5108 0,'0'0'6113'0,"0"0"-4881"0,0 0-760 15,0 0 584-15,0 0 576 0,0 0 32 0,47 76-452 16,-30-51-360-16,3 2-304 0,-1 0-56 15,1 5-116-15,1 0-60 0,2 0-120 16,1 3-124-16,0 0 8 0,-4-1-80 16,0-2-52-16,4-3-8 0,0-4-208 15,0-3 0-15,-1-6-60 0,5-2-272 16,0-6-232-16,0-2-216 0,0-2-556 16,-4-4-1496-16,4 0-3057 0</inkml:trace>
  <inkml:trace contextRef="#ctx0" brushRef="#br0" timeOffset="46982.935">11028 10799 10064 0,'0'0'5421'15,"0"0"-4625"-15,0 0-520 0,0 0 232 0,0 0 484 16,0 0 216-16,0 0-424 0,0 0-488 15,80 44-296-15,-76-38-52 0,0-4-472 16,0 5-484-16,-4 0-576 0,3-1-2388 16,-3 4-3977-16</inkml:trace>
  <inkml:trace contextRef="#ctx0" brushRef="#br0" timeOffset="47107.945">11056 11141 4360 0,'0'0'808'15,"0"0"4444"-15,0 0-3271 0,0 0-513 16,0 0-140-16,0 0-412 0,0 0-388 0,0 0-228 16,92 12-300-16,-72-24-384 0,-1-7-360 15,5-3-388-15,-12 5-916 0,12-11-3893 0</inkml:trace>
  <inkml:trace contextRef="#ctx0" brushRef="#br0" timeOffset="47317.961">11630 10690 4560 0,'0'0'8929'16,"0"0"-7369"-16,0 0-276 0,0 0 532 16,99 28-56-16,-74-28-516 0,3 0-407 0,3-6-349 15,1-6-284-15,4-5-132 16,-4-1-72-16,3-1-224 0,-3-3-456 0,-8-1-245 15,4 4-247-15,-12 0-700 0,0 9-2780 16,-12-2-3497-16</inkml:trace>
  <inkml:trace contextRef="#ctx0" brushRef="#br0" timeOffset="47523.772">11750 10792 3988 0,'0'0'12'0,"0"0"5480"15,0 98-2515-15,0-57-713 0,0 6-300 0,0 5-376 16,0 1-308-16,0 5-340 0,0 2-280 16,0 1-212-16,0-1-215 0,-5-6-157 15,5-4-76-15,0-8-12 0,0-10-121 0,0-7-295 16,5-6-348-16,2-10-132 16,-3-2-160-16,0-7-492 0,-4-3-1232 0,0-4-2045 15,0-12-2315-15</inkml:trace>
  <inkml:trace contextRef="#ctx0" brushRef="#br0" timeOffset="47681.827">11754 11157 2792 0,'0'0'64'15,"0"0"6928"-15,0 0-5239 0,0 0-473 16,0 0 400-16,86-13-180 0,-65 13-164 16,-1-3-308-16,4-1-412 0,3-2-320 15,1-6-296-15,0-1-100 0,4-6-748 16,0 0-392-16,-12 2-1120 0,16-2-4081 0</inkml:trace>
  <inkml:trace contextRef="#ctx0" brushRef="#br0" timeOffset="48548.989">12801 10303 8672 0,'0'0'4673'0,"0"0"-3073"0,0 0-908 15,0 0-452-15,32-85 252 16,-16 55 540-16,0 5-104 0,3-4-496 0,2 7-184 16,-1 6-52-16,-1 3-48 0,1 6-52 15,-4 7-96-15,-4 5-4 0,0 10-76 16,-3 7 80-16,-5 10 84 0,-4 10 88 16,0 2-112-16,-9 10-52 0,1 0-8 15,-7 3-52-15,2 4-32 0,-2-5-188 16,2 2-8-16,2-5 192 0,-1-8 84 15,3-4 4-15,6-6 100 0,-5-3 48 0,4-3-52 16,-5 3-88-16,5-4-8 0,1 1-4 16,-1 2-80-16,4-3 8 0,0 8 64 15,0-1-84-15,7 0 84 0,2 3-76 16,7-4 88-16,0-5 88 0,3 0-4 16,1-6 4-16,5-9-40 0,-1 0-48 15,-1-2-48-15,5-5-40 0,-4-1 88 16,4 1 60-16,-4-2-60 0,-1 8 4 0,1 3 168 15,-3 3 28-15,-6 7 92 0,1 2 112 16,-8 7 24-16,0 0 8 0,-3 0 208 16,-5 0-107-16,0-3-185 0,0-4-76 15,0-5-56-15,0-1-164 0,-5-9-56 16,1-5-12-16,0-1-96 0,0-3-172 0,-3-1-312 16,-6-3-137-16,1 3 45 0,-8 3 64 15,-3 1 128-15,-1 2-60 0,-4-3-372 16,0 4-1004-16,4-4-1904 0,-16 1-2325 0</inkml:trace>
  <inkml:trace contextRef="#ctx0" brushRef="#br0" timeOffset="89265.098">14112 10903 6352 0,'0'0'5797'16,"0"0"-4837"-16,0 0 96 0,0 0 144 15,0 0 292-15,0 0-260 0,0 0-344 16,0 0-204-16,0 0 16 0,0 0-44 15,44 3-120-15,-8-3-135 0,7 0-145 16,2-3-64-16,-2 0-140 0,-3-7-52 16,0 1 0-16,0-4-64 0,-1 0-56 15,-3-3-292-15,-4 1-209 0,0 2-123 0,-8 3-184 16,-4 1-624-16,-5 6-1476 0,-6 3-4513 0</inkml:trace>
  <inkml:trace contextRef="#ctx0" brushRef="#br0" timeOffset="89434.25">14394 11192 184 0,'0'0'11009'0,"0"0"-9237"0,0 0-1112 0,0 0 256 16,0 0 16-16,0 0 212 0,0 0-284 16,101 54-328-16,-66-54-200 0,1-3-268 15,8-1-64-15,-4-3-112 0,7 5-592 16,2-5-428-16,-2 7-268 0,5-3 452 15,-12 3-4105-15,12-2-2523 0</inkml:trace>
  <inkml:trace contextRef="#ctx0" brushRef="#br0" timeOffset="89880.728">15534 10426 3876 0,'0'0'4392'16,"0"0"-507"-16,5-85-3449 0,-5 53 12 15,0-3 100-15,0 4 312 0,0 1 0 16,0 9-192-16,0 5-152 0,0 9-156 16,0 4-36-16,0 3-76 0,0 6 40 15,-5 10-4-15,1 9 24 0,0 11-72 16,-4 11-152-16,-3 10-84 0,-5 14-64 15,-1 5-12-15,2 0-20 0,-6-1-64 16,2-1-16-16,3-17 92 0,4-9 84 16,3-20-4-16,6-10-56 0,3-7-88 0,0-8 0 15,0-3 24-15,3 0 12 0,6-7-36 16,3 0-28-16,0-1 64 0,4 2 112 16,-5 2-4-16,6 4 4 0,-6 0 136 0,-2 10 52 15,3 3 160-15,-5 9 36 0,2 3-124 16,-1 6-40-16,-1 9 4 0,-3 0-4 15,0 2 136-15,5 5-220 0,-5-3-136 16,-4 2 0-16,3-2-60 0,1 0-76 16,-4 0-320-16,4-5-208 0,4-5-68 15,-4-6-176-15,4-5-264 0,0-4-500 16,0-6-760-16,0-4-1921 0,0-5-1655 0</inkml:trace>
  <inkml:trace contextRef="#ctx0" brushRef="#br0" timeOffset="91331.155">16355 10068 8396 0,'0'0'1800'15,"0"0"733"-15,0 0-1221 0,0 0 4 0,0 0 28 16,0 0 8-16,0 0-280 16,0 0-296-16,0 0-264 0,0 0-196 0,-8-22-132 15,8 25-76-15,0-1-100 0,0 2-8 16,0 3 4-16,4 5 64 0,4 7 88 15,0 6-60-15,-4 4 16 0,0 9-112 0,0 1 8 16,0 5 4-16,0 3 72 0,0 4-84 16,-4 7 0-16,4 1 12 0,-4 5-8 15,0 2-4-15,3-3-4 0,-3 5-4 16,0-8-100-16,0-2 48 0,0-8-28 16,5-9 76-16,-5-9-36 0,4-13-24 15,0-5-52-15,0-8 4 0,4-4-28 16,-5 2-56-16,2-4-116 0,3-4-156 15,4-4-124-15,-5-9-28 0,6-6-400 16,-2-8-596-16,-3 6-1108 0,9-23-3065 0</inkml:trace>
  <inkml:trace contextRef="#ctx0" brushRef="#br0" timeOffset="91630.623">16929 10199 10376 0,'0'0'2265'0,"0"0"-1209"15,0 0-204-15,0 0 132 0,0 0 84 16,-84 12-248-16,52 3-396 0,1 5-228 0,-5 5-196 16,0 4-48-16,4 2-40 0,4 4-24 15,0 0-60-15,0 7 60 0,8-4-72 16,1-7-4-16,6-2 180 0,6-4-28 16,3-9 36-16,4 1 12 0,0-5 124 15,0 3 36-15,0-2 64 0,11 3-48 0,2-3-4 16,6 2 100-16,1 5 0 0,8-1 48 15,0 0 36-15,0-1-12 0,4-1-184 16,-5 1-60-16,-3-1-112 0,4 2-56 16,-4-6-16-16,0-1 60 0,-4-5-100 15,0-4-216-15,0-3-312 0,0-7-176 16,4-5-464-16,-8-4-1088 0,3-13-3529 0</inkml:trace>
  <inkml:trace contextRef="#ctx0" brushRef="#br0" timeOffset="91808.282">17356 10325 15193 0,'0'0'1296'0,"0"0"-548"16,0 0-80-16,0 0 76 0,47 67 688 16,-43-52-164-16,0-2-475 0,4-4-661 15,-4 5-132-15,0-8-120 0,4 3-245 16,-4-2-403-16,-1 2-244 0,1-2-460 15,-4 5-1220-15,0-5-2949 0,0 5-3875 0</inkml:trace>
  <inkml:trace contextRef="#ctx0" brushRef="#br0" timeOffset="91981.384">17359 10709 13253 0,'0'0'1624'0,"0"0"-1068"0,0 0 376 0,0 0 424 16,0 0 344-16,0 0-308 0,0 0-552 15,0 0-411-15,0 0-249 0,87 67-116 16,-66-58-64-16,3-5-156 0,0 1-185 0,-1 2-339 16,5-4-176-16,4 0-208 0,0 1-888 15,-8-1-2912-15,11-3-4349 0</inkml:trace>
  <inkml:trace contextRef="#ctx0" brushRef="#br0" timeOffset="92397.682">17936 10306 14749 0,'0'0'2264'0,"0"0"-1904"16,0 0-224-16,0 0 572 0,0 0 252 15,0 0 436-15,88-16-448 0,-56 9-423 0,9 0-189 16,-2-1-200-16,1-2-80 16,-1-2-56-16,-2-2-8 0,-1 2-64 0,-1-1-52 15,-7 0-348-15,4 1-329 0,-8 2-227 16,-4 1-260-16,0 3-780 0,-9 2-1112 0,-7 1-2621 16,-4 3-1695-16</inkml:trace>
  <inkml:trace contextRef="#ctx0" brushRef="#br0" timeOffset="92547.734">18188 10276 1448 0,'0'0'10169'0,"0"0"-8821"0,0 0-776 16,-12 90 204-16,12-52 512 0,4 7 388 15,-1-1-44-15,2 4-428 0,-1-1-340 16,0 1-268-16,-4-3-315 0,0-4-233 16,0-4-48-16,0 3-133 0,-4-13-343 15,0-2-376-15,4-8-128 0,0-4-424 16,0-7-1304-16,0 0-3233 0</inkml:trace>
  <inkml:trace contextRef="#ctx0" brushRef="#br0" timeOffset="92828.234">18303 10728 4516 0,'0'0'10469'0,"0"0"-9057"0,0 0-712 16,0 0 180-16,100-16 132 0,-80 13 296 15,-4-3-512-15,0 3-384 0,-4-1-288 16,0 4-124-16,-8-3-120 0,-1 3-256 15,-3 0-260-15,0 3-96 0,-3 7-276 16,-13 6-500-16,0 6-736 0,-8 6-1764 16,0 1-345-16,-7 0 1577 0,3-1 676 15,0 1 1972-15,0-4 128 0,7 4 976 16,2-4 732-16,3-2 832 0,8 2 16 0,4-7-427 16,4 1-401-16,0-5-496 0,12-1-196 15,-1-4-180-15,6-6-72 0,7-3-76 16,-1 0-52-16,9-9 32 0,4-7-232 15,4-6-408-15,3-7-48 0,-2-7-456 16,-1-5-528-16,-5 0-628 0,-7 10-1228 16,8-16-4945-16</inkml:trace>
  <inkml:trace contextRef="#ctx0" brushRef="#br0" timeOffset="93347.329">19008 10013 16817 0,'0'0'1376'0,"0"0"-1376"0,0 0-656 16,28-79 656-16,-11 51 360 0,-2 3 368 15,6 1-504-15,-2 3-224 0,9 2-40 16,-4 6-72-16,-4 3-12 0,-1 8 52 15,-2 2 72-15,-9 12 132 0,-5 13 240 16,-3 8-116-16,0 8-120 0,-7 9-124 16,-14 4 36-16,2 3-40 0,-1 4-8 0,-4-1-8 15,1-2-100-15,-1-5 12 0,7-2 96 16,2-10 88-16,7-5-32 0,-1-11-56 16,5-3-12-16,4-10-112 0,0 5 40 15,4-8-4-15,0 0 16 0,5 1 20 0,2-1 4 16,1 1-24-16,1 0 72 0,6 2-88 15,-3 1 80-15,4-1 0 0,4 5 8 16,-4 1 0-16,-4 4 88 0,4-2-28 16,-4 5-52-16,-1 1 68 0,2 2-72 15,-2 4 8-15,2 0 60 0,2 0-68 16,-6-2-4-16,2 3 0 0,-2-1 40 16,-6 3-28-16,5 3 52 0,-4-1-16 15,-4 2 64-15,0-1 72 0,-4-2 108 0,0 1-60 16,0-1 100-16,0-2-148 15,-8 1 8-15,0-7-80 0,-4-2-64 0,5-4-48 16,-6-9 0-16,1 0-316 16,1-3-308-16,-2-10-184 0,2 0-600 0,-2 0-1320 15,-6-17-4281-15</inkml:trace>
  <inkml:trace contextRef="#ctx0" brushRef="#br0" timeOffset="94980.71">20694 9992 5488 0,'0'0'2720'0,"0"0"-600"0,0 0-135 15,0 0-813-15,0 0 160 0,0 0 220 16,0 0-84-16,0 0-456 0,0 0-560 16,0 0-388-16,-80 0-64 0,57 32 0 15,-1 12 72-15,0 6 28 0,-1 14 8 16,6 5-4-16,3 5-104 0,0-7-8 0,8-8-56 15,4-14 64-15,4-10 88 0,0-9-88 16,7-7-100-16,2-10-56 0,-1 0-56 16,0-2-44-16,4-1-52 0,0-2 76 15,4 3 20-15,-4-1 100 0,3 2-24 16,-2 6 136-16,2 5 40 0,-2 6 32 16,-2 10 100-16,-3 4 112 0,-4 8 148 15,1 0-176-15,-5 4-72 0,0-1-24 16,0-2-60-16,0 0-92 0,-5-3-8 15,-3-1 0-15,0-3-4 0,5-6-108 16,-1-4-96-16,0-4-124 0,-1-2-72 0,5-9-40 16,0-1-164-16,0-5-236 0,0-4-676 15,0-3-1352-15,9-3-3621 0</inkml:trace>
  <inkml:trace contextRef="#ctx0" brushRef="#br0" timeOffset="95946.158">21085 10293 10844 0,'0'0'2501'16,"0"0"-549"-16,0 0-144 0,0 0-64 15,0 0-188-15,0 0-400 0,0 0-607 16,0 0-345-16,0 0 16 0,0 0-40 16,107-31 76-16,-68 24-172 0,-2-2-72 15,-1 2 0-15,-4-3-12 0,0 1-8 16,-4 0-76-16,0-1-148 0,-5 1-336 15,-3-1-137-15,-9 4-223 0,2-1-280 0,-5 4-1004 16,-1 0-1956-16,-7-1-2101 0</inkml:trace>
  <inkml:trace contextRef="#ctx0" brushRef="#br0" timeOffset="96129.912">21364 10243 10828 0,'0'0'1913'0,"0"0"-649"0,-4 69 252 0,4-34 288 16,0 10-40-16,0-1-368 0,0 3-336 15,0 4-283-15,0 0-181 0,0 7-248 16,0-1-216-16,0 0-132 0,-5-3-132 16,-3-7-60-16,4-9-340 0,4-9-197 15,-3-7 13-15,3-10-116 0,0-5-344 16,0-1-1276-16,0-2-2488 0,0-4-2445 0</inkml:trace>
  <inkml:trace contextRef="#ctx0" brushRef="#br0" timeOffset="96278.022">21355 10715 12585 0,'0'0'1504'16,"0"0"-592"-16,0 0 708 0,0 0-140 0,92-22-164 15,-64 16-276-15,-4 0-404 0,0 1-372 16,0 0-264-16,-5-4-56 0,2 2-248 16,-6 1-256-16,1 3-212 0,0 0-392 15,-4 3-448-15,-4 0-2368 0,-8 12-3173 0</inkml:trace>
  <inkml:trace contextRef="#ctx0" brushRef="#br0" timeOffset="96447.461">21387 10966 9744 0,'0'0'2113'0,"0"0"-909"0,0 0 120 0,0 0 200 16,0 0 128-16,0 0-356 0,88 35-304 15,-53-35-332-15,6-6-304 0,-5-7-320 16,3-5-36-16,2-2-232 15,-2-2-256-15,-3 0-296 0,0-4-360 0,-5 3-472 16,-10 4-1452-16,7-6-5525 0</inkml:trace>
  <inkml:trace contextRef="#ctx0" brushRef="#br0" timeOffset="96648.755">22069 10468 17213 0,'0'0'1728'16,"0"0"-1456"-16,0 0 144 0,0 0-120 0,0 0 8 15,0 0-72-15,0 0-232 0,0 0-108 16,0 0-408-16,0 0-392 16,0 0-560-16,60 35-1624 0,-60-23-5557 0</inkml:trace>
  <inkml:trace contextRef="#ctx0" brushRef="#br0" timeOffset="96797.152">22148 10794 12029 0,'0'0'1980'0,"0"0"-932"15,0 0 700-15,0 0-112 0,45 77-28 16,-34-67-568-16,1-1-652 0,8-6-340 16,0-3-48-16,-1 0-328 0,9-10-196 15,4-8-160-15,4-1-468 0,-4-9-832 16,-8 4-2564-16,12-11-5137 0</inkml:trace>
  <inkml:trace contextRef="#ctx0" brushRef="#br0" timeOffset="97027.61">22543 10306 14161 0,'0'0'4796'0,"0"0"-4056"0,0 0-532 16,0 0 244-16,0 0 436 0,99-13 485 16,-63 7-417-16,1 0-484 0,6-1-232 15,5-3-168-15,-1 4-68 0,2-1-4 16,-2-1-84-16,-7 1-72 0,0 0-316 16,-8 4-240-16,-4-3-160 0,-9 4-41 15,-2-3-443-15,-6 5-1012 0,-11 0-1880 0,0 0-1985 16</inkml:trace>
  <inkml:trace contextRef="#ctx0" brushRef="#br0" timeOffset="97230.389">22810 10404 11265 0,'0'0'1912'0,"0"0"-580"16,-9 77-84-16,9-40 308 16,0 11 72-16,0-3 16 0,0 6-379 0,0-1-369 15,9 2-244-15,-1 4-168 0,-4 0-48 16,3-1-208-16,-7-4-180 0,0-7-48 15,0-5-56-15,0-11-220 0,0-6-100 16,0-6-56-16,0-10-100 0,0-2-160 16,0-4-233-16,0-7-491 0,0-5-1108 15,-4-1-2624-15,1-13-3565 0</inkml:trace>
  <inkml:trace contextRef="#ctx0" brushRef="#br0" timeOffset="97376.499">22909 10744 14221 0,'0'0'1976'0,"0"0"-1212"16,0 0 192-16,0 0-80 0,92 22 120 16,-68-22 128-16,-5 0-600 0,6-9-308 15,3-4-216-15,0-6-112 0,0-3-556 0,3-5-164 16,5 0-284-16,-4 2-268 0,-4 2-656 16,11-9-6013-16</inkml:trace>
  <inkml:trace contextRef="#ctx0" brushRef="#br0" timeOffset="97913.776">23602 9912 3768 0,'0'0'12081'0,"0"0"-10241"15,0 0-1544-15,0 0-224 16,0 0 388-16,0 0 512 0,0 0 64 0,92-61-584 16,-64 46-292-16,4 3-4 0,3 1-144 15,-7 2 44-15,0-1-56 0,-7 4-4 16,-1 0-68-16,-9 6 0 0,-3 0-24 16,0 0-28-16,-8 12 4 0,0 5 120 0,0 8 256 15,0 10-100-15,-12 9-96 0,-3 7-8 16,-2 3-52-16,-3 2-8 0,-3 2 0 15,3 0 8-15,3-4 4 0,2-4 56 16,3-5 72-16,0-7 76 0,8-6 9 16,0-4-21-16,0-2-40 0,4-8-32 15,0 2-44-15,0-5-80 0,8 1-72 16,0-6-16-16,0 3 76 0,4-1-36 16,-1 4 36-16,2 0 0 0,-1 1 8 15,4 1 4-15,-4 1 0 0,4 2 0 16,-1 6 0-16,-3 1 0 0,4-2 0 15,0 2-60-15,-4 5 60 0,4-8-48 0,0 0 0 16,-4 0 0-16,4-3-12 0,0 0 44 16,-4-2-32-16,0-1 40 0,-1 0 8 15,-6 4 88-15,-1-2-4 0,-4 8 12 0,0-4-36 16,-4 4 0-16,-8-4-56 0,-4 0-4 16,0-5-144-16,0-5-160 0,0-2-365 15,-3-3-51-15,2-8-148 0,1-2-928 16,4 0-3036-16,-3-14-5845 0</inkml:trace>
  <inkml:trace contextRef="#ctx0" brushRef="#br0" timeOffset="100597.216">23750 10655 3116 0,'0'0'2568'0,"0"0"-1072"16,0 0-508-16,0 0-160 0,0 0-180 15,0 0-156-15,0 0-68 0,0 0-164 16,0 0-39-16,-32 10 7 0,32-10-72 16,0-3 64-16,4 3 1020 0,-4-4-436 15,0 4-220-15,0 0 24 0,0 0 112 0,0 0-16 16,0-3-256-16,0 3-304 0,0-4-144 15,4 2-64-15,-4-1 56 0,5-4 4 16,-2 4-52-16,-3-4 4 0,8 2 44 16,-4-1 0-16,0-5-92 0,0 5 52 15,0 4 48-15,-4-3 4 0,4 3 96 16,-4 2-4-16,0-4 104 0,0 4-148 16,0 0 84-16,0 0 24 0,0 0 16 15,0 0-104-15,0 0-20 0,0 0 208 16,0 0 112-16,0 0 232 0,0 0-76 15,0 0-100-15,0 0-108 0,0 0-76 16,0 0-52-16,4 0-92 0,4 0-16 0,0 0 148 16,-1 0 36-16,6 6-48 0,2-1-124 0,2-3 12 15,-2 4 40-15,2 0-51 0,3-1 11 16,-1 1 52-16,1-4-52 0,1 1 12 16,2-3-8-16,-3 0-60 0,0 0-48 15,4 0-4-15,-4-3 0 0,-4-3 0 16,3-1-4-16,-2 1-68 0,-6-2 20 15,1-3-8-15,1 5-96 0,-6 0-124 16,-3-1-97-16,0 1-23 0,-4 6-4 16,0-4-84-16,0 4-256 0,-8-2-672 15,4 2-1736-15,-12 0-4769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7:42:47.9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8143 3188 6432 0,'0'0'1896'0,"0"0"-680"0,0 0-556 15,0 0-260-15,0 0 181 0,0 0 1459 16,0 0-732-16,0 0-364 0,0 0-292 16,0-17-48-16,0 17-56 0,0 0-52 15,0 0-100-15,0 0-112 0,5 0-124 16,-1 0-72-16,3 0-28 0,5 0 4 16,1 0 20-16,2 0 4 0,9 0 32 0,4 0-56 15,0 0-4-15,8 0 40 0,-1 0 32 16,10 0-44-16,2 0 8 0,-2 0 164 15,6-2-200-15,-3 2-48 0,-1 0 0 16,1-4 60-16,0 2-60 0,4 2 76 0,0-5-88 16,4 3-52-16,-1-2-4 15,1 1 48-15,4 0-44 0,-4-3 48 0,3 3-112 16,-3-1 108-16,-4-2 8 0,3 2-8 16,-6 2-48-16,-2-2 52 0,-3 4 0 15,-4 0-56-15,0 0 52 0,0 0 4 16,-4 0 4-16,-1 0 0 0,1 0-12 15,-4 0-40-15,0 0-8 0,-4 0-12 16,4 0 72-16,-4 0 52 0,-4 0-52 16,-5 0-4-16,1 0 4 0,-3-3 0 0,-2 3 48 15,2-3-40-15,-6 0 0 16,1 0 0-16,-4 3-8 0,0 0-4 0,-4-3-4 16,0 3 4-16,0-4-4 0,0 4-4 15,0 0-48-15,-4 0 48 0,0 0-36 16,0 0 40-16,0 0-44 0,0 0 40 0,0 0 0 15,0 0-124-15,0 0-144 16,0 0-152-16,0 0 0 0,-4 4-64 0,0-1-224 16,0 0-208-16,-4 6-548 0,0-3-1444 15,-8 8-3217-15,60-53 673 0</inkml:trace>
  <inkml:trace contextRef="#ctx0" brushRef="#br0" timeOffset="2298.223">4733 10296 8896 0,'0'0'2329'0,"0"0"-129"16,0 0-1220-16,0 0-412 0,0 0 264 16,0 0 320-16,0 0-168 0,-84-64-244 15,68 61-116-15,4 3-60 0,-3 0-136 16,-2 0-232-16,-3 10-84 0,5 2-40 15,-6 5 12-15,2 5-72 0,-1 6 0 16,0 7-4-16,4 11-4 0,0 4 0 16,0 7 0-16,8 6 0 0,4 11 4 0,4 1-8 15,4 6 0-15,8-9-132 0,4-2 60 16,8-7-4-16,-4-5-56 0,8-11 60 16,0-9-28-16,0-7 28 0,-1-8-52 0,1-6 4 15,0-15 20-15,4-2 88 16,-4-6 12-16,7-13 136 0,-3-10-52 0,5-3 96 15,-10-9-180-15,1-1-148 16,-4-8-36-16,0-1-24 0,-4 1-12 0,-4-7-12 16,0-1-16-16,0-5 104 0,-9-1-16 15,2 0 108-15,-5-2-44 0,-4 0-80 16,-4-4 92-16,-5 3 8 0,-2 4-96 16,-6 5 24-16,2 13 148 0,3 8 100 15,0 14 96-15,0 7 112 0,5 9 124 16,-2 7-64-16,1 0-84 0,1 0-52 15,-6 14-12-15,-2 2 0 0,-2 6 0 16,6 9 24-16,-10 9-60 0,6 7-88 16,-2 7-36-16,-2 9-60 0,3 6 0 0,-5 5-96 15,6 2-196-15,2-3-332 0,2-13-136 16,3-9-16-16,0-13-124 0,4-16-576 0,0-9-452 16,-4-6-704-16,8-7-1249 15,-8 0-1527-15</inkml:trace>
  <inkml:trace contextRef="#ctx0" brushRef="#br0" timeOffset="2475.937">4625 10629 9836 0,'0'0'2537'15,"0"0"-1681"-15,0 0-156 0,0 0 448 16,-4 86 712-16,-3-51-556 0,-1 7-444 16,-5 5-268-16,6 1-68 0,-5-1-184 0,3-3-132 15,2-2-140-15,3-4-68 0,0-3-208 16,4-9-500-16,0-4-128 0,0-6-12 15,4-7-132-15,0-9-396 0,3 0-380 16,2-9-632-16,-5-1-645 0,7-15-1995 0</inkml:trace>
  <inkml:trace contextRef="#ctx0" brushRef="#br0" timeOffset="2631.676">4689 10969 1760 0,'0'0'4928'16,"0"0"-2656"-16,0 0-488 0,0 0-331 0,0 0 91 15,80 61-152-15,-61-43-120 0,1 12-300 16,5-2-128-16,-1 3 4 0,4 4-40 15,-5 0-428-15,1-3-380 0,0 0 0 16,4-3-72-16,-4-4-100 0,4-3-244 0,4-3-284 16,-5 0-188-16,5-3-92 0,-4-3-412 15,0-4-504-15,-12-2-1053 0,12 0-2607 0</inkml:trace>
  <inkml:trace contextRef="#ctx0" brushRef="#br0" timeOffset="3097.183">5813 10750 12657 0,'0'0'2488'0,"0"0"-1468"0,0 0-692 15,0 0 48-15,0 0 368 0,0 0-52 16,0 0-64-16,0 0-220 0,0 0-224 15,0 0 108-15,67-16 28 0,-31 13 8 16,12 0-12-16,0 0-24 0,8 3 256 16,3 0 97-16,5 0-257 0,0 0-108 0,3 0-148 15,2-3-60-15,-2-4 12 0,5 1-80 16,-1 0-4-16,-2-7-4 0,-6 4-68 16,5-4 0-16,-8 0-12 0,-4 1 72 15,-1-2-72-15,-11 3-232 0,-8 0-132 0,-4-2 7 16,-8 4-43-16,-5 0-112 0,-3 2-212 15,-4 1-456-15,-8 0-736 0,-4-4-700 16,0 4-1661-16,-8-7-1175 0</inkml:trace>
  <inkml:trace contextRef="#ctx0" brushRef="#br0" timeOffset="3348.175">6960 10341 11821 0,'0'0'1940'0,"0"0"-1344"0,0 0-480 0,0 0 288 16,0 0 416-16,0 0 220 0,0 0-108 15,0 0-212-15,84 18-116 0,-65-8-140 16,5 6-72-16,1-2-96 0,-5 5-140 16,3-5-56-16,-7 9-4 0,5-4-36 15,-6 3-44-15,-3-3-12 0,0 0 4 16,-4 4 0-16,-4-2-8 0,-4 5 0 16,0 6-124-16,0 0 16 0,-8 3 20 0,-3-1-240 15,-6 5 8-15,-3-1-60 0,-3-1-100 16,-5 2-248-16,-4-1-200 0,0 0-200 15,-5-5-360-15,14-8-1140 0,-9 2-2917 0</inkml:trace>
  <inkml:trace contextRef="#ctx0" brushRef="#br0" timeOffset="4731.038">8354 10166 6808 0,'0'0'2480'0,"0"0"-1500"16,0 0-103-16,0 0 51 0,0 0 68 16,-43-76 112-16,30 69 68 0,6 0-324 15,-5 5 0-15,-4 2-156 0,4 0-224 0,1 0-128 16,-6 9-12-16,2 4-24 0,-2 9-124 16,1 10-172-16,0 6 60 0,5 13-20 15,-2 10 20-15,9 5-68 0,1 11 56 16,-1 5-60-16,4 4 8 0,4-1 68 0,7-3 72 15,6-5 20-15,-2-14 52 0,9-5 24 16,-4-10-24-16,8-14-108 0,-4-5-16 16,3-10-84-16,-2-6 0 0,3-10 124 15,0-3-76-15,3-3-60 0,-3-10-48 16,-3-10 48-16,3-5 0 0,-1-9-36 16,-3-9-76-16,4-1-144 0,-4-4-24 15,0 1 12-15,-1-5 132 0,-3 1-72 16,-3 1-72-16,-6-2 8 0,-3 1 16 15,-4 1-88-15,-4-4 72 0,0-4-48 16,-4 4 172-16,-8 3 96 0,1 7-120 16,-6 5 84-16,1 10 88 0,1 10 260 0,-2 6-88 15,2 10 152-15,-6 6-28 0,6 0-28 16,-1 6 40-16,-4 7-48 0,0 9-76 16,0 3-100-16,-3 10 0 0,-1 4 4 15,-4 8-16-15,0 7-68 0,3 0-4 16,-3 0-84-16,9 3-112 0,-1-6-480 0,4-3-224 15,4-4-92-15,4-9-672 0,4-10-528 16,1-6-669-16,-2-9-1651 0,5-7-460 0</inkml:trace>
  <inkml:trace contextRef="#ctx0" brushRef="#br0" timeOffset="5047.044">8319 10668 7596 0,'0'0'2552'15,"0"0"-991"-15,0 0-729 0,0 0-16 16,0 0 520-16,7 76-64 0,-7-54-196 15,-4 6-320-15,-3 4-160 0,-1 0-152 16,-1 6-212-16,-2-3-156 0,3 3 0 16,0-3-76-16,0-2-124 0,0-2-304 0,4-9-192 15,4-6-148-15,0-10-52 0,0-6-112 16,4 0-572-16,8-16 128 0,4-2-268 16,-1-5 43-16,6-2 473 0,3 2 464 0,4 8 460 15,0 1 204-15,7 8 768 0,1 6 412 16,8 4 729-16,0 5-253 0,-5 5-432 15,6 1-264-15,-9 3-80 0,-1-2 84 16,-7 4-192-16,0-5-204 0,-5 5-124 16,-2-4-184-16,-5-1-180 0,-1 1-80 15,-7-2-72-15,1-6-200 0,-1-4-232 16,-5-2-192-16,1-2-212 0,0-2-436 16,0-10-368-16,1-2-1057 0,-5-17-3407 0</inkml:trace>
  <inkml:trace contextRef="#ctx0" brushRef="#br0" timeOffset="5530.622">8251 8617 288 0,'0'0'10484'15,"0"0"-7907"-15,0 0-1065 16,0 0-124-16,0 0 276 0,0 0-232 0,0 0-504 16,0 0-404-16,0 0-256 0,0 0-36 15,-48 86 12-15,48-45-36 0,0 9-63 16,0 13-49-16,0 8-92 0,9 8-4 0,-2 10-44 15,5 9-16-15,-3 4-1 0,2 1-87 16,1-3-228-16,0-14-12 0,0-14-88 16,-1-14 36-16,6-13-24 0,-10-17 108 15,6-9-148-15,-1-9-264 0,-1-3-500 16,2-7-920-16,-6-4-1801 0,5-17-1799 0</inkml:trace>
  <inkml:trace contextRef="#ctx0" brushRef="#br0" timeOffset="6280.495">7909 6340 6844 0,'0'0'5249'16,"0"0"-4137"-16,0 0-132 0,0 0 208 15,0 0 132-15,0 0-152 0,0 0-376 16,-77 38-216-16,62-6-24 0,2 10 96 16,2 9-136-16,-1 9-208 0,8 6-120 15,-1 8-40-15,2 8-36 0,3 3-100 16,0 8 40-16,8-4-48 0,4-7 0 16,3-9-8-16,-2-13-56 0,2-12 4 15,2-16-12-15,2-10-36 0,-3-9-100 0,9-10 76 16,-1-3 68-16,-1-7 56 15,5-5-4-15,0-11-72 0,0-3 84 0,0-5-4 0,0-10-8 16,0-4-148-16,0-2 28 16,0-7-16-16,-5 0-12 0,1 0-8 0,0-1-64 15,0-1 96-15,-5 2 76 0,-6 0-148 16,-1-1-124-16,-9-1 172 0,-3 2 24 16,0 0-24-16,-3 0-136 0,-9 3 100 15,-4 7-28-15,0 6 124 0,0 8 100 16,-3 11 64-16,2 7 232 0,2 5 0 15,-2 5-64-15,1 2 52 0,0 9-64 16,0 8-24-16,-3 4-96 0,2 8-100 16,2 6-56-16,-5 6-44 0,-1 0-36 15,6 4-8-15,-5-1-548 0,4-3-444 16,4-1-1224-16,4-15-1813 0,0-4-787 0</inkml:trace>
  <inkml:trace contextRef="#ctx0" brushRef="#br0" timeOffset="6615.554">8024 6543 8868 0,'0'0'2157'0,"0"0"-1321"0,0 0 140 15,-8 96 624-15,4-55 52 0,-4 3-412 16,-3 4-448-16,-2 3-140 0,-2 6 88 16,-2 4-228-16,2-5-316 0,-2 1-196 15,6-2 0-15,2-11-196 0,-3-12-256 16,9-10 36-16,3-10-140 0,0-7-24 15,0-5-152-15,3-14-152 0,9-5-8 16,1-9-320-16,6-4-100 0,1-7 32 16,0 1 235-16,5 8 477 0,-2 3 440 15,1 8 128-15,0 7 776 0,4 5 137 0,0 4 291 16,4 3-56-16,0 7-48 0,-1 5 420 16,5 4-548-16,-4 3-352 0,0 0-44 15,-4 1 164-15,-4-2-32 0,-1 4-316 16,1-2-196-16,-4-1-196 0,-4 0 0 0,0-7-184 15,0 1-268-15,0 0-220 0,-4-4-80 16,4 1-172-16,-8-1-344 0,3-3-660 16,2-1-800-16,-2-3-2661 0</inkml:trace>
  <inkml:trace contextRef="#ctx0" brushRef="#br0" timeOffset="7131.44">7598 6210 6764 0,'0'0'4100'16,"0"0"-2983"-16,0 0-361 0,0 0 100 16,0 0 348-16,0 0-84 0,0 0-276 15,0 0-284-15,0 0-92 0,0 0-32 0,0 0 20 16,47-51-76-16,-27 45-36 0,1 3-76 16,2 0 16-16,5-1-16 0,7-3-36 15,6 2-72-15,6-2-64 0,5 0 0 16,8-1 40-16,4-3-88 0,0 2-48 15,-5 0-48-15,5-4 48 0,0 3-4 0,-4-2-4 16,3-1-76-16,-3 1-16 16,0 2-168-16,-4-3-316 0,-5 4-364 0,-7-1-372 15,0 4-692-15,-16 2-2164 0,-4-1-4001 0</inkml:trace>
  <inkml:trace contextRef="#ctx0" brushRef="#br0" timeOffset="10446.088">3128 7857 6280 0,'0'0'2556'0,"0"0"-1676"0,0 0-376 0,0 0 28 16,0 0 625-16,0 0 187 15,-80-14-708-15,63 14-204 0,-2 0 100 0,-1 0-144 16,-1 2-248-16,-2 7-52 0,3 1 100 16,0 6 12-16,0 3 4 0,0 0-104 15,5 10-48-15,-2-1 0 0,6 4 8 16,2 4 28-16,5 1-36 0,4 8-48 0,0 2-4 16,4 5 56-16,12 0-56 15,8 10-136-15,-4-3 68 0,8-1 68 16,-4-5 12-16,0-8-4 0,4-13-8 0,-9-7-8 15,2-11-72-15,-1-6 80 0,-1-8 8 16,5 0 92-16,-4-6 24 0,5-10-12 16,-6-3 148-16,5-6 52 0,0-3-88 15,-5-11-212-15,6-5 28 0,-9-7-40 16,3-3-236-16,2-3-88 0,-10-4-112 16,2 1 208-16,-6-1-88 0,-7 4 4 15,0 0 20-15,-3 7 152 0,-10-1 40 16,1 7 100-16,-3 2 116 0,-5 7 48 0,3 7 48 15,-2 6-48-15,3 3 136 16,0 9 216-16,4 3-92 0,0 4-60 0,4 3-68 16,-4 0-72-16,0 10-224 0,-4 5-80 0,4 5-56 15,-3 5-24-15,2 7-4 0,2-1 4 16,-2 4 84-16,2-3 28 0,-1 0-340 16,3-3-252-16,5-7-176 0,-3-6-172 15,3-4-312-15,0-2-624 0,0-7-637 16,4-3-351-16,-5-3-1304 0</inkml:trace>
  <inkml:trace contextRef="#ctx0" brushRef="#br0" timeOffset="10781.906">2995 7861 3372 0,'0'0'4648'0,"0"0"-3340"0,0 0-544 16,0 0 36-16,0 0 141 0,0 0-5 16,0 0-96-16,0 70-228 0,0-41-108 0,0 8-176 15,0 9-64-15,0-3-112 16,-3 7-64-16,3 5-88 0,-4 3-176 0,0-6-52 15,4 3-452-15,0-10-20 16,0-10 140-16,0-9 88 0,0-12 12 0,0-7-488 16,0-3-501-16,0-4 157 0,0 0-292 0,0-7-280 15,4-2 28-15,0-5 12 0,-1 0 1012 16,1 0 812-16,5 2 708 0,-5 2 700 16,4 4 76-16,-1 2-128 0,2 4 268 15,3 0 28-15,-1 0-296 0,6 10 25 16,-2 0-317-16,5 5-84 0,4 4-16 15,-4 1-156-15,4-1-104 0,0 6-88 16,-4 1-456-16,3-1-156 0,-2 0-4 16,-1-3-64-16,-1 1-100 0,1-8 4 15,1-2-384-15,-6-6-400 0,1-4-180 16,0-1-688-16,-4-2-2409 0,4-5-1995 0</inkml:trace>
  <inkml:trace contextRef="#ctx0" brushRef="#br0" timeOffset="11119.529">3641 7960 3208 0,'0'0'6116'16,"0"0"-5300"-16,0 0-44 0,0 0 273 15,0 0-85-15,0 0-208 0,-68 85-4 16,53-56-16-16,2 8 112 0,2 5-304 16,-2 2-176-16,6 8-64 0,3 0 20 0,-4 10 16 15,8-5-152-15,0 3-112 16,8-6-72-16,-1-3-88 0,1-7-12 15,9-5-8-15,-6-11 32 0,2-9-172 16,-2-9-88-16,6-4-100 0,-6-6-92 0,6 0-48 16,-2-10-144-16,1-5-548 0,0 2-984 15,4-18-2813-15</inkml:trace>
  <inkml:trace contextRef="#ctx0" brushRef="#br0" timeOffset="11495.301">3848 8271 6928 0,'0'0'3008'0,"0"0"-1883"0,0 0-365 15,0 0 84-15,0 0 696 0,52 82-236 16,-44-63-388-16,4 3-364 0,0-3-244 16,0 4-60-16,-1-4-48 0,2 0-16 15,-1-3-144-15,0 0-40 0,-4-7-64 0,0-2-48 16,-1-1 0-16,2-3-72 0,-5-3-152 15,0 0 48-15,0 0 28 0,-1-6-28 16,1-1 60-16,0-5 140 0,-4-1 12 16,0-4 28-16,0-2 48 0,0-2 64 15,0-5 76-15,-8-2-132 0,5-1 40 0,-5-2 72 16,4-1-20-16,0-1-40 0,4 5 92 16,0 3 160-16,0 3-128 0,8 3 68 15,0 6-4-15,3-3 12 0,2 7-124 16,2-1-28-16,2 1-32 0,-2 2 132 15,5-2-208-15,0 2-4 0,0 4-168 16,-4-3 88-16,0 3-52 0,-4 3-76 16,4 0-556-16,-4 3-376 0,-4 6-648 0,-4 1-1304 15,-4 5-2837-15</inkml:trace>
  <inkml:trace contextRef="#ctx0" brushRef="#br0" timeOffset="11786.861">4171 8249 8008 0,'0'0'1568'0,"0"0"-1092"0,0 0 661 0,0 0 339 16,0 0-264-16,0 0-388 0,0 0-320 15,0 0-228-15,0 0-212 0,0 0-64 16,0 0-8-16,52 8-92 0,-48 6-40 16,-4 2-136-16,0-2-16 0,0 10-60 15,-4-2 8-15,0 0 28 0,0 0 188 16,0-3 128-16,0 0 72 0,4-3 80 15,-5-4 152-15,5-1 76 0,0-3 40 16,0-1-96-16,5-3-44 0,-1-1-68 16,4 0 40-16,0 1 52 0,-1-4 96 0,6 2-100 15,-5-2-152-15,-1 0-148 16,2 0-48-16,3 0-28 0,-5-2-324 0,2-2-428 16,3-2-496-16,-5-1-972 0,1 1-2697 0</inkml:trace>
  <inkml:trace contextRef="#ctx0" brushRef="#br0" timeOffset="11965.288">4505 8426 8856 0,'0'0'1888'15,"0"0"-1271"-15,0 0 359 0,0 0 708 16,0 0-80-16,-3 64-376 0,-5-46-284 16,0-1-312-16,4 1-336 0,-4 2-212 15,0-1-84-15,0-4-100 0,4 5-48 16,-4-8-308-16,4 2-140 0,-4-6-224 15,4 3-272-15,4-5-400 0,-4-3-600 0,0-3-1057 16,4 0-3031-16</inkml:trace>
  <inkml:trace contextRef="#ctx0" brushRef="#br0" timeOffset="12317.577">4638 8204 8280 0,'0'0'1968'16,"0"0"-1464"-16,0 0-3 0,0 0 503 16,47 72 668-16,-36-49-332 0,2 6-384 15,-1-4-432-15,0 7-296 0,0-4-132 16,-1 2-96-16,-2-9-48 0,3-5-28 16,-5-3-84-16,2-7 60 0,-1-2 12 0,-1-4-24 15,-3 0 112-15,5-6 96 0,-5-8 164 16,4-5 164-16,-5-2-140 0,1-12-120 15,0 2-76-15,0-7-80 0,1-4 36 16,-5 4-44-16,0 1-64 0,0 1 64 16,0 4-4-16,4 10 0 0,0 3-40 15,-4 5 44-15,3 3 76 0,1 1-28 16,0 4-48-16,4 0-100 0,1 2 16 0,-6-3-56 16,5 4-96-16,0 0-336 0,0 1-408 15,4 2-812-15,-4 0-1473 0,-4 2-3523 16</inkml:trace>
  <inkml:trace contextRef="#ctx0" brushRef="#br0" timeOffset="12657.446">4996 8191 1096 0,'0'0'8560'0,"0"0"-7616"0,0 0-439 0,0 0 879 16,0 0 476-16,0 0-432 0,0 0-364 15,0 0-356-15,0 0-212 0,0 0-224 16,59 3-192-16,-55-3-80 0,0 0-88 15,-4 7 28-15,0 2 60 0,0 5 0 16,0 0 0-16,-4 9-164 0,-3-1-72 16,3 1 36-16,-4-1 4 0,4-3 60 0,-1-6 24 15,5-4-40-15,0 1-84 0,0-7-152 16,5 0-52-16,-1 0 176 0,8-3 264 16,-1 0 8-16,2 0 44 0,-2 0 20 15,6 0-56-15,-6 0 84 0,1 0 180 16,-3 0 120-16,-2 3-28 0,1 0-84 15,-4-3 8-15,1 3-96 0,-5 1-16 0,4 2 12 16,-4 0 16-16,0 1 20 0,0 2-20 16,-4 0-40-16,-1 2-124 0,-3-3-48 15,0 3-284-15,1-5-244 0,-6-4-304 16,2 2-364-16,-2-4-356 0,1-4-880 16,5-1-1905-16,-10-15-1803 0</inkml:trace>
  <inkml:trace contextRef="#ctx0" brushRef="#br0" timeOffset="12847.709">5347 8045 10756 0,'0'0'1697'0,"0"0"-1149"0,0 0 0 0,0 0 228 16,0 0 472-16,83 45-116 0,-75-27-164 16,-4 5-384-16,0 6-240 0,-4 2-96 15,0 7-112-15,-8 7-136 0,-4-1-148 16,-3 1-372-16,-2 2-136 0,2-2 200 15,-6-1-304-15,-3-5-476 0,-4-5-296 16,5-9-1301-16,-17 16-3695 0</inkml:trace>
  <inkml:trace contextRef="#ctx0" brushRef="#br0" timeOffset="13134.703">4593 8972 11429 0,'0'0'2584'0,"0"0"-2080"0,0 0-500 15,0 0 504-15,0 0 308 0,17 73 16 16,-13-47-212-16,-1-4-184 0,1 3-128 15,0 4-120-15,4-1-52 0,-3 4-88 16,2-1-36-16,-3 7-4 0,0-2-8 16,4 2-88-16,-4-3-368 0,0-3-388 15,0-6-384-15,0-5-716 0,0-4-2569 16,-4 1-3655-16</inkml:trace>
  <inkml:trace contextRef="#ctx0" brushRef="#br0" timeOffset="18527.085">6251 7915 5428 0,'0'0'3236'0,"0"0"-2032"16,0 0-920-16,0 0 232 0,0 0 209 0,0 0-341 15,0 0 372-15,99-29 316 0,-71 21-400 16,0-13-368-16,12 2 24 0,-5-6-48 15,6-6-104-15,2-1-24 0,2-7-148 16,-2 6 92-16,6-9-92 0,-2 3-4 16,1 2 0-16,-1 1-64 0,-6 1 60 0,-2 7-208 15,-7 5-356-15,-4 4-156 0,-4 4-152 16,-12 2-212-16,-1 4-637 0,-2-1-1179 16,-9 1-1640-16</inkml:trace>
  <inkml:trace contextRef="#ctx0" brushRef="#br0" timeOffset="18796.784">6928 7235 1368 0,'0'0'2960'0,"0"0"-1264"0,0 0-136 0,0 0-212 16,0 0-208-16,0 0-187 0,0 0-141 15,88-35-120-15,-73 35-156 0,2 0-164 16,-2 4-196-16,2 5-12 0,-6 4-36 0,2 3 0 15,-5 3 100-15,-5 9-76 0,-3 0 64 16,0 5-76-16,0 2-140 0,-3-3 0 16,-5 3 0-16,-1 2-4 0,-2 2-48 15,-1 2-36-15,-1 0 0 0,2 1 36 16,-6-5-316-16,6-1 0 0,-6-8 0 16,6-3-208-16,-1-6-320 0,0-3-457 15,4-5-831-15,-8-6-1900 0</inkml:trace>
  <inkml:trace contextRef="#ctx0" brushRef="#br0" timeOffset="22713.779">13546 6991 6156 0,'0'0'1040'0,"0"0"-504"15,0 0-124-15,0 0 640 0,0 0 693 16,40-76-885-16,-28 60-500 0,-4 3-140 0,4 0 8 16,0 4-36-16,-4 4-40 0,4-2-60 15,-5 7-80-15,2 0 64 0,3 7 168 16,-5 4 60-16,2 8 192 0,-1 7 136 15,-1 6-204-15,1 9-60 0,1 6-180 16,-2 4-52-16,5 4-84 0,-3 1-4 16,6 1-96-16,-3-5 96 0,4-5-24 15,4-9 196-15,-4-10 168 0,0-5-104 16,0-11-220-16,0-9 72 0,0 1 88 16,-4-4-12-16,4-7-88 0,0-2-12 0,-4-7-16 15,4-6-56-15,-1-7-40 16,-3-2-448-16,0-5-424 0,-4-1-272 15,5-2-256-15,-6-2-632 0,1 13-997 0,-4-21-2251 16</inkml:trace>
  <inkml:trace contextRef="#ctx0" brushRef="#br0" timeOffset="22980.452">13953 6664 1604 0,'0'0'5460'0,"0"0"-3980"16,0 0-136-16,0 0 205 0,0 0-253 15,0 0-264-15,0 0-232 0,0 0-220 16,-21 83-12-16,21-48-144 0,0 6-20 16,5 6-92-16,-1 7 12 0,4 13-100 15,-1 9-24-15,-3 7-140 0,0 9 12 0,1 0-72 16,-1-2 0-16,-4-3 8 16,0-7-8-16,0-3-76 0,0-9 28 0,0-7-124 15,-4-6-4-15,4-8-84 0,0-10-104 16,4-1-100-16,3-11-164 0,-3-5-152 15,4-8-120-15,-4-5-592 0,5-7-865 0,-6 0-1627 16,5-12-1236-16</inkml:trace>
  <inkml:trace contextRef="#ctx0" brushRef="#br0" timeOffset="23697.651">14231 7661 7628 0,'0'0'1580'0,"0"0"-324"0,0 0 109 16,0 0 79-16,60 70-184 0,-36-41-380 15,0-1-200-15,0 3-128 0,0 2-176 16,0-5-116-16,0-2-184 0,-5-7-76 15,2-3-56-15,-5-4 56 0,-5-5 0 16,1-7 4-16,1 0 4 0,-2 0 0 16,-3-7 116-16,1-5-124 0,-6-7-228 15,1-4-108-15,0-2-52 0,0-4 48 0,-4-3 88 16,0 1 112-16,0-1-8 0,-4 0-68 16,-4 7 152-16,0-4 4 0,0 3 56 15,0 5 8-15,1-2 40 0,3 7 44 16,-1 1 76-16,1 2-48 0,4-1 96 15,0 6 0-15,0-5 80 0,4 6-40 16,5-2-44-16,2 2-20 0,1 4 36 16,4-4-88-16,4 5-12 0,-4 0 40 15,8-2-28-15,-4 1 12 0,3 3-24 0,-2 0-52 16,-1-4 16-16,3 4-76 16,-3-3-12-16,-3 3-100 0,-2 0-12 0,2 0-72 15,-6 0-384-15,1 7-456 0,-4 0-364 16,0-3-464-16,-4 6-1145 0,-4 6-2839 0</inkml:trace>
  <inkml:trace contextRef="#ctx0" brushRef="#br0" timeOffset="24083.271">14673 7766 1304 0,'0'0'9480'0,"0"0"-7911"15,0 0-1301-15,0 0 232 0,0 0 632 16,0 0 28-16,0 0-240 0,0 0-220 16,0 0-152-16,88-13-92 0,-68 10-184 0,4-4-72 15,-8 5-40-15,0 2-116 16,-4-5-44-16,0 5-112 0,-4 0-48 0,0 5-24 16,-4 1 48-16,-4 7-160 0,0-1-88 15,0 4-28-15,0 6-24 0,-8-3 32 0,4 1-24 16,-4 2 64-16,0-4 76 0,0-1 136 15,0 2 100-15,4-3 52 0,-4-1 12 16,4-2 76-16,0 0-16 0,0-1 56 16,4-2 188-16,0-7 108 0,0 3-16 15,0-6-124-15,4 4 16 0,4-2 36 16,4 3 0-16,0-3 24 0,4 1-128 16,0 0-68-16,4 1-44 0,-5-4-44 15,6 0-76-15,-5 2-56 0,3-2-80 16,2 0-448-16,-6 0-308 0,5 0-212 15,1-2 132-15,-6 2-2840 0,1-4-3001 0</inkml:trace>
  <inkml:trace contextRef="#ctx0" brushRef="#br0" timeOffset="25129.056">15438 7956 9308 0,'0'0'1961'16,"0"0"-981"-16,0 0-648 0,0 0 180 0,0 0 556 15,0 0-8-15,0 0-368 16,28 82-288-16,-24-56-192 0,0-4-84 0,-4 7-80 15,0-3 16-15,0 2-60 0,0-3 4 16,0 0-8-16,0-1-52 0,-4-6-272 16,0-5-180-16,4-7-64 0,-3-3-236 0,3-3-288 15,-4 0-792-15,0-9-3725 0</inkml:trace>
  <inkml:trace contextRef="#ctx0" brushRef="#br0" timeOffset="25529.865">15674 7810 6280 0,'0'0'2376'0,"0"0"-772"0,0 0-467 16,0 0 91-16,0 0 88 0,0 0-140 15,0 0-308-15,0 0-216 0,0 0-228 16,0 0-24-16,71 28-40 0,-50-23-52 15,-6-5-112-15,5 0-60 0,4 0-128 16,-3 0 56-16,2-7-28 0,-3 0-36 16,0-3-172-16,0 4-284 0,-4-6-140 15,3-1-128-15,2 3-256 0,-1-2-68 0,-1-1-924 16,-6 3-2501-16,-2 1-3335 0</inkml:trace>
  <inkml:trace contextRef="#ctx0" brushRef="#br0" timeOffset="26163.723">16104 7706 8916 0,'0'0'956'0,"0"0"-840"0,0 0 388 0,0 0 205 16,0 0 423-16,0 0 184 0,68 76-164 15,-52-51-268-15,0 0-292 0,4 4-168 16,-5-4-176-16,6 0-36 0,-6 0 36 16,1-1-160-16,-4-9 0 0,0-2-40 15,-4-4-36-15,4-2 64 0,-4-4-28 16,4-3 28-16,-4 0 12 0,4-6-88 15,-4-4-64-15,4-6-48 0,-4-6-72 0,0 0-16 16,0-3-100-16,-4-7 40 0,-1 3-28 16,2-3-12-16,-5-3 136 0,0 0-88 15,0 0-64-15,0-2 52 0,0 4 128 16,0-1 72-16,0 5-88 0,0 1 152 16,4 5-64-16,0 7 72 0,4 0-8 0,-4 6 116 15,-1 2 96-15,6-2 68 16,-5 7-4-16,4-1-52 0,3-1 16 0,2 2-76 15,-2-1 0-15,1 1-76 0,4-1-40 16,1 2-48-16,2-2 0 0,-3 1-72 16,0 3-56-16,0 0-44 0,0 0-384 15,-4 0-288-15,4 0-324 0,-9 0-1016 16,2 0-2637-16,-5 9-1767 0</inkml:trace>
  <inkml:trace contextRef="#ctx0" brushRef="#br0" timeOffset="26466.479">16590 7741 8928 0,'0'0'4401'0,"0"0"-3677"0,0 0-708 0,0 0 300 16,0 0 364-16,0 0 376 0,0 0-76 15,0 0-436-15,0 0-256 0,92-16-228 16,-80 16-60-16,-1 0-124 0,2 0-24 15,-9 3 36-15,3 5 112 0,-3 3 200 16,-4 5-116-16,0 6-72 0,0-3 40 16,0 6-44-16,0-2 4 0,-4-1-8 0,1-3-4 15,3-1-64-15,0-1-20 0,0-4 76 16,0-7-68-16,0 0-24 0,0-6-72 16,7 3 136-16,2-3 36 0,3 0 136 15,4-3-24-15,3-3-112 0,-2 0-64 16,2-4-136-16,1 1-60 0,-3-5-152 15,2 2-328-15,-3-1-352 0,0 4-532 16,-4-1-1281-16,4 3-2351 0</inkml:trace>
  <inkml:trace contextRef="#ctx0" brushRef="#br0" timeOffset="28193.29">13953 8871 8944 0,'0'0'1656'0,"0"0"-651"16,0 0-465-16,0 0 124 0,0 0 40 0,0 0-360 15,0 0-256-15,0 0-88 0,80-58 52 16,-73 65 100-16,1 2-148 0,-4 5 208 16,5 7-72-16,-6 2-8 0,1 8-132 15,0 1-4-15,0 6-60 0,0-2-32 16,0 2 96-16,0-1 4 0,0 2 40 15,4-8-36-15,-4 1-8 0,8-4 8 16,-4 0 144-16,4-9 76 0,4 4-28 0,-4-10 12 16,8 0 56-16,-1-7 56 15,2-3-100-15,-2-3 84 0,5 0-24 0,-4-6-8 16,4-7-52-16,0-3-12 0,-4-3-16 16,0-4-196-16,-4-5-68 0,0 3-456 15,-4 0-200-15,-5-4-220 0,2 4-320 16,-5-4-532-16,0 9-2089 0,0-11-2147 0</inkml:trace>
  <inkml:trace contextRef="#ctx0" brushRef="#br0" timeOffset="28480.145">14299 8693 7460 0,'0'0'2296'0,"0"0"-1119"0,0 0-265 15,0 0-104-15,0 0-44 0,-28 89-112 16,24-61-60-16,4 11-188 0,0 2-164 16,4 7-36-16,5 2-28 0,-2 11-64 15,-3 6 0-15,4 5 40 0,1 2-16 0,-6 2-32 16,1-1-92-16,0-1-8 0,0-1-4 16,0-7 8-16,-4-2-8 0,4-7-60 15,0-5-184-15,-4-5-44 0,4-10-40 16,0-2 76-16,0-9-12 0,0-7-164 0,0-7-184 15,0-2-264-15,0-7-276 0,4-3-745 16,-4 0-1163-16,0-6-1732 0</inkml:trace>
  <inkml:trace contextRef="#ctx0" brushRef="#br0" timeOffset="29413.024">14785 9817 1316 0,'0'0'7988'0,"0"0"-5639"15,0 0-1249-15,0 0-332 16,12 73-300-16,0-48 608 0,4 7-496 0,0-4 228 16,4 4-324-16,4-3-396 0,-4-8-80 15,0 3-8-15,-1-6 164 0,2-5-68 16,-10-3-20-16,6-1 0 0,-6-6-28 15,-3-3-48-15,1 0 200 0,-2 0-164 0,-3-9-36 16,4-1-124-16,-3-6-484 0,-5 0 420 16,4-10-372-16,-4 5 176 0,0-8 72 15,0-3 36-15,0 1 88 0,0-1 176 16,-4 1-48-16,-1-1-28 0,-3-4-64 16,0 2 152-16,1-1 0 0,2 0 0 15,1 0 0-15,4 7 12 0,0 2 64 16,4 5 188-16,8 4 140 0,0 1 48 15,4 3 40-15,0 4-156 0,0-1-48 0,4 4-104 16,-4 0-72-16,4 2-100 16,-4 1-12-16,0 3 0 0,0 0-60 0,0 0-40 15,-4 0 92-15,-5 0-168 0,6 0-508 16,-5 3-388-16,-5 4-472 0,1-4-1545 16,0 13-2603-16</inkml:trace>
  <inkml:trace contextRef="#ctx0" brushRef="#br0" timeOffset="29825.104">15092 9817 9984 0,'0'0'1805'0,"0"0"-717"0,0 0-80 0,0 0 372 16,0 0-48-16,0 0-336 15,0 0-316-15,80-18-384 0,-68 13-208 0,-1 3 104 16,-2 2-192-16,-1 0-88 16,-1 0-168-16,-3 0 256 0,5 7 60 0,-5-2-60 15,-4 8-300-15,4-1 288 0,-4 5-40 0,0 1-8 16,0 1-356-16,-4 1 412 0,0-1-4 16,-1-4-68-16,5-2-60 0,0-4 128 15,0-2 8-15,0-1-248 0,5-3 12 16,3 1 124-16,3-4 64 0,2 3 48 15,2-3 4-15,-2 0-4 0,2 0 0 16,2 0 0-16,-6 0-4 0,-3 0 0 16,4 0 4-16,-4 6 48 0,-4 0 40 15,4 4 84-15,-4-1-24 0,-4 4-48 16,0 0 0-16,0-1-48 0,0-1-52 16,-4-2-96-16,0 1-28 0,-4-8-124 0,0 5-116 15,-4-4-176-15,0 3-164 0,-4-2-292 16,4-1-416-16,-8 3-1141 0,8-6-1867 15,-12 6-1104-15</inkml:trace>
  <inkml:trace contextRef="#ctx0" brushRef="#br0" timeOffset="30818.323">15797 10057 8052 0,'0'0'1852'0,"0"0"-371"16,0 0-93-16,0 0-88 0,0 0 100 15,0 0-216-15,0 0-328 0,0 0-324 16,0 0-220-16,0 0-140 0,0 0-64 16,32 46 16-16,-32-37-12 0,0 1-52 15,0 2-8-15,0 1-52 0,-4-1 0 0,0 5-4 16,-4-1-96-16,0 3-132 16,0-4-116-16,-3 2-60 0,-2-2-36 0,6-2-80 15,-5-1-112-15,3-5-336 0,-2-1-468 16,-2 1-760-16,5-4-2009 0,1-3-1415 0</inkml:trace>
  <inkml:trace contextRef="#ctx0" brushRef="#br0" timeOffset="32674.491">16013 9811 10016 0,'0'0'1381'16,"0"0"-649"-16,0 0 160 0,0 0 332 16,0 0 24-16,0 0-400 0,0 0-140 15,0 0-172-15,80 0-188 0,-69 0-200 16,5 0-84-16,0-4-64 0,-4 1 0 0,4 0-4 16,-4 1-264-16,-5-3-452 0,6-1-308 15,-5 3-444-15,-1-3-832 0,2-1-3033 0</inkml:trace>
  <inkml:trace contextRef="#ctx0" brushRef="#br0" timeOffset="33133.718">16355 9782 10648 0,'0'0'2605'16,"0"0"-1321"-16,0 0-1276 0,0 0-8 16,0 0 556-16,0 0 396 0,0 0 16 0,52 67-484 15,-33-42-272-15,-2 0-112 0,-2 1-28 16,2-1 16-16,-2 0-4 0,2 1-20 16,-6-3-56-16,6-1 4 0,-10-6 172 0,6-4-72 15,-9-3-104-15,-1-5-8 0,1-1-148 16,0-3 148-16,0-3-84 0,4-8 68 15,-3-1 16-15,-2-6-84 0,1-4-140 16,-4-3-136-16,0-8-12 0,0 1 72 16,0-3 40-16,0 0-28 0,-4 0 60 15,4-2 52-15,-3 2 12 0,3-4 52 16,0 8 104-16,0-1-4 0,7 3 0 16,1 4 12-16,4 3 12 0,0-4 276 15,7 7 128-15,2-3-40 0,-1 3-76 16,-1 2 24-16,5 5-64 0,1-1-24 15,-1 7-76-15,-5 0-36 0,1 3-124 0,-3-1 0 16,-2 1-52-16,1 3-56 0,-4 0 32 16,0 0-72-16,0 0-412 0,0 0-364 15,0 7-500-15,-8-4-980 0,0 9-3085 0</inkml:trace>
  <inkml:trace contextRef="#ctx0" brushRef="#br0" timeOffset="33501.398">16893 9750 12865 0,'0'0'1920'0,"0"0"-1352"0,0 0-280 16,0 0 240-16,0 0 260 0,0 0 156 16,0 0-364-16,0 0-332 0,0 0-212 15,0 0-36-15,64 0-84 0,-60 7 84 16,0 2 0-16,-4 7 0 0,0 3-108 0,0 0 64 15,0 4 44-15,-4-2 8 0,0-4 52 16,-1-2-52-16,5-2-8 0,0-4-72 16,0-2-76-16,5-1-24 0,3 0 36 15,3-3 44-15,2 4 92 0,2-4 56 16,2 0-56-16,-2 1 0 0,6-2 4 0,-2 2 72 16,-7-1-72-16,4 0 44 0,-8 0 4 15,0 0 132-15,-4 4 0 0,0-1-24 16,-4 0 24-16,0 7 64 0,0 0-52 15,-8 3-196-15,-3-1-76 0,-6 5-216 16,1-4 168-16,-3 3-244 0,-9 0-64 16,0-4-276-16,-4 4 100 0,-4 1-472 15,-8 0-640-15,12-6-1208 0,-28 12-3585 0</inkml:trace>
  <inkml:trace contextRef="#ctx0" brushRef="#br0" timeOffset="34457.364">14252 11122 7552 0,'0'0'2824'0,"0"0"-1151"0,0 0-905 16,0 0 112-16,31-67 84 0,-19 51-92 15,1 3-220-15,2 1-136 0,-3 2-116 16,0 5-164-16,0 1-108 0,-5 1-128 16,6 3-100-16,-1 3 96 0,-4 6 4 0,4 7 4 15,-4 7 120-15,-1 2-24 16,2 7 0-16,-1 2-100 0,-1 8 0 0,1 2-88 15,1 1 80-15,-1-4-4 0,-1-3 12 0,2-4 48 16,2-4-44-16,1-8 72 16,1-4 60-16,-2-8-48 0,6 0-76 0,-6-7 124 15,5-3 96-15,4 0-8 0,-4-3 20 16,4-10-44-16,0 1-120 0,-5-5-80 16,6-1-196-16,-5-1-52 0,-4-4-208 15,-1 1-236-15,2-3-268 0,-2-1-400 16,-7 1-796-16,5 5-2113 0,-5-8-1943 0</inkml:trace>
  <inkml:trace contextRef="#ctx0" brushRef="#br0" timeOffset="34681.278">14666 10950 7628 0,'0'0'2292'15,"0"0"-871"-15,0 0-177 0,0 0 32 0,0 0-112 16,0 0-236-16,-40 82-272 15,36-59-256-15,0 3-128 0,0 2-124 0,4 7-96 16,0 6-52-16,0 4-12 16,0 8 0-16,0 8-152 0,4 6 156 0,0 3-228 15,0-1-48-15,0 1 20 0,4-6-76 16,-5-4-100-16,2-7-164 0,-1-4-4 16,0-8-268-16,0-3-168 0,4-10-408 15,-5-5-369-15,1-10-763 0,5-5-1564 0</inkml:trace>
  <inkml:trace contextRef="#ctx0" brushRef="#br0" timeOffset="36495.75">14893 11849 7352 0,'0'0'2412'0,"0"0"-759"0,0 0-181 15,0 0-336-15,0 0-188 0,72 79-92 0,-57-60-224 16,1 0-172-16,0 0-124 0,-4-7-112 15,-4 2-88-15,5-5-136 0,-9-3 4 0,3-2-8 16,-3-1 4-16,0-3-8 16,0 0-80-16,0 0 76 0,1 0-148 15,-5 0-4-15,0-3-8 0,0-4 84 0,3-5 24 16,-3-4-84-16,0-3-76 0,0-4-52 16,0-2 36-16,0-3 88 0,-3 2-24 15,-6-2 112-15,5-2-124 0,-4 3 112 16,4-2 20-16,1 3 52 0,-1 1-4 15,4 6 4-15,0 0-4 0,0 3 8 16,0 4 40-16,0-1 136 0,4 3 64 0,3 1-4 16,1-1-36-16,5 4-8 0,-2 0-40 15,1 2-76-15,4-3-68 0,0 5-8 16,0-5-4-16,3 5 4 0,2-1-4 16,-1-1 4-16,-1 1 4 0,1-4 4 15,1 4-8-15,-2 0 0 0,5-4-4 16,-8 4 4-16,0 0 0 0,0 3-88 15,0-3 24-15,-4 0-228 0,-4 3-172 16,0 0-104-16,-4 0-100 0,-1 3-156 16,-3 3-248-16,5-3-496 0,-5 7-773 15,0-4-1559-15,0 8-807 0</inkml:trace>
  <inkml:trace contextRef="#ctx0" brushRef="#br0" timeOffset="37146.319">15351 11722 3252 0,'0'0'6328'0,"0"0"-5012"16,0 0-967-16,0 0-1 0,0 0 408 15,0 0 380-15,0 0 8 0,0 0-336 16,0 0-356-16,0 0-176 0,0 0-148 16,0 25 120-16,4-3-120 0,0 6-56 0,-4 8-20 15,8-1 84-15,-4 0 0 0,0-4-24 16,3 1-112-16,-2-7 4 0,3-5 8 0,0-5-12 15,-4-4-52-15,4-5-60 16,0-6 12-16,0 0 52 0,-1 0-92 0,6-10 28 16,-1-3 52-16,-5-3-16 0,2 1 64 15,-1-8-64-15,-4 4-12 0,-1 4 40 16,1-5 44-16,-4 8 0 0,0-1-64 16,0 4 16-16,0-1-136 0,0 4-212 15,-4 2 60-15,1 4-12 0,-5 0-40 16,-1 0 212-16,1 4 80 0,1 5-76 15,-1 1 24-15,-5 2 152 0,6 4 0 16,-1 3 140-16,-5-3-52 0,6 4-40 16,-1-6-48-16,4-1-108 0,0 0-300 15,-1-3-484-15,5-1-1165 0,0 1-2755 0</inkml:trace>
  <inkml:trace contextRef="#ctx0" brushRef="#br0" timeOffset="37358.622">15809 12049 13045 0,'0'0'1536'0,"0"0"-1244"16,0 0-284-16,0 0 192 0,-8 66 444 15,4-49 48-15,0-2-180 0,-3 2-264 16,-2-5-248-16,1 3-12 0,5 2-360 15,-9 2-296-15,3-3-172 0,2-3-68 16,-5-4-148-16,3 0-608 0,2-5-1357 16,-9 2-3055-16</inkml:trace>
  <inkml:trace contextRef="#ctx0" brushRef="#br0" timeOffset="39837.565">16044 11865 9984 0,'0'0'1305'15,"0"0"-793"-15,0 0-152 0,0 0 180 0,0 0 32 16,0 0 92-16,84 16 32 0,-64-13-204 16,0-3-204-16,0 0-184 0,-1 0-92 15,2 0 0-15,-6-6-12 0,5-4-76 16,-8 0-88-16,4-2-340 0,-4-1-168 15,0 0-256-15,-4 1-532 0,0 1-1249 0,1-1-2723 0</inkml:trace>
  <inkml:trace contextRef="#ctx0" brushRef="#br0" timeOffset="40249.105">16375 11674 10316 0,'0'0'1997'0,"0"0"-1217"0,0 0-208 0,0 0 164 16,0 0 160-16,28 67 100 0,-12-41-460 16,4-4-272-16,-1 3-4 15,5 0-188-15,-3 1 28 0,-6-4-92 0,5 0-4 16,1-3 4-16,-6-3 132 0,5-3 108 16,-8-4-128-16,0-3-32 0,-4-2-24 15,0-4-64-15,0 0-8 0,-5 0 8 16,2-7-4-16,-5-2 4 0,4-4-120 0,-4-2-156 15,0-5 4-15,0-2-76 0,0 0 112 16,0-3 100-16,-4-4 36 16,-1 0-12-16,2-3-52 0,-5 1 52 0,0-4-128 15,4 3 24-15,0 0 144 0,0 1-4 16,4 3 24-16,0 1 52 0,4 5-24 16,0 7 20-16,4 5 8 0,0 1 268 15,4 2-8-15,-4 4-60 0,7 0-28 16,-6 0-104-16,7 3-64 0,-4 0 92 0,4 3-96 15,0 0-4-15,-1 0-4 16,2 1-68-16,-2-1-104 0,2-3-428 0,-2 3-264 16,1-3-424-16,-4 3-972 0,-4 0-2437 15,0 3-2054-15</inkml:trace>
  <inkml:trace contextRef="#ctx0" brushRef="#br0" timeOffset="40634.057">16845 11732 10784 0,'0'0'2029'16,"0"0"-1325"-16,0 0-196 0,0 0 276 15,0 0 512-15,0 0-108 0,0 0-392 16,0 0-352-16,84-7-136 0,-68 4-124 16,0 0-112-16,-4 3-64 0,-1 0 0 0,2 0 56 15,-2 6-52-15,-2 1-8 16,-5-2-4-16,0 8 12 0,0 1-12 0,-4 0-76 15,0 3 64-15,0-1 12 0,0-4 8 16,-4-2 0-16,4-4-8 0,0 1-48 16,0-4-36-16,0-1-88 0,4 2-76 15,-1-1 76-15,5 1 84 0,5-4 16 0,-2 3-4 16,1-3 64-16,4 0 4 0,1 0-4 16,-6 3 4-16,1-3 8 0,0 3 12 15,-4 0 64-15,0 4-4 0,-1-4 16 16,-2 3 8-16,-5 0-8 0,0 4 36 15,0-4-28-15,0 4-88 0,-8 2-16 16,0 1 4-16,-4 0-204 0,-4-1-136 16,0 1-104-16,-4-3-172 0,-4 3-328 15,0-5-464-15,-3-1-928 0,7 0-2589 0,-20-4-2459 0</inkml:trace>
  <inkml:trace contextRef="#ctx0" brushRef="#br0" timeOffset="41569.359">14550 6136 6260 0,'0'0'2184'16,"0"0"-720"-16,0 0 1569 0,0 0-1289 15,0 0-736-15,0 0-216 0,0 0-108 16,0 0-172-16,0 0 116 0,0 0-36 0,32 42-224 16,-20-20-120-16,-4 4-28 0,4 2 60 15,-8 4 40-15,0 4-64 0,0-5-156 16,-4 1-100-16,0-7-60 0,0-3 0 16,0-9-124-16,0-4-112 0,0-2-104 15,0-4-140-15,-4 0-140 0,4-3-172 16,-8 0-368-16,8 0-1076 0,-12-13-4057 0</inkml:trace>
  <inkml:trace contextRef="#ctx0" brushRef="#br0" timeOffset="41732.001">14523 5956 9200 0,'0'0'2029'0,"0"0"-913"0,0 0-80 15,0 0-224-15,0 0-432 0,0 0-292 0,0 0-88 16,0 0-632-16,91-20-656 16,-75 20-897-16,8 0-2807 0</inkml:trace>
  <inkml:trace contextRef="#ctx0" brushRef="#br0" timeOffset="42212.746">15036 6143 9852 0,'0'0'2613'0,"0"0"-1273"0,0 0-124 16,0 0 208-16,0 0-180 0,0 0-356 0,0 0-480 15,-83 48-276-15,67-29-128 0,-1 0-4 16,2 6 4-16,3 5 60 0,0-3-64 16,4-2-8-16,4-2-4 0,0-4 12 15,4-6 88-15,0-4-88 0,0-5-48 0,0-1-52 16,4-3 28-16,4 0-40 15,0 0 24-15,4-10 80 0,4-2 4 0,-4-7-196 16,4-4-68-16,0-5-128 0,-4-3-40 16,4-5 28-16,-1 1-40 0,-3-6 72 15,4 0 32-15,1-4-80 0,-6-2 8 16,1 2 24-16,0-2 64 0,-4 3 176 16,0 2 152-16,-4 3 112 0,0 8-104 15,-4 3 144-15,4 1 280 0,-4 6 20 16,0 4 12-16,4 5 44 0,-4 3 40 0,0 5 24 15,0 1-76-15,0 3-100 0,0 0-40 16,0 0 0-16,0 0-24 0,0 0-88 16,0 3-72-16,0 4-60 0,0 2-100 15,0 5 120-15,4 5-44 0,4 6-28 16,-4 3-12-16,3 7-40 0,2 6 0 16,-1 0-8-16,0 7-4 0,-1 3-8 0,-2 0 0 15,3-1-172-15,-4 1-216 16,3-6-156-16,-3-4-8 0,5-6-188 0,3-7-304 15,-5-5-1008-15,2-7-2929 0,3-4-3599 0</inkml:trace>
  <inkml:trace contextRef="#ctx0" brushRef="#br0" timeOffset="42379.092">15590 6347 6612 0,'0'0'8757'15,"0"0"-7201"-15,0 0-936 0,0 0 112 16,0 0 68-16,0 0-40 0,0 0-344 16,0 0-416-16,0 0-364 0,0 0-332 15,0 0-464-15,0 6-1084 0,-12-3-5517 0</inkml:trace>
  <inkml:trace contextRef="#ctx0" brushRef="#br0" timeOffset="53412.447">21734 7000 7564 0,'0'0'832'0,"0"0"568"0,0 0-59 16,0 0-557-16,8-69 36 0,-8 49 60 16,0 1 200-16,0 4-184 0,0-1-180 15,0 3-228-15,0 3-28 0,0 1-88 16,-4-1-60-16,4 4 44 0,-4 3-60 0,4 0 0 0,-4 3-36 16,-1 0 44-16,2 0 76 0,-5 0-292 15,-4 6-88-15,0 7-220 0,-4 6-64 16,0 6 28-16,-3 11 120 0,-2 14 24 15,5 11-24-15,-3 6 40 0,2 8 44 16,-2 1-32-16,3-3 80 0,0-6 0 16,4-10 4-16,0-11-4 0,8-13-60 15,0-3 56-15,4-15-76 0,0-8-76 16,0-1-40-16,0-6 4 0,4 0-64 16,4 0-88-16,0-6 60 0,8-1 88 15,-4 1 64-15,4-3 0 0,-4 2 8 16,4 7 56-16,-8 0-8 0,3 0 16 0,-3 13 64 15,1 3 316-15,-5 6-76 16,-1 3-68-16,-3 1-60 0,0 6-24 0,0 3-84 16,0-2 172-16,0 3-48 0,0-4-128 15,0-7-88-15,0 0-84 16,0-5 32-16,0-5-572 0,0-5-232 0,0-3-588 16,4-7-1128-16,0 0-1845 0,0 0-543 0</inkml:trace>
  <inkml:trace contextRef="#ctx0" brushRef="#br0" timeOffset="53657.388">22017 7147 13953 0,'0'0'2300'0,"0"0"-1840"15,0 0-12-15,0 0 372 0,0 0 376 16,0 0 4-16,99 16-408 0,-71-10-344 16,0-3-228-16,0 3-159 0,0-2-61 15,0-1-109-15,0-3-27 0,-1 0-92 16,1-7-408-16,0-2-364 0,-4-1-536 0,-7 4-1312 16,2-6-3725-16</inkml:trace>
  <inkml:trace contextRef="#ctx0" brushRef="#br0" timeOffset="53846.777">22196 7322 3724 0,'0'0'10553'0,"0"0"-8977"0,-20 85-1032 0,12-47-196 16,1 3 448-16,2 1 676 0,-3-1-332 15,-3 0-808-15,3 1-332 0,-1-8-244 16,5-2-356-16,-3-7-24 0,7-8 32 15,-4-5-164-15,4-2-600 0,-4-7-1232 16,4 0-2425-16,0-3-1199 0</inkml:trace>
  <inkml:trace contextRef="#ctx0" brushRef="#br0" timeOffset="53991.755">22168 7636 6644 0,'0'0'5361'0,"0"0"-4021"15,0 0-612-15,0 0 44 0,76-12 272 16,-56 7 108-16,-5 3-220 0,-2-2-376 15,2 1-396-15,-6 0-124 0,3 0-36 16,-9 0-468-16,1-1-288 0,0 4-176 16,-4 0-480-16,0 7-948 0,-8-1-1957 15,-12 16-1351-15</inkml:trace>
  <inkml:trace contextRef="#ctx0" brushRef="#br0" timeOffset="54151.529">22137 7857 11569 0,'0'0'2008'0,"0"0"-1540"0,0 0-100 0,0 0 604 15,0 0 284-15,0 0-112 0,0 0-424 16,99 32-228-16,-75-32-224 0,4-6-204 16,-5-3-56-16,5-1-8 0,-4-2-8 15,4 3-448-15,-7-8-148 0,2 4-364 16,-3-3-472-16,-4 7-1076 0,4-7-3217 0</inkml:trace>
  <inkml:trace contextRef="#ctx0" brushRef="#br0" timeOffset="54357.028">22865 7449 13757 0,'0'0'2236'15,"0"0"-1308"-15,0 0-256 0,0 0 168 0,0 0 280 16,0 0-252-16,0 0-464 15,0 0-404-15,0 0-8 0,0 0-284 0,0 0-428 16,65 37-312-16,-61-34-400 16,-1 0-1216-16,-3 8-3041 0</inkml:trace>
  <inkml:trace contextRef="#ctx0" brushRef="#br0" timeOffset="54529.122">22850 7743 12329 0,'0'0'2088'0,"0"0"-1344"0,0 0-300 15,0 0 324-15,0 0 760 0,0 0 12 16,0 0-572-16,0 0-604 0,52 70-240 16,-41-66-124-16,1-2-4 0,4-2-340 15,0 5-120-15,0-5-96 0,0 0-68 16,4 0-196-16,4 0-508 0,-9 0-1352 16,13-5-3093-16</inkml:trace>
  <inkml:trace contextRef="#ctx0" brushRef="#br0" timeOffset="55179.447">23746 7163 13489 0,'0'0'1724'0,"0"0"-1448"0,0 0-200 16,0 0 412-16,0 0 504 0,0 0 136 15,-84 28-300-15,65-2-364 0,2 9-216 16,-2 12-40-16,-1 4 48 0,7 9 96 16,2 1 284-16,3 4-88 0,4 6-207 15,0-4-161-15,4 0-120 0,0-11-52 16,4-1 76-16,4-14-8 0,12-12 20 15,-1-4-96-15,9-12 0 0,4-4-12 16,0-9-84-16,9 0-40 0,-2-16 88 16,4-6-132-16,2-10-65 0,-2-10-131 0,2-5 36 15,-6-3-40-15,5-4-8 0,-9-7 8 16,2 4 136-16,-5 0 12 0,-4-3 32 16,-9-1 56-16,-6 4-80 0,-9 3 52 15,-4 0 132-15,0 3 40 0,-9 7 208 0,-7 9-132 16,0 6 144-16,4 7 64 15,-8 10 120-15,5 5 24 0,-6 7-40 0,2 0-240 16,-1 9-28-16,-8 11-8 0,4 5 56 16,-4 7 40-16,-4 9-4 0,0 6-56 15,-4 8-99-15,1-1-49 0,-1 3 0 16,-4-4-97-16,4 1-379 0,4-5-228 16,4-2-228-16,5-9-148 0,3-7-640 15,3-10-1052-15,9-13-1657 0,8-8-1151 0</inkml:trace>
  <inkml:trace contextRef="#ctx0" brushRef="#br0" timeOffset="55362.223">23841 7452 11761 0,'0'0'2400'0,"0"0"-1480"16,0 0-516-16,-11 79 312 0,-2-44 660 16,-2 3 216-16,2 3-284 0,-6 0-456 0,3 1-327 15,0-1-293-15,0 0-188 0,0-6-44 16,4 0-160-16,0-9-397 0,8-7-323 15,1-10-144-15,3-9-208 0,3-3-668 16,9-10-348-16,4-9-2181 0,-8 4-651 16</inkml:trace>
  <inkml:trace contextRef="#ctx0" brushRef="#br0" timeOffset="55497.225">23933 7624 8704 0,'0'0'2945'0,"0"0"-1105"0,0 0-228 15,80 2-316-15,-52 8-236 0,-5 3-48 0,-2 6 144 16,3-1-200-16,0 7-128 0,-1 0-223 15,1-1-193-15,0-2-156 0,-3-3-256 16,-2-7-4-16,1-1-68 0,4-6-244 16,-5-5-389-16,6 0-315 0,3-5-192 15,-8-9-1136-15,19-14-3865 0</inkml:trace>
  <inkml:trace contextRef="#ctx0" brushRef="#br0" timeOffset="60997.965">24742 7141 11549 0,'0'0'2392'0,"0"0"-1936"15,0 0-280-15,0 0-100 0,0 0 532 16,0 0 208-16,0 0 72 0,0 0-412 16,91-67-216-16,-70 45-88 0,3-1-12 15,-5 4-84-15,1 3-76 0,1 0 72 16,-6 7-72-16,-2 3-84 0,-6 6-28 15,1 3-48-15,-8 9 160 0,0 7 48 16,-4 10-48-16,-4 9 0 0,-4 7-4 0,-4 5-56 16,0 4-140-16,-3 0-60 0,6 1-100 15,-2-5 348-15,7-5 12 0,-1-10 148 16,2-7 0-16,3-5 12 0,0-4-48 16,4-5-108-16,0 0 72 0,0-4 0 15,0-1-68-15,0 4-8 0,4-7-88 16,0 3-24-16,3 4 44 0,6-4 68 15,-5 4 0-15,3 4-8 0,6-2 8 16,-6 7 44-16,2 0-44 0,2 6-4 0,-2 2 4 16,2-2 212-16,-7 2-140 0,4-5-64 15,0 0 4-15,-4-3-4 0,0 4 80 16,0-1 172-16,-4-3-24 0,0-3-228 16,0 0 52-16,-4-7-56 0,4 1 0 0,-4 0 60 15,0-4 120-15,0-2-36 0,0-4 0 16,-8 1-148-16,0-1-288 0,-8-3 16 15,0 0-12-15,-4 0-248 0,5 0-116 16,-6-7-204-16,1-6-416 0,1-2-1072 16,-2-8-2909-16,6 7-1791 0</inkml:trace>
  <inkml:trace contextRef="#ctx0" brushRef="#br0" timeOffset="61211.093">25591 7369 5744 0,'0'0'7109'0,"0"0"-5241"0,0 0-216 16,0 0 24-16,0 0 60 0,0 0-992 16,91 44-412-16,-75-40-212 0,8-4-60 15,4 0-60-15,4-7-56 0,4-3-164 16,-1 1-452-16,2 0-160 0,-9 2-364 15,-5 1-632-15,-7 3-2076 0,-12 3-2697 0</inkml:trace>
  <inkml:trace contextRef="#ctx0" brushRef="#br0" timeOffset="61392.665">25634 7597 1500 0,'0'0'5048'0,"0"0"-47"16,0 0-2713-16,0 0-456 0,0 0-464 15,0 0-164-15,0 0-308 0,52 67-304 16,-28-53-44-16,8-9-204 0,0 1-112 16,8-2-112-16,-1-4-120 0,6-7 0 0,2-1-364 15,1-9-492-15,0 1-188 0,4-5-416 16,-17 4-1644-16,25-8-5373 0</inkml:trace>
  <inkml:trace contextRef="#ctx0" brushRef="#br0" timeOffset="61695.895">27009 7191 11221 0,'0'0'6628'0,"0"0"-5640"16,0 0-852-16,0 0 156 0,0 0 236 15,0 0 460-15,0 0-76 0,0 0-423 16,-64 73-417-16,48-48-72 0,4 3-4 0,-3 8-4 15,2 2-52-15,6 3 52 16,-1 5 8-16,8-6-88 0,4 5 88 0,7-11 180 16,10 1-12-16,3-3-56 15,3-10 20-15,10 0 48 0,2-5-20 0,5-11-28 16,0-3-132-16,7-3 48 0,5-6-48 16,0-11-84-16,-4-5-172 0,-1-3-216 15,1-3-85-15,-7-1-171 0,-6-3-200 16,-3 0-608-16,-12 0-1088 0,-5 7-2485 15,-6-9-3731-15</inkml:trace>
  <inkml:trace contextRef="#ctx0" brushRef="#br0" timeOffset="61882.656">27304 7217 3860 0,'0'0'10137'15,"0"0"-8749"-15,0 0-648 0,-48 82 216 0,40-47 156 16,-4 3 12-16,8 7-72 0,0-1-332 15,0 6-320-15,0 5-156 0,1 5-144 16,-10 7-100-16,1 6-148 0,-4 4-396 16,-3 5-348-16,-1 0-380 0,-1 1-460 15,2-20-2076-15,-9 27-3605 0</inkml:trace>
  <inkml:trace contextRef="#ctx0" brushRef="#br0" timeOffset="64366.029">25033 7553 352 0,'0'0'2128'0,"0"0"-772"0,0 0-472 15,0 0-312-15,0 0-116 0,0 0-364 16,0 0-80-16,0 0 212 0,0 0-32 15,0 0 20-15,0 0 1188 0,-56 25-336 16,52-21-272-16,0-4-4 0,-3 3-55 16,2-3-117-16,1 0-192 0,-4 3 36 0,4-3 52 15,1 0 60-15,-1 0-152 16,4 3-76-16,-5-3-44 0,5 0 80 0,0 0-4 16,0 0 12-16,-4 0-108 0,4 0-52 15,0 0-16-15,0 0-16 0,0 0 56 16,0 0-28-16,0 0-40 0,0 0-48 0,0 0 0 15,0 0-12-15,0 0-60 0,0 0-56 16,0 0-8-16,0 0-4 0,0 0-4 16,0 0 0-16,0 0-80 0,0 0-60 15,4 0 136-15,1 0 12 0,2 3 116 16,1-3 4-16,0 3-44 0,1-3-16 16,-2 0-8-16,1 0 32 0,-4 0-76 15,5 0 8-15,-6 0 56 0,5 0-24 16,0 0 4-16,-4 0-52 0,4-3-52 15,-4 3-8-15,0-3-52 0,0 0-296 16,0 3-76-16,4-3-136 0,-5 0-248 16,2-1-316-16,3 4-656 0,-8-3-2037 15,4 3-2619-15</inkml:trace>
  <inkml:trace contextRef="#ctx0" brushRef="#br0" timeOffset="80213.32">9187 3321 8476 0,'0'0'840'0,"0"0"1277"0,0 0-1113 16,0 0 180-16,0 0 360 0,0 0-84 0,0 0-464 16,0 0-376-16,0 0-68 0,20-57-48 15,-12 47 0-15,-4 4-148 0,5-1-148 16,-6 1-64-16,5-3 40 0,0 2-64 0,-4 1-20 15,4 0-28-15,0-1-12 0,-4 1 28 16,4 0 8-16,0 0-96 0,0 1-8 16,-4 3 4-16,4-2 4 0,4-2 48 15,-4 4 112-15,0-3 44 0,3 3 53 16,-2-2 191-16,2 1-168 0,-3 0-136 16,5 3-60-16,-2-2 4 0,2 2 56 15,-2-4-36-15,5 1-60 0,-4-1-40 16,4 4 76-16,4-3 64 0,-3 0-88 15,2-1-56-15,5 2 8 0,0 2 120 16,0-4-84-16,-1 4-40 0,5 0 88 0,-4 0-36 16,1 0-60-16,3 0 48 15,0-3 4-15,-1 3-52 0,1-3 8 0,-1 0 40 16,5 0-40-16,0-4 0 0,0 1 36 16,0 0-44-16,0-1 0 0,-4 1-8 0,4 0-76 15,-4 3 76-15,3-1 0 0,1 1-36 16,-4 0 44-16,0 0 8 0,0 3-4 15,0 0 4-15,0-3-8 0,-4 3 0 16,-1-3 0-16,1 3-8 0,-3 0 0 16,-1 0 4-16,-5-4 0 0,6 4-4 15,-6 0 0-15,2 0-40 0,-2 0 40 16,1 0 8-16,0 0-8 0,0 4 4 16,-4-4 4-16,8 0 0 0,-8 3 12 15,8-3 0-15,-5 3 0 0,2-3-8 16,-2 3-4-16,2 0 4 0,3-3 0 15,-5 3-4-15,2-3 4 0,2 0-4 0,-3 0 0 16,4 0-12-16,0 0 4 0,0-3 4 16,-4 3 0-16,4-3 0 0,0 0-56 15,-1 3 52-15,2-3-4 0,-2 3 12 16,1 0-8-16,-3 0 4 0,2 0-8 0,-3 3 12 16,4-3 8-16,0 3 40 0,4-3-44 15,-5 0 0-15,6 0 0 0,-1 0-4 16,4 0 48-16,0-3-8 0,-4 0-40 15,4 3-48-15,-1 0 44 0,1 0 4 16,0 0-4-16,4 3 4 0,-1 0 72 16,-3 0-72-16,4 4-84 0,-4-4 72 15,4 3 12-15,0-3 108 0,0 3-68 16,-4-2-40-16,0-1-4 0,0-3 4 16,-4 3 0-16,0 0 60 0,-5 0-60 15,5-3-56-15,-7 4 56 0,2-1 4 0,1 0 44 16,-4 0-48-16,4-3 0 0,-5 3 0 15,6-3 4-15,-5 3 44 0,-1-3-44 16,2 4-4-16,2-4 0 0,-2 0 0 16,2 0 4-16,1 0 4 0,0 0 0 15,0 0 0-15,0 0 0 0,0 0 52 16,0 0-56-16,0 0 4 0,0-4 0 0,3 1-4 16,-3 0-4-16,1-3 8 0,3 3-8 15,-5-1 8-15,-2 1-8 0,2 0-12 16,1 3 12-16,4 0 12 0,-4-3 48 15,0 0-60-15,4 3-48 0,0-4 48 16,-5 4 0-16,5-3-8 0,-3 3 8 16,2-3 12-16,1 0 48 0,0 3-60 15,-4-3-4-15,4 3-8 0,0-3 4 16,0 3 4-16,0-3 0 0,0 3-44 16,-1 0 36-16,-3-4 4 0,1 4-40 0,-2 0 48 15,1 0 56-15,4-3-56 0,-4 3 0 16,4-3 56-16,0 0 4 0,0 0-48 15,-1 0 36-15,-3-1-36 0,5 1 96 16,-1 3-104-16,-5-3 0 0,5 0 4 0,-4-1-4 16,0 2 4-16,0-1 0 15,0-1 0-15,0 1 4 0,-4 3 36 0,-1-3-40 16,-2 3 0-16,-1 0 52 0,-1 0 12 16,-2 0-56-16,2 0 44 0,-7 3-52 15,5-3 0-15,-5 0-4 0,3 3 0 16,-3-3 0-16,4 4 0 0,-4-1 4 15,5-3 0-15,-2 6 0 0,1-3-4 16,5 0 92-16,-2 4-36 0,-3-7-48 16,4 3 0-16,0-3-4 0,0 0 100 15,-4 0-104-15,0 0 0 0,-4 0 4 0,4 0 4 16,-5 0-4-16,2 0 4 0,-1 0 36 16,0-3-40-16,0 3 4 0,0-4 36 15,0 1-44-15,-1 3-4 0,1-3 4 0,-4 3 8 16,5-3-4-16,-5 3 4 0,0 0 48 15,0 0-12-15,0 0-36 0,0 0 48 16,0 0-48-16,0-4 48 0,0 2-48 16,4-1 36-16,-4-7-40 0,0 0-8 15,0 1-12-15,0-1-36 0,0-3 40 16,0 0-52-16,0 1 52 0,0-1-52 16,0 1-36-16,0-1 48 0,0 0-24 15,0-3-36-15,-4 0-12 0,4 4-24 0,-5-4-12 16,5 2 32-16,0 0 64 0,0 3 52 15,0-1-4-15,0 3-60 0,0 3 60 16,0-5-36-16,0 2 48 0,0 4 0 16,0-2 8-16,0-3 0 0,0 4 40 15,0-1-48-15,0-3-4 0,0-2-44 16,0 2-24-16,0-2-24 0,0-1-24 16,0 1-24-16,0-1 8 0,0-3-8 15,-4 0 0-15,4 4 24 0,0-5 8 0,-3 2-20 16,3-2 128-16,0 5-8 0,-4-1 0 15,4 1 0-15,-4-1 12 0,0-3-8 16,4 3 8-16,-4 1 0 0,0-4-4 16,-1 0-44-16,-2-4-48 0,3 5-12 15,-4-8 20-15,4 4-56 0,-1 1 60 16,2-1 0-16,-1-1 0 0,0 1-36 0,0 4 116 16,0-1-4-16,4 0-52 0,-4 3 60 15,4 1-4-15,0 2 4 0,0 0-4 16,-4 2 0-16,4 1-8 0,0 0-36 15,-4 2 36-15,0-2 4 0,4 3 0 16,0 1 0-16,-4 0-40 0,4 0 0 16,-4 0-4-16,4-1-8 0,0 4 0 15,0 0-1-15,0 0 1 0,-4 0 48 16,4 0 0-16,0 0 4 0,-4-3-68 16,4 3 68-16,-4 0-4 0,1 0 12 15,-2 0 4-15,1 0-4 0,0 0 0 0,0 0-4 16,0 3-44-16,0-3 0 0,-3 4 36 15,2-1-36-15,1 0 40 0,0 0-4 16,-4 0 0-16,1 1 12 0,-2-2 48 0,1 5-44 16,1-4 4-16,-1 0 52 0,-1 1-12 15,-2 3 12-15,3-5-52 0,-5 2 56 16,2-2-52-16,-1 1 36 0,-4 0 13 16,4 1-49-16,0-1-8 0,-4 4-4 15,0-4-12-15,-3 3 0 0,2 1 8 16,-7-5-4-16,5 5-41 0,-5 3-23 15,-1-4 8-15,5 0 64 0,-3 1 52 16,3-1-48-16,3 0 8 0,-2-3-4 16,-1 4 52-16,4-4 25 0,-4 0-1 15,0 3 16-15,4-3-28 0,-8 1 24 16,0-1-48-16,1 0-36 0,-5 3-4 16,-4-6-8-16,0 6-240 0,-4-6 240 0,4 4 80 15,0-4-80-15,4 3-136 0,-4-3 100 16,4 0 28-16,-4 0 8 0,5 0-145 15,3 0 145-15,-4 0 177 0,0 0-101 16,0 0-76-16,0-3-4 0,-4 3 4 0,1-4 180 16,-1 4-180-16,0-2-48 0,-4-2 48 15,-3 4 24-15,2-3-24 0,-6 3-180 16,7 0 20-16,-5 0 160 0,6 0 52 16,3 0-52-16,0 0-4 0,4 0 4 15,0 0 12-15,1 0 48 0,3 0 16 16,-4 3-4-16,4-3 36 0,0 4 76 15,1-4 8-15,-5 2-36 0,0-2-80 16,0 4-76-16,0-1-120 0,3-3 120 16,-2 3 104-16,2-3-104 0,-2 0-84 0,3 0-144 15,0 0 192-15,0 0 36 0,0 0 80 16,-3 3-80-16,-1-3-12 0,-4 4-60 16,4-1 36-16,0 0 36 0,0 0 156 15,-4 0-156-15,0 1-36 0,-3-2-96 0,3 3 132 16,4-3 24-16,-4-2 120 0,4 3-144 15,-4-3-60-15,4 0-60 0,0 0 120 16,0 3 0-16,0-3 84 0,0 4-84 16,-7-4-124-16,3 2-8 0,0 5-4 15,0-3 136-15,0-2 164 0,0 4-164 16,-3-2-72-16,3-1-148 0,0 4 27 16,0-7 193-16,0 3 133 0,1-3-133 15,-2 2-96-15,1-2-393 0,0 4 237 16,0-4 252-16,9 0 60 0,-1 0-12 0,0 0-48 15,0 0-72-15,0 0 72 0,0 0 48 16,-4 0 24-16,0 3-72 0,0-3-304 16,-3 0 84-16,3 0 220 0,0 0 160 15,0 0-96-15,0 0-64 0,0 0-8 16,1 0-44-16,-1 0 44 0,-4 0-192 16,4 0-44-16,0 0 244 0,4 4 112 0,0-4-100 15,0 0-12-15,4 0-100 0,-8 0 100 16,4 0 0-16,0 0-132 0,-4 0-100 15,5 0 232-15,3 0 208 0,-1 0-148 16,2 0-60-16,3-4-8 0,-4 1-56 16,0-1 64-16,0 2 0 0,1-1-72 15,-6 0-88-15,1-1-8 0,0 1-176 16,-4-4-492-16,0 4 836 0,5 1 184 16,3-2-68-16,-4 2-116 0,4-3-112 0,-4 3 112 15,4-2 8-15,1-2 92 0,-2 4-40 16,5-5 112-16,-3 0-108 0,2 1-60 15,-2-1 44-15,-1-2 36 0,-4-1-84 16,-4 4-72-16,-4-4-516 0,4 7-112 16,0-3 700-16,1 0 472 0,-1 2-472 15,4-2-196-15,-4 3 132 0,4-3 64 0,3 3 76 16,2-4-64-16,-5 1 36 16,4 0-48-16,-3 1-4 0,-5 0-280 0,3-2-88 15,1 5 372-15,5-5 496 16,-1 3-496-16,3 2-188 0,-2-1 88 0,3 3 100 15,0 0 88-15,4-3-88 0,-4 3-52 16,4-4 52-16,0 4 96 0,1-3 16 0,2 3-64 16,-3-4-48-16,5 4 8 0,-2 0-4 15,1-3 48-15,0 3-44 0,1-3-8 16,-6 3-68-16,2 0-32 0,-1 0 40 16,-4 0 52-16,4 0-40 0,-4 0-64 15,4 0 112-15,-4 0 124 0,8 0-76 16,0 0-44-16,4 0 4 0,-4 0 68 15,4 0-76-15,0 3 0 0,4-3-100 16,-4 0 100-16,0 0 100 0,4 0 24 16,0 0-40-16,-4 0 40 0,4 0 12 0,0 0 12 15,0 0-24-15,0 0-40 16,0 0-36-16,0 0-48 0,0 3-48 0,0-3 0 16,0 0-4-16,0 0 40 0,0 0-36 0,0 4-64 15,0-1-8-15,0 1 32 0,0 2 28 16,0 3 48-16,0 1-40 0,0 5 4 15,0 5 48-15,0 2 0 0,0 0-8 16,0 3 8-16,0 2 60 0,0 0-8 16,0 2 32-16,0-1-32 0,0 1-44 15,0 6 52-15,0 0-56 0,0 1 4 16,0 4 52-16,0 2-52 0,0-1 68 16,4 3-4-16,-4-3-8 0,4-2 20 15,-4-1 40-15,4-4-28 0,-4 1 4 16,4-3-40-16,0-4 40 0,-4 2-88 15,3-5-8-15,-3-3 44 0,5-3 0 0,-5-3 4 16,4-3-52-16,0-4 8 0,-4-3-4 16,0-2 56-16,0-2-52 0,4 2 52 15,-4 2 4-15,0 1-60 0,0-3 68 0,4 1 28 16,-4-2-96-16,0 3-4 0,0 1-8 16,4-1-4-16,-4 0 4 0,3 5-4 15,-3-3-48-15,4 3 52 0,-4-5 8 16,0 4 4-16,5-1-4 0,-5 0-48 15,0-2 40-15,0 2 0 0,4-6 0 16,-4 4-80-16,0-1 76 0,0-3-60 16,0 0-52-16,0 4 28 0,0-4 20 15,0 0 76-15,4 0 8 0,-4 0-8 16,0-3 0-16,0 0 8 0,0 0-8 16,0 0 0-16,0 0-16 0,0 0-32 15,0 0-36-15,0 0-88 0,0 0-76 0,0-3-120 16,4 0-112-16,0-3-328 0,3-7-756 15,-3 4-996-15,5-17-2933 0,-37 86-2155 0</inkml:trace>
  <inkml:trace contextRef="#ctx0" brushRef="#br0" timeOffset="84761.635">21085 9496 4072 0,'0'0'8421'0,"0"0"-6725"0,0 0-824 16,0 0-128-16,0 0 112 0,0 0 36 16,0 0-24-16,0 0-44 0,87-15-88 15,-43 8-88-15,-1 4-260 0,6-4-144 0,3 5-160 16,-5-5-24-16,5-3-60 0,-5 1-12 15,6-1-136-15,-10-3-72 0,1 1-168 16,-8-1-176-16,-4 4-72 0,-4-1-236 16,-13 7-416-16,-6 3-816 0,-5 3-1104 15,-4 7-1729-15,-17 10 501 0</inkml:trace>
  <inkml:trace contextRef="#ctx0" brushRef="#br0" timeOffset="84948.936">21360 9599 8672 0,'0'0'1036'0,"0"0"-208"0,0 0-3 0,0 0 267 16,-60 69 208-16,47-34 92 0,6 12-156 16,-1 10-328-16,-1 7-76 0,2 9 4 15,-1 7-96-15,0 2-276 0,-4 0-88 16,4 1-276-16,-4-4-100 0,0-9 0 0,8-14-12 16,0-10-48-16,0-15-88 0,4-12-244 15,0-6-292-15,0-6-240 0,8-7-252 16,-4 0-428-16,3-4-736 0,2-6-2561 15,-5-15-3383-15</inkml:trace>
  <inkml:trace contextRef="#ctx0" brushRef="#br0" timeOffset="85109.249">21156 10236 11669 0,'0'0'1828'0,"0"0"-1292"0,0 0 200 15,0 0 472-15,84 0 32 0,-56 0-100 16,-1 0-256-16,6 0-332 0,-1 0-220 15,0-4-296-15,3 1-36 0,1-2-160 16,-4-1-368-16,4-1-664 0,-1 0-560 16,-3 4-2340-16,9-4-4101 0</inkml:trace>
  <inkml:trace contextRef="#ctx0" brushRef="#br0" timeOffset="85461.323">21985 10293 9912 0,'0'0'4633'16,"0"0"-3777"-16,0 0-88 0,-80 35 396 16,57-19 84-16,-1-1-204 0,3 8-468 15,6-1-404-15,-1 3-172 0,8 1-40 0,4-7-72 16,0 0-36-16,4-6 4 0,0-4 56 16,4-6 4-16,4 1 36 0,-1-4-16 15,6 0-44-15,-1 0-40 0,3-10 12 16,1-2-84-16,5-5-64 0,-6 2-36 15,2-4 48-15,2 2 24 0,-3 5-24 16,-4-1 112-16,4 5 84 0,-8 3-24 16,3 3 64-16,-2 2 36 0,-5 0 384 15,4 7 40-15,-4 1 44 0,-1 5-76 16,1-1-36-16,1 5-48 0,-5-1-52 0,4-5-24 16,-4 6-60-16,4-7-172 0,0-4-36 15,0 3-172-15,7-5-84 0,-2 2 20 0,2-3-256 16,1 0-136-16,8-3-192 0,-3 0-656 15,-2-6-1452-15,9-7-3413 0</inkml:trace>
  <inkml:trace contextRef="#ctx0" brushRef="#br0" timeOffset="85647.998">22440 10322 7384 0,'0'0'5333'0,"0"0"-3757"15,0 0-628-15,0 0 336 0,-49 82 60 0,29-54 60 16,5 2-132-16,-2-2-392 0,6-6-359 15,3-6-241-15,8-3-280 0,0-4-48 16,0-2-172-16,4-1 15 0,3-3-63 16,10-3-36-16,2 0-88 0,1-9 4 15,8-7-128-15,0-3-256 0,4-3-384 16,0-10-828-16,-8 10-2872 0,16-23-2625 0</inkml:trace>
  <inkml:trace contextRef="#ctx0" brushRef="#br0" timeOffset="85848.688">22878 9763 1772 0,'0'0'11601'0,"0"0"-9273"16,0 0-988-16,0 0-496 0,0 0-92 15,0 0 160-15,-56 92 188 0,44-44-224 16,-1 2-267-16,6 1-221 0,3 7-100 16,0-2-152-16,0-2-128 0,-1 0-8 15,5 1-84-15,0-5-400 0,0-5-221 0,0-3-23 16,13-11 120-16,-2-6 240 0,6-6 320 15,-6-6-504-15,2-10-668 0,-1-3-468 16,-1-3-216-16,-2-7-1004 0,2-12-2517 16</inkml:trace>
  <inkml:trace contextRef="#ctx0" brushRef="#br0" timeOffset="86094.381">22790 10169 340 0,'0'0'4624'0,"0"0"-4052"16,0 0-220-16,0 0-184 0,0 0 80 15,0 0 2452-15,0 0-888 0,0 0-655 16,0 0-313-16,0 0-12 0,0 0 92 16,-64-29-52-16,64 29-132 0,0-3-236 15,0 3-56-15,4 0-40 0,0 0-184 16,4 0-136-16,4-3 108 0,7 3 276 16,2 0 180-16,7-3-248 0,0 3-292 0,0-3-112 15,3 0-4-15,1-4-84 0,4 1 4 16,0 0-52-16,8-7-284 0,-4 1-60 15,-1-1-544-15,-3 0-716 0,-8 7-1228 16,0 0-4093-16</inkml:trace>
  <inkml:trace contextRef="#ctx0" brushRef="#br0" timeOffset="86544.933">20849 10851 7764 0,'0'0'3144'0,"0"0"-2075"15,0 0-605-15,0 0 44 0,0 0 728 16,0 0 304-16,0 0-248 0,0 0-512 16,0 0-480-16,0 0 240 0,76 7 176 15,-32-7-20-15,3 0-144 0,5 4-164 16,4-4-132-16,4 3 60 0,4-3 13 16,7 0 179-16,9-3-180 0,8-8-156 15,8 3-52-15,3-5-112 0,13 1-8 16,3 1-40-16,4-2 40 0,5 4 108 0,-4 2-36 15,-1 1-4-15,-7 0-64 16,-5 4-4-16,-7 2 0 0,-9 0-56 0,-7 0-52 16,-12 0-48-16,-4 0 32 15,-17 2-128-15,-6 1-172 0,-10 4-101 0,-10-1-167 16,-6 1-64-16,-7-2-116 0,-4 0-248 16,-4 0-380-16,0-2-768 0,-4-3-1693 15,0 0-2267-15</inkml:trace>
  <inkml:trace contextRef="#ctx0" brushRef="#br0" timeOffset="86815.756">23738 10385 9608 0,'0'0'6921'0,"0"0"-5417"16,0 0-1492-16,0 0-12 0,0 0-160 16,0 0 0-16,0 0 24 0,0 0 84 0,0 0-344 15,0 0-696-15,0 0-1152 0,28 39-3069 16,-32-31-3015-16,-12 9 8212 0</inkml:trace>
  <inkml:trace contextRef="#ctx0" brushRef="#br0" timeOffset="86959.544">23726 10607 7432 0,'0'0'7377'0,"0"0"-6005"0,0 0-1080 0,0 0-204 16,0 0 372-16,0 0 360 0,32 69 388 15,-28-58-624-15,4-5-584 0,0 1-268 16,3-1-396-16,-2 0-140 0,3 0-412 15,-1 1-1344-15,-2-1-4077 0</inkml:trace>
  <inkml:trace contextRef="#ctx0" brushRef="#br0" timeOffset="88600.424">24893 9747 196 0,'0'0'7900'0,"0"0"-6420"16,0 0-356-16,0 0 149 0,0 0 223 15,0 0 12-15,0 0-288 0,0 0-204 16,0 0-212-16,108-35-124 0,-72 38-152 16,0 4-88-16,-1-4-192 0,1 0-28 15,-4 3-72-15,1-6-148 0,-10 3-72 16,5-3-24-16,-8 0-16 0,4 0-256 15,-8 0-416-15,0-3-192 0,-4 0-480 16,-9 3-904-16,1-3-2209 0,-4 3-2411 0</inkml:trace>
  <inkml:trace contextRef="#ctx0" brushRef="#br0" timeOffset="88766.062">25176 9804 3468 0,'0'0'380'0,"0"0"1976"0,0 0 48 16,-8 79-464-16,4-47-87 0,4 3-245 15,0 3-320-15,-4 0-80 0,1 4-360 16,-1-1-240-16,-5 0-324 0,1 8-284 0,1-9 0 16,-5 2-12-16,3-8-336 0,5-8-84 15,-3-4-180-15,3-6-340 0,-4-1-436 16,3-2-1124-16,-10 4-2665 0</inkml:trace>
  <inkml:trace contextRef="#ctx0" brushRef="#br0" timeOffset="88961.493">24842 10465 1720 0,'0'0'536'16,"0"0"5920"-16,0 0-4400 0,0 0-1039 15,0 0 659-15,0 0-268 0,0 0-140 16,0 0-388-16,96 47-224 0,-72-44-220 0,3 0-92 16,5-3-72-16,-4 0-172 0,-1-3-100 15,1-3-160-15,0-3 148 0,0-4-472 16,-3 0-308-16,-1 1-356 0,-1-4-552 15,-7 6-1416-15,8-8-3925 0</inkml:trace>
  <inkml:trace contextRef="#ctx0" brushRef="#br0" timeOffset="89145.085">25623 10300 7900 0,'0'0'4297'0,"0"0"-3009"0,0 0-372 15,0 0 92-15,0 0 88 0,87 22-100 16,-62-26-452-16,3-8-308 0,-1-1-236 0,4-9-100 16,1 0-244-16,5-7-176 15,-1-3-720-15,-1 1-448 0,-11 5-1276 0,12-15-3529 0</inkml:trace>
  <inkml:trace contextRef="#ctx0" brushRef="#br0" timeOffset="89429.693">25918 9876 6444 0,'0'0'2336'16,"0"0"-59"-16,0 0-1325 0,0 0-44 16,-60 71 452-16,51-46-72 0,6 7-192 15,-1 0-424-15,4 3-64 0,0 6-140 16,4 0-48-16,3 7-88 0,-2 2-160 16,-1 8-64-16,0-1-8 0,0 1-44 15,-4-1-52-15,0-4-4 0,-4 1 48 16,-4-6 4-16,-1-1 8 0,2-5-52 15,-5-1-4-15,0-6-4 0,-4-4 84 16,-4-1-32-16,1-9 20 0,-6 2 0 0,-3-7-64 16,0-4-8-16,-7-5-56 0,3-4-28 15,-4-3-28-15,0 0-192 0,4-10-68 16,0-6-216-16,4-2-28 0,1-8-304 0,7-2-136 16,3-7-820-16,9 0-1184 0,5 6-3785 15</inkml:trace>
  <inkml:trace contextRef="#ctx0" brushRef="#br0" timeOffset="90029.028">27364 10122 848 0,'0'0'11529'0,"0"0"-9773"16,0 0-1032-16,0 0-260 15,0 0 92-15,-96-60 336 0,73 49-124 0,2 6-208 16,1 2-152-16,1 3-140 0,-2 0-68 16,1 8-80-16,5 12 64 0,-2 8 76 15,2 13-64-15,-1 7-12 0,4 10-64 0,4 2 40 16,0 3 0-16,4 0-52 0,4 1-108 15,0-10-4-15,0-10 0 0,12-9-80 16,8-15-52-16,0-11 40 0,8-9-4 16,4-7 4-16,7-15 88 0,6-8-556 15,-2-12-224-15,5-6-236 0,0-6-340 16,-4-2-172-16,-1-2-500 0,-3 0-873 16,-8 14-2931-16,3-26 2132 0</inkml:trace>
  <inkml:trace contextRef="#ctx0" brushRef="#br0" timeOffset="90371.661">27726 9601 6284 0,'0'0'5465'0,"0"0"-4553"15,0 0-248-15,-12 75 556 0,5-36 376 16,3 3-168-16,-5 2-340 0,5 10-280 0,0 6-36 16,1 7 84-16,-5 2-408 0,-1 5-143 15,2 2-137-15,-5-3-168 0,3-6 0 16,5-7-8-16,1-12-257 0,3-10-75 15,0-13 168-15,0-9 52 0,3-3-40 16,1-10-96-16,1 0-84 0,-1-3-4 16,4 0 64-16,-1-6 32 0,6-4 40 15,-2-3 112-15,1-2-28 0,1-1 52 16,-2 0-28-16,2 7-24 0,-6-2 0 16,1 11-96-16,0 0 220 0,1 0 100 15,-2 11 72-15,-3 1-12 0,8 7-12 0,-8 0 144 16,4 3-32-16,-4-3-40 0,8-3-12 15,-4 0-208-15,0-7-120 0,4 1-100 16,4-10-148-16,3 0-344 0,6-5-276 16,6-12-776-16,1-2-1252 0,0-7-2393 15,-8 7-1815-15</inkml:trace>
  <inkml:trace contextRef="#ctx0" brushRef="#br0" timeOffset="90694.549">28296 10309 6596 0,'0'0'5821'16,"0"0"-3669"-16,0 0-1092 0,0 0-28 15,0 0 284-15,0 0-208 0,0 0-152 16,-99 50 20-16,75-15-280 0,0 3-175 16,0 4-37-16,8-7 60 0,4-3-240 15,4-7-304-15,4-9-48 0,4-6-148 16,4-3 4-16,4-5 48 0,4-2-100 16,4-2-108-16,4-15-48 0,4-2 23 0,-1-3-11 15,5-7-76-15,-4 0-12 0,0 4-148 16,0 3 84-16,-4 4 12 0,-4 4 24 15,0 4 232-15,-8 4 108 0,-4 6 164 16,0 4 312-16,0 8 232 0,-4 8 68 0,0 2-8 16,-4 3-152-16,0 4 36 0,0-4 12 15,-4 3-40-15,4-3-191 0,4-2-185 16,-4-6-84-16,4-9-108 0,0-5-233 16,0 0-339-16,0-3-188 0,0-3-64 15,8-2-576-15,-5-1-1552 0,6-18-3661 0</inkml:trace>
  <inkml:trace contextRef="#ctx0" brushRef="#br0" timeOffset="90915.657">28587 10334 5700 0,'0'0'6065'0,"0"0"-3909"16,0 0-1468-16,0 0 16 0,0 0 368 0,0 0 384 16,48 77-4-16,-44-52-592 0,0 1-188 15,0 2-152-15,-1 0 465 0,-3 1-573 16,0 0-292-16,-3-4-120 0,-5-2-52 0,4-4-228 15,0-4 280-15,0-5 8 16,-1-4 4-16,5-6-12 0,0 0-12 0,0 0-124 16,0-6 128-16,5-7-232 0,7-6-28 15,3-6 83-15,6-4-67 0,3-6 68 16,4 3-204-16,7-2-248 0,1 2-540 16,4 1-56-16,0 1-288 0,-8 5-2760 15,15-7-3737-15</inkml:trace>
  <inkml:trace contextRef="#ctx0" brushRef="#br0" timeOffset="91304.579">29487 9846 4560 0,'0'0'5504'0,"0"0"-3151"0,0 0-821 16,0 0-468-16,0 0 128 0,0 0 256 16,0 0-188-16,108 50-132 0,-68-40-504 15,4-4-260-15,-1 0-252 0,2-6-112 16,-6 0-48-16,1 0 32 0,-1-9-236 0,-2-4-336 16,-1 0-108-16,-8 1-300 0,-5-2 20 15,-3 6-888-15,-12 2-2380 0,-8-1-2657 16</inkml:trace>
  <inkml:trace contextRef="#ctx0" brushRef="#br0" timeOffset="91507.832">29655 9982 1228 0,'0'0'6824'0,"0"0"-4496"0,0 0-847 16,-52 94 207-16,40-52 84 0,4 6-100 16,0 10-200-16,0 1-240 0,4 5-352 15,0 2-200-15,0 4-192 0,1-3-159 16,-2-4-169-16,1-5-152 0,0-11 8 15,4-12-16-15,0-12-96 0,0-7-160 16,8-9 75-16,0-7-439 0,0 0-188 16,8-10-24-16,-4-3-152 0,4-4-1024 15,-4 2-2640-15,-4-7-2997 0</inkml:trace>
  <inkml:trace contextRef="#ctx0" brushRef="#br0" timeOffset="91661.982">29643 10471 7312 0,'0'0'3120'0,"0"0"-1151"0,0 0-809 0,0 0 376 16,103-3 96-16,-67 3-240 0,0-3 12 16,3-4-488-16,6 0-524 0,-2-1-256 15,5-9-136-15,5 4-84 0,-6-1-588 16,1-3-380-16,-1 4-428 0,-11 3-1656 16,8 1-5845-16</inkml:trace>
  <inkml:trace contextRef="#ctx0" brushRef="#br0" timeOffset="91797.825">30723 10849 9820 0,'0'0'7769'0,"0"0"-5969"0,0 0-1236 0,0 0-444 16,0 0-120-16,0 0-572 0,0 0-92 15,0 0-424-15,0 0-1516 0,0 0-4401 0</inkml:trace>
  <inkml:trace contextRef="#ctx0" brushRef="#br0" timeOffset="93031.056">21918 12404 9972 0,'0'0'4321'16,"0"0"-3325"-16,0 0-992 0,0 0 44 0,0 0 592 15,79 23 164-15,-44-14 216 0,2-2-392 16,3-4-272-16,3 0-156 0,1-3-92 16,0-3-8-16,4-4-100 0,-5-5-4 15,2-4-4-15,-2-4-164 0,-7-2-456 0,3-3-228 16,-2 0-352-16,-5-1-556 0,-9 7-1492 16,-6-6-3573-16</inkml:trace>
  <inkml:trace contextRef="#ctx0" brushRef="#br0" timeOffset="93261.523">22352 12074 4136 0,'0'0'8221'0,"0"0"-6981"0,-28 92-768 0,20-44 148 16,-1 12 488-16,2 7 108 0,-1-4-136 15,0 4-280-15,3 1-308 0,1-10-320 16,4 1-172-16,0-6-64 0,0-11 0 15,4-10-304-15,5-13-88 0,3-13 12 16,8-6 24-16,-1-13-140 0,5-10-312 0,4-8-512 16,-4-10-792-16,4-3-1105 15,-3-8-2027-15,-10 14 1149 0,9-25 4159 0</inkml:trace>
  <inkml:trace contextRef="#ctx0" brushRef="#br0" timeOffset="93894.736">22642 11953 3088 0,'0'0'284'0,"0"0"5744"16,8-75-4415-16,-3 65-121 0,-5 4-128 15,0 6-76-15,0 0-520 0,0 16-152 16,0 6 132-16,0 10-164 0,0 8-128 16,-5 14-12-16,-3 4 112 0,4 5 20 15,-3 6-320-15,3 2-84 0,0 2-108 16,-1 0-64-16,1 0-100 0,0-3-240 0,4-7-176 16,-4-9 88-16,4-13 144 0,0-11 88 15,0-11 48-15,8-11-124 0,1-8-88 0,2 0-196 16,1-8-8-16,4-9-28 0,0 2 128 15,0-4 136-15,-4-1 80 0,4 8 184 16,-4 2 0-16,0 4-76 0,-4 6 140 16,4 0 280-16,-5 0 160 0,6 6 112 15,-5 4-24-15,-1 2 36 0,2 1-108 16,-1 3-80-16,-1-4 56 0,-3 1-76 16,0 0-60-16,5-3-40 0,-5-2-112 15,0-3-144-15,3 1-148 0,-3-6 0 16,5 0 4-16,2-6-204 0,5-5-168 15,0-4-180-15,1-1-176 0,2 0-336 16,1 0-588-16,-4 7-356 0,0 2 387 16,3 4 765-16,-2 3 612 0,3 0 388 15,-5 10 92-15,6-4 1008 0,-6 3 332 0,2 4-15 16,3-7-253-16,-5 1-48 0,2-1-260 16,-2-6-152-16,2 0-136 0,2-2-44 0,-3-9-56 15,4-1-120-15,0-7-112 0,0-6-136 16,-1-1-100-16,-2 1-72 0,-2-5-40 15,-2 9-48-15,-6-2 76 0,-3 8 8 16,-4 2 76-16,0 3 36 0,-7 4 100 16,-6 0-84-16,-6 6-52 0,-5 0-76 15,-1 0 76-15,2 6 24 0,-1 7 112 16,0 6-48-16,4 7-16 0,1 2 76 16,2 7 76-16,6 6 32 0,-2 3 4 15,1 1-28-15,5-1-72 0,3-2-100 16,4-4-48-16,0-9-12 0,0-3 0 0,11-12-48 15,6-3 44-15,2-5 4 0,5-4-8 16,8-2 0-16,4-8 8 0,3-3-440 16,2-3-312-16,-2-5-116 0,1-4-176 15,4 0-568-15,-12 5-1124 0,12-8-3757 0</inkml:trace>
  <inkml:trace contextRef="#ctx0" brushRef="#br0" timeOffset="94778.33">24829 12560 872 0,'0'0'1280'0,"0"0"3812"16,0 0-3664-16,0 0 24 0,0 0-203 15,0 0 11-15,0 0-52 0,-79-70-16 16,63 58-260-16,4-1-128 0,0 6-24 16,4 1-172-16,0 3-40 0,5 3-40 15,-6 0 280-15,1 9-208 0,-3 11-272 16,-2 11-84-16,1 7-124 0,1 6 40 0,2 4-4 15,1-3-56-15,5-4-7 0,3-9-93 16,0-6-49-16,0-7-35 0,7-7 20 16,2-5-92-16,-1-7-64 0,3 0 0 15,6-10 88-15,2-6 8 0,5-10-228 16,-4-2-100-16,5-1 0 0,-6 1 8 0,1 2 140 16,-1 4 68-16,-2 2 52 0,-6 8 48 15,6 5 36-15,-6 5 28 0,-2 2 72 16,-1 2 148-16,3 12 148 0,-3 2-40 15,1 3 64-15,-2 3-12 0,1 0 36 16,-4 0-100-16,0-6-48 0,5 0-132 16,-6-7-64-16,1-2-160 0,0-3-108 15,0-4-36-15,5 0-324 0,-2-11-196 16,1-1-532-16,4-4-1240 0,-4 0-2617 16,0-9-2535-16</inkml:trace>
  <inkml:trace contextRef="#ctx0" brushRef="#br0" timeOffset="95264.475">25104 12484 1880 0,'0'0'2800'16,"0"0"3965"-16,0 0-5393 0,0 0-528 0,4 73 296 15,-4-47 92-15,-4-1 48 16,1-3-304-16,-1-3-348 0,0-6-428 0,4-1-200 16,0-5-184-16,4-4-72 0,0 0-80 15,3-3 116-15,2-3 84 0,6-10-36 16,-3-2-92-16,4-5-144 0,0-2-152 15,0-3-32-15,-4 2-88 0,0 4 240 16,0 4 72-16,-4 2 140 0,0 6 12 16,0 4 156-16,0 3 60 0,0 0 468 15,-4 10 124-15,4 3 112 0,-4 5-48 16,0 1-220-16,-4 7 52 0,0-5-32 16,0 6 28-16,0-5-40 0,0-3-12 0,0-3-224 15,0-7-208-15,0-3-36 0,0-2-164 16,0-4-68-16,0 0-52 0,8-4 136 15,4-5-16-15,0-4-48 0,0-6-136 16,0 1 52-16,-1-2-44 0,2 5 64 0,-2-2-92 16,1 4-48-16,4 5 36 15,-4-3 128-15,1 8 148 0,-2 0 0 0,2 3 92 16,-2 0 48-16,-3 0 200 0,5 0-60 16,-6 0-76-16,1 3-64 0,0 0-64 15,0 4-48-15,0-3 104 0,-4 2 8 16,4-4 0-16,-4 4 8 0,4-1 68 15,0 1 12-15,-4 0 100 0,4-4-24 16,0 5-76-16,0-3-88 0,-4-1-4 16,3 0-72-16,-3 0-276 0,0-3-356 0,1 0-680 15,-5 0-745-15,0 0-403 0,0 0-324 16,0 0-252-16,0 0 833 0</inkml:trace>
  <inkml:trace contextRef="#ctx0" brushRef="#br0" timeOffset="95995.354">25574 12443 10352 0,'0'0'1777'16,"0"0"-885"-16,0 0 356 0,0 0 228 0,0 0-232 16,0 0-388-16,0 0-312 15,-35 101-64-15,27-59-12 0,4 5 120 0,0 1-40 16,0-7-208-16,4-6-120 0,0-9-220 15,4-7-96-15,8-7-28 0,0-5 28 16,4-5 24-16,0-2-16 0,0-9-216 16,4-3 160-16,3-7-28 0,-3-4-36 15,4 2 0-15,-3-6 36 0,-2 8 12 16,1 4-36-16,-4 2 24 0,0 6-88 16,0 7 36-16,0 4 140 0,-1 8 84 0,-2 7 116 15,2 7 44-15,-2 6-112 16,-2 3 124-16,-3 2-108 0,1 8-56 0,-9-1 4 15,0 8 84-15,0-2 128 0,-4 4 8 16,-9 3 48-16,-2 1 52 0,-5-1-88 0,0-7 12 16,-4 1-48-16,0-3 72 0,0-7-48 15,-4-3-36-15,4-9-16 0,-4-4-32 16,5-8-39-16,-1-12-1 0,3-5-16 16,6 0-92-16,-5-16-124 0,8-9-69 15,0-7 9-15,4-9 64 0,0-6-52 16,8-11-108-16,0-2-184 0,0-1-120 15,12-2-16-15,0 3-76 0,8 6-240 16,4 3-364-16,0 9-560 0,-1 5-724 16,1 11-649-16,12-9-2631 0</inkml:trace>
  <inkml:trace contextRef="#ctx0" brushRef="#br0" timeOffset="96713.354">26562 12764 4424 0,'0'0'8993'0,"0"0"-7557"0,0 0-896 16,0 0-248-16,13 69 276 0,-1-56 540 16,4-7-228-16,3-6-376 0,1 0-220 15,5-13 24-15,3-3-28 0,0-10-60 16,0-5-60-16,0-1-160 0,-1-5-160 16,-7 2-180-16,0 0 8 0,-8 5 12 0,-5 12 36 15,2-1 48-15,-9 6-72 0,0 7 12 16,0-1 24-16,-5 1 148 0,-2 3 12 15,-5 3 112-15,-4-3 88 0,0 3-24 16,-4 0 160-16,4 6-52 0,-4 7 4 16,4 3-4-16,0 6 60 0,0 7 52 15,4 6 12-15,1 3-72 0,2 3 8 16,1 1 0-16,4-4-60 0,4-1-104 16,0-5-68-16,0-6-8 0,8-7-176 0,1-7 52 15,6-6-104-15,-3-6-216 0,8-2-16 16,4-14-52-16,0-7-400 0,4-2-788 15,-8 3-2757-15,0-16-2931 0</inkml:trace>
  <inkml:trace contextRef="#ctx0" brushRef="#br0" timeOffset="96877.545">27168 12595 10436 0,'0'0'4461'0,"0"0"-3869"0,0 0-328 15,49 83 692-15,-38-58 548 0,-3-3-200 16,4 0-280-16,-8-5-500 0,4-9-484 15,5 3-40-15,-6-8-196 0,5-3-256 16,4-3-268-16,0-8 32 0,0-4-164 0,0-1-700 16,0-3-1540-16,-1 0-2921 0,-6 3-1415 15,3-6 7376-15</inkml:trace>
  <inkml:trace contextRef="#ctx0" brushRef="#br0" timeOffset="97041.926">27391 12478 560 0,'0'0'11545'0,"0"0"-10025"0,0 0-1048 15,0 0 8-15,-91 98 304 0,64-53 396 16,-1 5-208-16,3 1-192 0,-3-4-164 16,8 0 0-16,1-5-116 0,3-3-220 0,4-11-280 15,3-6-12-15,5-9-316 0,1-7-492 16,3-6-204-16,0-2-156 0,12-11-464 16,0-10-92-16,4-8-1341 0,-1 5-4107 15,10-24 4248-15</inkml:trace>
  <inkml:trace contextRef="#ctx0" brushRef="#br0" timeOffset="97278.294">27814 11995 1212 0,'0'0'11861'16,"0"0"-10361"-16,-16 73-868 0,8-32 184 16,-4 7 512-16,1 6 168 0,2 3-220 15,1 3-436-15,4 3-304 0,4-2-123 16,0-1-145-16,0 0-136 0,0-5-68 0,4-4-64 15,0-14-84-15,4-5-12 0,0-13-160 16,-4-2 27-16,4-11-39 0,0-6-124 16,0 0-228-16,0-6 120 0,-4-5-188 15,0 3-556-15,-4-5-1064 0,0 1-1908 16,-8-2-485-16,0 1-1867 0</inkml:trace>
  <inkml:trace contextRef="#ctx0" brushRef="#br0" timeOffset="97435.36">27499 12560 5700 0,'0'0'7049'0,"0"0"-5609"0,0 0-428 16,0 0-160-16,0 0-96 0,0 0 152 16,0 0 68-16,0 0-116 0,0 0 116 15,0 0-400-15,76 29-224 0,-48-27-196 16,3-2-108-16,1 0 4 0,0-5-52 16,0-5-360-16,0-2-332 0,-4-5-80 0,0 2-72 15,-4 2-340-15,0 0-1028 0,-9 4-2665 16,6-1-3111-16</inkml:trace>
  <inkml:trace contextRef="#ctx0" brushRef="#br0" timeOffset="97748.451">27977 12652 10152 0,'0'0'4765'16,"0"0"-4265"-16,0 0-84 0,16 70 652 0,-12-53 368 16,8-9-436-16,0-4-464 0,4-4-316 15,0 0-84-15,8-10-12 0,4-9-124 16,-5-3-208-16,5-10-272 0,-4 0-268 15,1-2-28-15,-1 1-68 0,-9 3 100 16,2 3 24-16,-10 5 216 0,-3 3 164 16,-4 6 228-16,0 1 112 0,-11 2 152 15,-6 1 252-15,2 3 120 0,-6 1 32 16,1 5-32-16,5 7-88 0,-5 9-152 16,4 10-72-16,0 6 20 0,0 10 104 0,4 2 8 15,-4 3 84-15,4 4 4 0,0-4-52 16,1 1-40-16,2-8-84 0,5 0-256 15,4-12-120-15,0-9-124 0,0-6-28 16,13-10-44-16,-2-3-312 0,9-10 248 16,0-12-272-16,4-7-528 0,0-6-1260 0,-5 7-2709 15,9-16-2559-15</inkml:trace>
  <inkml:trace contextRef="#ctx0" brushRef="#br0" timeOffset="98047.685">28412 12519 2936 0,'0'0'5312'0,"0"0"-679"0,0 0-2953 16,0 0-632-16,27 72-4 0,-22-42 72 15,-1-2 132-15,0 1 124 0,-1-1-336 16,1-9-415-16,-4-3-473 0,4-6-148 16,0-4-144-16,5-3-40 0,-2-3-157 15,5-3-83-15,1-7 92 0,2-9 76 0,1 0-120 16,0-6-164-16,0 3-148 16,-4-4-176-16,-1 6 60 0,2 1-8 0,-5 8 72 15,-1 4 324-15,2 4 200 0,-5 3 216 16,0 3 492-16,0 7 328 0,0 5-196 0,-4 4-116 15,3 4-72-15,1 2 56 0,1 1 368 16,-1-4 96-16,0 0-564 0,0 3-196 16,-4-2-76-16,0-4-48 0,4-4-72 15,-4 1-120-15,3-3-76 0,-3-7-304 16,0 1-236-16,0-1-36 0,0-6-240 16,0 0-588-16,4 0-912 0,0 0-1525 15,5-6-831-15,-5-1 952 0</inkml:trace>
  <inkml:trace contextRef="#ctx0" brushRef="#br0" timeOffset="98430.237">29277 12391 6400 0,'0'0'7789'0,"0"0"-6073"15,0 0-1148-15,0 0 180 0,0 0 624 0,0 0-228 16,0 0-144-16,0 0-440 0,-77 52-340 15,53-33-148-15,-4 0 0 0,1 3-64 16,3-3 56-16,0 0-56 0,9-3-8 16,-2-4-12-16,9 2-88 0,5-6-32 15,-2 3-64-15,5-2-8 0,5 1-4 16,2-4 12-16,5 3 0 0,8 1-48 0,0 0 24 16,0-1 60-16,0 4 160 0,-1-4 0 15,-2 7 0-15,-1 0 88 0,-4-1 168 16,-5 4 24-16,1 0 52 0,-3 0-104 15,-5-2-20-15,0 2-48 0,0-3-64 16,-9-1-12-16,2-5-84 0,-1 0-36 16,0-7-256-16,-1-3-172 0,6 0-168 15,-5-10-324-15,8-3-400 0,0-6-668 16,0-6-772-16,4-3-2501 0,3 6-1251 0,10-17 5480 16</inkml:trace>
  <inkml:trace contextRef="#ctx0" brushRef="#br0" timeOffset="98539.277">29455 12616 836 0,'0'0'10733'15,"0"0"-8217"-15,0 0-1620 0,44 77-164 0,-40-48 196 16,0 0 392-16,-4-1-4 0,-4 1-92 16,-3-7-564-16,-2-3-456 0,1-3-156 15,4-6-48-15,0-7-220 0,1-3-364 16,-1 0-176-16,-5-10-232 0,1-2-928 16,1-5-2804-16,3 1-5193 0,0-12 7622 0</inkml:trace>
  <inkml:trace contextRef="#ctx0" brushRef="#br0" timeOffset="98692.479">29631 12353 13033 0,'0'0'3976'0,"0"0"-3704"15,0 0 188-15,0 0 232 16,0 0-148-16,0 0-56 0,76 0-204 0,-68 0-284 16,3 0-12-16,2-3-616 0,-2 3-380 15,6 0-408-15,-6-3-752 0,10 3-2089 16,-10 0-1559-16,9 0 1556 0</inkml:trace>
  <inkml:trace contextRef="#ctx0" brushRef="#br0" timeOffset="98961.831">29910 12509 2540 0,'0'0'6888'0,"-16"63"-2927"0,7-31-3085 0,-2 3-268 15,3 0 212-15,-1-3 284 0,2-6-96 16,3-11-96-16,4-2-372 0,0-7-280 16,4-6-152-16,3 0 64 0,10-2-72 15,3-9-64-15,3 2-36 0,1-7-148 16,-3 0-120-16,-1 4-28 0,-5-1 12 15,2 4 88-15,-10 2 132 0,1 4 64 16,-8 0 84-16,0 3 100 0,0 0 136 0,0-3 36 16,-4 3-88-16,-7-4-256 15,-2 4-12-15,-2-2-88 0,-2 2-32 0,-3 0-16 16,1 0-12-16,-1 9 76 0,-5 0-28 16,2 4 52-16,-1 3 40 0,4 3-44 15,-4-2 44-15,8-3-40 0,0-1-36 0,8-3-164 16,0-3-356-16,5-1-324 0,3-6-564 15,0 0-1716-15,0-6-5745 0,11-13 6161 0</inkml:trace>
  <inkml:trace contextRef="#ctx0" brushRef="#br0" timeOffset="99229.018">30268 12541 7644 0,'0'0'5821'0,"0"0"-3593"0,0 0-1636 16,-12 75 56-16,-3-48 852 0,3-2 256 0,-1-6-356 15,2-3-671-15,7-7-621 0,4-2-108 16,0-7-72-16,0 0-60 0,8 0-76 16,3-4 76-16,10-2 59 0,3-3-87 15,-1-4-132-15,1 0-60 0,0 1 0 16,4 2-16-16,-4 1 64 0,-1 2 132 0,1 4 76 16,-3 3-4-16,-6 0 4 0,2 3 44 15,-2 4 52-15,-3 6 356 0,0-1-124 16,-3 4-168-16,-5 0-64 0,-1 3-160 15,-3-4-108-15,0 4-176 0,0-3-292 16,0 4-788-16,0-7-1044 0,0 6-4425 0</inkml:trace>
  <inkml:trace contextRef="#ctx0" brushRef="#br0" timeOffset="100511.395">22515 13608 184 0,'0'0'1564'16,"0"0"4180"-16,0 0-4460 0,0 0-40 15,0 0 57-15,0 0 251 0,0 0-64 16,0 0-176-16,0 0-216 0,0 0-300 16,0 0-204-16,-32 15-160 0,36-15-124 15,-4 0-88-15,0 0-60 0,4 0-48 16,-4 0-28-16,3 0 16 0,2 0-16 0,3 0 4 16,-4 0 56-16,4 0-32 15,-1-2-28-15,-2 2-32 0,-1 0 8 0,0 0-52 16,-4 0 88-16,4 0-20 0,-4 0-72 15,0 0-4-15,0 0-48 0,0 0-4 16,0 0-8-16,0 0 60 0,4 2 60 16,-4-2 16-16,0 4-64 0,3-4-4 15,-3 3 0-15,0-3 0 0,0 6-8 0,4 1 12 16,-4 5 148-16,4 7-52 0,1 4 12 16,-5 8 88-16,0 5 48 0,0 2-48 15,0 3-28-15,0 0-44 0,0 0-88 16,0 0-48-16,0-5-4 0,-5-8-56 15,5-3 48-15,0-9-64 0,0-6-32 16,0-7-112-16,0-3-328 0,0 0-244 16,0-7-116-16,0-2-128 0,0-7-652 15,0-6-1232-15,0 3-2661 0</inkml:trace>
  <inkml:trace contextRef="#ctx0" brushRef="#br0" timeOffset="100671.458">22519 13465 156 0,'0'0'12093'0,"0"0"-9677"16,0 0-1620-16,0 0-596 0,0 0 204 15,0 0 224-15,0 0 68 0,0 0-248 16,80-10-448-16,-61 10-52 0,5-3-540 16,-4 0-296-16,1 0-736 0,2 0-1604 15,-7 0-6169-15,0-1 7342 0</inkml:trace>
  <inkml:trace contextRef="#ctx0" brushRef="#br0" timeOffset="100961.755">23053 13668 7188 0,'0'0'5217'16,"0"0"-3421"-16,-48 67-632 0,28-42-96 16,0 1 264-16,4-4-48 0,1-3-192 15,6-3-360-15,5-10-416 0,0 0-316 0,4-3-52 16,4 1-72-16,9 2 124 15,-2-3 0-15,6 3 0 0,2-2-4 0,1 2-8 16,-1-3 0-16,-2 4 0 0,-1-5-48 16,0 5 48-16,-5-1 4 0,2 1 8 15,-6-1 0-15,1 4-4 0,-4-1 0 16,1 0-72-16,-5 2-116 0,0 2-40 16,0-1 12-16,-5 1-24 0,-3-1-64 15,-3 4 0-15,-6-3-84 0,2-1-100 16,-5 1-112-16,-5 0-268 0,-2 3-808 0,0-4-1412 15,2-2-3221-15,-15-4 454 0</inkml:trace>
  <inkml:trace contextRef="#ctx0" brushRef="#br0" timeOffset="101494.556">24363 13786 3848 0,'0'0'820'15,"0"0"4392"-15,0 0-3147 0,0 0-189 16,0 0-296-16,0 0-336 0,0 0-124 0,0 0-204 16,0 0-464-16,0 0-280 0,0 0-60 15,-87 37 12-15,71-5 84 0,-4 3-12 16,8-6-88-16,4-1-100 0,4-5-8 15,0-2 0-15,4-4-48 0,0-2 36 0,8-2-60 16,4-3-4-16,0 3 64 0,4-4 12 16,0 0 0-16,0 4 12 0,-1-3 52 15,-2 2-16-15,-5 1 100 0,-1 1 44 16,-3 0 52-16,0 3-48 0,-4-1 0 16,0 3 24-16,-8 0 72 0,-3-3-12 15,-2-1-159-15,2 1-61 0,-6-3-52 16,2-3-8-16,-1-4-281 0,4 1-215 15,0-7-52-15,0 2 20 0,4-2-96 16,0-2-200-16,1-8-536 0,7-3-1176 0,-5-3-2409 16,5 0-2095-16,0-12 5148 0</inkml:trace>
  <inkml:trace contextRef="#ctx0" brushRef="#br0" timeOffset="101814.901">24487 14147 6536 0,'0'0'6077'0,"0"0"-4053"0,0 0-776 0,0 0-220 0,92 42 188 15,-76-40-428-15,-4-2-320 0,-1-2-160 16,2-8-76-16,2-5-100 0,2-8-32 16,-2 1-100-16,5-7-180 0,-8-2-296 15,4 2-80-15,0 4 64 0,-8 3-52 16,0 3 124-16,-4 6 84 0,-4 3 76 16,0 1 260-16,-8 2 80 0,-8 4 56 15,4 0 88-15,-8 3 172 0,5 0-100 16,-6 6 12-16,6 8-172 0,-5 5-60 0,3 6-16 15,2 3 64-15,2 4 72 0,5 2 0 16,1 5 40-16,3-2-16 0,0 1 12 16,4 1 12-16,0-4-108 0,0-3-124 15,4-7-4-15,7-3-8 0,6-6 12 16,-2-4-12-16,6-5-136 0,3-3-268 0,4-4-24 16,-1 0-148-16,1-6-240 0,0-5-428 15,4 3-960-15,-5-3-2493 0,-6 3-3347 16,11-6 7340-16</inkml:trace>
  <inkml:trace contextRef="#ctx0" brushRef="#br0" timeOffset="102423.104">24889 13998 4528 0,'0'0'8385'0,"0"0"-6973"16,0 0-1336-16,0 0 100 0,0 0 620 15,24 70 400-15,-16-26-252 0,0 10-252 16,4 7-124-16,-4 12-112 0,0 6 84 15,1 10-28-15,-6 7-84 0,1 2-24 16,-4 4-124-16,0-4-112 0,-4-2-156 16,1-14-12-16,-1-10-108 0,-1-12-76 0,5-14 40 15,0-15-52-15,0-12 12 0,9-8-216 16,-6-11-140-16,5-14-60 0,-4-8-312 16,4-10-752-16,0-9-1388 0,-4-4-2629 15,-4 10-2039-15,0-22 7533 0</inkml:trace>
  <inkml:trace contextRef="#ctx0" brushRef="#br0" timeOffset="102648.055">25001 14164 3676 0,'0'0'5996'0,"0"0"-4487"16,0 0-585-16,75-67-244 0,-50 54 252 16,-1 6 44-16,0 4-220 0,-5 0-128 15,1 3-176-15,-4 3-112 0,-4 4-116 0,-4 2-88 16,-4 7 148-16,0 0 276 0,-4 9-168 15,-4 0-156-15,-4 8-100 0,-8 2-88 16,0 2-40-16,-4 2-8 0,-4-2-12 16,5 1-88-16,-2-2-256 0,2-8-64 15,3-2-88-15,8-10-140 0,4-4-292 16,4-9-724-16,0-3-1560 0,4 0-2785 16</inkml:trace>
  <inkml:trace contextRef="#ctx0" brushRef="#br0" timeOffset="102994.573">25499 14097 1044 0,'0'0'7172'0,"0"0"-2303"0,0 0-3913 0,-36 86-348 15,20-48 528-15,-3 3 228 16,-2 0-176-16,5-3-56 0,1-2-324 0,3-11-244 16,7-6-164-16,1-10-192 0,4-6-124 15,0-3-12-15,0 0-72 0,4-6-152 16,5-7 4-16,6-10-56 0,2-4-176 15,-2-2-72-15,2-3 36 0,2 3 136 16,-3 7 72-16,0 3 48 0,-4 4 24 16,4 2 0-16,-4 6 52 0,0 7-52 15,-4 0 136-15,4 0 296 0,-4 10 48 16,3 3-28-16,2 6 100 0,-2 0-108 0,2 3-100 16,-1 4-64-16,-1-5-84 15,2 4 100-15,-2-1-12 0,-3-6-16 0,1 1-84 16,-5-3-48-16,-1-6-56 0,1-1-188 15,-4-6-220-15,0 0-196 0,0-3-172 16,0 0-128-16,0-6-756 0,0-3-2204 0,0 2-2285 16,0-15 309-16</inkml:trace>
  <inkml:trace contextRef="#ctx0" brushRef="#br0" timeOffset="103239.318">25778 14021 7188 0,'0'0'5801'0,"0"0"-5089"15,0 0-432-15,0 0 720 0,0 0 56 16,0 0 60-16,0 0 36 0,75 73-424 16,-62-48-288-16,-6 7-84 0,1 0-12 0,-3-1-160 15,-5 4-112-15,0-3-68 16,0-1 8-16,0-4 48 0,-5-6-48 0,1-4 64 16,0-5-28-16,1-10 48 0,3 2 28 15,0-4-16-15,0 0-24 0,0-4-16 16,0-4-68-16,3-5-160 0,5-6-48 0,9-4 88 15,-2-5 8-15,9-4-92 0,0 4-496 16,4-4-136-16,4 7-360 0,4 0-808 16,-12 6-2092-16,15-1-2529 0</inkml:trace>
  <inkml:trace contextRef="#ctx0" brushRef="#br0" timeOffset="103566.298">26352 14125 6644 0,'0'0'6269'0,"0"0"-3849"0,0 0-1524 15,0 0-44-15,-88 86 556 0,64-57-92 16,0 2-156-16,0-2-103 0,8 3-145 0,0-6-260 16,8-7-268-16,4-5-308 0,4-3-76 15,0-2-136-15,8-6 4 0,5-3-144 16,2 0 92-16,5-9 4 0,5-7-60 16,-2-9-88-16,5-4-132 0,0 1-113 15,-4-5 49-15,4 8 100 0,-8 3 80 16,-1 6 148-16,2 7-36 0,-10 5 48 0,6 4 184 15,-10 4 220-15,1 8 284 0,1 1-68 16,-2 6 76-16,-3 0-72 16,0 0-87-16,-4 0-17 0,0 0-20 0,4-6 24 15,-4-1-64-15,0-6-124 0,0-6-152 16,4 0-84-16,-4-2-316 0,4-10-120 16,4-9 60-16,0-3-125 0,4-8-231 15,0-3-652-15,0-3-1296 0,-4 9-2232 16,8-22-1873-16</inkml:trace>
  <inkml:trace contextRef="#ctx0" brushRef="#br0" timeOffset="103889.03">26710 13655 4000 0,'0'0'9657'15,"0"0"-8165"-15,0 0-1048 0,0 0 512 16,0 0 188-16,0 0-8 0,0 0-20 16,0 0-408-16,13 89-344 0,-22-50 40 15,1 1 265-15,0 2-125 0,-3 2-328 0,-2 0-216 16,2-2 0-16,-2-7-84 0,5-6-228 15,5-11-28-15,-1-5 156 0,4-9 87 16,0-4-99-16,4 0-192 0,3-4 0 16,6-2 276-16,2-4-32 0,6 4-200 15,-2-3-84-15,1 5 48 0,0 4 112 16,0 0 96-16,0 4 56 0,0 8 116 16,0 4 344-16,-4 3 452 0,-1 3-160 0,-2-3-428 15,-2 0 24-15,-7 1-28 0,-4 2-56 16,0-3-28-16,0 0 100 0,0-3-27 15,-7-1-21-15,-5-2-40 0,0-6-132 16,-4-1-60-16,4-6-232 0,0 0-73 16,0-6-23-16,0-4-112 0,4-9-220 15,0-3-188-15,8-10-560 0,-3-3-672 16,3 3-2036-16,0-25-2105 0</inkml:trace>
  <inkml:trace contextRef="#ctx0" brushRef="#br0" timeOffset="104327.801">27105 13455 4712 0,'0'0'7453'0,"0"0"-5629"0,0 0-760 16,0 0 108-16,24 96 148 0,-24-58-32 15,0 9-248-15,-4 1-256 0,-5 7-188 16,5-3-160-16,-3 0-79 0,-1 2-153 16,8-4-168-16,0-6-36 0,0 1-120 15,0-7 24-15,4-3-209 0,0-5-147 16,0-9-252-16,3-2 116 0,2-7-84 15,10-1 44-15,1-2 96 0,12-2 52 16,0-1 380-16,8 0 24 0,0-3-132 0,-4 0-28 16,4 1 172-16,-1-1 64 0,-2-3 160 15,-5 0 28-15,-1-7 96 16,1 1 76-16,-4-10-40 0,0 0-36 0,-5-3-148 16,5-7-48-16,-4-2-80 0,1 0-8 15,-1-1 0-15,-9 4-88 0,-3 0-32 0,-4 5 120 16,-8 5 52-16,0 4 96 0,-3 5 108 15,-10 4-20-15,-6 2 92 0,-5 13-144 16,-1 5 0-16,-6 8 100 0,3 2 20 16,-4 7 60-16,4 0 12 0,8-3-8 15,0 0-15-15,0-1-53 0,8 1 28 16,5-4-108-16,-2-5-116 0,9-2-104 16,0 0-108-16,4-2-76 0,8-5 4 15,8 3-4-15,4-1-300 0,8 0-197 16,3-7-283-16,-7-3-1060 0,8 1-3944 0</inkml:trace>
  <inkml:trace contextRef="#ctx0" brushRef="#br0" timeOffset="104466.837">28527 14284 12537 0,'0'0'7676'0,"0"0"-6360"0,0 0-503 15,0 0 191-15,0 0-568 0,0 0-204 16,0 0-232-16,0 0-208 0,0 0-444 15,-75-54-160-15,54 45-257 0,10-1-1683 16,-13 1-8329-16</inkml:trace>
  <inkml:trace contextRef="#ctx0" brushRef="#br0" timeOffset="106828.164">19451 16643 10724 0,'0'0'6737'0,"0"0"-5305"0,0 0-804 15,0 0-200-15,0 0-88 0,0 0-96 16,0 0 220-16,0 0 609 0,96-38-361 15,-32 19-372-15,3 0-148 0,-3 3-132 16,-1 3-48-16,-3 4 52 0,-4 3-64 16,-4-5-8-16,-8 5-44 0,-5 0-68 15,-7 4-240-15,-4-3-188 0,-11 5-157 16,-6 0-135-16,-3 7-208 0,-8 5-244 16,-4 2-492-16,-11 8-396 0,-6 0-816 0,-7 4-917 15,-4-1 789-15,-7 0-768 0,-1 4 3305 16,-8 0 587-16,0-4 339 0,1 4 1485 15,-6-7-452-15,6 0 2908 0,3-9-2504 16,4 2-199-16,8-5 63 0,12-4 64 0,9 0-292 16,7-2-144-16,4-1-292 0,7 0-384 15,14 0-236-15,2 0 404 0,13 1 24 16,4-4-308-16,3 0-208 0,6-10-100 16,-6-3-60-16,5-2-108 0,-4-4 0 15,-4-3-60-15,0-4-364 0,-8 4-332 16,-4-4-224-16,-4 0-508 0,-13 8-2552 15,1-11-4881-15</inkml:trace>
  <inkml:trace contextRef="#ctx0" brushRef="#br0" timeOffset="107095.286">19889 16173 8944 0,'0'0'4105'0,"0"0"-3213"0,0 0-160 15,104 10 392-15,-65-1 104 0,2 4-272 0,-2 3-304 16,-3 0-256-16,0 3-140 0,-5 6-144 16,1 0-112-16,-8 4 0 0,-3 3-88 15,-6 3-32-15,-2 3-104 0,-9 3-156 16,-1 4-4-16,-3 2 28 0,-7 1-4 0,-10 3 172 16,2 0 88-16,-5-1 88 15,-5-5 8-15,2-1-80 0,-5 0-128 0,0-5-76 16,0-8-180-16,0-5-384 0,4-4-768 15,-4-6-2245-15,13-9-3163 0,-9-7 4968 0</inkml:trace>
  <inkml:trace contextRef="#ctx0" brushRef="#br0" timeOffset="107712.887">21506 16163 392 0,'0'0'9340'0,"0"0"-6779"0,0 0-1333 16,0 0-440-16,0 0-20 0,0 0 408 0,0 0-56 16,0 0-168-16,0 0-372 0,0 0-224 15,0 0-36-15,-28 42-88 0,13 5-84 16,-5 7-76-16,1 3 4 0,-2 1-28 16,1 0-48-16,5-8 0 0,-2-6-4 15,6-6-60-15,3-9-8 0,4-10-184 16,4-6-136-16,0-4-88 0,4-3 12 15,4 5 60-15,3-3 172 0,2 3 140 16,2 1-104-16,-2 4 88 0,2 0 112 16,-2 3-8-16,2 6-4 0,-3 0 12 15,0 7 124-15,0-1 0 0,0 5 296 0,-4 2-100 16,0-6-108-16,-4-1-100 0,-4 1 36 16,0-3 84-16,0-3-160 0,0-1-72 15,0-6-40-15,0-7-180 0,-4 1-336 16,4-10-248-16,0-3-392 0,0 0-836 0,0-9-1188 15,4-1-2257-15,8-18 117 0</inkml:trace>
  <inkml:trace contextRef="#ctx0" brushRef="#br0" timeOffset="107904.359">21914 16510 6808 0,'0'0'6565'0,"0"0"-4829"15,0 0-656-15,0 0 48 0,79 28 352 16,-51-21 16-16,4 2 52 0,-1-7-795 0,5-2-413 16,5-2-172-16,-6-7-132 0,5-10-36 15,-4-1-204-15,-5-2-320 0,5-3-129 16,-8-1-211-16,-4 1-140 0,-7 3-924 16,-6 6-2784-16,-7 7-3373 0</inkml:trace>
  <inkml:trace contextRef="#ctx0" brushRef="#br0" timeOffset="108077.313">22144 16589 11365 0,'0'0'1820'15,"0"0"-1056"-15,0 86 324 0,0-44 424 16,0 2 164-16,0 3-408 0,4-6-412 16,-4 3-444-16,4-6-168 0,-4-2-244 15,0-4-52-15,0-7-448 0,0 0-272 16,0-6-96-16,-4 0-60 0,-4-2-688 15,1-9-1460-15,-2-1-3341 0,-6-3-358 0</inkml:trace>
  <inkml:trace contextRef="#ctx0" brushRef="#br0" timeOffset="108241.173">22109 16995 2540 0,'0'0'8757'16,"0"0"-7129"-16,0 0-736 0,0 0 372 0,99-50 236 15,-67 36-368-15,0 2-208 0,-1-3-260 16,1 2-332-16,-8-3-208 0,1 3-124 15,-10 3-196-15,-2 1-432 0,-6 3-100 16,-3 3-176-16,-4 3-484 0,0 3-1228 16,-11 12-2149-16,2-2-2211 0,-14 15 5856 0</inkml:trace>
  <inkml:trace contextRef="#ctx0" brushRef="#br0" timeOffset="108394.033">22148 17164 3040 0,'0'0'5980'0,"0"0"-3295"0,0 0-1469 0,0 0-628 16,0 0 32-16,0 0 216 0,8 76 56 15,12-67-72-15,0-2-36 0,8-1-252 16,4-6-176-16,4 0-120 0,0-6-136 16,3-10-100-16,-3 0-36 0,-4-6-572 15,-4 0-332-15,0-4-516 0,-8 10-1256 16,4-12-5349-16</inkml:trace>
  <inkml:trace contextRef="#ctx0" brushRef="#br0" timeOffset="108577.936">22897 16796 4288 0,'0'0'11285'16,"0"0"-8825"-16,0 0-1720 0,0 0-224 16,0 0 12-16,0 0 156 0,0 0-148 15,92 38-536-15,-76-42-232 0,4-5-668 16,-8-1-156-16,-1 1-504 0,-6 3-2992 15,-5 3-6845-15</inkml:trace>
  <inkml:trace contextRef="#ctx0" brushRef="#br0" timeOffset="108763.515">22806 17161 10588 0,'0'0'5645'0,"0"0"-4845"15,0 0-292-15,0 0 828 0,0 0 124 16,0 0-316-16,64 66-487 0,-37-66-369 15,6-3-152-15,-1-6-136 0,-1-7-436 16,1-10-197-16,0 1-183 0,-4-4-40 16,-1-3-360-16,-3 1-1220 0,0 2-3105 15,-7 7-4627-15,10-7 10092 0</inkml:trace>
  <inkml:trace contextRef="#ctx0" brushRef="#br0" timeOffset="109177.914">23734 16354 9760 0,'0'0'6581'0,"0"0"-5089"15,0 0-1124-15,-59 73 28 0,38-35 184 0,1 9 584 16,5 8-92-16,3-1-163 16,7 9-425-16,1 4-120 0,4 3-12 0,0 2-64 15,0-1 4-15,9-5-148 0,3-9-84 16,3-13 12-16,1-5-72 0,5-10-60 15,2-11 12-15,1-5-60 0,4-9-184 16,4-4 28-16,0-4-28 0,-1-15 64 16,5-3-100-16,-4-6 0 0,0-7-8 15,-4-4-69-15,4-5 41 0,-4-6-120 16,0-8-28-16,0 2-176 0,-4-8-280 16,0-6-284-16,-9 0 28 0,-2-3-20 15,-2 0 168-15,-7 3-136 0,0 4 640 0,-4 8 572 16,-4 14 168-16,-7 9 508 15,-2 12 216-15,-2 11 436 0,-6 9-56 0,1 3-348 16,1 15-108-16,-1 8-40 0,-4 8-172 16,0 5-68-16,4 8-72 0,-4 4-60 15,0-1-52-15,-4 3-36 0,5 1-35 0,-5-3-197 16,0 0-84-16,4-7-317 0,-4-3-459 16,8-3-336-16,-4-6-180 0,8-7-816 15,0-6-2216-15,8-7-2233 0,-4-12 1369 0</inkml:trace>
  <inkml:trace contextRef="#ctx0" brushRef="#br0" timeOffset="109511.093">23802 16656 10292 0,'0'0'5229'0,"0"0"-4397"0,-13 79-360 16,2-34 496-16,3 2 376 0,-4 1-80 0,0 3-328 15,0-1-423-15,0-5-269 0,0-1-100 16,5-5-104-16,-6-5-40 0,5-5-268 15,4-10-325-15,1-3-259 0,3-10-80 16,0-6-12-16,0 0-280 0,0-9-868 0,3-7-648 16,5-3-441-16,-4-3-15 0,4-3-1504 15,0-1 3972-15,0-3 372 0,0 4 356 16,1-1 132-16,2 8 1616 0,5 5-1148 16,-4 6 4552-16,3 4-907 0,2 3-2233 15,2 3-196-15,1 7-292 0,5 0-488 16,-5 2-188-16,3 4-112 0,-3 0-408 15,4-1-172-15,-4-2-92 0,0 1-64 16,4-2-8-16,0-5-312 0,-5-7-300 16,2 0-340-16,3 0-60 0,4-11-600 0,4-4-488 15,0-1-712-15,-13 0-8105 0,13-9 10809 0</inkml:trace>
  <inkml:trace contextRef="#ctx0" brushRef="#br0" timeOffset="110044.138">24487 16402 8400 0,'0'0'7045'0,"0"0"-7045"0,0 0-352 15,0 0-584-15,32-64 936 0,-16 45 316 16,0 4 376-16,4 2-124 0,-1 1-344 0,1-2-108 15,1 5-4-15,-6 2 128 0,2 1 12 16,-2 0 96-16,-2-1 88 0,2 1-52 16,1-3-124-16,-4 2-64 0,4-3-72 15,-4 4-76-15,0 3-40 0,-4 0 80 16,0 3-80-16,-4 3-4 0,0 13 52 16,-4 6 92-16,0 7 24 0,-12 13-108 15,-4 5 32-15,0 6 28 0,-4 1 72 0,0 6-36 16,0-2 120-16,0 2-32 0,1-6 56 15,6-3-84-15,2-13 12 0,3-6-52 16,8-10-140-16,0-6-40 0,0-3-12 16,4-7-40-16,4-3-8 0,3 0-112 0,2-3-84 15,-2 4 52-15,6-4 80 16,-2 3 64-16,-3 3 16 0,4 4 44 0,-4 3 48 16,0 2-44-16,0 1 44 0,-4 7 12 15,0 2 16-15,0 0-64 0,-4 1-8 16,0-1 44-16,0 0-48 0,-4 1-172 15,3-5 40-15,-3 2-16 0,0-1-24 16,0 1 12-16,0-5 16 0,-7 2-104 16,3-5 16-16,-8 1-88 0,0 0-12 15,-4-2-16-15,0 0 152 0,-3-7-28 16,-2 3-160-16,1-8-252 0,-3-2-952 16,3 0-2312-16,3 0-2657 0,-11-14 3297 0</inkml:trace>
  <inkml:trace contextRef="#ctx0" brushRef="#br0" timeOffset="110441.271">25491 16738 3056 0,'0'0'8269'0,"0"0"-6449"0,0 0-852 16,0 0 512-16,0 0 12 0,107 7-244 15,-75-4-312-15,4 0-88 0,8-3-384 16,0 0-284-16,8-6-116 0,-5-4-64 16,1-2-12-16,-8 1-376 0,-3-1-272 15,-10-1-284-15,-3 5 4 0,-4 1-452 16,-8 0-1512-16,-8 7-3917 0</inkml:trace>
  <inkml:trace contextRef="#ctx0" brushRef="#br0" timeOffset="110612.516">25679 16989 1604 0,'0'0'12209'16,"0"0"-10513"-16,0 0-1660 0,0 0 76 0,0 0 16 15,0 0 500-15,0 0 380 0,0 0-212 0,95 58-404 16,-59-58-220-16,12-10-84 15,-1 0-88-15,-2-2-432 0,2-1-360 0,-3 0-176 16,0 4-680-16,-5 2-1396 0,-7 1-5233 16</inkml:trace>
  <inkml:trace contextRef="#ctx0" brushRef="#br0" timeOffset="120587.417">26491 16326 7824 0,'0'0'5849'0,"0"0"-4873"16,0 0-532-16,0 0 384 0,84 25 576 15,-44-15-380-15,-5-4-468 0,2-6-16 16,2 0-136-16,-3 0-60 0,-4-6-100 0,4-4-124 16,-1-3-32-16,-3-2-48 0,5-4-40 15,-10-1-60-15,1 1-136 0,-8 0-524 16,-8 6-140-16,-4 4-92 0,-8 3-140 15,0 6-404-15,0 0-568 0,-8 0-2521 16,-12 3-1823-16</inkml:trace>
  <inkml:trace contextRef="#ctx0" brushRef="#br0" timeOffset="120913.368">26695 16361 1684 0,'0'0'1108'0,"0"0"3116"16,0 0-2924-16,0 0 84 15,-28 69 461-15,28-43-245 0,0 2-504 0,3 7-264 16,5 0 36-16,1 7-188 0,-1-4-68 15,-1 3-128-15,5 3 72 0,-3 4-52 16,-6 0-220-16,5 9-112 0,-4 0-112 16,0 7 52-16,-4-1-100 0,0 4 72 0,4-1-84 15,-4-6-8-15,0-3-4 0,5-2 8 16,-2-11-8-16,1-6 8 0,0-2-44 16,4-11 48-16,1-6-12 0,-2-6-36 15,1-1-4-15,4-6 44 0,-4-2 0 16,0-1 8-16,4-3 76 0,0 0 96 15,4 0 24-15,4 0 96 0,0-3 16 16,-1-1-128-16,5 4-92 0,1-3-80 16,-6 3-8-16,9 0-4 0,0 0 0 15,4-3 0-15,-8 3-72 0,0-3 28 16,0 0-280-16,-5-3-296 0,-2-1-200 16,-2-3-204-16,5-3-656 0,-8 7-1508 0,4-10-3885 0</inkml:trace>
  <inkml:trace contextRef="#ctx0" brushRef="#br0" timeOffset="121326.849">27387 16649 2612 0,'0'0'9253'16,"0"0"-7461"-16,0 0-916 0,0 0 256 15,0 0 160-15,0 0-260 0,0 0-392 16,0 0-256-16,0 0 132 0,0 0 192 15,80 13-108-15,-48-10-284 0,0-3-36 0,4 0 36 16,3-6 37-16,-2-4 11 0,3-5-124 16,-5-1-84-16,-3-4-104 0,0 2-44 15,0-1-8-15,-8 0-76 0,0 3-8 16,-5 0-168-16,-6 6-148 0,-1 1-149 16,-9 2-107-16,1 4-40 0,-4 3-136 0,0 0-376 15,0 0-532-15,-4 0-720 0,1 3-1609 16,-13 13-1315-16</inkml:trace>
  <inkml:trace contextRef="#ctx0" brushRef="#br0" timeOffset="122159.943">27507 16770 496 0,'0'0'1044'0,"0"0"-692"16,0 0-116-16,0 0-228 0,0 0 2456 16,0 0 1420-16,0 0-2576 0,0 0-468 15,0 0 177-15,0 0 287 0,0-12-168 16,4 12-328-16,-4 3-352 0,0-1-180 16,4 8 0-16,1 3 328 0,-2 6-92 15,1 6-104-15,4 4-120 0,0 3-4 16,-4 3-208-16,0 3-68 0,-4 0 52 15,4-3 24-15,-4 7-84 0,0-4-4 16,0-1-8-16,-4-2-76 0,4-3-172 16,-4-4 12-16,4-5-24 0,-4-8-40 0,4-2-48 15,0-7-28-15,0-2-168 0,0-2-324 16,4-2-528-16,0-6-912 0,-4 4-1549 0,8-18-2603 16</inkml:trace>
  <inkml:trace contextRef="#ctx0" brushRef="#br0" timeOffset="122372.356">27634 17068 288 0,'0'0'10637'0,"0"0"-9237"16,0 0-760-16,0 0 744 0,0 0 92 16,0 0-260-16,80-9-260 0,-64 6-140 15,4 3-252-15,4-7-196 0,-4 5-160 16,0-5-76-16,4 1-80 0,-4-1-52 0,0 1-52 15,0 0-44-15,-5-1-236 0,-2 4-340 16,-2 0-56-16,-3 3-104 0,-3 0-224 16,-5 3-708-16,0 7-376 0,-5 5-485 15,-3-2-2819-15</inkml:trace>
  <inkml:trace contextRef="#ctx0" brushRef="#br0" timeOffset="122635.574">27634 17323 3080 0,'0'0'1772'0,"0"0"2796"16,0 0-3068-16,0 0-511 0,0 0 455 16,0 0-20-16,0 0-304 0,0 0-480 15,0 0-376-15,0 0 220 0,0 0 396 16,21 31-152-16,-1-31-260 0,-1 0-88 16,5 0-52-16,0 0 28 0,-4-3 8 0,4-3-84 15,-4-1-168-15,4 0-100 0,-4 2 36 16,0-2-48-16,0 0-4 0,-4-1-56 15,0 2-12-15,3-1-16 0,-2 0-92 16,-6 4-348-16,2-3-80 0,-6 3-20 16,1 3 12-16,-4-4-100 0,4 4-180 15,-3 0-420-15,-2 0-556 0,-3 0-704 16,4 0-1473-16,-4 0-1563 0</inkml:trace>
  <inkml:trace contextRef="#ctx0" brushRef="#br0" timeOffset="122978.159">28444 16884 5612 0,'0'0'9229'0,"0"0"-7757"16,0 0-1132-16,0 0 8 0,0 0 520 15,0 0 292-15,0 0-144 0,0 0-624 16,0 0-392-16,0 0-48 15,51 51-172-15,-47-48-320 0,5 4-356 0,-6-4-228 16,5 0-764-16,-4 0-1996 0,-4 7-2301 0</inkml:trace>
  <inkml:trace contextRef="#ctx0" brushRef="#br0" timeOffset="123143.885">28379 17167 5016 0,'0'0'1912'0,"0"0"2425"0,0 0-3473 0,0 0-124 15,0 0 612-15,28 80 248 16,-15-65-148-16,-2 2-536 0,2-9-756 0,-2 3-160 16,5-9-48-16,0-2-24 0,5 0-388 15,-2-7-148-15,5-5-128 0,0-4-384 16,0-6-640-16,-8 6-2093 0,8-16-3723 0</inkml:trace>
  <inkml:trace contextRef="#ctx0" brushRef="#br0" timeOffset="124493.84">29252 16370 2384 0,'0'0'156'0,"0"0"2788"16,0 0 1796-16,0 0-3039 0,0 0-305 15,0 0-36-15,0 0 96 0,0 0-228 0,0 0-324 16,0 0-264-16,0 0-112 0,-28-25 132 16,21 25-156-16,-6 9-372 0,2 0-60 15,-6 11-20-15,2 5 8 0,-5 7 24 16,0 9 4-16,4 4-40 0,-4 9 60 15,0 6-12-15,4 4 52 0,4 5 8 16,0 4 89-16,0 0-101 0,8-9-8 16,0-4-52-16,4-12 12 0,8-8 40 15,4-7-64-15,8-8-68 0,4-6 0 16,4-10-8-16,4-5-76 0,4-4-56 16,-1-10 128-16,1-6 8 0,5-9-8 0,-6-3-88 15,1-4-12-15,-4-3-40 16,0-3-33-16,-4 3 9 0,0-3-56 0,0-3-4 15,-4 2 24-15,-5-5 24 0,1 0-60 0,-4-4 12 16,-4 4-60-16,-8-4 120 0,0 3-24 16,-4 4 0-16,0 2 36 0,-4 6 160 15,-8 7 60-15,4 3 220 0,-8 11-108 16,0 5-36-16,-3 1 84 0,-2 6-64 16,1 0-56-16,-4 13-52 0,1-1 36 15,-1 11-72-15,-4-2-12 0,-4 9 0 16,0 1 0-16,0 1-12 0,0-3-72 15,4 2-76-15,4-5-376 0,0 0-324 16,9-5-412-16,-2-2-840 0,6-6-1808 16,3-6-1701-16,4-4-350 0</inkml:trace>
  <inkml:trace contextRef="#ctx0" brushRef="#br0" timeOffset="124694.248">29264 16596 692 0,'0'0'9288'16,"0"0"-6955"-16,0 0-1413 0,0 0-96 15,0 0 340-15,0 0 84 0,0 0-364 0,-43 85-300 16,30-60-164-16,2 11 20 16,-1-2 200-16,-1 5-40 0,2-5-280 0,-2 4-140 15,2-2-180-15,-1-1-8 0,8-7-392 16,-4-3-348-16,8-6-4 0,0-2-36 16,0-8-480-16,0-6-532 0,8-3-224 15,4-7-209-15,-1-5-915 0,2-4-2752 16</inkml:trace>
  <inkml:trace contextRef="#ctx0" brushRef="#br0" timeOffset="124826.99">29252 16912 888 0,'0'0'1120'0,"0"0"-296"0,0 0 2420 16,0 0-272-16,0 0-891 0,0 0-325 15,0 0-356-15,80 36-84 0,-60-23-400 16,-4 6-228-16,4-4-220 0,4 5 116 16,0-1 116-16,0-6-636 0,-1-1-64 15,5-6-456-15,-4-3-324 0,4-3-212 0,-4 0-228 16,-1 0-688-16,-2-6-2033 0,3-4-2447 0</inkml:trace>
  <inkml:trace contextRef="#ctx0" brushRef="#br0" timeOffset="125913.985">29982 16109 600 0,'0'0'1240'0,"0"0"5592"16,0 0-4892-16,0 0-819 0,0 0-209 16,0 0 172-16,0 0-148 0,0 0-456 15,0 0-100-15,0 0-44 0,19 3-32 0,-6 1 36 16,-6-4-28-16,1 0 0 16,4 0 12-16,-4-4-4 0,0 1-60 0,4 0-72 15,-4 1-28-15,0-4-76 0,4 1 16 16,-4 3-40-16,4-2-60 0,0 1 0 15,0-2 0-15,0 0 0 0,-1-1-44 16,2 3 36-16,2-3 8 0,-2-1 8 16,-2 4 0-16,6-3-8 0,-9 3 0 15,-1 0 0-15,-3-1-4 0,0 1-44 0,1 3 48 16,-5-3 8-16,0 3-8 0,4 0-12 16,-4 0-88-16,0 0-48 0,0 0-36 15,0 0 12-15,3 0 48 0,1 0 124 16,0 3 0-16,0-3 0 0,4 3 4 15,-3 1 56-15,2-1 4 0,-3 0 8 16,0 0-68-16,0 0 4 0,0 4 68 0,1-4 32 16,-2 0 4-16,-3 0-12 0,4 4-12 15,0 0 32-15,0-2 4 0,0 4 72 16,0 4 112-16,0 4-112 0,-4-2-108 16,4 3-4-16,0 6-36 0,0 1-40 15,0 0 264-15,0 7-128 0,-4-3-68 16,4-4 20-16,0 1-20 0,-4 2-16 0,3-2-60 15,2-1 48-15,-1 0-48 16,0 3 48-16,0 4 12 0,0 0-60 0,-4 0-44 16,4 3 44-16,-1 3 4 0,-3 3 60 15,4 4-64-15,-4-4-8 0,0 0 4 16,5-3-60-16,-5 0 8 0,4-2 56 16,-4-1 12-16,4-4-12 0,-4-5-8 15,0-1 8-15,0-3 8 0,0-3-8 0,0-2 4 16,4-3-4-16,-4 0 0 0,0-5-4 15,0 1-8-15,4 3 4 0,-4-4 8 16,0 4 84-16,0-1-84 0,0-2 12 16,0-1 32-16,0-3-44 0,0-2-12 0,0-1 0 15,0-3 8-15,0 3 0 16,0-3 4-16,0 0 0 0,0 0 12 16,0 0 4-16,0 0 32 0,0 0-48 15,0 0 8-15,0 0 64 0,0 0-48 0,-4 0-24 16,0 0-108-16,-9 0-124 0,6 0 84 15,-5 0 0-15,-4-3-44 0,-4 3-128 16,-4 0-72-16,0 0-76 0,-4 0 48 16,-8 0 24-16,1 0-88 0,-5 0 24 15,0 0-212-15,-8 0-72 0,4 0-316 16,-3 0-148-16,-2 3-404 0,-2 0-297 16,3 1-631-16,-4 5-1792 0,12 0 1812 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7:45:13.43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1207 813 10196 0,'0'0'2405'0,"0"0"-41"15,0 0-1632-15,0 0-128 0,0 0 680 0,0 0 308 16,0 0-552-16,0 0-368 15,0 0-356-15,0 0-96 0,-28 3 84 0,48 6 325 16,12 4 15-16,3 0-64 0,5 3-268 16,0-4-44-16,4 1-52 0,0-4-12 15,0 1-84-15,-1-4-48 0,5-3-56 16,-4 1-8-16,-4-4-8 0,0 0-44 16,-1-4-148-16,-7-2-252 0,-4 0-64 15,-8-1-132-15,-4 4-148 0,-7 0-245 16,-9 3-275-16,0 0-772 0,0 0-1052 15,-17 0-2905-15</inkml:trace>
  <inkml:trace contextRef="#ctx0" brushRef="#br0" timeOffset="210.241">1438 1048 11265 0,'0'0'1976'0,"0"0"-1164"0,-9 85 264 0,6-47 684 16,3 12-176-16,0-1-392 0,0 5-604 15,0 3-284-15,3 6-32 0,2 4-44 16,-5 3-168-16,4-3-60 0,-4-4-88 16,4-12-300-16,0-13-260 0,-4-10 12 15,8-8-92-15,-5-11-160 0,1-3-456 16,1-6-1132-16,-1 0-1897 0,0 0-1195 0</inkml:trace>
  <inkml:trace contextRef="#ctx0" brushRef="#br0" timeOffset="378.481">1434 1635 10949 0,'0'0'1644'0,"0"0"-892"0,0 0 480 16,0 0 432-16,0 0-604 0,96-3-328 15,-73 3-140-15,5 3-72 0,0-3-192 16,4 0-252-16,-4 0-64 0,0 0-12 0,-4 0-104 16,0 3-264-16,-5-3-520 0,-2 6 136 15,-6 1-524-15,-3 2-436 0,-8 4-1148 16,0-1-1261-16,-8 11-2539 0</inkml:trace>
  <inkml:trace contextRef="#ctx0" brushRef="#br0" timeOffset="546.71">1538 1863 9260 0,'0'0'1977'0,"0"0"-1077"0,0 0 452 16,0 0 396-16,0 0-436 0,0 0-344 16,0 0-472-16,0 0-224 0,0 0 136 15,0 0 32-15,75 29 52 0,-39-19-172 16,0-1 60-16,0-3-100 0,3-6-244 0,1 0-36 15,0-3-124-15,0-9-340 0,0-5-256 0,0-5-216 16,-4-3-240-16,-4 0-1044 0,-8 3-2285 16,4-11-2739-16</inkml:trace>
  <inkml:trace contextRef="#ctx0" brushRef="#br0" timeOffset="745.33">2035 1473 10796 0,'0'0'1545'15,"0"0"-1201"-15,0 0 272 0,0 0 944 16,0 0 0-16,40 66-340 0,-20-36-280 16,0 1-200-16,4 4 4 0,0 0-84 15,0 0-220-15,0-1-160 0,0-2-100 0,-1-3-180 16,1-1 0-16,-3-8-84 16,-2-1-232-16,-3-3-124 0,0-7-60 0,0-3-136 15,-4-2-64-15,4-4-296 0,-4 0-508 16,0-7-1008-16,-4-3-1833 0,7-15-1963 0</inkml:trace>
  <inkml:trace contextRef="#ctx0" brushRef="#br0" timeOffset="945.722">2430 1527 11177 0,'0'0'2776'15,"0"0"-2192"-15,0 0-472 0,0 0 620 16,0 0 688-16,-76 80-276 0,53-52-664 15,-1 4-344-15,-4 3-64 0,-8 2-72 0,4 5-12 16,-4-2-84-16,0 6-80 0,-4-8-280 16,4 1-100-16,-3-6-228 0,3-1-312 15,-4-3-700-15,12-7-1205 0,-12 3-3315 0</inkml:trace>
  <inkml:trace contextRef="#ctx0" brushRef="#br0" timeOffset="1546.47">1040 2346 7020 0,'0'0'4169'0,"0"0"-2897"16,0 0-648-16,0 0 624 0,0 0 404 15,0 0-376-15,0 0-384 0,0 0-92 16,0 0 24-16,0 0-164 0,67-2-196 16,-39 2-184-16,4 2 168 0,11 1 257 15,2 0-377-15,11-3-160 0,7 0-8 16,5 0-16-16,7-3-84 0,5-7 72 16,-1 4-72-16,9-6-8 0,-4 2-48 0,8 1 0 15,0-1-4-15,-5 4 0 0,-3-1 0 16,-8 4 40-16,-5-3-40 15,-7-1-92-15,-5 1-88 0,-14 0-132 0,-2 0-224 16,-15-4-93-16,-4 3-211 0,-8 0-64 0,-8 5-532 16,-4-1-1356-16,-4-4-3073 0</inkml:trace>
  <inkml:trace contextRef="#ctx0" brushRef="#br0" timeOffset="3348.383">4861 1102 8504 0,'0'0'1128'0,"0"0"2945"15,0 0-2717-15,0 0-44 0,0 0-20 16,0 0 44-16,0 0-272 0,95 22-304 15,-63-13-288-15,4 2-72 0,3-6-43 16,2-2-57-16,-6 0-140 0,5-3-40 16,-4 0-112-16,-1 0 0 0,2-6-8 15,-5 1-44-15,0-6-100 0,-4 5-392 16,-5-4-157-16,-3 1-207 0,-4 3-8 16,-4 2-372-16,-4 1-788 0,-8 3-1084 0,0 0-1965 15,-4 0-291-15</inkml:trace>
  <inkml:trace contextRef="#ctx0" brushRef="#br0" timeOffset="3563.85">5171 1188 860 0,'0'0'6808'0,"0"0"-4640"0,0 0-507 16,0 0-137-16,-32 88-8 0,29-53-244 16,3 3-156-16,0 3-232 0,0 7-96 15,3 0 72-15,-3 10-100 0,8 0-284 16,-8 13-112-16,4 0-252 0,-4-2-28 15,0-2-84-15,0-14-4 0,4-9 0 16,-4-12-76-16,0-13-188 0,5-3-292 16,-1-9-224-16,-4-1-212 0,3-3-256 15,1 0-460-15,-4-3-708 0,0 0-2137 0,0-6-1319 16</inkml:trace>
  <inkml:trace contextRef="#ctx0" brushRef="#br0" timeOffset="3740.48">5104 1851 11417 0,'0'0'1972'0,"0"0"-1552"16,0 0 352-16,0 0 1032 0,0 0-496 0,0 0-236 16,99-25-248-16,-67 20-52 0,0 3-152 15,3-1-256-15,1-4-156 0,1-2-112 16,-5 3-48-16,3-4-48 0,-3 0-60 16,-8 5-84-16,-1-2-244 0,-2 1-260 15,-6 2-280-15,2 4-228 0,-10 0-744 16,-3 6-2168-16,-4 13-2897 0</inkml:trace>
  <inkml:trace contextRef="#ctx0" brushRef="#br0" timeOffset="3930.18">5243 2095 3664 0,'0'0'6568'0,"0"0"-5191"0,0 0-389 16,0 0 628-16,0 0 88 0,0 0-576 0,0 0-232 15,0 0 100-15,0 0-220 16,108 3-192-16,-65-6-156 0,5-3-220 0,3-3-100 15,5-8-44-15,-3 2-64 0,3-5-64 16,-5 1-276-16,1-2-284 0,0-4-232 16,-5-1-424-16,-6 6-1412 0,6-12-3853 0</inkml:trace>
  <inkml:trace contextRef="#ctx0" brushRef="#br0" timeOffset="4093.102">6219 1607 15105 0,'0'0'1808'16,"0"0"-1160"-16,0 0-304 0,92 12 560 15,-64-5-48-15,4-7-340 0,-4 0-332 16,0 0-184-16,0 0-68 0,-5 0-456 0,1-5-336 16,-8 5-524-16,-4 0-1324 0,-5 5-4789 15</inkml:trace>
  <inkml:trace contextRef="#ctx0" brushRef="#br0" timeOffset="4247.176">6303 1880 14633 0,'0'0'2076'0,"0"0"-1912"0,0 0 432 0,0 0 896 0,0 0-484 16,0 0-448-16,96 12-252 0,-65-19-308 15,9-5-52-15,-1-4-544 0,-2-3-224 16,7 0-336-16,-16 2-864 0,15-4-3204 0</inkml:trace>
  <inkml:trace contextRef="#ctx0" brushRef="#br0" timeOffset="5364.211">7905 1061 7536 0,'0'0'4329'0,"0"0"-2705"0,0 0-620 16,0 0 180-16,0 0 84 0,0 0-236 0,0 0-268 15,-92-42-212-15,72 42-156 0,-4 6-152 16,1 4-136-16,-2 9-8 0,-3 3 56 0,0 7-20 16,0 10 24-16,0 7 8 0,4 15-44 15,1 8 32-15,3 13-68 0,0 11-76 16,4 8-12-16,4 5 0 0,4-1 4 16,4-7-4-16,4-12-76 0,8-17 16 15,4-18-72-15,8-13-28 0,0-16-12 16,4-9 4-16,4-6 68 0,-1-7 92 15,6-7 8-15,3-6 76 0,7-6-64 16,-4-3 36-16,6-6-48 0,-6-1-100 16,6-6-44-16,-6-7-100 0,-3 2 24 0,0-8-28 15,-4-3 76-15,-1-4-96 0,-6 2-76 16,-1-4-16-16,0 0 88 0,-9-7-48 16,-3 4-28-16,-7-7-112 0,-1 4 12 15,-4-7 56-15,-13 3-136 0,-2 0 72 16,-6 10 192-16,2 7 264 0,-1 12 656 15,3 8 176-15,2 18 40 0,2 3-64 16,-2 9-180-16,3 0-232 0,-4 2-88 0,-4 11-152 16,-3 10 4-16,-2 6-12 0,-3 6-52 15,0 9-8-15,-3 3-88 0,-1 7-12 16,0 1-148-16,4-1-196 0,-4-1-392 16,8-8-416-16,5-4-460 0,2-9-752 15,6-13-601-15,7-9-911 0,-9-10-416 0</inkml:trace>
  <inkml:trace contextRef="#ctx0" brushRef="#br0" timeOffset="5559.405">7677 1194 9440 0,'0'0'1901'16,"0"0"-1105"-16,0 0 748 0,0 95 380 15,0-54-360-15,0 6-508 0,0 8-184 16,-8 2-160-16,-3 6-88 0,-2 4-112 15,-2 6-256-15,-2 0-172 0,-2 0-84 0,3-3-176 16,0-13-312-16,4-6-12 16,0-16-28-16,3-10-124 0,9-9-208 0,-4-10-260 15,4-6-624-15,0 0-1128 0,0-13-3305 0</inkml:trace>
  <inkml:trace contextRef="#ctx0" brushRef="#br0" timeOffset="5746.555">7705 1781 5244 0,'0'0'4788'0,"0"0"-3087"0,0 0-293 16,0 0 280-16,99 79 164 0,-62-50-436 15,-5-1 168-15,4 4-568 0,-1 3-432 16,1-3-220-16,0 0-232 0,-1 0-132 16,-3-4-48-16,5-3-64 0,2 0-436 15,-3-6-84-15,4-2-212 0,0-2-236 0,0-5-484 16,-12-3-1548-16,0 5-4501 0</inkml:trace>
  <inkml:trace contextRef="#ctx0" brushRef="#br0" timeOffset="6762.977">8964 1114 7416 0,'0'0'4809'0,"0"0"-3125"0,0 0-1240 16,0 0 568-16,0 0-144 0,0 0-216 15,-99 3-80-15,78 7-152 0,-3 0-36 0,1 2 0 16,-1 1-116-16,0 6-72 0,0 2-196 15,5 5 160-15,2 9-380 0,2 7 516 16,6 2-100-16,1 14 24 0,4 2-100 16,4 12 4-16,0 5-112 0,0 9 72 15,12 3 16-15,1 0-40 0,-2-4 4 16,6-6 44-16,2-9-108 0,1-7-44 16,0-8-16-16,7-14-88 0,-3-3 0 0,4-10-84 15,4-4-760-15,0-6 656 0,4-3-280 16,1-8-228-16,2-3-712 0,1-4-268 15,-5-4-2313-15,14-15-2343 0</inkml:trace>
  <inkml:trace contextRef="#ctx0" brushRef="#br0" timeOffset="7911.254">9506 1613 7912 0,'0'0'1220'0,"0"0"1397"16,0 0 151-16,0 0-612 0,0 0-804 15,0 0-428-15,0 0-260 0,0 0-272 0,0 0-184 16,0 0 60-16,36 70 232 16,-12-29-148-16,4 6-84 0,-1 3 1 0,1 2-13 15,-4-4-88-15,0-6-108 0,1-5-52 16,-2-5-8-16,1-7-8 0,0-6 4 15,-4-3-4-15,-1-3-4 0,2-4-36 16,-1-6 44-16,-8 1-4 0,3-4-4 16,-2 0-144-16,-2-7-16 0,-2-2 51 15,-1-4-51-15,3-6-8 0,-3-3-344 16,-3-1 524-16,-1-9-232 0,-1 5 0 0,-3-12-280 16,0 1 412-16,-3-3-56 0,-10-3-188 15,1-5 136-15,1 2-4 16,-6 3-20-16,6-2 196 0,-6 6 36 0,6 8 48 15,2 3 64-15,1 1-52 16,5 6 76-16,3 3 84 0,-4 3 124 0,4 0-52 16,0 4-108-16,0-5 12 0,4 4-72 15,3 1 72-15,-3-1-100 0,5 0 36 0,-5 4-80 16,3 3-40-16,1-4 36 16,5 1-36-16,-2 2-8 0,2-2 4 0,-2 3-8 15,5-1 12-15,4 1 0 0,4-1 36 16,8 1 0-16,4-3 64 0,7-4-16 15,9-3-24-15,4-3-20 0,8 0 32 16,0 0-84-16,3 1 8 0,2-2 76 16,-6 4 112-16,-4 3-136 0,1 4 1 15,-8-1-49-15,-4 4 48 0,-4-1 12 16,-8 5-64-16,-5 2-8 0,-7 0-12 0,-7 0-48 16,-2 0 12-16,-7 0-12 0,-3 0 11 15,-5 0 37-15,0 0-232 0,0 0 48 16,0 0-20-16,0 0-52 0,-5 0-124 15,-3 0-156-15,-3 2-276 0,-6 1-284 16,2 1-1024-16,-29 5-3193 0</inkml:trace>
  <inkml:trace contextRef="#ctx0" brushRef="#br0" timeOffset="8663.916">9471 939 9968 0,'0'0'2497'16,"0"0"-1297"-16,0 0-400 15,0 0 84-15,0 0 148 0,0 0-208 0,0 0-144 16,0 0-112-16,90 0-124 0,-73 0-112 15,3 3-36-15,-8 1-76 0,-5-1-60 16,2 0-40-16,-5 0-20 0,0 4-40 16,0-4-56-16,-4 6 0 0,0 0 80 15,-8 4 148-15,-5 7 60 0,-2 5-168 16,-2 0-116-16,-2 4-4 0,-5-4 0 0,4-1-4 16,4-6 0-16,4-3-8 0,-4-2-76 15,9-1-28-15,-2 2 52 0,5-9-12 16,0 6-100-16,4-5-60 0,0 0-88 15,8 1 76-15,5 5 140 0,2 1 104 16,1 0 48-16,4 0-40 0,0-1 4 16,-5-2 36-16,2-1 112 0,-6 2 72 15,2-3 0-15,-2-2-48 0,-3 1-36 16,-3-1-52-16,3 0-36 0,-8 5 40 0,4-5-28 16,-4 2 0-16,0 3-72 0,-4-3-12 15,-4 3 12-15,-5-2 0 0,-2 1 0 16,-1 0-128-16,0-1-180 0,0-3 40 15,-4 4-108-15,-4-4-152 0,0 0-36 0,0-2-216 16,-4 2-272-16,4-3-520 16,1 0-824-16,3-3-2565 0,-1 3-2183 0</inkml:trace>
  <inkml:trace contextRef="#ctx0" brushRef="#br0" timeOffset="9533.584">10395 1685 3648 0,'0'0'9085'15,"0"0"-7265"-15,0 0-1264 0,0 0-92 0,0 0 444 16,0 0 148-16,0 0-264 0,0 0-148 16,96-15-168-16,-73 12-144 0,1 3-160 15,0 0-124-15,0 0 24 0,-5 0 4 16,-2 3-16-16,-2 0-56 0,-6 3 0 0,-1 0-4 16,-5 4 60-16,-3 3-60 0,0 3 0 15,-7 6-4-15,-10 1-56 0,-2 4 0 16,-5 5-88-16,-4 0 52 0,0 0 96 15,0-3 0-15,0-1 4 0,0 0-4 16,5-5 0-16,3-2 0 0,3-4-148 16,6-1-12-16,3-7 308 0,4 1-160 15,4-1 12-15,0 1-76 0,0-4 76 16,8 4 100-16,3-4 48 0,6 4-148 0,7-4 208 16,-1 1 36-16,5-5 48 0,0 3-136 15,4-5-44-15,-4 0-52 0,4 0-60 16,3-7-4-16,-3 0-216 0,0-2-60 15,0-1-148-15,-4-3-196 0,0 4-260 16,4-4-268-16,-4 0-828 0,-8 7-2721 16,8-10-4611-16</inkml:trace>
  <inkml:trace contextRef="#ctx0" brushRef="#br0" timeOffset="10034.081">11486 1184 12057 0,'0'0'2144'0,"0"0"-1752"0,0 0-328 0,0 0 780 0,0 0 640 15,0 0-368-15,0 0-180 0,0 0-28 16,92 16-236-16,-68 0-248 0,8 6-132 15,4 1-192-15,-1 5 493 0,1 0-229 16,0 4-132-16,-4-4-112 0,-4 8 28 16,0-5-40-16,-8 4-24 0,4 3-24 15,-9-3-60-15,-2 4-4 0,-2-4-56 16,-3-1 12-16,0 4-36 0,-8 3 36 16,0-3 40-16,0 4-44 0,-8-1 40 15,-3 1-72-15,-6-5 24 0,2 1-12 16,-9 1-148-16,3-4-56 0,-7-1-101 0,1 2-51 15,-1-1-84-15,-7 0-132 0,-2-5-412 16,-3 6-844-16,9-14-2180 0,-18 7-2489 0</inkml:trace>
  <inkml:trace contextRef="#ctx0" brushRef="#br0" timeOffset="16682.099">14770 1505 3484 0,'0'0'4340'0,"0"0"-4168"0,0 0 2789 16,0 0-1229-16,0 0-216 0,0 0-316 15,0 0-68-15,0 0-136 0,0 0-276 16,19 6-264-16,-3 0 108 0,9 1 12 16,-6 2-72-16,9-3-140 0,0 4-36 15,0-4-84-15,-4-3-36 0,4 1 12 16,-1-4-87-16,-3 0-125 0,4 0 4 15,-4-7-12-15,0 1-45 0,-4-4-151 16,4-2-288-16,-4-4-116 0,-1 3-96 16,-2-6-136-16,-2 3-280 0,2-3-684 0,-10 3-1020 15,1 4-2753-15,-3-10-1895 0</inkml:trace>
  <inkml:trace contextRef="#ctx0" brushRef="#br0" timeOffset="17112.519">15160 1171 1212 0,'0'0'7140'0,"0"0"-5624"0,0 0-496 0,0 0 293 16,0 0 103-16,0 0-260 0,0 0-288 15,0 0-176-15,0 0-128 0,0 0-168 16,0 0-160-16,-68 42-48 0,60-20-52 16,4 0-12-16,1 7 60 0,3-1-60 0,0 7-36 15,0-3 8-15,0 6-44 0,0 4-44 16,0-1 40-16,3 3-44 0,1 4 8 15,0-4 0-15,4 3 64 0,0 1-76 16,0 0 4-16,-4-3 240 0,8 2-108 16,-5-6-128-16,2-3-8 0,3-2-8 15,-1-8-4-15,2 0-36 0,-2-2 48 16,2-4 44-16,-5 0 56 0,-1-3-52 16,1-3-36-16,-3 0 48 0,-1-4-8 15,0 2-4-15,0-5 24 0,-4 0 16 0,0-2 8 16,0-2 4-16,0 0 8 0,0-3 40 15,0 2 24-15,-8-1 24 0,-1 0-4 16,-2-3-92-16,-5 0-40 0,-4 0-60 0,0 0-8 16,0 0-200-16,-4-6 24 0,4 2-120 15,-4-5 0-15,1 3-28 0,2 0-48 16,-3-5-64-16,9 6-112 0,-2-5-40 16,6 0-100-16,-2 2-136 0,9-3-148 15,1 3-364-15,3-3-588 0,0 2-1169 16,0-7-2031-16</inkml:trace>
  <inkml:trace contextRef="#ctx0" brushRef="#br0" timeOffset="18187.852">15654 1486 7656 0,'0'0'2448'0,"0"0"-875"16,0 0-497-16,0 0 124 0,0 0 216 15,0 0-208-15,0 0-264 0,0 0-248 16,0 0-192-16,0 0-100 0,0 0-132 0,-60 9-100 16,52 4-124-16,0 6-48 0,4 6-36 15,1 7 36-15,3 3 60 0,0 3-56 16,3 3-4-16,1-2 0 0,4-5-72 15,4-3 12-15,-4 2-28 0,4-11-36 16,-1 4 16-16,-2-11-128 0,3 1-268 16,-5-3-136-16,6-7-220 0,-1-2-356 15,0-2-552-15,0-2-840 0,-5-2-1773 16,6-11-619-16</inkml:trace>
  <inkml:trace contextRef="#ctx0" brushRef="#br0" timeOffset="18512.422">15857 1673 7372 0,'0'0'2500'0,"0"0"-1091"15,0 0-525-15,0 0 444 0,0 0 108 16,0 0-332-16,0 0-400 0,0 0-292 16,0 0-140-16,52-71-120 0,-40 60-112 15,-1-6-40-15,6 1-76 0,-2 4-20 16,2-1 44-16,3 4-8 0,-5-1-52 15,2 7 28-15,2 3 84 0,-3 0 4 16,0 9 0-16,0 4 144 0,4 3 76 0,-8 4-48 16,4-1 32-16,-4 2 28 0,4-2-52 15,-9 4-36-15,6-1-24 0,-2 0 12 16,2 0 24-16,-5-2 36 0,-1-1-120 16,1-4-16-16,-3-5-60 0,3 0-60 15,-4-5-52-15,-1-1-48 0,-3-4-124 0,4 0-260 16,0 0-260-16,-4-6-220 0,9-4-376 15,-2-5-516-15,-3 4-1929 0,4-14-1407 0</inkml:trace>
  <inkml:trace contextRef="#ctx0" brushRef="#br0" timeOffset="18714.226">16319 1444 9592 0,'0'0'1565'16,"0"0"-897"-16,0 0-28 0,0 0 316 0,0 0 176 15,0 0-136-15,-87 76-188 0,66-50-312 16,6-1-96-16,-5 0-128 0,0 5-24 16,0 1-144-16,4 1-104 0,-4 3-112 15,0-3-60-15,5-7-500 0,2 1-144 16,1-12-40-16,9-3-152 0,-1-5-316 16,4-6-745-16,0 0-1999 0,4-10-1556 0</inkml:trace>
  <inkml:trace contextRef="#ctx0" brushRef="#br0" timeOffset="18980.192">16503 1400 1736 0,'0'0'7364'0,"0"0"-5684"0,0 0-483 15,0 0 247-15,0 0 444 0,0 0-656 0,84 28-432 16,-73-18-156-16,5 6-100 0,-4 3-100 15,0 0-88-15,-5 9-100 0,-2 1-24 16,-5 3-48-16,0 0-124 0,0 3-48 16,-5 0-12-16,2-4-96 0,-5 1-160 0,0-7-100 15,0-2-52-15,0-4-96 0,4-6-152 16,-4-1-212-16,4-6-124 16,0-2-64-16,4-4-376 0,0 0-1044 0,0-13-3229 0</inkml:trace>
  <inkml:trace contextRef="#ctx0" brushRef="#br0" timeOffset="19161.831">17025 1558 8352 0,'0'0'2292'16,"0"0"-775"-16,0 0 751 0,0 0-236 0,0 0-728 15,87-3-464-15,-71 0-360 0,0 0-208 16,0-2-236-16,0-6-36 0,0 5-344 15,-4-1-320-15,0-2-328 0,-5 3-472 0,-3 3-1180 16,-4-1-4121-16</inkml:trace>
  <inkml:trace contextRef="#ctx0" brushRef="#br0" timeOffset="19329.462">16993 1717 7220 0,'0'0'3020'0,"0"0"-1091"15,0 0-281-15,0 0-16 0,0 0-76 16,0 0-168-16,0 0-464 0,0 0-364 16,79 3-228-16,-51-9-296 0,0-3-36 15,8-1-380-15,-5-6-144 0,1 4-288 0,5-4-552 16,-1 3-896-16,-12 3-2393 0,3-2-3659 0</inkml:trace>
  <inkml:trace contextRef="#ctx0" brushRef="#br0" timeOffset="29429.737">17818 1479 6552 0,'0'0'2944'0,"0"0"-507"15,0 0-1245-15,0 0-528 0,0 0 132 16,0 0 364-16,0 0-28 0,0 0-200 15,0 0-280-15,-9 0-208 0,13-6-64 16,1 3 28-16,-1-6-8 0,3-1-140 16,1-3-92-16,0-6-92 0,4 2-64 15,4-4 0-15,-4 2-8 0,4 1 4 0,-4-2 4 16,4 1-12-16,0 3-4 16,-4 0-56-16,-1 6 48 0,2-2-52 0,-5 5 4 15,-1 1-24-15,2 0-28 0,-1 6-8 16,-4-4 44-16,3 4-32 0,-3 0 8 15,5 0-8-15,-1 0 60 0,-5 4-52 16,5 2 100-16,1 0 0 0,-1 1 8 16,3 5 32-16,-3 1-40 0,4 6 0 0,0 0-8 15,-3 6-4-15,2 7 12 0,1 4 48 16,0 8 28-16,0 0-76 0,-4 7 8 16,4 3-4-16,4 0 4 0,-9-3 76 15,10-7 16-15,-6-9-100 0,2-3 60 16,-2-10-52-16,-3 0 0 0,5-6-4 15,-6-3 4-15,1-7-8 0,1 1 0 16,-5-4-96-16,0-3-164 0,-1 0-68 0,1-3-140 16,4-4-260-16,-4-5-464 15,5-8-828-15,-6 5-2261 0,-3-17-2219 0</inkml:trace>
  <inkml:trace contextRef="#ctx0" brushRef="#br0" timeOffset="29781.541">18503 1270 1644 0,'0'0'9717'0,"0"0"-8281"0,0 0-888 16,0 0 152-16,0 0 400 0,0 0-144 16,0 0-264-16,-88 38-168 0,72-26-216 15,-4 5-60-15,-4 4-48 0,0 2-128 16,0 5 16-16,-8 4 20 0,5 3-92 15,-6 3-4-15,1 3 48 0,1 4-60 16,-9 3 8-16,1 2 56 0,-1 1-64 0,-1-4 12 16,2 1 36-16,-1-3-36 15,4-7-8-15,4-2-4 0,5-5-4 0,7-6-4 16,-1-6-4-16,14-6-100 16,-1-7-60-16,4-3-64 0,-1 0 0 0,5-3 16 15,-4 0-56-15,4 0-44 0,0 0-68 0,0 0-52 16,0-3 24-16,4-3 0 0,1 0-224 15,7-1-264-15,-5-6-448 0,6 1-897 16,2-8-2051-16,-7 8-1420 0,5-9 5708 0</inkml:trace>
  <inkml:trace contextRef="#ctx0" brushRef="#br0" timeOffset="31582.954">18686 873 1096 0,'0'0'676'0,"0"0"-308"0,0 0 4692 16,0 0-3436-16,0 0-484 0,0 0-212 15,0 0-127-15,0 0-161 0,0 0-12 16,0 0-20-16,0 0-20 0,-24-10-148 15,24 10-72-15,0 0-92 0,0 0-24 16,4 0 52-16,-4-3 20 0,4 0 20 16,0 3-44-16,-1-3-16 0,2 0 16 15,-1 0-4-15,4-1-48 0,-4 2 24 16,0-2-24-16,-1 1-76 0,-3 3 12 0,5-3-36 16,-1 3 0-16,0-4-36 15,0 4-40-15,0-3-12 0,0 3-8 0,-1 0 20 16,6 0-64-16,-1 0 4 0,0 0-4 15,-1 0-8-15,6 0 0 0,-5 0 12 16,3 0 52-16,-2 0-52 0,-1 0 36 0,-5 0 12 16,1 0 4-16,4 0-4 0,-3 0-52 15,-5 0 0-15,0 3 4 0,4-3 36 16,-4 0-36-16,0 4-12 0,4-4 0 16,-4 3-84-16,3 0 12 0,1 1-4 15,-4 2 64-15,8-3-48 0,-4 3-12 16,-4 0-4-16,5 1 76 0,-5 2-4 15,0-2-8-15,0 2 0 0,0 4 4 16,0-4 8-16,-5 4 4 0,1-1-4 16,-4 4-100-16,1-3-32 0,-1-1-16 0,-5 1 0 15,2 0-24-15,2-1-12 0,-3-1 48 16,5-2 36-16,-1 1-60 0,-1-7 60 16,5 4 92-16,1-5 8 0,-1 1-12 15,4-3-52-15,0 0 56 0,-4 0 0 16,4 0 0-16,0 0-64 0,0 0-16 15,0 0 40-15,0 0-4 0,4 0 44 0,-4 0 8 16,4 0 8-16,-1 0 4 0,5 0 164 16,-3 0-40-16,3 0-12 0,-1 4-40 15,5-1-20-15,-3 0-4 0,-2 0 16 16,1 4-4-16,5-4 28 0,-6 3-88 16,-3 1 48-16,4-1-52 0,1 0 4 15,-5 0-8-15,-1 1-4 0,-3-1 0 16,4 5-12-16,-4-6 12 0,0 4 60 15,0 2-52-15,-4 1 0 0,1-3 76 0,-6 1-84 16,1-3-120-16,0 2-16 0,-3-4-76 16,2 2-20-16,1-3-80 0,1 2-108 15,-6-3-80-15,5 0-152 0,1-3-404 16,-1 0-412-16,-1 0-888 0,5 0-1781 16,1 0-1455-16,-5 0 4001 0</inkml:trace>
  <inkml:trace contextRef="#ctx0" brushRef="#br0" timeOffset="31959.128">19136 1602 4180 0,'0'0'3048'0,"0"0"2273"0,0 0-4145 16,0 0-608-16,0 0 304 0,0 0 188 15,0 0-136-15,0 0-204 0,0 0-276 16,0 0-24-16,0 0 108 0,72 0 60 15,-49 0-120-15,5 0-152 0,4-2-96 16,0-2-64-16,-4-1-56 0,0 2 8 16,-4-4-60-16,4 3-44 0,-4-2-4 0,-5 4-8 15,6-2-100-15,-1 1-196 0,-4-1-148 16,-1 1-480-16,2 3-668 0,-10-3-800 16,2 0-3325-16</inkml:trace>
  <inkml:trace contextRef="#ctx0" brushRef="#br0" timeOffset="32381.015">19929 1346 8672 0,'0'0'8149'0,"0"0"-7329"0,0 0-820 0,0 0 0 16,0 0 436-16,0 0 292 0,92-19 56 15,-72 16-100-15,4 3-280 0,-1 0-112 16,1 0-132-16,0 6-152 0,1 3 4 16,-2 7-12-16,-7 0 0 0,-4 3-136 15,-4 4 52-15,-4 5 84 0,-4 4 52 16,0 6 8-16,-12 3 40 0,-4 7-100 16,-4-4-76-16,5 1 68 0,-2-1 8 15,-3-6 12-15,8-2-8 0,5-8 12 16,-1-6-4-16,3-6-8 0,1 0-4 15,4-7 0-15,0 1 0 0,4-4 12 16,1-3 108-16,6 4 0 0,1-7 100 0,4 3 36 16,4-3 97-16,8 0-73 15,-4 0-64-15,4-6-72 0,4-4 4 0,-4 1-40 16,0-4-100-16,0 0 4 0,-4 0-12 16,-1-2-8-16,1 2-136 0,-4-1-172 15,-4 2-192-15,0-1-125 0,-4 5-123 0,-5-3-292 16,2 3-740-16,-5 1-1176 0,-4 1-3701 0</inkml:trace>
  <inkml:trace contextRef="#ctx0" brushRef="#br0" timeOffset="34298.667">22878 1355 4304 0,'0'0'9457'15,"0"0"-8101"-15,0 0-1040 0,0 0-128 16,0 0 352-16,0 0 472 0,0 0 16 16,0 0-472-16,-4 73-236 0,4-47-88 15,-4 6 4-15,4-4-64 0,-5 4-28 16,5-4-144-16,-4-6 0 0,4-2-144 15,0-8-128-15,0-2-168 0,-4-7-140 16,4-3-200-16,0 0-188 0,0 0-76 0,0 0-232 16,-4-6-520-16,1 3-1321 15,-1-16-2523-15</inkml:trace>
  <inkml:trace contextRef="#ctx0" brushRef="#br0" timeOffset="34462.022">22786 1102 12805 0,'0'0'1808'0,"0"0"-1416"0,0 0-332 0,0 0-60 16,0 0 668-16,0 0 0 0,0 0-592 15,0 0-76-15,0 0-112 0,0 0-308 16,95-7-496-16,-70 7-820 0,-6 0-2833 16,5 7-2495-16</inkml:trace>
  <inkml:trace contextRef="#ctx0" brushRef="#br0" timeOffset="34749.949">23300 1235 10064 0,'0'0'1649'15,"0"0"-933"-15,0 0-36 0,0 0 652 16,-80 76 20-16,60-57-436 0,4-3-416 16,4 0-240-16,4-4-48 0,4-2-116 15,0-4-84-15,4 0-12 0,0 0 0 16,8 1 76-16,5 0-68 0,2 3-4 0,2-8 84 15,-2 5-80-15,1-1-8 0,0 1 0 16,-4-1 72-16,0 3 104 0,-4 4-92 16,-5-3-8-16,1 6-28 0,-4-4 28 15,0 4-72-15,0-2 0 0,0 0-8 16,-7-1-56-16,-1 4-40 0,-4-3-84 16,0 0-76-16,0-2 200 0,0 1-412 15,0-6 60-15,-4-4-196 0,4 0-176 16,-3-3-200-16,-2 0-248 0,2-3-984 0,2-10-2761 15</inkml:trace>
  <inkml:trace contextRef="#ctx0" brushRef="#br0" timeOffset="35217.898">24220 1419 288 0,'0'0'9580'16,"0"0"-6531"-16,0 0-1841 0,0 0-828 0,0 0 128 15,0 0 432-15,0 0 28 16,0 0-308-16,0 0-352 0,0 0 164 0,0 0 32 16,84 32-248-16,-45-32-144 0,2 0-64 15,2 0-48-15,-3-7-44 0,0-2-80 16,-4 0-380-16,-4-1-324 0,0-4-104 16,-4 2-308-16,-13 3-1180 0,5-10-3741 0</inkml:trace>
  <inkml:trace contextRef="#ctx0" brushRef="#br0" timeOffset="35444.954">24463 1028 14025 0,'0'0'1516'0,"0"0"-928"0,-32 89-396 15,24-44 360-15,1 9 724 0,-1 6 28 16,-1 1-372-16,1 2-480 0,5 0-416 15,-1 1-36-15,0-7-76 16,4-6-336-16,0-13-104 0,4-9-72 16,7-14 36-16,2-12-28 0,6-6-100 0,5-12-268 15,0-8-612-15,4-12-844 0,-8 4-1837 16,8-24-635-16</inkml:trace>
  <inkml:trace contextRef="#ctx0" brushRef="#br0" timeOffset="35947.271">24842 807 11057 0,'0'0'1744'0,"0"0"-1080"0,0 0-220 16,0 0 408-16,0 76 528 0,-9-39-28 15,-2 8-164-15,-1 3-428 0,-4 5-268 16,0 5-116-16,4-1-180 0,0 0-128 0,0-3-68 16,8 0-64-16,-4-10-104 0,8-6-4 15,0-5-112-15,0-8 4 0,8-6-88 16,4-10-100-16,0-3-48 0,4-6-104 15,0-3-88-15,4-9-244 0,-1-4-320 16,5-6-304-16,1 3-761 0,-5-1-691 16,3 5 272-16,-3 4 1048 0,1 9 1316 15,-6 2 392-15,1 7 328 0,-4 2 740 16,0 10 808-16,4 0 512 0,-4 6-512 16,0 1-483-16,3-4-125 0,-2 0-188 15,-1 0-132-15,-1-9-80 0,9-1-328 0,-3-8-176 16,6-2-104-16,-3-2-96 0,8-6 8 15,-4-2-36-15,4-9-60 0,-4-5-76 16,0 0-8-16,0 0-68 0,-4-4-148 16,-5 1-124-16,-3 3 112 0,1 3 0 0,-10 0 84 15,-3-1 104-15,0 1-92 16,-11 3 100-16,-6 4 40 0,2 5 104 0,-5 4 96 16,0 3 112-16,0 10-188 0,-4 7-24 15,4 4 52-15,-4 8 44 0,4 3 28 16,-4 5-40-16,4 2 28 0,5 3-40 15,-2-5-48-15,9-2-36 0,8-7-88 16,0-5-36-16,8-5-128 0,9-5-8 16,2-3 124-16,5-4 40 0,8-6-152 15,4 0-228-15,8-9-320 0,-1-4-436 16,9-6-500-16,-12 3-1365 0,16-6-3043 0</inkml:trace>
  <inkml:trace contextRef="#ctx0" brushRef="#br0" timeOffset="36219.412">26201 1219 14073 0,'0'0'2220'15,"0"0"-1548"-15,0 0-212 0,7 76 408 16,-7-41 328-16,0 6 220 0,0-3-516 16,0 1-403-16,0-8-181 0,0-2-164 15,4-4-152-15,4-6-96 0,-3-6-60 0,2-4-232 16,-3-2-257-16,0 0-159 0,4-7-248 16,-4 0-524-16,1-11-868 0,-5 3-2120 15,0-12-3061-15</inkml:trace>
  <inkml:trace contextRef="#ctx0" brushRef="#br0" timeOffset="36394.954">26296 1028 16221 0,'0'0'2152'0,"0"0"-1992"16,0 0 112-16,0 0 572 0,0 0 232 15,88 0-368-15,-73 0-492 0,6 0-216 16,-1-3-4-16,-1 3-324 0,1-4-244 0,-4 2-588 15,0 2-340-15,-4-3-1412 0,-4 3-5929 0</inkml:trace>
  <inkml:trace contextRef="#ctx0" brushRef="#br0" timeOffset="36661.811">26535 1184 184 0,'0'0'13725'0,"0"0"-11841"0,0 0-1380 0,0 0 356 15,0 0 504-15,0 0-40 0,44 73-224 16,-36-57-480-16,0 3-207 0,0 3-121 16,-4 1 12-16,0-2-124 0,-4 2-132 0,0-2-48 15,0 5 0-15,-4-3-12 16,0-1-108-16,0-3-36 0,0-3 56 0,4 0 88 16,0-7 4-16,0-5-40 0,8-4-12 15,0 0 60-15,8-7 84 0,-1-6 16 16,6-9-4-16,3-3-56 0,-1-10-40 15,1 0-328-15,0-7-241 0,0 1-247 16,0-3-224-16,0-1-444 0,-4 1-808 16,-5 12-2292-16,2-9-2789 0</inkml:trace>
  <inkml:trace contextRef="#ctx0" brushRef="#br0" timeOffset="36900.729">26977 1048 12417 0,'0'0'1708'16,"0"0"-1480"-16,0 0-124 0,12 72 412 15,-12-46 592-15,0-1 316 0,9 4-460 0,-6-1-384 16,5 1-136-16,-4-3-16 16,4-1-12-16,0-3-52 0,0-6-144 0,0 0-24 15,4-9-76-15,-4-2-60 0,4-2 28 16,0-3-16-16,0-3-12 0,3-2-56 16,6-9-4-16,-5-2-44 0,7 1-152 15,1-1-108-15,0-3 0 0,4 0-24 16,0 0-200-16,4-4-132 0,-4 4-204 15,0 0-152-15,0 3-148 0,-1 0-548 16,-11 4-1200-16,9-4-2273 0</inkml:trace>
  <inkml:trace contextRef="#ctx0" brushRef="#br0" timeOffset="37582.591">28236 1244 156 0,'0'0'12301'0,"0"0"-10809"0,0 0-1212 0,0 0 300 15,0 0 716-15,8 102 140 16,-8-58-112-16,0 17-440 0,-8 8-236 0,-4 7-4 15,-4 11 64-15,0 1-283 0,1 1-209 16,-2-5-108-16,2-7-108 0,2-3-124 16,2-13-56-16,3-10-124 0,8-17-1 15,0-8 37-15,0-14-108 0,4-9-320 16,4-6-344-16,8-9-652 0,-4-17-700 16,0 7-1897-16,7-31-3519 0</inkml:trace>
  <inkml:trace contextRef="#ctx0" brushRef="#br0" timeOffset="37802.515">28248 1267 12881 0,'0'0'1324'0,"0"0"-1032"0,0 0-240 0,0 0 428 16,0 0 124-16,0 0-24 16,0 0-56-16,92 50-236 0,-76-34-128 0,0 0 164 15,-9 4-164-15,2-1-144 0,-5 0 24 16,-4 6-40-16,-13 0-124 0,-2 4-148 15,-2-1-92-15,-2-3 92 0,-1-2-4 16,4-4-64-16,0-4-252 0,4-9-76 16,9-1-116-16,-1-5-196 0,4-7-1072 0,0-2-1157 15,11-17-3479-15</inkml:trace>
  <inkml:trace contextRef="#ctx0" brushRef="#br0" timeOffset="38079.359">28659 1362 11721 0,'0'0'1548'0,"0"0"-1116"16,-5 66 204-16,1-37 1052 0,-3-3 48 0,3-7-292 16,0-4-696-16,0-5-616 0,4-7-132 15,4-3-48-15,8 0 40 0,0-10-40 16,7-2-36-16,5-4-112 0,4-9-308 16,-3-1-148-16,3-2-40 0,-5 3 132 0,-3-1 88 15,-5 1-180-15,-6 5 100 0,-5 5-16 16,-4 2 340-16,0 7 228 0,-13 2 428 15,2 4 228-15,-5 4-252 0,-4 11-180 16,4 4 76-16,-7 3-48 0,-2 8 80 16,1 1 28-16,4-3-76 0,1 1-184 15,2-10-100-15,10-3-568 0,-1-3-576 16,8-10-432-16,0-3-1316 0,4 0-1269 16,16-19-791-16</inkml:trace>
  <inkml:trace contextRef="#ctx0" brushRef="#br0" timeOffset="38528.332">29109 1041 12913 0,'0'0'1640'0,"0"0"-1388"0,-24 79 52 16,8-44 904-16,0 6 804 0,0 1-476 16,4-4-716-16,0 0-668 0,4-3-152 15,5 0-112-15,-1-6-120 0,4-1-24 16,0-6-148-16,4-2 24 0,7-5 48 15,1-2 100-15,0 0 108 0,4-4-48 16,0 2-24-16,-4-3 24 0,4 2 60 16,0 2 60-16,0 2 40 0,-1-2 8 15,2 4-4-15,3-4-88 0,-1 1-104 16,5-3-48-16,-3-1 12 0,2 1 64 16,5-1 160-16,-8 1 0 0,4 3-72 0,-4-1-128 15,-4 7-76-15,-4 0 140 0,0 3 148 16,-8 0 128-16,0 8-4 0,-4-2 12 15,0 3 64-15,-13 1-76 0,2 0-36 16,-10 0 248-16,2 0 96 0,-1-4 64 16,-8-6-28-16,4 0-124 0,-3-9-60 0,3 0-140 15,0-10-44-15,3 0 20 0,6-3 4 16,2-6-52-16,2 0 112 0,7-7 60 16,-4-6-244-16,4-3-116 0,4-8-68 15,0 0 96-15,0-5-44 0,12-4-28 16,-1 5-36-16,6-1-24 0,7 0-148 15,-5-1-176-15,9 5-184 0,0-1-252 16,4 3-568-16,-12 7-1028 0,16-9-2761 0</inkml:trace>
  <inkml:trace contextRef="#ctx0" brushRef="#br0" timeOffset="39125.733">30379 1257 380 0,'0'0'9472'0,"0"0"-7835"0,0 0-685 16,0 0-8-16,0 0 500 15,0 0-56-15,0 0-228 0,0 0-244 0,0 0-188 16,-95 4-176-16,72 18-112 0,-1 3-72 16,-4 4-40-16,0-1-12 0,4-3-48 15,8-2-84-15,4-4-64 0,8-10-120 16,4-6-92-16,0 4-104 0,4-7-8 16,12 0 56-16,3-7 64 0,5-2 36 15,4-7-136-15,4-1-184 0,0-1 16 16,-4-1 44-16,0 6 124 0,-4 7 100 15,-5 6-4-15,-2 0 16 0,-2 6-16 0,-2 7 88 16,-5 6 124-16,-1 6 72 0,-2 1 60 16,-5 0 40-16,0-1-4 0,0 0-48 15,0-6 0-15,0-5-84 0,4-6-160 16,0-5-144-16,4-3-48 0,3 0-16 16,6-16-256-16,3-3-260 0,3-9-300 15,5-3-364-15,4-4-1044 0,-8 5-2325 0,8-17-1919 0</inkml:trace>
  <inkml:trace contextRef="#ctx0" brushRef="#br0" timeOffset="39337.773">31025 724 13865 0,'0'0'1680'0,"0"0"-1568"0,0 0-60 16,-12 76 1028-16,1-32 508 0,-6 4-104 0,2 6-324 15,-1 2-380-15,8 3-271 0,4-3-229 16,4 1-116-16,0-3-164 0,0-3-84 15,0-3-60-15,0-6-136 0,8-11-145 16,-4-3-39-16,7-5 112 0,-2-7 108 16,-1-4-36-16,-5-5-244 0,1-4-112 0,0 0-276 15,-4-3-464-15,-4-3-244 16,-3-7-596-16,-10-2-1049 0,-2-1-1371 0,-1-3 1404 16,-8-1 1536-16</inkml:trace>
  <inkml:trace contextRef="#ctx0" brushRef="#br0" timeOffset="39478.39">30815 1352 632 0,'0'0'1836'0,"0"0"772"16,-84-76 188-16,60 61-412 0,12 5 85 15,3 3-373-15,5 7-584 0,4 0-600 0,4 0-416 16,9 0-160-16,6 0 168 16,5 0 184-16,17 0-160 0,2 0-308 0,9-3-84 15,3-3-136-15,10-1-52 0,-6-2 40 16,1-1-244-16,-4 1-380 0,0 3-500 16,-8-4-416-16,-1 7-868 0,-15-4-2905 15,0 7-2787-15</inkml:trace>
  <inkml:trace contextRef="#ctx0" brushRef="#br0" timeOffset="40104.576">31372 844 10736 0,'0'0'1469'0,"0"0"-1137"0,0 0-140 15,0 0 496-15,0 0 596 0,-44 70 36 16,32-42-392-16,5 7-256 0,-10 9-264 0,2 5-36 15,-2 8-4-15,2 4 64 0,-9 2-112 16,4 0-28-16,-1-6-60 0,10-2-72 16,3-8-148-16,4-12-12 0,4-10-92 15,12-3-44-15,4-6 0 0,7-6-84 0,5-7-320 16,4-3-272-16,9-3-116 0,-2-7-120 16,5-6-364-16,0 0-800 0,-12 4-1969 15,11-10-463-15</inkml:trace>
  <inkml:trace contextRef="#ctx0" brushRef="#br0" timeOffset="40433.94">31698 1394 7160 0,'0'0'5005'0,"0"0"-4249"0,0 0-752 15,0 0 340-15,0 0 636 0,0 0 572 16,0 0-136-16,0 0-560 0,0 0-316 16,-87-6-168-16,67 20-28 0,-4 10-16 15,4-6-80-15,-3 5-104 0,6-4-68 16,6-7-76-16,7-2-148 0,-1-7-84 0,5-3-136 15,0 0 0-15,9 0-16 0,2-3 64 16,10-7-160-16,-2-2 56 0,5-4-72 0,0 0-64 16,0 0 28-16,-1 4 192 15,-2 5 128-15,-1 4 108 0,-5 3 104 0,2 0 308 16,-9 5 208-16,-5 6 0 0,5 1 72 16,-3 5 8-16,-5 1-64 0,0 1-40 15,0-3-12-15,0 0-40 0,0-2-60 16,4-6-100-16,0-2-280 0,0-2 0 15,-1-1-96-15,5-3-40 0,1 0-60 16,2-7-196-16,6 1-72 0,2-7-164 16,-3 1-264-16,8-1-396 0,-4 1-1020 15,-4 2-2249-15,7-3-1559 0</inkml:trace>
  <inkml:trace contextRef="#ctx0" brushRef="#br0" timeOffset="40693.822">32081 1374 5260 0,'0'0'7505'0,"0"0"-6425"16,0 0-712-16,0 0 532 0,-55 64 1132 15,42-45-448-15,1-3-540 0,5-3-468 16,3-1-296-16,4-2-196 0,0-1-72 15,0-6-12-15,4 4-156 0,3-7-28 16,1 0-184-16,9 0-132 0,7-7-68 0,-1-8-36 16,9-4-212-16,-1-4-240 0,2-2-416 15,-1-4-740-15,4-3-697 0,-12 7-1331 16,8-16-216-16</inkml:trace>
  <inkml:trace contextRef="#ctx0" brushRef="#br0" timeOffset="40977.995">32488 796 7248 0,'0'0'4557'0,"0"0"-3453"0,0 0-504 0,0 0 212 16,0 0 552-16,0 0-24 0,0 0-312 16,-40 90-260-16,20-46-168 0,0 3 48 15,0 4 84-15,0 0-172 0,0 3-292 16,0 1-120-16,4-5-88 0,1 1-60 0,2-7-64 16,2-6-12-16,7-2-44 0,4-8 12 15,0-9 36-15,4-3-124 0,7-7-196 16,6-2-32-16,-2-7-28 0,9 0 24 15,-4 0-4-15,8-7-108 0,0 1 108 16,-1 0 148-16,1 2 184 0,-4 4 100 16,1 0 60-16,-1 0 212 0,-9 4 136 15,5 5 12-15,-4-2-176 0,-4 2-96 16,4 1-148-16,0-1 0 0,3-3-172 16,2-3-416-16,-1 4-304 0,4-7-492 15,-5 0-1688-15,6 0-4925 0</inkml:trace>
  <inkml:trace contextRef="#ctx0" brushRef="#br0" timeOffset="41652.884">23591 2944 12045 0,'0'0'1864'15,"0"0"-1064"-15,0 0-396 0,0 0 76 16,0 0 500-16,0 0 276 0,107 5 88 16,-55-2-364-16,11 1-480 0,1-2-292 15,-4-2 96-15,-4 5-220 0,-4-5-84 16,-1-5-132-16,-6-1-76 0,-2-6-148 15,1-5-264-15,-4-2-276 0,-4-6-324 16,-5 0-668-16,-6 6-2832 0,-1-16-4817 0</inkml:trace>
  <inkml:trace contextRef="#ctx0" brushRef="#br0" timeOffset="41834.463">24228 2549 588 0,'0'0'12053'0,"0"0"-10349"15,-35 67-1072-15,26-29 264 0,-3 10 668 16,1 6-8-16,2 3-344 0,1 0-444 16,1 0-304-16,3 0-320 0,-1-6-144 15,5-4-132-15,0-2-320 0,0-9-168 16,13-8-128-16,7-12-344 0,3-10-944 16,1-6-2568-16,20-10-3293 0</inkml:trace>
  <inkml:trace contextRef="#ctx0" brushRef="#br0" timeOffset="42112.225">24722 3163 13001 0,'0'0'2800'0,"0"66"-2156"15,-8-38-496-15,4 4 424 0,-4-4 768 16,8-8 60-16,-4-11-620 0,4-6-696 0,8-6 4 16,8-9 68-16,0-11 100 15,8-9-96-15,4-6-160 0,0-7-256 0,0-2-220 16,0 3 72-16,-9 3 28 0,-2 3 104 15,-10 8 52-15,-7 5 60 0,0 10 24 16,-7-1 136-16,-10 9 52 0,-6 4 20 16,-5 3 200-16,0 10-128 0,-4 8-20 15,4 6 12-15,-4 7-64 0,4 4-64 16,4-1 64-16,0 5 4 0,9-2-4 0,2-1-72 16,5-4-268-16,8-4-456 0,0-3-236 15,0-2-244-15,4-4-564 0,0-6-1360 16,9-3-3745-16</inkml:trace>
  <inkml:trace contextRef="#ctx0" brushRef="#br0" timeOffset="42544.936">25312 3254 14337 0,'0'0'1932'0,"15"67"-1260"0,2-39-272 16,-2 7 368-16,5 4 424 0,1-5-260 15,7-2-332-15,0-7-284 0,-1-5-84 16,6-8-28-16,-2-2-56 0,1-7-100 16,0-3 0-16,-5-7-48 0,1-5-4 15,-4-5-4-15,0-8-88 0,-3 0-136 16,-6-7-132-16,1 1 8 0,-4-4 76 15,-4 4 60-15,-4-2 136 0,0-5 12 0,-4 0 72 16,-4-3-4-16,-8-1-4 0,4-5-112 16,-8 2-40-16,4 1 52 15,5 5 96-15,2 2-52 0,5 5-20 0,5 6 8 16,6 7-8-16,9 1 84 0,4 1 228 0,4 5 4 16,0-1 0-16,7 4-96 15,2-1 0-15,2 1-40 0,1 3-56 0,4 0-40 16,0-1-12-16,-1 0-36 0,-2 2 40 15,-6 0-272-15,-3 3-272 0,-4-2-148 16,-4 1-76-16,-8 3-340 0,-8 0-820 16,0 0-1872-16,-8 9-1865 0</inkml:trace>
  <inkml:trace contextRef="#ctx0" brushRef="#br0" timeOffset="42907.885">26077 3095 12089 0,'0'0'2040'16,"0"0"-1268"-16,0 0-180 0,0 0 392 0,0 0 24 15,99 26-44-15,-78-26-104 16,2 0-320-16,1 0-160 0,-4-4-88 0,0 1-132 16,-4 0-88-16,-4 0-60 0,-4 3-12 15,-4 0-8-15,-4 0-52 0,-4 6 60 16,-8 7-72-16,-4 0-112 0,-8 5-196 15,-4 6 148-15,-4-3 232 0,0 5-8 16,1-4 12-16,3 3-4 0,0 1 12 16,7-7 100-16,6 0 180 0,7-3-48 15,4-3-156-15,4-7-84 0,0 1-4 16,8-1 0-16,4-6 48 0,4 0 24 16,3 0 64-16,5 0 8 0,1-6 4 15,3-1-100-15,-4-5-40 0,-1 5-8 16,-3-3-52-16,-3 4-192 0,-6 0-136 0,-7 2-132 15,0 4-200-15,0-3-112 0,-4 3-16 16,0 0-92-16,0 0-324 0,0 0-824 16,-8 0-3137-16</inkml:trace>
  <inkml:trace contextRef="#ctx0" brushRef="#br0" timeOffset="43642.28">25428 2521 12297 0,'0'0'2140'0,"0"0"-1760"16,0 0-228-16,0 0 704 0,0 0 360 16,0 0-272-16,0 0-440 0,79-4-244 15,-75 8-88-15,1 2-12 0,-5 0-36 16,0 5-112-16,-5 1 112 0,-3 3-4 16,0 5-68-16,-4-1-52 0,0 3 48 15,-3-3-36-15,2 6 36 0,5-6-48 16,-3 3 4-16,6-2 0 0,1-5-4 0,4-2-12 15,0-1 8-15,9-1-104 0,-1-3 44 16,3-1 52-16,6 3-72 0,-2-7 84 16,1 2 0-16,0 2-4 0,0-3 4 15,-4 2 44-15,-4 1-44 0,0-1-4 16,-8 3 4-16,0 1 12 0,0 2 48 16,-8 1-52-16,-4 0-8 0,-3 0-288 15,-10 3-20-15,1-4-212 0,-4 2-532 0,-4-2-248 16,-3-3-924-16,7 1-1849 0,-20 6-2299 0</inkml:trace>
  <inkml:trace contextRef="#ctx0" brushRef="#br0" timeOffset="46445.888">18299 3241 588 0,'0'0'1448'0,"0"0"-1344"16,0 0-28-16,0 0 68 0,0 0 4100 16,-95 13-2424-16,74-3-292 0,-2-1-355 15,3 7 99-15,0 0 68 0,0 2 128 16,0 5-136-16,5 0-212 0,2 4-180 0,9 0-80 15,-3 1-112-15,7 0-164 0,0-5-84 16,0-4-124-16,11-3-167 16,2-7-101-16,2-6 16 0,9 0 68 0,0-3-20 15,0-6-88-15,7-3-84 0,-3-11-12 16,4-2-160-16,0-6-104 0,0-1-89 16,-4 1-39-16,0 0 16 0,0-2 36 15,-8 8 44-15,-4 1-8 0,-4 4 132 16,0 7 84-16,-8 1 88 0,-1 9 12 15,-3-3 88-15,0 3 44 0,-3 3 4 16,-5 3 72-16,-4 4-204 0,-4 3 4 0,-4 6-8 16,0 4 8-16,-4 2-8 15,4 2 12-15,-8 6 64 0,5-2 44 0,-1 4 16 16,3-3 68-16,2 0 28 0,3-3-24 16,4-4 60-16,3-6-36 0,6 0-99 0,3-3-61 15,0-4-24-15,3 1-44 0,6-3 48 16,7 0 8-16,-4 1-52 0,7 0-8 15,-2-3 0-15,7 6 0 0,-5-5-4 16,5 8 4-16,1-3 8 0,-6 9 40 16,1 0 120-16,-4 2-20 0,0 0-100 15,-8 0-40-15,0 4 172 0,-4-4-84 16,-4 0-84-16,0 2 100 0,0-2-40 16,-4 0 0-16,-4 0-12 0,0-2-12 15,-4-2-44-15,0 3-4 0,-4-8 12 0,4-2 72 16,-4 0-84-16,0-5 0 0,-3-2-72 15,-2-1-108-15,-3-3-52 0,1 0-20 16,3-3-124-16,-4 0-61 0,0 0-39 16,4-3-84-16,4-3-124 0,4 3 36 15,5-4-276-15,-2 1-464 0,1-4-1100 16,8 3-688-16,0-11-2389 0</inkml:trace>
  <inkml:trace contextRef="#ctx0" brushRef="#br0" timeOffset="47494.849">18778 3645 4180 0,'0'0'2864'15,"0"0"1773"-15,0 0-3113 0,15 78-124 0,-7-45 84 16,5 2 64-16,-2 0-228 0,6-4-252 16,-2-2-324-16,1-3-304 0,4-8-112 15,0-2-108-15,0-6-51 0,4-3-33 16,-1-7-52-16,5 0 24 0,-3-14-24 0,3-5-24 16,-4-2-60-16,-5-4-140 0,1-8-128 15,-4 5-25-15,-8-1-71 0,4 0-48 16,-8 4 8-16,0-1-48 0,-4 1 12 15,0 0 36-15,0-1 36 0,-12 1-16 16,0 0-8-16,-4-4-44 0,-4 0 128 16,1 1 60-16,-6-4 60 0,1 3-24 15,5 4 16-15,-1 3 196 0,3 3 224 16,10 7-36-16,-1-2 124 0,4 9 144 0,0 1 4 16,4 4-64-16,0 0-52 15,0 0-112-15,0 0-132 0,4 0-40 0,8 4 40 16,0-2 8-16,7 4 188 0,6-2-76 15,3-4-24-15,7 0 24 0,5 0 36 16,0-7-60-16,8 2-16 0,4-5-80 16,0-3 44-16,-1 3-72 0,-3 1-60 15,-4-4-8-15,0 3-4 0,-8 1-60 0,-4-1-12 16,-4 4-184-16,-9 0-244 0,-3-1-112 16,-8 4-12-16,-4 3-16 0,-4 0-76 15,-8 0-204-15,0 0-1276 0,-23 10-3129 0</inkml:trace>
  <inkml:trace contextRef="#ctx0" brushRef="#br0" timeOffset="47861.351">19291 3591 6884 0,'0'0'6253'16,"0"0"-5321"-16,0 0-708 0,0 0 108 0,0 0 588 16,0 0 524-16,0 0-352 0,80 12-304 15,-63-8-236-15,-2-4-72 0,1 3-272 16,-4-3-200-16,0 3-8 0,-9 3-52 16,2 4 40-16,-5 2-96 0,0 4 32 15,-12 4-32-15,4 5 48 0,-8 3-16 16,0-2 72-16,5 2 4 0,-2 1 88 15,5-4-84-15,5-6 56 0,3 1 100 16,0-5-4-16,3-2-32 0,9-6-52 0,0-5-20 16,8-2-44-16,0 0 64 0,0-12-48 15,3-4-24-15,5-3-196 0,-7-6-232 16,-1 2-148-16,-5-2-176 0,-3 2-136 16,-3 1-308-16,-9 0-984 0,0 7-2641 15,-4-8-3427-15</inkml:trace>
  <inkml:trace contextRef="#ctx0" brushRef="#br0" timeOffset="48311.411">18694 3038 2888 0,'0'0'2332'0,"0"0"2124"15,0 0-3011-15,0 0 95 0,0 0-48 16,0 0-256-16,75-10-456 0,-58 10-428 16,-6 0-212-16,2 0-136 0,-6 0-4 15,-3 4-52-15,0 2 44 0,0 1 0 16,-4 5-40-16,-4 1-16 0,-4 3-36 15,-3 0 36-15,-2 5-76 0,-2 5 28 0,-5 0-40 16,4-1-24-16,0 1-76 16,0-1 152-16,4-6-64 0,4-3 0 0,4 0 52 15,4-7 36-15,0 1 76 0,8-4 52 0,3 4-4 16,6-1 168-16,-2 1-92 0,6-3-8 16,-5-1 8-16,3 0-12 0,-6-4 40 15,-2 5 0-15,-3 0-4 0,-4-2-44 16,1 2-100-16,-5 0-4 0,0 2-144 15,-5 1-8-15,-3 2-172 0,1 1 196 16,-6 3 120-16,-2-4-320 0,-6 4-416 16,2 0-68-16,-5-3-864 0,4 0-1605 15,-12 3-3295-15</inkml:trace>
  <inkml:trace contextRef="#ctx0" brushRef="#br0" timeOffset="48845.226">18000 5347 1408 0,'0'0'0'0,"0"0"0"0,0 0-1200 15,0 0 993-15</inkml:trace>
  <inkml:trace contextRef="#ctx0" brushRef="#br0" timeOffset="50078.101">18148 5479 4060 0,'0'0'9169'0,"0"0"-7661"0,0 0-988 16,0 0 268-16,0 0 576 0,0 0-176 15,0 0-204-15,0 0-360 0,0 0-160 16,88 38-184-16,-64-57-84 0,4-6-136 16,0-3-52-16,0-4 0 0,0 0-8 15,-5 1-220-15,-3 2-60 0,-5 6 0 16,2 2 48-16,-6 5-12 0,-2 6 24 0,-5 4 72 15,-4-1 40-15,0 7 108 0,0 0 4 16,0 0 80-16,-4 7-80 16,-1-1-4-16,-2 7 0 0,-1 2-44 0,-4 9 44 15,0 1 108-15,0 6 4 0,-4 1-104 0,0 6 0 16,4 0-8-16,-4 0 4 16,0-7 40-16,4-1-32 0,9-8 220 0,-1-3-72 15,4-10-76-15,0 1-68 0,0-1 104 16,4-2 40-16,-1-1-156 0,9 0 44 15,1 1 24-15,2-1-60 0,1 4 48 16,4-1-60-16,0-3 8 0,4 7 0 16,0-3 8-16,4 3 224 0,-1-1-8 15,1 4-108-15,-4-4 20 0,-3 1-48 16,-2 0-44-16,-3 3-52 0,-4 0-8 16,-8 0-56-16,4 3 64 0,-4 0 40 15,-4-1-40-15,0 1-8 0,0 0 0 0,-4 1-64 16,-4-4-24-16,0 0 0 0,-4-4 20 15,5-2 4-15,-10-4 12 0,6 0-76 16,-2-6-104-16,-2 0-92 0,-2 0-132 16,-2-6-48-16,3-3-80 0,-5-4-136 15,6-3-360-15,-2-3-744 0,6-4-900 0,-1-2-1481 16,4 10-783-16,4-20 2848 0</inkml:trace>
  <inkml:trace contextRef="#ctx0" brushRef="#br0" timeOffset="50411.314">18746 5054 11145 0,'0'0'2040'0,"0"0"-732"0,0 0 268 0,0 0-340 16,92-41-404-16,-73 35-376 0,1 2-232 15,-4 2-200-15,0 2-24 0,-4 0-124 0,-4 6-36 16,-8 3-184-16,0 7-92 0,0 3 88 16,-5 7 16-16,-2 2-44 0,-5 3 104 15,0 1 96-15,-4 1 20 0,5-5 156 16,-2-3 136-16,2-2 360 0,7-4 52 16,-5-6-148-16,9-5-180 0,0 3-156 15,0-5-56-15,0-4 240 0,9 5-112 16,-2-3-76-16,5-4 64 0,4 0-36 15,0 0-28-15,4-7-60 0,0-2-272 16,0 2-444-16,4-3-404 0,0 1-732 16,-9 2-2521-16,9-5-3635 0</inkml:trace>
  <inkml:trace contextRef="#ctx0" brushRef="#br0" timeOffset="51510.985">19371 5616 2916 0,'0'0'236'15,"0"0"2840"-15,0 0-312 0,0 0-1236 16,0 0-731-16,0 0 143 0,0 0 96 15,0 0-136-15,0 0-64 0,0 0-108 16,0 0-32-16,17-6 36 0,-14 6 16 16,-3 0-156-16,4 0-112 0,0 6 24 0,0-2 68 15,0 5 112-15,4 4-136 0,0 6-172 16,0 0-131-16,4 6-1 0,0-2-88 16,4 5 16-16,0-3-28 0,-1 1-24 15,6-4 40-15,-1-3-108 0,-1-6-44 0,2-4-4 16,3-2-4-16,-5-4-24 15,1-3 12-15,0-10-36 0,4-3-4 0,-4-5-92 16,0-5-96-16,-4 1-28 0,0-4-60 16,-1-2-37-16,-7 3 13 0,1-4-4 15,-5 0 76-15,-4-2 48 0,0-4-96 16,0-3-16-16,0 0-24 0,-4 0-72 16,0-4-4-16,-5 4-176 0,5 7 64 15,-3 1 44-15,3 11 188 0,0 5 240 16,4 0 84-16,-4 4 76 0,4 8 24 15,-5-2 136-15,5 1 64 0,0 3 48 16,0-3-64-16,0 3-96 0,0-3-104 16,9 0 16-16,-1-1 48 0,7-2 112 0,2 0-64 15,3-1-108-15,3 1-16 0,5 0 164 16,0 0 108-16,4 2-112 0,-4-2-36 16,4 3 12-16,-4 3-48 0,0 0-64 0,0 0-84 15,-8 0-12-15,-1 0-208 0,-2 0-404 16,-6 0-200-16,-3 0-264 0,-4 0-512 15,1 0-2756-15,-10 0-3577 0</inkml:trace>
  <inkml:trace contextRef="#ctx0" brushRef="#br0" timeOffset="51844.729">19905 5572 3968 0,'0'0'8753'0,"0"0"-7277"0,0 0-1056 15,0 0 224-15,0 0 312 0,0 0 192 16,0 0-144-16,0 0-400 0,80 22-336 16,-69-18 4-16,-2-2-64 0,-1 1-160 15,-4 4-36-15,3-4 60 0,-3 7 52 16,-4-1-28-16,0 1-84 16,0 2-8-16,0-2-4 0,0-1-4 0,0 2 0 15,0-3-4-15,0-2-4 0,0 5-36 0,0-5 44 16,0 3-4-16,-4 1 8 0,1 3 44 15,3-4-44-15,0 1-12 0,0-1-84 16,0-3-28-16,3 1 52 0,10-1 8 16,2-3-8-16,2-3-52 0,6-3-84 15,5-10-72-15,0-2-104 0,4-4-184 16,-4-4-176-16,0 2-100 0,0-2-176 16,-4 4-640-16,-13 6-1389 0,-3 0-3007 0</inkml:trace>
  <inkml:trace contextRef="#ctx0" brushRef="#br0" timeOffset="52417.084">19515 4975 9528 0,'0'0'1461'0,"0"0"-613"0,0 0 176 16,0 0 248-16,0 0-72 0,83 0-240 16,-70 0-224-16,-6 3-264 0,-3 0-272 15,0 1-200-15,-4 2-12 0,0 4-40 16,0-1 52-16,-12 7-48 0,1 0-88 0,-6 6 36 15,1-2-76-15,1 1 16 0,-2-2 148 16,6-3 4-16,3-3 0 0,4 0-44 16,4-4 44-16,0 4 4 0,4-4 4 15,4-3 88-15,8 4-88 0,-4-3 4 16,3-1 72-16,1-3-28 0,5 0-36 16,-10 0 136-16,1-3-8 0,-7 3 20 15,-1 1 12-15,-1-1 16 0,-3 3-64 16,0 0-16-16,-7 4-8 0,-2 0-100 0,-3 2-88 15,1 4-232-15,-6-4-200 16,1 2-116-16,-3-5-204 0,2 4-116 0,2-7-516 16,-5 3-576-16,8-5-2381 0,-16 2-1819 15</inkml:trace>
  <inkml:trace contextRef="#ctx0" brushRef="#br0" timeOffset="53563.51">22909 4635 892 0,'0'0'2072'0,"0"0"5564"16,0 0-5567-16,0 0-845 0,0 0-36 0,-16 74 24 15,16-62 84-15,9 3-208 0,-2-4-424 16,5-5-272-16,4 0-64 0,0-6 28 16,8 0 84-16,0-3-148 0,0-11-100 15,-1 3-104-15,5-9-64 0,-7 5-24 16,-1-2-8-16,-1 2 0 0,-6 2 4 16,-2 0 0-16,-3 7-40 0,-4 3-32 15,1 3-20-15,-5 0-12 0,0 0-4 16,0 3-32-16,-5 10-52 0,-3-1 196 15,0 8 0-15,-3 5-60 0,-6 1-16 16,1 2 28-16,1 4-12 0,-2-4-52 0,2 1 112 16,-2-1 0-16,6-3 76 0,3-2 80 15,-1-8 40-15,2 5-36 0,7-8-88 16,0-5-12-16,0 3-60 0,0-4 8 16,3 0 40-16,6 0-44 0,-1 1 12 0,7-1-4 15,-2 1 72-15,6 2-24 16,-2-3-12-16,3 4 12 0,-1-4-56 0,5 4 72 15,-3-1-4-15,2 4 48 0,1-3 40 16,-4 5 97-16,4-2-53 0,-5 3-84 16,2 3-108-16,-6 0 88 0,-2 0 56 15,-6 4-24-15,1 2-8 0,-8-3-116 16,0 3 52-16,0 0-12 0,-4 1 60 16,-3-1 0-16,-5-2-36 0,3-1 12 0,-6-6 28 15,-2 0-4-15,2-7-108 16,-5 1-48-16,-4-7-172 0,1 3-164 0,-5-6-164 15,3 4-33-15,-3-4-75 0,8 0-160 16,1 0-56-16,6-7-112 0,6 4-104 16,3-7-552-16,4 4-712 0,0-7-1969 15,0 4-595-15,11-10 1456 0</inkml:trace>
  <inkml:trace contextRef="#ctx0" brushRef="#br0" timeOffset="53831.821">23690 4924 8412 0,'0'0'6057'0,"0"0"-4321"15,0 0-1056-15,0 0 28 0,0 0 464 16,0 0-80-16,88 4 8 0,-60-4-272 16,0-7-295-16,0 0-289 0,0 2-244 0,0-1-72 15,-9-1-316-15,-3 0-149 0,-4 4-267 16,-8 1-504-16,0 2-1188 0,-4 0-3084 16,-4 2-2781-16</inkml:trace>
  <inkml:trace contextRef="#ctx0" brushRef="#br0" timeOffset="53994.674">23671 5136 8140 0,'0'0'5901'0,"0"0"-3933"0,0 0-1452 0,0 0-104 15,0 0 396-15,0 0 400 0,0 0-52 16,0 0-352-16,83 14-476 0,-52-24-196 16,5-2-132-16,1-7-228 0,-1 2-616 15,-1 2-368-15,-3 2-416 0,-8 0-1448 16,4 0-4545-16</inkml:trace>
  <inkml:trace contextRef="#ctx0" brushRef="#br0" timeOffset="55562.069">24635 5235 184 0,'0'0'8416'0,"0"0"-4147"16,0 0-2389-16,0 0-432 0,-4 74 288 0,4-62-332 15,4-5-232-15,3-1-356 0,6-4-352 16,2-2-147-16,2-2 19 0,6-8-32 15,1-3-96-15,4-9-124 0,0 0-84 16,4-3 0-16,-4-4 0 0,0 1-72 16,0-1-100-16,-5-3-32 0,1 4-4 0,-8 2 28 15,0 4 8-15,-7-3 4 16,-6 3 71-16,-3-1 9 0,0 1-20 0,0 0 96 16,-8 2 0-16,-4 2-36 0,1 1 40 15,-2 8 8-15,1 0 48 0,-4 5-40 16,1 4-4-16,-2 0 68 0,-2 4-72 15,-5 8-52-15,0 1 52 0,0 6 0 16,0 4 8-16,4-2 52 0,-4 8-48 16,4 3 36-16,0 3-32 0,0-1-16 15,5 4 12-15,-2 4-4 0,6-4-8 16,-2 3 8-16,5 0-4 0,5-3-4 16,3-2 84-16,0-1 13 0,0-3-1 15,11-1 88-15,2-5 32 0,2 0-8 0,5-5-52 16,1-2-20-16,6-3-28 0,1-3-12 15,0-4-24-15,7-2-72 0,2-7-12 16,-1 0-48-16,3-10-36 0,1-7-256 0,4-1-204 16,0-4-237-16,0-7-267 0,-1 4-644 15,-11 3-1324-15,8-16-3149 0</inkml:trace>
  <inkml:trace contextRef="#ctx0" brushRef="#br0" timeOffset="56967.559">25411 4134 2080 0,'0'0'1628'0,"0"0"1440"0,0 0 832 16,0 0-2251-16,0 0-361 0,0 0-208 0,0 0 16 15,0 0-316-15,0 0-196 16,0 0 60-16,45-6 48 0,-34 6-124 0,5 0-152 15,-4 0-48-15,0 6-48 0,0 0 8 16,-4 0-84-16,-4 1-96 0,0 2-28 16,0 0-20-16,-4 4-4 0,0-1-12 15,-4 5-76-15,-4-1-8 0,0 3 0 16,-8 3-84-16,4-3-88 0,-4 3-20 16,1-2-4-16,-2-2 12 0,6-1 88 15,-2-1-4-15,5-7 60 0,4-4 40 0,1 2 48 16,3-7-36-16,0 4 0 15,0-4-4-15,0 0 92 0,3 3 32 16,5-3 112-16,5 0-12 0,-2 3 0 0,6-3-72 16,2 0-76-16,1 0 36 0,4-6-120 15,0 0 0-15,-4-7-4 0,4 0-212 16,0-1-372-16,-1-5-252 0,1 5-140 16,-3-3-304-16,-6 1-692 0,-2 7-2104 0,-2-10-2713 15</inkml:trace>
  <inkml:trace contextRef="#ctx0" brushRef="#br0" timeOffset="57211.674">25726 4153 1316 0,'0'0'9885'0,"0"0"-8153"0,0 0-764 16,0 0 424-16,0 0 216 0,0 0-120 15,0 0-408-15,0 0-392 0,92 43-260 16,-72-43-124-16,0 0-84 0,-1-2-220 0,5-4-44 16,1 0-40-16,-6-1-328 0,5-2-248 15,-4-1-88-15,-8 3-400 0,4 0-456 16,-8-1-1200-16,-4 4-2501 0,-4-2-2107 16</inkml:trace>
  <inkml:trace contextRef="#ctx0" brushRef="#br0" timeOffset="57556.904">25905 4171 4292 0,'0'0'104'0,"0"0"5444"16,0 0-4011-16,0 0-473 0,-47 67 392 15,31-45 272-15,4 4-188 0,0-3-288 0,-4 4-392 16,4-4-296-16,4 0-172 0,0-4-272 16,4-7-120-16,0-2-160 0,4-4-228 15,0-3-176-15,0 0-40 0,4-3 36 16,4 0-12-16,4-6-328 0,0-7-248 15,4 0-464-15,0 1-128 0,-1-4-349 0,2-3-67 16,-2 5 616-16,-2 0 964 0,2 0 584 16,-6 2 624-16,2 2 336 0,-3 4 444 15,-4-1 188-15,0 5-59 0,5 2-281 16,-6 0-184-16,-3 0-44 0,4 0 36 16,0 2-112-16,-4 8-44 0,4 3 32 15,-4 2-88-15,0 2-116 0,0 5-88 16,0 0-59-16,0 1-77 0,0-5-240 15,4 1-192-15,1-6-76 0,-1-4-144 16,3-2-148-16,5-4-132 0,0-3-49 0,8-3-247 16,4-7-220-16,0-2-452 15,4-10-1288-15,-9 9-3009 0,5-13-3507 0</inkml:trace>
  <inkml:trace contextRef="#ctx0" brushRef="#br0" timeOffset="57730.26">26300 4284 92 0,'0'0'11881'0,"0"0"-10065"0,0 0-1068 16,0 0 648-16,-32 65 368 0,24-43-188 16,0 1-376-16,0-7-444 0,4 0-344 15,4-4-240-15,0-2-172 0,0-1-104 16,0-2-276-16,0-7-44 0,0 0-136 16,4 0-224-16,4-7-272 0,0-8-696 15,0 5-2468-15,0-15-4413 0</inkml:trace>
  <inkml:trace contextRef="#ctx0" brushRef="#br0" timeOffset="57887.752">26375 4121 8916 0,'0'0'6057'0,"0"0"-5265"0,0 0-504 16,0 0 680-16,0 0 468 0,0 0-536 0,76-42-668 15,-60 36-232-15,4 0-344 16,-3-1-256-16,-6 7-340 0,1 0-280 0,-4 0-568 15,-4 0-1068-15,-4 0-3205 0</inkml:trace>
  <inkml:trace contextRef="#ctx0" brushRef="#br0" timeOffset="58209.976">25204 4740 1368 0,'0'0'5552'0,"0"0"-3228"16,0 0-672-16,76-6 97 0,-40 0-57 16,7-1-192-16,2 0-420 0,2-2-236 0,5 6-40 15,8-3 20-15,0 2-164 0,3-2-108 16,1 4-128-16,0-3-120 0,-1-1-72 15,1 0 0-15,5-1-99 0,-6 1-45 0,1 0-88 16,0-4-12-16,-5 1 0 0,-7 3-181 16,0-4-283-16,-9 4-96 0,-10-4 48 15,-6 7 48-15,-3 0-88 0,-8 0-188 16,-8-1-312-16,0 4-400 0,-8 0-876 16,0 0-2309-16,-4 0-2295 0</inkml:trace>
  <inkml:trace contextRef="#ctx0" brushRef="#br0" timeOffset="58632.509">26025 4842 9080 0,'0'0'6757'0,"0"0"-5437"0,0 0-1320 15,0 0 0-15,0 0 424 0,0 0 540 16,0 0 152-16,88-7-428 0,-68 4-420 16,-1 3-208-16,2-3-60 0,-10 3-44 15,2 0-16-15,-6 0-16 0,-3 6 16 16,-4 1-8-16,0 2 68 0,-7 1 72 16,-10 6-68-16,2 3 4 0,-6 2 64 15,1-2-20-15,1 1-4 0,6-4-40 16,6-3 0-16,3-1-4 0,4-6 0 15,0 1-4-15,11-1 0 0,2 1 0 0,2-4 12 16,6-3 60-16,-1 3-12 0,3-3-56 16,-3 0-4-16,1 0-8 0,-10 0 8 15,1 0 4-15,-7 0 4 0,-2 3-4 16,-3 0 60-16,-3 4 68 0,-6-1 124 16,-7 3-72-16,-8 4-184 0,-4 1-24 15,-4-2-184-15,-7 1-84 0,-5-1-320 0,-4-2-132 16,-8 2-92-16,-4 1-228 0,-7-3-660 15,15-4-1212-15,-32 3-4121 0</inkml:trace>
  <inkml:trace contextRef="#ctx0" brushRef="#br0" timeOffset="64146.567">23368 7045 80 0,'0'0'4824'16,"0"0"1168"-16,0 0-4859 0,-21 70-365 15,21-51 632-15,0 0 104 0,4-6-140 16,4-1-272-16,8-2-276 0,1-1-300 16,2 1-28-16,5-4 12 0,4-2-120 15,-4-4-124-15,0 0 24 0,3-4-88 16,-2-5-8-16,3-7-112 0,0-6 1 0,0-1 11 15,0-5-84-15,0-1-4 0,-9 2-68 16,1-3-109-16,-8 5-3 0,4-1-84 16,-4 4-48-16,-5 0 0 0,2 5 96 15,-9 6 72-15,0 1-48 0,0 0 100 16,-4 8 92-16,-5-5 0 0,2 7-80 16,-5 0 0-16,0 0 84 0,0 3 4 15,-4 6 72-15,4 8-76 0,-4 1-76 0,-4 8 76 16,0 6 96-16,1 3 24 0,-5 7 0 15,3-2-116-15,1 8 52 0,5-4 92 16,-2-3-16-16,6-6 28 0,3-3 36 16,4-7-16-16,4-2-8 0,0-4-100 15,8 0-24-15,3 0-40 0,2 1 0 16,2-2 56-16,6 4-52 0,-1 3 48 16,-1 1 24-16,2 2 76 0,3-2-88 15,-5-4-72-15,5-3-4 0,0 0 4 16,0-3-8-16,-1-4 8 0,-2 2-12 15,-6-7-36-15,2 1 48 0,-1-1-4 0,-1 3 8 16,-3-2-4-16,1 9 60 0,-6-2 25 16,-3 5-85-16,4 2 0 0,-8 3 4 15,0 1 44-15,0-1-48 0,0 0 60 16,-4-5-48-16,-4-1 60 0,-7-3-72 16,2-4-88-16,-6 1 4 0,-1-7-49 0,-4 4-39 15,3-4 4-15,-2-6-176 0,3 0-240 16,5 0-184-16,-2-3-92 0,1-4-288 15,0-5-364-15,-4-1-924 0,8 1-2289 16,-8-11-2319-16</inkml:trace>
  <inkml:trace contextRef="#ctx0" brushRef="#br0" timeOffset="65860.929">24001 6696 4592 0,'0'0'6224'15,"0"0"-4707"-15,0 0-457 0,0 0-220 16,0 0 344-16,0 0 212 0,0 0-168 16,87-51-192-16,-66 45-276 0,-2 2-232 15,1 4-64-15,4 0-236 0,-3 0-56 16,-2 7 24-16,-3-1-76 0,-4 5-120 15,0-3 0-15,-8 5 4 0,0 3 0 0,-4 3-4 16,-4 2-84-16,-8 2-52 0,0 3-8 16,-4-4 48-16,0-3 56 0,4-3 40 15,0-4 124-15,1-2-40 0,7-7-72 16,-5 0 0-16,9-3 0 0,0 0-12 0,0 0-56 16,0 0-100-16,4 0-88 0,5 3 180 15,2 1 64-15,1-1 88 16,0 3-80-16,0 0 76 0,-4 1-24 0,4 0 64 15,-8 2-4-15,4-2-12 0,-8 2-20 16,0 1 56-16,0-4 28 0,0 6-39 16,-4-2-49-16,-4-1 0 0,1 1-84 15,-2-1-148-15,-3-2-69 0,1 2-259 16,-2-3-120-16,2-1-40 0,-2-3-100 16,5 1-24-16,1 0-108 0,-1-3-376 0,-1 3-800 15,9-3-2125-15,-8 0-3159 0</inkml:trace>
  <inkml:trace contextRef="#ctx0" brushRef="#br0" timeOffset="66065.129">24805 7394 15721 0,'0'0'2100'0,"0"0"-1792"15,0 0 148-15,0 0 148 0,88-25 216 16,-60 9 48-16,0-1-516 0,4-2-352 16,-4 1-12-16,0 2-280 0,0 4-464 15,-4-1-360-15,-5 7-328 0,-6-1-1324 16,-9 7-3885-16</inkml:trace>
  <inkml:trace contextRef="#ctx0" brushRef="#br0" timeOffset="66263.854">24790 7626 3636 0,'0'0'9513'0,"0"0"-6893"0,0 0-1724 15,0 0-124-15,0 0 512 0,0 0-156 16,0 0 68-16,99 23-404 0,-67-27-391 0,4-3-269 16,8-5-84-16,-4-4-48 15,4 0-100-15,3 0-312 0,-3-2-221 0,0-1-243 16,4 2-460-16,-8-1-916 0,-8 4-2136 15,7 0-3437-15</inkml:trace>
  <inkml:trace contextRef="#ctx0" brushRef="#br0" timeOffset="66699.698">25978 6788 3312 0,'0'0'10581'0,"0"0"-8697"0,0 0-1144 15,0 0-28-15,0 64 588 0,0-30-96 16,0 11-32-16,4 6-408 0,3 2-311 15,-3 4-101-15,4 4-64 0,-4-1-32 0,1 4-160 16,-2-5-84-16,1 2 0 0,-4-4-12 16,0 0-180-16,0-2-196 0,0-4-244 15,4 0-169-15,-4-8-211 0,4-1-324 0,0-4-996 16,0-12-2744-16,-4 2-4381 0</inkml:trace>
  <inkml:trace contextRef="#ctx0" brushRef="#br0" timeOffset="68027.709">23862 8712 5064 0,'0'0'1496'0,"0"0"3265"16,0 0-3565-16,0 0-480 0,0 0 172 15,-28 82 352-15,28-63 56 0,0 0-180 16,0-6-312-16,4-3-336 0,3-3-196 16,2-5-100-16,3 2-88 0,3-4 12 15,5-4 76-15,-3-9-24 0,6-2-24 16,1-1-116-16,0-10-8 0,0 4-76 0,4-3-132 16,-5 3-72-16,-2 0-4 0,-1 2 16 15,-5 5-16-15,-2 2 100 0,-5 7 60 16,-5 0-24-16,-3 6 0 0,0 0 148 15,0 0 60-15,-3 8 4 0,-5 3-60 16,-5 3 0-16,-2 9 4 0,-2-1 40 16,6 7 40-16,-6-4 36 0,6 4-4 15,-5-1-32-15,4 4 60 0,0 0 172 0,0 0 24 16,4-4-28-16,0-2-72 0,5-1 4 16,3-3 20-16,0-2-136 0,0-5-84 15,7 1-48-15,1 0 12 0,0-3 76 16,4-1-40-16,0 1-44 0,4-3-4 15,0-1 0-15,4 4 4 0,-1 0 44 16,1 0 64-16,-3 5-64 0,-2 1 48 0,-2 1-24 16,-2-1-8-16,1 0-4 15,-3 0 12-15,-5 3 48 0,-1-6-60 0,1 0-8 16,-4-1-4-16,0 2 25 0,-7-2-1 16,-2 2-60-16,-3-5-12 0,-3 1-88 15,-5-5-313-15,-1-3-159 0,-3-3-64 16,5 2 12-16,-5-4-60 0,0-4-156 15,4-3-348-15,4-5-984 0,4 3-1732 16,-4-14-2029-16</inkml:trace>
  <inkml:trace contextRef="#ctx0" brushRef="#br0" timeOffset="68592.341">24674 9013 10316 0,'0'0'1737'0,"0"0"-1057"0,0 0 24 16,0 0 448-16,0 0 172 0,0 0 152 15,0 0-240-15,0 0-264 0,92-6-264 16,-56 0-196-16,-1-1-96 0,6 1-64 16,-6 3-132-16,1 0-87 0,0 0-49 15,-4-1-84-15,0 1-4 0,-1 0-56 16,-3 0-329-16,-4 0-291 0,-3 3-200 0,-6-3-308 16,2 3-672-16,-10 0-2088 15,-7 0-2197-15</inkml:trace>
  <inkml:trace contextRef="#ctx0" brushRef="#br0" timeOffset="68811.763">24846 9224 5764 0,'0'0'4616'0,"0"0"-2683"0,0 0-1153 15,0 0-220-15,0 0 416 16,0 0 84-16,0 0-32 0,83-4-84 0,-63 4-336 15,4-3-288-15,0-4-196 0,0 4-116 16,4 0-8-16,-4 0-132 0,-4-1-236 16,4 1-364-16,-1 1-364 0,-3 2-516 0,-4-4-1180 15,0 4-3325-15</inkml:trace>
  <inkml:trace contextRef="#ctx0" brushRef="#br0" timeOffset="70077.626">24977 8718 692 0,'0'0'8436'0,"0"0"-6720"0,0 0-687 15,0 0-81-15,0 0 276 0,0 0 40 16,0 0-168-16,0 0-324 0,0 0-260 16,0 0-104-16,4 83 12 0,4-41 20 15,0-2 64-15,0 5-100 0,4 2-60 16,-4 2-112-16,4-2-60 0,-4 3-124 0,-4 1 0 15,-1 1-8-15,2-5-40 0,-5-6-120 16,4 0 32-16,0-2-20 0,0-5-52 16,0-3-156-16,-1-5-64 0,1-3-12 15,5-7-100-15,-1-4-100 0,3-6-216 16,2-6-416-16,6 0-680 0,-6-6-868 16,10-13-2673-16</inkml:trace>
  <inkml:trace contextRef="#ctx0" brushRef="#br0" timeOffset="70422.877">25937 8750 4760 0,'0'0'7873'0,"0"0"-6549"16,0 0-868-16,0 0-292 0,0 0 292 16,0 0 688-16,0 0 92 0,4 76-468 15,0-40-408-15,1 5-164 0,-1 0-36 0,3 3-24 16,-3 0 12-16,4 0-140 0,1 5-8 15,-6-5-12-15,-3 0-52 0,4 0-44 16,-4-2-264-16,0-7-156 0,0-3-240 16,4-4-180-16,0-5-348 0,-4-8-980 15,4-2-3161-15</inkml:trace>
  <inkml:trace contextRef="#ctx0" brushRef="#br0" timeOffset="71110.933">27033 9264 7688 0,'0'0'5405'15,"0"0"-4541"-15,0 0-636 0,0 0 40 16,0 0 300-16,4 76 524 0,-12-53 12 16,0-1-548-16,-4 3-368 0,1 1-128 15,-2 0-48-15,1-5 0 0,0-1 0 16,4-5-12-16,4-5-52 0,0-4-132 16,4-6-376-16,0 0-248 0,0 0-276 15,4-9-332-15,4-7-500 0,1 0-921 16,10-20-2947-16</inkml:trace>
  <inkml:trace contextRef="#ctx0" brushRef="#br0" timeOffset="71657.808">27587 8975 13357 0,'0'0'4636'0,"0"0"-3808"0,0 0-656 15,0 0 96-15,0 0 408 0,0 0 456 16,0 0-315-16,0 0-441 0,0 0-328 16,0 0 72-16,56-37-76 0,-24 5-44 15,7-6-376-15,-3-1-89 0,0 7 65 16,-4 4 24-16,-8 6-64 0,-4 6-12 16,-8 6 72-16,-5 7 72 0,2 0 52 15,-9 3 32-15,0 0 140 0,0 6 72 16,0 7 12-16,-9 6 148 0,-2 3-12 15,-1 4-28-15,-4 5-32 0,0 1-68 0,-4 3 4 16,4 0-8-16,0-3 80 0,0-4 284 16,0 2 84-16,9-5-72 0,-6-3-196 15,5 0-88-15,1-6 28 0,-2 0 84 0,9 0 20 16,0-4-104-16,0 1-112 0,0 0-8 16,0 2 80-16,9 1-24 0,-2 3-60 15,5-3 0-15,1 3 0 0,-2 0 8 16,9 1-8-16,-4-2 4 0,0 5 8 15,4-4 88-15,0 0-40 0,0 0 13 16,-1 0-65-16,-2 0-8 0,-2-1 4 16,2 1 44-16,-6 4-48 0,2 0 0 15,-6-5 4-15,1 5 56 0,-4-4-60 16,0 0-4-16,1-3 4 0,-5-1 8 0,0-1 4 16,0-3 76-16,-9 3-16 0,-3-4-72 15,-4 2-124-15,1-2-56 0,-9-1 35 16,-1 1-39-16,2-7-180 0,3 0-88 0,-4-3-160 15,4-3-156-15,0-10-192 16,8-3-716-16,-4-12-1480 0,9 6-3269 0</inkml:trace>
  <inkml:trace contextRef="#ctx0" brushRef="#br0" timeOffset="72339.111">28229 8483 4272 0,'0'0'2904'0,"0"0"1685"0,0 0-3705 0,0 0-476 15,0 0 368-15,0 0 592 0,0 0-48 16,0 0-288-16,0 0-348 0,0 0-204 16,47 14-136-16,-34-12-36 0,-2 2-52 15,1-4-96-15,-4 3-36 0,4-3-16 0,-4 0-48 16,-1 0 28-16,2 0-40 0,-5 2 0 15,8 2-48-15,-9-1 0 0,6 0 0 16,-1 7 0-16,0-4 4 0,-5 7-4 16,1 0-8-16,1-1-52 0,-5 4 48 15,0 3-220-15,0-2 36 0,-5 2-88 16,-2-5 100-16,3 3 64 0,-4-8 56 16,4 1 52-16,-1-4 8 0,5-2-56 15,-4-1 12-15,4-3 48 0,-3 0 60 0,3 0 0 16,0 0 4-16,0 0 32 0,0 0 4 15,-4 0 20-15,4 0-120 0,-4 0-40 16,0 0 40-16,4-3 76 0,-4-1-28 16,4 4 0-16,0 0 12 0,0-3 4 0,0 3 8 15,0-3-60-15,-4 3-12 16,4-3-44-16,0 0 40 0,0 3-44 0,0-4 44 16,0 4 0-16,0 0 4 0,0 0 4 15,0 0 40-15,0 0-44 0,0 0-88 16,0 0-44-16,0 0-16 0,0 0-12 15,0 0-24-15,4 4-60 0,0-4-52 16,8 0 296-16,4 0 36 0,8 0 64 16,-1 0-16-16,5 0 28 0,8 0-104 15,1-7 0-15,-2 3-8 0,1 2-236 16,-4-1-96-16,-4 0-324 0,-9-1-240 0,-3 4-700 16,-8-2-1404-16,-4 2-4213 0</inkml:trace>
  <inkml:trace contextRef="#ctx0" brushRef="#br0" timeOffset="72739.539">28841 9197 12477 0,'0'0'6408'16,"0"0"-5612"-16,0 0-796 0,0 0-536 16,0 0 536-16,0 0 380 0,92-25 352 15,-72 22-292-15,4-3-292 0,4 0-148 16,0-1-8-16,-3 1-44 0,2 0-140 16,-3-1-384-16,-8 4-48 0,0 0-112 15,-4-1-216-15,-4 4-420 0,-8 0-1100 16,0 4-2057-16,0-1-1919 0</inkml:trace>
  <inkml:trace contextRef="#ctx0" brushRef="#br0" timeOffset="72910.808">28869 9392 6688 0,'0'0'7857'0,"0"0"-6609"0,0 0-1024 16,0 0 220-16,0 0 352 0,0 0 456 0,0 0 36 15,108 7-444-15,-76-21-432 0,8-2-228 16,0-9-184-16,0-4-108 0,0-3-540 15,-5 0-172-15,-3-2-160 0,-4 2-368 16,-4 4-632-16,-4 5-1992 0,-12-2-2169 0</inkml:trace>
  <inkml:trace contextRef="#ctx0" brushRef="#br0" timeOffset="73160.655">29061 8804 8096 0,'0'0'4685'0,"0"0"-3489"0,0 0-1080 15,0 0 84-15,-16 83 524 0,16-45 660 0,0 3-76 16,4 3-356-16,0 8-288 16,4 4-260-16,0 5-88 0,4-2-156 0,-8 6-160 15,4-2 0-15,0 0 0 0,4 1-84 16,0-10-164-16,0-7-240 0,4-9-224 15,0-8-56-15,0-11-136 0,3-4-376 16,-2-8-756-16,2-7-1197 0,-7 0-2691 16</inkml:trace>
  <inkml:trace contextRef="#ctx0" brushRef="#br0" timeOffset="73628.362">29707 9185 9912 0,'0'0'6749'0,"0"0"-6177"15,0 0-572-15,0 0-500 0,43-73 500 16,-22 41 712-16,2-5-80 0,5 1-548 16,0-2-84-16,4 0-148 0,-1 3-48 0,1 3 8 15,0 0 112-15,-8 10 76 0,0 0 0 16,-8 6 8-16,0 7 140 0,-8-1 12 16,-4 10-48-16,1 0-52 0,-5 0 116 15,0 0 80-15,0 7 28 0,-5 2 0 16,1 7-16-16,0 9-32 0,-4 3-64 15,4 8 120-15,1 5 52 0,-2 4 144 16,-3 2 44-16,4 3-164 0,0 5-151 16,0-1-9-16,4 4-52 0,-3-6-20 0,3 0-16 15,0-5-108-15,0-5 0 0,0-4-8 16,0-6-4-16,0-7-48 0,0 0-136 16,0-5-156-16,0-8-109 0,0 1-231 15,-4-7-260-15,-1 0-336 0,-3 1-784 16,4-1-1792-16,-11 4-1833 0</inkml:trace>
  <inkml:trace contextRef="#ctx0" brushRef="#br0" timeOffset="73808.888">29627 9712 6824 0,'0'0'1780'16,"0"0"909"-16,0 0-1945 0,0 0-588 15,0 0 188-15,0 0 752 0,0 0 716 16,116-22-20-16,-69 13-592 0,5-1-524 0,0 1-136 15,-1-2 36-15,5 3 60 0,-4 4-152 16,-4-3-168-16,4 4-224 0,0 0-92 16,-5 1-12-16,1-5-476 0,0 3-708 15,0-2-324-15,-5 0-932 0,-11-1-3453 16</inkml:trace>
  <inkml:trace contextRef="#ctx0" brushRef="#br0" timeOffset="73993.927">31404 9553 18425 0,'0'0'3977'0,"0"0"-3913"0,0 0-64 16,0 0-889-16,0 0 245 0,0 0 364 0,0 0-88 15,-88-50-1052-15,60 30-5180 0</inkml:trace>
  <inkml:trace contextRef="#ctx0" brushRef="#br0" timeOffset="79343.828">28160 4816 4652 0,'0'0'7617'0,"0"0"-6365"0,0 0-492 16,0 0-164-16,0 0 612 0,-11-63-44 16,3 52-12-16,-1 9-32 0,2-4-472 15,-5 6-284-15,-4 0-84 0,-4 8-132 16,-4 11-24-16,0 8-4 0,-8 5-12 16,0 12-8-16,0 6 8 0,1 11 0 15,3 2-20-15,0 8-80 0,4 1 64 16,4-2-68-16,12-7-4 0,4-5-60 0,4-10 60 15,8-11-40-15,8-8 92 0,0-4-40 16,7-8-8-16,5-5-4 0,0-5-112 16,4-7 108-16,0 0 4 0,0-4 44 0,0-5-44 15,0-4-364-15,-1-3-232 0,-3-3-296 16,-3 0-296-16,-5 0-560 0,-13 6-2220 16,-3-6-2377-16</inkml:trace>
  <inkml:trace contextRef="#ctx0" brushRef="#br0" timeOffset="79523.399">27853 5284 7612 0,'0'0'6269'0,"0"0"-5053"0,0 0-788 0,0 0 112 16,0 0 500-16,0 0-48 0,0 0 300 16,0 0-448-16,108-20-416 15,-68 10-160-15,4-6-208 0,0 1-48 0,-1-1-12 16,2-3-140-16,-6-1-264 0,6 2-328 15,-6-1-140-15,5-1-276 0,-4 5-892 0,-8 5-2400 16,7-6-2361-16</inkml:trace>
  <inkml:trace contextRef="#ctx0" brushRef="#br0" timeOffset="79931.034">29479 4788 6064 0,'0'0'8229'16,"0"0"-6977"-16,0 0-712 0,0 0 336 0,-99-20 44 15,63 20 228-15,-3 7-264 0,-6 6-360 16,2 2-220-16,2 8-84 0,-2 2-36 16,3 10 32-16,5 7-8 0,2 2 0 15,6 4-27-15,3 5-45 0,7 5-40 16,6-4-12-16,3-4 84 0,8-1-116 16,8-9 104-16,7-3 24 0,5-4 28 15,8-7 32-15,0-4-132 0,4-3-56 16,0-7-52-16,0-6-8 0,4 1 4 15,-5-7-60-15,1 0-44 0,0-9-96 0,-4-1-124 16,0-3-144-16,-4-3-209 16,-5 1-99-16,-2-1-184 0,-6-3-620 15,-7-1-1088-15,1 5-2433 0,-10-7-2963 0</inkml:trace>
  <inkml:trace contextRef="#ctx0" brushRef="#br0" timeOffset="80144.571">29025 4994 1564 0,'0'0'10589'16,"0"0"-8853"-16,0 0-1164 0,0 0 160 15,-4 76 208-15,4-48 364 0,0 5-192 16,0-3-300-16,0 10-336 0,0 1-256 16,4 3-156-16,-4 4-64 0,0-1-68 15,0 1-4-15,5-4-136 0,-5-2-260 16,3-4-192-16,5-6-196 0,4-4-172 15,0-6-444-15,0-3-812 0,0-6-697 0,0-7-1835 16</inkml:trace>
  <inkml:trace contextRef="#ctx0" brushRef="#br0" timeOffset="86313.717">15662 3648 2692 0,'0'0'9353'0,"0"0"-7985"16,0 0-860-16,0 0-176 0,0 0-4 16,0 0-60-16,0 0 400 0,0 0 424 15,32 66-284-15,-9-40-212 0,-2 2-164 16,3 5-208-16,0 1-16 0,-1-2 112 0,-3-1 84 16,0-1-96-16,-4-9-116 0,-4-2-104 15,0-5 48-15,0-8-88 0,0 0-40 16,-4-4 64-16,0-2 24 0,-1 0-20 0,-2 0-16 15,3-5 48-15,0-4 4 0,-1-5-112 16,2-5-168-16,-1-2-100 0,-1-5-84 16,1-3 56-16,1 1-8 0,-1-4 44 15,-1-4 64-15,-3 1-36 0,0 2-16 16,-4-3 88-16,0 1-148 0,5-3 96 16,-5 6-96-16,4 4 308 0,-1 2 4 15,1 10 0-15,4 4 8 0,0 5 0 16,0 1 0-16,4 6 112 0,4-3-24 15,4 3-40-15,0 0-20 0,4 0 8 0,4 3-36 16,-5-3-4-16,9 3-8 0,-8-3 12 16,4 0-12-16,-4 0-76 0,4 0-432 15,-4 0-528-15,-4 0-992 0,-4 0-1813 16,0 0-1871-16</inkml:trace>
  <inkml:trace contextRef="#ctx0" brushRef="#br0" timeOffset="86604.376">16252 3848 12525 0,'0'0'2516'0,"0"0"-1872"0,0 0-256 0,0 0 252 16,0 0 156-16,0 0-40 0,0 0-240 16,0 0-256-16,75 3-260 0,-62 0-48 15,-10 3-112-15,1 4 36 0,0 6-60 16,-4 3 172-16,0 4-36 0,0 5 44 15,0 4 4-15,-4-4 0 0,4-2 60 16,0-1-12-16,0-6 0 0,0-7-36 16,0-1 124-16,8-6-60 0,8 2-4 15,-4-7 16-15,8 0 8 0,3-4 4 16,2-4-100-16,-1-6-368 0,4-2-212 0,-9-3-64 16,1 4-164-16,0-1-312 0,-8 3-620 15,-4 0-1000-15,-3-8-3617 0</inkml:trace>
  <inkml:trace contextRef="#ctx0" brushRef="#br0" timeOffset="87044.611">15622 3223 9320 0,'0'0'4677'0,"0"0"-4097"0,0 0-440 16,0 0 364-16,91-23 152 0,-78 23-188 16,-1 0-172-16,-5 0-84 0,-3 3-36 15,-4 7-176-15,0 3 0 0,0-1-100 16,0 4 88-16,-8 3 12 0,-3-3 4 15,-2 0 84-15,6 0-76 0,-5-7 64 0,3 1 24 16,5-4-36-16,1 0-64 0,3 1-108 16,0-1 108-16,3 0 100 0,10 0-88 15,-1-1 0-15,8 1 0 0,-1-3-4 16,1 0-4-16,1-1 48 0,-6 2-4 16,-2-1-48-16,-6 4-160 0,-7 2-16 15,0 4 176-15,-4 3 148 0,-16 0-136 16,0 2 0-16,-3 2 100 0,-9 1-100 15,4-4 64-15,-8 2-52 0,0-1-24 16,-8-1-436-16,1 5-336 0,-9 0-404 0,16-6-1020 16,-28 9-4213-16</inkml:trace>
  <inkml:trace contextRef="#ctx0" brushRef="#br0" timeOffset="91994.607">3362 10029 7628 0,'0'0'3941'0,"0"0"-2689"15,0 0-420-15,0 0-72 0,0 0 100 16,0 0 324-16,-32-66 48 0,25 66-148 15,-1 0-176-15,-1 0-208 0,1 0-176 16,1 6-292-16,-6 4-136 0,2-4-36 16,-1 8-52-16,-1 0-4 0,2 9-4 15,3 3-96-15,-1 5-24 0,2 7 20 16,7 13 52-16,0 6 0 0,0 7-12 16,0 9 60-16,7 2 0 0,2-1 48 15,-1-5 0-15,7-8-48 0,2-10 0 0,-2-10-84 16,9-10 20-16,0-2 56 0,4-6 8 15,0-7 128-15,4-4 116 0,-4-2-136 16,4-7-108-16,0-3-48 0,-4 0 44 16,0-6-56-16,4-10 36 0,-4-7 24 15,-5-4 144-15,5-8-140 0,-4-7-4 16,0-6-104-16,0-6-44 0,-5-7-96 0,2-2-84 16,-10-7-28-16,6 1-8 15,-10-5 68-15,1 4 88 0,-8 4 36 0,0 0 12 16,0 2-36-16,-11 6-76 0,-1 2 196 15,-4 8-208-15,-1 4 148 0,-2 12 68 16,-1 6 68-16,0 7 112 0,0 10 196 16,4 2 100-16,0 7 84 0,-4 4-360 15,4 8 40-15,-4 4-48 0,-4 6-36 16,1 7 8-16,3 9 0 0,-8 6-8 16,4 7-88-16,-1 3-72 0,2 1-100 0,-1-2-160 15,0-5-272-15,9 0-244 0,-6-8-952 16,10-8-1116-16,-9 4-2653 0</inkml:trace>
  <inkml:trace contextRef="#ctx0" brushRef="#br0" timeOffset="92210.268">3378 10134 7052 0,'0'0'5037'15,"0"0"-3593"-15,0 0-1064 0,-12 67 216 16,8-32 440-16,0 3 120 0,-3 3-484 15,3 7-152-15,-5 0-212 0,5 3-108 16,4-1-152-16,-4-5-48 0,4-1-72 0,0-6-64 16,0-6-372-16,0-7-236 0,0-6-148 15,4-6-112-15,-4-4-124 0,4-2-288 16,1-7-601-16,3 0-871 0,-5-10-380 16,5 1-856-16</inkml:trace>
  <inkml:trace contextRef="#ctx0" brushRef="#br0" timeOffset="92338.799">3402 10671 892 0,'0'0'1916'16,"0"0"260"-16,0 0 724 0,0 0-708 15,0 0-519-15,91-6-121 0,-63 12 384 16,-4 6-764-16,4 1-536 0,0 3-176 0,4 3 24 16,-4-3-28-16,4 6-208 0,0-2-124 15,0 2-124-15,0-3-8 0,-1 2-104 16,1 2-396-16,0-4-480 0,0 3-456 16,0-3-564-16,-12-3-2205 0,12 6-3455 0</inkml:trace>
  <inkml:trace contextRef="#ctx0" brushRef="#br0" timeOffset="94643.796">4741 10413 5216 0,'0'0'6577'16,"0"0"-4609"-16,0 0-852 0,0 0-372 16,0 0 248-16,0 0-32 0,0 0-120 15,0 0-164-15,0 0-160 0,0 0-184 16,36-14-76-16,-12 9 60 0,8 3 16 0,7-5 68 16,5 1 112-16,8 3-183 0,0-1-161 15,4 1-156-15,7 3 196 0,1 0-124 16,4 0-24-16,3 0-48 0,5 0 72 15,4 3-72-15,7-3 48 0,1 4-12 16,4-4-36-16,-1 0 0 0,5 0 136 16,-1 0-100-16,1 0-36 0,-5 0 36 15,1 0 0-15,-4 0-48 0,-8 0 0 16,-1-4-48-16,-3-2 36 0,-4-1-48 16,0-2-136-16,-8 3-80 0,0-1-100 15,-13 4 11-15,1-3-23 0,-13 6-100 0,-7-3-48 16,-8 3-76-16,-3 0-52 0,-6-3-136 15,-6-4-636-15,-2-2-1056 0,-3 3-1569 16,-4-20-2151-16</inkml:trace>
  <inkml:trace contextRef="#ctx0" brushRef="#br0" timeOffset="94909.813">6805 10026 6188 0,'0'0'7825'0,"0"0"-7825"0,0 0-12 16,0 0 12-16,0 0 340 0,95 42 180 16,-67-34 60-16,4-1-16 0,-4 3 104 0,4 0-96 15,-4-1-312-15,0 4-196 16,-4-1-64-16,-5 4 0 0,2 3-64 0,-10 1 60 16,-3 6-4-16,-3 2-68 0,-5 7 76 15,-9 2 72-15,-10 11 56 0,-5 4-124 16,-8-2-4-16,-8 4 48 0,0 0-32 15,-4-4-16-15,-4 0-84 0,1-1-288 16,-2-5-252-16,6-2-292 0,2-10-120 16,18-10-692-16,-5-11-3117 0</inkml:trace>
  <inkml:trace contextRef="#ctx0" brushRef="#br0" timeOffset="95656.376">8152 9832 2996 0,'0'0'7656'0,"0"0"-6535"0,0 0-633 15,0 0 432-15,0 0 224 0,0 0-236 16,0 0-52-16,-96 30 36 0,76-11-184 16,-4 6-116-16,5 6-76 0,-2 7-132 15,-3 7-104-15,4 6-120 0,1 6 108 0,6 9 64 16,-2 4 120-16,7 0-136 0,3 3-48 15,5-6-184-15,0-7-76 0,5-12 4 16,6-4 124-16,10-12-136 0,-2-7-52 16,9-5 52-16,0-8 0 0,8-9 0 15,-1-3-4-15,14-12 4 0,-1-7 48 0,-1-10 20 16,5-9-68-16,-1-6-120 0,-2-4-124 16,3-6 12-16,-9 0-48 0,-3 0-36 15,0-3 44-15,-8 3-104 0,-4 0 8 16,-9-3 12-16,-2 3 48 0,-13-4 24 15,-4 1-64-15,-4 4 16 0,-9 2 136 16,-6 9 196-16,-1 7 12 0,-5 10 152 16,-2 6 32-16,3 9 140 0,-4 7-28 15,0 3-24-15,-3 7 48 0,-1 6-112 16,-4 5 72-16,-5 11 4 0,2 6-88 0,-1 2-24 16,0 5-28-16,-4 3-48 0,9-1-108 15,3-2-100-15,4-4-44 0,4-7-432 16,8 1-272-16,4-6-172 0,8-3-500 0,0-9-1068 15,4-3-1393-15,4-11-655 0</inkml:trace>
  <inkml:trace contextRef="#ctx0" brushRef="#br0" timeOffset="95976.805">8156 10062 196 0,'0'0'10156'0,"0"0"-8407"0,0 0-1081 15,-13 69 272-15,-2-34 176 0,-2 0 336 16,-2 7-404-16,-9 2-196 0,4 0-248 15,-4 1-148-15,4-1-196 0,1 1-164 16,-2-7-96-16,5 0-120 0,5-10-172 0,-2-3-212 16,10-1-116-16,7-16-72 15,0-5-304-15,0-3-440 0,11-3-176 0,6-12 24 16,2-4-345-16,5-4-415 0,4-5-148 16,0 5-20-16,0 1 1864 0,0 7 652 15,0 5 1996-15,0 4 256 0,0 6-80 0,4 0-52 16,0 9-303-16,3 7 475 15,1 3-828-15,3 0-112 0,6 6-152 0,-6 4-252 16,5 0-288-16,0-1-96 0,-4 4-176 16,-1 0-120-16,2-4-72 0,-2 0-124 15,-3-5-72-15,4-1-12 0,-4-8-388 16,0-2-272-16,-4-10 12 0,0 2 12 16,0-4-180-16,-8 0-460 0,-1-6-1212 15,-3 2-2361-15,-8-8-3091 0</inkml:trace>
  <inkml:trace contextRef="#ctx0" brushRef="#br0" timeOffset="96744.04">8092 7445 1240 0,'0'0'9693'0,"0"0"-7617"15,0 0-1236-15,0 0-432 0,0 0 352 16,0 0 548-16,0 0-100 0,0 0-132 16,0 0-348-16,0 0-228 0,0 0-108 15,-4 19 268-15,4 13-160 0,-5 13-172 16,5 11-135-16,-4 11-57 0,4 3-4 0,0 9-60 15,0 7 12-15,4 3-36 0,5 6-48 16,-5 4 4-16,0 2-4 0,3-2-48 16,2 2 48-16,3-5-8 0,-5-1-296 15,6-9 148-15,-5-10-53 0,3-6-131 16,-3-13 124-16,4-13-80 0,-4-6-80 16,0-12-176-16,-3-4-36 0,-1-9-148 15,-1-7-404-15,-3 0-584 0,0-6-668 16,0 0-1469-16,0-2-1615 0</inkml:trace>
  <inkml:trace contextRef="#ctx0" brushRef="#br0" timeOffset="97560.416">7665 4438 588 0,'0'0'11981'16,"0"0"-10517"-16,0 0-1072 0,0 0 140 15,-84 41 488-15,65-22 8 0,-5 11-260 0,4 1-272 16,-4 7-40-16,4 7-52 0,0 5-168 15,0 7-52-15,1 10 108 0,6 6-36 16,-2 6 16-16,7 4 68 0,3 0-60 16,5-4-24-16,0-3-72 0,13-6-40 15,-2-6-72-15,6-8 4 0,2-4 8 0,5-5-23 16,4-9-49-16,0-3-12 0,4-9-61 16,7-11-87-16,2-11 64 0,6-4 76 15,1-16 8-15,3-13-8 0,5-9-64 16,-3-9-208-16,-1-8-48 0,-1-2-220 15,-7-3 32-15,0 0-48 0,-5-4 160 16,-2 4 8-16,-10-3-132 0,-3-5-80 16,-4 2 32-16,-4-7-64 0,-8 3 128 15,-4-3-68-15,-4 7 8 0,-4-1 232 16,-8 4 204-16,-4 4 132 0,0 9 8 16,-8 6 72-16,1 9 192 0,-5 10 212 0,0 8 124 15,-4 7-64-15,4 10-220 0,-4 5 28 16,0 11 64-16,0 5-4 0,1 14-120 15,-5 0 20-15,4 13-12 0,-5-1 12 16,5 8-12-16,1-1-204 0,-1 0-92 0,4-4-148 16,5-5-308-16,6-7-472 0,2-6-244 15,2-7-556-15,9-10-1256 0,1-11-2777 0</inkml:trace>
  <inkml:trace contextRef="#ctx0" brushRef="#br0" timeOffset="97746.764">7665 4692 3524 0,'0'0'6732'0,"0"0"-4135"16,-20 74-1885-16,9-33-264 0,3 9 540 0,-9 10 420 15,6 1-300-15,-6 3-168 0,10-3-176 16,-1-8-200-16,-1-2-296 0,5-7-268 16,4-3 0-16,0-5-220 0,13-8-392 15,-5-6-288-15,7-3-212 0,2-9-480 16,3-7-916-16,-5-3-1473 0,9-16-1075 0</inkml:trace>
  <inkml:trace contextRef="#ctx0" brushRef="#br0" timeOffset="97897.254">7984 5277 5592 0,'0'0'7973'16,"0"0"-6701"-16,0 0-808 0,84 79 276 16,-56-47 340-16,-4 0-88 0,4-1-128 15,-5-3-56-15,5 4-268 0,-4-7-492 0,0-2-48 16,4-7-452-16,-5-3-420 0,1-1-116 15,1-2-164-15,-1-4-556 0,-9 1-844 16,-2-4-2193-16,-6-3-2963 0</inkml:trace>
  <inkml:trace contextRef="#ctx0" brushRef="#br0" timeOffset="98280.824">6968 4134 4332 0,'0'0'732'0,"0"0"4328"15,0 0-3243-15,0 0-273 0,0 0-8 16,0 0-188-16,119 6 32 0,-63-6-120 0,16 0-96 16,12 0-360-16,4-6-352 0,3 2-100 15,1-2-47-15,0-1-161 0,3-1-144 16,-7-3-8-16,0 2-88 0,-2-7-88 15,-2 0-241-15,0 1-195 0,0-1-344 0,-8-3-276 16,-5 6-556-16,-15 1-2200 0,0 1-2669 16</inkml:trace>
  <inkml:trace contextRef="#ctx0" brushRef="#br0" timeOffset="99594.846">2649 7096 2460 0,'0'0'2124'0,"0"0"1840"15,0 0-3200-15,0 0 244 0,0 0 89 16,-43-70 251-16,30 61-164 0,2 2 44 15,-6 4-388-15,2 0-112 0,-2 3 8 16,-2 3-80-16,-5 3-336 0,0 5-72 0,0 3-40 16,-1 7-108-16,6 4-52 0,-1 2-40 15,4 9-8-15,4 8-12 0,4 7-36 16,4 6-24-16,4 3 72 0,0 5 0 16,0 0-116-16,12 2 116 0,0-4 0 15,0-4 8-15,4-6 52 0,0-9-52 16,0-9 92-16,0-7-24 0,4-9-76 15,-1-5 0-15,2-5 0 0,-1-3 0 0,4-6 0 16,3 0 108-16,1-3-104 16,4-12 112-16,0-8-16 0,-1-5-52 0,6-7-48 15,-5-4-12-15,0-5-60 0,4-1-28 16,-9 1-48-16,1-3-72 0,-4-1 60 16,-4 4-48-16,0-1-76 0,-8 1 72 0,-1 3-108 15,-6-4 60-15,-5 3-152 16,0 1 288-16,-5 3 0 0,-10 4-28 0,3 2 104 15,-4 7 96-15,-4 5 64 0,4 5 4 16,-4 8 156-16,4 0-184 0,0 7 0 16,-3 0 220-16,2 3-308 0,-3 8 0 15,1 1-48-15,-1 7-52 0,-1 0-12 16,-2 4-24-16,3 2-64 0,0 0-472 16,0 0-1144-16,4-5-1404 0,-8 1-3333 0</inkml:trace>
  <inkml:trace contextRef="#ctx0" brushRef="#br0" timeOffset="99796.421">2617 7169 1252 0,'0'0'8308'0,"0"0"-7184"0,0 0-635 0,0 0 795 16,0 0 600-16,0 0-244 16,0 0-488-16,0 83-344 0,-4-61-180 0,-3 7-124 15,-2-1-148-15,1 7-124 0,1 3-180 16,-6 3-52-16,5 3 0 0,-7 1-124 15,6-4-244-15,1 1-196 0,1-7-44 16,3-13-120-16,0-3-160 0,4-13-444 16,0 1-560-16,4-7-881 0,0-3-2027 0</inkml:trace>
  <inkml:trace contextRef="#ctx0" brushRef="#br0" timeOffset="100190.81">2561 7569 3920 0,'0'0'68'0,"0"0"4332"15,0 0-2280-15,0 0-727 16,0 0-293-16,0 0-132 0,0 0-144 0,0 0-208 16,0 0 88-16,0 0 248 15,80 50-232-15,-52-26-136 0,0-3-156 0,-1 8-96 16,1 0-120-16,0-1 412 0,-7-3-256 0,3 1-252 15,-5-3-116-15,-3-4-60 16,-4-5 12-16,4 0-160 0,-4-2-184 0,-4-2-160 16,4 0-188-16,-4-2-260 0,0-1-552 15,-5-3-748-15,2-4-881 0,-5 0-2331 0</inkml:trace>
  <inkml:trace contextRef="#ctx0" brushRef="#br0" timeOffset="101105.922">3302 7131 7188 0,'0'0'2904'0,"0"0"-803"0,0 0-1297 16,0 0-116-16,0 0 264 0,0 0-20 15,0 0-112-15,0 0-84 0,0 0-240 16,-83 86-100-16,75-54-12 0,0 5-28 15,0 5 12-15,4 5-36 0,4 4 24 0,-5 1-124 16,5 1-96-16,0-2-16 0,0-4-20 16,9-2 20-16,-1-8-120 0,0-1-80 15,4-8-28-15,-4-6-112 0,3-6 108 16,2-3-256-16,2-3-60 0,-2-8-212 16,-1 3-152-16,3-5-340 0,5 0-464 15,-3-11-600-15,-2 3-2077 0,1-9-2335 0</inkml:trace>
  <inkml:trace contextRef="#ctx0" brushRef="#br0" timeOffset="101526.92">3433 7492 680 0,'0'0'4348'0,"0"0"2185"15,0 0-5261-15,0 0-1020 0,0 0-108 16,0 0 212-16,0 0 176 0,0 0 392 15,0 0-80-15,0 0-388 0,77 58-232 16,-57-39 24-16,-1 0 64 0,2 3-100 0,-1-3-76 16,-5-3-124-16,2 0 36 0,-6-6-44 15,-3-1 8-15,4-3 152 0,-4 1-80 16,0-4-68-16,4-3-16 0,-8 0 0 16,4 0-76-16,-4 0-48 0,0-3-112 15,0-4-12-15,-1-1-12 0,2-6-28 0,-1 2-36 16,0-4 16-16,0-3 96 0,0-7 124 15,-4 4 80-15,4-6-56 0,-1-2-12 16,-3-1 28-16,4 0-104 0,-4-1 64 16,9 0-124-16,-1 0 212 0,-1 7-40 15,1 3 40-15,5 2 304 0,-2 8-40 16,6-4-28-16,-6 3 40 0,10 3 56 16,-6-1-20-16,1 4-64 0,0-3-112 15,0 3-48-15,4 1-88 0,-8 0 0 0,3 0-12 16,-2 2-76-16,-1 1-36 15,-5 0-224-15,2 3-408 0,-1 0-352 16,-4 3-428-16,-4 4-901 0,0 8-2151 0</inkml:trace>
  <inkml:trace contextRef="#ctx0" brushRef="#br0" timeOffset="101816.264">3928 7543 3724 0,'0'0'7573'0,"0"0"-6137"16,0 0-796-16,0 0 424 0,0 0 236 16,0 0-220-16,0 0-348 0,0 0-320 15,0 0-228-15,80-7-148 0,-77 7-36 16,1 0-136-16,-4 0 12 0,0 11-12 16,0-2-36-16,0 7 84 0,-4 6-12 15,-3 1 28-15,-1 3 8 0,4-5 60 16,-1-2 0-16,5-3 0 0,0-7-8 0,0-2 12 15,5-4 96-15,3 1 4 0,3-4-16 16,-2 0 56-16,7-11-44 0,-5 3 4 16,6-9-100-16,-2-5-136 0,5 3-508 15,-3-7-284-15,-6 4-168 0,-3 0-832 0,1 3-2053 16,-9-6-1631-16</inkml:trace>
  <inkml:trace contextRef="#ctx0" brushRef="#br0" timeOffset="102210.24">3433 7024 3524 0,'0'0'9537'16,"0"0"-8365"-16,0 0-1020 0,0 0 604 0,0 0 392 15,0 0-312-15,0 0-464 16,0 0-272-16,0 0-100 0,0 0-100 16,0 0-24-16,77-39 0 0,-73 48 12 0,-4 7 64 15,3 0 48-15,-3 3 0 0,0 3 8 16,-3 0-8-16,-1-2-140 0,0-1-96 16,4-6 100-16,0-1-52 0,0-2-52 15,0-4 12-15,8 3 92 0,-1-5 108 16,6 2 20-16,2 0 8 0,2-3-12 15,2 4 12-15,-3-1 12 0,0 1 40 0,0 2-4 16,-4 0 28-16,-4 5 136 0,0-2-132 16,-4 1-16-16,-4 2-12 0,0 2-52 15,-4 1-80-15,-4-1-176 0,-4 1-308 16,4-2-320-16,-3-3-616 0,2-7-1005 16,1 0-2599-16</inkml:trace>
  <inkml:trace contextRef="#ctx0" brushRef="#br0" timeOffset="102460.013">4283 7077 4680 0,'0'0'8693'16,"0"0"-7677"-16,0 0-360 0,0 0 264 15,0 0-80-15,80 15-96 16,-69-1 64-16,6-3-316 0,-6 6-224 0,5 2-32 15,-4 0-116-15,0 3-60 0,-5 8-56 16,-2 0 0-16,-5 8-4 0,-5 4-100 16,-10 6-220-16,-5 2-208 0,-3 0-164 15,-9-1-100-15,-1-2-236 0,-3-1-560 0,-3-2-780 16,7-13-2097-16,-24 11-2787 0</inkml:trace>
  <inkml:trace contextRef="#ctx0" brushRef="#br0" timeOffset="102873.893">3227 8238 4332 0,'0'0'6605'0,"0"0"-5537"0,0 0-968 16,0 0 656-16,0 0 148 0,0 0-180 15,0 0-132-15,0 0 188 0,0 0 28 16,60 74-224-16,-52-43-176 0,-1 8-120 15,1 5-32-15,5 6 4 0,-2 8 36 16,2 5-12-16,-6 4-76 0,1 3-196 0,0-3 76 16,0 3 32-16,-4-3 4 0,0-1-80 15,0-6-44-15,-4-6-48 0,4-3 48 16,-4-7-4-16,0-6-8 0,0-6-60 16,0-6-4-16,0-4-132 0,0-6-172 15,0-6-276-15,0-7-348 0,0 0-424 16,4-3-820-16,-4 0-1893 0,0-10-1551 0</inkml:trace>
  <inkml:trace contextRef="#ctx0" brushRef="#br1" timeOffset="124942.702">13072 9290 12501 0,'0'0'1856'0,"0"0"-1108"0,0 0-612 16,0 0 144-16,0 0 424 0,0 0-52 16,-76 31 68-16,48-8-200 0,0 2-216 15,-3 7-300-15,-1 3 240 0,4 0-108 16,-4 3-64-16,4 0-24 0,5-3-48 15,2-4-24-15,9-8 24 0,4-8 0 16,8-2-72-16,0-3 68 0,4-1-68 16,9 1 72-16,-2 0 88 0,6-1-40 0,2 1 24 15,1-1-72-15,0-3 12 0,-4 4 44 16,4 0-56-16,-8-4-4 0,4 6-8 16,-4-2 12-16,-5 6 136 0,2 0-40 15,-5 6-92-15,0 1 108 0,-4 5 48 16,0-3-160-16,0 0 72 0,-4-2-72 0,0-1 36 15,-5-6-36-15,6 0-8 0,-1-7-88 16,0-3-112-16,0-6-100 0,4 0-224 16,0-6-256-16,0-7-32 0,8-8-476 15,-1-8-436-15,10-6-1020 0,-2-3-1585 16,2 5-2414-16,2-7 6751 0</inkml:trace>
  <inkml:trace contextRef="#ctx0" brushRef="#br1" timeOffset="125092.463">13200 9651 4760 0,'0'0'92'0,"0"0"4956"15,0 0-3695-15,0 0-209 0,0 0-84 16,0 0 156-16,0 0 184 0,43 83-384 0,-43-57-76 16,-7-1-160-16,-1-3-316 0,3 0-256 15,-3-8-208-15,4-6-128 0,-3-2-636 16,3-6-312-16,4 0-272 0,-5-2-580 16,5-4-2169-16,-4-14-2499 0</inkml:trace>
  <inkml:trace contextRef="#ctx0" brushRef="#br1" timeOffset="125231.921">13307 9445 6140 0,'0'0'6057'15,"0"0"-5497"-15,0 0-212 0,0 0 604 16,0 0 276-16,0 0-120 0,0 0-460 16,0 0-648-16,0 0-64 0,0 0-612 15,0 0-620-15,56 6-968 0,-52 0-3753 0</inkml:trace>
  <inkml:trace contextRef="#ctx0" brushRef="#br1" timeOffset="125555.44">13550 9683 7840 0,'0'0'2988'0,"0"0"-1651"0,0 0-621 0,0 83 304 16,-8-57 688-16,5-1 68 0,-2-3-280 15,1-4-516-15,0-4-428 0,0-2-224 16,4-5-144-16,0 2-184 0,0-5-12 15,0-1-112-15,0-3-92 0,8 0-312 16,-4 0 136-16,4-7 112 0,0-2-28 16,4-5-72-16,0 0-88 0,0-5-188 15,4 2-240-15,-4-2-172 0,-1 4-8 16,-2-2 152-16,3 5 172 0,-1 2 188 16,-2 4 244-16,3 3 268 0,-5 3 52 0,2 0 512 15,-5 6 332-15,3 7 8 16,-3-1-52-16,-4 5-20 0,4 2-52 15,-4-1-216-15,0 2-188 0,0-1 148 0,0-4-64 16,0 1-76-16,0-3-280 0,0-3-52 0,0-1-212 16,4-6-444-16,1 0-264 0,6-3-448 15,-3 0-876-15,5-15-2445 0</inkml:trace>
  <inkml:trace contextRef="#ctx0" brushRef="#br1" timeOffset="125793.255">14096 9712 7128 0,'0'0'5309'0,"0"0"-3553"0,0 0-732 15,0 0-220-15,0 0 64 0,0 0 160 16,-67 67-124-16,54-47-416 0,5-2-228 16,1 1-52-16,2 0-100 0,1 0-104 0,4-3-4 15,0-3-84-15,0-4-40 0,4-3-180 16,5-6-88-16,2 0-64 0,2 0-52 15,2-6-136-15,2-3-164 0,-2-7-652 16,1 5-1468-16,4-8-3169 0</inkml:trace>
  <inkml:trace contextRef="#ctx0" brushRef="#br1" timeOffset="126071.748">14295 9794 3920 0,'0'0'10165'0,"0"0"-8825"0,0 0-976 16,0 0 216-16,0 0 44 0,0 0 220 15,0 0-128-15,0 0-484 0,0 0-168 0,0 0-64 16,84 7-12-16,-64-33-336 0,0 1-292 16,0-3-16-16,-5-1 32 0,2 4 44 15,-6 0 164-15,-2 8 228 0,-5 1 188 16,-4 7 168-16,0 2 260 0,-9 1-124 16,-6 6 244-16,-2 0-136 0,-2 4-240 15,-5 5 52-15,4 10 76 0,-5 4-16 16,6 5-64-16,3 7 4 0,-4-1 32 15,4 5 40-15,1-1 0 0,2 0-16 16,1-3-120-16,9-3-160 0,-1-10-84 0,4-3-96 16,4-3-324-16,7-7-52 0,6-3-96 15,-2-1-180-15,9-5-460 0,4 0-1120 16,-4-5-2713-16,20-4-1987 0</inkml:trace>
  <inkml:trace contextRef="#ctx0" brushRef="#br1" timeOffset="126485.194">15195 9817 1800 0,'0'0'11817'16,"0"0"-9769"-16,0 0-1440 0,0 0 64 16,101 22 384-16,-58-10-144 0,9-6 20 0,-1 1-308 15,5-7-344-15,0 0-168 0,4-9-108 16,-4-3-4-16,4-7-12 0,-9-11-220 16,1 2-232-16,-4-10-196 0,0-3-140 15,-13 0-312-15,2-4-1092 16,-14 10-3029-16,-3-16-4375 0</inkml:trace>
  <inkml:trace contextRef="#ctx0" brushRef="#br1" timeOffset="126690.291">15762 9255 4044 0,'0'0'10837'0,"0"0"-9301"0,-8 105-824 15,8-52-140-15,0 10 724 0,0 8 52 16,0-1 76-16,0-4-671 0,0 4-501 15,0-10-252-15,4-5-64 0,4-11-384 16,-1-12-85-16,1-13-3 0,8-13 84 0,5-6 0 16,2-19 36-16,5-16-148 0,7-9-444 15,-3-10-840-15,1-6-1252 0,-14 12-1977 16,9-25-955-16</inkml:trace>
  <inkml:trace contextRef="#ctx0" brushRef="#br1" timeOffset="127160.373">16132 8969 3116 0,'0'0'8529'0,"0"0"-6753"0,0 0-580 16,0 0-480-16,0 0-112 0,4 107 252 0,-4-52 396 16,-4 11-140-16,0 8-172 0,4 5-132 15,0 3-176-15,0 4-231 0,0-3-157 16,0-3-244-16,0-11-36 0,0-12-88 16,8-13-205-16,4-12 65 0,4-9-28 15,3-14-28-15,2-6-128 0,7-3 68 16,0-12-72-16,3-4-28 0,1-10-220 15,4 5-268-15,-4-2-180 0,0 2 52 16,-1 4 224-16,-3 7 72 0,-3 4 252 0,-1 3 268 16,-5 3 280-16,-3 0 216 0,0 6 588 15,-4 7 212-15,-4-7-72 0,4 5-252 16,0-6-268-16,-4-2-160 0,3-3 20 16,2 0 116-16,-1-8 32 0,0-6-348 15,4-2-84-15,0-6-220 0,-1-7-92 0,2 4 104 16,-2 0 44-16,-2 0 80 0,2-1-28 15,-7 8 60-15,-3 1 52 0,-1 4 52 16,-4 4 96-16,-4 2 52 0,-13 4 72 16,2 3 12-16,-5 7-36 0,-4 5 60 15,-1 7-220-15,2 10 96 0,3 3 160 16,0 6 132-16,0 3 64 0,8 0-248 16,0 1-292-16,5-4-12 0,2-6-196 15,5-4-256-15,0-9-64 0,8-3 196 16,4-7 12-16,8-5-12 0,3-4-88 15,10-4 60-15,3-5-372 0,4-4-488 0,8-3-500 16,3 0 560-16,1 4 240 0,-12-1-3185 16</inkml:trace>
  <inkml:trace contextRef="#ctx0" brushRef="#br1" timeOffset="127584.411">17833 9462 6704 0,'0'0'5269'16,"0"0"-4245"-16,0 0 184 0,103 19-96 15,-71-1 420-15,-4 11-300 0,-4 0-88 16,-3 8-248-16,-10-2-252 0,2 4-180 0,-5-1-64 16,-1-4-192-16,-3-5-208 0,0-10-12 15,0 0-208-15,-4-9-240 0,0-7-224 16,0-3-220-16,0 0-276 0,0-9-532 16,-4-1-2184-16,-4-16-2485 0</inkml:trace>
  <inkml:trace contextRef="#ctx0" brushRef="#br1" timeOffset="128111.456">18013 9192 8960 0,'0'0'4917'0,"0"0"-4057"16,0 0-732-16,0 0 388 0,0 0-24 0,0 0-180 16,0 0-272-16,0 0-40 0,79-7-280 15,-71 10-484-15,4 10-184 0,1 3 56 16,-2 5-296-16,1 5-45 0,0 9 341 15,0 0 892-15,-4 3 24 0,0 3 1025 16,-4 1-9-16,0 2 32 0,-4 1 160 16,0-1 68-16,0-6-156 0,-4 0-100 15,4-9-120-15,0-4-324 0,0-9-292 16,0-3-148-16,8-3-88 0,0-7-72 16,4-3 4-16,4-7 8 0,0-6-12 15,7-9-84-15,1-6-176 0,0-5-180 16,4 0-16-16,-4-3 76 0,0 5 180 0,-4 5 124 15,-4 7 68-15,0 10-36 0,-9 2 44 16,6 7 64-16,-5 3 232 0,-4 7 296 16,-1 3-40-16,1 2-124 0,1 1-108 15,-5 3-40-15,0-3 0 0,4 0 96 0,0-3 60 16,0-6-179-16,0-2-109 16,-1-2-52-16,1-3-36 0,9 0-60 15,-5 0 0-15,7-8-72 0,1-6 12 0,5-2-124 16,-2 4-85-16,-3-4 53 0,4 7 20 15,-4-1 88-15,4 7 32 0,-4-1 4 16,0 4 0-16,0 0 72 0,0 7 4 16,-4 6 216-16,-1-1 36 0,-2 4-52 15,2 3-20-15,-3-2-39 0,1 2-133 16,-5-5 44-16,3 0-56 0,1-2-60 16,1 1-85-16,-1-3-487 0,3-1-404 0,6-2-288 15,-2-1-996-15,5-6-2476 0,-4 0-2801 16,15-10 3969-16</inkml:trace>
  <inkml:trace contextRef="#ctx0" brushRef="#br1" timeOffset="128437.362">19276 9426 40 0,'0'0'10668'0,"0"0"-5847"0,0 0-3753 0,0 0-248 16,-84 61 420-16,56-30 132 0,4 8 128 15,-3-2-227-15,6-2-293 0,5-7-268 16,4-4-324-16,9-9-388 0,3-8-48 15,0-4-196-15,3-3 52 0,14 0 96 16,-2-7 24-16,6-5-132 0,6-7-88 16,1-6-96-16,-1-1-120 0,1-3 12 15,-3-2 12-15,-1 2-53 0,0 4 1 0,-5 3 48 16,-6 3 112-16,-2 6 80 0,-3 7 88 16,-4 6 208-16,-4 0 196 0,0 0 268 15,0 6 64-15,0 7-40 16,0 1-136-16,0 6-60 0,0 2-27 0,0 0 39 0,0 4 0 15,0-4-52-15,0-3-92 16,0-6-156-16,0-4-4 0,5-6-172 0,2 1-300 16,1-4-48-16,5 0 7 0,-2-7-131 15,1-2-344-15,0-1-1220 0,0 1-2856 16,-4 0-3757-16</inkml:trace>
  <inkml:trace contextRef="#ctx0" brushRef="#br1" timeOffset="129028.223">19630 9515 8808 0,'0'0'5705'15,"0"0"-4657"-15,0 0-608 0,0 0-172 16,0 0 20-16,-92 54 184 0,69-22 572 0,-5 13-172 15,4 2-232-15,0 0-76 0,8-2-148 16,4-6-200-16,4-8-216 0,4-12-64 16,4-6-276-16,8-10-124 0,4-3-16 15,8-9 112-15,4-10 36 0,4-7-52 16,0-6-84-16,4 0 36 0,0 0-104 0,3 7 88 16,-3 0 56-16,4 9 140 0,-8 6 200 15,4 8 52-15,-8 2 92 0,-4 9 440 16,-1 7 68-16,-6 9-68 0,-2 7-96 15,-7 3 20-15,4 6-208 0,-8 7 32 16,0 2 76-16,0 11-24 0,-4 3-12 16,-4 2 20-16,-3 7-96 0,-6 3 12 0,-3 0 12 15,-3 1-12-15,-1-5 60 0,0-8 197 16,-4-7 115-16,4-6-216 0,4-10-180 16,-4-12-136-16,9-7-36 0,-5-12-60 15,7-10-48-15,-2-10-268 0,3-12-120 16,3-13-12-16,2-12 72 0,3-11-181 15,4-9-163-15,0 0-320 0,7-5-608 16,6 2-976-16,-5 16-1961 0,3-16-1895 0</inkml:trace>
  <inkml:trace contextRef="#ctx0" brushRef="#br1" timeOffset="129375.203">19957 9657 9520 0,'0'0'5365'15,"0"0"-4821"-15,0 0-232 0,0 0 88 0,0 0-20 16,80 68 120-16,-61-68-104 0,9 0-280 16,0-13-116-16,4-6-60 0,4-6-340 15,-4-7-284-15,-1-3-172 0,1-3-92 16,-8 3 152-16,1 0 92 0,-10 4 156 16,1 1 240-16,-8 5 308 0,-4 0 0 15,-4 9 396-15,-4 0 384 0,-7 6 136 16,-6 4-20-16,-2 6-368 0,-5 4-76 15,0 15 64-15,-4 9-56 0,0 7-48 16,0 9 84-16,5 10 304 0,-2 3 84 16,5 7-224-16,5 3-196 0,2-4-52 0,2-3-132 15,7-8-196-15,4-8-84 0,0-12-8 16,15-7-124-16,2-8-88 0,14-9-108 16,5-4-72-16,7-4 32 0,10-7 88 15,-1-9-308-15,4-3-620 0,-5-3-788 16,-11 6-2552-16,11-9-2897 0</inkml:trace>
  <inkml:trace contextRef="#ctx0" brushRef="#br1" timeOffset="130225.741">16587 11058 7928 0,'0'0'4029'0,"0"0"-3453"0,0 0-116 15,0 0-244-15,3-82 156 0,-6 70 224 16,-10-2 404-16,1 8 4 0,-4 6-176 15,-3 0-120-15,-1 3-448 0,-8 9-212 16,3 5-36-16,-3 6 76 0,0 2 48 16,5 2-36-16,-1 3 84 0,8-2-36 0,0-3-36 15,12-2-40-15,1-4-28 0,3-6-44 16,3-1-124-16,9-2 64 0,8-1 0 16,0-3-4-16,8-2-8 0,-4-2-40 15,4 3-24-15,-8-3 88 0,3 2-4 16,-3-1 40-16,-8 6 8 0,1-2 4 15,-6 5 12-15,-3 4 164 0,0 3 20 16,-4 3-72-16,0 0-40 0,-4-3-32 16,-7 4 56-16,3 0-20 0,-9-4-4 0,6-1-76 15,-2-2 56-15,2-6-60 0,-1-1-4 16,3-9-396-16,2 3-96 0,3-3-164 16,4-6-264-16,0-3-588 0,4-4-532 15,0 3-2213-15,12-6-1791 0</inkml:trace>
  <inkml:trace contextRef="#ctx0" brushRef="#br1" timeOffset="130678.976">17036 11112 3708 0,'0'0'4452'0,"0"0"-39"15,0 0-3189-15,0 0-36 0,0 0 212 16,0 0-552-16,-88 25-104 0,73-2 280 16,-5 9-180-16,4 2-244 0,4 5-100 15,0-1-76-15,4 0-32 0,5-3-127 0,3-10-201 16,0-3-64-16,3-6-160 15,5-7 39-15,4-6-135 0,4-3-120 0,0-3-76 16,4-6-48-16,0-7-100 0,3-6 136 16,-2-3-80-16,-1 2-36 0,-1 4-76 15,-2 4 160-15,2 8 172 0,-3 4 160 16,1 3 164-16,-6 3 344 0,1 10 80 0,0 3 112 16,-4 7 8-16,0-2-76 0,-4 2-76 15,-1 2 4-15,2 0-32 0,-5-2 4 16,0-1 12-16,4-6-28 0,-4-4-192 15,4-6-160-15,0-6-172 0,0 0-268 16,3-3-144-16,2-6 44 0,-1-10-184 16,3-3-328-16,6-11-1024 0,-6 12-2252 15,6-24-1813-15</inkml:trace>
  <inkml:trace contextRef="#ctx0" brushRef="#br1" timeOffset="130879.717">17431 10703 600 0,'0'0'11321'0,"0"0"-9673"16,0 0-1148-16,0 0 104 0,0 69 544 16,-4-23 304-16,4 1-76 0,0 10-212 0,0-1-320 15,4 5-248-15,4 3-316 0,-1-7-160 16,2 3-120-16,-1-9-12 0,3-7-180 16,-2-6-172-16,3-13 92 0,-5-6-20 15,6-5-120-15,-5-11-68 0,-1 1-244 16,1-4-276-16,1-7-668 0,-9 0-1240 15,0-12-2857-15</inkml:trace>
  <inkml:trace contextRef="#ctx0" brushRef="#br1" timeOffset="131038.556">17300 11185 5824 0,'0'0'8157'0,"0"0"-6753"0,0 0-1076 0,0 0 352 15,0 0 504-15,0 0 196 0,0 0 140 16,99 35-592-16,-67-35-479 0,0 0-145 15,3-2-196-15,-3-9-108 0,0-1-124 16,0-5-229-16,-4-1-351 0,4-5-324 16,-4 1-480-16,-8 7-1196 0,4-7-3221 0</inkml:trace>
  <inkml:trace contextRef="#ctx0" brushRef="#br1" timeOffset="131192.459">17889 11106 6400 0,'0'0'6797'0,"0"0"-5753"0,8 72-816 15,-8-46 352-15,0 7 604 0,0-5 672 16,0-3-404-16,0-6-828 0,0-6-612 16,0-7-12-16,0-3-160 0,0-3-380 0,0 0-380 15,0-6-368-15,0-4-996 0,-8-9-4089 0</inkml:trace>
  <inkml:trace contextRef="#ctx0" brushRef="#br1" timeOffset="131319.372">17857 10953 1540 0,'0'0'11257'0,"0"0"-9617"16,0 0-1184-16,0 0-368 0,84-25-88 15,-61 15-240-15,2 4-12 0,-5-3-1068 16,-5 2-1221-16,13-2-3567 0</inkml:trace>
  <inkml:trace contextRef="#ctx0" brushRef="#br1" timeOffset="131575.799">18280 10985 6564 0,'0'0'4853'0,"0"0"-2461"0,-16 66-1456 16,4-39-76-16,-4 1 220 0,4-3 76 16,-4-3 272-16,8-3-472 0,0-2-528 0,4-11-272 15,4 0-156-15,4 0-8 0,8-2 8 16,4-1 0-16,0-3 0 0,4 4-108 16,4-4 24-16,-5 0-28 0,-2 2-32 15,-2 1 76-15,-2 4 68 0,-9 0 112 0,3 4 84 16,-7 3 120-16,0 2 36 15,0 2-48-15,-7 5-23 0,-6-5-85 0,1 5-100 16,-4-5-12-16,-3 1-84 0,-2-2-52 16,6-8-228-16,-5 1-245 0,3-6-411 15,2-4-228-15,3-4-216 0,4-9-1172 16,4 1-2149-16,-4-14-3595 0</inkml:trace>
  <inkml:trace contextRef="#ctx0" brushRef="#br1" timeOffset="131782.489">18578 11293 10332 0,'0'0'8005'0,"0"0"-6233"16,0 0-920-16,0 0 49 0,0 0-221 16,0 0-112-16,0 0 108 0,0 0-144 15,96 48-220-15,-60-48-180 0,4-10-132 16,3-2-48-16,-2-4-240 0,-2 0-144 15,-3-3-124-15,0-3-292 0,-4-4-233 16,-4 1-615-16,-8-1-1128 0,-9 7-2728 16,2-9-3597-16</inkml:trace>
  <inkml:trace contextRef="#ctx0" brushRef="#br1" timeOffset="132042.755">18825 10934 11509 0,'0'0'1840'0,"0"0"-732"15,-15 86 200-15,11-41 60 0,-1 2 264 16,5 1-148-16,0 6-400 0,0 3-415 0,0 0-257 16,0 7-168-16,-4 2-88 0,0 1-32 15,0 3-4-15,1-7-48 0,-1 1-24 16,0-3-48-16,0-7-56 0,-1-4 8 16,1-9-48-16,0-3-232 0,1-7-72 15,3-5 24-15,-4-6 23 0,4-11-83 0,0-3-104 16,0-6-144-16,0-2-248 15,0-11-388-15,11-7-844 0,6-6-464 0,7-11 367 16,-1-8 373-16,-7 8-5480 0,16-33 6220 0</inkml:trace>
  <inkml:trace contextRef="#ctx0" brushRef="#br1" timeOffset="132194.075">19419 11455 3008 0,'0'0'9577'0,"0"0"-6797"0,16 76-1724 16,-20-43-232-16,-4 4 340 0,-4 5 556 15,-4-4-112-15,0-4-519 0,4-5-677 16,5-13-388-16,-2-7-24 0,5-9-300 0,0 0-428 16,0-12-465-16,-3-11-355 15,3-5-1100-15,-1 3-2796 0,-3-19-3453 0</inkml:trace>
  <inkml:trace contextRef="#ctx0" brushRef="#br1" timeOffset="132325.647">19308 11115 13417 0,'0'0'2756'0,"0"0"-1980"16,0 0-92-16,80 19-252 0,-61-9 4 16,1-4 692-16,-1 1-624 0,-2 0-504 15,-2-5-320-15,6 4-588 0,-1 0-388 16,-1 1-228-16,-2-3-1080 0,-2 8-4641 0</inkml:trace>
  <inkml:trace contextRef="#ctx0" brushRef="#br1" timeOffset="132575.646">19721 11408 6976 0,'0'0'5773'15,"0"0"-3057"-15,25 70-1248 0,-18-55-300 0,6 4-268 16,-2-9-152-16,2-4 448 0,2-6-492 16,6-3-375-16,-2-13-329 0,5-9-145 15,-4-4-319-15,0-3-120 0,0-2-124 0,-4 2 0 16,0 3 116-16,-9 4 188 16,-7 3-164-16,0 6 208 0,-7 2 360 0,-9 9 272 15,0 5 236-15,-4 0 44 0,-3 12 64 16,-2 11-52-16,1 5-64 0,0 4-24 15,1 9 24-15,-1 0 45 0,4 1 51 16,-1-1-52-16,6-3-204 0,-2-6-340 16,10-7-64-16,3-8-480 0,4-9-216 15,0-4-105-15,11-4-35 0,6-12-204 16,3-5-1072-16,-4-1-2636 0,12-18-3657 0</inkml:trace>
  <inkml:trace contextRef="#ctx0" brushRef="#br1" timeOffset="132842.499">20264 11182 13373 0,'0'0'4620'0,"0"0"-3952"0,0 0 44 0,0 0 376 16,-21 83 313-16,6-52 111 0,-5 1-616 15,4-3-452-15,8-8-296 0,0-4-148 16,8-1-68-16,0-7-164 0,8-3-8 16,8 1-24-16,4-3 44 0,3-4 28 15,5 0-136-15,4 0-80 0,4-4-28 16,-4 4 132-16,5 0 304 0,-2 0 48 15,1 4-48-15,-8 2 0 0,-8 6 52 16,-4 1 276-16,-5 0 156 0,-6 2-208 16,-5 1-80-16,-5 3-88 0,-10 0-48 15,-9 7-60-15,-8-5-36 0,-4 2-156 16,-3 0-100-16,-6-1-216 0,-6-3-268 0,-5 3-393 16,-8-3-1183-16,12-7-3492 0,-23 4-5981 0</inkml:trace>
  <inkml:trace contextRef="#ctx0" brushRef="#br1" timeOffset="134798.877">21658 11357 1356 0,'0'0'10965'0,"0"0"-9281"16,0 0-1216-16,0 0 100 0,0 0 464 15,0 0 232-15,92 38-152 0,-64-32-312 16,7-6-308-16,-3 0-224 0,5 0-132 15,-1-6-52-15,-5-4-84 0,5-3 0 16,-4-2-84-16,-4-1-396 0,4-6-120 0,-4-4-212 16,-4 1-392-16,-1-4-980 0,-3 10-2201 15,-4-9-1631-15</inkml:trace>
  <inkml:trace contextRef="#ctx0" brushRef="#br1" timeOffset="135293.119">21961 10947 704 0,'0'0'9820'16,"0"0"-8623"-16,0 0-749 0,0 0 28 15,0 0 60-15,0 0 240 0,0 0 188 16,0 0-324-16,0 0-388 0,0 0-204 16,0 0 16-16,-68-22 60 0,68 25 108 15,-3 3 104-15,3 1 100 0,-4 2-136 0,0 7-52 16,4 0 0-16,-5 3 12 15,1 6 24-15,4-3-52 0,-4 8-84 0,0-2 52 16,4 0-28-16,-3 4 0 0,3-1-76 16,0 4-36-16,0 4-8 0,0-1-40 15,0 3-8-15,0 4 0 0,0-1 0 0,0 1 0 16,3 2 56-16,1-2 64 0,0-3 8 16,5 2-44-16,-1-3-16 0,-1-3-24 15,1-1 4-15,1 1 20 0,-5-3-72 16,3 1 84-16,1-4-72 0,-4-1 40 15,5-3-44-15,-6-2 76 0,1 0 0 16,0-4-8-16,-4-3 8 0,0 3-84 16,0-3-4-16,0-3 4 0,-8 3 4 15,5-6-4-15,-10 3-48 0,5-3-12 16,-8-5 56-16,4 3-4 0,-3-3-4 16,-2-1 12-16,1-3-8 0,-3-1-76 15,-2-3-36-15,-3 0-88 0,1 0-172 16,-1-7 160-16,-4 0-100 0,4 2-36 0,0-4 84 15,5-4-196-15,-6 3-16 0,5-3-24 16,1-6-264-16,2 4-340 0,2-8-648 16,2 7-1085-16,-2-12-2179 0</inkml:trace>
  <inkml:trace contextRef="#ctx0" brushRef="#br1" timeOffset="135792.061">22698 11315 168 0,'0'0'264'15,"0"0"9768"-15,0 0-8231 0,0 0-765 16,0 0 16-16,0 0 36 0,0 0 168 16,0 0-384-16,0 0-392 0,-32 70-144 0,28-37 32 15,4 4 124-15,0 4 84 0,0 0-196 16,0 5-136-16,4-3-36 0,0-1-100 16,4-1 4-16,1-3-48 0,2-2-64 15,1-5-72-15,4-6 60 0,0-2-88 0,8-7-120 16,0-4-156-16,4-6-188 0,0-2-100 15,4-4 48-15,3 0-348 0,-3-7-540 16,4-2-1064-16,-12-1-2317 0,8-6-3351 0</inkml:trace>
  <inkml:trace contextRef="#ctx0" brushRef="#br1" timeOffset="137610.873">23192 11369 9048 0,'0'0'5537'16,"0"0"-4389"-16,0 0-1048 0,0 0-92 16,0 0 500-16,0 0 88 0,96 20 460 15,-72-14-316-15,4-4-432 0,0-2-136 16,0 0-72-16,4-2-100 0,-1-4-4 16,-3-7-144-16,4-3-532 0,-4 0-220 15,-5 0-320-15,-2 0-648 0,-5 4-1997 0,-4-1-2575 16</inkml:trace>
  <inkml:trace contextRef="#ctx0" brushRef="#br1" timeOffset="137876.708">23484 11369 6856 0,'0'0'2892'0,"0"0"-767"16,0 0-1085-16,0 0-236 0,0 0 248 15,0 0 80-15,-37 79-28 0,29-56-260 16,4-4-352-16,-3 3-180 0,3-3-20 15,-1 7 4-15,1 0-36 0,4-1-40 16,-4 4-52-16,4 2-68 0,0 1-4 16,0 0-88-16,0-4 80 0,8-5 8 15,1-2-84-15,-2-5 76 0,5 1-88 16,4-8-80-16,0-4-52 0,8 2-64 0,0-7-208 16,8-3-64-16,3-9-60 15,5-8-176-15,4-6-140 0,0 1-348 16,0-3-892-16,-8 3-2173 0,7-7-3179 0</inkml:trace>
  <inkml:trace contextRef="#ctx0" brushRef="#br1" timeOffset="140059.91">5108 7054 2812 0,'0'0'9609'0,"0"0"-8273"16,0 0-1336-16,0 0 0 0,0 0 180 16,0 0 464-16,0 0-64 0,0 0-224 15,28-66-156-15,-9 44-112 0,1-1-76 16,8-3 88-16,4 1 64 0,4 3 104 15,3-3 28-15,6-1 56 0,2 1-116 16,-3 0-188-16,0-3-48 0,4-8-44 0,-1 1-480 16,1-6-608-16,5-3-408 0,-2-5-552 15,1 2-905-15,-17 12-963 0,21-15 796 0</inkml:trace>
  <inkml:trace contextRef="#ctx0" brushRef="#br1" timeOffset="140231.052">6107 6200 1880 0,'0'0'1236'0,"0"0"-844"0,0 0 5496 16,0 0-4211-16,60-72-737 0,-47 53-200 15,-2-4 64-15,5-2-244 0,8-4-140 16,0 1-40-16,4-8-40 0,0 4-16 0,4 1-60 16,-1-1 104-16,-3 4 44 0,0-1-36 15,-3 7-152-15,-2 0-76 0,-3 6-84 16,-9 0-60-16,6 4-4 0,-9-1-100 16,-5 7-448-16,1-5-232 0,-4 5-200 15,0 0-352-15,0 4-1112 0,-15-2-3321 0</inkml:trace>
  <inkml:trace contextRef="#ctx0" brushRef="#br1" timeOffset="140492.985">6311 5740 8612 0,'0'0'1476'0,"0"0"-1024"16,0 0 425-16,0 0 343 0,0 0 16 0,0 0-272 15,0 0-372-15,0 0-228 0,0 0-116 16,0 0-4-16,0 0 32 0,84-42-28 15,-61 42 40-15,-3 0-28 0,4 0-76 16,-5 0 4-16,2 5-176 0,-5-3-12 16,0 4-8-16,-4 5-68 0,-4 1-196 15,0 4 0-15,-8 2 160 0,0 11 104 16,-4 9-156-16,-8 7-172 0,-4 6-44 16,-5 6-20-16,-2 6-168 0,-1 1-520 15,-4-1-656-15,4 1-1157 0,-4-10-1739 16,4-14-131-16</inkml:trace>
  <inkml:trace contextRef="#ctx0" brushRef="#br1" timeOffset="140866.746">5701 7013 7644 0,'0'0'6781'0,"0"0"-5821"16,0 0-732-16,0 0 464 0,95-6 392 15,-54-4-204-15,-1 4-204 0,-1-3-120 16,5-4-180-16,0 0-156 0,-5-2-168 16,2-4-52-16,-5 0-196 0,-1-4-480 15,-7 2-380-15,0 0-372 0,0 0-1052 16,-12 8-1933-16,-5-3-1987 0</inkml:trace>
  <inkml:trace contextRef="#ctx0" brushRef="#br1" timeOffset="141075.366">6103 6947 1396 0,'0'0'10889'0,"0"0"-9257"0,0 0-1212 0,-35 91 136 16,23-55 500-16,3-1 148 0,5 3-212 15,1-3-104-15,3-4-288 0,0 5-172 16,0-8-132-16,0 1-64 0,7-7-28 0,6 0 104 15,-2-9 164-15,6-1-35 16,-2-5-217-16,9-1-220 0,1-6-36 0,3 3-124 16,3-3-93-16,1-3-283 0,8-7-96 15,-1-2-40-15,6-4-100 0,6 0-400 16,-14-1-1252-16,17-11-3477 0</inkml:trace>
  <inkml:trace contextRef="#ctx0" brushRef="#br1" timeOffset="142160.634">24225 11341 1420 0,'0'0'10605'15,"0"0"-9097"-15,0 0-796 0,0 0 84 16,-53 77 336-16,46-49 32 0,-2 4-164 16,5 5-320-16,0 5-300 0,4 2-48 15,4 4-52-15,0 3-36 0,5-1-124 16,-2 1-120-16,1-3-12 0,-4-1-52 16,5-6 16-16,-2-6 40 0,5-6 4 15,-4-7-104-15,4-6-4 0,0-6-204 0,4-3-52 16,0-5-200-16,0-2-160 0,-1-2-40 15,2-8-240-15,2-3-444 0,-2-6-644 16,-6 2-1753-16,6-11-1767 0</inkml:trace>
  <inkml:trace contextRef="#ctx0" brushRef="#br1" timeOffset="142558.649">24551 11604 7140 0,'0'0'3176'0,"0"0"-1143"0,0 0-997 16,0 0-364-16,31 77 88 0,-23-52 524 15,5 1-44-15,-2-5-104 0,2-2-592 16,2 1-288-16,-2-8-8 0,2 0-64 16,-3-2-40-16,4-3-32 0,-4-3-16 15,4-2-28-15,-4-2-68 0,4 0-124 0,-4-6-84 16,0-1-36-16,-4-5-76 0,0-1-24 15,0-3-36-15,-5 0-28 0,2-3-12 16,-5 1 60-16,0-2 72 0,0-2 112 16,0-3-36-16,0-1 0 0,0-5 76 0,0-1-20 15,0-3 32-15,0 0 24 0,8-3 24 16,3 7 64-16,6-2 12 0,2 5 76 16,5 9 188-16,0-1 128 0,4 8 20 15,0-1-28-15,4 4-88 0,4 2-8 16,-4 1-68-16,3 3 4 0,-3-1-88 15,-4 4 0-15,0 0-88 0,-4-2-48 16,-4 2-36-16,-4 0-112 0,0-3-432 16,-4 3-304-16,-4 0-256 0,-8 0-804 15,4 0-2265-15,-8 9-2495 0</inkml:trace>
  <inkml:trace contextRef="#ctx0" brushRef="#br1" timeOffset="142893.897">25045 11601 3208 0,'0'0'7596'16,"0"0"-6503"-16,0 0-505 0,0 0 244 15,0 0 336-15,0 0 80 0,0 0-192 16,0 0-396-16,0 0-400 0,0 0-176 15,0 0-84-15,63 22-60 0,-63-12 24 16,0 0 36-16,0 2 112 0,-7 4-52 16,-5 3-60-16,3 3-48 0,-6 3 40 15,7-2-8-15,-4 0 16 0,4-9 0 0,4 3 112 16,4-11 160-16,0 0-208 16,4 1 32-16,8-7 80 0,4 4 44 0,4-4-84 15,-1-4-24-15,9-3-112 0,-3-5-108 16,-1-1-188-16,-5 1-172 0,5-5-128 0,-4 2-148 15,-8-1-148-15,4 0-496 0,-8 0-1304 16,-4-6-3157-16</inkml:trace>
  <inkml:trace contextRef="#ctx0" brushRef="#br1" timeOffset="143293.563">24610 11106 6856 0,'0'0'5149'16,"0"0"-4485"-16,0 0-304 0,0 0 236 0,0 0 168 16,0 0 32-16,77-38-80 15,-77 38-236-15,0 3-332 0,0 4-48 0,-5 2 164 16,1 4 36-16,-4 6-252 0,-3 3-48 15,2-3-112-15,1-1 12 0,1-1 24 16,7-5 76-16,0 1-100 0,0-1 40 16,3-1 52-16,5 1-68 0,1-2 12 15,2-1 64-15,-3-2-8 0,5 2 8 0,-2-3 4 16,1 4 84-16,-3-4-36 0,-2 4-48 16,-3-1 96-16,0 1 36 0,-4 2 0 15,0 1 0-15,0 3-136 0,-8-1 0 16,-4 6-112-16,-4-6 40 0,0 0-40 15,0-1-252-15,-4-2-128 0,5 1-196 16,-2-4-132-16,6 1-372 0,-2-4-676 16,9-3-1249-16,-7 1-3399 0</inkml:trace>
  <inkml:trace contextRef="#ctx0" brushRef="#br1" timeOffset="143567.344">25638 11271 1316 0,'0'0'6160'0,"0"0"-2219"0,0 0-3517 16,92 12-64-16,-68-2 292 0,0 3 188 16,0 3 556-16,-5 3-164 0,-2 6-456 15,-2-2-292-15,-2 6-88 0,-6 1-52 16,-3 3-48-16,-4 1-12 0,0 8-88 15,-4 2-12-15,-7 1 148 0,-5-1-196 16,-4-2-136-16,-4-7-88 0,4-7-192 16,1-3-176-16,-2-6-124 0,5 0-48 15,4-9-56-15,1-4-208 0,2-6-504 0,1-3-1764 16,4-17-4365-16</inkml:trace>
  <inkml:trace contextRef="#ctx0" brushRef="#br1" timeOffset="143862.196">26100 11223 7444 0,'0'0'5541'15,"0"0"-4321"-15,0 0-560 0,69 73 120 16,-50-50 100-16,1 2 168 0,-3 3 136 15,-2 1-288-15,2 7-308 0,-2-2-220 16,1 1-148-16,-8 3-40 0,-4 1-80 0,-4-2-92 16,0 1-4-16,-8 0 8 0,-8 3-12 15,-3 0-4-15,-6-3-180 0,-6-3-12 16,-1 1-24-16,0-4-144 0,-5-7-112 0,5-3-116 16,-3-5-144-16,3-5-208 0,4-6-692 15,0-3-1100-15,12-3-2409 0,-4-9-955 0</inkml:trace>
  <inkml:trace contextRef="#ctx0" brushRef="#br1" timeOffset="144236.764">26906 11515 7068 0,'0'0'7713'0,"0"0"-5937"0,115 0-868 15,-59 0-216-15,0 0 172 0,0 0-56 16,-4 0-172-16,-5 0-296 0,-7 0-220 16,0 0-120-16,-8-3-72 0,0-3-172 15,-4 0-564-15,-9-1-320 0,1 1-472 0,-12 3-1572 16,-8 3-3397-16</inkml:trace>
  <inkml:trace contextRef="#ctx0" brushRef="#br1" timeOffset="144392.186">27192 11823 8248 0,'0'0'5425'0,"0"0"-4157"16,0 0-828-16,84 35 264 0,-48-31 236 15,0-4-320-15,3-7-200 0,2-9-420 16,2-3-172-16,6-9-820 0,-6-4-640 15,-7 6-2733-15,8-15-5947 0</inkml:trace>
  <inkml:trace contextRef="#ctx0" brushRef="#br1" timeOffset="144645.328">27958 11608 8656 0,'0'0'6549'15,"0"0"-5453"-15,-13 82-632 0,13-50 616 16,0-4 656-16,0-6 72 0,0-5-535 15,13-9-573-15,-2-8-468 0,9 0-232 16,5-5-96-16,3-11-16 0,-1-3-152 0,1-6-52 16,0-1-60-16,-4-2-8 0,0 1 15 15,-9 2 81-15,2 3 32 0,-6 3 36 16,-7 3 96-16,-4 4 60 0,0-1 64 16,-8 0 124-16,-7 4-16 0,-5-1 88 15,-4 1-88-15,-8 2-108 0,0 4-64 16,-4 3 56-16,0 0-284 0,-4 0-172 0,0 10-136 15,-3 2-480-15,-5 4-688 0,16 0-1408 16,-24 9-3277-16</inkml:trace>
  <inkml:trace contextRef="#ctx0" brushRef="#br1" timeOffset="145674.427">15777 13379 7372 0,'0'0'6569'0,"0"0"-5537"16,0 0-1028-16,0 0 496 0,0 0 272 15,96 16 336-15,-65-9-180 0,1-4-224 16,5-3-324-16,3 0-124 0,-5 0-108 15,-3-7-144-15,0 0-4 0,-4 2-72 0,-4-2 8 16,0 0-500-16,-8 4-176 0,-4 0-248 16,-4 3-364-16,-8 0-884 0,0 0-2473 15,-13 17-2475-15</inkml:trace>
  <inkml:trace contextRef="#ctx0" brushRef="#br1" timeOffset="145825.831">15988 13649 11149 0,'0'0'1632'15,"0"0"-652"-15,0 0 100 0,105 22 212 16,-70-19-152-16,1-3-320 0,4 0-292 16,-5-9-280-16,1-4-200 0,1-6-48 15,-9 0-412-15,-1-4-420 0,-7-2-260 16,0 3-632-16,-12 3-2541 0,-4-13-4347 0</inkml:trace>
  <inkml:trace contextRef="#ctx0" brushRef="#br1" timeOffset="146075.35">16108 13214 4668 0,'0'0'6777'0,"0"0"-4893"15,0 0-1272-15,0 0 60 0,0 0 400 0,92-12 68 16,-57 18 28-16,5 2 28 16,0 6-292-16,4-1-316 0,0 2-224 0,0 5-192 15,-5-1-112-15,-3 3-52 0,-3 0-8 16,-6 3-108-16,-7 4-184 0,-4 3-52 15,-8-1 52-15,-4 4 12 0,-4 4 24 16,0-1 48-16,-12 6-28 0,-8-3-32 16,0 3-40-16,1-2-12 0,-9-4-28 0,4-1-12 15,-8-1-320-15,4-4-524 16,-4-7-872-16,8-2-1937 0,-12-4-3879 0</inkml:trace>
  <inkml:trace contextRef="#ctx0" brushRef="#br1" timeOffset="146485.432">17694 13598 9624 0,'0'0'4269'0,"0"0"-3281"0,83 4 44 16,-38 2-128-16,2-3 128 0,1-3-156 15,-1 0-188-15,-2 0-28 0,-2-9-352 16,5-4-232-16,-4-4-76 0,-5-2-84 0,-2-2-356 16,-1-2-332-16,-8 1-252 0,-5 0-328 15,-7 3-1068-15,-8 6-2213 16,-8 3-2547-16</inkml:trace>
  <inkml:trace contextRef="#ctx0" brushRef="#br1" timeOffset="146693.143">18104 13572 3848 0,'0'0'8077'0,"0"0"-6885"16,0 0-620-16,-12 68 164 0,12-43 224 0,0 4 224 16,0 2-28-16,0 2-392 0,0 0-172 15,5 3-64-15,2 2 36 0,-3 0-16 16,0 0-168-16,4 0-164 0,0-3-212 0,0 0-4 15,4-7-84-15,0-2 24 16,4-4-280-16,4-8-148 0,-1-6-16 0,5-2 4 16,1-1 44-16,3-5-196 0,0 0-452 15,0-7-1068-15,-4 3-1716 0,11-4-1637 0</inkml:trace>
  <inkml:trace contextRef="#ctx0" brushRef="#br1" timeOffset="147147.672">19144 13465 4288 0,'0'0'8009'0,"0"0"-6513"15,0 0-648-15,0 0-156 0,-31 86 392 16,26-51-76-16,1 2-52 0,4 8-48 16,0-1-356-16,0 8-208 0,4-2-28 0,5 1-24 15,2 3-84-15,5 4-96 0,0 1-52 16,0-1 84-16,0-5-44 0,4-2-52 16,-1-13-36-16,5-9 120 0,4-7-124 15,0-9-8-15,4-6-208 0,4-7-208 16,-4 0-120-16,0-13-100 0,-1 0-148 15,-3-9-80-15,0-1-364 0,0-2-868 16,-7 5-1885-16,3-11-2823 0</inkml:trace>
  <inkml:trace contextRef="#ctx0" brushRef="#br1" timeOffset="147574.515">19626 13833 3496 0,'0'0'9417'0,"0"0"-8121"0,0 0-976 16,40 73 132-16,-20-51 580 0,-8 1 480 0,4-4-348 15,4-6-488-15,-5-5-468 0,6-4-36 16,3-4-40-16,-5 0-32 0,5-9-100 16,0-7-188-16,1-7-32 0,-6-2-224 15,1 0-72-15,-5-1 36 0,-2-2 8 16,-5 6-12-16,-4-4 12 0,-1 3 172 0,2 2 124 15,-5 2 12-15,-5-4 36 16,-2 1 80-16,-1 0 48 0,-8-3 100 0,4-4 76 16,0 4-176-16,4-8 0 0,4 8 0 15,0 0 116-15,4-1 48 0,8 7 120 16,4 1 16-16,4 5 96 0,0-3 52 16,3 3-16-16,6 1-24 0,-5-2-76 0,8 2-88 15,-4-1-84-15,3-2-108 0,1 2-44 16,0 0 0-16,0 0 64 0,4 4-24 15,0-4-12-15,-4 4-36 0,3 2-108 16,-3 1-16-16,-3 3-168 0,-6 0-240 16,1 3-60-16,-7 0-16 0,-2 0-176 15,-7 0-284-15,0 6-816 0,-4 0-937 16,-8 10-2351-16</inkml:trace>
  <inkml:trace contextRef="#ctx0" brushRef="#br1" timeOffset="147862.517">20140 13687 3800 0,'0'0'5176'0,"0"0"-479"0,0 0-3241 15,0 0-32-15,84 7-108 0,-65-11-328 16,6 1-56-16,-5-3-4 0,-1-1-284 16,-2 4-216-16,-6 0-223 0,-2 3-181 15,-5 0-24-15,-4 0-72 0,0 0 60 16,0 9 12-16,-4 4 196 0,-5 9-52 15,-2 1-132-15,-1 6-12 0,-4 2-8 16,-1-3-4-16,6 4 0 0,3-6-36 16,4-4 40-16,0-6-76 0,4-3-28 15,4-4-8-15,4-3 35 0,3-6 73 0,6 0 12 16,3-6-4-16,-1-10-100 0,5-6-260 16,-3-4-184-16,2-8-244 0,-3-1-336 15,-4-1-420-15,-4 5-632 0,-4 2-1676 16,-4-6-2133-16</inkml:trace>
  <inkml:trace contextRef="#ctx0" brushRef="#br1" timeOffset="148262.567">19446 13191 10904 0,'0'0'4277'16,"0"0"-3773"-16,0 0-56 0,0 0 396 16,88-63 184-16,-64 47-4 0,1 4-56 0,-1 2-516 15,-5 4-256-15,1 0-196 0,-4 6-24 16,-8 0-124-16,0 0 4 0,-4 9 64 16,-4 7 80-16,0 3 0 0,-4 3-48 15,-4 6-112-15,-4 2-72 0,0-5 60 16,1-3 76-16,2-3 96 0,1-3-12 0,8-3-148 15,0-1 36-15,0-2 28 0,12 3-16 16,0-6 108-16,8-2 4 0,0 2 0 16,0 0-8-16,-1-5-40 0,2 2 48 15,-1-2 8-15,-5 4 40 0,-2-2 0 16,-5 3-40-16,-1-1 40 0,-3 0 76 16,-4 1 36-16,0 2 12 0,-4 1-172 15,-3 2-84-15,-10 1-272 0,-2-1-28 16,-1 5 116-16,-4-8-140 0,-1 4-300 15,2-4-604-15,-1 4-756 0,8-7-656 16,-16 3-2477-16</inkml:trace>
  <inkml:trace contextRef="#ctx0" brushRef="#br1" timeOffset="148808.629">21192 13252 3512 0,'0'0'8433'0,"0"0"-7217"16,0 0-328-16,0 0-28 0,103 51-164 16,-75-26 132-16,0 5 32 0,-4 1 32 15,0 3-288-15,-3 1-160 0,-2 4-136 16,1-2-176-16,-8 1-116 0,4 4 44 16,-8-1-56-16,-4 1 80 0,-4 0-76 0,0-4-4 15,-4 1 60-15,-8 0-60 0,-4 3 40 16,-4-4-44-16,0-1-60 0,-4-1 60 15,0-4 4-15,0-4-4 0,-8-2-308 16,4-1-256-16,-8-3-140 0,5-3-160 16,-1-2-272-16,0-5-728 0,8-3-1973 0,-3-2-3775 15</inkml:trace>
  <inkml:trace contextRef="#ctx0" brushRef="#br1" timeOffset="149369.535">22403 13534 5440 0,'0'0'8393'0,"0"0"-6797"16,0 0-664-16,0 0 248 0,100-15 108 0,-64 8-64 15,0 1-248-15,3-3-244 0,2-4-343 16,2 0-305-16,1-6-84 0,0 0-96 16,-1-6-221-16,2 3-411 0,-6-4-312 15,-7 5-36-15,-4 1-360 0,-8 7-1080 16,-8 4-1925-16,-12 9-3887 0</inkml:trace>
  <inkml:trace contextRef="#ctx0" brushRef="#br1" timeOffset="149542.114">22503 13808 8444 0,'0'0'6289'0,"0"0"-5345"15,0 0-652-15,0 0 636 0,0 0 104 16,83 8 64-16,-46-8-92 0,6-8-464 15,6-5-420-15,-2-3-120 0,9 1-64 16,0-5-36-16,-5 4-572 0,5-3-368 16,-4 0-384-16,-13 6-1312 0,17-6-4389 0</inkml:trace>
  <inkml:trace contextRef="#ctx0" brushRef="#br1" timeOffset="150726.07">24161 13471 328 0,'0'0'8856'0,"0"0"-4775"0,0 0-3013 16,15 76-296-16,-3-44 232 0,8 3 136 15,0 3-88-15,0 0-176 0,4-3-252 16,-4-2-256-16,-1-5-100 0,2-3-36 15,-1-6-88-15,-1-6-68 0,1-1-16 16,-3-9-56-16,2-3 52 0,-2 0-56 0,-2-6-4 16,1-3-164-16,-4-7-28 0,1-6-172 15,-2-4-108-15,-3-2-100 0,4-4-28 16,-4 0 76-16,4 0 80 0,-5-2 64 16,2-1 12-16,-1 0 8 0,-4 0 76 15,-1 0 24-15,-3-3 136 0,0 3 128 16,0 3 0-16,0 3 76 0,0 1 124 15,0 2-84-15,0 4 184 0,4 3 76 16,9 3-40-16,-2 3-40 0,10 4-20 16,-2-1 32-16,9 4 60 0,4-1-20 0,0 5-104 15,4-1-96-15,0 0-48 0,-4-1-100 16,0 4-4-16,0-3-144 0,-8 3-556 16,-1 0-360-16,-7 0-436 0,-4 3-2368 15,-3 9-3509-15</inkml:trace>
  <inkml:trace contextRef="#ctx0" brushRef="#br1" timeOffset="150985.221">24878 13598 5884 0,'0'0'3876'0,"0"0"-1067"0,0 0-1357 16,0 0-140-16,0 0 48 0,0 0-440 15,0 0-340-15,0 0-296 0,79 0-284 16,-79 0-36-16,0 4 32 0,0 5 4 15,-8 7 4-15,-3 3 72 0,-6 3-68 16,2 0 0-16,2 4 4 0,-2-7 88 0,7-3-28 16,-1-3 172-16,9 0-116 0,0-7-128 15,4 0-160-15,9-6 40 0,2 0 32 16,5 0 88-16,1-6 0 0,2-7-180 0,1 1-204 16,0-2-172-16,-4-2-176 15,0 0-112-15,-8-2-364 0,-4 8-1208 0,-4-9-3345 0</inkml:trace>
  <inkml:trace contextRef="#ctx0" brushRef="#br1" timeOffset="151391.726">23905 12991 9020 0,'0'0'5997'0,"0"0"-5293"0,0 0-340 15,96-47 412-15,-72 37 208 0,-4 8-108 0,-8 2-128 16,0 0-404-16,-8 0-220 0,0 7-4 16,0 1 16-16,-4 5 24 0,4-1-16 15,-4 5-20-15,0-2-116 0,-4 2 40 16,4-2-48-16,0 1-4 0,0 0-68 15,0 0 8-15,0 0-80 0,4 0-4 16,-1 0-268-16,5-4 0 0,1 4 96 16,-1 0 112-16,-1-3 108 0,1 2-8 15,-3-3 32-15,3 2 72 0,-5 2-56 16,-3 0-140-16,0 0 188 0,0-1 12 16,-7 1 8-16,-6 0 68 0,-2 0-76 0,-6-4-76 15,2 1-108-15,-1-3-148 0,0 0-400 16,-4-5-612-16,4 2-692 0,0-3-688 15,1-1-1981-15</inkml:trace>
  <inkml:trace contextRef="#ctx0" brushRef="#br1" timeOffset="151671.262">25630 13912 12493 0,'0'0'3848'15,"0"0"-3376"-15,0 0-408 0,0 0 296 16,0 0 100-16,28 83 220 0,-28-64-52 15,-11 3-468-15,-2 1-160 0,-2 2-8 0,-2 0-128 16,-2 1-220-16,-5-1-224 16,0 4-264-16,-4-4-372 0,9-9-980 0,-22 6-3225 15</inkml:trace>
  <inkml:trace contextRef="#ctx0" brushRef="#br1" timeOffset="153109.571">26523 13398 628 0,'0'0'10733'0,"0"0"-9029"16,0 0-812-16,0 0-4 0,20 77 404 15,-8-62 232-15,0-5-300 0,4-1-316 16,0-6-308-16,3 1-236 0,2-4-84 15,7-7-108-15,-4-5-52 0,8-4-68 0,-4-10-52 16,0 4 0-16,-5-3-160 0,1 0-24 16,-4 2 76-16,-4 4-76 0,-4 3 4 15,0 3-28-15,-9 4 72 0,-3 6 136 16,0 3 12-16,0 0 36 0,0 0-48 16,-7 12-108-16,-1 1-52 0,-8 6 52 0,0 6 56 15,0 4 52-15,0 3 60 16,0 3-48-16,4 0 48 0,-4-1-48 0,1-2 196 15,2 7 48-15,1-8 36 0,0 1-36 16,4-3-48-16,4-4-24 0,0 0-88 16,4-6-36-16,0 4-52 0,4-4-4 15,0 0 0-15,9-3 0 0,-2 3-4 16,1-4 8-16,4 2-8 0,5-2-8 16,-6 1-4-16,5 0 8 0,-4 1-36 0,4-5 40 15,-5 4 4-15,6-7-4 0,-10 4 0 16,2 0 4-16,-2-4 0 0,-3 1 8 15,-3-1 0-15,3 1 48 0,-5-1-48 16,-3 0 88-16,4-2-88 0,-4 3 36 16,0 2-36-16,-4-2 73 0,-3-1-13 15,-6 5 0-15,2-6-8 0,-6 3-56 16,2-5-8-16,-2 0-293 0,-2-4-147 16,-1 3-132-16,0-3-48 0,0-2-40 0,0 0-92 15,8-7-60-15,0-5-408 0,4 3-1300 16,4-14-3205-16</inkml:trace>
  <inkml:trace contextRef="#ctx0" brushRef="#br1" timeOffset="154040.305">27384 13621 2460 0,'0'0'11237'0,"0"0"-8837"0,0 0-1636 0,20 73-488 15,-9-45 356-15,6 1 592 0,2-1-48 16,-3-2-236-16,9-4-272 0,-2-6-255 16,1-4-85-16,4-9-148 0,0-3 4 15,0-3-112-15,0-12-72 0,0-4 0 0,-4-7-196 16,-1-5-168-16,-3-1-84 16,1-3-97-16,-10 3-3 0,1 0-76 0,-8 7 60 15,0 0 36-15,-4 2 64 16,0 4 68-16,-4-3-36 0,-4 0 96 0,-4-4-24 15,5 1 136-15,-6-5 160 0,1 3 56 16,-4-2-76-16,4-3-16 0,1 4 100 16,2 6 0-16,1 2 124 0,5 8 48 15,3 2 328-15,0 4-116 0,0-1-76 16,7 0-36-16,1 2 0 0,12-2 36 16,-3-2-28-16,6 3-8 0,5 0 20 15,0 2 28-15,4-3-100 0,3 1-76 0,-3 0-92 16,5-1-52-16,-5 1 0 0,0 0-8 15,-4 4-152-15,-5-3-364 0,-3 3-324 16,0 2-152-16,-8 0-276 0,-4 2-1752 16,-8 11-2921-16</inkml:trace>
  <inkml:trace contextRef="#ctx0" brushRef="#br1" timeOffset="154294.17">27986 13547 5624 0,'0'0'5072'15,"0"0"-2327"-15,0 0-1577 0,0 0-100 16,0 0 364-16,79 0-316 0,-63-3-108 16,8-2-284-16,-4 0-248 0,-4 3-268 15,-4-2-208-15,-5 4-84 0,-2 4-60 16,-5 5 132-16,0 8-44 0,-5 4 52 0,-6 5-92 16,-6 2-24-16,6 1 44 15,-5-1 76-15,4-6 0 0,0-2 12 0,8-8-4 16,4-3-8-16,0-2-120 0,4-7-88 15,8 0 24-15,0-2-208 0,8-15-16 16,0 1-160-16,4-10-296 0,-5-2-376 0,1 0-880 16,-4 6-1937-16,-7-8-2727 0</inkml:trace>
  <inkml:trace contextRef="#ctx0" brushRef="#br1" timeOffset="154758.074">27391 13068 7856 0,'0'0'5193'0,"0"0"-3973"0,0 0-776 15,0 0 72-15,0 0 364 0,80-19 112 16,-68 19-236-16,0 0-288 0,0 0-292 16,-4 3-176-16,0 7-8 0,-4-4 4 15,-4 7 4-15,0-1 112 0,0 4-12 0,-4 3-52 16,1 0-48-16,-10 3-4 0,1-2-56 15,0-1 52-15,0-4 0 0,1 2 8 16,2-8 12-16,1 0 32 0,8-2-44 16,0-4-48-16,0 0 36 0,0-3-88 15,4 7 100-15,9-1 0 0,-2-3 148 0,1 3-24 16,4-2-112-16,0-1 48 16,0 0-60-16,0 0 0 0,-4-3-60 15,0 0-200-15,0 0-344 0,0 0-364 0,-1 0-360 16,2 0-672-16,-5 0-1893 0,3 0-2311 15</inkml:trace>
  <inkml:trace contextRef="#ctx0" brushRef="#br1" timeOffset="155615.334">27638 13398 248 0,'0'0'1084'15,"0"0"7232"-15,0 0-6367 0,0 0-1101 16,0 0-212-16,0 0 308 0,0 0 180 0,0 0-180 16,0 0-240-16,0 0-280 15,0 0-128-15,0 4-8 0,0-4-16 0,0 3 12 16,0 0 24-16,0 3-28 0,-4 3-32 15,-3 1-140-15,-1 0-20 0,4-1 72 16,-5 4-12-16,2-3-88 0,-5-1-60 16,0 0-12-16,0 4 0 0,0 0 0 15,-4 0-52-15,4-4 4 0,-4 1-76 16,1-1-24-16,-2 1-48 0,2-4-124 16,-2 1-88-16,10-7-24 0,-6 0-100 15,5 0-216-15,4 0-436 0,1-7-980 16,-1 3-2409-16,0-4-2983 0</inkml:trace>
  <inkml:trace contextRef="#ctx0" brushRef="#br1" timeOffset="156111.617">29312 13922 8096 0,'0'0'5413'0,"0"0"-3917"16,0 0-692-16,0 0-440 0,0 0 64 0,0 0 344 16,0 0 428-16,16 76-436 0,-24-56-508 15,-4 2-244-15,0 3-12 0,0-3-4 16,0 0-216-16,-4-3-136 0,5-3-88 16,-2-2-160-16,5-8-116 0,5-4-152 15,3-2-400-15,-4 0-976 0,4-6-2385 16,0-13-1535-16</inkml:trace>
  <inkml:trace contextRef="#ctx0" brushRef="#br1" timeOffset="156710.684">29455 13334 1540 0,'0'0'11793'0,"0"0"-10445"16,0 0-1248-16,48-69-12 0,-27 50 628 15,2 0 204-15,1 3 212 0,-4 3-488 16,4 4-300-16,-4-1-96 0,0 3-52 16,0 1-24-16,-4 4-36 0,-5 2 0 15,6-4 20-15,-2 2-8 0,-3 2-48 16,0 0-4-16,1 0-48 0,-6 0 4 0,1 0-44 15,-4 2 0-15,0 4 52 0,1 0 184 16,-2 8 72-16,-3 2-96 0,0 3-136 16,-8 6 4-16,-4 4-40 0,-8 5-4 15,1 4-44-15,-9 6-8 0,0 1-112 16,0 0-40-16,0-1-24 0,0-3 52 16,8 1 120-16,0-10 12 0,9-7 120 0,2-9-120 15,5 0-12-15,4-7-72 0,0-3 60 16,8 1 24-16,0-1 12 0,4-3 48 15,4 1 60-15,0-1 28 0,0-3-88 16,4 4-60-16,0-2-12 0,-5 4-28 16,9 0 40-16,-3 5 48 0,-2-3 52 15,1 6-52-15,-3-2 12 0,-2 1 0 16,-2 3 136-16,2 0-28 0,-3 3-80 16,0 0-4-16,-4-3-35 0,3-1-49 0,-2 5 0 15,-5-8 4-15,0 4-4 0,0 1 4 16,-4-3 0-16,0 3-4 0,0-2-85 15,-8 5 81-15,0-1 0 0,-4 0 4 16,-4-3 0-16,4-1 12 0,-4-2 37 16,4-3-41-16,4-4-8 0,4-3-173 15,0-3-239-15,4 0-184 0,0-9-100 0,0-1 48 16,4-6-276-16,4-6-340 0,1-6-984 16,-2 5-1712-16,1-15-1597 0</inkml:trace>
  <inkml:trace contextRef="#ctx0" brushRef="#br1" timeOffset="157071.47">30149 12871 15777 0,'0'0'2604'0,"0"0"-2172"0,0 0-360 0,0 0 396 15,0 0 180-15,0 0 84 16,80-44-196-16,-61 33-392 0,5 6-144 0,0 2 0 16,-4-1-52-16,-4 4-92 15,0 0-52-15,-8 12-24 0,0 5-48 0,-8 6-36 16,0 5 48-16,-12 7-40 0,-4 4 88 16,-4 1 100-16,-3-2 44 0,2 4 56 15,-3-11 8-15,9 1 44 0,2-7 40 16,6-5 236-16,3-4-28 0,4-7-132 15,0 1-76-15,4-1-20 0,12-3-52 16,-1 1 120-16,6-4-20 0,2 0-40 16,1 0-72-16,4-3-128 0,-4 0-212 0,4 0-40 15,0 0-256-15,0 0-288 0,0 0-692 16,-9 0-1308-16,13 6-2997 0</inkml:trace>
  <inkml:trace contextRef="#ctx0" brushRef="#br1" timeOffset="157860.037">30763 13674 11457 0,'0'0'2328'0,"0"0"-1580"15,0 0 184-15,0 0 736 16,0 0-256-16,63 90-256 0,-47-59-412 0,4 1-256 16,0-4-64-16,-1 1-32 0,2-7 9 15,3-6-149-15,0-3-44 0,-5-7-52 16,5-3-32-16,4-3-112 0,-4-5-12 15,4-9-4-15,-1-5-120 0,-2-3-152 16,-5-4-160-16,-5-2-149 0,-2 0-35 0,-5-2-52 16,-1 5 12-16,-3-3-52 0,1-1-56 15,-5 4-124-15,0-4 84 0,-9 1 0 16,2-1 252-16,3-3 152 0,0 1 264 16,0-4 80-16,0 0 60 0,4-3-16 15,0 6 80-15,8 0-52 0,3 7 408 16,6 3 108-16,2 3 112 0,5 6-24 15,4 0-40-15,4 7 4 0,0-4-120 16,0 4-92-16,3 3-72 0,6-1 12 16,-1 2 72-16,-5-3 12 0,5 5-12 0,-4-2-184 15,4 2-120-15,-8 0-76 0,4-3-48 16,-8 3-124-16,0-3-304 0,-4 3-236 16,-9 0-136-16,-2 0-156 0,-10 6-408 15,-3 1-1320-15,-8 8-2833 0</inkml:trace>
  <inkml:trace contextRef="#ctx0" brushRef="#br1" timeOffset="158111.744">31528 13652 784 0,'0'0'10881'16,"0"0"-8861"-16,0 0-1016 0,0 0 352 15,95-6-152-15,-71 0-104 0,3-1-224 16,-3 1-384-16,-7 2-332 0,-2 4-160 0,-6 0-84 15,-5 4 32-15,0 5 52 16,-4 7 48-16,0 6 172 0,-8 3 12 16,-5 4-108-16,6 3-112 0,-1-3-4 0,-1-4 4 15,9-6-4-15,0-3 4 0,5-3-12 16,7-7-8-16,-1 0 0 0,6-6-40 0,7 0 36 16,-1-12-272-16,9-4-292 0,4-7-504 15,-4 2-472-15,-9 2-1280 0,9-11-3189 0</inkml:trace>
  <inkml:trace contextRef="#ctx0" brushRef="#br1" timeOffset="158709.351">30830 13046 4560 0,'0'0'636'0,"0"0"4936"16,0 0-4287-16,0 0-925 0,0 0 356 16,0 0 568-16,0 0-312 0,0 0-344 15,0 0-260-15,80-51-68 0,-68 51-28 0,-1 0 28 16,2 3-112-16,-2 3-4 0,-7 4 28 15,5 3 48-15,-9 0 84 0,0 2 28 16,0-2-188-16,0 6-36 0,-9-3 8 16,-2 3-56-16,3-2-28 0,-5-3 40 0,2 2-100 15,3-2-12-15,-1-6 0 0,6-1-72 16,3 3-16-16,0-4-32 0,0 3 8 16,12 1 52-16,0 0 52 0,-1 2-40 15,10-2 44-15,-5 0-44 0,-1-1-12 16,2 0 56-16,-6-2-8 0,1 2 12 15,-7 1 0-15,-1-4 0 0,-4 8-8 16,0-6-212-16,-4 5 72 0,-9-1 136 16,2 7-100-16,-10-2-148 0,-3 2-172 15,-4-3-276-15,-4 3-256 0,1 0-180 16,-5-3-316-16,0 3-560 0,4-7-977 0,-11 11-3219 16</inkml:trace>
  <inkml:trace contextRef="#ctx0" brushRef="#br1" timeOffset="168425.351">3358 16123 7960 0,'0'0'7525'15,"0"0"-6605"-15,0 0-832 0,0 0 288 16,0 0 344-16,0 0 208 0,0 0 56 16,100 57-204-16,-60-48-48 0,7 0-136 15,2-5-59-15,2-1-173 0,1 0-160 16,0-3-108-16,-1 0-92 0,-3-6-4 0,-8 0-84 15,0 2 72-15,-4-2-96 0,-4 0-184 16,-4-4-329-16,-5 3-95 0,-3 0-308 16,1 5-452-16,-10-1-836 0,-7 0-1532 15,0 3-1333-15</inkml:trace>
  <inkml:trace contextRef="#ctx0" brushRef="#br1" timeOffset="168636.653">3657 16421 10664 0,'0'0'1469'16,"0"0"-689"-16,0 0-180 0,0 0 212 16,0 0 424-16,0 0 296 0,92-10-84 15,-52 7-268-15,8 3-312 0,-5-3-248 16,5 0-172-16,-8-1-155 0,3 2-157 16,-2 2-132-16,-1-3-4 0,-5-1 0 0,1 1-76 15,-4-3-201-15,0-1-115 16,-4 1-180-16,0 0-112 0,-8-4-244 0,-1-3-540 15,-6 1-1000-15,-6 2-1997 16,-7-8-2919-16</inkml:trace>
  <inkml:trace contextRef="#ctx0" brushRef="#br1" timeOffset="168907.631">3916 15748 9608 0,'0'0'3065'0,"0"0"-2337"15,0 0-104-15,0 0 440 0,92-19 52 16,-57 19-176-16,10 2-208 0,2 8-248 16,1 5-300-16,8 8 36 0,-1 3-220 15,-7 2-12-15,5 4 8 0,-10 1 4 0,-7-2 48 16,-5 3 16-16,-3 1-56 0,-7 4 104 16,-6 5 132-16,-10 1 40 0,-5 2-128 15,0 4-68-15,-13-3-88 0,-7-4-4 16,1 1-412-16,-5-10 20 0,-4-1-132 15,-4-2-40-15,0-7-204 0,-4 4-632 0,8-10-1320 16,-11 2-2969-16</inkml:trace>
  <inkml:trace contextRef="#ctx0" brushRef="#br1" timeOffset="169558.447">6015 15773 9380 0,'0'0'3041'0,"0"0"-2465"15,-7-99-500-15,3 62-68 0,-4-4 312 0,4 6-76 16,4 9 148-16,-5 7 0 0,2 7 88 16,3 5 0-16,0 7-4 0,-4 0-68 15,4 0-120-15,-4 3 60 0,-4 6-36 16,4 5 4-16,-4 4-316 0,0 7-80 16,-4 5 76-16,0 7 4 0,0 9-52 0,-4 4-48 15,4 7-72-15,-8 6 8 16,5 0-196-16,-6 5 24 0,6-5 80 0,-5-2 44 15,8-11 48-15,-1-6 140 0,6-9 24 16,-1-9 48-16,4-11-48 0,4-8 4 16,0-4 4-16,0-3-8 0,0 0-8 15,4 0-380-15,0-5-16 0,7 0 404 0,2 3 52 16,-1-2-44-16,4 4 52 0,-4 4 168 16,4 5 48-16,-1 8 52 0,-3 1-40 15,1 8 56-15,-2 2-48 0,-3 4 56 16,1 3-32-16,-6 0 80 0,1 5-168 15,0 2-156-15,-4 6-76 0,4-4-8 16,0 8-80-16,-4-2 28 0,0 1-128 16,5-4-380-16,-5-6-244 0,4-5-256 15,-1-8-592-15,1-9-1068 0,4-9-2961 0</inkml:trace>
  <inkml:trace contextRef="#ctx0" brushRef="#br1" timeOffset="171142.739">7000 15954 80 0,'0'0'9792'16,"0"0"-8347"-16,0 0-1021 0,0 0 28 0,0 0 468 16,0 0 112-16,0 0-236 0,-83 13-304 15,70 0-116-15,-2-1-40 0,-2 4-4 16,6 3-72-16,-6 3 28 0,6 8-28 16,-2 7 0-16,2 8-36 0,3 5-24 15,0 7-76-15,3 6-64 0,5 4 4 0,0 0 44 16,9-1-32-16,3 1 36 0,4-6 48 15,3-8 36-15,2-4 12 0,3-14 64 16,-1-7-64-16,1-6-88 0,4-6-8 16,-4-10-16-16,0-2-8 0,4-4 72 15,-5-13-100-15,5-6 12 0,0-6 12 16,-4-7-84-16,4-9-64 0,-3-8-68 16,-2-4-76-16,-3-1-136 0,0-6 64 15,-1 2-64-15,-2 1-16 0,-2-3-20 16,-2 0-52-16,-9-1 84 0,0 4 0 0,-4 3 160 15,0 0-112-15,-4 7 28 0,-8 2 156 16,0 10 116-16,-4 6 16 0,0 11 244 16,0 8 204-16,0 8-68 0,1 2 40 0,2 0-228 15,-6 8 64-15,-2 9-160 0,5 5 12 16,-3 13 36-16,-5 2 36 0,3 8-12 16,2 3-60-16,-1-1-124 0,-1 4-36 15,2-3-152-15,3-4-128 0,0 1-488 16,4-8-404-16,0-2-692 0,5-9-1312 15,-10-4-3553-15</inkml:trace>
  <inkml:trace contextRef="#ctx0" brushRef="#br1" timeOffset="171457.724">7003 16376 6672 0,'0'0'4024'0,"0"0"-1983"0,0 0-1465 15,0 0 60-15,0 0 868 0,-3 76 288 16,-5-49-432-16,0 0-460 0,1 2-400 15,-6-1-168-15,5 2-88 0,1-5-208 16,-2 0-36-16,1 0-148 0,4-6-232 16,-3 0-328-16,7-6-116 0,-4-3 32 0,4-4 0 15,-5-6-164-15,5 0-592 0,0-6-464 16,5-4 159-16,2-3 341 0,1 0 824 16,4-1 688-16,0 3 132 0,0 2 372 15,0 2 208-15,8 1 52 0,-4 6 85 16,3 0 39-16,5 0 68 0,1 3 76 15,-1 7-84-15,8-1-120 0,-1 7-124 16,1 4 364-16,4-1-572 0,-4 0-312 16,3 6-60-16,-3-3-36 0,0 4-88 15,-4 2-108-15,4-3-584 0,-8-2-452 0,4-4-324 16,-4 0-868-16,4-6-2313 0,-12-4-3483 16</inkml:trace>
  <inkml:trace contextRef="#ctx0" brushRef="#br1" timeOffset="172242.49">8326 15973 4244 0,'0'0'1692'16,"0"0"-1144"-16,0 0-108 0,0 0 1508 15,0 0 865-15,0 0-905 0,0 0-704 16,0 0-296-16,0 0-4 0,0 0-132 16,0 0-104-16,-63 45-208 0,47-30-92 15,4 8-12-15,-4 2 12 0,5 0 12 0,-2 7-76 16,2 3-108-16,7 3-36 0,4 7-28 15,0 3-56-15,4 2 44 0,11 11-36 16,9-4 4-16,-4 2-84 0,8-1 0 16,-1-4-4-16,1-6-44 0,0-4 32 15,0-6-64-15,0-3 64 0,0-6-156 16,0-7 116-16,0-6-396 0,4-10-44 0,-4-3-60 16,0-3-36-16,0-5-188 0,-5-9-84 15,-3-2-428-15,-3 1-824 0,-2-4-901 16,-7 6-2467-16,-4-9 305 0</inkml:trace>
  <inkml:trace contextRef="#ctx0" brushRef="#br1" timeOffset="172659.092">8681 16361 8476 0,'0'0'4301'15,"0"0"-2761"-15,0 0-1084 0,40 76-104 16,-24-51 504-16,0 4 644 0,4-4-336 16,-1-3-528-16,2 1-268 0,-1-11-172 0,4 4-48 15,-5-7-76-15,2-2-64 0,-1-4-4 16,-1-3 0-16,1 0-4 0,-4-6-8 16,0-3-88-16,0-8 8 0,-8 2-192 15,4-8-52-15,-8 1-36 0,-4-3-136 16,0-1 60-16,0-2 20 0,0-1 116 0,-4 1 32 15,0-1-60-15,-4-3 100 16,5-3-308-16,-2 3 244 0,5 1 144 0,0 2 156 16,0 4 164-16,12 3 136 0,0 3-60 15,4 2 52-15,0 6 32 0,4 0 48 16,-1 3 52-16,5 3-100 0,0-1-104 16,4 3-60-16,0 0-96 0,0 3-16 15,0 0-36-15,4-3 40 0,-9 3-52 16,1-3-4-16,1 3-144 0,-1 0-384 15,-9-4-152-15,-2 4-64 0,-2 0-324 16,-3 4-1036-16,-4 2-1105 0,-4 6-1575 0</inkml:trace>
  <inkml:trace contextRef="#ctx0" brushRef="#br1" timeOffset="172932.083">9196 16437 744 0,'0'0'10160'0,"0"0"-8691"15,0 0-833-15,0 0 524 0,0 0 292 16,0 0-160-16,0 0-372 0,83 15-352 16,-67-18-200-16,-4 0-84 0,0 3-112 15,-4-3-132-15,-4 3-40 0,0 0-72 16,-4 6 68-16,0 4 4 0,0 5 108 16,0 9-108-16,-8-3-48 0,0 8-76 15,-1-4 112-15,2-2 8 0,3-4 4 0,0-4-12 16,4-5-36-16,4-1 40 0,7-2-52 15,2-1-4-15,2-6-20 0,6 0-16 16,-1-10-24-16,3-5-344 0,-3-4-140 16,5-3-224-16,-6-7-288 0,-3 0-584 15,-4 1-944-15,-8 2-2541 0,-4-6-331 0</inkml:trace>
  <inkml:trace contextRef="#ctx0" brushRef="#br1" timeOffset="173341.868">8518 15763 8340 0,'0'0'2589'0,"0"0"151"16,0 0-1612-16,83-32-424 0,-62 30 216 15,-6-1-184-15,-2 3-300 0,-2 0-64 16,-2 0-88-16,2 5-88 0,1 2-24 16,-3 3-24-16,-5 5-60 0,3 1-40 15,-3 3-40-15,0 7-4 0,-4-1 32 0,0 0-36 16,0 5-72-16,-4-5-88 0,4-3-12 16,0-3 24-16,0-3-12 0,4-6-40 15,9-4 40-15,-2 0 24 0,-3 1 36 16,8-7 52-16,-4 3 40 0,-1 0 8 15,-2 0 100-15,3 0-28 0,-9 0 28 16,-3 7 48-16,0-1 0 0,0 1 48 16,0 5-72-16,-7 2-124 0,-10 1 0 15,6 4-184-15,-9-2 60 0,4 2-172 0,-8 1-176 16,5-1-12-16,-5 0-320 0,-4 0-428 16,0-3-572-16,7-2-1421 0,-7-3-2403 0</inkml:trace>
  <inkml:trace contextRef="#ctx0" brushRef="#br1" timeOffset="173684.542">9909 15954 14201 0,'0'0'1680'15,"0"0"-1556"-15,0 0-60 0,0 0 352 16,0 0 320-16,60 79 156 0,-41-56-448 16,5 2-236-16,0 3-96 0,4 5 84 15,-4 2-120-15,-1 3-28 0,-6 3 24 0,-2 1-60 16,-6 5 52-16,-5 1-56 15,-4 2 52-15,0-2-60 0,-9-1 12 0,-3-2 60 16,-3-4-72-16,-5 0-64 0,-4-6-232 16,-8 3-268-16,-4-6-324 0,-3 0-308 15,-6-4-644-15,13-6-1168 0,-24 1-3801 0</inkml:trace>
  <inkml:trace contextRef="#ctx0" brushRef="#br1" timeOffset="174354.497">10916 16145 4364 0,'0'0'9249'0,"0"0"-7853"0,0 0-820 15,0 0-336-15,0 0 352 0,0 0 640 0,84 16-156 16,-76-10-524-16,-3-3-428 0,2 4-124 16,-3-4-308-16,4 3-268 0,-4 0-364 15,-4 4-688-15,0-1-1600 0,0 10-3257 0</inkml:trace>
  <inkml:trace contextRef="#ctx0" brushRef="#br1" timeOffset="174491.596">10940 16589 10844 0,'0'0'1737'0,"0"0"-1289"16,0 0-208-16,0 0 472 0,0 0 592 16,0 0-220-16,88 67-764 0,-68-64-320 15,0 0-336-15,4-3-372 0,0 0-568 16,-4 0-1184-16,3 0-4361 0</inkml:trace>
  <inkml:trace contextRef="#ctx0" brushRef="#br1" timeOffset="176093.625">12024 15961 7112 0,'0'0'1908'0,"0"0"-1196"0,0 0-132 16,0 0 877-16,0 0 103 0,0 0 100 0,0 0-324 15,0 0-388-15,0 0-128 0,0 0-92 16,-44-35-288-16,24 47-168 0,1 11-16 15,-5 2-12-15,-4 10 24 0,4 6 64 16,-1 3-76-16,6 6-36 0,-1 5-16 0,4 6 4 16,4-2-64-16,8 8-8 15,0 0-128-15,4-1 77 0,4-1-77 0,4-12-8 16,8-2 0-16,-4-9-44 0,8-11-5 16,-5-8 49-16,6-11 109 0,3-5 63 15,-4-7-100-15,3 0 0 0,1-10 36 16,0-6 4-16,1-6-108 0,-2-7-4 15,1-3-152-15,0-6-40 0,0-3-149 16,-5-6-183-16,6-2-108 0,-5-1-4 16,-1-1-52-16,1 1 24 0,-3 1 36 15,-6 2-80-15,-3 0-12 0,-4 2-12 16,-4 1 256-16,0 2 184 0,0 1 292 16,0 6 76-16,-8 1 76 0,0 5 176 0,1 4 124 15,3 9 100-15,-5 2-28 0,1 8 208 16,1 6-4-16,3 0-100 0,-9 3-236 15,2 11-132-15,-6 5 20 0,-2 9 0 16,-5 10 48-16,4 3-36 0,-8 3-84 0,8 1-152 16,-8 3-56-16,8-4-96 15,-4 0-220-15,5-2-428 0,2-4-112 0,2-6-44 16,2-7-212-16,6-6-580 0,-1-6-880 16,4-7-1301-16,0-3-495 0</inkml:trace>
  <inkml:trace contextRef="#ctx0" brushRef="#br1" timeOffset="176408.495">11920 16380 1068 0,'0'0'8520'16,"0"0"-6879"-16,0 0-857 0,0 0 100 15,8 85 680-15,-8-59 8 0,-4 2-368 0,0 4-436 16,-3 3-312-16,3-3-124 0,-5 2-84 16,1 1-112-16,1-5-136 0,3-5-40 15,-4-4-488-15,3-4-200 0,5-8-192 16,-3 1-272-16,3-7-432 0,0-3-508 15,3-3-669-15,2-7 217 0,3-3 256 16,0-2 1976-16,3 2 352 0,-2-4 1640 0,-1 9-300 16,3 2-104-16,2 1 84 0,-2 3 100 15,6 2-131-15,2 0-165 0,1 2-84 16,4 5-180-16,0 0-220 0,7 2-220 16,2 1-108-16,3 3 60 0,0-1 944 15,3 1-800-15,-7 0-416 0,0-1-40 16,0-2-60-16,0-4-208 0,-1-3-644 15,1 0-252-15,0-3-176 0,0 0-672 0,-8-6-1269 16,4-10-3931-16</inkml:trace>
  <inkml:trace contextRef="#ctx0" brushRef="#br1" timeOffset="176940.57">12682 15709 9188 0,'0'0'5385'0,"0"0"-4865"0,0 0-408 15,0 0 76-15,28-66 504 0,-17 50 172 16,1 0-404-16,4 1-456 0,-4 2-4 16,4 3-72-16,-4 7-52 0,4 3-28 15,-8 3-8-15,0 13 72 0,-8 6 88 16,0 10 100-16,0 12-64 0,-8 7-36 0,-7 9-84 16,-2 4-32-16,-3 3-20 0,1-4 132 15,2-6 4-15,-2-6 104 0,10-6 320 16,1-13-76-16,1-4-252 0,7-9-96 15,0 0-76-15,0-6 16 0,7-1 60 16,1-1 0-16,5 1-12 0,-2 3-4 0,6 5 16 16,-2-1 88-16,2 3-80 0,2 4-8 15,-3 2 0-15,0 0 4 0,0 2-4 16,0 3 4-16,-4-3-4 0,0 1-8 16,-1-2-40-16,2 3 48 0,-5-4-8 15,-1 1 4-15,2-1-72 0,-5 4 72 16,0-3-8-16,-4 2 0 0,0 1 12 15,0 0 12-15,0-3 36 0,-4-2-36 16,-4 0 40-16,-1-9-44 0,2 1 0 0,-1-3-8 16,-1-3-460-16,-2-7-300 0,3 1-160 15,0-7-244-15,0-3-772 0,0-1-2301 16,0-15-2131-16</inkml:trace>
  <inkml:trace contextRef="#ctx0" brushRef="#br1" timeOffset="177226.661">13387 16376 12257 0,'0'0'5792'0,"0"0"-4496"0,0 0-1076 16,0 0-172-16,0 0 64 0,0 0 216 16,103 13 284-16,-67-6 300 0,0-7-511 15,4 0-289-15,-4 0-64 0,4-7-48 16,-5-2-48-16,-3-1-269 0,0 1-159 16,-4-4-304-16,-8 3-356 0,-4 3-564 15,-8 5-1424-15,-8 2-2945 0</inkml:trace>
  <inkml:trace contextRef="#ctx0" brushRef="#br1" timeOffset="177392.395">13507 16640 14173 0,'0'0'2084'16,"0"0"-1536"-16,0 0-360 0,0 0 208 16,0 0 188-16,95 39 600 0,-63-37-132 0,4-2-612 15,3-6-320-15,6-7-120 16,-6-3-260-16,5 0-288 0,-4 1-324 0,4-2-164 15,-5 8-440-15,-11 0-1644 16,8-1-4049-16</inkml:trace>
  <inkml:trace contextRef="#ctx0" brushRef="#br1" timeOffset="177976.551">14710 15893 7808 0,'0'0'5773'0,"0"0"-4341"0,83-21-184 16,-46 17-152-16,2 1 92 0,-3 3-120 16,-4 7 32-16,-4 0-284 0,-4 1-231 15,-5 5-161-15,-3-1-124 0,-8 7-128 16,-8 6-16-16,0 5-36 0,-8 5-44 15,-8 6-76-15,-7 1 0 0,-1 2-84 16,0-3-12-16,0-3 12 0,4-6 24 16,8-4 52-16,4-3-4 0,4-2-84 15,4-4-16-15,8-3 40 0,8 3 72 0,0-3-12 16,8 0-48-16,8 3 0 0,-1-3 60 16,5 0 0-16,0-4 4 0,0 4 52 15,-5 0-56-15,1-1 0 0,-8-1 4 16,1 2 4-16,-5-4-4 0,-5 4 68 0,-2 0-64 15,-6 3 40-15,-3 0 40 16,-4 0 8-16,0 6 12 0,-11 0-24 0,-6 1-24 16,-3 3-48-16,-7 0 48 0,-6-1-60 15,-2-3-128-15,-5 5-112 0,0-9-148 16,-4 2-108-16,5-8-101 0,-10 1-87 16,10-3-292-16,-5-7-584 0,12 1-2236 15,-16-7-3005-15</inkml:trace>
  <inkml:trace contextRef="#ctx0" brushRef="#br1" timeOffset="180176.996">15825 16249 9580 0,'0'0'2409'0,"0"0"-189"0,0 0-992 16,0 0-576-16,0 0 40 0,0 0 28 15,0 0-76-15,0 0 48 0,0 0-4 16,76 7-384-16,-41-7-168 0,2 0-40 15,6-7-32-15,6 1-64 0,-6 0-12 16,5-4-64-16,-4-2-264 0,-1 2-348 16,-6-3-152-16,-5 4-152 0,-4 3-548 15,-13 2-1428-15,5 4-2941 0</inkml:trace>
  <inkml:trace contextRef="#ctx0" brushRef="#br1" timeOffset="180374.612">15985 16529 10796 0,'0'0'2681'0,"0"0"-1489"0,0 0-508 0,0 0-220 15,0 0 192-15,0 0 612 0,0 0-452 16,0 0-360-16,103 25-236 0,-71-25-24 16,4 0-184-16,4 0-12 0,-1-3-636 15,6-3-144-15,-2-1-248 0,5 0-64 16,-16 5-2012-16,12-1-4521 0</inkml:trace>
  <inkml:trace contextRef="#ctx0" brushRef="#br1" timeOffset="180881.938">17347 15843 4760 0,'0'0'5664'0,"0"0"-3787"15,0 0-177-15,0 0 116 0,108 16-340 16,-65-13-288-16,6-3-400 0,-6 0-248 16,1 0-232-16,0-10-164 0,-1-2-60 15,-2-1-84-15,-5-6-8 0,-5 2-252 0,-7 3-364 16,0 0-320-16,-8 5-244 0,-8 3-720 15,-1 2-2192-15,-7 4-1921 0</inkml:trace>
  <inkml:trace contextRef="#ctx0" brushRef="#br1" timeOffset="181174.648">17554 15926 8808 0,'0'0'2829'0,"0"0"-1217"0,0 0-736 0,-28 76 0 15,21-45 176-15,3 8-48 0,-5-2-172 16,5 5-252-16,4 3-244 0,-4-4-68 16,4 6-48-16,0-2 52 0,0 2-40 0,0-2-72 15,0 2-64-15,0-3-32 0,4 0-16 16,-4 2 12-16,4-5-60 0,5 3 0 16,-5-5 0-16,3-4 0 0,1-3 60 15,5-4 40-15,-2-6 8 0,2-3-48 16,2-2 4-16,2-9-56 0,2 3 0 15,1-5-8-15,4-6-108 0,-1 0 24 16,2 0-148-16,3-11-232 0,0 2-324 16,0-7-232-16,3 4-312 0,-7-1-1112 15,12-6-3833-15</inkml:trace>
  <inkml:trace contextRef="#ctx0" brushRef="#br1" timeOffset="182056.739">18658 15815 9292 0,'0'0'2221'15,"0"0"-1069"-15,0 0-692 0,0 0 48 0,0 0 204 16,0 0 488-16,0 0-20 16,-88 0-444-16,77 6-352 0,-6 3-176 0,6 7-44 15,-9 3 8-15,4 9-24 0,-4 5 12 16,3 8 12-16,-2 7 24 0,3 2 0 15,4 11 100-15,4 2 280 0,0 4-4 16,4 3-208-16,4-3-192 0,0-8-88 16,4-7-36-16,8-8-32 0,4-9-16 15,4-10 72-15,4-6-12 0,-1-6-36 16,5-7-24-16,4-6 0 0,5-3 4 16,-2-10-4-16,1-6-4 0,0-3-104 0,0-6-16 15,-5-4 4-15,1-6-76 0,-4-1-36 16,0-5-12-16,-4-1-120 0,0-2 80 15,-4-1-20-15,-4-2-64 0,0 2 60 16,-8-3-60-16,0-3-40 0,-4 4 112 16,-4-2 8-16,0 8 24 0,-12 9 264 15,4 7 136-15,-4 9 76 0,-4 9 124 0,0 4 44 16,0 6 4-16,-3 3-40 0,2 10-72 16,-2 2-28-16,-5 7 0 0,0 8-48 15,-4 4-24-15,0 5-24 0,0-1 8 16,0 6-20-16,0-3-136 0,4-3-48 15,0-3-148-15,4-3-440 0,1-4-284 16,2-5-132-16,10-5-452 0,-1-5-1076 16,-1-7-1889-16,2-6-1691 0</inkml:trace>
  <inkml:trace contextRef="#ctx0" brushRef="#br1" timeOffset="182375.939">18614 16161 11669 0,'0'0'2328'15,"0"0"-1544"-15,0 0-16 0,0 0 464 16,0 0 268-16,0 85-12 0,-4-57-400 16,-4 4-528-16,4 0-320 0,-3 3-152 15,3 0 21-15,-5 0-109 0,1-4-133 16,5 1-271-16,-1-7-264 0,0-2-164 0,-1-7 60 16,5-6 84-16,0-10-144 0,0 0-832 15,5 0-596-15,-1-7 160 0,3-3 515 16,1-2 421-16,1-1 240 0,2-2 392 15,-3 2 532-15,0 3 428 0,0 1 652 16,0 2 108-16,4 7 65 0,0-3 95 0,0 3 56 16,4 0-104-16,4 0-180 0,4 6-136 15,0 5-252-15,4 1-276 0,8 4-100 16,-1 3-24-16,1 3 464 0,0 0-388 16,0 0-408-16,-4 1-108 0,0-5-212 15,-4 5-328-15,-5-5-176 0,5 6-264 16,-4-3-828-16,-8-1-2316 0,4 5-3601 0</inkml:trace>
  <inkml:trace contextRef="#ctx0" brushRef="#br1" timeOffset="183655.675">19635 15919 4668 0,'0'0'4356'0,"0"0"-2664"15,0 0-559-15,0 0 59 0,0 0 344 0,0 0 0 16,0 0-284-16,0 0-224 0,27 96-104 16,-11-55-264-16,4 3-36 0,-4 1-64 15,4-1-136-15,-5 4-119 0,6-6-109 16,-6-5-100-16,2-2-84 0,-2-6-8 16,1-4-4-16,1-6 0 0,-6-6 0 15,1-1 4-15,-3-5 8 0,2-1-8 16,-7 0-4-16,4-2 0 0,-4-4-48 15,-4 0-172-15,0 0 75 0,4 0 61 16,-4 0 32-16,0 0 40 0,0-4-84 16,0 1 0-16,0 0 12 0,0 0 20 0,0-4-32 15,0 4 48-15,0 0 36 0,0 3-76 16,0-3-8-16,0 3-36 0,0 0-16 16,0-3 40-16,0 3 8 0,0 0 28 15,0 0 64-15,0 0-40 0,0 0 36 0,0 0-40 16,0 0 52-16,0 0 0 15,0-3 12-15,0-1-12 0,0-2-56 16,0 3-28-16,0-3 8 0,0 3 16 16,0-1 52-16,0 1 8 0,0 0 4 0,0 0 44 15,0-3-44-15,0-1 0 0,4 1 8 16,-4-4 4-16,0 0-12 0,4-2 0 16,0-4-4-16,0 0-4 0,0-3 4 15,3 0-4-15,2-3 0 0,-1-4-60 16,3 1 4-16,-2 0 60 0,-1-2-12 15,3 2-48-15,2 0-28 0,-1 3 28 16,4-3 52-16,-1-1-68 0,6-5 68 0,-2-1 8 16,5-3-12-16,-4 0-72 0,5 3 0 15,-2 1-152-15,-7 5-60 0,-1 4 100 16,2 6 88-16,-6 4-4 0,-2 2-12 0,-1 7-136 16,-4 3-48-16,0 0-28 0,-1 0 112 15,1 8-60-15,0 2-40 16,1 3 48-16,-1 4-116 0,0-2 28 0,0 1-52 15,-1 0-428-15,5 0-1156 0,-8-1-2005 16,5 2-1783-16</inkml:trace>
  <inkml:trace contextRef="#ctx0" brushRef="#br1" timeOffset="184967.002">20240 15852 5044 0,'0'0'5937'0,"0"0"-4513"0,0 0-836 16,0 0-168-16,0 0 444 0,0 0 376 15,0 0-184-15,0 0-460 0,0 0-308 16,0 0-40-16,52-37 136 0,-37 24 96 15,2 2-12-15,3 6-100 0,-5 2-36 16,2-1-112-16,2 4-88 0,5 0-120 16,-4 0-12-16,0 0-12 0,4 0-48 15,-4 0 12-15,-5 0-88 0,6 0-144 0,-1 0-152 16,-5 0-144-16,2 0-252 0,-6 0-256 16,1 0-816-16,-3 4-2457 0,-9 9-3435 0</inkml:trace>
  <inkml:trace contextRef="#ctx0" brushRef="#br1" timeOffset="185342.171">20243 16293 8928 0,'0'0'4461'0,"0"0"-3333"0,0 0-672 16,0 0 36-16,0 0 340 0,88-25 152 16,-67 22-276-16,-2 0-352 0,1 0-256 15,0 0-36-15,-4 3-64 0,0 0-52 16,-4 0 40-16,0 6-36 0,-8 4 44 16,0 2 4-16,-4 4 48 0,0 3-44 15,-8 4 60-15,-8 2-16 0,4 4-44 16,-4-1 0-16,1 0 56 0,2-1-52 0,5-2 168 15,4-6 8-15,4-4 24 0,4-2-36 16,4-3 24-16,8-4-24 0,4 0-160 16,4-6 36-16,4 0-48 0,0-3-88 15,4-6-132-15,-1-10-284 0,-3 0-212 0,4-4-264 16,-4-3-396-16,-4 1-744 0,-8 6-2093 16,4-9-3543-16</inkml:trace>
  <inkml:trace contextRef="#ctx0" brushRef="#br1" timeOffset="186707.65">19710 15290 5108 0,'0'0'1208'0,"0"0"-324"15,0 0 1516-15,0 0-951 16,0 0-229-16,0 0-96 0,0 0-44 0,0 0-172 16,0 0-204-16,80-16-200 0,-68 16-92 15,-1-2-100-15,2 2-92 0,-6 0-144 16,1 0-68-16,-4 0-8 0,1 0-64 15,-5 2-60-15,0 8 116 0,0 3 8 16,-5 2-108-16,-7 8-116 0,1 0 96 16,-2-2 44-16,2 2 76 0,-6-4 8 15,10 0-12-15,-1-4-48 0,0 2-28 0,8-2-100 16,0-2 64-16,0-1 0 0,8 2 20 16,0-5-12-16,-1 0 4 0,6-2 52 15,-5-4 52-15,-1 4 0 0,1-7 8 16,-3 2 8-16,-5 1-4 0,0-3 44 15,4 0 28-15,-4 4 48 0,0-1-8 16,-4 3-40-16,-5 4-76 0,-2 6-48 0,-1-3-184 16,-4 6-192-16,0-7 72 15,0 4-192-15,-1-7-216 0,2 1-220 0,-2-1-428 16,2-2-685-16,-1-3-711 0,-4-2-3508 0</inkml:trace>
  <inkml:trace contextRef="#ctx0" brushRef="#br1" timeOffset="187043.396">19459 15512 7044 0,'0'0'1832'0,"0"0"-1120"15,0 0-28-15,0 0 77 16,0 0-257-16,0 0-92 0,-71 93-144 0,50-55-76 16,1 3 128-16,1 6 356 0,2 5 228 15,-3 5 4-15,5 3-228 0,2 7-212 16,2-1-96-16,-1 7 16 0,3 1-152 16,2 2-176-16,7-6-44 0,0 2-16 15,7-5-40-15,14-6-44 0,10-4-104 0,5-6 12 16,9-10-248-16,6-10 96 15,5-6-172-15,3-8-4 0,9-14-64 0,-4-3-232 16,4-13-400-16,0-8-573 0,-16 2-1411 16,19-17-4483-16</inkml:trace>
  <inkml:trace contextRef="#ctx0" brushRef="#br1" timeOffset="187302.491">21200 15652 1160 0,'0'0'9212'0,"0"0"-6131"0,0 0-2357 0,40 79-484 16,-28-44 368-16,-1 4 740 0,6 5 108 16,-2 0-628-16,-2 5-584 0,7 5-232 15,-8-1 64-15,-1 7-76 0,-2 1-56 16,-5 6-16-16,-4-4-4 0,0 0-72 15,0-2-96-15,-13-1-40 0,2 1-76 16,-6-4-24-16,-2-7-64 0,-1 2-64 16,-1-8-220-16,-2-6-364 0,3-3-556 15,3-10-1021-15,-9 1-2827 0</inkml:trace>
  <inkml:trace contextRef="#ctx0" brushRef="#br1" timeOffset="188347.12">22221 16183 5064 0,'0'0'4'16,"0"0"2624"-16,0 0 80 0,0 0-1035 16,0 0-229-16,0 0 64 0,0 0-212 15,0 0-296-15,0 0-356 0,0 0-360 16,0 0-284-16,67 44-56 0,-63-41-212 0,0 0-328 16,3 1-340-16,1-1-500 0,-8 0-1080 15,5 3-3277-15</inkml:trace>
  <inkml:trace contextRef="#ctx0" brushRef="#br1" timeOffset="188509.543">22208 16500 3404 0,'0'0'8893'0,"0"0"-7321"0,0 0-976 16,0 0-140-16,0 0-44 0,0 0-32 15,92 35-156-15,-72-35-224 0,4 0-200 16,-1 0-656-16,5-4-336 0,-4-1-404 15,-3-2-2289-15,10-2-3671 0</inkml:trace>
  <inkml:trace contextRef="#ctx0" brushRef="#br1" timeOffset="189040.599">23323 15756 12085 0,'0'0'3104'16,"0"0"-2176"-16,0 0-772 0,0 0 216 15,0 0 364-15,-83 7 328 0,59 13-44 16,4 8-420-16,-4 7-304 0,5 6-16 15,-2 10 24-15,1 9-12 0,1 4 48 16,2 5-11-16,2 5-181 0,2 0-64 0,6-2 24 16,3-5-108-16,4-11-4 0,0-4-56 15,11-15 48-15,10-7-84 0,3-8-28 16,4-10-21-16,4-5-3 0,-1-7 16 0,5-4 36 16,0-11-136-16,3-7 36 15,-2-10-96-15,-1-6-24 0,-1-6-100 0,-3-5-36 16,4 2-16-16,-8-5-12 0,0 2 24 15,0-1 72-15,-4-2 88 0,-5-5-92 16,-2 1 4-16,-2 3 60 0,-6-6 144 16,-1 5-8-16,-5 2 188 0,-3 4 0 15,0 9 280-15,-7 8 80 0,-2 11 52 16,-6 4 96-16,-2 8 112 0,-2 9-16 16,-1 0-160-16,-1 9-200 0,-2 10 4 15,-5 12 20-15,-4 4 0 0,1 14-48 16,-1-2-12-16,0 3-52 0,4-1-108 0,0-5-48 15,4-6-124-15,0-2-252 16,8-6-432-16,4-8-276 0,4-5-340 0,0-4-1140 16,4-4-1877-16,4-9-1547 0</inkml:trace>
  <inkml:trace contextRef="#ctx0" brushRef="#br1" timeOffset="189232.462">23323 16037 6188 0,'0'0'6277'16,"0"0"-4645"-16,0 0-1048 0,0 0 56 15,4 67 632-15,-8-36 192 0,0 7-192 16,-3 0-428-16,3 7-404 0,-4-1-76 16,-4 4-12-16,4-3-96 0,0 2-184 15,-4-6-72-15,4-3-168 0,0-3-220 16,0-3-148-16,4-10-76 0,0-3-88 16,0-6-24-16,4-10-292 0,0-3-796 0,0-3-1052 15,0-13-1833-15,4 3-1011 0,8-18 4308 0</inkml:trace>
  <inkml:trace contextRef="#ctx0" brushRef="#br1" timeOffset="189365.313">23419 16354 1800 0,'0'0'10597'0,"0"0"-8649"15,0 0-1340-15,0 0-356 0,0 0 112 16,72 86 292-16,-60-67 256 0,0 3-528 16,4 1-384-16,0-1-168 0,3-3-380 15,2-3-656-15,-1-4-988 0,3-2-2721 16,1-4-2247-16,12 1 5825 0</inkml:trace>
  <inkml:trace contextRef="#ctx0" brushRef="#br1" timeOffset="190141.139">24408 15815 4592 0,'0'0'7333'0,"0"0"-6129"16,0 0-504-16,0 0-128 0,0 0 124 15,0 0 184-15,0 0-128 0,83 12-264 16,-63-24-292-16,4-5-196 0,-1 2-188 0,1-5-148 16,1 5-88-16,-1 5-32 0,-5 1 68 15,-3 6 124-15,-4 3 100 0,4 5 104 16,-8 8 60-16,0 6 76 0,1 4 76 15,-2 6 88-15,-3 5-128 0,0 1-64 16,0 4 68-16,0-1-4 0,4 3-52 16,0 3 68-16,0 1-80 0,-4 2-48 15,4 4-8-15,0 0 8 0,4 2-12 16,-5 2-52-16,2-1 28 0,-1-4 36 16,3-2 52-16,-7-6-4 0,5-1 44 15,-5-6 272-15,3-4-92 0,-3-1-108 16,5-9-4-16,-5-2-72 0,0-7-16 0,0-1-60 15,-4-5-4-15,3 0 4 0,-3-6 36 16,0 4-40-16,0-4-8 0,0 0 0 16,-7 0 8-16,-1 0 4 0,-1 0 0 15,-6 0 0-15,-5-4-12 0,-1 1-108 0,-6 0-156 16,-9 0-32-16,0 0 72 0,-7 3-88 16,-6 0 92-16,-7 0-4 0,-2 0-180 15,-7 6-48-15,-3 4-216 0,-3-1-96 16,-5 7-28-16,0 0-40 0,5 3-184 15,-5 0-701-15,20 0-1099 0,-27 4-2644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7:48:40.5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2267 1025 7112 0,'0'0'2956'15,"0"0"-1487"-15,0 0-789 0,0 0 176 16,0 0 580-16,0 0 40 0,0 0-400 16,0 0-316-16,0 0-232 0,0 0-156 0,-5-4 8 15,25 4 380-15,12 4 48 0,4-4-332 16,8 3-88-16,4-3-108 0,0 0-47 16,-1 0-17-16,-2 0-156 0,-2-3-60 15,1-3 0-15,-4 0-4 0,-4-5-116 16,-8 5-124-16,0-2-169 0,-4 1-147 15,-9 3-172-15,1 1-112 0,-8 0-376 16,-4 3-1212-16,0 0-2473 0,-4 0-2943 0</inkml:trace>
  <inkml:trace contextRef="#ctx0" brushRef="#br0" timeOffset="191.959">2578 1251 6732 0,'0'0'6465'0,"0"0"-5829"15,4 76-116-15,-1-38 844 0,5 10 560 16,0 2-640-16,0 7-436 0,-4 4-224 16,0 2-320-16,0 1-232 0,0-3-72 15,-4-4-64-15,0-10-216 0,0-9-100 0,0-10-144 16,0-4-116-16,0-6-172 0,0-3-380 16,0-2-1024-16,0-6-2565 0,-16 5-4323 0</inkml:trace>
  <inkml:trace contextRef="#ctx0" brushRef="#br0" timeOffset="385.782">2247 2089 7564 0,'0'0'2284'0,"0"0"33"0,0 0-1509 16,0 0 272-16,0 0 536 0,0 0-536 16,0 0-96-16,87 32-156 0,-55-32-40 15,4 0-164-15,4 0-220 0,-5-7-236 16,2 1-92-16,-1-4-72 0,-4-3-4 15,-1 4-60-15,1-4-172 0,-4 1-420 0,8-1-268 16,-4-4-328-16,3 5-1208 16,-7 3-1789-16,4-14-4459 0</inkml:trace>
  <inkml:trace contextRef="#ctx0" brushRef="#br0" timeOffset="575.62">3211 1727 14269 0,'0'0'1916'0,"0"0"-1624"0,0 0 180 16,0 0 904-16,80 22 64 0,-56-22-720 15,-1-5-428-15,9-9-120 0,0-5-172 16,-1-3-4-16,2 0-252 0,-1-7-588 16,-5 0-260-16,1-3-616 0,-11 10-2304 15,-2-9-3809-15</inkml:trace>
  <inkml:trace contextRef="#ctx0" brushRef="#br0" timeOffset="894.956">3306 1228 10076 0,'0'0'5293'0,"0"0"-4905"16,0 0-112-16,0 0-176 0,-47 74 716 0,39-46 180 16,8 4-24-16,0 6-308 0,4 3-200 15,11 10-84-15,-2 6-88 0,2 7-96 16,2 6-136-16,-2 3 0 0,6-1-52 15,-6 2 44-15,1-7-52 0,0-1 44 16,0-3-44-16,3-3-4 0,-2-2-8 16,-6-7-40-16,2-7 44 0,-5-9 8 15,-1-7 0-15,-3-6 12 0,-4-5 76 16,0-11 20-16,0 1 28 0,-4-5-16 16,-3-2 48-16,-5 0-28 0,-4 0-140 15,-5-2-136-15,-6-8-128 0,-1-3-128 16,1-2 124-16,-1-4-36 0,0-4-160 0,0 4-124 15,7-4 72-15,2 5 48 0,3-1-88 16,0 3-176-16,4-3-420 0,4 6-740 16,0-3-752-16,4 1-1769 0,0 1-1439 15</inkml:trace>
  <inkml:trace contextRef="#ctx0" brushRef="#br0" timeOffset="4894.398">6917 4724 11553 0,'0'0'2556'0,"0"0"-964"0,0 0-252 16,0 0-88-16,0 0-44 0,0 0-208 16,0 0-280-16,71 77-148 0,-43-65-123 15,8-2-1-15,7-1 12 0,13-6-72 16,4-3-76-16,7 0 28 0,6-9 8 16,-2-7-92-16,1 0-124 0,-4-6-132 15,-4-3-36-15,-9 2-24 0,1-3 48 16,-12 5-148-16,-4 1-152 0,-5 1-160 0,-7 7-120 15,-3 2-48-15,-14 7-52 0,-3 0-305 16,-3 3-615-16,-10 9-860 0,-7 7-604 16,-8 3-1845-16,1-3-1807 0,-22 12 5680 15</inkml:trace>
  <inkml:trace contextRef="#ctx0" brushRef="#br0" timeOffset="5134.718">7275 4864 4304 0,'0'0'1004'0,"0"0"5285"0,0 0-4893 15,0 0-440-15,0 0 68 0,0 0 276 16,0 0-280-16,0 0-64 0,-8 85-168 16,12-43-188-16,3 5-96 0,2 7-16 15,3 7 132-15,-5 6-72 0,6 2-135 16,-5 8-133-16,-1-5-208 0,-3 5 0 16,0-7-72-16,-4-4-72 0,0-2 72 15,0-11-8-15,0-11-88 0,5-7-64 0,-5-10-32 16,4-11-113-16,-4-6-83 0,4-4-196 15,-4-4-188-15,0-4-244 0,0-2-232 16,0-10-1036-16,0-3-1636 0,0 3-2249 16,-4-19 750-16</inkml:trace>
  <inkml:trace contextRef="#ctx0" brushRef="#br0" timeOffset="5323.868">7303 5467 8748 0,'0'0'6133'0,"0"0"-5453"15,0 0-304-15,0 0 740 0,99-19 616 16,-67 13-404-16,0-1-196 0,4-5-367 16,0 2-253-16,7-6-164 0,2 0-188 15,-6 1-108-15,5-4-52 0,-4 0-120 16,0 0-220-16,-4-1-268 0,-1 1-241 0,-3 3-175 16,0 0-312-16,-8 7-1352 0,8-7-3017 15</inkml:trace>
  <inkml:trace contextRef="#ctx0" brushRef="#br0" timeOffset="6042.092">7306 3114 5320 0,'0'0'5012'15,"0"0"-2391"-15,0 0-1361 0,0 0-512 16,0 0 420-16,0 0 272 0,0 0-144 16,0 0-180-16,0 0-200 0,4 70-176 15,1-35-107-15,-5 10-209 0,0 2-144 0,0 5-40 16,0 1-20-16,0 1-52 0,0 6-12 16,0 1-60-16,4 5-48 0,-4 4-40 15,4-1-8-15,0-1 0 0,3-2-8 16,6-8-52-16,-5-4-36 0,7-7-24 15,-2-6-96-15,2-5-16 0,-2-11-108 16,-2-6-32-16,1-10-152 0,0-5-157 16,-4-4-171-16,4-13-300 0,-4-3-300 15,4-10-1240-15,-8-2-2729 0,0 2-3883 16,-4-18 9044-16</inkml:trace>
  <inkml:trace contextRef="#ctx0" brushRef="#br0" timeOffset="6692.427">6195 1619 7960 0,'0'0'6113'0,"0"0"-4825"16,0 0-900-16,0 0-124 0,0 0 728 16,0 0 344-16,0 0-128 0,0 0-36 15,76 9-260-15,-40-9-279 0,3 0-113 0,-3 0-48 16,9 0-12-16,-6 0-84 15,-3-7-148-15,3 2-120 0,-2-2-48 0,-1-6-60 16,-4 5-72-16,-1-9-252 0,1 1-76 16,-8 0-120-16,-1-3-144 0,-2 4-201 15,-10 2-327-15,2 4-660 0,-9 2-1236 16,-4 4-2821-16,-4 3-3411 0</inkml:trace>
  <inkml:trace contextRef="#ctx0" brushRef="#br0" timeOffset="6891.332">6367 1685 9828 0,'0'0'4033'0,"0"0"-3313"16,0 0-276-16,4 92 688 0,3-50 576 15,1 2-228-15,1 1-356 0,6 5-284 16,-2 1-171-16,2 0-169 0,2 0-224 0,-10 3-140 16,5 0-64-16,-8 0-64 0,-1-6-8 15,2-4-148-15,-1-9-224 0,0-7-80 16,0-5-93-16,0-11-127 0,0-2-132 15,-4-7-188-15,0-3-640 0,0-6-1208 16,0-7-2565-16,0 4-3115 0,-4-18 8416 0</inkml:trace>
  <inkml:trace contextRef="#ctx0" brushRef="#br0" timeOffset="7034.33">6386 2130 2520 0,'0'0'10541'0,"0"0"-8373"15,0 0-1652-15,0 0-64 0,0 0 600 16,0 0 272-16,84-3-292 0,-60 3-164 15,8 0-256-15,4 0-248 0,7-6-84 16,5-4-172-16,1-9-108 0,-2-3-436 16,1-4-320-16,-5 1-160 0,2 0-192 15,-9 0-452-15,-8 5-1432 0,3-2-3001 0</inkml:trace>
  <inkml:trace contextRef="#ctx0" brushRef="#br0" timeOffset="7325.522">7243 1530 13477 0,'0'0'4444'0,"0"0"-3984"15,0 0-460-15,0 0 576 0,0 0 296 16,-56 72 104-16,48-36-268 0,0 5-211 15,8 10 27-15,0 10 68 0,0 5-168 16,4 1-124-16,8 0-80 0,0-4-124 16,0-3-84-16,4-5-8 0,4-8-4 0,-4-9-180 15,3-6-16-15,2-10-140 0,3-13-100 16,0-9-108-16,4-6-100 0,-1-13-149 16,-3-16-363-16,0-6-1036 0,-7 2-2888 15,-2-21-4857-15</inkml:trace>
  <inkml:trace contextRef="#ctx0" brushRef="#br0" timeOffset="7728.864">7665 1374 4316 0,'0'0'10289'16,"0"0"-8201"-16,0 0-1604 0,40 74-248 16,-32-43 572-16,4 4 692 0,0 6-220 15,0 0-464-15,0 7-343 0,-1 3-169 16,2 3-64-16,-5 6-44 0,-1-2-76 15,-3 2-48-15,1-3 0 0,-5-6-64 16,0-6-8-16,-9-11 84 0,2-2-32 0,-9-9-52 16,0-4-68-16,1-7-16 0,-6-3-72 15,5-5-112-15,-7-4-8 0,-1-4-136 16,-1-9 192-16,1 1 15 0,0-7 21 16,1 0-48-16,3-6-48 0,3-1 100 0,6 1-40 15,3 3 12-15,8 0 60 0,0 5-20 16,4 4-4-16,7 8 172 0,6-2 172 15,3 4 96-15,3-1 24 0,9 1 12 16,0 3-24-16,5 0 48 0,-5 3 1 16,3 8 35-16,-3-3-72 0,0 3-52 15,-4-2-56-15,-5 3-40 0,-3 1-24 16,-3 0-120-16,-2-4-72 0,2-2-192 16,-10-1-148-16,1-2-124 0,0-4-57 15,0 0-151-15,4-7-52 0,-8-3-652 16,5-9-1220-16,-6 1-2493 0,-3-17-2619 0</inkml:trace>
  <inkml:trace contextRef="#ctx0" brushRef="#br0" timeOffset="7939.71">8184 1486 3360 0,'0'0'10193'0,"0"0"-8985"0,0 0-528 16,0 0 552-16,0 0 404 0,0 0-136 15,75 69-364-15,-63-43-384 0,4 6-239 16,0 6-125-16,3 6 84 0,2 5 12 15,-6 1-244-15,-2 0-20 0,-6 4-148 16,-3 4-72-16,-4-5-12 0,0 1-184 16,-11-3-56-16,-2-7 20 0,-2-6-20 15,-2-6-40-15,6-6-68 0,-10-7-236 16,2-6-145-16,-1-10-87 0,0-3-572 16,-3-7-1420-16,6-2-3217 0,-11-16-3483 0</inkml:trace>
  <inkml:trace contextRef="#ctx0" brushRef="#br0" timeOffset="8291.206">8825 1660 10092 0,'0'0'7757'15,"0"0"-6437"-15,0 0-964 0,75 10 232 16,-43-10 168-16,0 3 437 0,-4-3-273 15,4 0-364-15,-4 0-292 0,0 0-148 16,0-6-116-16,-4-4-132 0,-1 4-268 0,-6-4-216 16,-2 4-256-16,-2-3-297 0,-10 2-359 15,-3 4-896-15,0 0-2216 0,-12 3-1949 0</inkml:trace>
  <inkml:trace contextRef="#ctx0" brushRef="#br0" timeOffset="8458.917">8865 1924 964 0,'0'0'13649'0,"0"0"-9697"0,0 0-3400 16,0 0-404-16,0 0 504 0,0 0 604 16,0 0-115-16,0 0-173 0,95 64-240 15,-59-64-416-15,0-4-216 0,4-6-96 16,0-1-276-16,-5-3-64 0,1-2-96 16,-4 0-144-16,-4 4-208 0,4-1-477 15,0 4-867-15,-12 2-2632 0,12 7-3217 0</inkml:trace>
  <inkml:trace contextRef="#ctx0" brushRef="#br0" timeOffset="8834.927">9750 1381 7264 0,'0'0'7617'16,"0"0"-6309"-16,0 0-404 0,107 9-324 0,-64-5 324 16,-2-2 324-16,-2-2-348 0,1 0-308 15,-8 0-256-15,4-2-180 0,-4-4-136 16,0-1-44-16,-9-3-284 0,5-3-280 16,-8 4-236-16,1-1-284 0,-6 1-356 15,-7-1-848-15,-3 4-2985 0,-5 6-3671 0</inkml:trace>
  <inkml:trace contextRef="#ctx0" brushRef="#br0" timeOffset="9037.77">10040 1413 4288 0,'0'0'7801'0,"0"0"-5569"16,0 0-1412-16,0 0-428 0,0 0 516 16,0 85 768-16,0-44-40 0,4 8-292 15,0 4-435-15,4 4-313 0,-4 7-184 16,-4-5-112-16,0 5-116 0,0 0-100 0,0-11-84 15,0 2-8-15,-8-7-344 0,4-9-120 16,0-9-180-16,4-4-177 0,0-10-59 16,0-6-252-16,0-8-1072 0,-4-2-3228 15,4-2-4397-15,-4-15 9017 0</inkml:trace>
  <inkml:trace contextRef="#ctx0" brushRef="#br0" timeOffset="9191">10216 1905 13697 0,'0'0'2728'16,"0"0"-2040"-16,0 0 20 0,0 0 636 16,99-10-48-16,-79 4-272 0,3 2-355 15,1-5-453-15,-3 0-216 0,3-4-256 0,-5 3-425 16,-2 1-235-16,-2 2-108 0,-2 7-492 16,-10-2-2464-16,-3 8-2965 0</inkml:trace>
  <inkml:trace contextRef="#ctx0" brushRef="#br0" timeOffset="9338.012">10147 2226 1880 0,'0'0'12661'0,"0"0"-9677"0,0 0-2152 15,0 0-376-15,0 0 400 0,0 0 244 16,80 2-272-16,-44-14-255 0,0-8-233 16,8-5-340-16,-5 0-196 0,6-4-461 15,-6 4-303-15,-3 3-276 0,0 3-724 16,-8 6-2944-16,0 7-6193 0</inkml:trace>
  <inkml:trace contextRef="#ctx0" brushRef="#br0" timeOffset="10592.879">9722 5035 4044 0,'0'0'1184'15,"0"0"4084"-15,0 0-3171 0,0 0-745 16,0 0-36-16,0 0 16 0,0 0-164 15,0 0-228-15,0 0-44 0,0 0-160 16,0 0-236-16,35 16 8 0,-7-16 5 16,8 0-53-16,3-3-60 0,6-3-108 15,2 2-16-15,5 1 28 0,4 0-16 0,8 0-80 16,0 3-28-16,7-3-12 0,9 0-48 16,-1 0-72-16,9-4-44 0,4-3 0 15,11-5 68-15,5-5-68 0,4 1 68 16,11-2-64-16,1-2 56 0,-1 4 24 15,-3 0-88-15,-1 6-136 0,-11 4 64 16,-1 2 68-16,-12 7-4 0,-11 0 0 16,-4 0-40-16,-12 4 44 0,-4 2-80 15,-8 0-12-15,-9-3 36 0,-3 1 12 0,-12-1-12 16,-4-3-132-16,-9 0-100 16,-6-3-56-16,-1-4-28 0,-5-2-12 0,-2-4-156 15,-1-6-285-15,-4-6-427 16,0-2-1304-16,-9 6-3016 0,-10-17-6001 0</inkml:trace>
  <inkml:trace contextRef="#ctx0" brushRef="#br0" timeOffset="10844.757">12315 4419 10104 0,'0'0'6757'0,"0"0"-6085"15,0 0-672-15,0 0 0 0,75 67 256 16,-54-48 400-16,-1 4 192 0,-1-4 72 0,1 2-408 15,1 2-160-15,-2-1-192 16,1 0-92-16,-8 3-68 0,0 1-4 0,-4-1-8 16,-4 4-60-16,-4-1-12 0,-4 5-64 15,-12 1-72-15,0 4-132 0,-12 0-124 16,0 7-4-16,-4-4 28 0,-3 0 32 16,-5 0-12-16,0-3-148 0,4-5-368 0,0-5-536 15,1-5-392-15,7-11-769 16,11-9-2943-16,-2-3 557 0</inkml:trace>
  <inkml:trace contextRef="#ctx0" brushRef="#br0" timeOffset="11283.266">13371 4410 7476 0,'0'0'6161'0,"0"0"-4877"0,0 0-368 15,0 0-308-15,84 50 608 0,-49-33 80 0,1-5-8 16,0 1-288-16,4-4-343 0,-4-6-245 15,4-3-156-15,-1 0-164 0,-2-5-92 16,2-8-340-16,-7-4-181 0,4-2-259 16,-4 1-120-16,-8-1-168 0,0-1-548 15,-9 5-1300-15,-2 5-2489 0,-13 0-2307 0</inkml:trace>
  <inkml:trace contextRef="#ctx0" brushRef="#br0" timeOffset="11492.697">13653 4547 6036 0,'0'0'4056'0,"0"0"-1111"0,-47 72-1953 0,39-34-624 16,-4 10 400-16,8 6 832 0,4 7-112 16,4 5-136-16,8 4-288 0,0 3-296 15,8 3-247-15,0 0-181 0,-4-3-96 0,-1-3-88 16,-2-6-144-16,-2-14-12 0,1-11-48 16,-7-13-72-16,3-12-76 0,-1-10-156 15,-3-4-281-15,0-4-291 0,0-8-104 16,5-9-240-16,-6-9-1164 0,-3 5-2521 15,0-16-3903-15</inkml:trace>
  <inkml:trace contextRef="#ctx0" brushRef="#br0" timeOffset="11624.945">13737 5061 4832 0,'0'0'11269'0,"0"0"-9597"16,0 0-1212-16,84 0 104 0,-52 0 272 15,4 0 80-15,3-7-172 0,2-2-268 0,6-7-307 16,1-6-169-16,0-4-645 0,0-2-487 15,-1-4-244-15,-15 14-852 0,12-15-3228 0</inkml:trace>
  <inkml:trace contextRef="#ctx0" brushRef="#br0" timeOffset="12302.828">13498 2314 364 0,'0'0'10244'16,"0"0"-8163"-16,0 0-869 0,0 0-336 16,0 0 220-16,0 0 192 0,0 0-124 15,9 99-180-15,-5-55-172 0,3 10-104 0,1 12-64 16,0 8-71-16,4 8-77 0,-4 6-60 15,-4 5-184-15,0-4-132 0,1 0-32 16,-5-4-88-16,3-5-96 0,1-3-12 0,0-11-48 16,4-6-12-16,4-11-160 0,4-12-244 15,0-8-217-15,4-13-111 0,0-13-292 16,0-6-760-16,-8-6-2124 0,8-27-2281 0</inkml:trace>
  <inkml:trace contextRef="#ctx0" brushRef="#br0" timeOffset="12892.33">13020 574 6096 0,'0'0'6085'0,"0"0"-4449"0,0 0-952 0,0 0-428 15,0 0 472-15,0 0 740 0,0 0-92 16,0 0-304-16,0 0-312 0,0 0 20 16,64 47 0-16,-20-30-127 0,0-4-157 15,7-1-192-15,1-2-88 0,0-7-44 0,-1-3-88 16,-6-3-84-16,2-10-36 0,-3 1-232 15,-4-5-140-15,-4-5-200 0,-1 3-193 16,-7 0-147-16,0-3-180 0,-7 3-756 16,-10 6-1228-16,-7 1-3569 0</inkml:trace>
  <inkml:trace contextRef="#ctx0" brushRef="#br0" timeOffset="13105.513">13204 660 3208 0,'0'0'9033'15,"0"0"-7345"-15,0 0-956 0,-20 79 164 16,20-37 536-16,0-2 16 0,3 9-220 0,1 1-284 16,9 4-324-16,-6 0-184 0,5 1-83 15,-3 1-145-15,-5 1-64 0,3-5-132 16,-7-8-12-16,4-9-112 0,-4-10-192 16,4-6-121-16,-4-9-11 0,0-7-116 15,4 1-104-15,-4-4-180 0,0 0-336 16,0-4-636-16,0-3-1112 0,0-1-1849 15,0 1-1507-15,0-9 5820 0</inkml:trace>
  <inkml:trace contextRef="#ctx0" brushRef="#br0" timeOffset="13257.361">13255 1149 2508 0,'0'0'10033'0,"0"0"-7705"0,0 0-1148 0,0 0-100 16,0 0 256-16,88 20-192 0,-56-15-92 15,-4 2-308-15,7-7-320 0,-3 0-219 16,9 0-109-16,-2-10-96 0,1-6-465 0,0-2-239 15,0-5-176-15,-1-2-24 0,-7-1-268 16,-4-2-860-16,-8 9-2136 0,-4-14-2805 16</inkml:trace>
  <inkml:trace contextRef="#ctx0" brushRef="#br0" timeOffset="13562.32">12853 511 10244 0,'0'0'4713'0,"0"0"-3681"0,0 0-464 0,0 0 524 0,0 0 268 15,0 0-124-15,0 0-332 0,0 0-372 16,0 0-115-16,108-28 67 0,-65 15 24 15,9-4-168-15,4 2-172 0,4-2-84 16,4 5-44-16,-1-1-40 0,5-2-60 16,-1 3-48-16,-3-2-208 0,5-2-204 15,-6 4-208-15,1-1-85 0,0 0-263 16,-1 0-900-16,-15 8-2804 0,8-5-3817 0</inkml:trace>
  <inkml:trace contextRef="#ctx0" brushRef="#br0" timeOffset="14362.041">11159 1641 2888 0,'0'0'428'0,"0"0"2244"0,0 0-60 16,0 0-712-16,0 0-559 0,0 0-481 15,0 0-160-15,0 0-76 0,0 0-68 16,0 0-88-16,84-15-88 0,-52 15 20 0,8-5 32 16,4 0-32-16,3-2-52 0,1-2-124 15,5 0-52-15,-6-5 64 0,5 2-24 16,-5-4-16-16,5 0-48 0,-3-3-36 16,2 0-48-16,-7 0-64 0,-1 0-200 15,-3 0-208-15,1 0-64 0,-10 0-112 16,1 3-244-16,0 1-356 0,-8-2-700 0,-4 4-1241 15,-4-2-2639-15</inkml:trace>
  <inkml:trace contextRef="#ctx0" brushRef="#br0" timeOffset="14608.486">12060 1283 10052 0,'0'0'1537'0,"0"0"-973"16,0 0 304-16,0 0 380 0,0 0-112 15,0 0-328-15,87 3-172 0,-70-3-136 16,3 0-116-16,-1 3-124 0,1 0-24 16,-4-3-188-16,0 6-48 0,-8 1-124 15,0 2-124-15,-8 4-96 0,0 6 120 16,-8 9 48-16,-7 5-48 0,-6 4 12 16,-7 11-88-16,-7-1 8 0,-5 8-20 15,-4 5-76-15,-4 0-168 0,-4 3-140 16,0 1-524-16,-3 0-849 0,-1-4-2303 0,16-16-644 15,-15 17 3513-15</inkml:trace>
  <inkml:trace contextRef="#ctx0" brushRef="#br0" timeOffset="23399.882">17798 1473 10196 0,'0'0'5333'15,"0"0"-4265"-15,0 0-1056 0,0 0 112 16,0 0 52-16,0 0 992 0,-4 92 76 16,-9-41-488-16,2 6-352 0,-6 14-184 15,-2 4 24-15,2 4-12 0,-6 7 72 16,7-3-92-16,-4-1-212 0,0-3-60 15,0-9-72-15,8-5-76 0,0-12-132 0,4-15-112 16,4-13-96-16,1-9-188 0,3-7-76 16,0-9-252-16,7-2-740 0,-3-8-1164 15,4-19-2977-15</inkml:trace>
  <inkml:trace contextRef="#ctx0" brushRef="#br0" timeOffset="23640.033">17908 1461 12941 0,'0'0'1780'0,"0"0"-1540"16,0 0 48-16,0 0 592 0,0 0 584 15,56 83 28-15,-35-36-644 0,-1 13-288 16,-1 9 76-16,2 5-92 0,3 2-251 16,-1 0-233-16,1-3-60 0,4 0-56 15,-8-2-225-15,4-8 53 0,-8-10-176 16,0-8-8-16,-4-13 120 0,-5-14 120 15,2-4-220-15,-9-8-260 0,0-4-356 0,0-2-344 16,-12 0-156-16,-9 0-1160 16,-2-8-1561-16,3 1-163 0,-12-11 1512 0</inkml:trace>
  <inkml:trace contextRef="#ctx0" brushRef="#br0" timeOffset="23784.826">17873 2181 5340 0,'0'0'2564'16,"0"0"-376"-16,0 0-231 0,-68-76-157 15,57 63-468-15,11 1-404 0,0 5-212 16,4 4-204-16,7 3-40 0,6-3-16 15,10 3 48-15,5 0 260 0,8 0-240 16,3 0-264-16,2 0-136 0,-2-4-124 16,5-2-220-16,-4-3-540 0,4-1-384 15,-5-7-728-15,-7 9-2616 0,9-11-5477 0</inkml:trace>
  <inkml:trace contextRef="#ctx0" brushRef="#br0" timeOffset="24124.876">18810 1816 8564 0,'0'0'6009'0,"0"0"-4749"16,0 0-440-16,0 0 284 0,0 0 168 0,-45 64-72 15,26-42-420-15,-5 3-352 0,0 0-236 16,-4 0-128-16,4-2-64 0,4-4-96 16,4-3 36-16,4-3 48 0,5-4-120 15,3-3-136-15,4 1-40 0,4-4 28 16,3 4 64-16,9-2 44 0,4 2 24 15,4-1 36-15,4 1 40 0,0 2-36 16,4-2 56-16,-4-1 52 0,-5 4 64 16,1-1 20-16,0 8 148 0,-8-3 332 15,0 5-188-15,-8 4-228 0,-4-1 156 0,-4 0 36 16,0 4-207-16,-12 2-73 0,-4-1 52 16,-3-2-40-16,-6 0-24 0,5-6-48 15,-3-4-132-15,3-2-89 0,3-9-143 16,6-4-124-16,-1-4-220 0,3-5-172 15,2-10-228-15,7-3-332 0,0 0-1240 16,0-23-3081-16</inkml:trace>
  <inkml:trace contextRef="#ctx0" brushRef="#br0" timeOffset="24444.691">19280 1838 12329 0,'0'0'2820'16,"0"0"-1396"-16,0 0-344 0,0 0 536 15,0 0-60-15,-40 76-195 0,16-46-525 16,0 0-436-16,-4 3-184 0,-4 1-100 0,4 1-116 16,-4 0-84-16,9-2 36 0,-1-6-84 15,7-4-64-15,10-8 4 0,7-3-172 16,0-1-180-16,4-2-5 0,12-2 173 16,-1-1 168-16,10 0 16 0,-1-3 104 15,8 4 4-15,-1-4-76 0,1 0 52 16,4 0 100-16,-8-3 0 0,0 7-32 15,-9-4 40-15,-2 6 60 0,-10 1 100 0,1 3 168 16,-3-1 84-16,-5 7 28 0,0 3-123 16,0 0-89-16,-13 1-120 0,2-4-32 15,-2-3-76-15,-2 0-64 0,2-7-248 16,2 1-165-16,-1-7-191 0,3-3-112 0,2 0-384 16,3-6-900-16,0-1-1932 0,4-12-1665 0</inkml:trace>
  <inkml:trace contextRef="#ctx0" brushRef="#br0" timeOffset="25057.492">19607 2085 9108 0,'0'0'6389'0,"0"0"-5329"0,0 0-676 0,-24 78 376 15,16-47 596-15,-1-4-144 0,1 0-420 16,5-5-472-16,-1-3-320 0,4-4 0 15,0-2-136-15,4-3-180 0,3-4-124 16,1-2 112-16,5-2 8 0,-2-2 4 16,2-6 44-16,6-3 4 0,-3-7-164 0,0 0-112 15,4-6-76-15,-5 3 36 0,6-4 124 16,-10 8 280-16,6-2 16 0,-10 9 88 16,6 1 36-16,-9 7 40 0,4 0 380 15,-5 10 156-15,1 6 72 0,0 5-72 16,1 5-80-16,-5 6-160 0,4-1-100 15,0 1 160-15,0-7-60 0,-1 1-200 16,9-7-44-16,-3-6-44 0,2-4-8 16,6-2-136-16,2-7-96 0,1 0-4 15,4-10-8-15,4-7-152 0,4 3-36 16,0-9 296-16,0 2-620 0,-4-3-272 16,0 2 264-16,4 3 448 0,-5 7 316 0,1-4 448 15,-4 6-320-15,-4 4-128 0,-8 3 1004 16,0 0-756-16,-4 3-108 0,0 0 168 15,-8 0 52-15,3 3-112 0,-3 3-24 0,0-3-64 16,0 0-24-16,4 1 12 0,0-1-148 16,5-3-36-16,2 0-148 0,6-3 184 15,2-7 392-15,5-2-72 0,4-1-244 16,-4-3 20-16,4-4-48 0,-5 5-36 16,-2-1 52-16,-5 0-16 0,-4 6-44 15,-8 4 8-15,-1 3 36 0,-3 3-20 16,-7 3-28-16,-1 10 0 0,-8 6 8 15,0 7 52-15,-4-1 24 0,0 4-72 16,4-1 172-16,5-3-24 0,2-2-160 16,5-5-4-16,4-1-120 0,4-8-108 0,9-3-148 15,10-3-100-15,5 0 212 0,7-3 144 16,2 0-360-16,3-3-1020 0,-9-2-1504 16,13-6-4633-16</inkml:trace>
  <inkml:trace contextRef="#ctx0" brushRef="#br0" timeOffset="25676.563">22578 1165 6988 0,'0'0'7261'16,"0"0"-6441"-16,0 0-480 0,0 0 228 15,72 98 732-15,-60-41 356 0,-8 17-516 16,-4 11-420-16,-11 13-184 0,-6 4-48 16,-7 7-87-16,-4-5-97 0,-4-2-136 15,-3-4-168-15,-1-9-60 0,0-13 48 0,1-12-56 16,3-16 68-16,4-14 0 0,0-9-192 15,4-8-208-15,-4-8-85 0,-4-6-123 16,4-3 32-16,0-12-108 0,0-7-236 16,9-7 352-16,2-5 24 0,6-5-52 15,3-8-4-15,3 0 68 0,1-5 532 0,4 5 52 16,0 3 212-16,0 6 0 16,0 10 36-16,4 9 224 0,9 7-40 0,-2 4-64 15,9 5-48-15,1 0-16 0,6 11-48 16,1 5 132-16,8 3 88 0,4 3-4 15,3 3-24-15,9 7-76 0,1-4 125 16,1 1-113-16,2-4-268 0,0-2-168 16,-3-1 0-16,3-3-108 0,-5 0-244 15,1 3-60-15,0-3-221 0,-5 3-439 16,-2-5 44-16,2-1-316 0,-15-4-1624 0,16 4-3641 0</inkml:trace>
  <inkml:trace contextRef="#ctx0" brushRef="#br0" timeOffset="25979.084">23726 1996 11445 0,'0'0'3836'0,"0"0"-2984"15,0 0-384-15,0 0 20 0,59 96 488 16,-46-58 196-16,-9 1-168 0,0 5-260 16,-4 0-404-16,0-3-204 0,0-2-136 15,0-11-4-15,0-5-144 0,0-8-204 16,4-8-516-16,-1-7-148 0,1 0-316 0,5-7-980 15,-1-19-3161-15</inkml:trace>
  <inkml:trace contextRef="#ctx0" brushRef="#br0" timeOffset="26141.186">23826 1619 10016 0,'0'0'5893'0,"0"0"-4965"0,0 0-852 0,92-35-76 15,-57 28-88-15,1-1-124 0,4 1-744 16,4 0-620-16,-8 4-1356 0,20-3-5417 0</inkml:trace>
  <inkml:trace contextRef="#ctx0" brushRef="#br0" timeOffset="26374.234">24575 1863 14113 0,'0'0'2336'0,"0"0"-1256"0,-52 83 72 0,32-55 492 15,-8 7-51-15,0-3-501 0,4-3-488 16,9-7-352-16,2-6-204 0,13-3-48 16,0-7-120-16,8 4-48 0,12-3 60 15,8-5 24-15,4 4 76 0,4-2-56 0,0 3 64 16,-1-1-8-16,-2 2-76 16,-1 6-12-16,-9 2 84 0,1-2-72 0,-4 6-136 15,-8-1-80-15,-4 0-16 0,-8 0-24 16,0 4-133-16,-8-5-223 0,-12 6-232 15,-3-6-388-15,-9 4-716 0,-4-4-584 16,3-1-2665-16,-18-1-2495 0</inkml:trace>
  <inkml:trace contextRef="#ctx0" brushRef="#br0" timeOffset="27124.521">25866 2333 3756 0,'0'0'6244'0,"0"0"-4619"16,0 0-433-16,4-70-400 0,-4 52 312 16,3 5 116-16,-3 0-52 0,0 7-80 0,0 6-176 15,0 0-88-15,0 0-336 0,-3 13-244 16,-5 12-48-16,-1 6-4 0,-6 14-20 16,3 5-16-16,-4 5-44 0,4-1-104 0,0-7-8 15,8-9-48-15,0-6-12 0,4-14-100 16,4-4-60-16,8-11-12 0,0-3 64 15,8-3 44-15,0-11 4 0,7-7-176 16,1-2-252-16,0-5-44 0,-3 3 88 16,-1 3 132-16,-5-1 76 0,1 11 72 15,-8 2 64-15,0 10-40 0,-4 0 164 16,0 10 36-16,-4 5 224 0,0 11 84 16,-4-1 116-16,3 7-80 0,2-1-72 15,-1-1 36-15,4-2-160 0,3-6-4 16,2-6 4-16,2-4-148 0,2-8-96 15,7-4 88-15,-5-10-312 0,9-12-480 0,0-6-528 16,-8 1-1556-16,8-19-4181 0</inkml:trace>
  <inkml:trace contextRef="#ctx0" brushRef="#br0" timeOffset="27354.089">26451 1613 7776 0,'0'0'2748'0,"0"0"-67"15,0 0-1561-15,0 0 292 0,0 0 428 16,0 0-704-16,0 0-348 0,0 0 104 16,21 72 180-16,-17-24-247 0,-1 13-13 15,-3 8-196-15,0 12-276 0,0 3-160 0,0 9-156 16,0-1-24-16,-3-1-132 0,3-4-76 16,0-8-312-16,0-12-216 0,7-10-28 15,5-13 47-15,4-9 157 0,4-13-100 16,8-13-668-16,0-9-1396 0,-4 0-2749 15,11-22-2655-15</inkml:trace>
  <inkml:trace contextRef="#ctx0" brushRef="#br0" timeOffset="27757.727">26981 2371 9080 0,'0'0'5493'0,"0"0"-4457"0,-60 77-812 0,28-36 496 15,-3 9 708-15,-5 5 124 0,5 2-232 0,7-6-456 16,7-9-367-16,10-9-437 15,6-7-60-15,5-8-244 0,5-7 51 0,6-5 33 16,1-6 16-16,8 0-28 0,4-6 40 16,0-10-28-16,3-4-68 0,1-1 80 15,-4 2 28-15,1 2-76 0,-5 5-72 16,3 6 60-16,-3 2 84 0,4 4-12 16,-8 4-24-16,4 8 52 0,0 4 20 15,-4 10 28-15,0 2-28 0,-4 7 76 16,-1 3 12-16,-2 3 4 0,-5 7 132 15,0 3-60-15,-4 6 204 0,-4 3-36 16,-9 3-24-16,-6 1 416 0,-5-1-232 0,0-4-272 16,-4-6 40-16,0-9 108 15,5-9-63-15,2-7-93 0,1-5-116 0,1-11 76 16,2-7 24-16,2-5-108 0,-1-7-92 16,0-12-44-16,-4-3 16 0,0-10-37 15,4-6-123-15,0-7 24 0,4-3-84 0,5-2-112 16,2-1 24-16,5 0-232 15,5 3-364-15,2 0-564 0,5 4-616 0,0 6-1000 16,0-12-2909-16</inkml:trace>
  <inkml:trace contextRef="#ctx0" brushRef="#br0" timeOffset="28264.682">26192 2537 3696 0,'0'0'4904'0,"0"0"-2900"16,0 0-523-16,0 0-113 0,0 0-164 16,0 0-220-16,0 0-444 0,0 0-288 15,-27-70-40-15,22 54 16 0,-3-3-168 16,1 0 104-16,-1 0 44 0,-1 2 16 0,-2 3 24 16,-1 0 24-16,0 4 64 0,0 1-152 15,-1 6-84-15,2-3-100 0,3 2-88 16,-4 4-132-16,-4 0-52 0,8 0-176 15,-8 0-24-15,4 0-88 0,0 7-232 16,4-1-64-16,-3 3-348 0,2 1-700 16,1-1-1089-16,4 10-1455 0</inkml:trace>
  <inkml:trace contextRef="#ctx0" brushRef="#br0" timeOffset="29073.776">27447 2489 104 0,'0'0'9084'16,"0"0"-6695"-16,0 0-1021 0,0 0-92 15,0 0 124-15,-4 74 116 0,8-60-240 16,0 3-220-16,9-8-432 0,-6 1-328 0,5-4-176 15,4-6-108-15,0 0 88 0,4 0 56 16,4-9 28-16,4-7-184 0,-9-3-160 16,6 0-216-16,-5-4-28 0,-5 1 76 15,-2 3-68-15,-6 0 80 0,-3 0 56 0,-4 6 172 16,0 0 80-16,-4 4 8 0,-7 0-108 16,-5 2 32-16,-5 0 16 0,2 2 48 15,-1 5 0-15,-4 0-140 0,0 5-56 16,0 12 208-16,0 5 56 0,4 10 204 15,1 3 100-15,-2 7 8 0,6 5 0 16,-2 0-24-16,6 7-64 0,2-7-24 16,5-2-108-16,4-8-28 0,4-10-16 15,13-12-104-15,3-5-84 0,7-10 56 0,10 0-32 16,2-13 36-16,5-9-328 16,-4-9-248-16,7-7-384 0,-6-4-580 0,-9 7-1192 15,11-19-3213-15</inkml:trace>
  <inkml:trace contextRef="#ctx0" brushRef="#br0" timeOffset="29460.716">28141 1873 4940 0,'0'0'8289'0,"0"0"-6969"16,0 0-676-16,0 0 816 0,0 0 400 15,4 73-460-15,-8-35-400 0,0 10-320 16,-5 9-23-16,2 3 59 0,-1 4-404 15,-5 5-248-15,2 1-64 0,3-1-108 16,-4-1-240-16,4-8-200 0,4-9 88 16,0-10 215-16,4-15 161 0,0-7-72 15,4-10-176-15,4-6-56 0,0-3 180 0,0 0 12 16,4-3 60-16,0-6 136 0,4-1 12 16,0-3 36-16,0 4-48 0,0 0-72 15,-1 2-28-15,2 1-48 0,-6 2 52 16,-3 4 96-16,-4 0 92 0,1 7 56 15,-1-1-140-15,-4 4 224 0,0 2 24 0,0 4-24 16,-4-3 0-16,-5 6-24 0,-3-3-28 16,5-4-20-16,-10 1 8 0,6-2-152 15,-6-3-16-15,2 2-304 0,-5-3-208 16,-1-4-88-16,-2-3 28 0,3 0 8 16,0-3-176-16,0-10-336 0,0 1-528 15,5-12-584-15,2 2-244 0,5 3-581 16,5-6-2395-16</inkml:trace>
  <inkml:trace contextRef="#ctx0" brushRef="#br0" timeOffset="29739.503">28435 2445 3240 0,'0'0'8329'0,"0"0"-6857"0,0 0 168 0,0 0 284 0,0 0-248 15,0 0-580-15,76 28-360 0,-64-15-200 16,-4 3-84-16,0 3 32 0,0-1 5 15,-4 6-249-15,0 4-104 0,-4-3-64 16,-4 7-12-16,-4-4-60 0,-4-2 0 16,4-1-104-16,-4-8 16 0,9-5 4 15,-1-5 0-15,-1-5 84 0,5-2 36 16,0 0 108-16,0 0-20 0,0-7-124 16,5-2-44-16,-1-10-116 0,3-7-325 15,1-2 169-15,5-7 108 0,2 4-144 16,1-4-308-16,4 4-96 0,0 1-228 0,0 5-440 15,3 3-772-15,-2 6-2297 0,10-7-2019 16</inkml:trace>
  <inkml:trace contextRef="#ctx0" brushRef="#br0" timeOffset="29908.273">28957 2432 8672 0,'0'0'4477'16,"0"0"-3825"-16,0 0-20 0,0 0 1188 15,13 79 388-15,-13-57-428 0,0 1-476 0,0-4-503 16,0 2-305-16,-4-1-252 15,-1-4-244-15,5 0-104 0,-4-7-260 0,4 1-232 16,-4-4-229-16,4-3-199 0,-3-3-264 16,-1 0-644-16,0-3-2104 0,-5-10-5517 0</inkml:trace>
  <inkml:trace contextRef="#ctx0" brushRef="#br0" timeOffset="30035.011">28901 2298 13489 0,'0'0'2844'0,"0"0"-2080"15,0 0-144-15,0 0 244 0,0 0-176 16,0 0-232-16,0 0-300 0,88-3-156 16,-56 6-152-16,0 1-500 0,4-2-544 15,0 5-460-15,-4-4-1444 0,8 4-4517 0</inkml:trace>
  <inkml:trace contextRef="#ctx0" brushRef="#br0" timeOffset="30224.721">29447 2435 11189 0,'0'0'2880'0,"0"0"-1884"0,0 0-16 0,-71 92 796 16,47-61-200-16,0 5-352 0,4-2-288 16,4 1-303-16,4-3-197 0,9-3-132 0,3-4-196 15,0-5-104-15,11-5 0 0,9-3-4 16,0-1-44-16,4-8-188 0,4 0-156 16,0-3-24-16,0-6-133 0,4-7-223 15,-1-4-432-15,5 3-984 0,-12 3-2668 16,20-8-3477-16</inkml:trace>
  <inkml:trace contextRef="#ctx0" brushRef="#br0" timeOffset="30906.949">25782 3829 8036 0,'0'0'3249'0,"0"0"-1533"0,0 0-480 15,0 0 240-15,0 0 200 0,0 0-376 16,-88 99-292-16,80-52-204 0,1 7-96 16,3 1-63-16,0 1-49 0,4-8-200 15,0-7-260-15,4-10-136 0,3-7-68 0,5-10-32 16,1-1 40-16,-2-10-36 0,6-3 24 15,-2 0 12-15,5-5-148 0,-4-9-32 16,4-4-5-16,0-5-107 0,-4-2-52 16,4-1 16-16,-5-2 84 0,-2-5 60 15,2 5 48-15,-7 0 96 0,1-1 52 16,-5 7 40-16,-4 0-32 0,-4 3 40 0,-9 7 48 16,2-2 160-16,-1 11 0 0,-4 1-112 15,4 2-96-15,-4 8-220 0,0 9 52 16,4 2 156-16,0 3 12 0,4 3 0 15,4-2-80-15,0-5-260 0,4 1-584 16,0-5-1060-16,0-2-1060 0,8-3-3109 0</inkml:trace>
  <inkml:trace contextRef="#ctx0" brushRef="#br0" timeOffset="31107.882">26045 4010 10604 0,'0'0'2301'16,"0"0"-1205"-16,0 0-148 0,0 0 376 0,55 85 316 15,-38-56-528-15,-6 3-328 0,2 0 12 0,-2-1-68 16,2 1 5-16,-5-4-177 16,3-5-192-16,-3-4-112 0,1-9-132 15,-6-5-116-15,5-1 8 0,-4-4 124 0,5 0 8 16,-2-4 168-16,1-8-68 0,4-3-88 16,0-5-156-16,4-5-96 0,0-4-144 15,3-3-172-15,2-3-156 0,-1 4-280 16,-1-4-269-16,5 0-559 0,0 3-872 15,-7 10-2076-15,6-3-1593 0</inkml:trace>
  <inkml:trace contextRef="#ctx0" brushRef="#br0" timeOffset="31407.876">26583 4196 8492 0,'0'0'2753'0,"0"0"-1533"16,0 0 120-16,12 71 556 0,-4-61-172 0,4-8-388 15,4-2-352-15,3 0-252 0,9-12-120 16,-4-7-224-16,8-3-352 0,0-3-36 15,-4-8-232-15,0 2-36 0,0 3-48 0,-9-2-124 16,1 2 112-16,-7 3 156 0,-5 2 136 16,-4 4 36-16,-4 0 120 0,-12 7 64 15,-8-1 72-15,0 10-72 0,-8 3 60 16,4 9 12-16,-4 13 84 0,4 11-156 16,0 8-4-16,4 3 65 0,1 4 71 15,2 0-12-15,6 2 96 0,-6 2-136 16,6-5-144-16,-1-7-120 0,0-1-80 15,4-7-284-15,4-10-72 0,0-13 12 16,4-5-133-16,8-4-283 0,3-13-104 0,10-9-332 16,-1-7-848-16,-1 4-2340 0,9-17-3857 0</inkml:trace>
  <inkml:trace contextRef="#ctx0" brushRef="#br0" timeOffset="31641.064">26977 4016 6108 0,'0'0'8641'0,"0"0"-7013"0,0 0-708 16,0 0-16-16,0 0-260 0,76 48-80 15,-64-26-12-15,-4 1-148 0,0 5-40 16,-5 3 16-16,2 2-76 0,-5 1-112 16,0 1-56-16,-8 6-15 0,-4 1-73 15,-4-1-40-15,0-3 4 0,5-6 72 16,-2-4-20-16,5-9-4 0,4-6-56 16,4-6 4-16,0-7-8 0,0 0-56 0,0-3-140 15,8-4-157-15,9-9 25 0,6-3 132 16,9-10-24-16,8 1-132 0,7-7 204 15,5-3 40-15,8-4-392 0,-4-2-80 16,8 3-268-16,0-4-668 0,-13 17-1664 16,21-19-5309-16</inkml:trace>
  <inkml:trace contextRef="#ctx0" brushRef="#br0" timeOffset="32094.418">27982 3730 11489 0,'0'0'2596'0,"0"0"-1132"0,0 0-708 0,0 0 32 15,0 0 560-15,0 0-240 16,0 0 200-16,0 0-275 0,107 61-125 0,-59-49-228 16,3-2-284-16,1-4-164 0,0-2-52 15,0-4-48-15,0 0-24 0,-9-7-28 16,1 1-80-16,-4-3-12 0,0-4-252 16,-9 0-196-16,-3 1-132 0,0 1-180 15,-11-1-117-15,-6 2-303 0,-3 3-808 16,-3 5-1820-16,-10-2-2373 0</inkml:trace>
  <inkml:trace contextRef="#ctx0" brushRef="#br0" timeOffset="32319.081">28300 3937 9232 0,'0'0'5077'15,"0"0"-3877"-15,-28 86-636 0,17-45 300 0,-2 12 872 0,1 5-180 16,5 5-520-16,-10 4-403 0,10-1-257 15,-6 8-144-15,1-5-64 0,1-1-48 16,-2-5-8-16,2-6 8 0,-2-6-36 16,9-10-84-16,1-9-60 0,3-7-84 15,0-6-136-15,0-5-156 0,7-6-185 16,2-8-183-16,3 0-88 0,-5-8-224 16,6-9-604-16,-6-8-932 0,1 3-2153 15,5-17-1871-15</inkml:trace>
  <inkml:trace contextRef="#ctx0" brushRef="#br0" timeOffset="32521.405">28236 4403 13449 0,'0'0'2376'0,"0"0"-1608"0,0 0 16 0,0 0 896 16,111 32-136-16,-74-29-231 0,7 1-513 15,8-4-352-15,4-4-220 0,-1-2-144 16,4-7-84-16,-3 1-124 0,4-1-236 15,-8-3-392-15,-1-1-245 0,-2 5-319 16,-1-1-864-16,-12 8-2004 0,7-2-2953 0</inkml:trace>
  <inkml:trace contextRef="#ctx0" brushRef="#br0" timeOffset="32683.671">29799 4438 18381 0,'0'0'3084'16,"0"0"-2163"-16,0 0-253 0,0 0 224 16,0 0 52-16,0 0 92 0,0 0-508 15,0 0-516-15,0 0-12 0,0 0-336 16,-13-9-160-16,5-1-224 0,-8 1-368 0,4 0-1117 16,-16-1-3899-16</inkml:trace>
  <inkml:trace contextRef="#ctx0" brushRef="#br0" timeOffset="35426.099">8279 7391 9972 0,'0'0'4709'0,"0"0"-4309"0,0 0-96 16,0 0 288-16,0 0 608 0,47 83-36 15,-43-54-164-15,-4 4-340 0,0 13-84 16,0 1-188-16,-8 10-60 0,-7 7-96 0,-1 5-76 16,-8 5-80-16,-3 2 45 15,-5-2-13-15,-1-2-44 0,-7-5 20 0,5-6 36 16,-5-11 0-16,-1-2-60 0,2-10-44 16,3-4-12-16,1-9-4 0,3-8-160 15,4-8-132-15,4-2-85 0,8-7 25 0,4-7 0 16,0-8 96-16,4-8-72 0,3-9-100 15,-2-6 60-15,-1-6-12 0,0-4-100 16,0-3 120-16,0 7 324 0,0 3-12 16,8 6 96-16,0 3 28 0,8 9 416 15,5 9-100-15,2 0-84 0,9 8-88 16,0-1-12-16,8 4 96 0,0 3-120 16,4 3 24-16,3 7-60 0,1 2 32 15,0 7-44-15,0 0-88 0,-5 7-40 16,1-1 0-16,-4 1 0 0,0 3 52 15,-4-1-60-15,0 0 48 0,0 2-40 16,-4-3 92-16,0-2-100 0,-5 2-44 0,2-5-44 16,-1-3-300-16,-5-6-112 15,6-1-284-15,-2-5-52 0,1-7-572 0,4 0-1240 16,-8-7-2585-16,12-12-3619 0</inkml:trace>
  <inkml:trace contextRef="#ctx0" brushRef="#br0" timeOffset="35892.038">9056 8226 14249 0,'0'0'1980'16,"0"0"-1904"-16,0 0 100 0,0 0-176 15,0 0 448-15,0 0 124 0,0 0 24 16,76-22 56-16,-40 12-124 0,3 1-160 16,10-1-172-16,2 1-24 0,5-1 12 15,3 4 268-15,9-1 192 0,0 5-304 16,4-5-180-16,3 1 33 0,5-4 3 0,-5 3-40 16,6-3-20-16,-10 2-88 0,0-2-48 15,-2 1-36-15,-9-1-40 0,-9-3 68 16,1 5-76-16,-13-3 84 0,-3 3-96 15,-8 1-124-15,-4-3-121 0,-7 4-95 16,-6-1-124-16,-3-2-208 0,-8-1-424 16,0 1-1104-16,0-10-3317 0</inkml:trace>
  <inkml:trace contextRef="#ctx0" brushRef="#br0" timeOffset="36141.001">10330 7772 12569 0,'0'0'1488'0,"0"0"-1348"0,0 0 356 0,0 0 84 16,0 0 336-16,80 29 308 0,-59-20-244 15,2 5-216-15,1-6-212 0,0 5-224 16,-4 3-132-16,-4 1-72 0,0-2-76 16,-4 3 0-16,-4 5-48 0,-5 3-8 15,-3-1-64-15,0 7-160 0,-11 0-76 16,-1 2-20-16,-4 1 20 0,-3 0-48 15,-2 0-52-15,-3-4-84 0,0 1-116 16,1-3-352-16,-5-3-616 0,8-7-1304 0,-12-6-4285 16</inkml:trace>
  <inkml:trace contextRef="#ctx0" brushRef="#br0" timeOffset="37058.225">11148 7708 5564 0,'0'0'7121'0,"0"0"-5441"0,0 0-820 0,0 0-204 15,0 0 408-15,0 0 40 0,0 0-192 16,0 0-172-16,0 0-156 0,95-22-60 16,-63 39-144-16,4-2-112 0,-4 10-76 15,3 1-92-15,2-1 33 0,-1 7-25 16,-1-1 16-16,-3 1 56 0,0 1-96 15,0 1-36-15,-8-2-48 0,0 4 8 16,-5-6 44-16,-6-1-4 0,2-1-48 16,-7-3 0-16,-3-1-4 0,-1-9 4 15,0 1 0-15,-4-3 8 0,0-7-4 0,0 1 8 16,0-5 36-16,0-2 36 0,0 0 12 16,0 0 172-16,-4-2-208 0,-5-8-60 15,1-3-60-15,-3-3-124 0,3-6 28 16,-5-3 48-16,6-5 12 0,-1 0-28 0,-1-5 76 15,6 6 40-15,3-3-52 16,0 4-12-16,0-1-24 0,0 4 8 0,3 0 28 16,6 0 48-16,-5 1-48 0,4 2-1 15,3 3-35-15,2 1 44 0,2-1-20 16,5 3-12-16,1-1 12 0,2 5 72 16,-3 2 0-16,8 2 4 0,-4 1-4 15,-1 7-12-15,2 0 12 0,2 0 40 16,1 0-36-16,4 0-4 0,-4 0-60 15,0 3 56-15,0 1-48 0,-8-2-56 16,0 1 0-16,-4 0-16 0,-4 0-96 0,-1 1-96 16,2 2-124-16,-9 1-108 0,4-2-328 15,-5 2-620-15,-3-3-1472 0,0 5-4749 0</inkml:trace>
  <inkml:trace contextRef="#ctx0" brushRef="#br0" timeOffset="38648.26">12574 7843 13121 0,'0'0'1940'0,"0"0"-1108"0,0 0-820 0,0 0 64 16,0 0 688-16,0 0 296 0,0 0 0 15,0 0-420-15,0 0-300 0,88 25-68 16,-64-25-28-16,0 0-36 0,4-7-76 15,-5 0-120-15,5-2 0 0,0-4-12 16,-8 0-200-16,4 1-496 0,-4-1-296 16,-4 4-356-16,-8 2-744 0,-1 7-2869 0</inkml:trace>
  <inkml:trace contextRef="#ctx0" brushRef="#br0" timeOffset="38841.918">12658 8122 14053 0,'0'0'2312'0,"0"0"-1492"16,0 0-360-16,0 0-12 0,0 0-92 15,0 0 396-15,0 0 264 0,0 0-528 16,95-21-296-16,-63 10-192 0,0 1-124 16,0-2-204-16,0 1-456 0,3 3-480 15,-3 2-748-15,-8 1-1212 0,8 5-5261 0</inkml:trace>
  <inkml:trace contextRef="#ctx0" brushRef="#br0" timeOffset="39298.759">13144 7899 12569 0,'0'0'1908'0,"0"0"-900"16,0 0-428-16,0 0 348 0,0 0 568 0,32 70-180 15,-24-42-532-15,-1 4-384 0,2-4-192 0,-1 1-136 16,-1-7-72-16,1-2-4 0,-3-5-408 16,-1-2 228-16,0-6-36 0,3-1-512 15,-3-6-276-15,4 0-240 0,-3-6-932 16,2-4-2333-16,-3-9-3915 0</inkml:trace>
  <inkml:trace contextRef="#ctx0" brushRef="#br0" timeOffset="39507.806">13176 7597 13609 0,'0'0'2136'0,"0"0"-780"16,0 0-552-16,0 0-372 0,0 0 996 0,0 0-280 15,0 0-432-15,0 0-423 0,0 0-257 16,47-69-36-16,-31 59-229 0,-4 3-111 0,1 2-148 15,2 2-280-15,-2-1-212 0,2 4-476 16,5 0-1264-16,-8 7-2765 0,-1 9-3075 0</inkml:trace>
  <inkml:trace contextRef="#ctx0" brushRef="#br0" timeOffset="39993.194">13526 7731 13149 0,'0'0'1768'16,"0"0"-1052"-16,0 0-304 0,0 0 280 16,0 0 516-16,0 0-344 0,0 0 324 15,0 0-588-15,0 0-320 0,0 0-24 16,72 82 12-16,-60-59-52 0,3-2-44 15,-6 5-51-15,3-1 15 0,-1 3-52 0,-2 5 60 16,-1-5-72-16,-4-1-68 0,-1-6-4 16,-3-2 0-16,4-7 12 0,-4-2-4 15,5-3-8-15,-5-7 4 0,0 0 84 16,4 0-16-16,-4 0 24 0,0-3 232 16,4-4 80-16,0-5-116 0,3-5-136 0,1-8-156 15,-3 0 0-15,3-7-108 0,-1 1-232 16,-3-4-228-16,0-3-168 0,-4 2-189 15,4 1-591-15,1-2-1140 0,-5 11-2276 16,4-9-2161-16</inkml:trace>
  <inkml:trace contextRef="#ctx0" brushRef="#br0" timeOffset="40261.536">13917 7629 11509 0,'0'0'1380'16,"0"0"-892"-16,0 0 96 0,0 0 504 0,0 0 748 15,75 79-388-15,-62-59-460 0,2 2-388 16,1 0-112-16,-4 0-136 0,1 3 4 16,-6 5-152-16,1-1-80 0,-8 1-28 15,0 3-84-15,0-2-8 0,-8 1-4 16,4-10 4-16,1 1-4 0,-2-11 4 0,5-2 4 16,0-5 0-16,0-1-8 0,0-4 4 15,0 0 8-15,0 0-12 0,0-6-84 16,8-4-244-16,0-5 24 0,4-10 60 15,4-5-196-15,3-4-208 0,6 2-264 16,-5 3-248-16,8 1-528 0,-9 6-996 16,9-1-2945-16</inkml:trace>
  <inkml:trace contextRef="#ctx0" brushRef="#br0" timeOffset="40764.025">14658 7741 7584 0,'0'0'4313'0,"0"0"-3073"0,0 0-308 16,0 0-12-16,0 0 124 0,0 0 248 16,0 0-8-16,0 0-336 0,0 0-216 15,0 0-208-15,-52 19-268 0,40 9-84 16,0 10 48-16,0 7 72 0,4 2-15 16,1 7-33-16,7 3-76 0,0 0-20 0,0-7-64 15,0 2-76-15,3-11-8 0,9-6-44 16,0-6-40-16,8-14-76 0,0-1-44 15,8-11 32-15,4-3-181 0,4-7-167 16,-5-10-164-16,5-4-268 0,-4-10-464 16,-8 6-1108-16,4-17-3093 0</inkml:trace>
  <inkml:trace contextRef="#ctx0" brushRef="#br0" timeOffset="41172.126">15303 7478 13165 0,'0'0'2140'0,"0"0"-1400"0,0 0 64 16,0 0 364-16,32 85 432 0,-28-54-220 0,-4 7-540 15,4 4-283-15,-4-1-21 0,0 4-52 16,0 2-124-16,-8 0-204 0,-8 5-92 16,0-2-64-16,-8 1-16 0,4-7-176 15,-3-5 24-15,3-11 60 0,4-5-52 16,0-8-272-16,-1-5-116 0,2-7 52 15,3 0 35-15,0-3-63 0,0-3-124 16,4-6-60-16,0-1 116 0,0-6 40 16,4 4 204-16,0-9 204 0,-3 0 144 15,7-2 8-15,-9 2 192 0,9 2 280 16,-4 3 36-16,4 3-144 0,0 3-364 0,0 4 512 16,8 3-460-16,4 0 428 15,0 3-480-15,8 0 592 0,-1 3-236 0,6 3-96 16,-1 4-264-16,0 2 577 0,-5 1-145 15,5-4-144-15,0 4-136 0,-3 0-156 16,-2-4 0-16,1 1-84 0,0 0-120 16,-4-4-368-16,4 0-181 0,-4-2-23 15,-4-1-68-15,7-3-308 0,-2-3-580 16,2-11-1096-16,-6 6-2325 0,11-15-2547 0</inkml:trace>
  <inkml:trace contextRef="#ctx0" brushRef="#br0" timeOffset="41357.54">15694 7966 9712 0,'0'0'2477'16,"0"0"-1061"-16,0 0-248 0,0 0 76 0,0 0-4 16,12 70 12-16,-12-49-308 0,-4 5-356 15,-4 2-172-15,-1 4-136 0,2 0-132 16,-5 0-80-16,0-1-68 0,0-1-48 16,4-1-172-16,0-8-392 0,4-1-280 15,0-5-68-15,0-2-208 0,4-7-676 16,0-3-2008-16,0-3-3353 0</inkml:trace>
  <inkml:trace contextRef="#ctx0" brushRef="#br0" timeOffset="41753.812">16013 7528 14617 0,'0'0'2600'0,"0"0"-1992"16,0 0 512-16,83 35 192 0,-47-23-140 16,4-5-215-16,4-4-421 0,0-3-296 15,-1-7-108-15,5-5 16 0,-1-7-148 16,2-4-56-16,-6-5-112 0,5 3-328 0,-4-4-132 15,-8 4-153-15,-9 2-191 0,-6 4-576 16,-9 10-1500-16,-8 2-2701 0,-4 7-3631 0</inkml:trace>
  <inkml:trace contextRef="#ctx0" brushRef="#br0" timeOffset="41941.386">16398 7506 1316 0,'0'0'10305'0,"0"0"-8741"0,0 0-764 0,-3 72 352 16,3-40 220-16,0 3 256 0,0 6-152 15,0 1-364-15,0 5-176 0,3 2-11 16,2 1-213-16,-5 1-228 0,0-4-168 16,0 0-148-16,0-2-164 0,-5-3-4 0,2-7-72 15,3-7-196-15,0-3-164 0,0-6-184 16,0-6-172-16,3-3-221 0,2-10-507 16,-1 0-1004-16,0 0-2532 0,-4-17-3709 0</inkml:trace>
  <inkml:trace contextRef="#ctx0" brushRef="#br0" timeOffset="42133.676">16315 7953 13013 0,'0'0'1880'0,"0"0"-948"0,0 0-376 16,0 0 640-16,0 0 272 0,80-3 136 16,-49 0-472-16,10-3-451 0,6-4-209 15,5-3-136-15,4-2-44 0,0-5-184 16,-5-6-108-16,-2 5-60 0,-2-8-36 0,1 0-160 15,-8-2-396-15,-1 2-245 0,2-3-175 16,-9 3-828-16,-8 10-3260 0,-5-6-6525 0</inkml:trace>
  <inkml:trace contextRef="#ctx0" brushRef="#br0" timeOffset="42389.967">17411 7232 10576 0,'0'0'6245'0,"0"0"-5277"0,0 0-412 16,0 0 24-16,0 0 208 0,0 0 420 15,84 42-51-15,-60-24-345 0,0 1-220 16,-1 6 0-16,5 5-220 0,-4 1-192 16,0 1-132-16,-5 6-48 0,-2 3-60 15,-1 1 48-15,-8 5-36 0,0 5-36 16,-8-2-156-16,0 1-76 0,-12 0-252 0,-4 0-96 15,-8-4-100-15,0 1-37 0,-4-4-311 16,-3 1-532-16,-1-1-852 0,8-13-2268 16,-25 14-3513-16</inkml:trace>
  <inkml:trace contextRef="#ctx0" brushRef="#br0" timeOffset="47691.494">5407 10811 4852 0,'0'0'1444'0,"0"0"-1016"0,0 0-88 15,0 0 3709-15,0 0-2701 0,0-70-264 16,0 60-272-16,0-3 36 0,-5 4 132 16,5 0-188-16,-4-1-160 0,4-4-100 15,-4 6-12-15,0-5-68 0,0 1-44 16,4-5-80-16,-7 2-120 0,3-4 12 16,-1 3-36-16,1-1-12 0,-4 5-88 0,5-1 0 15,-1 7 64-15,-5 0-64 16,5 2 16-16,0 1 168 0,0 3-136 0,-3 0-120 15,3 0-12-15,-5 0-48 0,5 3 40 16,-3 1-64-16,3 2-40 0,-8 3 52 16,7 4 0-16,-2 3 56 0,-5 0 4 15,3 6-4-15,2 3-44 0,-1 1 36 0,0 6 4 16,-1 6-44-16,6 3 44 0,-1 7-64 16,4 3 24-16,0 2 0 0,0 5 48 15,0 3 4-15,-4 2 44 0,4 3-44 16,-4-6 8-16,4 1-4 0,-4-7 52 15,0-3-56-15,4-6 44 0,-4-8 16 16,0-2 44-16,0-3-12 0,-4-6-8 16,0-1-40-16,1-3-48 0,-2-6-4 15,1-7-8-15,1-5-60 0,3-1-76 16,-1-3-108-16,1-7-36 0,0-2 48 0,4-7 48 16,-4-3 0-16,4-4 40 0,0 1 80 15,0-3 4-15,8 3 72 0,1 3 108 16,-5 3 4-16,3 6 20 0,-3 0 64 15,4 5-24-15,1 1 12 0,-6 4-124 16,1 0-56-16,4 0 68 0,0 0 40 0,0 4 44 16,4 4-68-16,-1 6-76 15,2 2 0-15,-1 3 96 0,0 6-60 0,0 3 28 16,-5 11-64-16,2 2 48 0,-1 7-12 16,-4 3-36-16,0 0-4 0,-1 3-8 15,-3-1-4-15,4 1 0 0,0-3 0 16,-4 0 4-16,9 0 12 0,-5-4-12 0,0 0-8 15,3-1-104-15,6-5 104 0,-2-7 4 16,1-2-120-16,1-4-8 0,2-9-112 16,5-2-196-16,0-9-60 0,0-1 72 15,0-7-100-15,4-2-448 0,-1-11-488 16,5-6-564-16,-4-1-1112 0,8-17-3429 0</inkml:trace>
  <inkml:trace contextRef="#ctx0" brushRef="#br0" timeOffset="54727.833">11215 720 10576 0,'0'0'2081'0,"0"0"-1493"0,0 0-144 0,0 0 584 15,0 0 648-15,88-12-816 0,-56 9-352 16,0-4-48-16,3 4-276 0,-3-3 24 16,0 0-208-16,0 2-36 0,0-2-24 15,-4 0 60-15,-4-1-160 0,0 1-584 16,-5 3-440-16,-2 0-428 0,-6 3-1280 15,-2 0-3653-15</inkml:trace>
  <inkml:trace contextRef="#ctx0" brushRef="#br0" timeOffset="54973.744">11462 730 328 0,'0'0'8644'0,"0"0"-6527"16,0 0-781-16,0 0 184 0,-28 83 20 15,24-54-368-15,0-1-440 0,1 3-236 16,-1 7-160-16,4 0-116 0,0 1-108 0,0-1-100 16,0-6 136-16,4-10 72 0,3-3-8 15,6-7 32-15,-2-2 12 16,5-7-156-16,8 0 32 0,0-3-120 0,8 0-12 16,8-6-4-16,8-4-164 0,4-2-28 0,8-4-372 15,3 3-592-15,1 1-648 0,-17 2-2372 16,17 0-5497-16</inkml:trace>
  <inkml:trace contextRef="#ctx0" brushRef="#br0" timeOffset="55990.008">5972 11004 9400 0,'0'0'1781'15,"0"0"-909"-15,0 0-436 0,0 0 432 0,0 0 1488 16,0 0-668-16,0 0-512 0,0 0-252 16,0 0-204-16,0 0-220 0,4 26-96 15,16-26 104-15,8 0 173 0,8 2-185 16,3 3-264-16,-3-3-4 0,5 2 88 16,-2-1-196-16,-3-3-120 0,-4 0-12 15,3 0-48-15,-3-7-172 0,-4 0-176 16,0-5-368-16,-4-1-113 0,-4 1-47 15,-8 2-720-15,-4 1-1056 0,-4 2-2905 0,-4 4-4095 16</inkml:trace>
  <inkml:trace contextRef="#ctx0" brushRef="#br0" timeOffset="56240.595">6251 11024 9276 0,'0'0'1785'0,"0"0"-821"0,0 0 684 16,0 0 72-16,-20 79-152 0,16-51-364 15,0 1-440-15,4 3-224 0,0 2-136 16,-4 8-24-16,4 2 12 0,0 8-40 16,0-2-108-16,0 4-112 0,4 0-68 15,4 0-60-15,0-4 0 0,8-5 64 16,0-10-60-16,3-7-8 0,6-9-48 0,-1-5-36 16,0-5 8-16,-1-9 16 0,5 0-84 15,4-7-112-15,0-9-136 0,-1-5-84 16,6-2-100-16,-1-8-236 0,0 2-612 15,-8 3-1364-15,7-8-4329 0</inkml:trace>
  <inkml:trace contextRef="#ctx0" brushRef="#br0" timeOffset="56451.207">7012 11239 15761 0,'0'0'2036'16,"0"0"-1528"-16,0 0-88 0,0 0 392 0,0 0 580 15,75 16-419-15,-62-13-537 0,-5-3-264 16,-1 0-172-16,1 0-52 0,-4 0-448 16,1 0-413-16,-5 4-319 0,0-1-936 15,0 0-2580-15,-9 10-3453 0</inkml:trace>
  <inkml:trace contextRef="#ctx0" brushRef="#br0" timeOffset="56607.729">6977 11601 14073 0,'0'0'1696'0,"0"0"-1688"16,0 0 248-16,0 0 1108 0,0 0 576 0,0 0-608 16,0 0-808-16,43 67-232 0,-28-64-48 15,6-3-75-15,-1 0-169 0,-1 0-169 0,1-6-683 16,5-8-100-16,-6 6-228 0,1-5-688 15,-3 6-2204-15,11 2-3885 0</inkml:trace>
  <inkml:trace contextRef="#ctx0" brushRef="#br0" timeOffset="57330.166">7757 11090 8596 0,'0'0'2637'0,"0"0"-869"16,0 0-204-16,0 0 36 0,0 0-216 15,0 0-356-15,0 0-500 0,0 0 48 16,0 0 232-16,107 16-208 0,-70-10-260 0,-1-6-124 16,3 0-56-16,-7 0-51 0,0 0-57 15,0-6-52-15,-4 0-84 0,0-4-1 16,-4 1-51-16,-5-4-168 0,-3 3-180 16,0-2-300-16,-4 3-344 0,-4-2-624 15,-4 5-1344-15,-4 0-4149 0</inkml:trace>
  <inkml:trace contextRef="#ctx0" brushRef="#br0" timeOffset="57539.907">7952 11204 7232 0,'0'0'5125'0,"0"0"-3973"0,0 99-252 15,0-58 424-15,4 10 392 0,0 2-148 16,-4 2-564-16,0-5-404 0,5 5-176 0,-5-5-132 15,0-2-132-15,0-4-108 0,0-9-52 16,0-6-108-16,0-10-88 0,0-6-244 16,0-10-204-16,3-3-252 0,5 0-248 15,-4-10-720-15,4 4-2104 0,-3-13-3009 0</inkml:trace>
  <inkml:trace contextRef="#ctx0" brushRef="#br0" timeOffset="57734.825">7960 11560 11837 0,'0'0'2172'0,"0"0"-1604"16,0 0 528-16,0 0 596 0,0 0-260 15,0 0-116-15,0 0-512 0,84 4-304 16,-64-4-196-16,8 0-63 0,0-7-105 16,4-3-136-16,0 0-80 0,-1-2-4 15,1-4-209-15,0 3-251 0,0 1-152 0,0-1-160 16,0 0-204-16,-1 3 172 0,-3 8-1428 15,-3-1-2801-15,-2 3-3531 0</inkml:trace>
  <inkml:trace contextRef="#ctx0" brushRef="#br0" timeOffset="58009.774">8709 11119 13845 0,'0'0'1936'0,"0"0"-1332"0,0 0-80 16,0 0 332-16,0 0 380 0,0 0-48 15,-48 76-312-15,40-39-316 0,5 5-131 0,-1 6-45 16,4 6-32-16,-4 0-96 16,4 0-52-16,0-1-44 0,0 2-52 0,8-1-104 15,3-7-4-15,6-6-4 0,-2-8-252 16,1-11-156-16,0-14 0 0,0-4-168 15,0-8-309-15,0-8-75 0,3-13-596 16,-2 6-1420-16,3-26-4577 0</inkml:trace>
  <inkml:trace contextRef="#ctx0" brushRef="#br0" timeOffset="58389.168">9132 11030 13537 0,'0'0'1960'0,"0"0"-1268"15,0 0 12-15,0 0 364 0,36 89 900 16,-29-58-264-16,1 4-647 0,-4 0-489 16,5 3-144-16,-2 4 12 0,-3 2 128 15,0 4-296-15,-4-3-160 0,0 2-52 16,-4-6-56-16,-3 1-12 0,-6-8-96 0,-2-2 24 16,2-3-52-16,-2-7-56 0,-2-6-12 15,2-7-72-15,-2-3-64 0,6-6-48 16,-6 0-56-16,6-3-16 0,-5-3 108 0,4-7 108 15,0-6-1-15,0 0 53 0,0-6-52 16,4-1 12-16,5 5 160 0,-2 2-88 16,5 5 76-16,5 1-64 0,2 7 148 15,5 3 124-15,4 3 44 0,0 0 64 16,4 3 36-16,4 3 12 0,-1 1-24 16,1 6-63-16,4-3 27 0,-4-1 36 15,4 4-40-15,-8-5-44 0,4-1-76 16,-8 0-96-16,4 2-56 0,-4-6-104 15,-1 4-168-15,2-4-413 0,-2 1-267 16,2-4-1148-16,-1 0-912 0,-8-4-2657 16,3-11-3383-16</inkml:trace>
  <inkml:trace contextRef="#ctx0" brushRef="#br0" timeOffset="58621.681">9626 11147 5612 0,'0'0'7497'16,"0"0"-5949"-16,0 0-840 0,0 0-56 0,47 73 812 16,-30-45 104-16,-2 2-208 0,2 1-472 15,2 1 1-15,-3-1-453 0,-4 5-280 16,4-1-84-16,-4 0-68 0,-4 6-4 16,0-3 0-16,-8 0-108 0,0-3-144 15,-8 3-112-15,-4-3 71 0,-4-1-71 16,0-4-112-16,-4-2-24 0,-3-7 12 0,-1 0-212 15,-4-7-504-15,0 0-1132 0,3-8-2296 16,-10-6-3093-16</inkml:trace>
  <inkml:trace contextRef="#ctx0" brushRef="#br0" timeOffset="59103.591">10291 11455 8552 0,'0'0'2393'0,"0"0"-685"0,0 0-28 16,0 0-16-16,0 0-200 0,104 45-204 16,-61-36-120-16,1 1-200 0,4-7-172 15,-1 0-219-15,2-3-161 0,-1 0-172 0,3 0 4 16,-3-6-88-16,0-7-64 0,0 0-64 16,-1-2 16-16,1-8-20 0,-8-2-180 15,0-1-304-15,-8 0-269 0,-4 1-135 16,-5-3-456-16,-6-1-1200 0,-6 11-3220 15,-11-9-4653-15</inkml:trace>
  <inkml:trace contextRef="#ctx0" brushRef="#br0" timeOffset="59340.304">10944 11141 10696 0,'0'0'1337'0,"0"0"-593"15,0 0 364-15,0 0 384 0,0 0-72 0,96 35-240 16,-72-22-244-16,4-1-320 0,-4 1-188 15,0 3-100-15,-1 0-20 0,1 3-28 16,-7-1-100-16,-2 8-8 0,-2 2-160 16,-6 1 48-16,1 6-60 0,-8 3-68 15,0 4-128-15,0-1 40 0,-4 4-100 16,-4-4-136-16,-4 2-72 0,-4-1-124 16,0-1-28-16,1-3-152 0,2-6-372 15,1-3-800-15,1-7-2013 0,2-6-3035 0</inkml:trace>
  <inkml:trace contextRef="#ctx0" brushRef="#br0" timeOffset="59707.197">11741 11068 10152 0,'0'0'2701'0,"0"0"-605"0,0 0-412 16,84 54-144-16,-48-39-184 0,3-2-404 16,2-6-292-16,2-4-296 15,2-3-132-15,-2-3-148 0,-3-7-84 0,-5-6-60 16,-3 0-88-16,-4 1-180 0,-4-4-160 0,-4 0-192 16,-8 3-116-16,-4-4-488 0,-8 12-1264 15,0-6-3373-15</inkml:trace>
  <inkml:trace contextRef="#ctx0" brushRef="#br0" timeOffset="59906.375">11976 11195 7716 0,'0'0'2720'0,"0"0"-1263"16,12 92-177-16,-8-45 356 0,8 8 240 16,-8 4-164-16,4 2-228 15,-4-1-420-15,0 1-408 0,4-1-155 16,-4-9-177-16,0-3-140 0,-4-7-184 15,4-6-12-15,-4-13-96 0,0-3-148 0,4-10-169 16,-4-5-343-16,4-1-304 0,-4-3-156 0,0-3-556 16,0-7-1352-16,0 1-2313 0,0-13-2455 15</inkml:trace>
  <inkml:trace contextRef="#ctx0" brushRef="#br0" timeOffset="60036.374">12087 11630 11297 0,'0'0'2188'0,"0"0"-1084"0,0 0-120 15,92 0 184-15,-55 0-84 0,-5 0-256 16,3 0-336-16,-3-10-296 0,4-2-88 16,0-7-108-16,-1-6-412 0,-3-5-400 15,0-1-232-15,0-7-332 0,-12 12-1040 16,0-16-3269-16</inkml:trace>
  <inkml:trace contextRef="#ctx0" brushRef="#br0" timeOffset="60307.751">11590 10750 11401 0,'0'0'2252'0,"0"0"-1492"15,0 0 400-15,0 0 248 0,115-3-232 16,-66 3-360-16,10 0-316 0,9 0-108 0,3 0 172 16,1-3 412-16,4 3-455 0,-1-3-313 15,-6-4-208-15,-2 1-72 0,1-4-161 16,-5-2-643-16,1-1-320 0,0-4-652 16,-16 6-2848-16,12-8-5333 0</inkml:trace>
  <inkml:trace contextRef="#ctx0" brushRef="#br0" timeOffset="62240.018">13486 10426 8896 0,'0'0'1232'0,"0"0"-628"0,0 0 313 16,0 0 951-16,0 0-512 0,0 0-24 16,-31 77-280-16,27-52-344 0,0 4-152 0,-1 8-64 15,5 12-40-15,0 1 76 0,0 10-28 16,0 5-144-16,5 0-164 0,-1 5-44 15,3 7-88-15,1-1 12 0,-4 7-72 16,5 2 0-16,2 1-60 0,-3-3 56 16,1 2-44-16,2-5-12 0,5-7-28 15,-4-7-264-15,0-5 24 0,4-4-40 16,-8-10 24-16,4-6-36 0,-4 1 48 16,0-11-60-16,-4-1 48 0,4-5 8 0,-5-3-84 15,2-6-128-15,-1-7-292 16,-4-3-380-16,0-6-688 0,0 0-1333 0,0-9-2491 0</inkml:trace>
  <inkml:trace contextRef="#ctx0" brushRef="#br0" timeOffset="62919.856">14287 10978 10408 0,'0'0'2733'16,"0"0"-1285"-16,0 0-1056 0,0 0 176 15,0 0 412-15,0 0 364 0,0 0 24 16,104 48-460-16,-69-42-300 0,2-6-48 15,2 5-72-15,1-5-123 0,0-5-161 16,-4-3-128-16,-4-2-76 0,0-3-64 0,-4 1-68 16,-5-1-305-16,-3 1-219 0,-3-2-160 15,-10 5-348-15,1-1-952 0,-8 4-2964 16,0 3-4945-16</inkml:trace>
  <inkml:trace contextRef="#ctx0" brushRef="#br0" timeOffset="63140.261">14574 11115 10708 0,'0'0'2169'0,"0"0"-845"0,0 0-288 15,-28 77 124-15,24-49 196 0,0 0-96 16,4 5-440-16,0-2-292 0,0 1-212 16,0 0-84-16,8-4-36 0,1-2-64 15,-2-1-48-15,5-2-80 0,4-11-4 16,-4 1-24-16,8-10-96 0,-1-3-88 15,6 0 0-15,3-13-132 0,0-2 96 0,-1-5-392 16,1-5-236-16,0-4-316 0,0 1-512 16,-8 5-1216-16,8-8-3233 0</inkml:trace>
  <inkml:trace contextRef="#ctx0" brushRef="#br0" timeOffset="63455.587">15140 10528 13581 0,'0'0'1520'16,"0"0"-680"-16,0 0-384 0,0 0 132 16,0 0 516-16,0 0 224 0,0 0-436 0,0 0-392 15,0 79-60-15,4-40-4 0,-4 5 293 16,4 3-305-16,-4 5-132 0,4 2-124 15,0 3-56-15,0 2-52 0,-4 6-12 16,3-2-40-16,1 7-8 0,1-1 0 16,-1 1-48-16,-4 0 44 0,4-3-120 15,-4-4-80-15,4-6-76 0,-4-6-68 16,4-4-88-16,-1-8-113 0,1-10-47 0,-4-4-124 16,9-9-332-16,-5-7-912 0,0-6-2264 15,3-3-3529-15</inkml:trace>
  <inkml:trace contextRef="#ctx0" brushRef="#br0" timeOffset="63886.092">15558 11430 11849 0,'0'0'1880'16,"0"0"-528"-16,0 0-684 0,0 0 188 16,0 0 400-16,84 25 112 0,-52-15-120 15,4-1-396-15,-1-2-376 0,-3-4-207 16,0 0-89-16,0-3-96 0,-4 0-84 15,-8-3-156-15,4-7-197 0,-8-2-303 0,0-2-136 16,-4 3-248-16,-5-3-752 0,-2 5-2408 16,-5-4-3181-16</inkml:trace>
  <inkml:trace contextRef="#ctx0" brushRef="#br0" timeOffset="64073.511">15694 11604 8776 0,'0'0'4137'0,"-5"67"-2865"0,5-35-184 16,0 6 168-16,0 10 348 0,5-4-56 16,-5-3-312-16,0 0-604 0,0-9-340 15,0-3-227-15,0-8-65 0,0-7-305 16,0-9-155-16,0-1-112 0,0-4-200 16,0-4-196-16,0-4-616 0,0 1-2180 15,4-11-2905-15</inkml:trace>
  <inkml:trace contextRef="#ctx0" brushRef="#br0" timeOffset="64236.1">15685 11760 1356 0,'0'0'10441'0,"0"0"-8369"0,0 0-1048 16,0 0 96-16,81 25-40 0,-61-18 144 16,3-2 56-16,1-1-532 0,4-4-336 15,0 0-192-15,8-9-220 0,-4-7-120 16,7-7-444-16,-2-2-340 0,2-10-488 15,-11 10-1244-15,8-20-4213 0</inkml:trace>
  <inkml:trace contextRef="#ctx0" brushRef="#br0" timeOffset="64441.544">16411 11147 16189 0,'0'0'2228'0,"0"0"-1636"0,0 0-40 0,0 0-52 16,96-25 564-16,-72 15-91 0,4 4-537 0,0-7-292 15,-5 3-144-15,5-2-108 0,-8-1-316 16,0 3-317-16,-4 1-235 0,-9 2-692 16,2 1-2884-16,-9 6-4753 0</inkml:trace>
  <inkml:trace contextRef="#ctx0" brushRef="#br0" timeOffset="64622.748">16475 11334 13477 0,'0'0'2012'0,"0"0"-1180"16,0 0 16-16,0 0 344 0,0 0 548 0,0 0-240 16,0 0-675-16,0 0-437 0,80 23-192 15,-57-30-80-15,1-6-116 0,4-2-388 16,-4-1-252-16,4 0-345 0,0 0-275 0,-1 4-980 15,-10 1-2900-15,11-1-5045 0</inkml:trace>
  <inkml:trace contextRef="#ctx0" brushRef="#br0" timeOffset="64990.733">17296 11014 10392 0,'0'0'2649'0,"0"0"-933"0,0 0-560 0,0 0 36 15,0 0 20-15,63 79 80 0,-51-57-56 16,-4 0-508-16,-4 1-351 0,0-5-145 0,0 1-112 16,0 2-68-16,-4-9-52 0,0 1-72 15,4-8-60-15,-4-2-305 0,0-3-171 16,4 0-160-16,-4-3-104 0,0-2-504 15,0-1-1324-15,-4-13-4661 0</inkml:trace>
  <inkml:trace contextRef="#ctx0" brushRef="#br0" timeOffset="65143.618">17232 10820 12525 0,'0'0'2552'0,"0"0"-1772"0,0 0-224 0,0 0 104 15,0 0-136-15,83-31-252 0,-59 24-272 16,4 3-432-16,8 2-540 0,-4 2-388 0,-4 0-1104 16,11 0-3525-16</inkml:trace>
  <inkml:trace contextRef="#ctx0" brushRef="#br0" timeOffset="65541.729">17801 10982 10316 0,'0'0'4493'0,"0"0"-3561"15,0 0-40-15,0 0 712 0,-71 76-116 16,47-47 60-16,0 3-331 0,3-1-457 16,2 1-192-16,7-7-48 0,4 0-124 15,8-6-188-15,0-5-136 0,0-8-72 0,4-3-24 16,12-3-36-16,0-3-88 16,4-6-80-16,4-10-144 0,0-4-40 15,3-8 64-15,1-5-64 0,0 2-36 16,0-2 0-16,-4-1-53 0,4-2-59 0,0 1-168 0,-4-6-216 15,-4 2-28-15,0-5 44 0,-5-4 480 16,2 0 344-16,-6-2 104 0,-2-2 164 16,-5 1-16-16,-4 0 24 0,0 4 128 15,0 6-28-15,-9 8 272 0,5 7 8 16,4 14 12-16,-4 5-12 0,4 10-100 16,-3 0-88-16,3 0-72 0,0 7-48 15,-4 5-124-15,0 11 40 0,4 5-15 16,-4 11-33-16,4 5 68 0,-5 6 4 15,5 7-64-15,0 7-36 0,0 3-84 16,-4 2 0-16,0 2-12 0,1-2-72 0,-5-4-184 16,0-6-301-16,3-5-283 0,5-6-128 15,0-7-332-15,0-10-1036 0,5-8-2156 16,7 0-2513-16</inkml:trace>
  <inkml:trace contextRef="#ctx0" brushRef="#br0" timeOffset="66206.744">18335 10455 12645 0,'0'0'2124'0,"0"0"-1468"15,0 0-420-15,0 0 280 0,0 0 300 16,56-79 224-16,-28 50-608 0,0-3-332 15,4 0-96-15,-4 4 84 0,4 5-88 16,-1 4-48-16,-3 7-12 0,-4 3-40 16,0 5 100-16,0 4-4 0,-12 0-52 15,0 6 56-15,-4 7 12 0,-8 6 444 16,0 6-124-16,0 7-52 0,-12 3-96 16,-1 6-108-16,-6 4-72 0,-1 6-4 15,-4 0-8-15,1 2-188 0,-1 1-52 0,-1 1 128 16,10-8 120-16,-5-3 60 0,8-4 64 15,7-13 36-15,1-2-40 0,4-5-32 16,0-8-88-16,0 5-56 0,4-8-28 16,5 0-16-16,3 1 16 0,4-1 72 15,-1 4-112-15,6 1 76 0,-2-2 44 0,1 4-4 16,0 3-40-16,0 0 36 16,-4 6 12-16,3 3 4 0,-2 1 12 0,-6 6 44 15,2 0-48-15,-1 3 0 0,-5 0-4 16,6 0 0-16,-5 0-8 0,-1-3-12 15,2 4-100-15,-5-4 64 0,-4 0 36 16,0-4-56-16,0-3 64 0,0-1-56 16,0-6-112-16,0 2 36 0,-9-8-108 15,5 1-4-15,-7-6 40 0,3-1 44 16,-5-2-8-16,-2-4-128 0,-1 0-196 0,0-3-160 16,-4 0 92-16,0-6-76 0,0-4-488 15,4 1-1084-15,-7-14-3349 0</inkml:trace>
  <inkml:trace contextRef="#ctx0" brushRef="#br0" timeOffset="66921.738">19809 10871 10268 0,'0'0'2521'0,"0"0"-1173"0,0 0-220 15,0 0-8-15,0 0-24 0,0 0-216 16,0 0-132-16,0 0-72 0,0 0-76 16,80 38-64-16,-48-35-36 0,8-3-75 15,-1 0-49-15,2 0-60 0,-2-3-76 16,5 0-44-16,0 0-28 0,3 0 0 16,9-4 16-16,8 1 360 0,5-5-256 15,6 3-184-15,5-5-104 0,-1 1-48 0,5-1 48 16,0 3-12-16,-1 1-84 0,1 2 36 15,0 2-12-15,4 0 64 0,7 3 8 16,1 2 12-16,7-3 72 0,0 3-84 16,-2 0-64-16,-6 0 64 0,-3 0 120 15,-4 0 36-15,-2 0-60 0,-2 0-84 0,-4 0 0 16,-4 0 0-16,-4 0-8 16,-4 0 36-16,-9 0-40 0,-3-4-12 0,-8 4-72 15,-4-3 24-15,-4 3 0 0,-9 0-72 16,-3-4-48-16,-3 2-76 0,-6-2-68 15,-7-2-112-15,0 4-36 0,-1-9 24 16,-2 5-65-16,-5-4-327 0,0-2-564 16,0-1-1080-16,-4 4-2600 0,0-4-3441 0</inkml:trace>
  <inkml:trace contextRef="#ctx0" brushRef="#br0" timeOffset="67157.101">22627 10588 6340 0,'0'0'10405'16,"0"0"-9025"-16,0 0-1060 0,0 0-72 0,0 0-4 15,88 4 248-15,-69-4 708 0,1 7-520 16,4-2-352-16,-1 4-156 0,-2 4-87 16,-1 4-81-16,-1-2 8 0,-2 3 124 15,-2 2-40-15,-6 2-48 0,-2 1 24 16,-3 2-68-16,-4 1 44 0,-4 0-48 15,-8-1-12-15,-7 0-84 0,-9 0-48 16,-8 0-89-16,0 4-71 0,-8-4-184 16,-3 2-216-16,-2-6-180 0,-7 2-308 15,0-4-912-15,17-7-2312 0,-8 1-3301 0</inkml:trace>
  <inkml:trace contextRef="#ctx0" brushRef="#br0" timeOffset="67823.652">20435 9639 11849 0,'0'0'1496'0,"0"0"-452"0,0 0 28 15,0 0 248-15,0 0 180 0,27 70 12 16,-22-42-364-16,-1 7-432 0,0 4-239 15,-4 1-41-15,0 5 96 0,0-1-132 16,0-2-40-16,0 0-56 0,0-2-88 16,0-1-84-16,0-5-92 0,0-5-40 0,0-1-12 15,-4-4-96-15,4-10-204 0,0 0-196 16,0-9-156-16,0-5-100 0,4 0-65 16,0-2-631-16,0-8-1092 0,0 3-2268 15,-1-7-1973-15</inkml:trace>
  <inkml:trace contextRef="#ctx0" brushRef="#br0" timeOffset="68023.547">20630 9947 7264 0,'0'0'5289'0,"0"0"-4037"0,0 0-492 16,0 0 612-16,104-3 428 0,-73 3-320 16,5 0-220-16,-4 0-308 0,5 0-91 15,2 0-97-15,1 0-340 0,0-7-292 0,0 1-60 16,-1-7-72-16,-3 1-48 15,0-1-292-15,-4-4-228 0,-4 5-148 0,0-3-85 16,-4-2-503-16,0 5-1200 16,-13 3-2700-16,6-1-3681 0</inkml:trace>
  <inkml:trace contextRef="#ctx0" brushRef="#br0" timeOffset="68243.048">21424 9547 13033 0,'0'0'2808'0,"0"0"-1528"0,0 0-472 16,0 0-20-16,0 0 684 0,0 0-180 15,3 66-527-15,1-36-317 16,-4 3-84-16,4 6 24 0,0 3 68 0,0 2-212 16,-4 4-148-16,4-1-84 0,-4-3-12 15,0 4-80-15,0-7-188 0,-4 4-240 0,0-4-156 16,0-3-172-16,0 1-197 0,0-7-731 15,1-10-1204-15,-1 6-3281 0</inkml:trace>
  <inkml:trace contextRef="#ctx0" brushRef="#br0" timeOffset="69226.068">24081 9651 8492 0,'0'0'1528'0,"0"0"917"0,0 0-1209 15,0 0-156-15,0 0 264 0,0 0 32 16,0 0-104-16,0 0-240 16,-76-52-236-16,68 52-236 0,0 2-172 0,-3 10-108 15,-6 4-99-15,2 12-45 0,-2 11-64 16,-3 12-12-16,1 6 36 0,-2 10 4 15,-3 9-40-15,-4 6-48 0,0 7-8 16,1 4 0-16,-9 2 0 0,4-2-4 16,4-5 4-16,5-12 0 0,2-10 0 0,10-19-4 15,2-11-48-15,9-14-52 0,0-6-44 16,0-7 36-16,0-2 96 0,0-1-112 16,9-6-189-16,-1 0 81 0,3-6-72 15,2-3 108-15,2-4 112 0,5 0 36 16,-4-3-4-16,0 4-8 0,-4 2 48 0,0 7-72 15,0 3-40-15,-4 0 124 0,0 13 76 16,0 6 168-16,0 6 12 0,-4 10-4 16,3 7-56-16,-7 5 133 0,5 0-97 15,-5 4-124-15,0-2 24 0,0-2-72 16,0-3-52-16,0 4-8 0,0-1-8 16,0-3 8-16,0 4-72 0,0-7-156 15,0-2-393-15,0-4-171 0,0-3-100 0,0-4-692 16,0-9-1288-16,0 3-3069 0</inkml:trace>
  <inkml:trace contextRef="#ctx0" brushRef="#br0" timeOffset="72969.696">24722 11750 4500 0,'0'0'1328'0,"0"0"-1276"0,0 0 456 15,0 0 2140-15,0 0-1420 0,0 0-415 16,0 0-193-16,0 0-352 0,0 0-140 16,0 0 64-16,-12-22-116 0,12 19-76 15,0-3-4-15,0 2-8 0,0 1-92 16,0-3-24-16,0 3-228 0,0 0-32 16,0-1 28-16,0 1 39 0,0 3 37 0,0 0-68 15,0 0-152-15,0 0-284 0,0-3-444 16,0 3-576-16,0-3-800 0</inkml:trace>
  <inkml:trace contextRef="#ctx0" brushRef="#br0" timeOffset="78723.613">24878 11750 4712 0,'0'0'5212'0,"0"0"-2879"16,0 0-917-16,0 0-188 0,0 0 312 16,0 0-12-16,-84 22-284 0,68-34-216 15,4-7-344-15,0-7-124 0,0-5-147 16,0-7-37-16,8-7-168 0,4-12-64 15,0-13 24-15,0-9-80 0,4-10-48 16,4-13-40-16,8-9-52 0,0-6 52 16,4-8-84-16,4-1 76 0,-1 2 4 0,5 6-80 15,4 17-60-15,-4 9 100 0,4 15 44 16,0 17 0-16,-4 13-64 0,4 9 60 16,-5 13-8-16,-2 6-60 0,-1 6 64 15,-5 9-64-15,1 4 24 0,-3 0-36 0,2 13 24 16,-3 3 60-16,-4 5 64 0,1 5-64 15,-6 9-44-15,-7 4-4 0,0 5-16 16,-7 4-20-16,-14 3-173 0,1-1-35 16,1-6 52-16,-2-9 176 0,1-6 64 15,9-11 8-15,-1-4-8 0,12-4-104 16,0-4-116-16,4 0-96 0,15-6 168 16,5 3 148-16,8-3 24 0,8 0 48 15,0-6-68-15,0 3-8 0,-1 3 0 16,-7 0 4-16,-4 3 12 0,-8 10 72 15,-8-1-24-15,-3 7 124 0,-9-3 36 16,0 7 12-16,-9 3-64 0,-10-1 4 16,-5 0 8-16,-4 3-68 0,-8-6 9 0,0 1 15 15,0-5-44-15,-4 1-92 0,0-5-12 16,1-5-76-16,2-6-117 0,1 0-147 16,5-3-64-16,-1-3-68 0,4-2-44 15,5-9-204-15,2-5-132 0,5 0-472 16,8-3-1000-16,4 3-2053 0,4-19-2387 0</inkml:trace>
  <inkml:trace contextRef="#ctx0" brushRef="#br0" timeOffset="79000.553">26010 9560 5564 0,'0'0'948'0,"0"0"1080"0,0 0-1328 15,0 0-560-15,0 0 264 0,0 0 216 16,0 0-104-16,0 0-183 0,0 0-153 16,0 0-128-16,0 0-40 0,19-7 80 0,-19 7 88 15,0 0-40-15,-4 4-36 0,0-1-104 16,-4 3-28-16,0 0-36 0,0 1-100 15,0-1-444-15,1 3-357 0,-2-2-627 16,5-1-1008-16,-8-3-3076 0,65-53 5360 0</inkml:trace>
  <inkml:trace contextRef="#ctx0" brushRef="#br0" timeOffset="79549.773">26225 10239 9924 0,'0'0'4737'16,"0"0"-4141"-16,0 0-308 0,0 0 0 0,0 0 292 16,-92-3 80-16,59 16 212 0,-6 9-108 15,3 3-308-15,-4 10-52 16,9 3 12-16,-5 6-72 0,8 8-76 0,0-2 24 16,0 4 0-16,8 3-72 0,0 0 56 15,4 4-19-15,4-4-97 0,4 0 8 16,4-9-12-16,4-1-20 0,9-8-28 15,6-7-36-15,5-5 12 0,3-7-48 0,5-4-36 16,0-10-72-16,4-3 24 0,0-3-12 16,5-13-12-16,-5-2-280 0,-1-7-257 15,-7 0-255-15,-4-7-172 0,-5 3-392 16,-6 1-964-16,-9 6-2044 0,0-10-2401 0</inkml:trace>
  <inkml:trace contextRef="#ctx0" brushRef="#br0" timeOffset="79710.139">25802 10703 9460 0,'0'0'5233'0,"0"0"-4237"0,0 0-156 16,0 0 268-16,0 0-280 0,0 0 96 15,0 0 212-15,0 0-380 0,92 6-292 16,-49-9-235-16,5-7-105 0,8-3-124 16,-4 1 0-16,3-8-281 0,1 5-423 0,-3-3-336 15,2-6-196-15,-15 12-796 16,7-11-3644-16</inkml:trace>
  <inkml:trace contextRef="#ctx0" brushRef="#br0" timeOffset="79890.774">26723 10443 8836 0,'0'0'7237'0,"0"0"-6361"0,0 0-292 15,0 0 504-15,107 28-188 0,-75-28-180 0,-1 0-84 16,10-6-308-16,-2-8-272 0,-3-1-56 15,4-1-352-15,0-3-440 0,-13 0-264 16,-3 0-216-16,-3 6-636 0,-14 0-1884 16,-7 4-1993-16</inkml:trace>
  <inkml:trace contextRef="#ctx0" brushRef="#br0" timeOffset="80073.655">26902 10471 2600 0,'0'0'9165'0,"0"0"-7313"0,-40 92-620 16,28-51 268-16,-1 10 80 0,-2 0-4 15,3 2-76-15,0 6-355 0,8-6-421 16,0 1-336-16,0-7-228 0,4-1-160 16,0-9-60-16,0-2-36 0,0-10-240 15,0 1-248-15,0-10-121 0,4-1-195 16,-4-5-296-16,0-3-640 0,0-4-1020 0,0-3-2285 16,-8-10-3679-16</inkml:trace>
  <inkml:trace contextRef="#ctx0" brushRef="#br0" timeOffset="80195.746">26814 10950 4924 0,'0'0'10093'16,"0"0"-8685"-16,0 0-708 0,83-22 316 16,-51 12-140-16,5-2-324 0,-2-4-64 15,5 0-268-15,0-3-132 16,4-4-88-16,3 2-116 0,-2-5-828 0,-6-2 84 16,1 2-68-16,-8-2-960 0,-8 8-1080 15,-12-12-3337-15</inkml:trace>
  <inkml:trace contextRef="#ctx0" brushRef="#br0" timeOffset="80435.782">26491 9969 8536 0,'0'0'7605'0,"0"0"-6177"0,0 0-836 0,0 0-108 15,0 0 560-15,0 0-152 0,104 6-4 16,-57-6-231-16,13 0-281 0,4-6-172 16,7-4-192-16,9 1-12 0,-4-1-96 15,4 1-304-15,-4-4-149 0,-1 1-95 16,-3 2-100-16,-9-3-344 0,-3 4-1100 16,-19-1-3284-16,2-5-5493 0</inkml:trace>
  <inkml:trace contextRef="#ctx0" brushRef="#br0" timeOffset="80759.687">28042 9392 9128 0,'0'0'8477'0,"0"0"-7217"0,0 0-976 0,0 0-52 15,0 0 452-15,3 89 404 0,-3-52 125 16,4 8-329-16,4 9-268 0,0 5-144 16,0 15-124-16,0 12-68 0,0 9 8 15,-4 6-108-15,-4 11-72 0,0 6-36 16,0 5 20-16,0 4-92 0,0 4 0 16,0-5-48-16,0 5-228 0,0-7-132 15,-8-4-64-15,4-9 88 0,0-6-136 0,-4-7-60 16,4-12-52-16,0-7 3 0,0-12-371 15,4-10-628-15,0-9-472 0,0-10-844 16,0-13-1597-16,-4 1-1707 0</inkml:trace>
  <inkml:trace contextRef="#ctx0" brushRef="#br0" timeOffset="83428.705">28710 10290 1264 0,'0'0'940'0,"0"0"-796"16,0 0-64-16,0 0 8 0,0 0-76 15,0 0 40-15,0 0 12 0,0 0 12 16,0 0-24-16,0 0 212 0,17-3-56 15,-14 3-132-15,-3 0 772 0,0 3-612 16,4 0-184-16,-4 4 404 0,0-4-248 16,0 3 28-16,0-3 216 0,0 0 108 15,0-3 28-15,0 0 48 0,4 0 12 16,-4 0-88-16,0 0-44 0,0 0-12 0,0 0 28 16,0 0 61-16,0 0 103 0,0 0 84 15,0 0-12-15,4 0-132 0,-4 0 76 16,0 0-84-16,0 0-108 0,0 0 72 15,0 0-32-15,4 0-100 0,-4 0-88 16,5 3-96-16,-1 1 56 0,-1 2 24 0,5 3 16 16,4 1-80-16,-4 2 16 0,4 5-12 15,0 1-64-15,0 6-12 0,-4-6-40 16,0 8-56-16,-5-5 32 0,2 5-8 16,-1-1-52-16,-4 0 16 0,0 1-28 15,0 0-12-15,-4-5-68 0,-1 2 48 16,2-4-44-16,-1-3-4 0,4-6 44 15,-4-4-44-15,4-3 44 0,0 0 0 16,0-3 24-16,0 0 0 0,0 0 4 0,0-3 33 16,0 0 11-16,0-3-120 0,0-7-149 15,0-3 1-15,0-4 64 0,0-2-24 16,0-6 24-16,4 3-16 0,3-4-8 16,2-3-12-16,3 7 32 0,0-3-8 15,4 5 36-15,-5 2 8 0,6 2 48 16,-2 2-44-16,2 4 40 0,-6 3 8 15,5 4 0-15,0 3 112 0,-4 0-40 16,0 3-72-16,1 0-12 0,-2 0-88 0,1 0-20 16,-4 0-148-16,-4 0-196 15,0 0-160-15,4 3-104 0,-8 0-236 0,4 1-560 16,-4-2-1128-16,0 5-1821 0,0 3-1799 16</inkml:trace>
  <inkml:trace contextRef="#ctx0" brushRef="#br0" timeOffset="83738.168">29471 10211 5520 0,'0'0'92'16,"0"0"4768"-16,0 0-3431 0,0 0-289 0,0 0 360 15,0 0-128-15,0 0-232 0,0 0-308 16,0 0-252-16,-63 65-136 0,50-38-124 16,2-2-12-16,-1 6-16 0,3 4 4 15,2 3 68-15,3 4 16 0,0 2-52 16,0 1 60-16,4-4-47 0,4 1-85 0,4-7-100 16,4-4-156-16,0-6-8 0,3-3-160 15,6-3-173-15,-1-5-147 0,4-5-144 16,-1-6-212-16,5-3-272 0,0 0-668 15,-8-5-2448-15,12-9-3517 0</inkml:trace>
  <inkml:trace contextRef="#ctx0" brushRef="#br0" timeOffset="84273.448">29842 11357 11385 0,'0'0'5060'0,"-28"69"-4216"0,16-47-460 16,4 4 200-16,-4-4 840 0,8-9-92 15,4-3-504-15,0-10-559 0,0 0-269 16,8-13-112-16,5-9 64 0,2-11-61 16,1-7-51-16,4-7-56 0,-4-8-160 15,0-3 32-15,-4-4-32 0,-4-5-16 16,-4-4 36-16,-4-4-84 0,0-5-64 15,0 2 72-15,0 1 108 0,0 7 16 16,0 6 160-16,0 10 148 0,7 10 112 16,6 6 136-16,2 3 60 0,2 6 36 15,2 4 76-15,-3 2-40 0,5 5 12 0,-6 2-12 16,5 3-108-16,-4 1-56 0,-4 5-32 16,4 1-24-16,-8 6-28 0,0 0-72 15,0 0 16-15,-4 6 20 0,0 4-12 16,-4-1-32-16,0 4-12 0,0 6-40 15,-4-4-148-15,0 5 148 0,-4 0 44 0,4-1-44 16,0-8-96-16,4 3-12 0,0-6-4 16,0 3 16-16,4-2-4 0,4 1 4 15,8 2-24-15,-4 4 36 0,4 0 80 16,4 0 4-16,-5 0-40 0,-2-1 40 16,-2 1 48-16,-3 3-36 0,-8 0 52 15,0 4 92-15,-4-1-148 0,-7 3-8 16,-6 1 44-16,-6-1-44 0,-5-3-4 15,0 1-188-15,0-8-52 0,0-4-160 16,4-5-148-16,0-6-184 0,5 0-564 16,-2-6-1008-16,10-5-1620 0,-2-2-1121 15,2-12-1026-15</inkml:trace>
  <inkml:trace contextRef="#ctx0" brushRef="#br0" timeOffset="84715.895">30682 10341 5716 0,'0'0'220'0,"0"0"4877"0,0 0-2481 0,0 0-608 15,0 0 268-15,88 38-408 0,-64-18-572 16,-3-1-311-16,-2 6-185 0,-3-3-100 15,0 6-180-15,-4-3-244 0,0 1-120 16,-8-1-60-16,0 5-24 0,-4-3-64 16,-12 2 0-16,-8 6-8 0,-8 0-148 15,-12-1 16-15,-3 6-60 0,-5-7-76 16,-1 0-32-16,2-5-52 0,4-3-32 16,6-12-76-16,9-3 8 0,13-10-229 0,3 0-279 15,7-16-856-15,5 0-1012 0,0 0-2137 16,17-19-2019-16</inkml:trace>
  <inkml:trace contextRef="#ctx0" brushRef="#br0" timeOffset="84912.586">31153 10455 8796 0,'0'0'3925'0,"0"0"-1689"16,0 0-576-16,0 0 140 0,0 0-20 15,83 35-380-15,-59-32-499 0,0 0-405 0,8-3-256 16,-4-3-240-16,8-3-84 0,-4-5-376 16,0 0-232-16,-4 1-269 0,-4 4-295 15,-5-4-800-15,-6 3-2200 0,-6 7-1277 0</inkml:trace>
  <inkml:trace contextRef="#ctx0" brushRef="#br0" timeOffset="85073.15">31229 10651 5732 0,'0'0'1052'0,"0"0"5413"0,0 0-4477 16,-28 67-428-16,28-51 224 0,3-3-116 16,18-3-412-16,-1-3-407 0,12-7-277 15,0 0-308-15,3-11-264 0,5-5-60 16,-1-6-496-16,2 0-305 0,-5-6-259 16,-1 2-596-16,-7 7-2272 0,12-7-3737 0</inkml:trace>
  <inkml:trace contextRef="#ctx0" brushRef="#br0" timeOffset="85374.315">31874 10559 5076 0,'0'0'10833'0,"0"0"-8985"16,-52 77-1144-16,36-45 440 0,0 0 652 16,5-1-219-16,7-3-589 0,4-5-492 15,7-6-368-15,10-5-128 0,6-5-96 16,9-5-72-16,3-2-184 0,6-9-80 0,2-8-28 15,6-5-132-15,-6-6-137 0,1-4 9 16,0 3-72-16,-8-3-16 0,-8 5 184 16,-4 4 300-16,-9-2 196 0,-10 2 128 15,-5 4 244-15,-5 0 164 0,-14 0 20 16,-5 4-36-16,-4 5-48 0,-4 1 48 0,-4 9-176 16,0 0 52-16,5 6-84 15,-6 7 24-15,1 2 60 0,4-2-111 0,1 3-97 16,6-4-60-16,10 1-545 0,-1-6-299 15,4-1-292-15,4-3-800 0,4 0-2852 16,1-3-3993-16</inkml:trace>
  <inkml:trace contextRef="#ctx0" brushRef="#br0" timeOffset="85973.717">32595 9785 7980 0,'0'0'676'0,"0"0"1304"0,0 0-1015 16,0 0-233-16,80-60 1080 0,-60 44-272 15,-1 0-612-15,6 4-440 0,-1-5-292 16,0 8-44-16,-5 0-16 0,1-1 0 16,-4 6 0-16,0 4-76 0,-4 0-60 15,0 0 16-15,-4 11 168 0,0 3 12 16,-1 0 52-16,-7 5 172 0,0 3 8 16,0 0-120-16,-3 7-88 0,-5 0-24 0,-8 5-40 15,0 4-20-15,-4 7 12 0,-3 3 80 16,-5 2 104-16,0 5 164 0,-4-2-95 15,0 1-97-15,4-3 12 0,8-7-36 16,4-5-100-16,4-8-96 0,8-6-72 16,4-5-4-16,0-5-8 0,0-5-80 0,8-3-76 15,4-5-52-15,0 3-68 0,8-3 56 16,-5-2 16-16,6 6 20 0,-5 0 27 16,3 5 53-16,-2 4 104 0,-6 8 8 15,-3 2 40-15,1 6 149 0,-9 8-65 16,4-2-8-16,-4 8-116 0,0 0-8 15,0-1 0-15,0 1-8 0,0-7-164 16,0 0 3-16,0-3 9 0,4-1 124 16,-1-2 36-16,1 0 48 0,-4-1-44 0,0 5-4 15,0-4 8-15,-7-1-8 16,-1 2 84-16,-9-2-84 0,6-3-148 0,-9 0-108 16,-5-1-72-16,1-2-160 0,1-3-184 15,-1 0-212-15,0-5-520 0,0-3-664 16,4 0-1004-16,4-5-2569 0,-8-2 465 0</inkml:trace>
  <inkml:trace contextRef="#ctx0" brushRef="#br0" timeOffset="89943.945">15442 13055 2796 0,'0'0'7720'0,"0"0"-5831"0,0 0-397 16,0 0-176-16,0 0 344 16,0 0-112-16,0 0-160 0,0 0-472 0,0 0-256 15,0 0 21-15,32 0 19 0,12 7-96 16,4-1-156-16,4-3-108 0,-4 4-100 15,3-7-36-15,-2 0-24 0,3 0-68 16,-5 0-28-16,1-10-36 0,-1-3 12 0,-6 1-52 16,-2-4-4-16,-3-3-4 0,-8 2-192 15,-4-2-136-15,-4 0-128 0,-4 5-184 16,-4-3-148-16,-9 4-133 0,-3 4-431 16,0 2-1104-16,-3 4-3240 0,-13 3-5389 0</inkml:trace>
  <inkml:trace contextRef="#ctx0" brushRef="#br0" timeOffset="90240.433">15889 13081 6096 0,'0'0'5829'0,"0"0"-4177"0,0 0-548 16,0 0 76-16,0 0 548 0,0 0-88 16,-12 79-416-16,12-60-432 0,0 0-316 15,0 6-27-15,0 1 47 0,0 3 12 16,0 5-192-16,4 5-136 0,-4 5-96 0,0 4 24 15,4 6-60-15,-4 2-48 0,0 5-4 16,4-1 4-16,0-6 72 0,4-10 40 16,4-5 44-16,4-7 0 0,4-10-36 15,0-3 12-15,3-6-84 0,5-4 52 16,0-6-16-16,4-3-80 0,4-6 8 16,4-3 48-16,0-8-60 0,-1 2-92 15,1-4-128-15,-3-1-128 0,2-1-184 16,-3-2-312-16,3 2-188 0,2-5-321 15,2 0-791-15,-11 7-2940 0,16-13-4293 0</inkml:trace>
  <inkml:trace contextRef="#ctx0" brushRef="#br0" timeOffset="90852.083">19212 12779 11541 0,'0'0'2684'0,"0"0"-708"0,0 0-44 16,0 0-320-16,47 67-196 0,-23-35-323 15,-3 2-137-15,3 7-304 0,-1 8 120 16,-3 1-288-16,0 4-208 0,-4 4-12 0,-8-1-120 16,0 3-8-16,0 3-128 15,-8-2 4-15,0-1 36 0,0 0-48 0,0-9-68 16,0 0-92-16,-4-10-20 0,4-10-132 16,0-2-108-16,4-10-148 0,0-8-96 15,0-9-84-15,-4-2-176 0,4-13-341 16,-1-9-707-16,-3-4-1064 0,0 1-1708 15,0-19-1785-15</inkml:trace>
  <inkml:trace contextRef="#ctx0" brushRef="#br0" timeOffset="91109.921">19547 13211 2964 0,'0'0'8841'0,"0"0"-7241"16,0 0-620-16,0 0 568 0,83 12 412 15,-55-8-272-15,0-1-260 0,4 3-431 16,12-6-245-16,-1 0 24 0,13 0-196 15,12-3-244-15,3-3-84 0,9-5 16 16,4 6-52-16,8-4-12 0,0 2-196 0,3 1 100 16,5 0-96-16,3-1-4 0,5 3 64 15,-1 1 156-15,-3 0-116 0,-4 1-64 16,-5-2-48-16,-7-3 0 0,-8 1-108 16,-5-2-76-16,-11-3-152 0,-4 2-228 0,-17-1-112 15,-6 1 24-15,-10-1-16 0,-11 4-120 16,-4 3-233-16,-12-3-323 0,0-4-764 15,0 3-2032-15,-16-5-1441 0</inkml:trace>
  <inkml:trace contextRef="#ctx0" brushRef="#br0" timeOffset="91356.678">21475 12789 1356 0,'0'0'12573'15,"0"0"-10769"-15,0 0-1212 0,0 0 96 16,76 44 516-16,-57-28 208 0,1 0-140 15,5 3-520-15,3 3-299 0,-4-3-129 0,-1 3-68 16,1 3-24-16,0-2-52 0,0 3-48 16,-1-1-60-16,1 4 12 0,1-1 16 15,-5 3-4-15,-5-1-96 0,-7 1-4 16,-8 1-152-16,-4 3 20 0,-15 3-104 16,-5 1-100-16,-4 1 0 0,-4 2 40 0,-8-5 31 15,0 2-107-15,0-4-28 0,-8-7-72 16,1-5-120-16,-2-1-240 0,2-11-644 15,15-4-1212-15,-8-7-2869 0</inkml:trace>
  <inkml:trace contextRef="#ctx0" brushRef="#br0" timeOffset="91973.78">23511 12972 756 0,'0'0'11841'0,"0"0"-9617"0,0 0-976 15,0 0-408-15,0 0-244 0,0 0 96 16,83 11 492-16,-38-3-352 0,2 3-404 0,9 3-172 15,-4-3-112-15,3-2-44 0,1 1 32 16,-4-7 4-16,4-3-136 0,0 0 0 16,-1-6-4-16,-3-7-204 0,0-1-316 15,-4 0-368-15,0 1-92 0,-9-7-124 16,-3 4-792-16,-12 4-2600 0,0-4-3485 0</inkml:trace>
  <inkml:trace contextRef="#ctx0" brushRef="#br0" timeOffset="92172.802">24092 13049 4196 0,'0'0'6965'16,"0"0"-4393"-16,0 0-1636 0,-71 90-368 0,51-60 504 15,8 3 484-15,1-2-164 0,-2 4-252 16,5 0-556-16,-3 1-132 0,2 4-88 0,1 2-35 16,1 5-29-16,-2 1-32 0,5 2-112 15,0-2 64-15,4-4-28 0,8-3 4 16,12-5-28-16,8-5-168 0,4-8-48 15,11-4-184-15,2-13 172 0,2-6-36 16,5-6-180-16,4-13-184 0,0-4-221 16,0-4-135-16,-1-3-208 0,5-2-512 15,0 1-1360-15,-16 8-2977 0,20-5-3407 0</inkml:trace>
  <inkml:trace contextRef="#ctx0" brushRef="#br0" timeOffset="92509.107">25172 13043 3484 0,'0'0'8953'0,"0"0"-7489"16,0 0-740-16,0 0 96 0,0 0 696 15,-51 69-28-15,42-30-184 0,1 12-460 0,1-1-236 16,7 10-96-16,0-3 21 16,0 4-61-16,7-1-84 0,1-3-136 0,5-2-116 15,2-11-88-15,5-9-48 0,8-7-60 16,0-12-76-16,4-6-68 0,8-10-48 15,8-10-160-15,-1-12-148 0,5-10-317 0,1-6-219 16,-6-6-416-16,-8 8-1344 0,10-20-3273 16</inkml:trace>
  <inkml:trace contextRef="#ctx0" brushRef="#br0" timeOffset="92907.341">26133 12722 11669 0,'0'0'5236'0,"0"0"-4492"16,0 0-200-16,36 92 208 0,-29-50 660 16,1 2 60-16,-4 3-355 0,0 1-525 15,1 3-316-15,-5 0-56 0,0 5-40 16,0 2-84-16,-13 2-88 0,-6 1 28 16,-5-2-36-16,-8-1-144 0,0-1 60 0,-8-10 0 15,0-2-16-15,4-10-32 0,-3-6 12 0,-2-7 48 16,9-9 68-16,1-11-68 0,3-2-100 15,4-5-104-15,8-5-52 0,4-9-36 16,0 0 112-16,4-11-4 0,4 3-37 16,0-9 1-16,4 5 24 0,0 2 36 15,0 4 4-15,4 6 20 0,4 6 108 16,8 7 100-16,4 3 0 0,4 3 440 16,4 0 24-16,0 3-88 0,11 3-11 15,2 7-13-15,2-4 96 0,1 4-24 16,4-3 12-16,-5-1-40 0,2 1-8 15,-10-4-88-15,5 0-152 0,-4 1-148 16,0-1-60-16,0-3-144 0,-4 1 120 16,-4-4-180-16,-5 0-704 0,-3-7-60 0,1-6-505 15,-6 1-2347-15,9-11-3741 0</inkml:trace>
  <inkml:trace contextRef="#ctx0" brushRef="#br0" timeOffset="93120.71">26921 13027 1552 0,'0'0'12653'0,"0"0"-10973"16,0 0-828-16,0 0 528 0,40 82 168 15,-35-52 4-15,2 3-423 0,-3 6-633 16,0-1-312-16,0 6-28 0,-4 2-36 16,0-2-120-16,-4 6 0 0,-7 1-168 15,-6-1-136-15,-7 2-56 0,1-2-116 16,-14 4 27-16,2-3-123 0,-5-3 0 0,-3-1-212 15,-6-2-348-15,-3-4-1040 0,17-10-2528 16,-33 7-3189-16</inkml:trace>
  <inkml:trace contextRef="#ctx0" brushRef="#br0" timeOffset="97505.73">23447 15449 2996 0,'0'0'1292'0,"0"0"2808"0,0 0-2496 15,0 0-1020-15,0 0-288 0,-96-3 681 16,72 6 367-16,-3 0-364 0,-1 0-208 0,-4 1-244 15,-4-1-112-15,0 0 40 16,0 0 280-16,-7 1-32 0,2-4-344 0,-6 0-164 16,3 2-32-16,-4-2-16 0,-4 0-28 15,1 5-44-15,-5-3-76 0,0 1-24 16,-4 4-64-16,-3-1 28 0,3 1-76 16,-4 1 124-16,1 3-40 0,-5-1 52 15,4-2 4-15,-4 2-4 0,4-3 0 16,-3-2 72-16,-1-2-68 0,-3 1-4 15,-2-1-520-15,6-3 412 0,-1 0 108 16,5 0 148-16,3 0-148 0,0 0-236 0,4 0-424 16,4 0 660-16,5 0 324 0,7 0-124 15,7 0-200-15,-3 0 0 0,8-3 0 16,0 3 12-16,5 0-12 0,-1 0-212 16,8 0 212-16,4 0 4 0,1 0-4 15,7 0-212-15,-1-4-296 0,1 4 96 0,4 0 96 16,0-3-200-16,0 3-340 0,0 0-376 15,0 0-304-15,0 0-409 0,0 0-503 16,0 0-1488-16,0 0 656 0</inkml:trace>
  <inkml:trace contextRef="#ctx0" brushRef="#br0" timeOffset="97888.687">21343 15274 3552 0,'0'0'1692'15,"0"0"2984"-15,0 0-3399 0,0 0-441 16,0 0 240-16,0 0 296 0,0 0-260 16,0 0-308-16,0 0-280 0,-95 7-112 15,75 5-16-15,0 2-36 0,-8 2-104 0,4 2-32 16,-4 4-76-16,-4 4-24 0,1-1-52 15,-1 4 0-15,0 2-72 0,-4 2-8 0,4-3-92 16,4 3 100-16,4-1-136 0,4-4 76 16,8 1 56-16,5-4-60 0,3-3 64 15,-1 3 0-15,5-5 64 0,9 2 156 16,2 1-12-16,10-4-36 0,3-4 76 16,8 1-92-16,-1 0 16 0,5-4-12 15,4 1-48-15,-1-2-112 0,2 0-72 16,-2-1-60-16,5 0-336 0,4-1 124 15,-5 1-432-15,2-2-212 0,2 3-340 16,-3 2-984-16,-12-7-2565 0,12 10-3631 0</inkml:trace>
  <inkml:trace contextRef="#ctx0" brushRef="#br0" timeOffset="99475.634">25543 16472 6216 0,'0'0'1860'0,"0"0"2685"0,0 0-3433 16,0 0-452-16,0 0 400 0,0 0 248 16,0 0-128-16,-80 32-232 0,68-43-188 15,0-1-184-15,5-7-160 0,-6-6-76 16,5-7 0-16,4-6-36 0,-3-6-71 0,3-11-125 15,4-2-108-15,-5-3-40 16,5-7-8-16,0 4-37 0,5-4 25 0,3 0-88 16,-1 7-108-16,1-1 112 0,1 11 20 15,2-1 48-15,-3 7 68 0,5 2-44 16,2 4-20-16,-2 1 60 0,2 1 4 16,5 1-8-16,0 4-32 0,0 2 48 0,4 0 0 15,-5 4-4-15,1 3-8 0,1 6 12 16,-10 3-4-16,2 4-68 0,-2 2 64 15,-7 4-64-15,-4 3 8 0,0 0 64 16,0 10 8-16,-4 3 152 0,-7 5-12 16,-2 4-16-16,-2 1-120 0,2 3 0 15,-2-4 48-15,6-3-48 0,1-3-4 16,5-4-8-16,3 1-64 0,0-4-44 16,3 1-28-16,10-4 124 0,2 0-72 15,2 1 80-15,2-4-168 0,5 0-8 0,-3 1 92 16,-2-2-32-16,1 2 120 0,-3 3 28 15,-6-2-28-15,1 2-68 0,-4 3 68 16,-4-1 112-16,-4 0-16 0,0 1-32 16,0 2 32-16,-4-1 40 0,-4-2 8 15,0 3-32-15,-4-2-28 0,-4-3-72 16,1 2-12-16,-2-3-44 0,-3 1-236 0,-3-1-112 16,-1 0-24-16,-4 1-160 0,0-1-88 15,-4 0-276-15,-4 5-392 0,4-6-612 16,-3 4-916-16,-6 2-2021 0,13-3-1722 15</inkml:trace>
  <inkml:trace contextRef="#ctx0" brushRef="#br0" timeOffset="101523.648">16148 15287 3088 0,'0'0'4300'16,"0"0"-1112"-16,0 0-967 0,0 0-769 0,0 0 112 15,0 0-248-15,0 0-64 16,-24-76-316-16,32 61-288 0,4-2-184 0,4-1-100 16,0-2-84-16,4 4-60 15,4-2-48-15,-5 1-40 0,5 8-60 0,-3 0-20 16,-10 2-52-16,6 4-48 0,-10 3-84 15,1 0 0-15,0 10 8 0,-8 2-8 16,5 8 132-16,-5 5 12 0,0 7-12 16,0 5 120-16,-5 8-112 0,1 2 0 15,0 4-8-15,0 4-12 0,4-5 12 0,0 1 48 16,12-4 88-16,0-5 132 0,8-7-39 16,0-10-57-16,4-9 8 0,8-6-44 15,0-3-40-15,0-7 24 0,7-11-24 16,-3-5-48-16,4-6-48 0,0-10-156 15,-4 0-124-15,-1-5-108 0,2-1-217 16,-10-1-115-16,1 1-172 0,-4 3-224 16,-8 0-520-16,0 3-1448 0,-8 10-2197 0,-8-13-3378 0</inkml:trace>
  <inkml:trace contextRef="#ctx0" brushRef="#br0" timeOffset="101775.63">16673 15005 3484 0,'0'0'1028'15,"0"0"5348"-15,0 0-5475 0,0 0-309 16,0 0 440-16,0 0 240 0,0 0 160 16,0 0-340-16,0 0-460 0,0 0-236 15,0 0-16-15,-59 69 136 0,59-36 136 0,0 4-164 16,0 8-120-16,-4 6-28 0,4 9-204 16,0 3-40-16,0 11-44 0,-4-2-52 15,0 5-60-15,0 2-136 0,-4-3 52 16,5-2-136-16,-2-2 24 0,-3-5 36 15,8-6-4-15,0-11-104 0,0-3-116 0,0-5-168 16,0-7-108-16,8-6-184 0,-3-10-416 16,2 0-716-16,-3-10-1849 0,0-2-1775 0</inkml:trace>
  <inkml:trace contextRef="#ctx0" brushRef="#br0" timeOffset="102968.57">17223 15808 10096 0,'0'0'1381'0,"0"0"-701"16,0 0-232-16,0 0 0 0,0 0 380 16,0 0 436-16,25 66-308 0,-25-42-340 15,0-3-128-15,-4 8-80 0,0 0 0 16,-9 2 88-16,-2 4-68 0,-2 3-108 0,2 0-160 15,-9-1-36-15,0 3 60 0,-4-6-64 16,0-2-108-16,1-10 40 0,-1-2-4 16,4-12-48-16,0-1 0 0,3-7-172 15,6-3-48-15,-2-9 212 0,6-8-200 16,3-2-16-16,0-3-68 0,4-7-40 16,0 0-128-16,4 7 116 0,0 3 108 15,8 2 48-15,0 7 76 0,0 7 40 0,3 0 32 16,2 4 40-16,-1 2 112 15,4 0 136-15,-1 2 40 0,2 8-104 0,2-1 64 16,1 3 36-16,5 5 12 16,-1 2-52-16,-1 3-84 0,1-3-64 0,0 3-96 15,0 4-4-15,-1-1 4 0,1 0 36 16,-3 0 12-16,-1 1-48 0,-5-3-172 16,-3-1-84-16,4-3 84 0,-8 0-296 0,8 0-264 15,-4-3-324-15,1-7-684 0,-6-2-1140 16,1-5-2757-16,0-2 625 0</inkml:trace>
  <inkml:trace contextRef="#ctx0" brushRef="#br0" timeOffset="103143.095">17594 16329 796 0,'0'0'10733'0,"0"0"-9005"15,0 0-964-15,0 0 72 0,0 0 384 0,0 67-20 16,-4-45-184-16,0 0-536 0,4-3-392 15,-4 3-52-15,4 1-36 0,-3-4-232 16,3-4-360-16,-4 3-180 0,4-4-340 16,0-1-776-16,0-3-2165 0,0-1-3895 0</inkml:trace>
  <inkml:trace contextRef="#ctx0" brushRef="#br0" timeOffset="103640">18020 17186 14365 0,'0'0'4348'0,"0"0"-3720"16,0 0-480-16,0 0-76 0,0 0 64 16,-91-99 252-16,79 55-68 0,0-10-236 15,4-6-84-15,0-10-96 0,8-3-40 16,0-9-144-16,0-7-308 0,0-3-52 15,0-1 48-15,12 5-112 0,-5 5 316 16,6 10 104-16,-1 13 32 0,4 8 16 16,-1 8 200-16,2 10 36 0,-2 5 100 0,2 6 60 15,-2 8 40-15,2 2 148 0,-2 3-12 16,1 10-64-16,-4-2-184 0,0 2-24 16,-4 2-16-16,-4 4 76 0,0 5 24 15,0 4-60-15,-4 1-16 0,0 3-8 16,-8-3 120-16,4 0-60 0,0 0 84 0,0-7 12 15,4-2-220-15,0-4-24 16,8 3-72-16,0 0 20 0,8 1 72 0,0-1 4 16,4 3-8-16,0-2-4 0,0 3 0 15,0-3 4-15,-9 4-68 0,6-1-44 16,-9 2-4-16,-1 2 72 0,-3 4-32 16,-4-1-4-16,0 5 88 0,-8-3-12 15,-7 3 12-15,-1 0-44 0,-9 0 44 16,-6 1 12-16,3-4 0 0,-8 0-12 15,-4-4-260-15,1-2-372 0,-6 0-240 16,2 0-396-16,-1-7-800 0,8 1-1041 16,-20 2-3015-16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7:51:08.9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9825 2333 4424 0,'0'0'5264'15,"0"0"-3355"-15,0 0-693 0,0 0 8 16,0 0 140-16,0 0-204 0,0 0-304 16,0 0-48-16,0 0 4 0,16-22-76 15,-4 19-172-15,3-3-76 0,5-1-40 16,1 1 4-16,3 3-63 0,-1-4-149 0,5 4-68 16,0 0-16-16,0 0-108 0,0 3-44 15,8-3 8-15,-1 3 48 0,1-4-60 16,5 4 0-16,-2-3 0 0,5 0-4 15,0 3 4-15,-5-3 0 0,6 0 0 16,-2 3-4-16,-3-3-4 0,4 0 8 16,-4-1-4-16,-1 1 4 0,6-3-48 15,-6 2 44-15,5-3 4 0,0 2 0 16,3 2 4-16,-2-3-4 0,2-1 0 0,-3 3-12 16,0-1-84-16,0 5 48 0,0-3 40 15,-1 3 4-15,-2 0-8 0,-2 0-84 16,1 3 32-16,0-3-32 0,-4 5-36 15,-4-1 60-15,7-1-52 0,-7 1 64 16,4-2 0-16,-4 2-49 0,4-1 45 0,-4-3-68 16,4 3 84-16,0-3 0 0,-1 0 36 15,5 0 4-15,8 0 8 0,-4-3 156 16,0 0 185-16,3-1-341 0,-6 2-72 16,2-2 72-16,-3 4 8 0,4 0 4 15,-4 0 256-15,3 0-268 0,-2 0-112 16,-2 0 40-16,6 0 72 0,-2 0 184 15,0 0-184-15,6 0-48 0,-2-3 48 0,1-1 72 16,4-1-72-16,-4 2-108 0,0-4 108 16,-5 3 8-16,5-2-8 0,-8 4-88 15,-4 2 88-15,3-4 124 0,2 4-124 16,-6 0-88-16,9 0 88 0,-4 0 80 16,8 0-80-16,-4 0-4 0,7 0 4 15,-3 0 88-15,0-2-88 0,4-3 0 16,-4 3 4-16,-1-2 0 0,-6 1 52 15,2 0-52-15,-11 1-8 0,4 2 4 16,-8 0 0-16,-4 0-4 0,4 0 4 16,-4 0-12-16,3 0 12 0,-3 0 4 0,4 0 128 15,0 2 28-15,-4-2-160 0,0 0-60 16,-4 0 60-16,0 0 72 0,-1 0-12 16,-2 0-48-16,-1-2 60 0,-4 2 12 15,-1-5 0-15,-2 3 4 0,-1 2-16 0,-1-4-12 16,1 1-56-16,1 0 8 15,-2 3-4-15,-3-3 52 0,4 0-52 0,-4 3-8 16,1 0-4-16,-5-4 0 0,4 4-8 16,-4 0-48-16,0 0-48 0,0 0-4 15,0 0-44-15,0 0-36 0,0 0-112 16,0 0-97-16,-4 0-183 0,-5 0 60 16,-3 4-220-16,-8-4-520 0,1 0-1448 15,-18 6-3861-15</inkml:trace>
  <inkml:trace contextRef="#ctx0" brushRef="#br0" timeOffset="16731.054">2198 3845 5916 0,'0'0'2352'16,"0"0"-204"-16,0 0-871 0,0 0 219 15,0 0-404-15,-79-29 284 0,67 26-632 16,4-3-144-16,0 2 32 0,4 4 208 0,4-2-320 16,0 2-176-16,0 0-112 0,0 0-96 15,0 0-64-15,0 0-68 0,0 0-4 16,4 0-48-16,0 2-100 0,4 5 0 15,4 6 76-15,4 2 68 0,4 4-4 16,8 3-56-16,0 4 16 0,0-3 48 16,4-5-12-16,0-1-24 0,-4-9-88 15,4-1-36-15,-9-7 48 0,5 0-20 16,0-10 68-16,-4-5-48 0,4-1-48 16,0-7 52-16,0-2 92 0,0 0-44 15,4-1 48-15,-4 4 12 0,3 2-88 16,-4 8 76-16,5-1-112 0,-4 7 76 0,0 0 0 15,-4 3-28-15,1 3 76 0,-1 0-48 16,-9 0 48-16,5 7-4 0,-8 1-8 16,0 5 8-16,0 4 4 0,-4 1-12 0,4 8-100 15,-4-1 64-15,-4 3-324 0,-4-2-52 16,0-4 176-16,0-5-60 16,0-5-180-16,0-3-128 0,0-5-156 0,0-1 88 15,0-3 440-15,-4 0 232 0,0-7-152 16,4-2-120-16,-4-7-136 0,4-3 252 15,0-4-24-15,0-2 192 0,8 3 136 16,7 0 160-16,-2 0 12 0,11 3 112 16,-1 0 24-16,5-4 52 0,8 4-52 15,4 0 48-15,0 4 300 0,8-2-172 0,0 1-324 16,-5 7-84-16,1-1-36 0,0 7-136 16,-4 3-32-16,4 0-16 0,-9 13 8 15,6 3-56-15,-5 3 52 0,-8-1 4 16,0 1-4-16,-9-5 4 0,1-5-52 15,-8-6 52-15,0-3 112 0,-4 0 48 0,4-9 40 16,-5-4 12-16,6-6-16 0,-2-6-128 16,6 0-68-16,-2-4-52 15,6 4-144-15,-6 5-152 0,5 8-372 0,-3 3-324 16,-2 4-456-16,-2 3-1580 0,-2 2-4449 0</inkml:trace>
  <inkml:trace contextRef="#ctx0" brushRef="#br0" timeOffset="17402.147">2462 4959 4576 0,'0'0'2332'15,"0"0"560"-15,0 0-1459 0,0 0-341 16,0 0 44-16,0 0-260 0,0 0-672 16,0 0-116-16,0 0 112 0,0 0 256 15,92 9 96-15,-57-9-264 0,5 0-156 16,-4 0-32-16,0-7 36 0,-4-1 12 16,0-5-84-16,-8 1 60 0,3-5-124 0,-3-2-68 15,-8 4-460-15,0-5-188 0,0 5-220 16,-8-1-396-16,0 6-988 0,-8-9-2113 0</inkml:trace>
  <inkml:trace contextRef="#ctx0" brushRef="#br0" timeOffset="17731.055">2629 4591 1996 0,'0'0'5560'0,"0"0"-3692"0,0 0-548 16,0 0-151-16,0 0-117 0,0 0-276 15,0 0-332-15,0 0-204 0,0 0-100 16,-23 66 52-16,26-37-28 0,9 2 60 16,1 8-96-16,2 2 72 0,5 7-72 0,0 5-28 15,0 2-88-15,0 2 60 0,-4-3-68 16,4-4-4-16,-9-3 0 0,2-1 0 16,-1-8 48-16,-5-6-40 0,-3-4 192 15,0-5 20-15,-4-4 180 0,0-5-40 16,0 0-112-16,0-1-48 0,0-7-64 15,-4 1 24-15,0-5 64 0,-3-2 60 0,-1 0 12 16,-1 0-296-16,1 0-248 0,1 0-184 16,-5-2 12-16,7-2-228 0,1-5-244 15,1 2-428-15,3-6-1024 0,0 4-1785 16,0-14-1871-16</inkml:trace>
  <inkml:trace contextRef="#ctx0" brushRef="#br0" timeOffset="17905.458">3076 4921 6460 0,'0'0'3128'0,"0"0"-1295"0,0 0-1269 15,0 0 372-15,15 86 680 0,-15-61-268 16,0 4-372-16,0-4-440 0,0 0-264 16,0-2-204-16,5-1-68 0,-1-3-124 15,-4-3-24-15,3-6-412 0,1-1-444 0,-4-9-92 16,4 0-632-16,-4 0-2237 0,0-13-3215 15</inkml:trace>
  <inkml:trace contextRef="#ctx0" brushRef="#br0" timeOffset="18064.467">3051 4829 5868 0,'0'0'6549'0,"0"0"-5461"0,0 0-900 16,0 0 700-16,0 0 260 0,0 0-516 0,0 0-432 15,0 0-200-15,0 0-136 16,0 0-228-16,60-35-668 0,-43 35-552 0,-2 0-1341 16,1 3-5159-16</inkml:trace>
  <inkml:trace contextRef="#ctx0" brushRef="#br0" timeOffset="18432.92">3398 5045 5076 0,'0'0'8237'0,"0"0"-7245"16,0 0-612-16,0 0 324 0,0 0 128 15,0 0-220-15,0 0-400 0,0 0-160 16,0 0 108-16,0 0 212 0,0 0 112 16,56 9-120-16,-44-40-364 0,0-1-420 15,-4-3-48-15,-1 3-80 0,2 4 48 16,-5 5 24-16,0 7-40 0,-4 4 24 0,0 5-204 15,-8 4 176-15,-5 3 240 0,2 0 92 16,-6 3 188-16,-2 4 64 0,-1-1 48 16,0 4 168-16,4 2-128 0,-4 4 28 15,8 6 84-15,5 7-84 0,3 6 96 0,-1 3 76 16,5 6 140-16,0 4-152 16,9-3 0-16,2 2-76 0,6-6-164 0,-2-9-100 15,1-6-200-15,0-11 36 0,4-9-4 16,-1-6 160-16,6-3-60 0,-1-13-208 15,0-9-204-15,0-3-252 0,-5-14-432 16,2 0-872-16,-10 9-1877 0,5-31-1147 0</inkml:trace>
  <inkml:trace contextRef="#ctx0" brushRef="#br0" timeOffset="18629.558">3693 4311 4044 0,'0'0'8433'0,"0"0"-7565"15,0 0-484-15,-24 77 504 0,16-42 320 16,4 6 20-16,4 4-408 0,0-1-264 0,0 4-188 16,4-1-232-16,8 7-12 0,4 0-124 15,0 6-4-15,0-3-8 0,3 4-320 16,2-7-420-16,-1-7-20 0,-1-5-88 16,1-10-236-16,1-10-472 0,-6-10-696 15,2-5-1621-15,-6-10-1571 0</inkml:trace>
  <inkml:trace contextRef="#ctx0" brushRef="#br0" timeOffset="18998.374">4052 4870 2964 0,'0'0'7308'0,"0"0"-4635"0,4 77-1997 16,-4-43-204-16,0 14 552 0,-4-4 512 16,-1-3-232-16,5-5-468 0,0-11-428 15,0-9-396-15,0-10-12 0,0 0-136 16,5-6 40-16,-1-2 4 0,4-8 92 15,-1-9 0-15,1-6-136 0,1-8-344 0,2-2-112 16,-3-2-44-16,5-4-112 0,-2-4-160 16,2 0-508-16,-2-5-408 0,1-1-445 15,-4 0-259-15,0-3-112 0,-4 3 216 16,-4 0 688-16,0 1 1736 0,-4 8 328 16,-8 4 2512-16,0 7 0 0,0 5-568 0,0 11-420 15,0 5-219-15,9 3-41 16,-1 7-88-16,0 0-308 0,-1 7-412 0,1 5-388 15,4 8-244-15,0 8 56 0,0 5 52 16,0 7 60-16,9 4-36 0,2 4-76 16,-3 0-136-16,5 2-64 0,-2 4-8 15,1 1-96-15,0-1-272 0,0 0-348 16,-1-7-164-16,2-2-132 0,-1-4-336 16,0-7-712-16,-4-11-1925 0,3-1-3335 0</inkml:trace>
  <inkml:trace contextRef="#ctx0" brushRef="#br0" timeOffset="19345.991">4864 4936 8884 0,'0'0'7413'0,"0"0"-6865"0,0 0-548 16,-28 84 0-16,25-53 476 0,-1 2 116 15,4-6-48-15,0-2-212 0,4 0-280 16,7-8-52-16,6-4-8 0,-2-3 0 16,1-8 4-16,5-2 4 0,-6-6 0 15,9-10 0-15,-5-6-116 0,2-6-228 16,-5-7-288-16,0-4-76 0,-4 2-4 0,0-2-56 16,-5 5 228-16,-7 4 120 0,0 5-84 15,0 10-56-15,-7 2 496 0,-5 3 64 16,-8 7 204-16,0 3 264 0,0 0 16 15,-4 6 8-15,8 7-116 0,-4 3-60 16,4 3-104-16,1 7-48 0,-2 4 16 0,10 0 20 16,-1 2-76-16,-1-4-124 0,5 0-124 15,4-2-720-15,0-3-456 0,0-11-944 16,8 1-2749-16</inkml:trace>
  <inkml:trace contextRef="#ctx0" brushRef="#br0" timeOffset="19514.945">5179 4947 7988 0,'0'0'5533'0,"0"0"-4861"16,0 0-404-16,0 0 452 0,0 0 440 0,0 0-116 15,80-13-128-15,-68 10-288 16,0-7-296-16,0-2-184 0,-1-1-148 0,2-4-36 16,-2-5-568-16,6 0-272 0,-6 0-464 15,6 0-768-15,-6-1-2285 0,10-3-2915 0</inkml:trace>
  <inkml:trace contextRef="#ctx0" brushRef="#br0" timeOffset="19883.257">5231 4556 4932 0,'0'0'496'0,"0"0"4552"0,0 0-4427 16,0 0-621-16,0 0 320 0,0 0 564 16,0 0 240-16,0 76-272 0,12-54-332 15,0 3-180-15,4 7-64 0,0 4 52 16,-1 5-152-16,2 3 76 0,-2 3-72 0,6 8-120 16,-6-1-60-16,1 0 0 0,5 2-48 15,-2 5-32-15,1-4 80 0,-4-3 0 16,-4 0 124-16,0-6 0 0,-5-4-12 15,2 1 0-15,-5-3-24 0,0-5-36 16,-4 1 60-16,0-3-12 0,0-6-12 16,-12-4-16-16,0 0 104 0,-9-6-52 15,2-2 12-15,-1-5-136 0,-8 1-124 16,0-3-136-16,-4-5-288 0,-4-5-172 16,1 4-172-16,-5-4-232 0,0-4-152 15,0-8-637-15,8-1-723 0,8 4-2468 0,-4-14 2272 16</inkml:trace>
  <inkml:trace contextRef="#ctx0" brushRef="#br0" timeOffset="20482.949">6159 4826 680 0,'0'0'4396'0,"0"0"-376"16,0 0-2560-16,0 0-455 0,0 0-41 16,0 0-184-16,0 0-172 0,88 3-48 15,-73 6-192-15,2 4-180 0,-6 6-52 16,2 0-72-16,-1 6 140 0,-9 4-80 16,1 0-60-16,0 0 24 0,-4-1 24 15,0-3 0-15,0-6-24 0,0-6 36 16,-4-3 44-16,4-8 96 0,-4-2 108 15,1 0-108-15,-1-2-260 0,-4-8 4 16,-1-6-4-16,2-3 8 0,-1-9-12 0,0-7-112 16,3 0-52-16,1-4 52 0,4-2-324 15,9 6-56-15,7 0-100 0,4 0-152 16,-1 7-308-16,9 2-816 0,0 4-2041 16,-8 9-1851-16</inkml:trace>
  <inkml:trace contextRef="#ctx0" brushRef="#br0" timeOffset="20823.024">6753 4756 328 0,'0'0'10845'0,"0"0"-9525"0,0 0-908 16,-56 89 760-16,36-57 532 0,4 2-400 16,1-2-636-16,2 0-296 0,5-4-76 15,1-2-72-15,7-4-224 0,0-6-16 16,0-4-68-16,0-2-64 0,0-7-112 0,3-3-24 15,5 0 124-15,1-3 156 16,2-7-196-16,5-5-96 0,0-4-156 0,5-3-88 16,-6 0-48-16,1-1 236 15,4 4 72-15,-4 3 28 0,-4 1-100 0,4 4 60 0,-4 5 12 16,-5 4 164-16,2 2 64 16,-1 0 52-16,-4 0 500 0,-1 8 96 0,1 6-152 15,5-2-120-15,-5 4 92 0,-4 3 76 16,4 0-28-16,-4-3-16 0,0-3-164 15,4-4-284-15,-4-6-128 0,0-3-72 16,3 0-12-16,1-12-324 0,4-7-68 16,-3-13-552-16,3 6-1124 0,-1-31-3801 0</inkml:trace>
  <inkml:trace contextRef="#ctx0" brushRef="#br0" timeOffset="21022.091">7048 4273 3068 0,'0'0'5028'16,"0"0"-927"-16,4 93-3665 0,0-49-56 0,-1 13 892 16,5 0 468-16,1 1-264 15,-1-2-500-15,8-2-508 0,-1-4-256 0,2-1-212 16,-2-11-52-16,2-3 4 0,-6-13-64 16,-3-5-84-16,1-9-100 0,-5-5-136 15,-1 0-272-15,-3-3-412 0,0 0-824 16,-7 0-936-16,2-3-2897 0</inkml:trace>
  <inkml:trace contextRef="#ctx0" brushRef="#br0" timeOffset="21178.922">6889 4816 508 0,'0'0'1460'0,"0"0"6028"0,0 0-6160 16,0 0-939-16,0 0 291 0,0 0 308 0,0 0-32 16,0 0-68-16,0 0 4 0,0 0 52 15,0 0-380-15,103-60-304 0,-67 44-36 16,-1-3-216-16,-3 3 40 0,5-3-48 15,-5 3-60-15,-4 0-352 0,-5 0-728 16,1-3-624-16,-4 7-2573 0,-1-11-5215 0</inkml:trace>
  <inkml:trace contextRef="#ctx0" brushRef="#br0" timeOffset="21347.757">7506 4673 1136 0,'0'0'10277'0,"0"67"-8713"15,0-35-928-15,0-1 884 0,0 4 100 16,0-6-536-16,0-10-628 0,0-7-456 16,0-7-100-16,0-3 4 0,0-2-352 0,0-7-484 15,0-7-412-15,-9-6-1092 0,6 1-3197 16,-13-16-1515-16</inkml:trace>
  <inkml:trace contextRef="#ctx0" brushRef="#br0" timeOffset="21484.006">7362 4484 6036 0,'0'0'2804'16,"0"0"-567"-16,0 0-1813 0,0 0 92 16,0 0 444-16,0 0 148 0,0 0-236 15,0 0-356-15,88 12-492 0,-72-10-24 16,-4 5-1120-16,4 2-960 0,-4 1-2377 16,-4 0-3203-16</inkml:trace>
  <inkml:trace contextRef="#ctx0" brushRef="#br0" timeOffset="21723.028">7662 4740 680 0,'0'0'9908'0,"0"0"-8363"16,0 0-1125-16,0 0 4 0,0 0 264 16,0 0 288-16,0 0-308 0,0 0-100 15,0 0 60-15,0 0-628 0,71-38-48 16,-67 0-708-16,0-3-340 0,1 2 116 16,-2 4-28-16,-3 3-272 0,0 7-285 0,-3 3 1 15,-6 6 380-15,1 7 1184 0,-3 9 428 16,-2 3 860-16,1 13 132 0,0 6-167 15,0 6-177-15,1 7-144 0,-2 0-104 16,5 0-144-16,1 0-144 0,3-3-124 16,-5-4-204-16,5-2-200 0,0-5-12 15,4-4-376-15,-3-11-544 0,3-2-616 16,0-4-1169-16,3-4-2887 0,1-14 1236 0</inkml:trace>
  <inkml:trace contextRef="#ctx0" brushRef="#br0" timeOffset="22004.083">7856 4619 1668 0,'0'0'9028'16,"0"0"-7691"-16,0 0-965 0,0 0 176 16,28 73 904-16,-24-56 260 0,-4-2-424 15,0-3-456-15,0-1-376 0,0-9-224 16,0-2-120-16,4 0-112 0,0-9-8 16,1-3-252-16,-1-11 76 0,3-3-348 0,1-2-172 15,5 0-192-15,-6 2-88 0,5 4 164 16,-4 8 364-16,0 6 216 0,0 4 48 15,0 4 192-15,-4 0 180 0,4 10 656 16,-4 6 8-16,0 0-164 0,0 3-92 0,0 0-104 16,0 3-112-16,-1-3-100 0,2 3 136 15,3-3 84-15,0-2-112 0,-4-3-316 16,-1 0-64-16,1-2-404 0,1-2-508 16,3 0-216-16,-4 3-428 0,0-4-1380 15,3-3-3705-15,-3 1 858 0</inkml:trace>
  <inkml:trace contextRef="#ctx0" brushRef="#br0" timeOffset="22514.882">8506 4610 4680 0,'0'0'2292'0,"0"0"2885"0,0 0-4181 16,0 0-192-16,0 0 372 0,0 0-308 15,0 0-88-15,-84 25-220 0,72-6-140 0,5 4 0 16,-1 2 76-16,3 1 116 16,-3-7-220-16,8 0-108 0,0-7-100 0,0-2-96 15,0-4-88-15,0-6-120 0,0 0 8 16,8 0 28-16,1 0 84 0,-2-6 132 0,5-4-132 16,4-2-60-1,-4-5-232-15,1 2-92 0,-2-2 68 0,-3 5 92 0,1 3 40 16,-2 5-88-16,1 1-12 0,0 3 124 15,0 3 160-15,0 7 148 0,0 2 124 16,-1-2 72-16,-3 0-120 0,5-4-176 16,-5 1-48-16,0-7-172 0,3-7 24 15,2-12 88-15,3-6-88 0,-1-11-372 16,2-11-536-16,-2-7-816 0,6-3-572 16,-9-3-413-16,-1 0-299 0,1-1-732 15,-8-3 1472-15</inkml:trace>
  <inkml:trace contextRef="#ctx0" brushRef="#br0" timeOffset="22663.835">8661 3994 2204 0,'0'0'928'0,"0"0"5400"0,0 0-3879 0,0 0-813 16,0 0-444-16,0 0-160 0,0 0-188 16,0 0-144-16,17 85-120 0,-14-36-24 15,5-2-52-15,-4 7 40 0,5 6-44 16,-5 4-84-16,7-1-124 0,-7 7-156 0,4 3-136 16,4-6-64-16,-4 3-56 15,0-7-456-15,4-6-724 0,-4-3-320 0,4-7-1120 16,-9-3-2589-16,6-17-2023 0,-5 8 5956 0</inkml:trace>
  <inkml:trace contextRef="#ctx0" brushRef="#br0" timeOffset="23149.46">6227 6454 1460 0,'0'0'1408'16,"0"0"6372"-16,0 0-5611 0,104 16-553 0,-61-16-404 15,10-6 32-15,-2-6-264 0,1-5-460 16,-4-5-152-16,-1-6-184 0,-7-4-120 16,-3 1-64-16,-6-5 0 0,-8-2-332 15,2 0-312-15,-9-3-248 0,-1 3-324 16,-7-1-892-16,1 11-2329 0,-9-10-2407 0</inkml:trace>
  <inkml:trace contextRef="#ctx0" brushRef="#br0" timeOffset="23398.036">6593 5898 784 0,'0'0'1160'0,"0"0"4312"0,0 0-3840 16,0 0-340-16,-15 93 193 0,23-58 23 15,3 6-212-15,10 7-324 0,-1 9-168 0,-1 3-144 16,5 6-112-16,-3 8 8 15,-2-1-100-15,-3 4-96 0,0-5-104 0,-8-5-8 16,4-4-40-16,-8-12 0 0,0-7-100 16,-4-9 4-16,0-12-52 0,0-4-48 15,0-6 36-15,0-7-44 0,-8-4-4 16,4 3-244-16,-9-5-244 0,6-5-52 0,-5-6 96 16,-4-3-76-16,4-8-236 0,-4-3-332 15,0-13-284-15,0-6-660 0,4 9-2181 16,1-29-2031-16</inkml:trace>
  <inkml:trace contextRef="#ctx0" brushRef="#br0" timeOffset="23713.344">7056 6067 6156 0,'0'0'3996'0,"0"0"-1923"0,28 80-1201 0,-21-42 144 15,6 12 864-15,-2 1 56 0,1-3-436 16,1-7-448-16,-6-3-528 0,5-12-292 15,-3-6-232-15,-2-12-160 0,5-5-92 16,0-3 104-16,0-11 100 0,4-9-196 16,-4-9-24-16,-1-6-100 0,2-4-76 0,-5-1 28 15,-1-2 20-15,2 1 4 0,-9 6 108 16,4 0 48-16,0 3 84 0,-4 10 104 16,0 3 36-16,4 10 12 0,-4 5 168 15,4 4 92-15,-1 4 40 0,1 5 56 16,5 7 64-16,-5 3-76 0,4 7 0 15,-1-1-28-15,-3 4 16 0,1-1-4 16,-1 1-48-16,0-4-120 0,-4 0-156 16,0-6-4-16,0 1-196 0,0-8-596 15,0-5-224-15,0-4-244 0,0-3-1268 16,-4-3-3417-16</inkml:trace>
  <inkml:trace contextRef="#ctx0" brushRef="#br0" timeOffset="23997.132">7474 6131 6432 0,'0'0'5421'0,"0"0"-3645"0,0 0-1292 0,23 63 60 16,-23-38 716-16,5 1 452 0,-5-4-208 15,0-3-536-15,0-2-428 0,0-9-312 16,4-4-228-16,-4-2-148 0,0-2-48 16,0-6-60-16,4-2-256 0,4-9 256 15,-4-8-128-15,3-1-68 0,2 1-104 16,-1 3-4-16,-1 6 152 0,10 3 172 15,-6 4 0-15,2 6 108 0,2 3 128 16,2 0 268-16,-2 9 192 0,-2 4 0 16,-2-1-188-16,5 7 60 0,-4-3-60 15,0 0-136-15,-4 0-124 0,4-3-12 0,0-4-116 16,0-2-56-16,0-4-220 0,4-3-628 16,0-3-1100-16,-5-4-3469 0</inkml:trace>
  <inkml:trace contextRef="#ctx0" brushRef="#br0" timeOffset="24195.311">8072 5940 640 0,'0'0'13109'0,"0"0"-11149"16,0 0-1216-16,-56 92 536 0,40-51 112 16,4 8-68-16,4-5-412 0,4-3-143 15,0-9-93-15,4-7-252 0,0-9-424 16,8-4-36-16,0-12-156 0,4 0-40 15,4-8-192-15,4-15 36 0,-5-12-209 16,6-10-167-16,-5-8-608 0,-1-2-1264 0,-2 11-2968 16,-5-17-2397-16</inkml:trace>
  <inkml:trace contextRef="#ctx0" brushRef="#br0" timeOffset="24396.132">8143 5556 4376 0,'0'0'8789'0,"0"0"-7721"0,16 76-892 0,-8-38 380 15,0 9 732-15,4 4 428 0,-4 3-288 16,5 4-436-16,2-2-312 0,-3 8-204 16,4-3-171-16,0-5-281 0,0-1-24 15,-5-14-73-15,2-9-195 0,-5-13-196 16,-4-10 52-16,-4-9-176 0,0 0-208 16,0 0-152-16,-4-6-264 0,-4-7-532 15,-8-2-1112-15,0-2-1573 0,0 5-519 16,-8-13 2024-16</inkml:trace>
  <inkml:trace contextRef="#ctx0" brushRef="#br0" timeOffset="24518.325">8072 6035 1828 0,'0'0'1588'0,"0"0"2940"0,0 0-1836 16,0 0-1315-16,0 0-521 0,0 0 344 15,0 0 188-15,0 0-356 0,0 0-308 16,59-72-328-16,-38 59-72 0,2-1-56 16,-3 0-196-16,0-5-72 0,5 0-112 0,-2-1-480 15,-3-2-528-15,8 0-328 0,-13 2-1596 16,13 1-6405-16</inkml:trace>
  <inkml:trace contextRef="#ctx0" brushRef="#br0" timeOffset="24680.438">8653 5845 5260 0,'0'0'5356'0,"0"0"-2747"16,12 77-1785-16,-7-46 0 0,-5 4 664 16,0-1 312-16,4-2-188 0,-4-2-440 15,4-9-504-15,-4-4-435 0,0-8-233 16,0-6-97-16,0-1-135 0,0-2-316 15,0-5-244-15,-4-4-152 0,0-10-808 16,-5 2-2708-16,-6-12-3417 0</inkml:trace>
  <inkml:trace contextRef="#ctx0" brushRef="#br0" timeOffset="24831.894">8506 5703 7716 0,'0'0'5537'0,"0"0"-4229"16,0 0-1016-16,0 0 36 0,0 0 48 0,0 0 140 15,0 0-36-15,0 0-380 0,84 31-100 16,-73-29-780-16,6 5-584 0,-2 0-1132 16,-2-1-3729-16</inkml:trace>
  <inkml:trace contextRef="#ctx0" brushRef="#br0" timeOffset="25047.269">8833 5956 5136 0,'0'0'5648'0,"0"0"-1415"15,0 0-3681-15,0 0-388 0,0 0 88 16,0 0 164-16,0 0-4 0,84 48-24 15,-76-67-264-15,-5-10-124 0,5-5-512 16,-8-4-168-16,4-1 28 0,-4 4-52 0,0 3 284 16,-4 7 256-16,-7 6 164 0,3 2 120 15,-5 9 248-15,2 2 108 0,-2 6 204 16,-2 0 0-16,2 6-292 0,2 9-40 16,-1 4-64-16,3 6-72 0,2 1-12 0,-1 0 44 15,4-4-56-15,-5 0-116 16,6-2-72-16,-1-8-208 0,4-5-512 0,-4-1-276 15,4-6-488-15,0-4-1492 0,0-3-3965 16</inkml:trace>
  <inkml:trace contextRef="#ctx0" brushRef="#br0" timeOffset="25309.249">8981 5715 520 0,'0'0'10513'0,"0"0"-8445"0,0 0-1204 15,23 73 48-15,-23-45 408 0,5-2 192 0,-5-1-180 16,0-6-252-16,3-7-360 15,-3-1-284-15,0-9-204 0,0-2-136 0,4-2-96 16,0-11-132-16,0-6-124 0,4-7-120 16,0-3-124-16,4-2-164 0,-1 3-60 15,2 5 160-15,-1 5 108 0,4 5 132 16,-4 2 0-16,-1 11 88 0,2 0 236 16,2 5 76-16,2 7 432 0,-2 1 184 0,1-1 120 15,-4 1-552-15,1 2-88 0,2-2-108 16,-7 3-64-16,4 0-12 0,0 0 0 15,0 0-296-15,0 3-340 0,-4-3-256 16,-5 0-896-16,-3 3-3641 0,4-6-4235 16,-4 2 8845-16</inkml:trace>
  <inkml:trace contextRef="#ctx0" brushRef="#br0" timeOffset="26170.911">9769 5517 4220 0,'0'0'872'0,"0"0"3624"0,0 0-2855 16,0 0-321-16,32 86 236 0,-20-54-116 16,-4 0-260-16,0-1-320 0,-5-1-268 15,1-5-208-15,1-6-220 0,-5-3-164 0,0-4-60 16,0-5-164-16,0-4-432 0,0-3-136 15,0 0-252-15,0 0-452 0,0-10-1044 16,-5 1-2913-16</inkml:trace>
  <inkml:trace contextRef="#ctx0" brushRef="#br0" timeOffset="26314.01">9785 5359 2888 0,'0'0'1004'0,"0"0"4968"0,0 0-4875 16,0 0-489-16,0 0 736 0,0 0-72 15,0 0-500-15,0 0-468 0,0 0-304 16,0 0-612-16,72-23-528 0,-65 21-1204 16,10 2-3941-16</inkml:trace>
  <inkml:trace contextRef="#ctx0" brushRef="#br0" timeOffset="26588.218">10080 5709 3240 0,'0'0'6188'0,"0"0"-4884"16,0 0-607-16,3 76 931 0,-3-64 388 15,0-2-204-15,0-7-660 0,5-3-532 16,-5-3-316-16,8-10-56 0,-4-6 20 16,7-9-80-16,-2-8-188 0,3-5-328 0,-1-3-44 15,2 9 68-15,-6 3 80 0,5 9 52 16,-3 8 12-16,-2 9 0 0,1 6-116 16,0 0 276-16,1 6 200 0,6 7 132 15,-2 6-32-15,2 3 44 0,-2 3-52 16,6 1 40-16,-3-1-60 0,0-3-40 15,0 3 36-15,-1-1-12 0,-2-6 24 16,-1 1-160-16,-1-3-120 0,-2-10-160 16,-1 1-72-16,-1-7-268 0,-3 0-284 15,0-7-76-15,5-11-280 0,-5 5-1448 16,-1-22-4205-16</inkml:trace>
  <inkml:trace contextRef="#ctx0" brushRef="#br0" timeOffset="26763.884">10685 5311 5944 0,'0'0'5441'0,"0"0"-4809"0,0 0 352 16,92 74 1212-16,-64-46 60 0,4 4-344 15,-8 0-604-15,4 0-384 0,-5-5-423 16,5-2-393-16,-4-1-108 0,-3-9-256 16,-2-5-521-16,1-10-175 0,-4-3-28 15,4-10-288-15,-9-3-1320 0,2-15-3261 0</inkml:trace>
  <inkml:trace contextRef="#ctx0" brushRef="#br0" timeOffset="26897.014">11080 5321 10648 0,'0'0'5481'0,"0"0"-5025"16,-32 70-380-16,20-38-4 0,-8 6 528 16,0 4 340-16,0-2-276 0,1 2-528 15,2-1-136-15,-2-3-72 0,-5 3-496 16,0 1-892-16,3-11-1540 0,-18 11-6209 0</inkml:trace>
  <inkml:trace contextRef="#ctx0" brushRef="#br0" timeOffset="28197.188">5370 2194 836 0,'0'0'6080'0,"0"0"-1487"0,0 0-3325 15,0 0-592-15,0 0 176 16,0 0 232-16,0 0-252 0,-92 41-220 0,77-22-52 16,-5 3 0-16,0 0-116 0,0 7-124 15,4 0-112-15,-4 6-84 0,0 0-40 0,5 6-84 16,2 6-96-16,-2 4 20 0,6 5 76 15,5 9-4-15,0 5-44 0,4 0 12 16,0 6 36-16,13-1 4 0,2 5 36 16,9-4-40-16,1-2-96 0,6-5-40 15,9-5 124-15,3-10-136 0,6-7 60 16,3-6 84-16,7-6-68 0,5-3 72 16,8 1 0-16,3-5 4 0,9 0 4 15,0-2 40-15,7-8-36 0,5 2-4 16,-1-5-8-16,5-5 4 0,4-3-52 15,3-7 12-15,1 0-28 0,-1-17 64 16,9-8 52-16,4-13-52 0,3-13-172 0,5-10 36 16,3-8-220-16,-4-8 32 0,-7 2-176 15,-4 2 264-15,-13 0-48 0,-12 3 284 16,-7 3 76-16,-8 0-68 0,-8 0-4 16,-8 1 108-16,-9 3-60 0,-6-1 84 0,-14 7 4 15,-3 6 32-15,-8 0-8 16,-4 3 72-16,-8-2-88 0,-8 3 0 0,0-2 24 15,-8 2 4-15,-8-4-92 0,-12 4 76 16,1-3-84-16,-14-2-8 0,-6 4-68 16,-9-2-60-16,-4 0 60 0,-11 1 4 15,-6 5 56-15,-2 0-60 0,-5 6-8 16,-7 6-76-16,-5 3-40 0,-8 7-472 16,-7 6 128-16,-9 6 68 0,-7 10-100 15,-9 6-156-15,-3 17 356 0,-5 2-28 16,0 16 176-16,2 6-204 0,6 8-864 15,1 13-316-15,3 1-61 0,5 10 149 16,11 0 708-16,4 4 404 0,9 2 256 0,11-5-284 16,8-4-2436-16,28-22 24 0</inkml:trace>
  <inkml:trace contextRef="#ctx0" brushRef="#br0" timeOffset="28996.691">8597 2821 1656 0,'0'0'6200'0,"0"0"-3067"15,0 0-1285-15,0 0-792 0,0 0-372 16,0 0 236-16,0 0 240 0,100 61-116 0,-48-32-340 15,8 6-152-15,7 1-120 16,1 1-40-16,4 8-124 0,-4-4-36 0,-8 0 52 16,-4 1-248-16,-5-11-36 0,-7-5-76 15,-4-11 64-15,-5-2 12 0,-3-10-132 16,-8-3-136-16,0 0-272 0,-8-9-196 0,-4-4-276 16,0-3-800-16,-8 4-2036 0,-4-18-2633 0</inkml:trace>
  <inkml:trace contextRef="#ctx0" brushRef="#br0" timeOffset="29194.094">8653 2952 3504 0,'0'0'220'16,"0"0"5928"-16,-56 86-4523 0,37-51-749 15,-1 6-352-15,3-3-68 16,2-6-340-16,3-6-116 0,8-10-740 0,0-10-220 15,4-3 59-15,0-3-171 0,4-16-600 16,4-3-1256-16,4-10-1452 0,-4-2 3924 16,4-4 97-16</inkml:trace>
  <inkml:trace contextRef="#ctx0" brushRef="#br0" timeOffset="29297.543">8653 2952 596 0,'-31'23'1840'0,"59"-40"-1360"16,0 5 644-16,0 3 3368 0,7 2-2616 16,1 4-511-16,0-1-109 0,3 2-188 15,6-5-68-15,-2 4-320 0,1-4-292 16,4-5-96-16,4-1-228 0,0-3-64 15,3-6-316-15,1 0-752 0,0-1-768 16,-13 8-2385-16,17-3-4303 0</inkml:trace>
  <inkml:trace contextRef="#ctx0" brushRef="#br0" timeOffset="30254.047">10734 3460 6340 0,'0'0'1416'0,"0"0"1356"0,0 0-1447 16,0 0-477-16,0 0 156 0,0 0 592 16,27 80-448-16,-19-52-328 0,0 0-200 15,-4 2-124-15,0-5-128 0,4 1-132 16,-8-11-176-16,4 2-60 0,0-9-88 0,-4-4-168 16,0-4-472-16,0 0-240 0,0 0-476 15,-4-7-1216-15,-8-9-4873 0</inkml:trace>
  <inkml:trace contextRef="#ctx0" brushRef="#br0" timeOffset="30396.452">10697 3213 2920 0,'0'0'1748'0,"0"0"-692"0,0 0-368 0,0 0-492 15,0 0-156-15,0 0-40 0,0 0-832 16,84-31-1748-16,-72 24-368 0</inkml:trace>
  <inkml:trace contextRef="#ctx0" brushRef="#br0" timeOffset="30646.044">11028 3388 2796 0,'0'0'4120'0,"0"0"-2084"16,4 94-908-16,0-62 509 0,-4 0 547 16,0-3-300-16,0-10-544 0,0-10-672 15,0-2-456-15,4-7-204 0,-4 0 0 16,4 0-4-16,4-10-4 0,0-2 284 15,8-11-284-15,-4-2-48 0,4-1-300 16,0-2-108-16,0 2 20 0,-1 4 148 16,-3 10 88-16,1 2-24 0,-6 7 8 0,6 3 92 15,-5 0 124-15,-1 3 340 16,5 7 24-16,-3-1-152 0,2 4 48 0,1-1-136 16,4 1-36-16,-4-4-88 15,0 1-72-15,4 0-12 0,0-3-92 0,0-4-728 0,0 2-580 16,-1-5-1140-16,2 0-3253 0</inkml:trace>
  <inkml:trace contextRef="#ctx0" brushRef="#br0" timeOffset="30880.674">11793 3196 4972 0,'0'0'9277'0,"0"0"-7637"0,0 0-912 16,52 83 180-16,-29-48 512 0,5 0-192 16,0 4-388-16,0-4-400 0,4-4-236 15,8 1-68-15,-4-4-71 0,4-5-65 16,-4-1-121-16,3-6-15 0,-7-7-336 16,-4-2-396-16,-4-7-112 0,0 0-52 0,-8-14-708 15,0 5-2476-15,-8-17-3673 0</inkml:trace>
  <inkml:trace contextRef="#ctx0" brushRef="#br0" timeOffset="31080.608">12179 3203 6672 0,'0'0'7769'0,"0"0"-6745"16,0 0-584-16,-51 76 216 0,31-34 524 0,4 0 16 15,-4 5-288-15,4 3-248 0,-4 4-172 16,4 0-196-16,0-3-120 0,4 3-64 15,-4-4-108-15,0-2 0 0,8-6-108 16,-3-4-308-16,7-12-388 0,-1-11-224 16,1-5-204-16,4-10-804 0,0 0-2396 0,0-16-2549 15</inkml:trace>
  <inkml:trace contextRef="#ctx0" brushRef="#br0" timeOffset="31368.055">12422 2704 6340 0,'0'0'7405'0,"0"0"-6077"0,0 0-636 15,0 0 452-15,0 0 244 0,0 0-60 16,48 84-448-16,-36-53-368 0,1 4-108 15,-2 3-64-15,-3 3-23 0,4 3-77 16,-4 2-128-16,0-5-112 0,-4 0-96 0,4-6-60 16,0-10-293-16,-4-6-195 0,0-7 8 15,-4-5-48-15,4-7-88 16,0-3-264-16,-4-9-308 0,4-7-632 0,-4-4-1148 16,0 4-1529-16,0-16-1903 0</inkml:trace>
  <inkml:trace contextRef="#ctx0" brushRef="#br0" timeOffset="31580.768">12514 2682 4560 0,'0'0'6749'0,"0"0"-5005"16,0 0-1196-16,0 0-116 15,0 0 200-15,37-72 52 0,-26 56-44 0,1 6-100 16,4 1-88-16,3-1-180 0,-6 8-160 16,2-3-112-16,-2 5-64 0,-5 0 56 15,-1 5-32-15,-3 3 40 0,-4 9 8 16,0 5 80-16,-7 3-88 0,-5 3-148 0,-8 4-52 15,-1 0 24-15,-2 4 16 16,-5-3-104-16,-4 3-264 0,1-5-216 0,-5 4-316 16,-5-3-804-16,10-10-2313 0,-17 10-3531 0</inkml:trace>
  <inkml:trace contextRef="#ctx0" brushRef="#br0" timeOffset="37028.921">18228 3196 11025 0,'0'0'6100'15,"0"0"-5132"-15,0 0-872 0,0 0-20 0,0 0 516 16,0 0 560-16,79-14 68 16,-35 23-355-16,8 3-201 0,7 1-264 0,10 3-144 15,-5-7 56-15,-1 1-44 0,1-10-112 16,0 0-72-16,-8-3-84 0,-5-13-8 16,1 0-112-16,-4-6-220 0,-5-7-156 15,-3 4-120-15,-8-1-160 0,-8 4-161 16,-12 3-603-16,-4 6-1108 0,-8 4-2396 0,-8 3-3301 0</inkml:trace>
  <inkml:trace contextRef="#ctx0" brushRef="#br0" timeOffset="37249.034">18535 3140 404 0,'0'0'12385'15,"0"0"-10365"-15,0 0-1276 0,-13 76 64 16,13-38 348-16,0 10 204 0,5 9-48 0,3 3-372 15,-4 7-384-15,-1 3-103 0,1 0-65 16,0 6-76-16,0 4-56 0,-4-2-76 16,0-4-96-16,0-1-44 0,0-10-40 0,0-5-48 15,0-15-228-15,0-7-184 0,0-14-172 16,0-6 51-16,0-10-103 0,0-6-220 16,0 0-348-16,-4-13-884 0,0 4-2020 15,-3-19-957-15</inkml:trace>
  <inkml:trace contextRef="#ctx0" brushRef="#br0" timeOffset="37424.799">18430 3842 14309 0,'0'0'2068'0,"0"0"-1620"15,0 0-284-15,0 0 456 0,0 0 492 16,0 0 176-16,0 0-92 0,109-7-395 16,-78 1-349-16,9 0-224 0,0-1-108 15,4-2-112-15,-1-4 44 0,2 1-52 16,-6-5-204-16,1 4-328 0,-4-2-209 15,-4-1-211-15,0 7-284 0,-4-5-828 16,-9 8-2504-16,-2-7-3745 0</inkml:trace>
  <inkml:trace contextRef="#ctx0" brushRef="#br0" timeOffset="37907.472">18730 3196 9200 0,'0'0'2465'15,"0"0"-1185"-15,0 0-792 0,0 0 272 0,0 0 416 16,0 0 92-16,0 0-60 0,0 0-368 15,0 90-216-15,0-55-120 0,0 7-160 16,0 5-28-16,3 3 40 0,-3 7 44 16,4 3-72-16,-4 8-108 0,5 4 21 15,-5 5-117-15,4-4-76 0,-4 0-36 16,0-6 0-16,4-7-12 0,0-6-8 16,0-7 0-16,-1-5-64 0,1-7-208 15,5-10-169-15,-1-6-199 0,-1-6-316 16,1-10-176-16,5 1-472 0,-2-4-864 15,-3-4-1733-15,1-6-2247 0</inkml:trace>
  <inkml:trace contextRef="#ctx0" brushRef="#br0" timeOffset="38193.761">19108 4207 13477 0,'0'0'1952'0,"0"0"-1160"0,0 66-280 15,0-28 148-15,0 10 552 0,-4 3-92 16,0 6-352-16,4 0-376 0,-4 1-224 16,4 2-44-16,0-4-116 0,0 5 76 15,0-4-12-15,0 0-72 0,-4-2-12 16,1-5 12-16,3-2-48 0,-4-10-208 15,0-6-156-15,-1-7-64 0,1-12-112 0,0-7-40 16,0-6-124-16,1-9-564 0,-1-17-948 16,0-6-848-16,0 7-1117 0,-5-35 949 0</inkml:trace>
  <inkml:trace contextRef="#ctx0" brushRef="#br0" timeOffset="38421.75">19108 4260 11369 0,'0'0'1716'0,"0"0"-1076"16,0 0-220-16,0 0 376 0,100-72 564 15,-72 66-64-15,-5-1-392 0,5 7-280 16,0 0-204-16,-4 0-188 0,1 3-12 16,-1 7 12-16,-5 3-160 0,-3-1-20 15,-4 4-4-15,-1 3-48 0,-6 3 0 16,-5 3 0-16,0 8 72 0,-8 0-4 0,-12 2-68 16,0-2-72-16,-4-2 68 0,-4-2 4 15,-4-7-8-15,0-5-236 0,4-5-112 16,-4-3-120-16,4-5-176 0,1-4-176 15,-1-11-376-15,1-7-900 0,6 3-2453 16,-11-24-3531-16</inkml:trace>
  <inkml:trace contextRef="#ctx0" brushRef="#br0" timeOffset="38963.771">20037 3292 6612 0,'0'0'2064'0,"0"0"-796"0,0 0-79 16,0 0 363-16,0 0 68 0,0 0-272 15,-84 29-192-15,71-16-212 0,2 5-164 16,-1 1-104-16,4 6-100 0,4 11-124 16,0-1 0-16,4 7 60 0,0 1-16 0,8 5-167 15,0 3-193-15,4 0 8 16,-4 3-96-16,4 0 52 0,0-4-92 0,0-1-8 15,0-5 0-15,-4-6-8 0,8-10-80 16,-4-5-264-16,-1-11-253 0,6-6-103 16,-1-6-24-16,3-6-88 0,-2-13-292 15,2-6-972-15,-6 3-2544 0,-2-20-3457 0</inkml:trace>
  <inkml:trace contextRef="#ctx0" brushRef="#br0" timeOffset="39237.516">20256 3530 11297 0,'0'0'1744'0,"0"0"-1208"16,0 0-436-16,0 0 332 16,0 0 392-16,96 22 256 0,-72-15-524 0,8 2-272 15,-1 0 204-15,5 8 68 0,0-1-208 16,-8 6-88-16,4 3 60 0,-4 7 24 15,-4 0 24-15,-5 3-52 0,-3 3-84 16,0 3-24-16,-8-3-60 0,0 3-24 0,0-6-88 16,-4-2-36-16,-4-5-88 0,0-9-300 15,0-10-312-15,0-2-272 0,0-7-116 16,0-7-164-16,0-12-956 0,0 3-1729 16,0-19-2295-16</inkml:trace>
  <inkml:trace contextRef="#ctx0" brushRef="#br0" timeOffset="39448.848">20726 3438 12029 0,'0'0'2004'0,"0"0"-1372"0,0 0 88 16,-64 71 776-16,36-40 76 0,0 6-316 16,-4 5-536-16,1 3-232 0,-1 0-64 15,0 2-44-15,0-2-115 0,0 2-177 0,0-3-48 16,1-2-40-16,3-8-148 15,3 1-253-15,5-9-159 0,1-4-84 0,6-6-188 16,2-4-300-16,7-5-492 0,0-7-936 16,0 0-1805-16,4-7-2311 0</inkml:trace>
  <inkml:trace contextRef="#ctx0" brushRef="#br0" timeOffset="39806.277">20953 2921 8896 0,'0'0'2033'0,"0"0"-993"16,0 0 48-16,0 0 388 0,0 0-68 16,0 0-168-16,0 0-236 0,0 0-252 15,28 70-64-15,-20-42 36 0,0 7-56 16,0 6-108-16,-1 4-207 0,6-1-133 16,-9 4-28-16,4-1-108 0,-5 1 16 15,-3-4-96-15,4-2-4 0,-4-4-136 16,0-7-92-16,0-1-249 0,0-8-67 15,0-4-68-15,0-2-72 0,0-7-88 16,-4-2-312-16,1-7-696 0,-1 0-1296 0,-4-7-3157 0</inkml:trace>
  <inkml:trace contextRef="#ctx0" brushRef="#br0" timeOffset="40044.752">20981 2956 10768 0,'0'0'1837'0,"0"0"-1337"16,0 0 188-16,0 0 348 0,0 0-76 16,87-35-208-16,-70 28-328 0,-2 4-196 15,2 0-80-15,-2 3 76 0,-7 0-176 16,1 0-48-16,-6 3-8 0,-3 9-16 16,0 2 24-16,-7 7 160 0,-10 9-60 0,-3 5-100 15,-8 2-136-15,1 5-188 0,-5-4-160 16,4-3-180-16,0 0-68 0,4-10-160 15,4-3-404-15,4-6-508 0,9-7-1469 16,-6-5-3551-16</inkml:trace>
  <inkml:trace contextRef="#ctx0" brushRef="#br0" timeOffset="40329.956">21575 3203 11849 0,'0'0'1636'0,"0"0"-1252"16,0 0-56-16,55 79 496 0,-39-44 536 15,0 4-52-15,4 5-224 0,0 1-504 16,-4 2-200-16,0 1-52 0,-4 3-84 16,-5-1-60-16,-7 1-96 0,0 3-80 15,-7 1 64-15,-5-5-68 0,-4 1 44 16,-3-4-44-16,-6-2-4 0,1-4-60 15,-4-9-76-15,-4-1 16 0,1-8-88 0,-1-4-208 16,-8-3-248-16,0-10-332 0,4 0-244 16,8-6-948-16,-12-2-2685 0</inkml:trace>
  <inkml:trace contextRef="#ctx0" brushRef="#br0" timeOffset="40676.096">22109 3641 12657 0,'0'0'2072'0,"0"0"-988"0,0 0 132 0,79 7 344 16,-43-4-284-16,4-3-260 15,-1 0-420-15,6 0-328 0,-6 0-159 0,-3-10-105 16,0 1-4-16,-4-4-425 0,-4 1-223 15,-4-1-292-15,0 1-248 0,-9-2-760 16,-6 9-2484-16,-9 5-4025 0</inkml:trace>
  <inkml:trace contextRef="#ctx0" brushRef="#br0" timeOffset="40831.196">22180 3873 13301 0,'0'0'2492'0,"0"0"-1912"0,0 0-56 0,0 0 740 15,0 0 200-15,0 0-252 0,108 13-508 16,-68-13-387-16,3-2-209 0,5-3-108 16,-4-1-349-16,0 6-331 0,-1-3-604 0,-11 3-932 15,13-3-3752-15</inkml:trace>
  <inkml:trace contextRef="#ctx0" brushRef="#br0" timeOffset="41277.306">23479 2391 1084 0,'0'0'7232'0,"0"0"-5060"0</inkml:trace>
  <inkml:trace contextRef="#ctx0" brushRef="#br0" timeOffset="43464.119">23415 2441 5944 0,'0'0'4616'0,"0"0"-3931"0,0 0-441 16,0 0 156-16,-28-70 444 0,24 55 316 15,-4 5-60-15,5 3-244 0,-1 1-276 16,0 0-92-16,4 6-64 0,-5 0-164 0,1 0 0 15,0 0-12-15,0 0 148 0,-3 6-76 16,-6 7-188-16,5 4 40 0,-3 4-24 16,-2 8 12-16,2 3 0 0,-5 5-12 15,0 8-16-15,0 5-32 0,-4 8 8 16,-4 5-100-16,0 4 44 0,1 6-52 16,-1 0 4-16,0 0 8 0,3-6 48 15,2-1-52-15,-1-1 64 0,-1-12 4 16,6-6-4-16,-5-8 12 0,8-1-8 15,-4-9 8-15,4-4-76 0,1-6-8 0,2-3-4 16,1-4-116-16,4-5-152 0,1-4 4 16,3 0-48-16,0-3-4 0,0-3 36 15,0-10 4-15,7 1-52 0,-3-7 132 16,4-4 116-16,1 2-104 0,2-2-32 16,-3 4 132-16,8 0 24 0,-4 3 16 15,0 6 48-15,0 1 40 0,3 5 72 0,-2 1-60 16,-5 3-40-16,4 0 172 0,-4 10 64 15,0-4 24-15,-1 8-88 0,-3 0 112 16,1 7 24-16,-1 0-40 0,-4 8-36 16,0 9-72-16,0 3-36 0,-4 13-52 15,-9 7 100-15,-2 5-64 0,-1 7-108 16,4 7 36-16,-4 5-48 0,8 5 0 16,0-2-4-16,0 4-4 0,4-3-68 15,4-4-44-15,0-5-4 0,8-10-20 16,0-7 44-16,4-9-48 0,0-6-32 0,4-7-80 15,4-9 16-15,-1-3-124 0,1-7-100 16,1-3-4-16,-2-6-72 0,5-4-180 16,-4-5-356-16,-4-1-436 0,0-3-948 0,-4-10-2889 15</inkml:trace>
  <inkml:trace contextRef="#ctx0" brushRef="#br0" timeOffset="45105.737">23894 2514 5944 0,'0'0'8'16,"0"0"4340"-16,0 0-3315 0,0 0-97 16,0 0 176-16,0 0 132 0,0 0-172 15,0 0-344-15,0 0-292 0,0 0 0 16,3 30 60-16,13-25 136 0,8 4 20 0,8-2-148 15,0-3-112-15,0-2-100 0,4-2-144 16,-4 0-16-16,0 0-120 0,-4-2 0 16,-1-4 0-16,-3-1-12 0,0-3-76 15,0-3-144-15,-4 1-392 0,0-5-196 0,0 2-292 16,-8-4-712-16,-1 6-1008 0,-6-9-2673 16</inkml:trace>
  <inkml:trace contextRef="#ctx0" brushRef="#br0" timeOffset="45479.878">24208 2117 5672 0,'0'0'1184'0,"0"0"1848"16,0 0-1519-16,0 0-281 0,0 0-148 16,0 0-84-16,0 0-132 0,0 0-148 15,0 0-132-15,0 0-228 0,0 0-124 16,-56-28-136-16,48 41 0 0,5 6 96 0,-5 4 4 15,-1 4 72-15,1 5-28 0,1 0 16 16,-1 3-100-16,-1-1 12 0,5 1-24 16,1 3-40-16,3 1-44 0,0-4-52 0,0 3 56 15,11 0-64-15,-2 0 40 16,6 0-32-16,-2 4 40 0,2-1 8 0,2-3 0 16,-2 1 0-16,-2 1-56 0,6-5 12 15,-3 0-4-15,0-4 316 0,0-2-316 16,-4-6 52-16,-4-2-52 0,-5-2 48 15,2-2-52-15,-1-2 40 0,-4-2-48 16,0 0 0-16,-4-3-60 0,-1-4-40 16,-6 3-144-16,-1-2-72 0,-8-4-40 15,0 3-136-15,-3-3-236 0,-5 1-164 16,-4-1-424-16,0-3-500 0,4 3-892 0,-20 3-2581 16</inkml:trace>
  <inkml:trace contextRef="#ctx0" brushRef="#br0" timeOffset="45912.959">23443 3654 6796 0,'0'0'2128'0,"0"0"-488"0,0 0 21 15,0 0 163-15,0 0-408 0,0 0-220 16,95-9-228-16,-70 2-236 0,6 4-68 16,5-3 12-16,9 0-92 0,6-4-44 15,8 0-80-15,5 1-84 0,9-1-71 0,-2 3-37 16,9-2-64-16,-1 4-92 0,9-2-40 15,-4 0-64-15,4-2-4 0,3 3 0 16,-4-5-4-16,-3 5-8 0,-4-2 4 16,-1 1 4-16,-10 3 0 0,-2 1 8 15,-11 0 44-15,-8 0-44 0,-9 0-8 16,-11 3 0-16,0 0-60 0,-11 0 48 16,-6 0 0-16,-3 0-84 0,-3 0-124 15,-1 0-132-15,-4 0-13 0,0 0-35 0,0 0-136 16,-4 0-332-16,-5 0-544 0,1 0-1448 15,-12 0-3709-15</inkml:trace>
  <inkml:trace contextRef="#ctx0" brushRef="#br0" timeOffset="47016.392">24722 2270 704 0,'0'0'8312'0,"0"0"-6119"15,0 0-765-15,0 0-64 0,0 0-40 0,0 0-152 16,0 0-336-16,0 0-120 15,0 0-96-15,-80 76-56 0,73-45-84 0,3 5-28 16,0 2-12-16,4 0 32 0,0 3-92 16,8 4-112-16,-1-4-111 0,6 0-49 15,-2-6-108-15,1 0 0 0,1-6-4 16,-2-4-80-16,6-6-13 0,-6-6 13 16,6-5-64-16,-6 3-204 0,9-8-320 0,-4 0-208 15,0-3-100-15,0-6-504 0,0 0-1144 16,-1-10-3181-16</inkml:trace>
  <inkml:trace contextRef="#ctx0" brushRef="#br0" timeOffset="47258.309">24985 2432 9672 0,'0'0'1909'0,"0"0"-937"0,0 0 560 15,0 0 144-15,0 0-220 0,80 63-504 16,-56-44-164-16,4 0-244 0,-5 4-140 16,-3 2-124-16,1 1-120 0,-6 2-156 15,-2 0-4-15,-2 4-4 0,-3 3-328 0,-4-2-328 16,5-5 56-16,-6-6-296 0,5-7-196 16,-4-5-20-16,8-10-44 0,-8 0-800 15,4-6-1121-15,0-13-2579 0</inkml:trace>
  <inkml:trace contextRef="#ctx0" brushRef="#br0" timeOffset="47465.815">25292 2371 1684 0,'0'0'8584'0,"0"0"-7255"0,0 0-737 16,0 0 416-16,0 0 440 0,-76 70-100 15,60-44-356-15,-3 2-372 0,-2 4-88 16,-3 4 24-16,-4 1-116 0,0 8-120 15,0-1-196-15,-3 4-124 0,-1 3-56 16,0-7-92-16,9-6-344 0,2-6-348 0,10-13 0 16,2-10-20-16,9-6-316 0,0-3-876 15,0-6-2821-15,0-17-2011 0</inkml:trace>
  <inkml:trace contextRef="#ctx0" brushRef="#br0" timeOffset="47724.577">25491 1944 9896 0,'0'0'4589'0,"0"0"-3817"0,0 0-244 15,8 69 724-15,-4-38 272 0,0 5-200 16,0 1-516-16,1 9-368 0,-2 0-28 15,-3 5-59-15,0 0-145 0,0 1-208 0,0-5-48 16,0-9-28-16,0-7-289 0,0-6-83 16,4-5-16-16,0-11-120 0,0-5-128 15,0-4-184-15,4-4-568 0,-4-5-580 16,0-7-848-16,-4 3-2133 0,0-15-1803 0</inkml:trace>
  <inkml:trace contextRef="#ctx0" brushRef="#br0" timeOffset="47936.884">25495 2044 9532 0,'0'0'2169'0,"0"0"-1221"0,0 0-120 16,0 0 316-16,0 0 28 0,0 0-280 15,0 0-332-15,79-53-212 0,-66 53-76 16,2 0 24-16,2 3-48 0,-6 5-28 16,-3 6-20-16,-3-2-104 0,-5 8-32 15,0 2-56-15,-5 3-8 0,-7 4-52 16,-3-1-56-16,-5 1 20 0,0-1 40 0,0-2-248 15,-4-4-172-15,0 0-216 0,4-6-212 16,0-3-216-16,4-7-736 0,8-3-2473 0,-3-6-2967 16</inkml:trace>
  <inkml:trace contextRef="#ctx0" brushRef="#br0" timeOffset="48194.143">25877 1971 10032 0,'0'0'2281'0,"0"0"-1197"16,0 0 148-16,0 0 340 0,0 0 148 15,77 73-696-15,-62-50-420 0,1-1-236 16,0 3-124-16,4 5-36 0,-8 3-124 0,-4 3-72 16,-4 5-12-16,-4 3-4 0,-8 7-228 15,-8 3-136-15,-4 0-12 16,-8 0 0-16,5 4 60 0,-9-6 52 0,0 3-92 15,-5-1-308-15,2 0-264 0,-5-6-316 0,1-4-780 16,11-12-2537-16,-25 6-2755 0</inkml:trace>
  <inkml:trace contextRef="#ctx0" brushRef="#br0" timeOffset="48896.565">25228 3438 5564 0,'0'0'3040'16,"0"0"-1720"-16,0 0-660 0,0 0 9 0,0 0-129 16,0 0-180-16,0 0-168 0,0 0-192 15,-60 67 0-15,52-58-64 16,5-2 12-16,-1-1 52 0,4-3 0 0,-4 1 272 15,4-4 8-15,0 0 52 0,0 0 164 16,0 0 292-16,0 0 20 0,0 0-80 16,0 0-60-16,0 0-8 0,0 3-28 15,0-3-64-15,0 0-76 0,0 0-24 16,0 0 12-16,0 0-28 0,0 0-64 16,0 0-32-16,4 0-116 0,3 0-32 0,1 3 24 15,5-1 205-15,6 2 107 0,1 2-192 16,4 1-100-16,0-3-68 0,7 1-64 15,2-2-12-15,3 1 0 0,3-2-36 16,5-2-64-16,4 5 0 0,4-5-8 16,-1 0 0-16,9 0-4 0,-4 0 4 15,-4-5-48-15,-1 3 0 0,-10-5-48 0,-2 2-72 16,-7-2-52-16,-4 0-152 16,-4 0-124-16,-8 5-148 0,-7-4 11 0,-6 6-135 15,-3 0-284-15,0 0-848 0,-3 0-2628 16,-18 6-4917-16</inkml:trace>
  <inkml:trace contextRef="#ctx0" brushRef="#br0" timeOffset="49812.915">24558 4317 9084 0,'0'0'2325'0,"0"0"-901"0,0 0-100 16,0 0-76-16,0 0-64 0,0 0-104 16,0 0-372-16,0 0-400 0,0 0-124 15,0 0 0-15,0 0-12 0,-79 90-12 16,67-55 0-16,4 0 36 0,0 2-24 16,4-2-4-16,1-2-68 0,-1-8-100 0,4-6-4 15,0-3-56-15,0-7-64 0,4-6-12 16,3 0-60-16,1-3 52 0,0 0-176 15,4-3 24-15,4-6-24 0,0-4-12 16,0-3-64-16,0-6 60 0,-1 0 28 16,-6-1 72-16,-1 2 60 0,-1 4 76 15,-3 2 48-15,0 5-20 0,1 3 20 16,-5 5-8-16,4 2-40 0,-4 0 36 16,0 0 64-16,4 0 152 0,0 9 96 15,3 1 200-15,2 5-64 0,-1 5-84 16,3 5-128-16,-3 3 76 0,5 4-136 15,-2 3 48-15,2 3 48 0,-2 4-12 0,-3-1-12 16,0 3 0-16,0 1-24 0,0-1-36 16,-8-2 0-16,0-1-28 0,0-3 40 15,0 0 8-15,0 1-20 0,-4-6 48 0,-3 3-16 16,-2-5 28-16,1 1 24 0,-3-3-64 16,2-7-8-16,-3-3 20 0,1-7-20 15,-2-1-16-15,2-3 28 16,-1-4 9-16,-1-4 27 0,2 0-16 0,-6 0-48 15,2-6 40-15,-1-4-88 0,-4-3-72 16,0-2-76-16,4-2 28 0,0-1-88 16,4 2 28-16,4-3-60 0,4 0-4 15,0 0-9-15,0-1 129 0,1 5 52 16,3-4 4-16,0 2-4 0,0 3-60 16,7-3 48-16,-3 1-36 0,4 3 0 0,4-2 36 15,0 2-48-15,1 0-40 0,2 4 4 16,1-4-48-16,-4 0-4 0,3 4-84 15,2-2-256-15,-6-1-112 0,6 3-172 16,-6-3-400-16,6-2-604 0,-6 5-1020 16,6-7-3529-16</inkml:trace>
  <inkml:trace contextRef="#ctx0" brushRef="#br0" timeOffset="50070.592">25005 4334 8340 0,'0'0'2524'16,"0"0"-959"-16,0 0 283 0,0 0-84 15,0 0-348-15,0 0-512 0,-52 79-288 16,44-50-128-16,4 6-44 0,1 2-56 0,3 2-56 16,0 5-64-16,0 1-112 0,0-1 16 15,0 4-100-15,3-1 0 0,5-5-20 16,-4-4-4-16,9-7 12 0,-2-6-60 0,1-8-132 15,0-8-64-15,8-3-316 16,0-6-100-16,4-9 64 0,4-3-300 16,0-13-576-16,-5 6-1124 0,5-20-3137 0</inkml:trace>
  <inkml:trace contextRef="#ctx0" brushRef="#br0" timeOffset="50282.523">25304 4460 796 0,'0'0'10313'16,"0"0"-8213"-16,0 0-1156 0,0 0 708 16,0 0 112-16,0 0-248 0,47 71-448 15,-26-46-396-15,-6 1-188 0,5 2 40 16,1-3 181-16,-2 0-341 0,1 1-232 16,-4-1-132-16,-4 0-12 0,0-2-136 15,0-4-348-15,-4-3-269 0,0-9-75 16,4-7-112-16,-4-4-324 0,4-12-748 15,-5 3-2072-15,6-19-2197 0</inkml:trace>
  <inkml:trace contextRef="#ctx0" brushRef="#br0" timeOffset="50446.816">25583 4423 11641 0,'0'0'2324'0,"0"0"-1464"0,0 0-128 0,0 0 524 0,-72 88 160 15,49-52-260-15,-2 1-432 0,1 5-248 16,0-1-40-16,0-3 28 0,1 4-136 15,-1-8-267-15,7 1-61 0,2-6-281 16,2-7-423-16,6-5-300 0,7-12-272 16,0-2-768-16,0-3-2216 0,0-13-2157 0</inkml:trace>
  <inkml:trace contextRef="#ctx0" brushRef="#br0" timeOffset="50667.974">25707 4184 7280 0,'0'0'6777'0,"0"0"-5425"0,0 0-332 16,0 0 536-16,11 89 180 15,-11-57-164-15,0 5-379 0,0 3-481 0,0-3-240 16,0 1-48-16,0-3-124 0,0-3-292 16,0-3-8-16,0-7-324 0,0-3-232 15,0-6-60-15,0-7 140 0,0-6-20 16,0 0-381-16,0-6-611 0,4-4-880 15,0-5-664-15,-4 1-1249 0,9-12-615 0</inkml:trace>
  <inkml:trace contextRef="#ctx0" brushRef="#br0" timeOffset="50844.354">25763 4264 7960 0,'0'0'3921'0,"0"0"-2553"16,0 0-264-16,0 0 308 0,0 0 4 0,0 0-224 15,0 0-368-15,0 0-320 0,0 0-152 16,0 0 16-16,0 0-64 0,31-7-168 0,-31 14-88 15,4-1-48-15,-4 3-160 16,0 1-144-16,-4 6-12 0,-4 0-124 0,-8 3-128 16,0-3-168-16,0 3-304 0,-4-3-500 15,-4 0-888-15,12-7-2257 0,-8 1-2819 0</inkml:trace>
  <inkml:trace contextRef="#ctx0" brushRef="#br0" timeOffset="51192.584">26328 4309 11701 0,'0'0'2756'16,"0"0"-1520"-16,0 0-544 0,0 0 104 0,56 73 368 15,-41-48-4-15,-2 6-404 0,2 1-388 16,-2 3-112-16,-2 2 48 0,1 9-96 16,1-2-124-16,-10 1-24 0,1 2-12 15,-4 1-40-15,-4 0-4 0,-3-1-4 16,-10 0-12-16,2-2-96 0,-5-7-76 15,-1-3-48-15,-7-3-132 0,0-4-160 16,-3-6-160-16,-5-2-252 0,-4-11-316 0,1-2-904 16,7-4-2973-16,-16-3-4159 0</inkml:trace>
  <inkml:trace contextRef="#ctx0" brushRef="#br0" timeOffset="52029.773">27252 2432 9380 0,'0'0'2645'0,"0"0"-1265"15,0 0 80-15,0 0 140 0,0 0-132 0,0 0-248 16,0 0-388-16,0 0-260 0,0 0-84 16,0 0-24-16,0 0 9 0,0 82-97 15,4-44-120-15,0 4-28 0,4 12-44 16,0 2-16-16,4 15-84 0,0 5 24 16,0 10-108-16,-4 3 76 0,3 6-32 15,-2 3-44-15,3 0-96 0,0-2 20 16,-4 0 64-16,4-2-96 0,-5 1 36 15,2 1-36-15,2-4-36 0,-3 0-4 16,1-6-8-16,2-1-64 0,1-5-20 0,4 0-113 16,0-7-11-16,-4-4 48 0,0-6 192 15,1-5-156-15,-10-11 24 0,5-6-60 16,-4-5 32-16,-4-8-56 0,4-5-44 16,-4-4-68-16,0-10-156 0,0 0-172 15,0-5-128-15,0-4-228 0,0 0-280 0,0-7-644 16,-4-2-573-16,0-2-1415 0,0-10-28 15</inkml:trace>
  <inkml:trace contextRef="#ctx0" brushRef="#br0" timeOffset="53183.154">28037 2794 3648 0,'0'0'5148'15,"0"0"-3300"-15,0 0 29 0,0 0-629 16,0 0-68-16,0 0 40 0,0 0-8 16,0 0-308-16,91 34-412 0,-46-27-160 0,-2-4-48 15,2-3-76-15,-6 0-148 0,5-3-52 16,-9-4-8-16,2-2-96 0,-5-3-76 15,0-4-368-15,-4 0-312 0,-5-3-404 16,-3 0-628-16,-8 6-1352 0,0-9-3513 0</inkml:trace>
  <inkml:trace contextRef="#ctx0" brushRef="#br0" timeOffset="53465.388">28379 2403 2600 0,'0'0'6468'0,"0"0"-4095"16,0 0-1177-16,0 0-304 0,0 0 72 16,0 0 120-16,24 76-28 0,-11-41-260 15,2 3-236-15,6 4-176 0,-6 2-100 16,-2 4-28-16,2-1-84 0,-2 8-84 16,-10-2 44-16,5 1-32 0,-8 0 36 0,4 0 12 15,-4-6 32-15,0-1 276 0,0-8-44 16,0-7-252-16,0-5-100 0,-4 0-60 15,-4-9-8-15,1-2-76 0,-2-3-88 16,1-4-72-16,-3-6-60 0,-2 4-176 0,-2-4-60 16,-2-3-284-16,-2 0-204 0,-5 0-412 15,0 0-632-15,4-3-1017 0,-8-7-2895 0</inkml:trace>
  <inkml:trace contextRef="#ctx0" brushRef="#br0" timeOffset="54679.788">28594 2221 4364 0,'0'0'4236'0,"0"0"-2644"16,0 0-263-16,0 0 143 0,0 0-112 15,0 0-184-15,0 0-132 0,0 0-236 0,0 0-100 16,0 0-56-16,0 0-12 16,-23-47-88-16,15 47-88 0,0 0-148 0,0 0-120 15,-3 0-184-15,2 0-12 16,-3 0-148-16,1 7-20 0,-2 3-28 0,2-1 0 16,-6 7-12-16,6 3 48 0,-2 3-12 0,2 3-48 15,3 4-232-15,-5 6-228 0,6-4-224 16,-1 5-264-16,0-1-120 0,-1-4-324 15,6-2-640-15,-1-7-1649 0,4 6-1223 0</inkml:trace>
  <inkml:trace contextRef="#ctx0" brushRef="#br0" timeOffset="54995.411">29030 3194 5308 0,'0'0'2872'15,"0"0"-1888"-15,0 0-104 0,0 0 501 16,0 0 43-16,0 0-496 0,-25 79-420 16,13-63-328-16,0 4-132 0,-3-2-40 15,-5 4-16-15,-1 0-44 0,-3 1-204 16,5-7-48-16,3-3-244 0,0-4-216 16,4-3-312-16,4-6-501 0,4 0-1443 15,4-9-3140-15</inkml:trace>
  <inkml:trace contextRef="#ctx0" brushRef="#br0" timeOffset="55582.11">29579 2708 8372 0,'0'0'3049'0,"0"0"-1653"0,0 0-56 16,0 0 336-16,0 0-136 0,-83-26-476 16,66 26-336-16,2 10-300 0,-2 9-208 15,6 3-36-15,-2 8-12 0,2 3-12 0,-1 6-28 16,3-1 40-16,6-3-76 0,-1-6-96 16,4-8-8-16,0-2-76 0,0-8-64 15,4-5 40-15,-1-4-88 0,6 2-36 16,-1-4-76-16,3 0-48 0,6-9-36 15,-2-5 72-15,5-5-64 0,1-2-48 16,-2-2-28-16,1 1-100 0,-4 0 148 16,0 6 160-16,0 0 88 0,-4 6 64 0,-4 3-4 15,3 7 104-15,-2 0 336 0,-1 0 60 16,0 11-12-16,4 2-8 0,-4-1-16 16,0 10 48-16,4-3 0 0,0 10 8 15,-5 0-32-15,6 3 56 0,-1 3 76 16,-5 2-40-16,6 5-40 0,-6 2-32 15,-3 1 21-15,0 2-181 0,0 1-148 16,-4-4 48-16,0 1-60 0,0-10 40 0,-4 0-16 16,0-7 48-16,0-3-32 15,1 0-4-15,-6-6 0 0,1-2-24 0,-3-1 0 16,3-7 4-16,-5 1-4 16,2-8 12-16,-6 5-12 0,-2-7-92 0,-1 0-4 15,-4 0-12-15,-4 0-96 0,0-7-48 16,-4-1-4-16,0-5-128 0,0-3 20 0,4-1-56 15,0-2-16-15,9 5-1 16,3-3-87-16,8 1 4 0,4 0-76 0,4 4-88 16,0-4-292-16,4-3-380 0,4 0-804 15,0 7-1056-15,12-14-2993 0</inkml:trace>
  <inkml:trace contextRef="#ctx0" brushRef="#br0" timeOffset="55969.673">30420 2663 6036 0,'0'0'5949'0,"0"0"-4145"0,0 0-780 16,0 0-4-16,0 0 172 0,0 0-496 15,0 0-228-15,-92 35-72 0,72-6-16 16,0 7 100-16,4 8 84 0,0 6 120 16,4 1-148-16,9-1-12 0,-1 5 93 0,4-8-105 15,0-2-128-15,7-4-56 0,5-10-16 16,0-5 16-16,4-6-148 0,0-8-60 15,5-2-48-15,2-7 0 0,1-3-72 16,0 0-12-16,4-16-84 0,0-3-120 16,4-10-256-16,-4-3-228 0,-5-6-184 15,-7 3-149-15,0 4-467 0,-11 6-1152 16,-2 5-1888-16,-6-1-2285 0</inkml:trace>
  <inkml:trace contextRef="#ctx0" brushRef="#br0" timeOffset="56128.986">30284 2923 9308 0,'0'0'5973'0,"0"0"-4877"16,0 0-860-16,0 0 412 0,0 0 764 16,0 0 96-16,0 0-352 0,0 0-523 0,0 0-209 15,76 7-36-15,-48-7 48 16,8-9-204-16,-4-4-232 0,3-3-304 0,5-3-276 16,-3-3-345-16,2-1-195 0,1 2-852 15,-12 5-2912-15,4 0-5837 0</inkml:trace>
  <inkml:trace contextRef="#ctx0" brushRef="#br0" timeOffset="56679.461">30806 2333 6688 0,'0'0'1932'15,"0"0"2369"-15,0 0-3205 0,0 0-72 16,0 0 512-16,0 0-304 0,0 0-220 16,0 0 164-16,0 0-212 0,112 38-416 15,-69-32-159-15,6-2-133 0,-2-1-64 16,1-3-132-16,-5-7-8 0,-2-1-44 16,-1-9-8-16,-9 2-332 0,5-5-349 15,-8-2-147-15,-8 3-152 0,0 0-420 0,-8 3-1156 16,-4 3-2941-16,-8 4-3123 0</inkml:trace>
  <inkml:trace contextRef="#ctx0" brushRef="#br0" timeOffset="56879.729">31125 2365 4468 0,'0'0'2472'0,"0"0"-1224"0,0 0 1637 16,-16 80-221-16,12-49-492 0,4 7-548 15,0 4-288-15,8 9 60 0,-1-1-80 16,2 10-379-16,-1 0-237 0,-8 1-276 15,4-1-172-15,-4-6-128 0,0-3-116 16,0-6-8-16,0-7-52 0,0-10-20 16,0-9 0-16,4-6-60 0,-4-3-132 15,3-10-256-15,-3 0-292 0,5 0-65 16,-5-7 1-16,0-2-512 0,4-8-740 16,0-4-832-16,-4 5-1749 0,0-19-1347 0</inkml:trace>
  <inkml:trace contextRef="#ctx0" brushRef="#br0" timeOffset="57087.887">31157 2537 10997 0,'0'0'2180'0,"0"0"-1368"15,0 0-24-15,0 0 632 16,0 0-20-16,0 0-364 0,23 73-332 0,-10-38-240 16,-2-1 0-16,2 8 124 0,-1 0 8 15,-1-2-280-15,-2 2-171 0,-1 2-73 16,-5-3 28-16,1 0-92 0,-4-2-8 15,0-4-76-15,0-4-241 0,0-5-215 16,-4-1-116-16,1-6-60 0,-1-7-88 16,4-5-216-16,-4-3-504 0,4-4-436 15,-4-4-572-15,-1-3-2837 0,1-7 53 0</inkml:trace>
  <inkml:trace contextRef="#ctx0" brushRef="#br0" timeOffset="57245.323">31157 2946 10188 0,'0'0'2149'0,"0"0"-1025"0,0 0-32 15,0 0 344-15,0 0-220 0,0 0-92 16,0 0-164-16,0 0-136 0,88-19-204 0,-61 15-156 16,5 2-208-16,4-2-172 0,0 1-84 15,0 0-36-15,7-6-100 0,-2-1-436 16,2 0-380-16,-3 4-436 0,-8-3-1176 16,8 2-3137-16</inkml:trace>
  <inkml:trace contextRef="#ctx0" brushRef="#br0" timeOffset="57630.028">31747 3111 6824 0,'0'0'8297'0,"0"0"-6477"0,0 0-1088 16,0 0 540-16,-96 33 236 0,76-21-180 16,0 3-287-16,4 5-325 0,5-1-296 15,-2 6-188-15,5-3-176 0,1 0-56 16,7-3-12-16,0-3-36 0,0-3-24 15,3-6-36-15,5-4-136 0,0-3-44 0,4 0-64 16,4-10 60-16,0-3 40 0,4-3-52 16,4-6-72-16,-4-3 35 0,-5 0 13 15,2 2 48-15,-6 4 96 0,2 0-24 16,-5 6 40-16,-1 5 96 0,-3 4 72 0,0 1 8 16,-4 3 112-16,0 0 100 0,0 0 36 15,0 9 60-15,0 1-84 0,0 5 120 16,4 8 37-16,-4 6-121 0,0 5-100 15,0 7 0-15,0 1 40 0,-4 6-124 16,0-1-12-16,0 7-60 0,1-1 36 16,-5 5-40-16,-1-1-8 0,1 0-4 15,1-3-4-15,-5 1-76 0,3-5-144 16,2-9-124-16,-1-2-48 0,4-10-37 16,-5-4-111-16,9-9-136 0,-3-7-356 0,3-6-980 15,0-3-1756-15,0-6-2509 0</inkml:trace>
  <inkml:trace contextRef="#ctx0" brushRef="#br0" timeOffset="58803.339">31990 2371 4344 0,'0'0'64'16,"0"0"1056"-16,0 0 3080 0,0 0-2291 15,0 0-209-15,0 0-112 0,0 0-280 16,0 0-420-16,0 0-144 0,0 0 120 0,64 10-200 16,-37-3-160-16,1-4-164 0,-1 0-120 15,1-1-60-15,-3-2-88 0,-1 0-72 16,0 0-44-16,-5-2-28 0,1-4-332 15,1-1-368-15,-2-3-188 0,-7 4-464 16,-8-3-1244-16,0 5-3073 0,-4 1-2615 0</inkml:trace>
  <inkml:trace contextRef="#ctx0" brushRef="#br0" timeOffset="59131.1">32177 2356 1644 0,'0'0'1576'16,"0"0"5220"-16,0 0-4351 0,0 0-421 0,0 0-448 15,0 0-188-15,0 0-448 0,0 0-288 16,0 0-160-16,-52 79-40 0,52-57-48 16,0 3-40-16,0-3-48 0,4 7-24 15,-4-4-84-15,4 8-24 0,-1-3-27 16,-3 6-145-16,0-1 84 0,0 3-84 16,0 1 0-16,0-1 36 0,0 0-40 15,0-7-8-15,0 4 0 0,0-6 0 16,5-4 0-16,-1 1 60 0,0-7-60 0,0-3 0 15,0-4 0-15,0-5 4 16,4-1 8-16,0 0 0 0,0-3 32 0,-1 1-40 16,2-1-4-16,-1 0 84 0,3 0-12 15,2-3-64-15,2 3 56 0,2-3-56 16,2 0-8-16,1 0-64 0,4 0-260 16,-4-3-493-16,0-3-131 0,0-1-352 0,0-2-1028 15,-8-1-2272-15,4-5-2717 0</inkml:trace>
  <inkml:trace contextRef="#ctx0" brushRef="#br0" timeOffset="59825.966">32495 2448 1188 0,'0'0'3208'0,"0"0"-2036"0,0 0 3640 16,0 0-2523-16,0 0-685 0,0 0-276 16,0 0 100-16,0 0-288 0,0 0-312 15,0 0-180-15,0 0 12 0,21 0 48 0,-10 3-136 16,6 0-95-16,2 0-153 0,-3 0-92 16,8-3 8-16,-4 3-32 0,8-3-40 15,-4 0-60-15,4 0-96 0,4-3-4 16,-4 0 4-16,4-6-12 0,-1 2-96 15,1-2-192-15,0-4-100 0,4 4-208 16,-8-5-97-16,4 6 121 0,-8-6-208 0,-5 5-460 16,-3 2-656-16,-4 1-608 0,-3 3-1593 15,-9 3-1779-15</inkml:trace>
  <inkml:trace contextRef="#ctx0" brushRef="#br0" timeOffset="60130.144">32802 2454 4376 0,'0'0'588'0,"0"0"1960"0,0 0 692 0,0 0-1059 15,0 0-565-15,0 0-168 0,0 0-260 16,0 0-280-16,0 0-192 0,-24 73-140 16,24-56-88-16,4 4-32 0,1 5-68 15,-1 4-8-15,0 3-16 0,-4 5-24 16,3 0-59-16,-3 3-101 0,0-2-48 0,0 2-68 15,-3 0-56-15,-1-6-8 16,4 1-48-16,0-5 36 0,0-6-36 0,0 1-12 16,0-7-24-16,0-4-112 0,4-5-105 15,-1-1-79-15,1-5-32 0,0-4-88 16,0 0-88-16,-4 0 48 0,4-4-96 16,1-2-180-16,2-7-292 0,1 1-552 15,-4-1-1212-15,5-15-3561 0</inkml:trace>
  <inkml:trace contextRef="#ctx0" brushRef="#br0" timeOffset="61080.869">33233 2263 4832 0,'0'0'6737'16,"0"0"-5089"-16,0 0-1024 0,0 0 112 15,0 0 788-15,0 0-136 0,0 0-584 16,0 0-360-16,0 0-124 0,0 0-36 16,0 0-40-16,84-31-108 0,-69 25-76 15,1-1-56-15,0 4 4 0,0-4-8 16,-4 5 0-16,4-2-8 0,0 1-72 15,-4 3 76-15,4-4 0 0,-4 4-12 16,4 0 12-16,-5 0 0 0,-2 0 0 16,-1 0 4-16,-1 0 60 0,-3 4 72 15,5-1 4-15,-5 3-40 0,0 1-20 0,-1 3-4 16,1-1-12-16,0 4-8 16,0-1-4-16,1 4 0 0,-1 0 0 0,0 3 28 15,-4-3-4-15,3 6 36 0,-3-2-32 0,0 2 20 16,0 3 24-16,0 0-32 15,-3 4-28-15,-1-1 12 0,0 1 12 16,-1 0-8-16,-3 3-4 0,4-4-24 0,1 4-36 16,3-4 0-16,0 0 0 0,-4 1-4 15,4-4 0-15,0-2-4 0,0-1 4 16,0 1 4-16,0-4-4 0,4-1-4 16,-4 1 56-16,0 1 64 0,0-1-15 15,0-3 15-15,0-1-28 0,0-2-12 16,0-3 108-16,0 3 52 0,0-1-76 15,0-2-44-15,0-1-52 0,-4 0-60 16,4-2 36-16,0-1-40 0,0-2 0 0,0-1 4 16,0 0 0-16,0-3-4 0,0 0 4 15,0 0 0-15,0 0 0 0,-4 0 36 16,4 0-40-16,0 0 0 0,0 0 4 16,0 0 60-16,0 0-68 0,0 0 8 15,0 0-12-15,-4 3-48 0,-1-3-192 0,-3 0 44 16,-3 3 52-16,-2 0-60 0,-6-3-160 15,-1 4-77-15,-4-1-43 0,-1 0-28 16,-6 0-60-16,-5 3-64 0,0 1-276 16,-7-1-572-16,2 4-1004 0,6-4-1421 15,-17 7-1843-15</inkml:trace>
  <inkml:trace contextRef="#ctx0" brushRef="#br0" timeOffset="65649.043">29647 4524 4984 0,'0'0'4084'0,"0"0"149"0,0 0-3169 16,0 0-164-16,-28-67 408 0,16 48-164 16,-4 4-120-16,0-1-272 0,0 3-128 15,0 1-160-15,0 5-76 0,4 3-36 0,-4 4-120 16,0 13-112-16,1 6-120 0,-6 10 0 15,2 9-24-15,3 9 24 0,-1 4 64 16,2 0-20-16,7 0-44 0,-1 0-4 16,6-6-72-16,-1-8 4 0,4-8-48 15,7-10-76-15,2-6 64 0,7-7-160 16,4-6 0-16,4-9-64 0,4-7-36 16,-1-6-36-16,1-4 84 0,-4-5 0 15,0 1 136-15,-4 3 208 0,-4-3-16 16,0 8 12-16,-4 3-8 0,-4 4 12 15,0 5 4-15,-8 4 8 0,4 6-8 0,-4 0 72 16,0 0 36-16,0 9-100 16,8 1 332-16,-4 9-24 0,3 3-64 0,6 3 220 15,-1 7-12-15,-1 5-280 0,2 5-12 16,-6 3-4-16,-3 5 16 0,4 5-88 16,-8 2-44-16,5-3-48 0,-5 3 68 0,0-6-24 15,-5 0-40-15,-3-7 44 0,1-6-52 16,-1-7 0-16,-1-1 60 0,1-8-12 15,-3-3 16-15,3-6-4 0,-1-4 1 16,-2 0 23-16,-1-5-4 0,0-4-80 16,-4 0-88-16,-4 0-20 0,0 0-77 15,-3-7 5-15,-5-5-136 0,0-1 12 16,0-9 84-16,-4 0-124 0,4-4-56 16,-4-3-80-16,4 2 12 0,4 0-148 15,0 2-112-15,8 3 68 0,0 3-204 0,8-4-812 16,0 5-260-16,5 4-973 15,-1-11-3039-15</inkml:trace>
  <inkml:trace contextRef="#ctx0" brushRef="#br0" timeOffset="65930.138">28950 4826 11869 0,'0'0'1944'0,"0"0"-1144"16,0 0 648-16,0 0 176 0,83-23-516 16,-63 17-344-16,4-3-264 0,-4 2-268 0,-1-2-232 15,-2 3-92-15,-2-1-92 0,2 4-120 16,-6 0-396-16,-2 3-276 0,-5 0-376 15,0 3-688-15,-4 2-792 0,0 2-1285 16,-12 13-823-16</inkml:trace>
  <inkml:trace contextRef="#ctx0" brushRef="#br0" timeOffset="66081.811">28998 4943 2916 0,'0'0'1332'0,"0"0"1556"0,0 0 44 16,0 0-1051-16,0 0-337 0,0 0-72 15,4 67-148-15,7-61-252 0,9 1-368 16,5-1-48-16,-2-6 68 0,9 0-284 15,-1-6-268-15,6-7-120 0,-1-3-52 0,-8-3-208 16,4-3-260-16,-4 0-332 0,-5-4-188 16,-3 5-584-16,-8 1-1528 0,-4-6-4385 0</inkml:trace>
  <inkml:trace contextRef="#ctx0" brushRef="#br0" timeOffset="66293.909">28998 4597 7128 0,'0'0'4529'0,"0"0"-3185"0,0 0-160 0,-5 63 508 0,10-34-68 16,-5 6-424-16,4 7-388 0,-4 5-460 16,-4 7-216-16,-5 7-136 0,-3-1-40 15,-4 3-352-15,5 0-112 0,-10-2-12 16,10-7-300-16,-1-13-216 0,0-2-100 15,4-14-460-15,4-6-2253 0,-9-6-3515 0</inkml:trace>
  <inkml:trace contextRef="#ctx0" brushRef="#br0" timeOffset="66655.242">28276 4981 5500 0,'0'0'80'15,"0"0"4884"-15,0 0-3135 0,20-72-581 0,0 42-68 16,8 5-24-16,0 3-40 0,7 3-368 16,-3 7-268-16,5 5-172 0,-5 7-172 15,-4 0-88-15,-9 9-48 0,1 11-56 16,-8-1 56-16,-5 9 0 0,-7 0 0 15,0 5-176-15,0-3 40 0,-7 3 52 16,-5-4 80-16,0-7 4 0,-4 0-72 16,0-3 24-16,0-2-16 0,0-9 56 15,0-2 8-15,4-2-88 0,0-4-72 16,5 0 24-16,-6-10-12 0,2-5-64 16,3-8-60-16,-5-2-116 0,2-10-188 0,3 3 300 15,8 0 12-15,0 4-164 0,8-1-280 16,8 7-360-16,3 3-824 0,2 3-2049 15,14-6-1803-15</inkml:trace>
  <inkml:trace contextRef="#ctx0" brushRef="#br0" timeOffset="67940.606">28742 4820 3524 0,'0'0'1032'0,"0"0"164"0,0 0 2804 16,0 0-2515-16,0 0-329 0,0 0 348 0,0 0-252 16,0 0-284-16,0 0-228 15,0 0-276-15,0 0-144 0,-4 0-220 0,12-4 24 16,4 4 248-16,4 0 404 0,0-3-116 16,0 3-376-16,4 0-124 0,-5-3-52 15,6 3 28-15,-5-3-124 0,3-1 0 16,-2 2-12-16,-2-2-4 0,2 1-72 15,-2-3-32-15,-2 2-224 0,-2-2-168 0,2 3-212 16,-6 0-116-16,1 3-228 0,-4 0-768 16,-4 0-2277-16,0 3-2471 0</inkml:trace>
  <inkml:trace contextRef="#ctx0" brushRef="#br0" timeOffset="68180.058">28838 5057 5612 0,'0'0'6301'0,"0"0"-4577"0,0 0-896 16,0 0 28-16,0 0 228 16,0 0-248-16,0 0-340 0,0 0-296 15,0 0 304-15,0 0-24 0,87 0-272 0,-59-3-156 16,4 3-52-16,4-3-108 0,1 0-148 15,-2 3-536-15,9-3-436 0,-5 0-836 16,-7 3-2773-16,20-10-4411 0</inkml:trace>
  <inkml:trace contextRef="#ctx0" brushRef="#br0" timeOffset="69729.81">33730 2826 1160 0,'0'0'2740'0,"0"0"1892"0,0 0-2900 16,0 0-495-16,0 0-93 0,0 0 168 15,0 0 64-15,0 0-228 0,0 0-140 16,0 0-228-16,0 0-152 0,-3-35-112 16,3 32-172-16,0-1-88 0,0-5-12 15,3 3-120-15,-3-7-16 0,9 3-104 16,-5-3-4-16,4 4-12 0,-1-1-84 16,1-2 48-16,1 5-52 0,2 4-60 0,-3 0-8 15,1 3 8-15,-1 0 36 0,-1 0 52 16,1 6 72-16,1 3 0 0,-5 4 0 15,-1 0-8-15,-3 6-4 0,0 7 12 16,0 2-52-16,-3 4 40 0,-1 3-84 0,-5 6 20 16,-3 4 16-16,1-1-88 0,-6 7 76 15,2 3-28-15,-5-3 40 0,3 0-76 16,2-1 76-16,-2-5-40 0,2-7 96 16,2-7 4-16,6-2 60 0,-1-10-60 15,4-6 0-15,4-7-124 0,0-3-132 16,0-3-28-16,4 0 148 0,4-3-64 15,-1-3-172-15,6-3 172 0,-5-4 40 16,3-1-4-16,-2 6 16 0,-1-3 48 16,-4 9-12-16,-4-2-28 0,3 4-40 15,-3 0 180-15,0 4 88 0,0 3 192 16,4 5-28-16,1 1-152 0,-5-1-92 0,4 4 104 16,-4 3-64-16,0 0 88 0,0 3-36 15,4 4-24-15,-4 2 60 0,0 5 112 16,0 1 36-16,0 7 88 0,0 7 72 15,0 3-148-15,0 6-76 0,0 3-12 0,0-3-60 16,4 4-64-16,-4-1-32 16,4-2-4-16,-4-1-48 0,3-4 0 0,1-2 0 15,0-4 4-15,1-3-4 0,-5 2 12 16,0-5 60-16,0-3-8 0,0 0 32 16,-5-6-36-16,1 0 4 0,-3-4-64 15,3 1 0-15,-4-7-12 0,4 3 0 16,-5-3 0-16,2 0-64 0,-1 1 16 15,-5-7-76-15,6 0 4 0,3-4 20 16,-4-5-24-16,-1-4-72 0,6-3-172 16,-5 0-236-16,-4-6-92 0,0-4-100 0,-4-3 4 15,0 1-300-15,-3-4-1224 0,2 7-2281 16,-18-10-1211-16</inkml:trace>
  <inkml:trace contextRef="#ctx0" brushRef="#br0" timeOffset="97661.801">17319 7363 704 0,'0'0'1708'0,"0"0"2580"0,0 0-3184 0,0 0 116 16,0 0-224-16,0 0 101 0,0 0 123 16,0 0-20-16,0 0-84 0,-8-39-184 15,8 37-160-15,0 2-76 0,0 0-48 16,0 0-128-16,0 0-164 0,8 6-172 15,4 2 124-15,8 6 292 0,4 8-48 0,4 0-272 16,0 8-36-16,-4 0-96 0,0 5-76 16,-1 4-24-16,-2-1-40 0,-6 3 56 15,1 4-60-15,1 2 68 0,-6-5-72 16,-3-5-100-16,5-8 16 0,-6-10-76 16,1-7-44-16,0-1-188 0,0-8-72 15,0-3-112-15,0 0-140 0,0 0-296 16,0-9-752-16,-4-5-1168 0,4-2-2277 0,-4 0-1747 15,0-12 6536-15</inkml:trace>
  <inkml:trace contextRef="#ctx0" brushRef="#br0" timeOffset="97858.387">17606 7350 64 0,'0'0'10112'0,"0"0"-8979"15,0 0-553-15,0 0 392 0,0 0 276 0,-72 69 80 16,53-36-384-16,-1 4-208 0,-5 8-352 15,6 3-24-15,-5 2-300 0,0 4-60 16,4-4 0-16,0 5-108 0,4-8-340 16,0-2-76-16,9-6 88 0,-2-8-120 15,5-9-120-15,4-9-160 0,0-10-512 16,0-3-1233-16,8-9-2007 0,-3-4-948 0,6-20 5272 16</inkml:trace>
  <inkml:trace contextRef="#ctx0" brushRef="#br0" timeOffset="98338.202">17786 6978 964 0,'0'0'9969'0,"0"0"-7969"0,0 0-1160 15,0 0-508-15,0 0 224 0,0 0 604 16,0 0 120-16,19 71-536 0,-15-43-300 15,5 6-196-15,-9 2-188 0,0-1-8 16,0 2-52-16,0 2-28 0,0-8-256 16,-5-3-184-16,1-4 20 0,0-12 128 15,4-6-104-15,0-2-120 0,0-4-144 16,0 0-172-16,0-10-232 0,0-2-824 0,0-7-681 16,4-7-1455-16,5 1 1588 0,-5-8 1044 15,0 2 1056-15,-1-1 364 0,-3-2 168 16,4-1 576-16,-4 0-144 0,0-1 1864 15,0 5-212-15,4 2-384 0,4 4-172 16,0 3-319-16,0 3-161 0,8 2-84 0,-4 9-308 16,4-3-172-16,0 2-96 0,-4 6-68 15,4 1-124-15,-1 2-144 0,-2 0-120 16,-1 2 36-16,-5 4-128 0,2 4-8 16,-5 2 52-16,0 5 36 0,-4-1 8 15,0 3-20-15,-8-1-64 0,-5 1 76 16,2 0-84-16,-6 1-4 0,2-5-164 15,-1 2-44-15,0-2-164 0,-4-2-116 16,4-4-104-16,0 1-32 0,1 0-60 16,2-5-288-16,2 1-380 0,-6-1-1121 15,6-3-1615-15,3 2-520 0,-1-4 3772 16</inkml:trace>
  <inkml:trace contextRef="#ctx0" brushRef="#br0" timeOffset="99545.13">17116 6975 3708 0,'0'0'2096'0,"0"0"76"16,0 0-1148-16,0 0-156 0,0 0 205 15,-91 84 59-15,74-63-236 0,6 5-132 16,-6 4-80-16,10 6-116 0,-1 9-176 16,4 5 124-16,4 11 76 0,0 5-104 15,0 11-104-15,8 8-216 0,3 4-164 16,2 2 0-16,2-1 48 0,9-5-52 16,1-8-8-16,2-11-116 0,1-14-76 15,4-15-336-15,8-14 8 0,-4-14 52 16,-1-9 24-16,10-6-320 0,-2-16-524 0,9-14-1309 15,-16 8-2027-15,24-31-1232 0</inkml:trace>
  <inkml:trace contextRef="#ctx0" brushRef="#br0" timeOffset="99752.123">18348 6953 7444 0,'0'0'3897'0,"0"0"-3245"15,31 76 16-15,-19-34 416 0,-4 4 284 16,-4 6-300-16,0 3-204 0,-4 1-316 16,-4 5-364-16,-4-2-84 0,-4-2-100 15,1 1-360-15,-6-4-184 0,6-10-68 16,-2-5-156-16,2-13-180 0,3-11 176 16,-1-5-160-16,1-10-372 0,1-4-1473 0,-1-12-3163 15,-1 4 3764-15</inkml:trace>
  <inkml:trace contextRef="#ctx0" brushRef="#br0" timeOffset="100023.786">18499 6629 2632 0,'0'0'8305'0,"0"0"-7405"0,0 0-120 15,0 0 192-15,0 0 296 0,0 0-400 16,0 0-352-16,0 0-412 0,0 0-56 15,0 0 16-15,0 0-64 0,51 51 0 16,-59-16-164-16,-3 6-152 0,-2-3-124 16,6 0 60-16,-1-9 244 0,4-6 132 15,4-4 4-15,0-7 36 0,4-3-28 0,4 1 120 16,3-3 72-16,2-5 4 0,6 5-92 16,-3-4-100-16,12-3 152 0,-4 3-76 15,8-3-88-15,-4 0-372 0,4 0-460 16,4 0-272-16,-8 0-672 0,11 3-2841 0</inkml:trace>
  <inkml:trace contextRef="#ctx0" brushRef="#br0" timeOffset="107411.803">18758 5261 7840 0,'0'0'5401'16,"0"0"-4045"-16,0 0-560 0,0 0 264 16,0 0 184-16,0 0-492 0,0 0-220 15,-88 23-336-15,68 2-88 0,4 6 40 16,1 7 112-16,2 7-140 0,2 11-8 15,7 8-16-15,4 6-96 0,0 3 136 16,4 9-128-16,7-2 100 0,5 0-96 0,4-4 40 16,4-13-52-16,0-8 168 0,4-11-104 15,4-13 8-15,0-9-28 0,0-9-44 16,-1-10 0-16,5-3 72 0,0-9-72 16,4-13 0-16,-4-10-316 0,0-6-160 15,-1-7-124-15,-3-5-276 0,-4 2-248 16,-4 4-492-16,-12 6-1016 0,-4 9-2681 15,-8 0-2183-15</inkml:trace>
  <inkml:trace contextRef="#ctx0" brushRef="#br0" timeOffset="107572.891">18698 6051 7352 0,'0'0'4993'0,"0"0"-3717"0,0 0-248 0,0 0 612 15,0 0-108-15,0 0-360 0,0 0-328 16,0 0 120-16,0 0-392 0,71-95-364 15,-30 37-208-15,-2-1-104 0,5-5-348 16,0 6-120-16,-1 8-272 0,-2 6-164 16,-1 12-588-16,-12 9-1336 0,7-2-4001 0</inkml:trace>
  <inkml:trace contextRef="#ctx0" brushRef="#br0" timeOffset="127698.151">2697 9560 1304 0,'0'0'8336'16,"0"0"-7328"-16,0 0-880 0,0 0 377 0,0 0 135 16,0 0 232-16,0 0-156 0,0 0-96 15,0 0-136-15,23-13-168 0,-23 13-80 16,4 0-72-16,1 0 0 0,-1 6 76 16,0-2 88-16,4 2 88 0,-5 0-92 15,6 4-112-15,-1-4-12 0,0 3-76 16,-5-2-52-16,1-1-8 0,0 0 48 0,1 1 0 15,-1-3 0-15,0-2-16 0,-4-2-32 16,4 3-4-16,-4-3 28 0,0 0-28 16,0 0 4-16,0 0-4 0,0 0-48 15,0 0 76-15,0 0 12 0,0 0 8 16,0 0 16-16,0 0 12 0,0 0-12 16,0 0-16-16,0 0 4 0,0 0 0 0,0 0-4 15,0 0-20-15,0 0-16 0,0-3-12 16,0 1-48-16,0 2 0 15,-4-4-12-15,4 1-4 0,0 3 0 0,0-4-4 16,0 4-40-16,0-3 44 0,-4 3 0 16,4 0 4-16,0 0-4 0,0 0 0 15,0 0 0-15,0 0-8 0,0 0-48 16,0 0 48-16,0 0-40 0,0 0 4 16,0 0 0-16,0 0-4 0,0 0 44 15,0 0-4-15,0 0 0 0,0 0 12 16,0 0 4-16,0 0 0 0,0 0 4 0,0 0 4 15,0 0 40-15,0 0-48 0,0 0 0 16,0 0 0-16,0 0-4 0,0 0-8 16,0 0-80-16,0 0-32 0,0 0 20 15,0 3 40-15,4 1 60 0,0-4 0 16,-4 3 12-16,3-3 36 0,1 4-40 0,-4-2 40 16,4 1-44-16,0 0 4 0,1 4 56 15,-1 0 8-15,0 2-24 0,-1 0 28 16,1 1-28-16,0 6-36 0,0 0 36 15,5 0-48-15,-6 6-16 0,5 3-32 16,-4 0 48-16,4 5 0 0,-3-3 0 16,2-2-12-16,-3 5-36 0,0-5 48 15,-4 1 12-15,4-1 48 0,0 0-60 16,0-3 52-16,-4 0-52 0,4-2 0 16,-4-4-16-16,4 0 8 0,-4-1 4 15,4-2 4-15,-4-4 12 0,0 1 4 0,0-1 44 16,4-2-52-16,-4-1 4 0,0-2 0 15,0-1 0-15,0-3 0 0,0 3 48 16,0-3-8-16,0 0-44 0,0 0 4 16,0 0 60-16,0 0-60 0,0 0 36 0,0 0-40 15,0 0 44-15,0 0-44 0,0 0 40 16,0 0-36-16,0 0 72 0,0 0-20 16,0 0 8-16,0-3 12 0,0 3 16 15,0 0 20-15,0-3 4 0,0 3 20 16,0 0-8-16,0-4-40 0,0 4-20 15,0-3-64-15,0 0-12 0,0-4 0 16,0 1-64-16,0-3 56 0,0-1-40 16,0-6 48-16,4 4 0 0,-4-4 0 15,0 0 0-15,0-3 4 0,0 0-4 16,0 0 0-16,0 1-8 0,0 1 0 0,0-2-112 16,0 0 116-16,0 0-4 0,0 0-80 15,0 0 16-15,0 0 24 0,0-3 0 16,0 0-40-16,0-1 40 0,0 1 36 0,4 0-108 15,-4-1-28-15,4 1 48 0,-4 3 60 16,3 2 40-16,2 3 4 0,-5 1 0 16,4 0 8-16,0-3 0 0,0 0-12 15,4 0 0-15,-5 0-4 0,6 1 4 16,-1-5-84-16,0 5 72 0,-1-1 0 16,6 0-76-16,-2 2 28 0,-3 2-12 15,5 5-76-15,-2 1-36 0,6 0 0 16,-6 4 184-16,6 2 44 0,-6 0-44 15,9 0 0-15,-4 2 0 0,4 4 44 16,4 0 156-16,-4-1-16 0,4 1-100 16,4 0-12-16,-8 1-20 0,3-5 8 15,1 5 8-15,0-4-64 0,-3 3 48 0,-6-2-52 16,1-1 0-16,0 0 72 0,-5 0 0 16,-2-3 52-16,-1 3-40 0,3-3-24 0,-6 0-52 15,-1 0-4-15,-4 0-4 16,4 0 4-16,-4 0-4 0,0 0 0 0,0 0-180 15,0 0-276-15,0 0-92 16,0 0-80-16,0 0-164 0,0 0-264 0,0 0-628 16,0 0-1044-16,0 3-2357 0,0 1-1783 0</inkml:trace>
  <inkml:trace contextRef="#ctx0" brushRef="#br0" timeOffset="128261.257">3908 9509 3248 0,'0'0'1252'0,"0"0"3808"0,0 0-3744 16,0 0-751-16,0 0 259 0,0 0 364 15,0 0-172-15,0 0 68 0,0 0-264 16,-84-6-248-16,69 21-184 0,2 7-68 0,-2 7-20 16,2 3-16-16,-2 10-12 15,2 2 36-15,2 9 60 0,-1 6 60 0,3 4-84 16,6 0-100-16,-1-3-72 0,4 1-4 15,0-8-8-15,4-2-12 0,8-7-28 16,0-2 28-16,8-7-64 0,-1-6-72 0,2-7-12 16,-1-10 12-16,-1 1 96 0,1-10-96 15,5-3-8-15,-6 0-4 0,1-3 0 16,4-10-192-16,0-3-188 0,-1-6-156 16,2-3-196-16,-5-7-168 0,-1 0-336 15,-2-3-504-15,-6 10-1164 0,2-16-2913 0</inkml:trace>
  <inkml:trace contextRef="#ctx0" brushRef="#br0" timeOffset="128517.894">4135 9636 4924 0,'0'0'7689'15,"0"0"-5613"-15,0 0-1560 0,0 0-264 16,0 0 436-16,0 0 740 0,0 0-156 15,0 0-232-15,80 21-160 0,-52-21-112 0,4 0-75 16,0 0-221-16,3-2-132 0,1-4-76 16,4-4-32-16,0 0-112 0,0 5-36 15,-5-6-32-15,1 5-52 0,1 0-48 16,-5-1-144-16,-5 1-160 0,1 3-96 16,-4 0-84-16,-4 0-149 0,-1 3-171 15,-2 0-344-15,-6 0-632 0,-2 0-928 16,-5 0-1793-16,-4 0-1423 0</inkml:trace>
  <inkml:trace contextRef="#ctx0" brushRef="#br0" timeOffset="128777.594">4574 9588 860 0,'0'0'1212'0,"0"0"6560"0,0 0-6407 16,0 0-757-16,0 0 504 0,0 0 376 0,0 0-40 15,0 0-268-15,-37 76-372 0,37-50-300 16,0 2-4-16,0 4-64 0,4 3-44 15,1 4 32-15,3 1-88 0,-4 5-72 16,-1 3-120-16,-3-4-52 0,4 6 16 16,0-5-16-16,1-1-92 0,-5-2-4 15,4-4-60-15,0-7-4 0,0-6 16 16,-1-5-24-16,1-7-112 0,0-4-120 16,0-2-64-16,1-7-144 0,-1 0-140 15,0-3-148-15,-1-4-292 0,1-8-124 16,8-4-768-16,-7 2-1865 0,-1-21-1807 0</inkml:trace>
  <inkml:trace contextRef="#ctx0" brushRef="#br0" timeOffset="129093.792">4992 9476 10576 0,'0'0'3125'0,"0"0"-2513"0,0 0-196 16,0 0 292-16,0 0 348 0,95 58-24 16,-74-39-164-16,-2 7-180 0,1-1-244 15,0 7-116-15,4 3-180 0,0 9 24 16,0 4 156-16,0 6 428 0,-4 0-123 0,-4 0-449 16,-5 0-124-16,-2-4-8 15,-5 4-44-15,-4 0-4 0,0 1-4 0,0-1 0 16,0-4 0-16,-4 1 24 0,-5-10-24 15,5-3-12-15,-3-9-84 0,-1-10 36 16,0-10-28-16,-4 1-81 0,0-10-183 16,-4 0-112-16,-4-6-96 0,0-7-248 15,0-6-384-15,-3-7-556 0,-1-4-1116 16,3 0-1833-16,-3-11-1663 0</inkml:trace>
  <inkml:trace contextRef="#ctx0" brushRef="#br0" timeOffset="129321.403">5422 9851 10124 0,'0'0'6081'16,"0"0"-5289"-16,0 0-360 0,0 0 512 16,0 0 468-16,92 4-132 0,-76-4-291 0,3 0-349 15,2 0-180-15,3-6-156 0,-1 0-208 16,1-8-96-16,0 5-80 0,0 0-200 15,-1-3-156-15,-2-2-144 0,-1 4-113 16,-5 1-147-16,6 3-396 0,-10-1-1060 0,6 7-800 16,-10 0-117-16,-7 4-6575 0</inkml:trace>
  <inkml:trace contextRef="#ctx0" brushRef="#br0" timeOffset="129497.687">5525 10064 6612 0,'0'0'8021'0,"0"0"-6513"15,0 0-1028-15,0 0 32 0,0 0 628 0,0 0 236 16,0 0-128-16,0 0-324 0,80 32-331 16,-52-38-205-16,4-3-180 0,-4-1-124 15,0 1-84-15,0-4-268 0,0 3-228 16,-1 0-161-16,1 7-231 0,4 1-308 16,9 2-840-16,-10 0-492 0,9 2-3529 0</inkml:trace>
  <inkml:trace contextRef="#ctx0" brushRef="#br0" timeOffset="131211.731">6462 9696 5412 0,'0'0'1404'0,"0"0"1452"0,0 0-1656 15,0 0-299-15,0 0 315 0,0 0 360 16,0 0-252-16,0 0-160 0,0 0-244 16,0 0-132-16,-48 0-124 0,48 0-148 15,0 0-124-15,0 0-64 0,4 0-24 16,-4 0-24-16,5 0-24 0,2 0-36 0,5 0 33 15,4 0 39-15,4 0 168 16,4 0-84-16,4 0-136 0,4 0-8 0,-1 0-76 16,1 0 12-16,0 0-84 0,4 0 4 15,-4 0 32-15,4-6-36 0,0-1-24 0,4-2 0 16,-5-3 12-16,5-1-24 16,-3 0 12-16,-2 1-12 0,1 1 0 0,-8-1-48 15,0 3 0-15,-9 2-4 0,1 1-8 16,-8-1-36-16,1 4-72 0,-6 0-72 15,1 3-60-15,-8-3-76 0,4 0-108 16,-4 3-48-16,0-3-60 0,0 3-77 16,-4 0-179-16,0 0-300 0,-4 0-784 15,-3 3-1184-15,2 0-2829 0,-14 9-2975 0</inkml:trace>
  <inkml:trace contextRef="#ctx0" brushRef="#br0" timeOffset="131630.257">6820 9709 2700 0,'0'0'784'0,"0"0"4884"0,0 0-4388 0,0 0-507 16,0 0 295-16,0 0 248 0,0 0-136 16,0 0-212-16,0 0-276 0,0 0-216 15,0 0-92-15,-8 19-12 0,8-10 0 16,-3 4-76-16,-1 3-24 0,4 0-12 15,-4 1-64-15,4 4 0 0,-4 2 40 16,0 5 8-16,-1 0 12 0,5 4-48 16,0 0-60-16,-4-1-16 0,4 4-8 15,0 4-64-15,0-1-12 0,0 0 24 16,0 3-8-16,0 0-52 0,0 1-8 0,0-1 92 16,0 0-92-16,0-3 8 0,0 3 60 15,0 1-64-15,4-4 128 0,-4 3-132 16,5-3 44-16,-1 3 4 0,0-2-44 15,4-4-16-15,-5-4 16 0,1-1-16 0,0-5 8 16,1-7 0-16,-1-1-8 0,0-5-52 16,-4-2 52-16,4-5 8 0,-4-1 0 15,0-1-4-15,0-3-68 0,0 0-208 16,0 0-148-16,0-7-124 0,0 2-96 16,3-9-140-16,1 0-376 0,-4-12-676 15,0 6-2440-15,0-15-4117 0</inkml:trace>
  <inkml:trace contextRef="#ctx0" brushRef="#br0" timeOffset="133411.804">7474 8975 496 0,'0'0'1564'0,"0"0"-1408"0,0 0 144 0,0 0-220 16,0 0 2500-16,0 0-288 0,0 0-1008 16,0 0-572-16,0 0-132 0,0 0 132 15,8-19 73-15,-8 19-29 0,0-3-180 16,0 3-168-16,0-3-76 0,0 3-64 16,0-3 12-16,0 3-4 0,0 0 68 15,0 0 8-15,0 0 12 0,0 0 0 0,0 0-36 16,0 0 0-16,0 0-4 0,0 0-36 15,0 0-16-15,0 0-36 0,0 0-48 16,0 0-40-16,0 0-36 0,4 0-16 16,-4 0 16-16,0 0 0 0,0 0-28 15,0 0 4-15,0 0 0 0,0 0 20 16,0 0-8-16,0 0 0 0,0 0-16 16,0 3 16-16,0-3 20 0,0 0 28 15,0 0-24-15,0 0-16 0,0 0-20 0,0 0 8 16,0 0-20-16,0 0-4 0,0 0-12 15,0 0-48-15,0 0 52 0,0 0-56 16,0 3-8-16,0-3 4 0,0 0 0 16,0 0 4-16,0 3 0 0,0-3 40 15,0 0-36-15,0 4 0 0,0-4 36 16,0 0-36-16,0 0 52 0,0 0-52 0,0 0 0 16,0 0 36-16,0 0-40 0,0 0 4 15,0 0-4-15,0 0 4 0,0 0-4 16,0 0 0-16,0 3 4 0,0-3-8 15,0 0-4-15,0 0-8 0,0 0-52 16,0 3 52-16,0 0 8 0,0 0 0 16,0 0 4-16,0 1-4 0,0-1 4 0,0 0 0 15,-4 4 0-15,4-2 8 0,0 2 0 16,0-1-8-16,0 8 8 0,0-6-8 16,0 5 8-16,0 4-8 0,4 4 0 15,4 2 72-15,-5 5-4 0,2 7-60 16,-1 3 60-16,4 4-60 0,-4 5 48 0,0 1-56 15,-4 2 0-15,3 1-4 0,-3 0 0 16,0-7 0-16,0 1 48 0,0-6-48 16,0-8-64-16,0 1 64 0,0-7-4 15,0-6-40-15,0-6 32 0,4-4-120 16,-4-5-52-16,0-1-60 0,0-3-76 16,0-3-108-16,5-4-112 0,-1-3-28 15,-4-5-112-15,4-1-364 0,-4-6-464 16,0-3-1152-16,0 6-3069 0,-4-17-879 0</inkml:trace>
  <inkml:trace contextRef="#ctx0" brushRef="#br0" timeOffset="133727.676">7458 9004 6472 0,'0'0'3052'16,"0"0"-1579"-16,0 0-869 0,0 0-156 0,48-76 360 15,-32 57 376-15,4 3-172 0,4 3-168 16,-1 1-240-16,9 1-180 0,-4 5-52 16,4 0-12-16,-4 6-72 0,-4 0-128 15,0 0-88-15,-4 10 64 0,-4-3-124 16,-5 5 112-16,2 1-120 0,-9 3 72 16,0 2 120-16,-4 2 0 0,0 2-12 0,-4 0 0 15,-4 3 76-15,-5 1-100 16,-2 0-28-16,-5-1-32 0,1 4-52 0,-9-4 60 15,3 0-92-15,-3 1-12 0,0-1-4 16,4-6-76-16,0 0-156 0,5-3-72 16,2-7-4-16,6-6-60 0,-2 1-164 15,9-1-212-15,-3-3-388 0,3 0-896 0,0 0-2517 16,0-3-2859-16</inkml:trace>
  <inkml:trace contextRef="#ctx0" brushRef="#br0" timeOffset="134509.151">8350 9779 92 0,'0'0'6220'16,"0"0"-1199"-16,0 0-3689 0,0 0-540 0,0 0 312 15,0 0 532-15,0 0-212 0,0 0-412 16,0 0-320-16,0 0-144 0,0 0-104 16,32 0 4-16,-11 0 28 0,3 0 0 0,4 0-3 15,-1 0-97-15,1 0-36 16,0 0-88-16,0 0 16 0,0-4-100 0,0 4-48 15,0-3 0-15,-4 0 0 0,-1 0-32 16,-3 0-28-16,0-3-52 0,0 2 4 16,0-2-8-16,-5 3-4 0,2-1 0 15,-6-2-48-15,-2 3-12 0,-1 0-100 16,-1 0-56-16,-3 0-136 0,0-1-180 16,1 4-144-16,-1-3-189 0,-4 3-243 15,0 0-652-15,0 3-2080 0,0 7-4229 0</inkml:trace>
  <inkml:trace contextRef="#ctx0" brushRef="#br0" timeOffset="136718.905">9503 9493 704 0,'0'0'10044'0,"0"0"-8695"0,0 0-773 0,0 0 100 15,0 0 216-15,0 0 268 16,0 0-40-16,0 0-248 0,3 86-240 0,13-58 24 16,8 8-140-16,0 2-76 0,0 3-96 15,3 3-112-15,1 1 60 0,0-1-120 16,-4 0-24-16,0-3-140 0,1-6 44 15,-2-3-52-15,-3-7-8 0,0-6-64 16,-4-6 68-16,0-3-64 0,-4-3-344 16,-5-5-140-16,2-2-196 0,-1 0-176 15,-1 0-292-15,1-7-644 0,-4 5-1016 16,1-17-2665-16</inkml:trace>
  <inkml:trace contextRef="#ctx0" brushRef="#br0" timeOffset="136948.516">9821 9651 3344 0,'0'0'4452'0,"0"0"-563"16,0 0-3157-16,0 0-324 0,0 0 244 15,0 0 480-15,0 0-36 0,-88 77-128 16,68-45-408-16,1 2-176 0,-2 1-112 16,-3 7-196-16,1 2-4 0,-1 0-8 15,0 4-64-15,0-4-4 0,0-2-120 16,4-1-36-16,4-6-324 0,0-5-64 15,0-5 8-15,8-6-40 0,1-7-72 16,-2-3-272-16,5-5-440 0,4-4-757 16,0-4-1903-16,0-2-2268 0,0-20 6292 0</inkml:trace>
  <inkml:trace contextRef="#ctx0" brushRef="#br0" timeOffset="137235.151">10184 9062 2812 0,'0'0'11317'0,"0"0"-9913"16,0 0-1316-16,0 0 176 0,0 0 652 15,0 0 336-15,4 85-288 0,-4-47-448 16,3 6-148-16,-3 3-88 0,0 5-24 15,0 2-248-15,0 0 32 0,0 0-40 16,0-4 0-16,-3-2-232 0,3-10-148 16,-4-2-168-16,4-8 56 0,0-12 48 0,0-4-64 15,0-5-188-15,0-7-328 0,0 0-448 16,0 0-464-16,0-10-481 0,-4 1-2275 16,-1-14-951-16</inkml:trace>
  <inkml:trace contextRef="#ctx0" brushRef="#br0" timeOffset="137508.71">10180 9076 1656 0,'0'0'9148'15,"0"0"-7799"-15,0 0-569 0,0 0 176 16,0 0 232-16,0 0 124 0,87-56-316 16,-67 49-340-16,0 1-272 0,0 3-100 15,0 3-136-15,0-3-80 0,-5 3-68 0,-2 0-48 16,-1 3 36-16,-1 0-88 0,-7 3-8 15,1 1 108-15,-5 2 0 0,0 5 72 16,-9-2 76-16,-2 7-12 0,-10 0-28 16,2 4 40-16,-9-5-84 0,0 1-52 15,-4 0 12-15,-3-3-24 0,-2 0-260 0,1 0 28 16,-3 0-76-16,3-1-212 0,-4 5-320 16,4-4-48-16,0 3-244 0,8-4-452 15,5-2-1661-15,-5 0-4383 0</inkml:trace>
  <inkml:trace contextRef="#ctx0" brushRef="#br0" timeOffset="138394.438">11821 9547 5428 0,'0'0'2236'0,"0"0"912"0,0 0-1939 16,0 0-465-16,0 0 224 0,0 0 236 16,0 0-136-16,0 0-276 0,0 0-196 15,0 0-172-15,-95-44-128 0,67 63-88 16,0 3-20-16,0 3 92 0,-4 7 64 16,4 3 64-16,0 3-28 0,0 6-148 0,4 7-48 15,4 0-16-15,4 5-104 0,4 2 80 16,5 0-132-16,7-4-4 0,0-4 52 15,4-6 16-15,11-2 20 0,1-11-84 16,9-1 100-16,-2-11-16 0,1-5-24 16,4-3 24-16,4-5 52 0,-4-6 120 15,0 0-39-15,-4-6-81 0,-1-7-64 16,5-3-84-16,-8-3-4 0,0 0-312 16,0-7-365-16,-4 4-295 0,-4 3-260 15,-5 0-932-15,-2 3-2664 0,-5 1-3277 0</inkml:trace>
  <inkml:trace contextRef="#ctx0" brushRef="#br0" timeOffset="138550.518">11542 10051 10316 0,'0'0'4081'0,"0"0"-3337"0,0 0-64 0,0 0 536 16,0 0-36-16,0 0-296 0,0 0-172 15,0 0-160-15,83-31-224 0,-50 22-280 16,3-3-48-16,-1 1-168 0,1 2-248 15,4-1-244-15,0-2-376 0,0 5-388 16,-12 1-1420-16,15-1-4205 0</inkml:trace>
  <inkml:trace contextRef="#ctx0" brushRef="#br0" timeOffset="141636.364">13045 9420 872 0,'0'0'9980'16,"0"0"-8423"-16,0 0-853 0,0 0-92 15,0 0 212-15,0 0 284 0,0 0 112 16,0 0-192-16,83 0-212 0,-48-3-200 0,-3-4-248 15,9-2-52-15,-2 2-72 0,1 1 76 16,0 0-64-16,0-1-88 0,-1 4-44 16,-3-3-112-16,-4 0 0 0,0 3-8 15,-8-4 0-15,0 1-4 0,-4 0-72 16,0 2-172-16,-8-2-232 0,4-1-64 16,-9 4-72-16,2-3-76 0,-5 6-204 15,-4 0-416-15,0 0-696 0,0 0-1100 16,-13 3-2645-16</inkml:trace>
  <inkml:trace contextRef="#ctx0" brushRef="#br0" timeOffset="141943.905">13359 9344 4248 0,'0'0'1212'0,"0"0"2488"16,0 0-2908-16,0 0-124 15,0 0 93-15,0 0 267 0,-24 66 160 16,20-44-124-16,4 1-268 0,0 5-332 0,0 4 80 16,0 6-148-16,0 3-96 0,0 11-12 15,-4-2-28-15,4 4-12 0,-4 0-124 0,0-3 48 16,0-3-48-16,4-1 0 0,0-5-52 16,-4-2 16-16,4-1-84 0,0-7-4 15,0-7-12-15,0-6-100 0,0-7 100 16,0-5-148-16,4-4-112 0,-4-3-176 15,4 0-136-15,4-10-52 0,-4-2-156 16,4-7-356-16,0-3-492 0,0 3-969 16,0-13-2359-16</inkml:trace>
  <inkml:trace contextRef="#ctx0" brushRef="#br0" timeOffset="142220.67">13462 9518 2996 0,'0'0'1852'0,"0"0"4281"16,0 0-5221-16,0 0-580 16,0 0 208-16,0 0 20 0,0 0 392 0,0 0-68 15,0 0-180-15,8 81-236 0,-8-51 20 16,5 3-128-16,-1 4-136 0,-4 4-48 16,0 1-40-16,0 5 100 0,0 0-232 15,0 2 80-15,-4-2-20 0,4 1 32 16,-5-4-96-16,1-5 0 0,0-2 16 15,4-5-16-15,0-3-68 0,0-6 20 16,0-8-4-16,0-3-180 0,0-5-16 16,0-3-88-16,0-2-136 0,0-2-132 15,4-2-152-15,0-5-204 0,1-5-616 16,-5 1-1369-16,0-10-3471 0</inkml:trace>
  <inkml:trace contextRef="#ctx0" brushRef="#br0" timeOffset="142447.84">13462 9862 4924 0,'0'0'7273'0,"0"0"-6033"0,0 0-784 16,0 0 12-16,0 0 116 0,0 0 160 16,0 0 208-16,0 0-140 0,0 0-280 15,84 6-212-15,-60-6-160 0,4 0-148 16,-4 0 100-16,7-4-48 0,-3 2-64 15,0-5 0-15,0 3-16 0,-4-1-376 16,1 2-276-16,-2-4-192 0,-3 0-332 0,0 2-644 16,-8-2-2149-16,4 1-2355 0</inkml:trace>
  <inkml:trace contextRef="#ctx0" brushRef="#br0" timeOffset="143344.733">13953 10125 1720 0,'0'0'952'0,"0"0"6080"0,0 0-6164 15,0 0-792-15,0 0 128 0,0 0 237 16,0 0 291-16,0 0 328 0,0 0-320 16,0 0-156-16,0 0-180 0,-8 38-52 15,8-32 4-15,0-3-20 0,0 1 20 16,0-1-4-16,0 3-28 0,0-3-76 15,0 8-36-15,0-3-28 0,0 9 40 16,4 2-12-16,0 2 36 0,-1 2 20 0,-3 2-52 16,4 0-208-16,0 4 268 0,1-1-132 15,-5 7 56-15,4-2-104 0,-4 1-48 16,0 4 16-16,4-6 32 0,-4 3-84 16,3 0 24-16,-3 0-36 0,0 0-84 15,4 3 80-15,-4-4 4 0,4 2-8 0,-4-4-16 16,0-7-64-16,0 0 4 0,0-6-40 15,0-6-72-15,0-4-24 0,0-2-4 16,0-7-20-16,0 0-28 0,0 0-88 16,0 0-112-16,0-10-124 0,0-2-224 15,0-7-212-15,0-8-516 0,-4-6-796 16,4-6-2101-16,-4 7-2003 0</inkml:trace>
  <inkml:trace contextRef="#ctx0" brushRef="#br0" timeOffset="143632.589">14033 10207 5764 0,'0'0'2144'16,"0"0"408"-16,0 0-1599 0,0 0-401 15,39-70 76-15,-23 58 276 0,0 2-76 0,4 4-44 16,-4 3-180-16,4 0-216 0,-5 3-84 16,6 3-152-16,-6 3 32 0,-2 0-56 15,-2 4 8-15,-3 2 24 0,1 1-8 16,-9 3-16-16,0 0 60 0,0 3-108 15,-4 1 24-15,-9 2-40 0,2 0-60 16,-10 3 160-16,2-6-112 0,-5 0-8 16,0-3-48-16,-4 0-8 0,0-3-156 15,-4-4-48-15,8-6-92 0,-4 1-44 16,5-4-156-16,3-4-356 0,-1-2 16 0,2-4-696 16,6-3-512-16,6 1-1905 15,-1-1-2035-15,4-12 4505 0</inkml:trace>
  <inkml:trace contextRef="#ctx0" brushRef="#br0" timeOffset="144404.628">14701 9624 628 0,'0'0'1172'0,"0"0"5420"16,0 0-5180-16,0 0-380 0,0 0-219 15,0 0-33-15,0 0-48 0,0 0-48 16,0 0 4-16,0 0-120 0,0 0-104 0,-63 63-76 15,51-38-44-15,4 3 32 0,4 1 48 16,-4 6-16-16,4 0-12 0,4 7-36 16,0-5-40-16,0 4-84 0,0 1-76 15,8-4-40-15,-4-3-56 0,8-6-12 16,-4-4-52-16,4-3-12 0,0-6-36 16,3-6 44-16,2-4 0 0,-2-3-168 0,5-3-188 15,-3 0-48-15,2-9-184 0,-3-1-280 16,0 1-332-16,0-8-744 0,-4 8-2341 15,-3-10-2131-15</inkml:trace>
  <inkml:trace contextRef="#ctx0" brushRef="#br0" timeOffset="144630.54">14913 9715 3220 0,'0'0'8181'0,"0"0"-7449"0,0 0-412 16,0 0 304-16,0 0 344 0,0 0 32 16,80 70-156-16,-65-51-304 0,1 3-152 15,5 1-188-15,-6-1-72 0,2 0-128 16,-2 0-48-16,1 0-52 0,-4-2-100 0,0-2-428 16,0-5-292-16,0-2-432 0,-1-9-808 15,-2 1-705-15,3-8-1855 0</inkml:trace>
  <inkml:trace contextRef="#ctx0" brushRef="#br0" timeOffset="144829.443">15188 9725 3040 0,'0'0'8301'0,"0"0"-7005"16,0 0-492-16,-80 82-144 0,56-46 176 15,-4-3 368-15,0 3-276 0,4-1-304 16,-4 0-204-16,5 0-148 0,-1 3-212 15,0-3-52-15,0 0-8 0,4-1-68 16,0-5-228-16,12-6-224 0,-4-10-128 16,12-8-256-16,0-5-328 0,9-5-996 15,-2-8-1681-15,17-19-2303 0</inkml:trace>
  <inkml:trace contextRef="#ctx0" brushRef="#br0" timeOffset="145129.969">15435 9251 3648 0,'0'0'8589'0,"0"0"-7221"0,0 0-784 0,0 0 100 15,0 0 224-15,7 80 196 0,-2-51-36 16,-5 5-364-16,0 4-200 0,4 1-160 16,-4 2-16-16,0-3-132 0,0 0-136 15,0 0-60-15,0-2-72 0,0-5-196 16,-4-6-272-16,4-3-136 0,-5-5 56 16,5-11-36-16,0-3-116 0,0-3-464 15,0-3-852-15,5-3-893 0,-5-17-3007 0</inkml:trace>
  <inkml:trace contextRef="#ctx0" brushRef="#br0" timeOffset="145364.335">15466 9312 952 0,'0'0'9936'0,"0"0"-8431"0,0 0-661 16,0 0-172-16,0 0 104 0,0 0 40 15,0 0-96-15,0 0-196 0,0 0-200 16,84 6-172-16,-72 1-104 0,0 2-48 0,-4 4-88 15,-4 0 4-15,0-1-92 0,-4 4-24 16,0 0 28-16,-8 6 156 0,-3 1-156 16,-10-1 96-16,1 0-168 0,-8-3-144 15,5 0-28-15,-1-6-24 0,0-4-92 16,-4-2-332-16,7-1-900 0,-2-3-1065 0,11-3-2759 16,-4 0 2369-16</inkml:trace>
  <inkml:trace contextRef="#ctx0" brushRef="#br0" timeOffset="145811.583">15992 9515 4880 0,'0'0'8853'0,"0"0"-8297"15,0 0-504-15,0 0 428 0,0 0 216 16,0 0 572-16,0 0-76 0,0 0-476 16,88 57-288-16,-75-35-32 0,-2 1-140 15,-3 3-148-15,-4-1-56 0,0 3-48 0,0 4 4 16,-4 3-8-16,0 1 4 16,0 1-4-16,-4-2-44 0,0 0-264 0,-8-1 212 15,1-2-16-15,-6 0 52 0,6-4-76 16,-6-3-112-16,-3-1-156 0,5-6-128 15,-6-5-176-15,2 0-336 0,-1-7-800 0,3-3-2581 16,-10-3-3815-16</inkml:trace>
  <inkml:trace contextRef="#ctx0" brushRef="#br0" timeOffset="149380.273">13184 11109 1344 0,'0'0'728'0,"0"0"-320"16,0 0-200-16,0 0 1460 0,0 0 728 15,0 0-1124-15,0 0-364 0,0 0-16 16,0 0 76-16,0 0 13 0,-25-6-85 15,25 6-92-15,-3 0-80 0,3 0-52 16,0 0-4-16,0 0-16 0,0 0-100 16,0 0-140-16,0 0-124 0,0 0-104 0,0 0-48 15,0 0-12-15,3 0 24 0,-3 3 12 16,4-3 76-16,1 3 72 0,-1 0 136 16,0-3-100-16,4 3-64 0,-1 1-72 15,6-4-24-15,-2 3-60 0,2 0-28 0,2-3-12 16,-3 0-36-16,4 0-32 0,0 0 44 15,4 0-48-15,4 0 72 0,8 0-76 16,0 0 0-16,4-3 0 0,3-4 40 16,5 1-44-16,0-3-4 0,4 2 0 15,-4-3 0-15,4 1 0 0,-5 0 0 16,2 6-8-16,-2-1-4 0,0 1-48 16,-2 3-24-16,-1 3-16 0,-1 1 96 15,2 5-68-15,-6 1-24 0,1-1 8 16,0 1-20-16,-1-1 32 0,1-3 76 15,5 1 8-15,-6-4 8 0,9 0 44 0,0-3 0 16,3 0 0-16,2 0-56 16,-6 0-4-16,5-3-4 0,-4 0-44 0,4 0 36 15,-5 3 0-15,-2 0-48 0,-2 3 52 16,-3 3-56-16,4 0 8 0,-5 1 56 16,2-1 0-16,3-3 8 0,-1-3 36 0,2 0-40 15,-2 0 88-15,1 0-92 0,3-3-12 16,-2-3-48-16,-2-1 44 0,-3 1 8 15,5 3-88-15,-6 0 24 0,-3 0 64 16,4 3 4-16,-4 0 0 0,0 0 0 16,-1 0-4-16,-3 3 4 0,8 0 4 15,0 0 0-15,-4 0 4 0,8 0 8 16,-4-3-12-16,0 0 72 0,3 0-12 16,-3 0 0-16,0 0 4 0,0-3 8 0,0 0-24 15,-4 0 88-15,-4 0-28 16,0 3 28-16,-5 0-4 0,5 0-32 0,-8 0-40 15,4 3-52-15,-5 0 4 0,6 0 36 16,-5 0-44-16,0 0 0 0,3 1 0 0,-2-1 72 16,-1 0-64-16,-1 0-8 15,1-3 44-15,-4 0-36 0,0 0-8 0,0 0 4 16,0 0 4-16,-4 0 48 0,0 0 88 16,0 0-40-16,-5 3-36 0,2-3 0 15,-1 0 40-15,-4 0-52 0,0 0 1 16,-1 0-1-16,1 0-48 0,-4 0 0 15,5 0 36-15,-5 0-44 0,0 0 8 16,4 0 0-16,0 0 0 0,0 0 48 16,0-3-12-16,-4 0 48 0,3 0-24 15,1 0-12-15,0-4-8 0,1 1-4 16,-1 0-36-16,0-4 0 0,0 4 36 16,-1-4-48-16,1 1-12 0,0 0-60 0,5-4 8 15,-5 3-8-15,0-2-60 0,-1-1-76 16,-3-3 76-16,4 1 59 0,0-6 13 15,-4 2-76-15,4-6-8 0,5 0 8 16,-6-1 76-16,1-6 12 0,4 5-72 16,0-5 32-16,0-1 80 0,0 5-100 0,4 0 60 15,-8-4-4-15,4 4-44 0,-4-4 48 16,0-1-12-16,-4-1-16 0,4-4 16 16,-4-3 48-16,4-4-72 0,-4-3-64 15,0-2-144-15,4-1 84 0,-4 4 36 16,0-1 36-16,3 6 52 0,-3 4 8 15,0 4 72-15,0 1 4 0,-3 5 8 16,-1 2 0-16,-4-2 68 0,0 3-72 0,0-1 68 16,-4 1-72-16,4-3-96 0,1-2-16 15,-6-1-60-15,5-1-48 0,4-3 20 16,1-4-72-16,-1 6-60 0,4 0 24 16,0 2 20-16,0-1 152 0,0 3-48 15,-5 4-68-15,5 3 140 0,0 0 108 16,0 2 4-16,-4 1 100 0,4 1-24 15,0-2-76-15,0 1-76 0,4-6-12 16,5 3 4-16,-6-8 68 0,5 5 4 16,-4 0-124-16,0 0 60 0,0 3-60 0,-4 0 124 15,0 3-60-15,0 2 72 0,0 2 80 16,0 5-32-16,0 1 140 0,0 2 200 0,0 1-88 16,0 3-28-16,0-4-100 0,0 0-84 15,0 1-88-15,0-2 0 0,5-3-64 16,-5 3-108-16,3-6 60 0,1-2 40 15,-4 4 20-15,4-1-108 0,-4 0 108 16,0 4 52-16,0 3 108 0,0 3-20 16,0-1 48-16,-4 1-60 0,0 3-64 15,1 0 60-15,-6-3-8 0,5 3 24 16,-4 0-28-16,4-3-60 0,-3-1-4 16,-2 1 0-16,5-3-356 0,-3 0 236 15,3-1 124-15,-5 1 52 0,1 3 44 0,1-4-40 16,3 4-48-16,-9-1-4 0,5 4 68 15,1 0 16-15,-5 0-88 0,0 0 4 16,0 0-4-16,-1 0-68 0,-2 0 68 16,-1 4 0-16,-4 3 12 0,0-4 100 15,0 0-112-15,0 0-4 0,-4 0-96 0,4-3 24 16,-3 4-60-16,3-1 136 0,-1-3 12 16,-3 3-4-16,5-3-4 0,-5 3 4 15,0-3 68-15,-4 3-68 0,0 0-8 16,-4-3-88-16,-4 3 20 0,1 1 64 15,-1-1-44-15,-8 0-36 0,0 0-228 16,1 1-112-16,-6-1 224 0,2 3 148 16,-1-3 0-16,0 0-188 0,0 0-24 15,-4-3-100-15,5 4 124 0,3-1-24 16,-4 3-28-16,0-3-112 0,5 0-208 16,-2 4 168-16,2-4 96 0,3 0 208 0,-4 3 140 15,0-3 92-15,0 1-92 0,5 2 0 16,-5-3 0-16,4 0 0 0,4 1 76 15,-4-1-24-15,5 1-52 0,-1-2 12 16,-5 1-12-16,2 0-64 0,-1 3-476 16,0 5-124-16,0-5 392 0,1 3 272 15,3-2 4-15,-5 2 0 0,6-2 24 0,-5-1 24 16,1 0-16-16,-2 1-36 0,-2 3-232 16,3-5-37-16,0 2 269 0,0-1 321 15,4 1-89-15,1-1-232 0,-2 0-84 16,1 1 16-16,4-1 68 0,1-3 0 15,-1 3 64-15,4-6-60 0,5 0 40 16,-2 0-44-16,1 0-36 0,4-6 32 16,-3 0 0-16,3 0-8 0,3-1 8 15,-6-2-4-15,3 2-44 0,0 1 44 0,0-1 12 16,-4 2-4-16,0 1 8 0,4-2-8 16,-3 3-76-16,2 3-104 0,-3 0-93 15,0 0-111-15,5 0-236 0,-1 0-40 16,-5 3 268-16,10-3 304 0,-5 0 88 15,4 3 76-15,0-3 56 0,4 0-44 0,0 0 120 16,0 0-64-16,1 0 112 16,-2-3-152-16,5 3-40 0,-3-3 16 15,2 3 12-15,-3-4 8 0,1 1-20 0,-5 3-44 16,4-3-36-16,-4 0-8 0,0 0-4 16,0-1 12-16,0 1 128 0,4-1 4 15,-4 2-56-15,4-1 116 0,0 3-24 16,4-3-40-16,-4 3 29 0,4 0-13 15,0-4-56-15,5 4-12 0,-6 0-72 16,1 0-4-16,-3 0-44 0,2 0-48 0,-3 4-36 16,-3-1 52-16,2 2 11 15,-2-1 13-15,-1 3 0 0,0-1 44 0,0 0 8 16,0-2 64-16,4-1 37 0,0 0 31 16,4-3-68-16,0 0-64 0,0 0-4 15,4 0 4-15,-4 0-104 0,5 3 28 16,-2-3 76-16,1 0-81 0,-4 4-111 0,0-2-648 15,-4 5 532-15,4-4 304 0,0 3 4 16,-4-2 48-16,4 2 96 0,0-3-68 16,1 0 4-16,3 0 124 0,-5 1 80 15,9-4-12-15,-4 0-92 0,4 0-164 16,0 0-8-16,0 3 45 0,0-3 11 16,0 0-64-16,0 0-8 0,0 0-44 15,0 0-13-15,0 0 65 0,0 3 117 16,0 0 47-16,0 0-20 0,0 0-28 15,0 0-64-15,0 7 36 0,0-1 232 16,0 4 40-16,0 4-268 0,0-5 36 0,0 3-128 16,4-2 0-16,-4 3 0 0,4 3 12 15,1-3 64-15,-1 3 156 0,0 0-184 16,3 0 80-16,-3 3-12 0,4 1-40 16,-3 3 64-16,-1-1-64 0,-1 0 128 0,1 4-76 15,-4-4-116-15,0 7 180 0,4-1-116 16,-4 2 0-16,0 0-64 0,0 3 152 15,0-1-164-15,0 3 152 0,0 1-76 16,0-1-76-16,0-4 0 0,4-2 4 16,0-3-12-16,-4-1-80 0,5-2 80 15,2-1-44-15,-3 1 48 0,0-5 4 16,4 5-4-16,1-4 0 0,-6 4-60 0,5-1-24 16,0 0 88-16,0 0 60 0,0 1-60 15,0-3-88-15,0 2 76 0,-1 0 12 16,-2 1 36-16,3-1-36 0,-8 0 0 15,4 0 0-15,-4 1 128 0,0-1-128 16,0 1 4-16,0-1-4 0,0-2 56 16,0-2-48-16,0 0-8 0,0-2 100 15,0-1-88-15,0 1 0 0,0-3 0 0,0 3 64 16,0-3-72-16,0-4-4 0,0 4 0 16,0 0 112-16,4 0 28 0,-4 0 12 15,0 1-28-15,4-5-36 0,-1 3 12 16,1-2 4-16,1 3-28 0,-1-3-16 15,-4 2 56-15,0-2-56 0,4 0 40 0,-4 0-36 16,0-1 24-16,0 1 24 16,4-1 0-16,-4 1 44 0,0 0 20 0,4-3 48 15,-4 2 0-15,0-1 0 0,3-3-64 16,-3-2-8-16,4 1-56 0,-4 0-8 16,5-2-12-16,-5-1 12 0,0-1-80 15,0 4 4-15,4-4-4 0,-4-3 40 16,0 3-40-16,0 0 0 0,0 1 4 15,0-4 0-15,0 0 40 0,0 0-40 16,0 0 60-16,0 0 4 0,0 0-4 16,0 0 28-16,0 0 0 0,0 0-28 15,0 0-8-15,4 0-16 0,-4 0-48 0,0-4-44 16,0 1-116-16,4 0 24 0,-1 0-100 16,1-7-96-16,9-2-28 0,2-11-388 0,6-2-524 15,-6 6-1392-15,5-23-5617 0</inkml:trace>
  <inkml:trace contextRef="#ctx0" brushRef="#br0" timeOffset="150420.835">17395 9331 5684 0,'0'0'6809'0,"0"0"-5581"16,0 0-328-16,0 0-372 0,0 0 104 15,0 0 544-15,0 0 40 0,0 0-228 16,100 29-228-16,-69-17-284 0,5-2-196 16,5 0-132-16,-10-8 32 0,5 3-96 0,0-5-84 15,-4 0 0-15,0-11-76 0,-4-2-20 16,0 1-296-16,-1-4-168 0,-3 0-200 15,0-3-348-15,-8 6-460 0,-4 7-1552 16,-12-4-3805-16</inkml:trace>
  <inkml:trace contextRef="#ctx0" brushRef="#br0" timeOffset="150876.983">17634 9481 5320 0,'0'0'3108'15,"0"0"-99"-15,0 0-1689 0,0 0-768 16,0 0 56-16,0 0 244 0,0 0 116 16,0 0-288-16,-36 79-304 0,28-57-152 15,4-3-112-15,0 6 136 0,-3 0-48 0,3 5 8 16,-1-2-20-16,-3 3 60 0,4 4-40 16,1 1-60-16,-1 2-24 0,-5 0-116 15,5 0-8-15,0-4 0 0,4 6-8 16,0-7 4-16,0 3 4 0,0-5 4 0,0 1 44 15,0-4 28-15,4-2-28 16,5 0 136-16,-5-8 12 0,3-1 52 0,-3-1 288 16,4-2-216-16,-3-3-100 0,3 2-64 15,-1-4-20-15,-3 0-16 0,4 4 16 16,0-3-16-16,4-1 28 0,0 0-16 16,0 4 12-16,4-3 16 0,4 0 21 15,-4-3 51-15,7-2 12 0,-2-2-76 16,-1 1-48-16,3-2-36 0,-6-2-20 15,3 0 8-15,-5 0 12 0,2 0-60 16,-6 0 24-16,1 0-24 0,4 0-12 16,-8-2-12-16,0 2-4 0,0 0-116 15,-4 0-136-15,0 0-384 0,0 0 444 16,0 0-181-16,0 0-119 0,-1-4-56 0,6 4-108 16,3-6-308-16,-1-1-624 0,6 1-856 15,-10-3-2437-15,14-17-4827 0</inkml:trace>
  <inkml:trace contextRef="#ctx0" brushRef="#br0" timeOffset="151390.553">18591 9394 8756 0,'0'0'2441'0,"0"0"-645"0,0 0-244 15,0 0-168-15,0 0 228 0,0 0-436 16,0 0-364-16,0 0-264 0,0 0-84 0,0 0 112 16,39 7 20-16,-23-4-99 0,4 3-85 15,4-3-48-15,0 1-28 0,-1-4-32 16,9 0-28-16,0 0-56 0,1 0-52 15,3-4-48-15,-1-2-120 0,5-2 60 16,-1 1-60-16,6-6 44 0,-6 3-44 16,6-2-60-16,-10 2-24 0,1 1-168 15,-4-1-124-15,-8 0-108 0,-1 4-108 0,-6 3-148 16,-6 0-209-16,-2 3-503 0,-9 0-944 16,0 3-2352-16,-13 6-1853 0</inkml:trace>
  <inkml:trace contextRef="#ctx0" brushRef="#br0" timeOffset="151712.35">19012 9420 11281 0,'0'0'1820'0,"0"0"-1020"0,0 0-28 15,0 0 400-15,0 0 20 0,0 0-348 16,0 0-312-16,-11 70-124 0,11-48-4 15,0 3-36-15,0 4 72 0,0 6 36 16,0-4-184-16,0 8-84 0,0-1-96 16,0 6 8-16,0-3-60 0,-4 8-52 15,4-5-8-15,-4 0 0 0,4-3-4 16,0 0 0-16,0-3 4 0,0-2-4 0,4-5-44 16,0-2 48-16,0-4-48 0,-1-3-100 15,1-3 64-15,0-6 60 0,1 0 24 16,-5-1 0-16,0-1 0 0,0-5-108 0,0 2-64 15,0-3-292-15,0 1 352 16,0 0-228-16,-5-3-152 0,1 1-96 0,4-4-128 16,0 0-216-16,0 0-512 0,0-10-936 15,4 1-1933-15,9-17-2551 0</inkml:trace>
  <inkml:trace contextRef="#ctx0" brushRef="#br0" timeOffset="152530.954">19905 9220 11117 0,'0'0'4924'0,"0"0"-3856"15,0 0-648-15,0 0 16 0,0 0 404 16,0 0 312-16,0 0-188 0,0 0-516 16,0 0-240-16,0 0-112 0,76-3-20 15,-57 3-68-15,5 0 40 0,1-4-40 0,-5 4-4 16,3-3-4-16,1 3-4 0,-4 0-56 15,0 0 8-15,-4 0 4 0,-1 3-12 16,2 1 48-16,-1-1-60 0,-4 1 0 16,-4 1-16-16,4-2 16 0,-4 3 0 15,0 1-48-15,-1-1-4 0,2 0 52 16,-5 5 24-16,0-3 48 0,0 6-4 0,-4-1-8 16,0-1 0-16,0 4 12 0,0-3 52 15,0 3-4-15,-4-1-48 0,0 2-12 16,4 1 12-16,-4-2 232 0,-1 1-124 15,1 2-108-15,4 0 72 0,0 3-204 16,0 3 324-16,0 0-104 0,0 4 8 16,4-1 12-16,-4 5-20 0,0 0-40 15,0 3 17-15,0 2-57 0,0 0 56 16,0 3-56-16,0-2 4 0,0 2-12 16,0-3 0-16,0 3 0 0,0-5 4 0,5-3 8 15,-1 0 36-15,0-5-36 0,0-2 48 16,-4-1-56-16,3-2 4 0,-3-4 40 15,4-1 12-15,-4-1-48 0,4-1 96 16,-4-2-48-16,0 0 4 0,0-1 8 16,0-1-24-16,0-2-36 0,5-1 48 15,-5 1-48-15,0-1 48 0,0-3 12 16,0-2-60-16,0-1 64 0,0-3-16 0,0 3 0 16,0-3-12-16,0 0 0 0,0 0 12 15,0 0-12-15,0 0 0 0,0 0 0 16,0 0 0-16,0 0 0 0,0 0 16 15,0 0-4-15,0-3 12 0,0 3 0 16,0 0-72-16,-5-3 0 0,1-1-60 16,0-2 52-16,-3 3-52 0,-1-3 12 15,-1-1-52-15,-2 1-56 0,-6-3-72 0,2-1-52 16,-9 1-36-16,0-4-84 0,-8 4-73 16,-4-1 9-16,-7 3-20 0,-6 1-68 15,-10 6-48-15,-5 0-224 0,-7 0-188 16,-1 6-120-16,-4 4-344 0,1 3-912 0,19 0-2309 15,-28 5-3083-15</inkml:trace>
  <inkml:trace contextRef="#ctx0" brushRef="#br0" timeOffset="186958.998">2932 12897 1892 0,'0'0'600'0,"0"0"-508"16,0 0-92-16,0 0 0 0,0 0 64 15,0 0 28-15,0 0 0 0,0 0 88 16,0 0 96-16,-24-7 128 0,16 7 260 0,4 0 416 15,4 0-92-15,-4 0-712 0,0 0-56 16,0 0 3756-16,1 0-2907 0,-6 0-341 16,5 0-124-16,0 0 296 0,4 0 212 15,0 0-116-15,0 0-208 0,0-3-192 16,0 0-140-16,0 0-12 0,4 0-112 16,0-4-184-16,5-2-36 0,-2-4 24 15,1-3-16-15,8-1-48 0,-4 3-68 16,3-2-8-16,2-1 4 0,-2 5-4 15,6 2 4-15,-1 4-52 0,4-1 52 16,-1 5-4-16,-3 2 4 0,4 0-12 16,1 0 8-16,-6 7-44 0,5-2 44 0,-4 8 0 15,3 2 0-15,-2 4 4 0,-1 6 0 16,-1 8 0-16,2 8 0 0,-6 8 0 16,1 1 12-16,-4 10 36 0,4 0-44 15,-8-3 4-15,5-2 0 0,-6-8 4 16,1-12 0-16,0-10-12 0,0-9 0 0,0-7-120 15,0-2 8-15,3-7-48 16,-2-2-96-16,3-9-200 0,0-8-312 0,4-9-504 16,-5-7-708-16,2 3-932 0,2-25-2029 0</inkml:trace>
  <inkml:trace contextRef="#ctx0" brushRef="#br0" timeOffset="187159.213">3613 12690 10032 0,'0'0'2381'0,"0"0"-1793"15,0 0-116-15,0 0 720 0,0 0 524 16,0 0-496-16,-88 44-504 0,65-21-368 16,-1 9-80-16,-4 2-72 0,-4 11-36 15,0 6-84-15,0 2 20 0,-3 8-12 0,-6-1-84 16,5 0-48-16,5-2-28 16,-1-7-20-16,4-7-164 0,5-6-96 0,6-6-88 15,6-6-40-15,-2-12-224 16,13 0-368-16,0-4-400 0,0-4-724 0,4-6-1765 15,20-3-1851-15</inkml:trace>
  <inkml:trace contextRef="#ctx0" brushRef="#br0" timeOffset="187718.957">4784 12925 8220 0,'0'0'2004'0,"0"0"-843"0,0 0 227 0,0 0 48 15,0 0-32-15,0 0-300 16,92 41-172-16,-79-12-212 0,-2 6-144 0,-3 10-120 15,-3 2-248-15,-5 3-108 0,3 1-24 16,-3-9-76-16,0-10-48 0,0-10-260 16,0-9-72-16,0-6-124 0,0-7-276 15,0 0-300-15,-8-14-304 0,4 1-1192 16,-11-18-4333-16</inkml:trace>
  <inkml:trace contextRef="#ctx0" brushRef="#br0" timeOffset="187876.532">4669 12652 11189 0,'0'0'1708'0,"0"0"-1596"0,0 0 1060 0,0 0 924 15,0 0-580-15,0 0-600 0,87-38-560 16,-63 32-356-16,4 0-60 0,4-1-284 16,4 7-844-16,4 0-516 0,-12 0-1376 0,12 2-5533 0</inkml:trace>
  <inkml:trace contextRef="#ctx0" brushRef="#br0" timeOffset="188175.168">5486 12741 12745 0,'0'0'2160'0,"0"0"-1428"16,0 0 60-16,0 0 156 0,-68 73-156 15,48-51-336-15,1 0-308 0,2 4-148 0,6-7-72 16,2 0 68-16,9 0-60 15,0-7 4-15,5 1-52 0,10 4 112 0,6-5 8 16,3 1 4-16,7 2 88 0,-4-2-88 16,6-6-12-16,-1 5 8 0,-5-5-8 0,5 2 4 15,-4 4 0-15,-4-4 84 16,0 4 24-16,-3 0-52 0,-10 7 12 0,1-6 40 16,-9 5-12-16,2 7-4 0,-5-3-56 15,-5 2-40-15,-6-3-60 0,-1-3-52 16,-4 0-48-16,1-3-144 0,-2-4-216 15,2 1-248-15,-2 0-408 0,-3-1-548 16,5-1-2113-16,-6-3-3823 0</inkml:trace>
  <inkml:trace contextRef="#ctx0" brushRef="#br0" timeOffset="189611.126">7434 12766 9912 0,'0'0'1805'0,"0"0"-1229"15,0 0-268-15,0 0 484 0,0 0 732 16,-83 23-356-16,63-8-304 0,4 8-316 16,0 6-140-16,4 8-24 0,3 9-52 15,2 4-60-15,3 4 48 0,0-7 12 16,4 2-136-16,0-16-196 0,4-7 0 15,4-10-112-15,-1-9-36 0,10-5-8 16,-1-2-4-16,3-9 160 0,6-7-172 16,-1-6-212-16,-5-7-96 0,1-2 60 15,1-4 60-15,-6 0 60 0,-2 0 128 0,-6 0 108 16,1 3 60-16,0 4-4 0,-8 2 8 16,0 4 200-16,0 3 84 0,-4 6-60 15,0 4 60-15,0 3-24 0,0 1 36 16,0 5 40-16,1 0-56 0,-2 7-252 0,5 9-28 15,-4 3 0-15,4 7 56 0,0 6 16 16,0 5 16-16,4 5-88 0,4-4-36 16,4 0-52-16,4-3-120 0,0-7-324 15,8-2-160-15,4-3 184 0,4-8 148 16,0-5-696-16,7-2-980 0,-11-1-1905 16,17-7-2215-16</inkml:trace>
  <inkml:trace contextRef="#ctx0" brushRef="#br0" timeOffset="190375.782">8876 12884 5868 0,'0'0'3140'0,"0"0"-1187"0,0 0-897 16,0 0-172-16,0 0 336 0,0 0 108 15,0 0-72-15,100-19-508 0,-64 16-252 16,0-3-212-16,0 2-12 0,-4 1-88 0,-1 3-60 16,-3-3-76-16,-3 3-40 15,-6 0-8-15,-3 0-136 0,-4 6 76 0,-3 4-52 16,-6 3 36-16,-3 2-60 0,-3 11 40 16,-10 2-52-16,-2 7-124 0,-6 0 160 15,-3 0 60-15,5 0 52 0,-5-3 16 16,7-1 52-16,6-6-64 0,-2-2 44 15,13 3 236-15,0-4-28 0,0-3 4 16,13 3 72-16,2-6-60 0,2 0-16 0,3-4 272 16,7-6-136-16,-3-1-160 0,4-5-136 15,4 0-96-15,0-11-12 0,-1-5-280 16,1-6-184-16,4-6-324 0,-4-4-272 16,5-3-440-16,-9 0-872 0,-5 7-2289 15,1-4-2719-15</inkml:trace>
  <inkml:trace contextRef="#ctx0" brushRef="#br0" timeOffset="190693.231">9598 13058 9048 0,'0'0'3277'0,"0"0"-2433"0,0 0-616 0,43 83 600 16,-26-60 912-16,-6-8-500 0,10-5-648 0,-6-4-280 16,5-6-28-16,5-6-40 0,2-7-244 15,-3-5-84-15,4-8-360 0,0-6-76 16,-4-3-200-16,0 0-24 0,-5-4-8 15,-2 8 44-15,-10 3 76 0,-3 5 200 16,-4 4 140-16,-8 4 292 0,-8 2 12 16,-7 0 292-16,-1 7 192 0,-8 2-40 15,4 4-100-15,-4 7 20 0,4 5 52 16,4 11-28-16,0 5 80 0,5 10 8 16,-6 4-44-16,9 9-32 0,1 2 132 15,3 1 32-15,-1 3-84 0,10-6-212 0,-1 0-200 16,4-13-80-16,4-3-124 15,7-12-132-15,2-11-136 0,2-5-40 0,5-7 100 16,5-16-76-16,6-6-524 0,5-14-572 16,-4-5-712-16,-4 10-1641 0,11-28-859 0</inkml:trace>
  <inkml:trace contextRef="#ctx0" brushRef="#br0" timeOffset="191146.761">10163 12906 10124 0,'0'0'2073'0,"0"0"-1241"16,0 0-324-16,40 66 64 0,-36-36 440 15,1 4 184-15,-5 5-236 0,0 2 32 16,-5 1-156-16,1-2-220 0,-4-2-264 16,1-6-204-16,3-7-100 0,4-6 4 15,-4-9 32-15,4-7-24 0,0-3-12 16,4 0 16-16,0-6-64 0,7-7-148 16,6-6 148-16,2-3-232 0,5-7-124 0,4-3-256 15,0-3-212-15,4 5-156 0,-4-3-244 16,0 2-312-16,0-1-372 0,0 5-689 15,0 6-591-15,-5 2 532 0,-3 9 1432 16,4 8 1224-16,-8 2 1640 0,-4 5 368 0,0 12 68 16,-1 5-8-16,-2 3-295 15,-1 7-537-15,3 3-172 0,2-1 132 0,-2 4 76 16,1-6-72-16,1-6-228 0,2-7-628 16,-2-6-172-16,2-10 8 0,1-3-16 15,4 0-164-15,0-13-132 0,4-3-64 16,0-6-64-16,-1-6-116 0,-2 0 80 15,-1-5 124-15,-9 8 172 0,-3 6 100 16,-4 3 12-16,-4 6 24 0,-4 1-40 16,-7 3 28-16,-6 2 120 0,-10-2-60 15,-1 6-96-15,-8 0-88 0,-4 0-148 16,-3 3 0-16,2 7-24 0,5 5 0 0,1 2 40 16,7-2-92-16,8 7-304 0,0-2-472 15,4 1-876-15,8-5-2508 0,-4 10-4401 0</inkml:trace>
  <inkml:trace contextRef="#ctx0" brushRef="#br0" timeOffset="191587.296">12032 13052 14645 0,'0'0'1952'0,"0"0"-1032"0,0 0-128 0,0 0-248 16,0 0 252-16,0 0 108 0,-48 70-280 15,37-34-272-15,2 1-96 0,5-2 25 16,4-7-125-16,0-8-156 0,9-8-128 16,2-9-20-16,6-3 100 0,10-6-13 15,1-10-147-15,0-6-60 0,4-6-72 16,-1-2-12-16,-3-1 48 0,-4 3 20 16,-3-1 152-16,-6 7-52 0,-2 3-12 15,-9 6-12-15,-4 0 12 0,0 7 72 16,-13 3 124-16,-6-1 128 0,-5 4-32 0,-4 0 28 15,0 7 60-15,-4 6 24 0,8-1 12 16,0 4-160-16,4 3-60 0,4 0-64 16,4 0-32-16,5-3-164 0,-2-7-536 15,9 2-912-15,0-6-2372 0,0 2-2233 0</inkml:trace>
  <inkml:trace contextRef="#ctx0" brushRef="#br0" timeOffset="191725.855">12435 13081 13105 0,'0'0'2468'0,"0"0"-1324"0,103 6 12 0,-67-6-204 16,4-3-572-16,-8-3-136 0,4-7-132 16,-4-6-100-16,3-6-12 0,-3-5-60 15,4-3-616-15,-4-6-696 0,-4-2-860 16,-4 12-2429-16,-4-12-4671 0</inkml:trace>
  <inkml:trace contextRef="#ctx0" brushRef="#br0" timeOffset="191954.592">12634 12668 11821 0,'0'0'2384'0,"0"0"-1672"16,-8 76-324-16,8-41-48 0,0 9 492 15,8 4 772-15,-1 0-336 0,6 5-620 0,-2 5-244 16,6 2-160-16,-2 8-100 0,-2-3-136 16,-6 9 4-16,1-5-12 0,0 5-4 15,-8-8-56-15,5 0-48 0,-5-8-184 16,0-7-112-16,0-7 12 0,-5-5-100 15,-3-8-76-15,0-5-48 0,-3-4-140 0,-6-7-184 16,2-2 84-16,-5-10 176 16,0-3-80-16,-5 0-412 0,-2-12-641 0,3 2-759 15,-16-15-2396-15</inkml:trace>
  <inkml:trace contextRef="#ctx0" brushRef="#br0" timeOffset="192525.504">13845 12690 8372 0,'0'0'2352'0,"0"0"-627"16,0 0-501-16,96-34 296 0,-57 34-348 0,5 6-224 16,0 13-208-16,-4 6-72 0,-4 13 8 15,-1 7-172-15,-7 2-116 0,-4 10-144 16,-12 3-120-16,0 1 20 0,-8 0-8 0,-4-4-16 16,0-6-112-16,0-7 44 15,0-9-40-15,-7-13 60 0,7-3 0 0,-9-10-64 16,9-2 64-16,-4-7 76 0,4 0 32 15,0 0 189-15,-4-13-369 0,0-6-28 16,-3-6-116-16,3-10 95 0,4-9-47 16,-4-7 84-16,4-6 0 0,0-2-40 15,4 7 52-15,7 0-4 0,6 5-128 16,-2 5 84-16,9 8-24 0,4-2-64 16,-4 5 28-16,8 2-4 0,-4 4-44 15,-1 3-100-15,1 3-332 0,0 0-244 16,4 0-476-16,-4-1-1052 0,-4 4-2309 0,8 2-3211 0</inkml:trace>
  <inkml:trace contextRef="#ctx0" brushRef="#br0" timeOffset="192811.407">15045 12458 13657 0,'0'0'1884'0,"0"0"-952"16,0 0 384-16,0 0 28 0,0 0-228 15,0 0-140-15,0 0-404 0,0 0-343 16,0 0-129-16,0 0-56 0,0 0-40 16,35 32 100-16,-38-10 176 0,-6 13-4 15,-3 9-80-15,-4 8-52 0,0 5-72 16,0 7-60-16,1 2-12 0,2 7-8 0,5-4-76 16,8 2 76-16,0-8 0 0,13-9-48 15,2-10 52-15,6-12 4 0,-2-10-96 16,5-12-52-16,4-3 64 0,4-7-24 15,7-13-60-15,2-6 56 0,-1-10-80 0,-5-6-585 16,5-5-467-16,-4-2-932 0,-12 10-2328 16,7-12-2285-16</inkml:trace>
  <inkml:trace contextRef="#ctx0" brushRef="#br0" timeOffset="193015.908">15459 12597 16129 0,'0'0'2528'0,"0"0"-1228"16,95 19-32-16,-47-19-319 0,4 0 127 15,4 0-216-15,0-2-452 0,3-8-288 16,1-3-24-16,0-2-96 0,-4-4-12 0,-1-6-216 16,-3-1-364-16,0 4-132 0,-8-4 12 15,-5 7-481-15,-15 3-1399 0,-7 4-2912 16,-17 5-2753-16</inkml:trace>
  <inkml:trace contextRef="#ctx0" brushRef="#br0" timeOffset="193175.973">15877 12614 10288 0,'0'0'2557'16,"0"0"-1017"-16,0 89-268 0,4-51 32 16,4 10-112-16,0 6 480 0,-4-4-280 15,4 4-491-15,-4-3-321 0,4-3-252 16,0-4-256-16,-5-6-72 0,1-6-280 0,1-9-480 15,3-8-141-15,3-9-3 0,2-6-444 16,-1 0-1332-16,8-21-4581 0</inkml:trace>
  <inkml:trace contextRef="#ctx0" brushRef="#br0" timeOffset="193395.717">16785 12357 8672 0,'0'0'7901'15,"0"0"-6857"-15,0 0-600 0,64 89-84 16,-48-51 168-16,-4 6 908 0,0 7-136 16,0 3-679-16,0 6-389 0,0 4-160 0,-4 2 0 15,-4 8-72-15,-4-2-64 0,-12 2-68 16,-12-1-344-16,-4-3 15 0,-4-1-15 16,-3-5-72-16,-6-4 12 0,-2-6 8 15,-6-3-220-15,-2-7-552 0,-9 0-956 16,12-11-1640-16,-31 8-1473 0</inkml:trace>
  <inkml:trace contextRef="#ctx0" brushRef="#br0" timeOffset="196199.566">19012 12553 8080 0,'0'0'4357'0,"0"0"-3681"0,0 0 228 16,0 0 284-16,105 26-180 0,-74-8 52 16,5 12-168-16,0-1-212 0,-1 5 240 0,6 4-344 15,-5 0-284-15,-4 4-48 0,-5-1-88 16,-7 7-152-16,0-4 0 0,-12 6-8 15,-1-1 4-15,-7-5-12 0,0-3 0 16,0-6-36-16,-7-4 0 0,-1-8-12 16,0-10-28-16,4-4-56 0,0-5 32 15,-4-4 100-15,-4-4-84 0,5-11 24 16,-2-4 64-16,1-11-56 0,1-3 16 0,3-9 12 16,4-6 24-16,0-6 24 0,4 3-20 15,3 4 16-15,10-1 56 16,2 3-64-16,5 7 0 0,0 0-100 0,4 7 24 15,4-1-44-15,0 6-28 0,0 1-24 16,0 2-344-16,3 4-248 0,1 4-164 16,0 2-384-16,-5 1-564 0,-3 2-1256 15,12 0-2697-15</inkml:trace>
  <inkml:trace contextRef="#ctx0" brushRef="#br0" timeOffset="196428.865">20161 12430 692 0,'0'0'11693'0,"0"0"-10289"16,0 0-720-16,0 0 600 0,0 0 132 16,0 0-16-16,-96 76-308 0,76-48-456 15,-1 4-280-15,6 6-4 0,2 7 112 16,2 6 33-16,7 2-157 0,0 2-108 0,4 5-116 16,0-6-116-16,8 0-60 0,0-7-36 15,4-2-112-15,0-10-132 0,8-10-1 16,-5-9-59-16,6-2 84 0,-2-12-136 15,1-2-244-15,1-2-408 0,-2-15-968 16,-7 4-2184-16,4-12-4549 0</inkml:trace>
  <inkml:trace contextRef="#ctx0" brushRef="#br0" timeOffset="196700.585">20264 12816 5244 0,'0'0'8369'16,"0"0"-7329"-16,0 0-448 0,0 0 632 15,0 0 32-15,0 0-72 0,95-77-360 16,-63 50-508-16,8-1-156 0,0 2-160 16,4 1-68-16,0 6 4 0,-4 7 52 0,3 1-84 15,-3 11-4-15,0 0-80 0,-4 17 128 16,-1 5-60-16,-7 6 112 0,-3 7 120 16,-5 4 100-16,-5 1 88 0,-3 2 44 15,-3-4-44-15,-2 0-188 0,-3 0-52 0,0-8-68 16,0-5-12-16,-4-6-36 0,4-10 48 15,1 1-148-15,-5-8-56 0,0-2-284 16,3-2-164-16,1-8-280 0,0-6-380 16,4-3-672-16,-1 1-1192 0,6-15-2653 0</inkml:trace>
  <inkml:trace contextRef="#ctx0" brushRef="#br0" timeOffset="196866.241">21057 12532 11297 0,'0'0'2304'0,"0"0"-1468"15,0 0-240-15,0 0-104 0,-92 82 564 0,57-44 312 16,-6 3-248-16,1 7-312 16,-3 0-120-16,2 2-128 0,-2-2-280 0,-1-1-280 15,4 2-88-15,1-9-140 0,7-1-432 16,4-4-244-16,7-10-400 0,10-8-792 16,7-9-2064-16,12-14-2205 0</inkml:trace>
  <inkml:trace contextRef="#ctx0" brushRef="#br0" timeOffset="197070.591">21506 12512 13805 0,'0'0'1592'16,"0"0"-1024"-16,0 0 48 0,0 0 144 16,64 92 724-16,-59-63 192 0,-5 6-796 15,0 3-420-15,0 0-119 0,0 4-125 0,-5 2-128 16,-6 4-88-16,-1-1-8 0,-8 0-104 15,-1 2-176-15,-2-8-141 0,-1-6-19 16,4-4-112-16,-4-6-136 0,1-2-212 16,-1-8-548-16,3-4-1328 0,-11-5-3353 0</inkml:trace>
  <inkml:trace contextRef="#ctx0" brushRef="#br0" timeOffset="197441.856">22921 12579 10124 0,'0'0'5393'16,"0"0"-4413"-16,0 0-320 0,0 0 184 15,108 0 264-15,-76 0 8 0,4-7-396 16,-1 4-392-16,-3-6-260 0,4 2-68 15,-4-2-132-15,-4 4-260 0,-8-2-264 16,0 3-140-16,-12 1-496 0,-4 3-892 0,-4 7-1756 16,0-5-617-16,-24 14-1447 0</inkml:trace>
  <inkml:trace contextRef="#ctx0" brushRef="#br0" timeOffset="197591.963">22953 12753 12509 0,'0'0'2200'0,"0"0"-1408"16,0 0 140-16,0 0 152 0,0 0-92 15,108 36 88-15,-61-34-384 0,1-2-328 16,12 0-236-16,0-2 64 0,4-11-196 0,3 1 0 16,-3-8-340-16,3-2-480 0,-3 0-444 15,-4 0-548-15,-16 2-2708 0,4-2-6645 0</inkml:trace>
  <inkml:trace contextRef="#ctx0" brushRef="#br0" timeOffset="197855.819">24001 12369 10044 0,'0'0'3201'15,"0"0"-1629"-15,0 0-764 0,0 0 384 16,0 0-124-16,0 0-228 0,76-37-64 16,-57 33-228-16,-2 4-304 0,-2 0-108 15,1 13 84-15,1 6 72 0,-2 12 328 16,-3 8-59-16,0 5-297 0,-8 10 4 0,0 4 0 15,0 2 56-15,-4 0 64 0,4 0-220 16,5-3-156-16,2-5 36 0,1-8-48 16,4-16-192-16,3-3-36 0,2-11-100 15,-1-5-48-15,-1-9-168 0,1-4-185 16,-3-15-443-16,2-6-1048 0,-2 0-2432 0,-2-19-3537 16</inkml:trace>
  <inkml:trace contextRef="#ctx0" brushRef="#br0" timeOffset="198058.056">24451 12350 5368 0,'0'0'8465'0,"0"0"-7513"15,0 0-424-15,-88 80 480 0,49-45 352 16,-5 9 144-16,-4 7-48 0,-4 3-508 16,0 3-291-16,1 0-149 0,-1 1-204 0,5-5-304 15,6-5-24-15,9-3-496 0,4-11-345 16,13-9-155-16,7-5-228 0,3-10-864 15,5-4-2084-15,13-10-2421 0</inkml:trace>
  <inkml:trace contextRef="#ctx0" brushRef="#br0" timeOffset="198256.952">24814 11997 14381 0,'0'0'1824'0,"0"0"-1084"16,0 0 256-16,-4 90 652 0,-8-49 108 16,-4 7-275-16,0-1-609 0,-3 4-460 15,2-3-220-15,1-4-192 0,0 1-60 16,0-4-292-16,4-9-240 0,5-4-204 16,3-8 7-16,4-11-27 0,0-9-392 0,7-2-716 15,5-12-1248-15,-3-2-1837 0,2-15-1483 0</inkml:trace>
  <inkml:trace contextRef="#ctx0" brushRef="#br0" timeOffset="198445.644">24738 12078 10084 0,'0'0'2165'0,"0"0"-417"0,0 0-296 15,0 0-272-15,60-74-72 0,-44 65 4 16,-1 5-328-16,2 2-244 0,-2 2-124 16,-2 0-188-16,-2 0-68 0,-3 6-36 15,-4 7-52-15,1-1-72 0,-5 7 120 16,-13 4-60-16,-2 5-60 0,-13 1-192 15,-4 5-152-15,-8 2-168 0,0-2-48 16,-3 1-140-16,2 0-584 0,1-3-1192 16,16-10-2261-16,-11 3-3055 0</inkml:trace>
  <inkml:trace contextRef="#ctx0" brushRef="#br0" timeOffset="198776.5">25052 12741 14249 0,'0'0'2656'0,"0"0"-2060"0,0 0-436 16,0 0 288-16,92-9 256 0,-44 2 424 15,8 1-348-15,4-1-560 0,4 4-220 16,-1 0-84-16,5 0 80 0,-4 0-180 16,3 3 124-16,-7-3-112 0,0 3-316 0,-4 0-372 15,-4 0-348-15,-5 0-764 0,-15 0-2524 16,5 0-3865-16</inkml:trace>
  <inkml:trace contextRef="#ctx0" brushRef="#br0" timeOffset="199171.927">26583 12539 10452 0,'0'0'4621'0,"0"0"-4381"0,0 0-240 15,0 0 0-15,99-55 340 0,-62 42 304 16,2 0-8-16,-3 7-264 0,7 6-184 0,-2 4 12 16,-2 8 108-16,1 10-24 0,-4 7-36 15,-3 5 24-15,-6 4 56 0,-3 7 544 16,-4 0-284-16,-5-4-308 0,-6-3-136 16,3-7 16-16,-5-6-160 0,-3-2 0 15,5-10-172-15,-1-3 64 0,-5-4-88 16,1-3-120-16,0-3-236 0,5-3-148 15,2-9-260-15,10-8-604 0,-2-5-1324 16,1 0-2537-16,12-20-2535 0</inkml:trace>
  <inkml:trace contextRef="#ctx0" brushRef="#br0" timeOffset="199345.536">27531 12169 6384 0,'0'0'3904'0,"0"0"-839"0,0 0-1821 15,-84 68-688-15,45-24-24 16,-13 9 308-16,-4 10 256 0,1 5-96 0,-9 6-164 15,4-5-200-15,0 1-72 0,4-4-124 16,0-6-200-16,13-6-240 0,2-6-128 16,10-7-532-16,7-12-292 0,12-3-192 15,8-14-416-15,4-12-1032 0,4 0-2005 16,16-23-2107-16</inkml:trace>
  <inkml:trace contextRef="#ctx0" brushRef="#br0" timeOffset="199579.744">27898 11776 12657 0,'0'0'1948'16,"0"0"-1292"-16,0 73 272 0,-17-29 668 16,2 7 168-16,-5 6-288 0,-4 0-403 0,4 4-517 15,-4 3-264-15,0-8-76 0,5 2-216 16,-5-5-24-16,7-6-120 0,6-5-364 15,-2-13-257-15,9-10 33 0,4-6 12 16,0-10 72-16,9-3-188 0,2-10-424 16,6-12-576-16,2-6-1056 0,-2 1-2077 15,6-20-2615-15</inkml:trace>
  <inkml:trace contextRef="#ctx0" brushRef="#br0" timeOffset="199764.508">27913 11816 5168 0,'0'0'404'16,"0"0"5449"-16,0 0-4061 0,52-66-480 15,-31 57-116-15,-2-4-68 0,-3 7-156 0,5 3-308 16,-6-1-220-16,1 4-48 0,-4 0-104 16,0 0-144-16,-4 7-140 0,0-1-4 15,-8 3 4-15,0 7 64 0,-8 3 28 16,-8 6-52-16,-8 4-48 0,-8 3-188 0,-4-3-228 16,0 3-136-16,5-1-116 0,-5-5-136 15,4-1-244-15,4-3-768 0,12-6-884 16,-8 1-2785-16</inkml:trace>
  <inkml:trace contextRef="#ctx0" brushRef="#br0" timeOffset="200058.974">28069 12674 8884 0,'0'0'9097'0,"0"0"-7597"0,0 0-1264 0,0 0-116 16,0 0 332-16,80-22 172 0,-37 6 288 16,17 1-279-16,4-2-345 0,4 2-140 15,3 2-28-15,1 1-8 0,0-2-112 16,-8 5-96-16,-8 0-124 0,-9 2-664 15,-15 1-149-15,-8 6-43 0,-8 0-684 16,-16 3-1304-16,0 3-2389 0,-20 10-2347 0</inkml:trace>
  <inkml:trace contextRef="#ctx0" brushRef="#br0" timeOffset="200192.575">28320 12858 6168 0,'0'0'7073'15,"0"0"-4769"-15,0 0-1664 0,0 0 100 0,0 0-44 16,104 32 60-16,-61-32 312 15,13 0-456-15,8-12-444 0,-1-1-168 0,10-6-220 16,-2-4-308-16,1-3-416 0,-16 5-928 16,24-14-3524-16</inkml:trace>
  <inkml:trace contextRef="#ctx0" brushRef="#br0" timeOffset="200459.486">29547 12569 7564 0,'0'0'10485'0,"0"0"-8933"0,-48 83-892 16,32-48 144-16,1 6 185 0,2-3-117 16,9-2-208-16,4-11-448 0,17 0-212 15,7-9-4-15,8-3 84 0,11-7-84 16,5-3-192-16,7-6-112 0,1-13-116 16,4-6-100-16,0-6-40 0,-4-4 51 15,0-4 33-15,-9-2 60 0,-3 1 112 0,-12-5 120 16,-8 1 100-16,-12 3 84 0,-12 0 0 15,-12 0 280-15,-16 3-24 0,-12 3 84 16,-15 4-340-16,-21 6-116 0,-12 11-128 16,-11 8-60-16,-13 3-372 0,-12 19-480 15,29-2-1448-15,-61 18-4749 0</inkml:trace>
  <inkml:trace contextRef="#ctx0" brushRef="#br0" timeOffset="204999.014">4079 15062 12317 0,'0'0'3008'15,"0"0"-1912"-15,0 0-944 0,0 0-64 16,0 0 448-16,0 0 84 0,0 0-76 15,0 0-76-15,0 0 108 0,108 25 60 16,-68-19-232-16,4 1-124 0,-4 0-96 16,-5-5-172-16,-3-2 84 0,-4 3-92 15,-4-3 0-15,0 0 32 0,-4-3-36 0,-4-2-352 16,-4-2-392-16,0 3-176 0,-8 1-340 16,0 0-988-16,-4 3-3221 0,-13 3-3819 0</inkml:trace>
  <inkml:trace contextRef="#ctx0" brushRef="#br0" timeOffset="205177.036">4159 15279 5884 0,'0'0'6569'15,"0"0"-5305"-15,0 0-680 0,0 0 336 16,0 0 36-16,0 0-40 0,0 0-12 16,0 0 108-16,96 30-80 0,-61-30-456 15,1 0-232-15,8-9-172 0,-4-7-72 0,-1-3 0 16,6-9-48-16,-6-1-344 0,2-7-316 15,-1 1-336-15,-9 5-644 0,-7 4-3324 16,-8-9-5549-16</inkml:trace>
  <inkml:trace contextRef="#ctx0" brushRef="#br0" timeOffset="205406.508">4526 14751 1892 0,'0'0'10801'16,"0"0"-8953"-16,0 0-1684 0,0 0-112 15,0 0 968-15,0 0-4 0,80 32 40 16,-48-24-388-16,7 6-324 0,1-5-36 16,4 7-124-16,-4 0-180 0,-5 0-4 15,-3 6-64-15,-8 1 56 0,-3 2-64 0,-14 9-112 16,-3 5-124-16,-4 8 0 0,-16 1 60 16,0 6 28-16,-8-3 108 0,0-1-12 15,1-5-24-15,-5-8-152 0,8-8-212 16,-1-6-316-16,2-7-496 0,7-7-1068 15,0-5-1573-15,-1-4-2139 0</inkml:trace>
  <inkml:trace contextRef="#ctx0" brushRef="#br0" timeOffset="205889.669">5987 14913 7200 0,'0'0'5681'0,"0"0"-4573"0,0 0-852 15,0 0 428-15,0 0 624 0,0 0 76 16,101 28-320-16,-54-22-440 0,1-2 40 16,8-1-188-16,-1-3-48 0,1 0-172 15,0-3-76-15,0-4-172 0,0-5 36 16,-9 2-44-16,2-5-72 0,-6 1-172 16,-7 0-192-16,-4-3-128 0,-8 1-168 0,-4 7-216 15,-8 2-480-15,-9 4-1544 0,-3 3-3185 16</inkml:trace>
  <inkml:trace contextRef="#ctx0" brushRef="#br0" timeOffset="206116.115">6279 14916 6764 0,'0'0'5389'16,"0"0"-4073"-16,0 0-844 0,-17 70 96 15,14-35 444-15,3 9 392 0,0 3-584 16,0 7-152-16,0 7-260 0,-4 2-116 15,4 8-120-15,-4-2-60 0,0 5 12 16,4-1-112-16,-4-4-4 0,4-6-8 16,0-6-8-16,0-15-92 0,4-7-24 15,4-13-120-15,-4-6-284 0,3-10-52 16,6-6-116-16,-5-8-124 0,4-12-456 0,0-12-1096 16,-5 7-2173-16,1-29-2047 0</inkml:trace>
  <inkml:trace contextRef="#ctx0" brushRef="#br0" timeOffset="206360.853">6423 14979 8008 0,'0'0'4757'0,"0"0"-3893"16,0 0-492-16,0 0 564 0,0 0 560 16,0 0-324-16,0 0-456 0,-24 89-332 15,24-45-76-15,0 5-88 0,0 1 64 16,3 11-112-16,1-1-164 0,0 10 88 15,-4 0-96-15,4 2-8 0,-4-1-4 16,0-5-72-16,0-6-40 0,0-10-268 16,0-8-100-16,0-10 132 0,0-6-48 15,4-11 12-15,1-5-148 0,-5-7-208 0,4-3-468 16,3 0-532-16,-3-3-633 0,0-7-891 16,0 2-2620-16</inkml:trace>
  <inkml:trace contextRef="#ctx0" brushRef="#br0" timeOffset="206609.862">6434 15541 1228 0,'0'0'9733'0,"0"0"-8601"0,0 0-544 16,0 0 548-16,0 0 544 0,0 0-212 0,0 0-524 15,0 0-336-15,32-69-104 0,-8 56-52 16,4 0-180-16,4 4-112 0,4 2-16 16,-1 1-108-16,5 3-36 0,-4 0-120 15,4-1 44-15,-4 1-496 0,0 3-464 16,-5 0-340-16,1 0-888 0,-11 0-2849 16,-2 10-4414-16</inkml:trace>
  <inkml:trace contextRef="#ctx0" brushRef="#br0" timeOffset="207542.152">7171 15879 964 0,'0'0'784'0,"0"0"1916"16,0 0 472-16,0 0-1820 0,0 0-640 16,0 0-120-16,0 0-76 0,0 0-151 15,0 0-285-15,0 0-80 0,0 0-48 16,-28-64 48-16,28 64 64 0,0 0 16 16,0 0 32-16,0 0 44 0,-3 0 64 15,3 0 72-15,-4-4 184 0,4 1 112 16,-4 3 72-16,4-3-12 0,-5-4-40 15,1 5-16-15,0-5-80 0,0 4-84 0,1-4-4 16,3 5-88-16,-4-2-88 0,4 4-36 16,0-3-40-16,0 3-12 0,-4-4 28 15,4 4-28-15,0 0 12 0,0 0 12 16,0 0 24-16,-4-3 12 0,4 3 64 16,0-2 84-16,-5 2 72 0,5 0-100 0,0 0-84 15,0 0-60-15,-4 2-28 0,4 1-56 16,0 4-16-16,-4 6-88 15,1 6-8-15,-1 9 0 0,0 4 8 0,4 12 100 16,-4 3 40-16,4 8-15 0,-5 8 27 16,5 5-88-16,-4 8 24 0,4 6-36 15,0 1-60-15,0-4-40 0,0 1-8 16,0-11 0-16,0-5-24 0,9-10 0 16,-1-13-76-16,-4-12-45 0,3-13-147 15,2-7-88-15,-1-6-48 0,-4-3-96 16,3-12-28-16,1-7-200 0,1-10-440 0,-2-7-904 15,-3 9-2008-15,0-21-2377 0</inkml:trace>
  <inkml:trace contextRef="#ctx0" brushRef="#br0" timeOffset="207758.317">7155 15956 6492 0,'0'0'6093'0,"0"0"-5645"0,0 0-220 16,80-25 460-16,-52 20 136 0,0 2-120 15,0 3-228-15,-5 0-120 0,-3 0 32 16,1 6-212-16,-10 3-176 0,-3 7-28 16,-8 3 28-16,0 6 132 0,-8 1-132 15,-7-1-312-15,-5 5 0 0,-1-9 144 16,-2-2 68-16,3-3-64 0,0-3-364 16,0-5-240-16,4-3-324 0,4-5-736 0,0-5-961 15,8 0-3011-15,-8-17 2685 0</inkml:trace>
  <inkml:trace contextRef="#ctx0" brushRef="#br0" timeOffset="208047.131">7781 15141 4680 0,'0'0'8529'0,"0"0"-7281"0,0 0-644 16,0 0 584-16,-44 86 168 0,36-54-356 15,0 6-372-15,5 2-320 0,3 6 96 16,0 8 168-16,0 0 4 0,7 3-272 0,1 0-52 16,0 0-92-16,4-7-152 0,0-1-8 15,0-8-12-15,0-6-112 0,-1-13-116 16,2-2-140-16,-1-15-68 0,4-2-188 15,-4-3-160-15,8-13-288 0,-9-5-824 0,1 2-2056 16,4-19-1617-16</inkml:trace>
  <inkml:trace contextRef="#ctx0" brushRef="#br0" timeOffset="208291.888">7993 15402 4256 0,'0'0'5264'0,"0"0"-1307"0,0 0-3613 16,0 0 76-16,0 0 528 0,67-67 32 15,-48 55-276-15,5-2-272 0,4 9-168 16,0 5 20-16,0 0-208 0,0 5 20 16,0 9 64-16,-4 4 100 0,0 7 320 0,0 0-52 15,-4 5-88-15,-1 1-244 0,-6 1-88 16,-2 3-100-16,-7-3 80 0,4-6-88 16,-8-5-48-16,5-4-64 0,-1-8-316 15,0-3-148-15,-1-6-28 0,-3 0 0 16,8-9-636-16,-4-7-1116 0,-4 0-2869 0,9-19-2811 15</inkml:trace>
  <inkml:trace contextRef="#ctx0" brushRef="#br0" timeOffset="208478.164">8466 15163 1788 0,'0'0'10925'0,"0"0"-9409"0,0 0-820 15,-52 70 776-15,28-35 132 0,1 4-128 16,-5 2-472-16,0 2-356 0,-4 3-64 15,4 1-123-15,0 2-181 0,0-3-172 0,-4-1-96 16,8-1-12-16,1-6-136 0,3-3-236 16,-1-6-237-16,14-10-231 0,-1-10-284 15,8-5-392-15,0-4-1120 0,0-23-3217 0</inkml:trace>
  <inkml:trace contextRef="#ctx0" brushRef="#br0" timeOffset="208699.302">8678 15119 8656 0,'0'0'6285'0,"0"0"-5153"15,0 0 44-15,0 0 148 0,0 0-204 16,67 77-24-16,-59-55-424 0,0-3-444 0,4 6-19 16,0 0-125-16,0 4-80 0,0 3 4 15,-5 3-8-15,-3 0-48 0,-4 2-181 16,-7 5-39-16,-9-2-36 0,0 6-64 15,-8-2-56-15,1 1-28 0,-5-5 48 16,0-4-52-16,0-7-236 0,0-4-544 16,-4-3-1112-16,8-9-1877 0,-16-4-3475 0</inkml:trace>
  <inkml:trace contextRef="#ctx0" brushRef="#br0" timeOffset="210525.811">7164 15872 536 0,'0'0'1628'16,"0"0"-1560"-16,0 0 48 0,0 0 28 16,0 0-144-16,0 0 2412 0,0 0-332 15,0 0-832-15,0 0-172 0,0 0 140 16,-9 0-43-16,9 0-33 0,0 0-96 0,0 0-308 15,0 0-56-15,0 0-28 0,0 0-72 16,0 0-44-16,0 0-24 0,0 0-128 16,0 0-124-16,0 0-140 0,0 0-44 15,4 0-16-15,1 0 76 0,2 0 12 16,1-4 36-16,0 1 16 0,1 0-28 16,2 0-28-16,1 0-8 0,-4 3 24 0,4 0-28 15,-4 0-84-15,0 0-48 16,0 0-52-16,0 0 48 0,-1 0 4 0,2 6 4 15,-1-3-4-15,0 4 12 0,-5 0-4 16,6-2-4-16,-1 2-4 0,0-5-4 16,-5 5-12-16,5-1 8 0,1 0-40 15,-5 1 0-15,3 0 36 0,-3-2 4 16,0 6 4-16,-4-2 4 0,4 1 4 0,-4-4 68 16,0 7 16-16,0-1-88 0,0-2 4 15,0 3 44-15,0-1 0 0,0-2-48 16,0 2 0-16,-4-2 12 0,0-1-12 15,0 2-12-15,1-3-32 0,-1-2 44 16,0 5 12-16,-5-6 48 0,1 2 4 16,1 0-52-16,-1-1 60 0,-1 0 0 15,-2 1 4-15,3-1-64 0,-5 0 36 16,2 1-44-16,-6-1 44 0,6 0-48 16,-1 1 48-16,-4-1 28 0,4-3-64 0,0 4-12 15,-4-5 0-15,0 2-52 0,4-1 52 0,-4-3 4 16,4 0 0-16,1 0-4 15,-2 0-108-15,6 0 108 0,-1 0 40 16,4 0 8-16,-5 0-48 0,9-3-4 16,0 3 4-16,-4 0 0 0,4 0-8 0,0-4-88 15,0 4 36-15,-3 0-40 0,3-2-32 16,0 2-16-16,0 0 12 0,0 0-20 16,0-4-104-16,0 4-36 0,0-3-180 15,0 3-204-15,0-3-240 0,7 0-220 16,2 0-944-16,-1 0-2049 0,7-7-3879 0,-54 41 6320 15</inkml:trace>
  <inkml:trace contextRef="#ctx0" brushRef="#br0" timeOffset="211604.039">9630 15361 3344 0,'0'0'1916'0,"0"0"2900"0,0 0-2871 15,0 0-461-15,0 0 248 0,0 0-60 16,0 0-284-16,0 0-328 0,0 0-376 16,0 0-280-16,0 0-196 0,0 5-88 15,15-5 88-15,9 4 108 0,1-4 124 16,6 0-99-16,1 0-125 0,0 0-56 0,0-4-88 15,0-1-60-15,0-2 32 0,-4 1-44 16,3-5 0-16,-3 3-4 0,0-5-60 16,-4 4-264-16,4-5-269 0,-4 2-23 15,-4-1-148-15,-1 4-152 0,-6 2-584 16,-6 4-1072-16,-7 3-2345 0,0 6-2219 16</inkml:trace>
  <inkml:trace contextRef="#ctx0" brushRef="#br0" timeOffset="211811.122">9801 15509 848 0,'0'0'8792'15,"0"0"-6395"-15,0 0-645 0,0 0-184 16,0 0-64-16,0 0-484 0,0 0-416 16,0 0-220-16,0 0 156 0,0 0 208 15,0 0 8-15,76 28-208 0,-48-28-232 16,0 0-87-16,-1-2-69 0,10-7-92 15,-2-1-68-15,1 3-244 0,3-5-169 0,1 6-355 16,-3-4-220-16,2 3-448 0,-11 5-1320 16,12-5-3377-16</inkml:trace>
  <inkml:trace contextRef="#ctx0" brushRef="#br0" timeOffset="213236.509">10869 14998 5896 0,'0'0'2924'15,"0"0"365"-15,0 0-1565 0,0 0-760 16,0 0 408-16,0 0 140 0,0 0-268 16,0 0-432-16,0 0-448 0,0 0-168 15,0 0 100-15,52 4 92 0,-13-1 292 16,5-3-299-16,8 0-57 0,4 0-116 15,-5 0-64-15,1 0-36 0,-4-7-96 0,0 0-12 16,-4 2 0-16,-4-2-12 0,-5-6-48 16,1 5-84-16,-8-3-112 15,0-1-180-15,-4 2-173 0,-8 1-107 0,-8 2-140 16,-4 5-212-16,-4 2-904 0,-4 0-1108 16,-16 9-3281-16</inkml:trace>
  <inkml:trace contextRef="#ctx0" brushRef="#br0" timeOffset="213477.196">11092 15049 6308 0,'0'0'1860'15,"0"0"933"-15,0 0-1377 0,0 0-408 16,0 0 324-16,0 0 140 0,-28 86-344 16,28-58-276-16,4 5-160 0,4 8-152 15,0 1 184-15,0 5-236 0,-4 4-184 16,-4 2-108-16,0 1-64 0,0 6-84 0,-4 1-48 15,0-4 12-15,-4 0-12 16,4-6-64-16,-4-6-132 0,4-14-72 0,4-5-12 16,0-7-96-16,0-10-164 0,0-9-196 15,4 0-300-15,4-7-520 0,0-5-972 16,-4-4-2033-16,0-16-2863 0</inkml:trace>
  <inkml:trace contextRef="#ctx0" brushRef="#br0" timeOffset="213905.833">11260 15052 456 0,'0'0'8628'0,"0"0"-6792"15,0 0-1015-15,0 0-217 0,0 0 356 16,0 0 320-16,0 0-320 0,7 85-280 15,-7-50-252-15,4 1-120 0,-4 2 152 16,4 3 12-16,-4 1-28 0,0 6-132 16,0-1-152-16,-4 3 72 0,0 5-136 15,-3-5-44-15,-2 4-40 0,1-6 36 16,4-6 12-16,0-4-60 0,1-10-140 16,3-2 28-16,0-11-60 0,0-5-196 0,0-4-176 15,0-6-112-15,3 0-180 0,1-3-220 16,4-7-488-16,0-5-872 0,0-5-1677 15,-4 5-1347-15</inkml:trace>
  <inkml:trace contextRef="#ctx0" brushRef="#br0" timeOffset="214192.558">11299 15561 2912 0,'0'0'4'16,"0"0"1296"-16,0 0 3420 0,0 0-3192 0,0 0-267 15,0 0 211-15,0 0-304 16,0 0-268-16,0 0-272 0,0 0-12 0,0 0 108 16,60-17-68-16,-41 10-248 0,1 5-196 15,-3 0 8-15,2-2-72 0,-6 1-88 16,2 3-60-16,-7 0-12 0,4 0-72 15,-4 0-28-15,-4-3-232 0,4 3-212 16,0 0-240-16,0-4-284 0,0 4-556 0,1-3-1472 16,-2-4-4085-16</inkml:trace>
  <inkml:trace contextRef="#ctx0" brushRef="#br0" timeOffset="214710.543">11821 15766 1292 0,'0'0'11009'0,"0"0"-9325"16,0 0-1060-16,0 86 320 0,0-47 488 0,0 1-156 16,0 9-452-16,0-2-284 15,0 5-244-15,0 0-52 0,4 3-244 0,-4 2 4 16,0-2 28-16,4-5-32 0,4 0-172 15,-5-5 160-15,2-7-48 0,-1-7-208 0,0-8 44 16,-4-10 52-16,0-7-60 16,0-6-212-16,0 0-344 0,0-12-532 0,0-4-556 15,-4-6-2681-15,0 2-2163 0</inkml:trace>
  <inkml:trace contextRef="#ctx0" brushRef="#br0" timeOffset="-214566.613">11877 15906 3920 0,'0'0'8185'16,"0"0"-7173"-16,0 0-720 0,0 0 76 16,92-50 396-16,-73 43 280 0,5 1-312 15,-4 3-368-15,-4 3-40 0,0 0 60 16,-4 0-208-16,-4 6-116 0,0 4-52 0,-8 6 44 16,0 3-52-16,-5 2-124 0,-6 5-40 15,-9 3-8-15,0 2-92 0,-4-5 116 16,0-1 60-16,0-6-184 0,1 0-160 0,6-6-172 15,-2-4-188-15,6-2-464 0,6-4-796 16,-1-3-2085-16,8-10-1639 16</inkml:trace>
  <inkml:trace contextRef="#ctx0" brushRef="#br0" timeOffset="-214269.504">12682 15196 7352 0,'0'0'7737'0,"0"0"-6377"0,0 0-912 0,0 0 348 16,0 0 608-16,0 0-216 0,0 0-504 16,-48 69-308-16,48-37-60 0,0 6 37 15,3 4 71-15,6-1-48 0,-1 3-96 16,0 1-100-16,4 2-108 0,-8-5-60 0,4-1-8 15,-1-4-4-15,-3-5-168 0,0-3-172 16,-4-3-96-16,5-10-36 0,-1-4-49 16,-4-3-115-16,4-9-328 0,-1 0-832 15,1-12-1228-15,0-1-2309 0,0-12-3919 0</inkml:trace>
  <inkml:trace contextRef="#ctx0" brushRef="#br0" timeOffset="-214021.223">12813 15474 1552 0,'0'0'10977'0,"0"0"-9421"0,0 0-1204 0,0 0 496 16,0 0 448-16,64-72-128 0,-40 49-548 15,0-5-436-15,4 3 0 0,4-4 12 16,0 6-96-16,-1 1-92 0,-3 7 40 16,-1 5 16-16,-2 4-16 0,-1 3-36 15,-8 3 0-15,0 6 100 0,-5 7 96 0,2 5 72 16,-2 6 40-16,-7 1-40 0,1 3-36 15,-1 3-72-15,-4 2 72 0,0 1-76 16,0 1-84-16,0-3 4 0,0 4-88 16,-4-8-72-16,-1-3-364 0,1-3-284 15,4-9-16-15,0-7 24 0,0-6-88 16,4 0-568-16,1-6-1216 0,3-19-3213 0</inkml:trace>
  <inkml:trace contextRef="#ctx0" brushRef="#br0" timeOffset="-213827.085">13315 15158 7856 0,'0'0'6585'0,"0"0"-5761"0,0 0-248 16,-79 79 616-16,47-44 208 0,0 2-184 0,0 5-480 16,0-2-384-16,0 6-60 0,-4-2-120 15,9 1-100-15,-6-8-72 0,10 2-120 16,-1-8-224-16,7-2-336 0,10-10-252 15,-1-9-352-15,4-3-788 0,4-5-2184 16,4-11-2873-16</inkml:trace>
  <inkml:trace contextRef="#ctx0" brushRef="#br0" timeOffset="-213554.89">13678 14783 2492 0,'0'0'11709'0,"0"0"-10145"0,0 0-1008 16,0 79 304-16,0-44 664 0,-8 3-100 16,8 6-584-16,-4 1-352 0,0-1-184 15,-1 4-75-15,1-1-117 0,-3 1-108 16,3-4-4-16,-4-2-136 0,4-7-265 15,-1-9-195-15,2-11 72 0,3-5 60 0,0-7-112 16,0-3-260-16,0-3-712 0,0-14-864 16,3 9-1545-16,2-24-2027 0</inkml:trace>
  <inkml:trace contextRef="#ctx0" brushRef="#br0" timeOffset="-213318.088">13730 14859 5744 0,'0'0'6285'0,"0"0"-4865"15,0 0-1116-15,0 0 64 16,0 0 404-16,0 0 512 0,0 0-320 0,0 0-344 16,75-13-212-16,-63 19-112 0,-4 7-36 15,0 1-52-15,0-3-144 0,-8 6 68 16,0 1-80-16,0 4-52 0,-8 1-196 16,-8-2-52-16,0 6-160 0,1-2-220 0,-10-3-120 15,1 0-240-15,-4 0-524 0,4-6-1504 16,-23 6-3821-16</inkml:trace>
  <inkml:trace contextRef="#ctx0" brushRef="#br0" timeOffset="-212446.249">13945 15109 272 0,'0'0'11717'16,"0"0"-9889"-16,0 0-1004 0,0 0-256 0,0 0 172 15,0 0 488-15,71 87-100 16,-58-65-340-16,-6 0-344 0,1 3-128 0,0 0-132 16,-4 1-24-16,1-1-52 0,-5 4-8 15,0-3-100-15,-9 2-36 0,-3-3-148 0,-4 0-36 16,0 1-136-16,-8-3-72 0,0-2-152 15,-4-2-208-15,-4-5-156 0,1-2-500 16,7-3-1108-16,-28-5-3885 0</inkml:trace>
  <inkml:trace contextRef="#ctx0" brushRef="#br0" timeOffset="-211404.442">10797 14624 3116 0,'0'0'224'0,"0"0"-148"0,0 0 1712 15,0 0 1344-15,0 0-1412 0,0 0-555 0,0 0-137 16,0 0-84-16,0 0-40 0,0 0-96 16,0 0-164-16,-40-35-68 0,36 35-120 15,-4 0-96-15,-3 9-24 0,-2 1-36 16,2 3 8-16,-6 2 52 0,-2 8 60 16,2 2-76-16,-3 0-36 0,1 5-88 15,-1-3-12-15,-1 5-100 0,2 0-20 16,-1 3-4-16,4-3-36 0,0 3 28 15,-3-1-76-15,6 2 0 0,-2-1 0 0,2 2 8 16,5 5 88-16,1 3-32 16,3 2 8-16,-1 0-60 0,5 7-8 15,0 0 80-15,5 4-80 0,-1 2 56 0,7 0-60 16,-7 4 0-16,9 3 0 0,-6-1 4 16,1 1-4-16,0 0 8 0,1-1-4 0,-2 1 4 15,1-7-8-15,5 1 0 0,-2-1 0 16,1-3-76-16,4 0-8 0,0-1-100 15,0 3-120-15,-1-6-28 0,2-2 12 16,-2 0-60-16,2-3 48 0,-2-4-136 16,5 0 44-16,1-5-156 0,-2-1-156 15,5-6-448-15,4 2-808 0,-4-11-1093 16,12 3-2735-16</inkml:trace>
  <inkml:trace contextRef="#ctx0" brushRef="#br0" timeOffset="-210669.74">14172 14798 7372 0,'0'0'3148'0,"0"0"-1491"16,0 0-873-16,0 0-96 0,0 0 288 15,0 0 120-15,0 0-68 0,0 0-156 16,87 4-204-16,-66 12-100 0,-2 6-4 15,5 0-36-15,-4 9-124 0,3 1-100 0,-2 4-36 16,-5 1 12-16,3 5-24 0,-2-1-88 16,-6 7-20-16,2 0-27 0,-1-1-113 15,-5 3 76-15,2-1-84 0,-1 1-4 16,-5-2 4-16,-3-1 0 0,0 1-4 16,0-3-56-16,-3-1 60 0,-5 0 0 15,-1-2 0-15,2-2 0 0,-10-1 0 0,6-4-97 16,-10 0-27-16,6-3 16 0,-5-6-84 15,0-1-112-15,4-6-208 0,-4-5-40 16,0 0-96-16,0-4-104 0,5-4-284 16,-6-3-576-16,10-3-980 0,2 0-2201 15,-3-12-2363-15</inkml:trace>
  <inkml:trace contextRef="#ctx0" brushRef="#br0" timeOffset="-209850.703">15180 14989 1252 0,'0'0'1812'0,"0"0"5092"0,0 0-4883 0,0 0-625 16,0 0-268-16,0 0-68 0,0 0-64 16,0 0-236-16,0 0-240 0,0 0-112 15,0 0 0-15,-64 63 32 0,60-34-56 16,0 6-32-16,-4 0-68 0,4 5-52 15,-4 2 0-15,4 4 12 0,4 1-40 16,0 4 28-16,0-1-48 0,0 4-28 0,0 0-32 16,4 2-16-16,4-1 61 0,0-1-93 15,0-3-12-15,0-11-64 0,4-1-12 16,-4-10 0-16,8-7-148 0,-5-5-81 16,10-9-139-16,-1-2-56 0,4-2-52 15,-1-4-124-15,1 0-208 0,4-10-352 16,0-5-880-16,-12 3-2400 0,8-15-4549 15</inkml:trace>
  <inkml:trace contextRef="#ctx0" brushRef="#br0" timeOffset="-209222.221">15678 15433 4304 0,'0'0'4640'15,"0"0"-2043"-15,0 0-1225 0,0 0-428 0,0 0 80 16,0 0 260-16,0 0-60 0,0 0-408 15,16-63-284-15,-8 47-28 0,3-3 12 16,2 3-188-16,-1-3-180 0,-1 0-60 16,6 0-88-16,-6-3-56 0,5 3 44 0,0 0 0 15,4 0-36-15,0-1-24 16,-4 4-40-16,0 6 40 0,0 2 8 0,-4 1 52 16,0 4-120-16,-1 3 24 0,-2 0 108 15,3 0 72-15,-1 6-72 0,-2 1 0 16,6 2 44-16,-2 1 52 0,-1 5-32 15,3 2-4-15,1 5 12 0,-4 0-12 16,4 3-8-16,-4 4 60 0,0 2-108 16,-4 5-8-16,4 2 8 0,-4 0 4 15,0-3 80-15,0-3-84 0,0 0 56 0,0-11-60 16,-4-2-12-16,4-5 12 0,-4-8-8 16,0-3-104-16,-1-3-8 0,1 0-112 15,-4 0-284-15,5-13-184 0,-1 1-200 16,4-8-556-16,-4 5-1388 0,-1-14-3717 0</inkml:trace>
  <inkml:trace contextRef="#ctx0" brushRef="#br0" timeOffset="-208996.233">16260 15100 7764 0,'0'0'4001'15,"0"0"-2161"-15,0 0-1168 0,0 0 0 16,0 0 448-16,0 0 304 0,-84 51-300 0,68-25-436 15,0-1-280-15,-4 6-80 16,-4 4-44-16,0 4-116 0,0-2-56 0,-4 5-100 16,-4 2 72-16,4 0-84 0,-4 1 0 15,4-3-108-15,5-7-224 0,7-4-180 16,0-6-224-16,8-9-164 0,4-5-128 16,4-11-276-16,0 0-668 0,4 0-2285 15,8-17-2539-15</inkml:trace>
  <inkml:trace contextRef="#ctx0" brushRef="#br0" timeOffset="-208620.334">16825 14966 4180 0,'0'0'6953'16,"0"0"-5657"-16,0 0-772 0,0 0 28 15,0 0 184-15,88 13 148 0,-76-9-92 16,4 2-276-16,0 3-204 0,-4 1 12 16,3 6-36-16,-2 0-28 0,-2 9 112 15,2 3 184-15,-5 4-124 0,-1 4-224 0,-3 1-88 16,-4-2-8-16,0 4-36 0,0-2-4 15,0-2-60-15,-4-2-12 0,4-5 8 16,-4-3 144-16,-3-3-92 0,3 0 12 16,-9-3-8-16,2 4-52 0,-2-4-12 15,-2 4-232-15,-6-4-348 0,-2 2-108 0,3-1-52 16,0-1-44-16,-3 0-144 16,-2-3-484-16,-3 3-1084 0,8-10-2361 0,-12 10-2183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8:46:13.771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17941 15005 13457 0,'0'0'1848'0,"0"0"-1468"16,0 0-332-16,0 0 252 0,0 0 404 0,0 0 600 15,0 0-380-15,0 0-344 0,0 0-92 16,0 0-24-16,107 54-24 0,-67-51-40 15,0-3-84-15,4 0-47 0,-1-3-49 16,2-7-160-16,-6 1-60 0,1-1 0 0,0 1-108 16,-4-4 104-16,0 3-265 0,-1 1-267 15,-3-1-84-15,-4-3-52 0,-4 8-40 16,-3-5-272-16,-6 6-668 0,-7 1-1248 16,-3 0-1717-16,-5 3-1747 0</inkml:trace>
  <inkml:trace contextRef="#ctx0" brushRef="#br0" timeOffset="225.512">18073 15161 4984 0,'0'0'1916'0,"0"0"2661"16,0 0-3729-16,0 0 276 0,0 0 16 15,91 0 48-15,-55 0-136 0,0 0-268 0,3 0-216 16,6 0-124-16,-2-3-124 0,1-1-148 15,4-3-60-15,0-3-112 0,-1 2 0 16,-2-5-296-16,-6-6-184 0,1 1-188 16,-4-6-248-16,-4-1-316 0,-5 0-1060 15,-10 6-2213-15,-6-9-3695 0</inkml:trace>
  <inkml:trace contextRef="#ctx0" brushRef="#br0" timeOffset="492.032">18447 14659 4528 0,'0'0'5968'0,"0"0"-4639"15,0 0-537-15,0 0-100 0,95-4 172 16,-67 8 60-16,0 2 16 0,4 1 4 16,0 2-388-16,0 3-280 0,0 2-80 15,-4 1-12-15,0 4-72 0,-9 4-12 0,1-1-100 16,-3 3-44-16,-6 7 40 0,-7 4 4 15,0 4 84-15,-4 2-84 0,-8 5-84 16,-3-3 8-16,-6 1-12 0,2-1-8 16,-5 1-116-16,-1-1 16 0,2 0-216 15,-9-2-96-15,4 0-296 0,-4-4-456 16,0-7-672-16,9-9-2177 0,-13-6-3595 0</inkml:trace>
  <inkml:trace contextRef="#ctx0" brushRef="#br0" timeOffset="4225.159">19527 14449 716 0,'0'0'5536'0,"0"0"-3520"0,0 0 817 15,0 0-1373-15,0 0-68 0,0 0-64 16,0 0-32-16,0 0-228 0,0 0-164 15,0 0-80-15,52-41-64 0,-52 54-188 0,0 2-84 16,0 8-76-16,4-1-35 0,-4 9-85 16,3 4 0-16,5 9-76 0,1 11-68 15,-1 8-64-15,3 7-12 0,2 6-60 16,-2 4-12-16,1 6 40 0,0-3-40 16,0-1-96-16,4 0 48 0,0-2 0 15,4-7-100-15,-5-7 16 0,6-2-24 0,3-10-52 16,-1-3-132-16,-3-9-37 0,1-9-47 15,-2-3 68-15,-3-12-116 0,-4-6-32 16,0-1-84-16,0-11-76 0,-4 0-76 16,0 0-144-16,0-6-280 0,0-7-668 15,-4-4-416-15,-1 2-1009 0,-3-10-2115 0</inkml:trace>
  <inkml:trace contextRef="#ctx0" brushRef="#br0" timeOffset="5776.282">20838 14668 4880 0,'0'0'860'0,"0"0"-716"0,0 0 140 15,0 0 1864-15,0 0-648 0,0 0-532 16,0 0-243-16,-45-66 83 0,38 53 36 0,-5 1-108 16,0-1-116-16,0-4-88 0,-4 5 72 15,0-1-52-15,0 0-60 16,-4 1-44-16,4 2 36 0,5 4 84 0,-6 2-60 16,6 1-16-16,-2 3-112 0,-2 3-100 15,-2 4-96-15,2 2-12 0,-6 7-36 16,6 7-16-16,-5 3-8 0,3 5-52 15,-2 7-52-15,3 7 4 0,4 5 48 16,0 5-52-16,0 5 40 0,8 0-48 16,4 1 0-16,0 2 0 0,8-5 0 0,4-2 100 15,8-5 20-15,4-4 4 0,-4 1 92 16,4-10 200-16,-1-3-39 0,-2-6-137 16,3-7-80-16,-5-9-28 0,5-4-60 15,-4-6 24-15,0-3-20 0,0-3 20 16,0-6-84-16,-1-4 36 0,-2-3-40 15,-2 0-8-15,-2-3-8 0,-5 0-40 0,-5-4-112 16,1 4-236-16,-4 5-188 0,0-6-49 16,-4 1-147-16,-3 0-160 0,-5 3-516 15,0-3-476-15,-4-1-616 0,0 5-389 16,-8-1-131-16,4 0-84 0,-4 4 988 16,0 2 2164-16,4 0 640 0,4 7 1380 15,5 3 400-15,-2 0-500 0,6 0-175 16,3 0-165-16,0 3-88 0,4 3-192 15,0-2-180-15,4 3-60 0,3-2-36 16,5 5-76-16,1-4-204 0,2-2-156 0,5 2-116 16,1-6-204-16,-2 0-108 0,1 0-148 15,0-3-12-15,0-7-88 0,0 0-20 16,-5 2-376-16,2-3-260 0,3-1-212 16,-8 3-300-16,3-1-764 0,-2 3-836 15,-6 4-1121-15,1 0 1301 0,-3 0 228 16</inkml:trace>
  <inkml:trace contextRef="#ctx0" brushRef="#br0" timeOffset="5913.409">20857 15107 4832 0,'0'0'2864'0,"0"0"-792"0,0 0-367 0,0 79-297 16,4-51 4-16,5 4 192 0,-2-4-512 15,1 2-272-15,0-5-68 0,1 0-124 16,2-6-176-16,-3-1-120 0,4-4-308 16,0-1-24-16,-4-7-112 0,8 0-228 15,-4 1-300-15,4-7-212 0,-1 0-340 16,6-4-716-16,-6-2-1252 0,9-13-3053 0</inkml:trace>
  <inkml:trace contextRef="#ctx0" brushRef="#br0" timeOffset="10306.747">21415 14433 6004 0,'0'0'5773'0,"0"0"-3629"15,0 0-740-15,0 0-44 0,0 0 152 16,-32 79-108-16,20-50-292 0,5 7-224 0,-6 1-255 15,2 1-221-15,-1 7-12 0,3 2-76 16,2 0 4-16,3 5 0 0,4-2-76 16,0 8-36-16,7-1-84 0,6 0-124 0,-1 3-8 15,8 1-8-15,-1-4-4 0,1-7-48 16,5-6-24-16,-2-4-36 0,8-15-84 16,-3-6 32-16,4-13-164 0,5-6-52 15,-5-9-204-15,4-13-160 0,-5-4-161 16,1-9-39-16,-8-3-568 0,-1-4-920 15,-6 11-2096-15,-2-16-2533 0</inkml:trace>
  <inkml:trace contextRef="#ctx0" brushRef="#br0" timeOffset="10513.415">21694 14646 10796 0,'0'0'5701'0,"0"0"-4569"0,0 0-896 15,0 0 296-15,0 0 820 0,0 0 160 16,0 0-395-16,104 51-473 0,-72-48-320 16,7-3-80-16,1 0-64 0,-3-10-88 15,2-3-92-15,1-5-60 0,-5-1-132 16,-3-3-340-16,0-5-160 0,-4 6-121 16,-4-2-87-16,-7 4-300 0,-6 7-1068 15,-3 3-2660-15,-8 5-3389 0</inkml:trace>
  <inkml:trace contextRef="#ctx0" brushRef="#br0" timeOffset="10725.425">21869 14709 5532 0,'0'0'3288'0,"0"0"-871"16,-15 82-993-16,15-43 344 16,0 3 76-16,4 2-328 0,3 3-220 0,5 1-316 15,-3 6-260-15,6 0-184 0,-7-1-160 16,4 8-155-16,0-7-149 0,-4-6-72 15,0-6-84-15,-4-17-97 0,4-9-135 0,-4-10-88 16,0-6-120-16,0 0-256 0,0-13 200 16,0-7-120-16,-4-8-540 0,4-6-1068 15,-4 5-2213-15,0-22-2167 0</inkml:trace>
  <inkml:trace contextRef="#ctx0" brushRef="#br0" timeOffset="10913.735">22028 14729 7656 0,'0'0'5285'0,"0"0"-4225"16,0 0-264-16,0 0 448 0,0 0 368 16,17 85-92-16,-13-50-540 0,0 3-444 15,3 4-84-15,2 1 20 0,-1 9-19 16,-4-4-297-16,-1 2-144 0,1-2-12 16,-4-4-56-16,4-6-188 0,-4-3-265 15,0-10-187-15,0-8 12 0,0-9-36 0,0-8-316 16,0 0-952-16,0-8-2504 0,0-9-2085 0</inkml:trace>
  <inkml:trace contextRef="#ctx0" brushRef="#br0" timeOffset="11075.321">22025 15074 8352 0,'0'0'4633'0,"0"0"-3577"0,0 0 512 0,0 0 220 15,0 0-168-15,0 0-284 0,0 0-436 16,91-22-340-16,-67 10-219 0,1-1-173 15,3-6-168-15,-5 2-180 0,1-2-417 16,0 1-303-16,-4-4-212 0,3 6-676 16,-6 4-2348-16,7 1-2209 0</inkml:trace>
  <inkml:trace contextRef="#ctx0" brushRef="#br0" timeOffset="11275.971">22471 15274 11325 0,'0'0'2040'0,"16"84"-1116"0,-9-44 440 15,2 11 724-15,-1 4-20 0,0 2-860 16,-5-3-552-16,1-1-287 0,5 2-117 16,-5-5-68-16,0 4-100 0,0-9-40 15,-1-5-44-15,1-10-72 0,-4-9-304 16,4-11-13-16,-4-6 25 0,0-8-88 16,0-15-144-16,0-9 80 0,0-14-196 15,-8-9-544-15,1-5-956 0,-1-9-1688 16,-1 18-781-16,-6-27-1643 0</inkml:trace>
  <inkml:trace contextRef="#ctx0" brushRef="#br0" timeOffset="11468.849">22494 15211 7248 0,'0'0'5009'0,"0"0"-3885"0,0 0-436 0,0 0 208 16,0 0 352-16,0 0-24 16,81 32-372-16,-70-23-348 0,2 4-120 0,-2-4-52 15,-3 4-188-15,1 4-56 0,-5-5-88 0,-1 4-4 16,-3 3-132-16,0 0-108 0,-7 2-28 15,-2-1 176-15,-3-1 44 0,-3 0-96 16,2-6-60-16,2-3 48 0,-6-3-200 16,6-5-196-16,-6-2-352 0,2-2-752 15,2-5-1424-15,-2-16-4041 0</inkml:trace>
  <inkml:trace contextRef="#ctx0" brushRef="#br0" timeOffset="11775.342">22985 14589 7596 0,'0'0'4581'0,"0"0"-3517"0,0 0-252 0,0 0 276 16,0 0 348-16,0 0-32 0,-60 83-420 15,56-55-308-15,4 7-64 0,0 2 84 16,4 5-88-16,5 3-147 0,2 3-9 16,-3-1-16-16,4 1-88 0,0-1-164 15,0 1-136-15,0-8-48 0,0-7-12 16,0-5-48-16,4-12-88 0,-4-6-164 16,4-7-284-16,-5-3-121 0,2-9 25 15,-2-7 20-15,-3-7-480 0,1-5-912 16,-5 9-2148-16,-1-13-1877 0</inkml:trace>
  <inkml:trace contextRef="#ctx0" brushRef="#br0" timeOffset="12019.653">23164 14859 10648 0,'0'0'2313'0,"0"0"-965"16,0 0 128-16,0 0-200 0,0 0 12 15,0 0-240-15,0 0-572 0,0 0-168 0,76-57-64 16,-56 44 0-16,8 3-36 0,0 3-28 15,0 5-104-15,0 2-4 0,0 7 96 16,0 5 4-16,-5 4-52 0,1 6 28 16,0 3 21-16,-4 4 15 0,-8 6-4 15,-1 0 28-15,-2 0-208 0,-5-7-72 16,-4-2-172-16,4-7-144 0,-4-10-173 16,0-5-119-16,0-4-300 0,0-10-496 0,0-9-1044 15,0 3-2765-15,0-20-3151 0</inkml:trace>
  <inkml:trace contextRef="#ctx0" brushRef="#br0" timeOffset="12188.657">23475 14690 13865 0,'0'0'2372'16,"0"0"-1348"-16,-44 70 216 0,28-41 48 0,-3 6 176 16,-2 0-187-16,5-1-469 0,1-2-360 15,-2-3-180-15,6-4-244 0,3-6-24 16,0-6-292-16,-1-6-348 0,6-7-172 15,3-4-49-15,0-8-371 0,0-7-756 16,0-1-1900-16,0-18-1985 0</inkml:trace>
  <inkml:trace contextRef="#ctx0" brushRef="#br0" timeOffset="12387.379">23615 14541 7596 0,'0'0'3288'0,"0"0"-1399"16,0 0 183-16,0 0-312 0,91 10-256 15,-71 3-100-15,-4 6-488 0,0 0-404 0,0 6-136 16,-5 3-84-16,2 4-47 0,-5 3-65 16,-4 1-92-16,-4 2-80 0,-4 3-8 15,-4-4-8-15,-8 2-260 0,0-5-109 16,-4 2-75-16,0-5-84 0,0-2-136 16,0-7-172-16,0-3-268 0,1-6-596 15,6-6-744-15,-6-7-3285 0</inkml:trace>
  <inkml:trace contextRef="#ctx0" brushRef="#br0" timeOffset="13043.232">24642 14287 5976 0,'0'0'2312'0,"0"0"533"15,0 0-973-15,0 0-332 0,0 0-156 16,0 0-104-16,0 0-168 0,0 0-236 16,0 0-276-16,0 0-172 0,-28 25 48 15,28 2 24-15,-4 0 36 0,-3 9-27 16,-1 5-25-16,-1 9-72 0,-2 4-96 15,-6 10-112-15,-2 6-84 0,-5 9-48 16,-4 7-24-16,-4 6-48 0,-4 10 0 16,-8 2-8-16,4 7-148 0,-7 4 96 15,3-1-72-15,0-2 24 0,0-4 8 16,4-14 4-16,5-11-12 0,7-16 60 0,8-19-48 16,8-17-64-16,4-15-140 0,8-10-160 15,0-6-249-15,0-6-191 0,8-7-300 16,7-6-576-16,-2 4-2040 0,2-18-3985 0</inkml:trace>
  <inkml:trace contextRef="#ctx0" brushRef="#br0" timeOffset="13608.173">24483 15046 3192 0,'0'0'7124'16,"0"0"-3943"-16,0 0-1041 0,0 0-524 0,88 22-132 15,-56-11-84-15,7-3-316 0,1-5-319 16,4 0-253-16,0-3-140 0,0-3-164 15,-1-3-76-15,-3-6-60 0,1-5-64 16,-6-1-8-16,1-5-144 0,-4-2-340 16,0 2-148-16,-8 1-73 0,-4 3-135 15,-5 7-320-15,-7 3-868 0,-8 5-1896 16,0 4-1157-16,-8 0-3210 0</inkml:trace>
  <inkml:trace contextRef="#ctx0" brushRef="#br0" timeOffset="13809.811">24818 15119 5336 0,'0'0'1392'0,"0"0"376"16,0 70 2461-16,0-35-2573 0,8 6-208 15,-5 10-144-15,5-1-176 0,1 2-132 0,2 2-40 16,-3 0-408-16,-3-1-256 0,3 5-48 16,-4-4-84-16,-1-4-152 0,-3 0-8 15,0-4-60-15,0-9-220 0,0-7-148 16,4-11-96-16,-4-11-52 0,4-4-160 15,-4-8-340-15,4-8-772 0,-4-14-196 16,5 5-2421-16,-5-27-3383 0</inkml:trace>
  <inkml:trace contextRef="#ctx0" brushRef="#br0" timeOffset="14018.35">24885 15218 8976 0,'0'0'4253'0,"0"0"-3261"15,0 0 16-15,0 69 852 0,8-37-32 0,-4 3-404 16,9 7-524-16,-2-1-412 0,2 3-187 16,-2 4-21-16,1 0-160 15,0-1-120-15,-4 8-40 0,-4-8-164 0,4 0-285 16,-3-2-227-16,-2-7-52 0,-3-3-4 16,0-14-52-16,0-7-128 0,0-9-304 15,0-1-660-15,0-4-2013 0,-3-6-3239 0</inkml:trace>
  <inkml:trace contextRef="#ctx0" brushRef="#br0" timeOffset="14191.005">24934 15649 2844 0,'0'0'8441'16,"0"0"-6533"-16,0 0-636 0,0 0 480 16,0 0-172-16,0 0-172 0,95 16-500 15,-72-16-456-15,1-3-272 0,1-3-180 16,-1-7-40-16,0-3-312 0,-1-3-324 15,1 0-232-15,-7-4-536 0,-2 8-1548 0,-2-1-5097 16</inkml:trace>
  <inkml:trace contextRef="#ctx0" brushRef="#br0" timeOffset="14394.685">25280 15849 12685 0,'0'0'2628'0,"0"0"-1580"15,12 95 196-15,-8-53-8 0,4 5-24 0,0 4-172 16,0 0-544-16,-1 3-215 0,-2-3-37 16,3 2-112-16,-4-1-132 0,-4-4-48 15,0-8-256-15,0-1-221 0,0-13 149 16,0-5 60-16,-4-9-124 0,4-5 24 16,-4-7-72-16,0 0-240 0,-4-12-420 15,-4-8-920-15,4-5-380 0,0 6-2153 16,-8-22-699-16</inkml:trace>
  <inkml:trace contextRef="#ctx0" brushRef="#br0" timeOffset="14614.284">25236 15893 6776 0,'0'0'3180'0,"0"0"-1479"15,0 0-217-15,36-78-148 16,-20 54-252-16,0 6-40 0,4-4-208 0,0 6-340 16,4 0-92-16,-1 3-108 0,-3 0-96 15,1 11-4-15,-2-2 12 0,-3 4 0 16,-8 6 232-16,5 7-24 0,-10 7-156 15,-3 2-260-15,0 3-28 0,-3 0-68 16,-6 4-64-16,-7-4-8 0,0 2-16 16,4-6-24-16,-4-5-52 0,1-1-120 15,2-8-160-15,1-1-340 0,1-6-288 16,-2 0-708-16,-2-6-788 0,7-1-2349 16,-12-12-1371-16</inkml:trace>
  <inkml:trace contextRef="#ctx0" brushRef="#br0" timeOffset="14901.414">25579 15125 7080 0,'0'0'7141'0,"0"0"-5037"16,0 0-684-16,0 0-200 0,0 0-92 15,0 0-136-15,0 0-336 0,-60 77-279 16,60-42-89-16,0 7 4 0,12 5 12 16,-4 4 156-16,4 2 8 0,0 1-140 15,4-3-136-15,-4 3-108 0,-1-6-36 0,-2-6-48 16,-1-9-48-16,3-4-36 16,-3-14-412-16,1-10-252 0,-2-5-52 0,1-10-97 15,5-12-311-15,-6-7-1028 0,-3 8-2544 16,4-21-3837-16</inkml:trace>
  <inkml:trace contextRef="#ctx0" brushRef="#br0" timeOffset="15165.676">25778 15304 9292 0,'0'0'4049'16,"0"0"-2641"-16,0 0 556 0,0 0-240 15,0 0-384-15,0 0-168 0,0 0-552 16,0 0-303-16,88-20-97 0,-60 10-40 15,-4 1-48-15,3-1-68 0,1 4-4 16,-4 6-52-16,4 0 52 0,0 3 60 16,-4 10 24-16,-1 6 172 0,1 9 168 0,0 4-156 15,-3 7-136-15,-2-1-24 0,1 3-60 16,-8-3-24-16,0-3-84 0,-8-9-116 16,0-8-208-16,-4-8-124 0,4-8-48 15,-4-2-168-15,0-8-261 0,0-9-99 16,0-5-320-16,0-6-832 0,-4 3-1980 15,0-17-3405-15</inkml:trace>
  <inkml:trace contextRef="#ctx0" brushRef="#br0" timeOffset="15362.19">26197 15046 10244 0,'0'0'4773'16,"0"0"-3817"-16,0 0-116 0,-37 73 428 15,25-41 220-15,-3 6 0 0,-5 3-451 0,3 3-445 16,-2 1-156-16,-1 2-84 0,0 5-100 15,0-5-108-15,-4-3-104 0,4-2-40 16,4-4-216-16,0-9-280 0,4-7-228 16,5-10-69-16,3-8-119 0,-1-4-384 15,1-4-1460-15,4-2-3237 0,-4-10-3915 0</inkml:trace>
  <inkml:trace contextRef="#ctx0" brushRef="#br0" timeOffset="15777.585">26423 14747 11717 0,'0'0'2564'15,"0"0"-1112"-15,0 0-572 0,0 0 240 0,0 0 360 16,25 83-96-16,-18-51-436 0,1 3-363 16,1 3-137-16,-5 4-60 0,-1-1-64 15,1 0-68-15,-4 0-124 0,0 0-120 16,0-3-12-16,-4-6-80 0,1-10-152 16,3-6-116-16,-4-10-220 0,-1-6-201 15,5 0-107-15,0-9-208 0,-4-7-960 16,4 0-2392-16,-8-15-3013 0</inkml:trace>
  <inkml:trace contextRef="#ctx0" brushRef="#br0" timeOffset="15991.415">26448 14751 12465 0,'0'0'2340'16,"0"0"-1544"-16,0 0 208 0,0 0 264 0,0 0 88 15,0 0-108-15,0 0-480 0,0 0-344 16,0 0-107-16,0 0-61 0,0 0-100 0,71 35-8 15,-63-25-76-15,-4 5-12 0,-4-2-48 16,0 6-12-16,-4 3-248 0,-4 0-64 16,-4 0-309-16,-4 1-171 0,4-1-40 15,-4 1-172-15,4-4-504 0,1-7-736 16,2-2-1684-16,1-4-1745 0</inkml:trace>
  <inkml:trace contextRef="#ctx0" brushRef="#br0" timeOffset="16485.473">26774 15049 7884 0,'0'0'2280'0,"0"0"-759"0,0 0 499 0,0 0-740 16,0 0-312-16,0 0 136 0,88 13-112 16,-76-1-236-16,3 4-120 0,-2 10 40 15,-1 5-68-15,-5 8-192 0,1 2-28 16,-3 0-47-16,-1 0-25 0,-4-2-48 15,0-4-28-15,0-4-20 0,-9-5-16 16,5-4-60-16,-4-5-48 0,-3-5-56 16,-2 1-40-16,-2-5-360 0,-5-1-344 15,-1 0-133-15,-2 0-127 0,-1-5-392 16,-4-2-1220-16,8 0-2624 0,-12 0-3573 0</inkml:trace>
  <inkml:trace contextRef="#ctx0" brushRef="#br0" timeOffset="18544.804">26966 14106 7688 0,'0'0'2720'16,"0"0"-855"-16,0 0-501 0,0 0 56 15,0 0 80-15,0 0-272 0,0 0-336 0,0 0-204 16,0 0-148-16,0 0-76 0,0 0-64 16,35 60-68-16,-27-40-80 0,4 5 16 15,0 4 1-15,4 5 11 0,-4 8-16 16,4 6-20-16,0 2-52 0,-4 7-68 16,-1 7-64-16,6-1 0 0,-10 7-52 15,6 3-4-15,-2 4-4 0,-3 5-12 16,1-3-84-16,-1 4-36 0,-1-8-28 15,-3-1 64-15,4-6 24 0,1-10 64 16,-6 1 4-16,5-12 0 0,0-3 4 0,1-2 0 16,2-5 0-16,1-1-60 0,0-5 8 15,4-2-56-15,-8-7 60 0,0-8 40 16,-4-3-88-16,4-4-124 0,-4-4-85 16,-4 1 41-16,0-1 44 0,0-3 0 15,0 0-108-15,0 0-172 0,0-7-164 16,0 0-196-16,0-1-228 0,-4-5-144 15,4-6-688-15,-4 3-1004 0,0-16-2853 0</inkml:trace>
  <inkml:trace contextRef="#ctx0" brushRef="#br0" timeOffset="18855.627">27428 14754 8112 0,'0'0'5305'0,"0"0"-3909"15,0 0-224-15,0 0 128 0,0 0 148 16,83 32-208-16,-59-27-460 0,4 2-424 15,4-3-176-15,0-4-8 0,-4 0-32 16,3-4-140-16,-3-3-96 0,0-5-584 16,-3-1-56-16,-10 1-168 0,1 2-352 15,-4 1-856-15,-8 3-2809 0,-4 2-4131 0</inkml:trace>
  <inkml:trace contextRef="#ctx0" brushRef="#br0" timeOffset="19041.561">27527 15037 12837 0,'0'0'2424'0,"0"0"-1796"0,0 0 88 0,0 0 392 15,0 0 444-15,0 0-240 0,0 0-572 16,0 0-348-16,96 9-91 0,-68-15-57 16,4-4-124-16,-1 1-120 0,-3-1-388 15,0-3-169-15,4 6-259 0,-8 2-444 16,-4 2-1252-16,8 3-4093 0</inkml:trace>
  <inkml:trace contextRef="#ctx0" brushRef="#br0" timeOffset="20041.961">28650 14322 1136 0,'0'0'8788'16,"0"0"-6495"-16,0 0-1129 0,0 0-200 16,0 0 424-16,0 0 4 0,0 0-216 15,-43-70-424-15,35 67-248 0,0 0-100 16,4 3-36-16,-4 0 32 0,0 3 16 15,-4 10-148-15,0 6-152 0,1 12-116 16,-2 8-96-16,1 12 8 0,5 6 84 16,-10 6 0-16,10 6-4 0,-10 2-40 15,6 2 44-15,-6 0 4 0,2-9 0 16,2-11 4-16,6-8 8 0,3-17 12 16,0-12-24-16,4-6-192 0,0-4-284 15,0-6-12-15,0 0 8 0,0 0 88 0,4 0 24 16,0 0 0-16,-1-3 144 15,1 3 116-15,1 0 32 0,3 0 64 0,0 3 12 16,-1 7 88-16,2 2 244 0,2 10-36 16,1 8 24-16,1 1 132 0,-6 4-72 15,5 3-196-15,-3 3 108 0,2-3-108 0,-3 4 0 16,1-1 72-16,-2 0-40 0,-3 0-140 16,0-6-64-16,0-3-12 0,0-3-148 15,0-11-328-15,0-1-388 0,0-9-364 16,0-1-1144-16,0-3-3409 0</inkml:trace>
  <inkml:trace contextRef="#ctx0" brushRef="#br0" timeOffset="22942.158">28798 14640 9260 0,'0'0'2441'16,"0"0"-1033"-16,0 0-88 0,0 0-20 15,0 0 4-15,0 0-100 0,0 0-256 16,0 0-300-16,84-4-120 0,-60 8-52 16,-1-1-76-16,5 0-108 0,-8 0-84 15,5 0-75-15,-2 0-121 0,-3-3-12 16,0 0 0-16,-4 0-85 0,0-3-231 15,0 0-368-15,-8-3-144 0,4-1-128 16,-8 4-316-16,0-3-776 0,-4 3-1088 0,0 0-2337 16</inkml:trace>
  <inkml:trace contextRef="#ctx0" brushRef="#br0" timeOffset="23175.953">28938 14665 5368 0,'0'0'4032'0,"0"0"-2419"0,0 0-173 15,-9 67 256-15,9-39 144 0,0 3-168 16,4 8-448-16,1-1-340 0,3 3-128 16,-4 8-48-16,3-2-136 0,-3 7-267 15,-4 3-29-15,5-3-188 0,-5-6-88 16,0-11 0-16,0-8-100 0,0-9-68 16,0-12-76-16,4-1-121 0,-4-3-71 15,4-4-52-15,-1 0-136 0,1-4-96 16,0-6-304-16,4-2-488 0,-3-6-752 15,-1-6-684-15,-1 9-2281 0,1-14-1083 0</inkml:trace>
  <inkml:trace contextRef="#ctx0" brushRef="#br0" timeOffset="23408.042">29025 14783 9880 0,'0'0'2217'16,"0"0"-1361"-16,0 0-204 0,0 0 744 0,0 0 152 15,0 0-404-15,8 91-476 0,-4-58-224 16,0 1 8-16,0 4 112 0,0-3-36 16,-4 3-224-16,4 0-120 0,-4 1-124 15,0-5-60-15,-4 5-4 0,0-8-204 16,4 1-84-16,-4-7-28 0,4-6-56 16,0-5-104-16,0-8-12 0,0-3-188 15,0-3-160-15,0 0-164 0,0-3-428 16,0-3-732-16,0-1-797 0,0-5-2211 0</inkml:trace>
  <inkml:trace contextRef="#ctx0" brushRef="#br0" timeOffset="23610.239">29021 15074 10104 0,'0'0'2229'0,"0"0"-889"0,0 0-48 16,0 0 580-16,0 0-184 0,0 0-328 15,0 0-444-15,0 0-380 0,0 0-244 16,80 7-144-16,-68-7-140 0,-4 0-8 16,4-2-72-16,-1-3-308 0,-2 3-360 15,-1-2-164-15,0 1-264 0,4 0-820 16,-4 0-2016-16,-4-1-2089 0</inkml:trace>
  <inkml:trace contextRef="#ctx0" brushRef="#br0" timeOffset="23874.302">29260 15179 5500 0,'0'0'6081'0,"0"0"-4633"0,0 0-596 0,-4 76 172 16,4-44 640-16,0 4-188 0,0 2-416 16,0-3-432-16,4 6-236 0,-4 1 8 15,4-2-80-15,-4 7-116 0,0-2-116 16,0 3-76-16,0-1-12 0,0-2-64 15,-4-5-220-15,0-4 68 0,4-11 116 16,0-5-68-16,0-11 20 0,0-3-72 16,0-6-148-16,0 0-184 0,0-8-52 0,0-6-124 15,0-5-32-15,0-3-104 0,0-6-472 16,0-2-1056-16,0-1-677 0,0 5-1527 16,0-15 1496-16</inkml:trace>
  <inkml:trace contextRef="#ctx0" brushRef="#br0" timeOffset="24076.168">29264 15316 2492 0,'0'0'3952'0,"0"0"-2380"16,0 0-44-16,0 0 229 0,0 0-169 0,0 0-352 16,64-67-272-16,-56 64-160 0,0 0-112 15,4 3-144-15,-8 0-76 0,4 0-64 16,-4 0-48-16,0 6-40 0,0-3 24 16,-4 7 12-16,0 0-60 0,0 2-128 15,0 4-156-15,-4 0-12 0,-4 0-96 0,0 0-112 16,-4 2-124-16,0-5-124 0,0 4-96 15,0-8-104-15,5-3-104 0,-2 1-56 16,1-7-216-16,4 0-628 0,0-7-1037 16,1-2-2023-16</inkml:trace>
  <inkml:trace contextRef="#ctx0" brushRef="#br0" timeOffset="24341.84">29591 14808 9924 0,'0'0'2089'0,"0"0"-925"0,0 0 256 15,0 0 284-15,0 0-136 0,0 0-324 16,0 0-628-16,0 0-264 0,-48 66 40 0,48-36 72 16,0 4 144-16,0 0-47 15,0 2-101-15,4-1-144 0,1-4-112 0,-5 2-96 16,3-8-108-16,1-3-4 0,0-4-164 15,0-4-220-15,0-9-120 0,0 0-101 16,0-5-99-16,4 0-120 0,0-7-252 16,0-10-540-16,4 3-964 0,-4-3-1897 15,7-12-1443-15</inkml:trace>
  <inkml:trace contextRef="#ctx0" brushRef="#br0" timeOffset="24513.311">29767 14887 8940 0,'0'0'2505'16,"0"0"-581"-16,0 0 188 0,0 0-196 15,0 0-320-15,0 0-224 0,0 0-300 0,87 67-223 16,-75-49 71-16,4-1-148 16,-4-1-300-16,0-3-292 0,-5-4-180 0,6-3-52 15,-5 1-272-15,3-7-196 0,2 0-144 16,-2-3-124-16,6-4 11 0,-6-5-403 16,6-1-800-16,-6-3-1064 0,-3 6-1993 15,5-8-1207-15</inkml:trace>
  <inkml:trace contextRef="#ctx0" brushRef="#br0" timeOffset="24658.391">30018 14897 1448 0,'0'0'9056'0,"0"0"-6959"0,0 0-873 16,0 0 132-16,-96 61 188 0,72-33-92 15,0 0-292-15,-4 4-376 0,4 1-152 0,4-8-12 16,0-4-240-16,9-5-380 0,-2-10-52 16,9 1-528-16,0-7-324 0,0-3-212 15,4-7-636-15,0 1-984 0,4-16-3981 16</inkml:trace>
  <inkml:trace contextRef="#ctx0" brushRef="#br0" timeOffset="24837.736">30065 14760 10316 0,'0'0'3029'0,"0"0"-1973"0,0 0-284 16,0 0 660-16,0 0 528 0,64 80-464 15,-52-61-712-15,0 1-492 0,-1-2-148 16,-2 1 16-16,-1 0-100 0,-4 0-60 15,-4 4-96-15,0-2-248 0,0 2-180 16,-8 2-124-16,-5 3-36 0,2-2-140 0,-5-1-352 16,0-3-680-16,0-3-860 0,4-6-1609 15,-4-1-1351-15</inkml:trace>
  <inkml:trace contextRef="#ctx0" brushRef="#br0" timeOffset="25102.751">30508 14904 14073 0,'0'0'2596'0,"0"0"-1540"0,0 0-292 15,0 0 196-15,0 0 240 0,0 0-192 0,0 0-495 16,0 0-345-16,0 0-168 0,0 0-72 16,0 0-184-16,83 5-301 0,-79-5-331 15,4 0-336-15,0 0-1012 0,-4 0-2456 16,-4 4-2253-16,-107-13 1477 0</inkml:trace>
  <inkml:trace contextRef="#ctx0" brushRef="#br0" timeOffset="25241.771">30563 15135 9488 0,'0'0'5085'0,"0"0"-4377"16,0 0-180-16,0 0 948 0,0 0 352 16,0 0-396-16,88 35-712 0,-72-35-452 15,-1-7-244-15,6-2-24 0,-1-8-472 16,-1 2-420-16,2-7-320 0,-6 6-1244 16,13-9-4825-16</inkml:trace>
  <inkml:trace contextRef="#ctx0" brushRef="#br0" timeOffset="25504.154">30826 14500 13449 0,'0'0'2252'0,"0"0"-2004"16,0 0 544-16,0 0 476 0,84-3 272 15,-56-1-124-15,4 4-588 0,4-3-451 0,-5 3-161 16,9-6-144-16,-4 3-72 0,-1-4-8 16,-3 1-116-16,0-3-373 0,-8 2-231 15,-7 1 92-15,-6 0-96 0,-3 2-324 16,-8 1-628-16,0 0-680 0,-4 3-544 16,-4 0-2409-16</inkml:trace>
  <inkml:trace contextRef="#ctx0" brushRef="#br0" timeOffset="25687.729">31021 14591 3160 0,'0'0'8601'0,"0"0"-6697"0,-19 74-1016 16,15-39 220-16,-1 4 520 0,1 5 4 15,0 3-284-15,4 2-456 0,0 4-272 16,0-2-27-16,0 3 51 16,-3-1-320-16,3-2-152 0,-4-3-124 0,0-10-48 15,4-3-292-15,-4-13 16 0,4-6 32 0,0-9-96 16,4-5-204-16,0-2-149 0,3-5 33 15,1-12-172-15,5-5-468 0,-2-10-864 16,2 7-1880-16,2-20-1829 0</inkml:trace>
  <inkml:trace contextRef="#ctx0" brushRef="#br0" timeOffset="25898.015">31145 14586 11509 0,'0'0'2820'0,"0"0"-2060"0,0 0-296 15,-8 95 592-15,0-51 708 0,4 3-204 16,-1 5-548-16,2 3-368 0,-1-2-71 16,4 4-5-16,-4-3-228 0,0 0-220 15,-4 0-120-15,0-3-12 0,0-10-352 16,0 0-120-16,0-9-97 0,5-7-259 0,-2-5 60 16,5-11 80-16,0-6-236 0,0-3-648 15,5-3-1172-15,-2-4-1693 0,1-8-1147 16</inkml:trace>
  <inkml:trace contextRef="#ctx0" brushRef="#br0" timeOffset="26097.407">31030 15014 8140 0,'0'0'2704'16,"0"0"-1723"-16,0 0 15 0,0 0 924 15,0 0-20-15,79-12-308 0,-51 8-436 0,0 4-348 16,4-2-76-16,0-3-136 0,-4 3-171 15,3-4-181-15,-3 0-152 0,0-1-92 16,-4-2-132-16,0-5-257 0,0 5-279 16,-4-4-200-16,-5 7-196 0,-2-4-456 15,-1 8-1136-15,-5-1-2977 0,-7 3-3722 0</inkml:trace>
  <inkml:trace contextRef="#ctx0" brushRef="#br0" timeOffset="26358.747">31360 15259 11941 0,'0'0'6380'0,"0"0"-5984"0,0 0-212 0,-16 92-108 16,12-54 756-16,1 10 644 0,-2-1-407 15,1 6-549-15,4 1-216 0,0 1-160 16,-4 3-56-16,4-1-28 0,-8 0-12 15,4-7-48-15,1-2-60 0,-2-10-304 16,1-3 96-16,4-9-80 0,0-14-16 16,0-2-77-16,0-10-67 0,4-4-384 0,1-11-380 15,-2-11-348-15,1-5-624 0,0 1-912 16,4-20-3217-16</inkml:trace>
  <inkml:trace contextRef="#ctx0" brushRef="#br0" timeOffset="26543.347">31476 15287 8644 0,'0'0'1940'16,"0"0"-1155"-16,0 0 331 0,0 0 404 16,0 0-244-16,0 0-448 0,0 0-312 0,83-25-128 15,-71 28-4-15,-4 6-12 0,-3 1-36 16,-2 3-116-16,1-1-8 0,-4 5-52 16,0-2-80-16,-7 2-80 0,-2-2-196 15,-7 1-188-15,0-3-72 0,-3-1-64 16,-5-2-180-16,3-4-204 0,-3 1-600 15,5-7-1372-15,-9 0-1233 0</inkml:trace>
  <inkml:trace contextRef="#ctx0" brushRef="#br0" timeOffset="27075.493">31806 14430 8592 0,'0'0'2080'16,"0"0"-791"-16,0 0-61 0,0 0 244 15,-16 73 0-15,16-35-244 0,0 7-312 16,0 5-140-16,4 4 84 0,-4 3-68 16,5 1-232-16,-5-4-84 0,0-6-111 0,0-11-89 15,4-2-128-15,-4-9-84 0,3-7-64 16,1-6-72-16,0-4-16 0,0-6-104 15,0-3-196-15,5 0-281 0,-2-9-247 16,1-4-208-16,0-3-644 0,0-6-1400 0,0 5-2545 16,0-4-2387-16</inkml:trace>
  <inkml:trace contextRef="#ctx0" brushRef="#br0" timeOffset="27245.287">31942 14796 8520 0,'0'0'2805'0,"0"0"-1469"0,0 0-164 16,0 0 360-16,0 0 0 0,0 0-216 15,87 12-196-15,-66 1-352 0,-6 6-168 16,5 0 180-16,0 1 57 0,-4-2-353 16,-1-2-240-16,2-4-148 0,-6 1-96 0,6-10-120 15,-9 0-400-15,4-3-221 16,0-3-3-16,3-9-156 0,-6-4-796 0,2 3-2204 16,2-8-2897-16</inkml:trace>
  <inkml:trace contextRef="#ctx0" brushRef="#br0" timeOffset="27411.808">32237 14700 836 0,'0'0'10761'16,"0"0"-8777"-16,0 0-1172 0,0 0 412 0,0 0 492 15,-84 89-196-15,64-60-380 0,0 2-408 16,0 1-88-16,0 0 1 0,-3-4-181 16,2-3-272-16,5-2-192 0,1-7-128 15,3-3-384-15,-1-4-301 0,10-6-247 16,-5 0-276-16,4-3-872 0,4 0-1720 15,0-12-2313-15</inkml:trace>
  <inkml:trace contextRef="#ctx0" brushRef="#br0" timeOffset="27803.235">32320 14243 352 0,'0'0'8840'0,"0"0"-6799"0,0 0-1053 0,0 0 240 16,0 0 508-16,0 0-68 0,0 0-300 16,0 0-544-16,0 0-248 0,0 0 340 15,28 73-196-15,-24-42-232 0,4 11-99 0,-4 2 23 16,0 4 12-16,0-1-196 16,-4-3-120-16,0-2-108 0,0-7-4 0,0 0-212 15,-4-10-232-15,0-9-60 0,4-2-77 16,-4-12-107-16,4-2-396 0,0 0-1080 15,0-9-1944-15,0-1-1405 0,0-15-2403 0</inkml:trace>
  <inkml:trace contextRef="#ctx0" brushRef="#br0" timeOffset="28007.807">32392 14360 7564 0,'0'0'4421'0,"0"0"-3509"0,0 0-276 0,0 0 644 16,0 0 308-16,0 0-380 0,0 0-356 15,79-53-200-15,-66 53 120 0,-2 0-148 16,-3 5-292-16,5 8-40 0,-9 1 60 16,-1 5-136-16,1 0-144 0,-4 2-72 0,-4 5-172 15,-3 2-144-15,-10 1-96 0,2 2-76 16,-2-2-100-16,-2-4-248 0,-1 4-584 16,3-6-908-16,2-5-760 0,3-2-1941 15,4-6-867-15</inkml:trace>
  <inkml:trace contextRef="#ctx0" brushRef="#br0" timeOffset="28271.378">32755 14618 12525 0,'0'0'2592'16,"0"0"-1988"-16,0 0 64 0,0 0 576 15,0 0 532-15,0 0-356 0,15 79-716 16,-11-54-424-16,4 7-75 0,1-3 3 0,-2-1-124 16,-3 1-24-16,0-4-48 0,0 0 0 15,-4 1-12-15,0-4-80 0,-4 1-160 16,-4-5-201-16,1 1-131 0,-2-6-12 16,-3 0-16-16,-3-4-108 0,2 1-280 15,-6-4-636-15,-5-3-1040 0,8 0-3029 16,-20-3-2239-16</inkml:trace>
  <inkml:trace contextRef="#ctx0" brushRef="#br0" timeOffset="29175.861">32826 14186 7008 0,'0'0'4501'0,"0"0"-2597"0,0 0-532 15,0 0 92-15,0 0-20 0,0 0-188 0,0 0-224 16,0 0-372-16,0 0-248 0,0 0-132 15,79-33-84-15,-66 31-40 0,2 2-20 0,2 0-15 16,-2 9 99-16,-2 8 8 0,-2 8-128 16,-3 13 44-16,-3 6 12 0,-5 11 4 15,0 8 8-15,-13 0-72 0,2 7-12 16,-6-3-80-16,2 3 4 0,-1-3-8 16,0-4 0-16,4-10 0 0,4-8 12 15,4-10-12-15,4-9-60 0,0-4-96 16,4-7 36-16,0-2 24 0,8-3-100 15,0-1 52-15,3-2 32 0,2-1 28 16,3 0-36-16,-5 4 60 0,2 3-48 16,-2 2 44-16,2 7 64 0,-2 4 0 0,-2 5 0 15,2 5 0-15,-2 2-52 0,-2 1-57 16,1 1-11-16,-4-1 20 16,0-1-128-16,-4-4-104 0,0 1-32 0,-4-3 0 15,0 0 20-15,-4 0-12 0,-4-7-96 0,-4 0-188 16,-4 1-364-16,0-7-368 0,-3-3-644 15,6-7-1981-15,-15 3-2415 0</inkml:trace>
  <inkml:trace contextRef="#ctx0" brushRef="#br0" timeOffset="29824.233">28180 16834 14317 0,'0'0'2716'16,"0"0"-1512"-16,0 0-356 0,0 0 560 16,0 0-43-16,112-32-385 0,-72 23-448 15,3-1-300-15,2 3-112 0,-6-2-84 16,1 0-36-16,-3-1-72 0,-6 0-108 15,1 3-268-15,-9-1-184 0,-6 2-181 16,-2-1-183-16,-6 3-472 0,-1 4-1108 16,-8 0-2476-16,0 13-2929 0</inkml:trace>
  <inkml:trace contextRef="#ctx0" brushRef="#br0" timeOffset="30010.271">28407 17084 6384 0,'0'0'4444'0,"0"0"-2875"16,0 0 127-16,0 0 32 0,0 0-100 16,112 20-268-16,-68-18-332 0,0-2-368 15,-1 0-220-15,2 0-268 0,-6 0-172 16,5-2-60-16,-4-4-376 0,4-5 8 16,-5 3-456-16,6-9-296 0,-10 4-928 15,-7 1-2416-15,8-10-3457 0</inkml:trace>
  <inkml:trace contextRef="#ctx0" brushRef="#br0" timeOffset="30297.397">29356 16363 12717 0,'0'0'2776'16,"0"0"-1704"-16,0 0-436 0,0 0 600 16,0 0 384-16,7 67-388 0,-2-38-539 15,-1 3-353-15,4 3-72 0,3 6-16 16,2 7-80-16,-1-1-52 0,0 10-72 16,0 0-44-16,-5 4-4 0,6 2-4 15,-5 1-444-15,-1 2 0 0,-3 2-209 16,4-2-143-16,1 0-192 0,-6 4-372 0,-3 3-948 15,4-22-1940-15,-4 23-2781 0</inkml:trace>
  <inkml:trace contextRef="#ctx0" brushRef="#br0" timeOffset="59341.242">13913 616 1396 0,'0'0'5096'0,"0"0"-4680"15,0 0-64-15,60-67-108 0,-45 48 120 16,-2 3 3633-16,-2 7-3049 0,1 2-296 15,-3 1 236-15,-6 3 200 0,1 3 44 16,-4 0-164-16,0 0-100 0,0 0-8 16,0 0-100-16,0 3-64 0,-4 0-232 0,1 7-112 15,-10-1-47-15,1 7-61 0,0 6-88 16,-7 3-48-16,-5 7-24 0,-1 1 40 16,-6 4-40-16,-1 1-80 0,-8 7 4 15,-8 0 0-15,1 5-8 0,-9 1-80 16,0-4 8-16,-4 5-112 0,0-5-168 0,0-3-109 15,5-5-75-15,3-7-12 16,8-11-4-16,4-4-8 0,4-8-340 16,1-4-700-16,7-5-1160 0,8 0-2001 0,-5-5-1703 15</inkml:trace>
  <inkml:trace contextRef="#ctx0" brushRef="#br0" timeOffset="59573.917">13028 879 12777 0,'0'0'1680'0,"0"0"-1516"0,0 0 164 16,0 0 604-16,0 0 296 0,-56 76-248 16,41-50-168-16,2 6-172 0,-2 3-164 0,2 0-196 15,2 6-108-15,-1 0-48 0,3 1-120 16,2-1-4-16,3-3-52 0,4-4 4 16,0-2-36-16,0-3 72 0,4-8-36 15,7-2-4-15,2-2 4 0,7-7-84 0,-1-1-40 16,9-5 48-16,4-4 64 0,4 0 12 15,8-10-160-15,7-3-224 0,5 1 40 16,8-5-152-16,0-2-200 0,12-2-532 16,-20 4-996-16,31-8-2813 0</inkml:trace>
  <inkml:trace contextRef="#ctx0" brushRef="#br0" timeOffset="60073.616">15670 463 10528 0,'0'0'1773'0,"0"0"-929"0,0 0-156 15,0 0 440-15,0 0 296 0,0 0-204 16,0 0-356-16,0 0-480 0,-84 4-224 15,60 18-12-15,-4 6 12 0,5 7-76 16,-5 9 212-16,4 8-16 0,0 1-60 16,4 4-160-16,4 4-12 0,4-1 112 15,7-2-160-15,2-1-24 0,3-7-124 0,3-2 148 16,10-10 304-16,7-10-36 0,0-9-24 16,4-6-196-16,0-7-44 0,0-6 80 15,3 0 124-15,1-8-88 0,0-9-116 16,-4-2-4-16,0-6-168 0,-5-4-480 0,-2 1-84 15,-6-4-236-15,-7 3-624 16,1 8-1408-16,-10-2-3177 0</inkml:trace>
  <inkml:trace contextRef="#ctx0" brushRef="#br0" timeOffset="60358.065">15438 924 13269 0,'0'0'1776'15,"0"0"-1360"-15,0 0 200 0,0 0 1044 16,0 0 104-16,0 0-508 0,96 38-452 15,-68-38-367-15,0 0-169 0,0 0-100 16,-4-4-164-16,4-5-4 0,-9-1-72 16,5 1-132-16,-3-1-309 0,-6-2-95 0,-2 2-84 15,-2 4 44-15,-7 0-92 0,0 3-132 16,-4 3-148-16,0 0 172 0,-4 0 332 16,-4 6 240-16,-3 0 276 0,-2 7 276 0,2-1 240 15,-2 5-28-15,5 1 48 16,5 4-4-16,-1 3-60 0,4 5-52 0,0-1-28 15,0 2-24-15,0 1 0 0,7-4-24 16,-3 4-40-16,9-7-268 0,-2-2-36 16,2-4-208-16,2-3-220 0,6-10-232 15,-2-3-328-15,5-3-500 0,0-6-1424 16,12-16-3633-16</inkml:trace>
  <inkml:trace contextRef="#ctx0" brushRef="#br0" timeOffset="60661.148">16096 914 11789 0,'0'0'4400'16,"0"0"-3720"-16,0 0-284 0,-80 67 868 0,56-35 220 15,1-1-116-15,3 1-543 0,3-3-377 16,10-10-204-16,3-4-196 0,4-5-48 16,0-7-148-16,4 0-32 0,3-3-4 0,10-3 4 15,-2-5 108-15,6-6-196 0,-1-2-181 16,-1-3-51-16,1 3-12 0,1 3-12 15,-2 4 168-15,-3 6 60 0,4 3 124 16,-4 0 172-16,-4 12 0 0,0 5 100 16,0 2 244-16,-8-1 156 0,3 6-24 15,-7-3-72-15,5-2-52 0,-1-3-60 16,0-7-24-16,0-2-75 0,0-4-193 16,3-3-88-16,6-6-117 0,-2-7-51 15,2-13-232-15,6-2-220 0,-2-10-244 16,2-4-912-16,1-3-808 0,-8 12-1381 0,0-22-1111 15</inkml:trace>
  <inkml:trace contextRef="#ctx0" brushRef="#br0" timeOffset="60877.576">16419 339 11969 0,'0'0'2412'0,"0"0"-1792"16,0 0 120-16,0 0 716 0,0 0 272 15,-12 89-328-15,8-47-304 0,-4 12-175 16,4 3-25-16,-4 4-268 0,4 2-204 15,0 3-280-15,4-2-104 0,0-1-36 16,0 1-8-16,0-10-184 0,4-7-16 16,4-8-40-16,0-8-68 0,0-9-64 15,4-6-132-15,-4-6-72 0,4-7-41 16,0-3-271-16,-1-7-256 0,2-8-704 16,2-10-828-16,-2 5-1585 0,6-14-1263 0</inkml:trace>
  <inkml:trace contextRef="#ctx0" brushRef="#br0" timeOffset="61211.424">16718 914 10452 0,'0'0'2173'16,"0"0"-1609"-16,0 0-68 0,0 0 1088 0,8 88 360 15,-8-58-376-15,0-1-424 0,0-1-352 16,-4-3-232-16,4-2-160 0,0-5-252 16,0-2-148-16,4-3 0 0,-1-3-72 15,1-4-40-15,5-4-204 0,-1-2-168 16,-1 0 68-16,6-6 184 0,-1-6 12 15,-1-1-36-15,5-9-4 0,0 0-20 16,0-7-76-16,-4 4 72 0,0-4 72 16,0 4 52-16,0 0 160 0,-8 5 76 15,0 1 96-15,0 1 36 0,-4 1 100 0,-4 5-100 16,-8-1 320-16,0 4-60 0,-8-1-4 16,1 7-100-16,-2 0-72 0,1 3-12 15,1 3-84-15,2 3 57 0,6 1-69 16,-2 2-64-16,6 1-120 0,3-1-104 15,-4 4-56-15,4-3-33 0,4-1-39 0,0 0-240 16,0-2-272-16,4 0-212 0,4-2-212 16,7-2-760-16,2 1-1028 0,-6-4-1777 15,13-4-2395-15</inkml:trace>
  <inkml:trace contextRef="#ctx0" brushRef="#br0" timeOffset="61391.282">17136 908 9700 0,'0'0'5729'0,"0"0"-4673"0,0 0-456 16,-4 66 1032-16,-4-40 400 0,0 2-499 16,4-5-421-16,-4-1-580 0,4-6-360 15,0-3-172-15,4-1-84 0,0-6-88 16,0 1-248-16,0-4-188 0,0-3-180 16,0 0-281-16,0 0-555 0,0-6-2252 15,0-4-1897-15</inkml:trace>
  <inkml:trace contextRef="#ctx0" brushRef="#br0" timeOffset="61774.329">17116 701 14261 0,'0'0'2492'0,"0"0"-2484"0,0 0 428 16,0 0 456-16,0 0 8 0,0 0-448 16,76-3-428-16,-52 3-24 0,0 0-392 15,0 0-260-15,8 0-152 0,-4 0-440 16,4-3-572-16,-5 0-232 0,1 3 287 15,-4 0 1153-15,-8 3 608 0,3 7 825 16,-10 5 371-16,-1 4 336 0,-8 4 204 16,0 3-180-16,-13 2-232 0,2 4-80 15,-1-4-120-15,0 1-176 0,0-7-219 16,4 0-257-16,0-6-240 0,8-7-220 16,0 5-12-16,0-8-120 0,12 2 20 0,0 3 4 15,4-5 48-15,3 0 0 0,2 1 36 16,-6-1 8-16,5 0 4 0,-8 1 4 15,1-1 4-15,-2 0 40 0,-2 1-40 16,-5-4 0-16,0 3 64 0,-1 1-12 0,-3-1 76 16,0 0-16-16,-3 1-28 0,-1-1-92 15,-9 0-288-15,2 1-188 0,-6 2-92 16,2-3-65-16,-6 1-111 0,-3-1-244 16,-4-3-640-16,-4 4-1340 0,9-7-2093 15,-25 3-2495-15</inkml:trace>
  <inkml:trace contextRef="#ctx0" brushRef="#br0" timeOffset="62165.045">18638 807 14201 0,'0'0'2032'0,"0"0"-1344"0,0 0-204 15,0 0 756-15,88 72 232 0,-45-56-484 16,5-10-612-16,8-2-280 0,0-4-96 16,-1-10 0-16,-3-6-108 0,-3-6-40 15,-6 0 4-15,-3-4-296 0,-4 0-220 16,-9 1-244-16,-3 0-464 0,-7 0-1036 0,-9 9-2497 15,-5-3-3607-15</inkml:trace>
  <inkml:trace contextRef="#ctx0" brushRef="#br0" timeOffset="62374.002">18965 448 12745 0,'0'0'2604'0,"0"0"-1248"16,0 0-460-16,-16 85 488 0,12-41 168 15,0 10-420-15,0 4-315 0,0 2-273 0,0-2-220 16,4-2-208-16,-5-5-116 0,5 0-196 16,0-9-408-16,5-8-76 0,-1-9-49 15,8-15 49-15,0-10-68 0,8-3-184 16,0-19-736-16,4-10-716 0,-5 7-856 16,5-27-3281-16</inkml:trace>
  <inkml:trace contextRef="#ctx0" brushRef="#br0" timeOffset="62694.98">19328 346 12661 0,'0'0'1984'0,"0"0"-1352"16,0 0 196-16,4 70 872 0,-4-33-100 15,-9 15-376-15,1 5-408 0,-3 6-123 16,3 4 107-16,-5-4-268 0,10 1-244 16,-5-4-204-16,8-6-84 0,0-6-120 15,0-10-84-15,0-6 44 0,0-13 40 16,4-6 0-16,3-7-48 0,-3-6-52 0,5 0 40 15,-1-3 44-15,-1-7 64 0,5-3-72 16,1-2 48-16,-2-1-52 0,2-3 15 16,-2 6-3-16,1 1 76 0,-4 5-36 15,-4 3-36-15,8 1 132 0,-8 3 120 16,4 7 196-16,0 2-11 0,0 3-53 0,0 5-32 16,-5 2 20-16,6 4 76 0,-5-5-160 15,0-2-60-15,0-3-96 0,0-4-112 16,-1-6-248-16,6-3-272 0,-1-3-133 15,0-6-99-15,4-7-348 0,0-6-612 16,3 0-1236-16,-2 2-1841 0,2-8-1639 0</inkml:trace>
  <inkml:trace contextRef="#ctx0" brushRef="#br0" timeOffset="63010.953">19690 908 4852 0,'0'0'8685'0,"0"0"-6949"0,0 0-1272 15,0 0 416-15,0 0 944 0,0 0-56 16,28 66-636-16,-28-63-632 0,3 1-243 15,1-4-29-15,1-4-8 0,-1-2-100 16,4-3-120-16,-1-4-112 0,6-6-84 0,-1-3-132 16,-5 3-49-16,6-3 13 0,-5 3 12 15,-5 3 84-15,1 3 84 16,-4 1 160-16,-4 1 24 0,-7 3 60 0,-6-3 172 16,-2 5 0-16,-1 6 0 0,0 0 0 15,0 3-64-15,0 13-68 0,4 7 69 16,4 2-25-16,1 10 64 0,2 0 48 0,1 6 20 15,4 0-20-15,0-3-16 0,1 0-68 16,3-6-100-16,0-3-72 0,3-10-96 16,5-3-52-16,0-9 28 0,4-2-48 15,0-5-76-15,0-3-204 0,8-6-161 16,0-7 77-16,4-6 44 0,-1 0-404 16,5-4-808-16,0 1-720 0,0-1-140 15,-4 10-2085-15,12-5-943 0</inkml:trace>
  <inkml:trace contextRef="#ctx0" brushRef="#br0" timeOffset="63679.456">20060 807 8776 0,'0'0'3189'16,"0"0"-1769"-16,0 0-492 0,0 0 584 15,0 0 88-15,0 0-252 0,-19 72-280 16,19-43-212-16,4-4-172 0,0 4-151 16,-1-3-169-16,1-5-132 0,5-5-52 15,-5-3-48-15,4-3-56 0,-1-7-76 0,1-3-96 16,5 0-72-16,-2-10 108 0,9-3-148 15,-4-8-20-15,4-5-173 0,0-3 121 16,-4 1-84-16,0-1 8 0,-4 1-56 16,-5 3 152-16,-3 4 28 0,-4 2 172 15,-4 5 0-15,-7 0 52 0,-6 5 8 0,2-1 244 16,-5 7 12-16,1 3-120 0,2 0 44 16,2 6-104-16,-6 7-4 0,10 4-24 15,-9 2-44-15,8-1-4 0,-1-1-84 16,6-2-160-16,3-2-392 0,0-4-420 15,4 1-1316-15,0-7-2068 0,4-3-2577 0</inkml:trace>
  <inkml:trace contextRef="#ctx0" brushRef="#br0" timeOffset="64243.518">20264 730 952 0,'0'0'9544'0,"0"0"-7859"0,0 0-929 0,0 0 544 15,0 0 88-15,0 0-32 0,80 19-180 16,-76-6-92-16,0 6-188 0,-4 2-264 15,0 2-180-15,0 3-208 0,0-1-76 16,-4-3-56-16,-5 0-60 0,9 0-52 0,-4-6-60 16,0-3 52-16,4-3-56 0,0-8-44 15,0 3 24-15,4-5-16 0,0 0-28 16,1-7 128-16,6-3 196 0,1-3-172 16,4-3-24-16,5-9-268 0,2 0-60 15,5-7-160-15,0 0-100 0,0-2-308 16,4-5-352-16,-4 4-324 0,0 7 212 15,-4 3 396-15,-5 9 288 0,-3 3 336 16,0 10 340-16,-8 3 728 0,-4 7 84 16,0 5 236-16,-4 7 24 0,0 3-312 0,-8 7-76 15,-4 2-80-15,0 4 112 0,0 7-32 16,4-1-108-16,-3 6-64 0,7-5 228 16,-1-4-471-16,1-6-169 0,4-3-100 0,0-7-88 15,4-3-20-15,5-1 59 0,-2 6 41 16,5-6 0-16,0 1-40 15,4 0 48-15,4-3 8 0,0-4 233 0,0 1-241 16,8-3-36-16,-4 0-121 0,4-4-11 16,-4 0 168-16,-5 0 0 0,-2 1-188 15,-6 5-92-15,-3 1 232 0,1 6-16 16,-6 6-20-16,-3 4 84 0,0 3 100 16,-12 3-92-16,-7 0-8 0,-2-1 52 0,-3-2 44 15,-8-3 12-15,0-1 28 0,-3-5 20 16,-5-4-20-16,1-3-39 0,2-10-85 15,9-6 132-15,5-3-144 0,3-13-60 16,4-6-389-16,4-10-39 0,4-6 52 16,4-4 68-16,4-2-72 0,8-4-160 15,3 4 156-15,6-1 124 0,7 4-40 16,4 0-248-16,-1 0-704 0,6 2-1124 16,-10 11-2021-16,12-10-687 0</inkml:trace>
  <inkml:trace contextRef="#ctx0" brushRef="#br0" timeOffset="64788.618">21817 317 12501 0,'0'0'1808'16,"0"0"-1492"-16,0 0 100 0,0 89 540 15,0-51 468-15,0 7-432 0,-4 2-464 0,-3 5-108 16,3 2-4-16,-4 2-100 0,-5-2-168 16,6-4-136-16,-1-4-12 0,-1-11-8 15,5-7-40-15,4-12 36 0,0-4-76 16,0-9-180-16,13-3 84 0,-1 0-60 16,4 0 160-16,7 0 84 0,1-5 48 15,4 1-48-15,0 4 8 0,0 0 28 16,0 0 124-16,0 9 36 0,0 4 292 15,-9 1-60-15,-2 5-12 0,-6-5 80 16,-3 0 5-16,-8 2-29 0,0-4-60 16,-4-2-136-16,-3-1-92 0,-9 1-64 15,0-4-24-15,-8 1-56 0,0-4-40 16,-3 0-240-16,-1-3 8 0,3 0 16 0,-3 0-160 16,4 0-96-16,5-3-53 0,-5-3-7 15,4-4-224-15,4-2-300 0,0-5-324 0,8-2-312 16,4-4-808-16,0 9-2817 15,8-12-2919-15</inkml:trace>
  <inkml:trace contextRef="#ctx0" brushRef="#br0" timeOffset="65039.204">22188 733 12029 0,'0'0'2816'0,"0"0"-1672"0,0 0-152 15,0 0 456-15,76 29 76 0,-65-20-268 16,2 3-575-16,-5 1-341 0,-4 0-60 15,3-1-88-15,-3 5-96 0,-4 2-84 0,0 0-8 16,0 3-4-16,0 0-4 0,-4 0-212 16,-3-6 56-16,-5 0 116 0,3-7 44 15,2-2 0-15,3-3-68 0,0-4-28 16,0 0 36-16,0-4 0 0,4-3-136 16,-4-5 51-16,4-4-147 0,0-6-24 0,8-3-28 15,4-4 16-15,4-6-160 0,3 4-396 16,5-5-620-16,4 5-1228 0,-7 12-2437 15,14-10-2587-15</inkml:trace>
  <inkml:trace contextRef="#ctx0" brushRef="#br0" timeOffset="65372.754">22690 717 10136 0,'0'0'2865'0,"0"0"-1833"0,0 0 196 0,-72 83 704 15,49-48-204-15,-1 0-256 16,0 0-244-16,12-7-279 0,-1-6-441 0,6-6-308 15,7-6-200-15,0-3-108 0,0-5-12 16,4-2-36-16,3-2 8 0,10-5-92 16,7-5-52-16,0-5-36 0,-1-5-109 15,5-3-123-15,-4-1-28 0,-3-2 52 16,2 5 144-16,-3 4 24 0,-4 4-64 16,0 4 160-16,0 9 212 0,-4 2 60 0,-5 0 148 15,2 0 232-15,-1 7 88 0,-4 1 60 16,3 3 96-16,-3 1-112 0,0 4-124 15,-4 0-12-15,0 3-11 0,0 0-1 16,0 0-120-16,0-3-244 0,0-3-12 16,0-4-144-16,5-3-124 0,-1-3-169 15,-4-3-235-15,8 0-240 0,-5 0-244 16,5 0-1048-16,1-3-2812 0,-5-3-4409 0</inkml:trace>
  <inkml:trace contextRef="#ctx0" brushRef="#br0" timeOffset="65620.202">23020 381 8596 0,'0'0'0'15,"0"0"-1492"-15,0 0 604 0,0 0 888 16,0 0 156-16,0 0-156 0,0 0-756 16,0 0-364-16,0 0-1060 0</inkml:trace>
  <inkml:trace contextRef="#ctx0" brushRef="#br0" timeOffset="66291.228">22683 971 3068 0,'0'0'8709'0,"0"0"-6841"15,0 0-1184-15,0 0 48 0,0 0 504 16,0 0-28-16,0 0-368 0,0 0-284 15,0 0-200-15,0 0-308 0,23 3 212 16,-3-22-60-16,0-3-200 0,0-6-320 16,4-4-60-16,-4 3 24 0,-5 1 60 15,2 2-64-15,-9 5 16 0,-1 1 84 16,-3 1 84-16,-4 6 116 0,0 1 60 0,0 2 136 16,-8 4 88-16,-3 3 24 15,-2 3 84-15,2 0 40 0,-6 0-152 0,2 9-84 16,-2 7 84-16,2 3-12 0,-1 6-60 15,0 3-36-15,0 8 120 0,4 2 48 16,-4 0 4-16,8 0-64 0,-3 3-28 0,2-6 16 16,5 0-36-16,0-9-40 0,4-4-84 15,0-6-36-15,4-7 76 0,5 1-28 16,2-7-60-16,6-3-84 0,6 0-196 16,-3-10-112-16,8-2 76 0,0-7-172 15,0-4-188-15,4 1-172 0,-4-1-192 16,-1 2-460-16,1-2-752 0,-4 8-1661 15,4-10-1347-15</inkml:trace>
  <inkml:trace contextRef="#ctx0" brushRef="#br0" timeOffset="66603.638">23108 807 8248 0,'0'0'3077'0,"0"0"-1717"0,0 0-492 0,0 0 552 16,0 0 240-16,0 0-204 15,0 0-436-15,0 0-344 0,0 0-200 0,-79 66-96 16,66-41 44-16,6 4 160 0,-1-7-71 15,0-2-285-15,8-8-228 0,0-3-36 0,0-5-108 16,0-4-100-16,4 0-85 0,4-6-35 16,7-5-172-16,2-4 84 0,-1-5-256 15,3-2-360-15,-2-3-396 0,-2 0-128 16,2 3-76-16,-2 2 160 0,-2 5 376 16,-2 2 371-16,1 9 761 0,-7 4 324 15,-1 0 617-15,-1 11 315 0,-3 7 280 16,0 1-236-16,0 4-320 0,-3 2-84 15,3 0 20-15,-4 0-116 0,4-2-128 16,-5 0-232-16,5-4-232 0,0-5-208 0,5-3-232 16,2-11-280-16,1 0-64 0,4-11-200 15,4-3-228-15,0-12-544 0,-4 7-1488 16,8-23-5453-16</inkml:trace>
  <inkml:trace contextRef="#ctx0" brushRef="#br0" timeOffset="66966.051">23411 498 7868 0,'0'0'5581'16,"0"0"-4833"-16,-15 76-468 0,6-37 1056 15,5 2 836-15,-4 3-400 0,5 0-844 16,3-3-612-16,0 1-292 0,7-7-24 16,1-3-292-16,5-7-256 0,2-9-188 15,5-7 220-15,-4-9-48 0,12-3-528 16,-4-9-672-16,4-7-544 0,0-6-257 15,0-1-559-15,-8 1 524 0,-1 2 1192 16,-6 4 1408-16,-9 3 860 0,0 4 952 0,-4 5 604 16,-4 4 93-16,-9 3-65 0,-2 0-268 15,-2 10-760-15,-2 5-436 0,-5 8-104 16,4 2-116-16,-4 4-52 0,4 3 36 16,4-4-75-16,4 0-125 0,5-5-204 0,7-7-144 15,0-3-100-15,3-5 24 0,9 3-60 16,4-8-52-16,0 0 52 0,8-3-60 15,0 0-48-15,8 0-24 0,4-3-24 16,3 0 28-16,-3-1 64 0,8 2-612 16,-4-5-257-16,3 1-115 0,2 2-628 15,-14-3-3036-15,18 1-4533 0</inkml:trace>
  <inkml:trace contextRef="#ctx0" brushRef="#br0" timeOffset="67291.364">24380 638 17021 0,'0'0'2996'0,"0"0"-2728"0,0 0-36 16,0 0 36-16,0 0 124 0,-80 38 128 0,56-16-103 16,-4 4-93-16,5-1-80 15,2-3-136-15,10 1-100 0,2-4-8 0,9-4-108 16,0 1 12-16,9-3-88 0,2 3-32 15,5-3 8-15,8-1 88 0,-4 4-13 0,4-3-27 16,4 2 52-16,-9-2 96 0,2 1-36 16,-2-2 44-16,-6 1 4 0,-2-5 48 15,-7 6 24-15,-4-2 84 0,0 1 113 16,-8 3-49-16,-3 0-52 0,-6-3-168 16,-2 3 0-16,-5-4-192 0,-4-2-161 15,0-4-231-15,-4 1-244 0,0-5-288 16,-3 3-820-16,7-5-2124 0,-12 0-2749 0</inkml:trace>
  <inkml:trace contextRef="#ctx0" brushRef="#br0" timeOffset="67662.738">25244 924 5500 0,'0'0'10469'0,"0"0"-8661"15,0 0-1164-15,96 50-276 0,-57-41 76 16,1-2 204-16,-3-7-72 0,2 0-380 0,1-16-196 16,4-3-280-16,-8-6 8 0,3-7-312 15,-7-6-156-15,-4 3-284 0,-4-2-380 16,-8-2-528-16,-4 14-1044 0,-8-10-3273 0</inkml:trace>
  <inkml:trace contextRef="#ctx0" brushRef="#br0" timeOffset="67920.572">25551 527 9400 0,'0'0'2361'0,"0"0"-1517"0,0 0-12 16,0 0 524-16,0 0 268 0,-24 75-180 0,24-35-384 15,0 4-176-15,4 6-100 16,0 8-32-16,0 2-59 0,0 6-193 0,-4 8-100 15,0 2-208-15,0 0 72 0,0 4-68 16,-8-8-76-16,4-1-12 0,-4-8-48 16,1-6-60-16,-6-7-4 0,5-8 0 0,1-7-4 15,-2-7-160-15,1-5-124 16,4-11-80-16,0-6-124 0,1-2-160 16,-1-4-197-16,4-6-99 0,-5-10-580 15,5-7-692-15,0-5-696 0,0 0-1401 0,0-30-1343 0</inkml:trace>
  <inkml:trace contextRef="#ctx0" brushRef="#br0" timeOffset="68188.649">25901 908 11685 0,'0'0'2020'0,"0"0"-1268"0,0 0-196 15,4 75 792-15,-8-49 452 0,-7 3-372 16,2-4-816-16,5-2-440 0,-3-7-172 15,7-1-4-15,-4-5-44 0,4-7 32 16,0 0-104-16,0-3 108 0,0 0 12 0,4-6-12 16,-1-4 12-16,1-2 100 15,5-4 24-15,-1-7-4 0,-1 1-20 0,1-6-100 16,5 2-72-16,-2-2 12 0,1-1-60 16,8 4-200-16,-3 0-84 0,2 2-208 15,5 5-152-15,-4-5-276 0,3 4-328 16,2 2-384-16,-9 5-1216 0,8-4-2585 0</inkml:trace>
  <inkml:trace contextRef="#ctx0" brushRef="#br0" timeOffset="68427.236">26169 942 9700 0,'0'0'2489'0,"0"0"-1685"0,-13 83-204 0,13-57 616 16,0-4 708-16,0-6-260 0,9-7-620 15,-1-2-504-15,3-7-356 0,6 0-40 16,-2-13 28-16,5-3-100 0,1-9-72 15,-2-1-376-15,1-5-28 0,-4 2-76 16,0 1 52-16,-4 2-16 0,-4 1 136 0,-4 6 48 16,-4 0 0-16,0-1 260 15,-9 8 36-15,-6-2 152 0,-1 8 84 0,-8 0-52 16,4 6 28-16,4 0-76 0,0 6-164 16,0 11 92-16,0 2 20 0,0 6-56 15,1 4 20-15,2-4 52 0,1 3-136 16,1-5-48-16,2-4-456 0,1 2-648 0,5-7-1064 15,-5 8-3589-15</inkml:trace>
  <inkml:trace contextRef="#ctx0" brushRef="#br0" timeOffset="69673.299">25982 854 1016 0,'0'0'7504'0,"0"0"-5924"0,0 0-932 0,0 0 125 16,0 0 687-16,0 0 104 0,0 0-356 15,0 0-288-15,0 0-148 0,0 0-180 16,0 0-160-16,-56 19-112 0,48-6-60 15,3 6-4-15,-3 6 28 0,8 7-28 0,0 2-48 16,0 2 36-16,0 2-84 0,4-3 0 16,9-1-4-16,-6-4-44 0,5-9-100 15,1-4-12-15,-6-5-36 0,5-5 28 16,0-5-128-16,0-2-72 0,4 0-132 0,0-12 84 16,4-8-76-16,-4-2-24 15,4-8-12-15,0-3 36 0,-5-2-16 0,2 0-20 16,-6 3 80-16,1 4 204 0,-7 2 84 15,-5 4 184-15,0 6 52 0,-5 0 136 16,-7 1-4-16,-8 2-72 0,1-3-184 16,-1 1 8-16,-8-2 28 0,4 5-60 15,0 1 8-15,0 5 4 0,4 4 36 16,5 2-136-16,-2 2-40 0,9 9-68 16,-3 1-16-16,-2 7 40 0,6 3-4 0,-1 4-60 15,4 2-12-15,-1 0-480 0,5-1-324 16,0-6-640-16,5-4-940 0,7-8-1345 15,-5-4-419-15,10-5 1220 0</inkml:trace>
  <inkml:trace contextRef="#ctx0" brushRef="#br0" timeOffset="70029.71">26216 736 3636 0,'0'0'7028'15,"0"0"-5623"-15,0 0-653 0,0 0 804 16,0 0 220-16,0 0-476 0,0 0-484 15,0 0-200-15,0 0-136 0,76-9-176 16,-53 12-84-16,-2 3-24 0,-1 4 24 16,-1 6 40-16,1-1-8 0,-8 8-32 15,1 2 24-15,-6 7-48 0,-7 6-196 0,0 0-36 16,0 3-136-16,-11 1-8 0,-2-1 168 16,5-9 12-16,-3-1 16 0,2-7 44 15,2-10-48-15,-1-1 0 0,4-3 0 16,4-7 48-16,-4 1 36 0,4-4 16 15,0 0-16-15,0-4-96 0,0-3-12 16,0-5-96-16,0-4-88 0,0-9 136 0,0-4-12 16,0-5-16-16,8-2 88 0,3-1-268 15,6-2 88-15,-2 7 20 0,9 7-60 16,-3 0 0-16,7 6 36 0,-5 3 88 16,9 0-64-16,-1 2-36 0,6 2-248 15,3-1 0-15,-1 5-532 0,-3 4-712 16,-8 1-1228-16,12 3-2777 0</inkml:trace>
  <inkml:trace contextRef="#ctx0" brushRef="#br0" timeOffset="70510.608">27228 876 14589 0,'0'0'1740'0,"0"0"-1564"0,0 0 372 16,0 0 864-16,0 0 52 0,76 76-256 16,-64-47-467-16,-4 3-221 0,-4 3-96 15,-1-4-204-15,-3 1-160 0,5-10-60 16,-5-3-120-16,0-6-184 0,4-4-264 0,-4-6-177 16,0-3-143-16,4 0-432 0,-4 0-1392 15,0-6-3201-15</inkml:trace>
  <inkml:trace contextRef="#ctx0" brushRef="#br0" timeOffset="70657.685">27300 698 10152 0,'0'0'5041'16,"0"0"-4577"-16,0 0-264 0,0 0 408 0,0 0 28 15,76-31-636-15,-56 27-64 16,-1 1-396-16,2 0-608 0,-10 3-820 0,13 0-3537 0</inkml:trace>
  <inkml:trace contextRef="#ctx0" brushRef="#br0" timeOffset="70930.021">27623 969 3420 0,'0'0'8525'0,"0"0"-7157"16,0 0-288-16,-24 69 912 0,16-53 192 15,8-7-636-15,-4-2-768 0,4-4-500 16,0-3 0-16,4 0-76 0,4-3-204 15,-4-6-92-15,8-1-76 0,0-3-64 16,-1-4-72-16,6 5-124 0,-6-3-12 16,6 2 48-16,-6 1 72 0,6 5-12 15,-6 3-12-15,2 4 172 0,-6 0 36 0,5 0 136 16,-4 7 84-16,0 2 88 0,0-2 88 16,0 2 44-16,0 1-44 0,0-1-76 15,-4 1 160-15,8-1-272 0,-8-2-72 16,4-1-48-16,-4 1-148 0,8-4-444 15,-5 0-272-15,6-3-888 0,-5 0-2180 16,8-3-1829-16</inkml:trace>
  <inkml:trace contextRef="#ctx0" brushRef="#br0" timeOffset="71293.146">28316 648 13893 0,'0'0'2900'0,"0"0"-2204"0,0 0-200 0,0 0 504 15,-80 66 360-15,52-44-472 0,4 4-364 16,5 0-307-16,3-7-205 0,4-1-12 16,3 1-96-16,6-3-61 0,3-3-27 15,0 3 40-15,3 0 56 0,6-1-8 16,7-2 36-16,0 3-12 0,-1 0 20 0,2-4 40 15,2 1 4-15,-3-1 4 0,0 2-32 16,0-2 36-16,-4 1 48 0,-3 0 256 16,-2-1 60-16,-3-2-119 0,0 3-109 15,-4-4-4-15,0 4-36 0,-4-4 52 16,-4 4-40-16,-4-2-108 0,-4 0-96 16,-4-1-196-16,5-1-97 0,-2-2-63 15,2-4-132-15,2-3-100 0,6 0-148 0,-1-7-340 16,-1-8-540-16,9-3-436 0,-4-2-2389 15,4-21-3111-15</inkml:trace>
  <inkml:trace contextRef="#ctx0" brushRef="#br0" timeOffset="71589.732">28504 955 13865 0,'0'0'2424'0,"0"0"-1812"0,0 0-28 0,0 0 504 15,0 0 80-15,0 0-556 16,0 0-612-16,0 0-12 0,0 0 12 0,0 0 0 15,83-22-148-15,-63 0-256 0,-5-3-160 16,2-1-12-16,-6 4 20 0,2 3 148 0,-9 2 208 16,-4 5 200-16,0-1 8 15,-13 1 152-15,2-1 236 0,-10 3 100 0,6 1-64 16,-1 9-64-16,-4 0-40 0,8 6-156 16,-4 10-84-16,4 10-28 0,-4 9 112 15,0 3 204-15,4 3 136 0,1 3 220 16,-2 0-79-16,5-2-253 0,5-4-208 15,-1-6-192-15,4-7-132 0,0-8-344 16,7-8 4-16,1-6 35 0,5-3-295 16,2-3-160-16,5-13-468 0,-4 3-1808 15,12-21-5333-15</inkml:trace>
  <inkml:trace contextRef="#ctx0" brushRef="#br0" timeOffset="71807.457">28890 835 13757 0,'0'0'2464'0,"0"0"-2024"16,-21 73 528-16,14-39 1164 0,-1 7-316 0,-5 11-543 16,10-1-473-16,-5 9-184 0,0 1 12 15,4 2-172-15,-4 0-240 0,0 0-156 16,-4-8-48-16,5-1-12 0,-2-13-152 16,1-13-196-16,8-6-148 0,-4-11-8 15,4-9 20-15,0-2-60 0,4-2-72 16,0-11-149-16,4-7-259 0,0-5-788 15,0-10-1084-15,-4 7-2453 0,4-20-1671 0</inkml:trace>
  <inkml:trace contextRef="#ctx0" brushRef="#br0" timeOffset="72006.749">28874 689 11401 0,'0'0'2340'0,"0"0"-1504"15,0 0 112-15,0 0 396 0,0 0-264 0,0 0-304 16,92-13-260-16,-73 13-124 0,1 7-84 15,0-1-88-15,0 3-208 0,-4 1-12 16,-4 2-112-16,-4 4 112 0,-4 3 0 16,-4 3-96-16,0 3-136 0,-8 5-40 15,-8-2 16-15,0 4-136 0,-4 0-28 16,-3-4-36-16,-2-3-276 0,-2-2-360 16,2-4-252-16,1-3-296 0,9-10-633 15,-5 1-2867-15</inkml:trace>
  <inkml:trace contextRef="#ctx0" brushRef="#br0" timeOffset="72256.878">29305 1089 14545 0,'0'0'5128'0,"0"0"-4232"0,0 0-580 0,0 0 156 15,0 0 65-15,0 0 155 0,0 0-428 16,0 0-264-16,0 0-264 0,0 0-64 16,0 0-281-16,83-26-487 0,-71 20-1232 15,4-3-4512-15</inkml:trace>
  <inkml:trace contextRef="#ctx0" brushRef="#br0" timeOffset="72776.302">30248 1095 1032 0,'0'0'13777'15,"0"0"-11665"-15,0 0-1936 0,0 0 356 16,0 0 308-16,0 0 232 0,0 0-180 16,0 0-440-16,100 7-356 0,-72-26-96 15,0-10-96-15,0-4-344 0,3-5-392 16,-3 1-88-16,0-1-20 0,0 3-40 0,-7 4 124 16,-2 2 228-16,-11 4-344 15,-4 2-172-15,-4 7 696 0,-12 3 448 0,-7 7 740 16,-9 6 224-16,-4 3-268 0,0 13-56 15,0 6 116-15,-1 7 180 0,10 9-72 16,3 3-136-16,0 4-200 0,8 5-40 0,4 4-36 16,4-3 196-16,4 0-64 0,4-4-111 15,8-8-133-15,4-4-200 0,4-13-140 16,8-3-84-16,3-13-208 0,1-6-24 16,4-6-121-16,1-10-87 0,-2-9-120 15,1-5-260-15,0-7-1032 0,-12 8-2520 16,4-12-4045-16</inkml:trace>
  <inkml:trace contextRef="#ctx0" brushRef="#br0" timeOffset="72940.041">30922 813 14441 0,'0'0'2132'0,"0"0"-1584"0,39 66 368 16,-22-37 1112-16,-2 0-272 0,2-4-675 0,-2-6-625 15,1-4-364-15,0-2-92 0,0-6-112 16,4-7-332-16,0 0-44 0,0-9-229 15,4-10-59-15,-5-4-568 0,2 4-2364 16,-1-13-2325-16</inkml:trace>
  <inkml:trace contextRef="#ctx0" brushRef="#br0" timeOffset="73107.055">31165 730 13697 0,'0'0'2448'0,"0"0"-2436"0,-52 79 0 0,32-40 1152 16,-8 2 1080-16,4 3-316 0,0 0-775 15,5-5-537-15,3-4-288 0,8-7-256 16,-5-5-72-16,13-14-460 0,0-3-328 16,4-6 35-16,13-9 13 0,3-7 116 15,8-10-108-15,4-8-844 0,-5 4-2492 16,13-17-4033-16</inkml:trace>
  <inkml:trace contextRef="#ctx0" brushRef="#br0" timeOffset="73334.949">31504 333 14545 0,'0'0'1740'0,"0"0"-1740"0,0 0 0 16,-4 76 848-16,-4-34 724 0,-5 5-28 15,6 7-424-15,-1 7-291 0,4 2-177 16,-1 3-8-16,5 1-52 0,0 0-244 0,9-4 64 16,6-8 236-16,2-8-348 15,2-12-152-15,1-6-148 0,1-10 0 0,-6-6-220 16,1-4-116-16,0-9-144 0,0 0-124 15,-4-7-48-15,-4-5 36 0,-5-4-64 16,-3-3-413-16,-7-3-543 0,-9 0-596 0,-8-1-476 16,-8-2-1277-16,8 6-1483 0,-19-13 3656 0</inkml:trace>
  <inkml:trace contextRef="#ctx0" brushRef="#br0" timeOffset="73480.021">31145 752 14249 0,'0'0'2520'0,"0"0"-2072"0,0 0 60 0,91-13 812 15,-43 7 368-15,12 0-287 0,4-1-493 16,4-2-196-16,-1 3-24 0,1-4-228 16,-9 1-364-16,-6-1-96 0,-10 1-156 15,-3-1-292-15,-8 4-396 0,0-1-232 0,-13 1-785 16,9-1-4463-16</inkml:trace>
  <inkml:trace contextRef="#ctx0" brushRef="#br0" timeOffset="73632.223">32436 1196 19213 0,'0'0'4189'0,"0"0"-3557"0,0 0-320 16,0 0-108-16,0 0-156 0,0 0-48 16,0 0-652-16,0 0-424 0,-92-34-353 15,49 16-3439-15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7:55:15.51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2956 14843 5380 0,'0'0'536'0,"0"0"3852"0,0 0-3383 15,0 0-117-15,0 0 336 0,0 0 184 16,0 0-36-16,0 0-184 0,0 0-332 0,-12-13-264 16,16 13-212-16,0 0-172 0,11 0 64 15,6 0 92-15,7 3 380 0,7 1-196 16,10-4-208-16,-2 3-83 0,4 0-13 15,-2-3-40-15,2 0-144 0,-2 0-60 16,-6 0-4-16,5 0 4 0,-8-3 0 16,0-4-52-16,0-2-104 0,-8 3-184 15,0-4-49-15,-13 4-183 0,5 0-160 16,-12-1-88-16,1 4-412 0,-6 0-1136 16,-3 3-2553-16,-3 0-3131 0</inkml:trace>
  <inkml:trace contextRef="#ctx0" brushRef="#br0" timeOffset="279.356">3246 14843 3332 0,'0'0'7773'0,"0"0"-6785"0,0 0-488 0,0 0 432 15,-32 82 236-15,29-49-124 0,-1 0-300 16,0 9-208-16,4 4-164 0,0 0-112 15,0 8 28-15,4 4-204 0,0 5-8 16,4 3-76-16,0 5-56 0,0 1 56 16,-1-2 4-16,2-3-4 0,-1-7-8 15,0-5-76-15,-1-11 32 0,-3-9-220 16,1-10 36-16,-1-9-88 0,0-10-324 16,-4-2-256-16,4-4-196 0,-1-10-4 0,1-6-292 15,-4 0-925-15,4-25-2335 0</inkml:trace>
  <inkml:trace contextRef="#ctx0" brushRef="#br0" timeOffset="526.696">3378 15100 3360 0,'0'0'8253'0,"0"0"-7161"15,0 0-648-15,0 0 576 0,0 0 332 16,0 0-284-16,0 0-420 0,0 0-276 15,0 66-148-15,0-43-52 0,4 9-72 16,4 2-28-16,4 15-72 0,-4 1-36 16,4 10 28-16,-1 0-92 0,-2 7-272 15,3 0-36-15,0 4 48 0,4-6 272 16,-9-4 36-16,2-10-372 0,-1-9 84 16,0-11 100-16,-5-6-124 0,-3-12-216 0,4 0-216 15,0-7-376-15,-4-3-576 0,0-3-1329 16,0-3-1815-16</inkml:trace>
  <inkml:trace contextRef="#ctx0" brushRef="#br0" timeOffset="829.655">3406 15533 1748 0,'0'0'8644'0,"0"0"-7135"15,0 0-997-15,0 0-40 0,0 0 296 16,0 0 384-16,0 0-156 0,0 0-228 16,100 2-256-16,-72-2-104 0,4 0-160 15,-4 0-100-15,0-2-24 0,0-2-68 16,-1-2-56-16,-3-1-60 0,0 0 12 15,-4 2-4-15,-4-2-120 0,-5 1-400 0,2-1-416 16,-6 4-624-16,-3 1-1104 0,-4 2-3481 0</inkml:trace>
  <inkml:trace contextRef="#ctx0" brushRef="#br0" timeOffset="2163.735">3980 15808 3512 0,'0'0'312'16,"0"0"2008"-16,0 0 588 0,0 0-1228 0,0 0-547 15,0 0 7-15,0 0-56 0,0 0-188 16,0 0-204-16,0 0-148 0,-12 38-120 16,12-22-72-16,8 6-56 0,-1 3 16 15,6 8-52-15,2 5-12 0,2 6-16 16,2 6-144-16,1 5 28 0,1 2-116 15,3 6-44-15,-5 4 40 0,5 3-36 16,4 0 32-16,-4-3-80 0,3 3-12 16,1-4 92-16,-4-6-80 0,1 1-36 15,-5-11-24-15,-5-5 100 0,-2-8-4 16,-2-7-8-16,-7-8 12 0,0-6-4 16,-4-7-84-16,0-5-212 0,0-4-312 15,-4-10-56-15,-3-6-472 0,-10-9-756 0,2-13-709 16,2 9-2863-16,-19-31 1456 0</inkml:trace>
  <inkml:trace contextRef="#ctx0" brushRef="#br0" timeOffset="2426.346">4052 16008 1344 0,'0'0'9132'0,"0"0"-8075"0,0 0-725 0,0 0 424 16,55-73 280-16,-35 57-160 0,0 3-320 15,4 5-128-15,4-6-280 0,0 4-20 16,-4 1-128-16,0 3-88 0,-5 3 48 16,1 3 40-16,-8 6 4 0,1 4 136 0,-6 2 8 15,-3 8-32-15,-4-1 136 0,0 6-12 16,0 0-16-16,-4 4-24 0,-7-7-16 16,-2 3-180-16,-2-6 0 0,-6-3-4 15,2-2-196-15,-5 0-80 0,0-3-184 16,0 1-112-16,-4-5-232 0,-4-1 172 0,0-6-1088 15,8 0-1061-15,-19-6-4763 0</inkml:trace>
  <inkml:trace contextRef="#ctx0" brushRef="#br0" timeOffset="3312.965">3446 12532 3668 0,'0'0'484'0,"0"0"2040"0,0 0 164 0,0 0-1292 16,0 0-339-16,0 0 223 0,0 0 180 16,0 0-224-16,0 0-244 0,0 0-224 15,0 0-108-15,15-29 40 0,-15 29 0 16,0 0-88-16,0 0-88 0,0 0-36 15,0 0 12-15,0 0 9 0,0 0-109 16,0 0-72-16,0 0-16 0,0 0 28 16,0 0 48-16,5 3-88 0,-5 0-120 15,0 0-48-15,4 4-60 0,-4 6 28 16,8 5 140-16,0 4 60 0,-5 8-84 0,6 4-48 16,-5 4-156-16,4 0 60 0,-4 7-24 15,-1 2-44-15,1 11-4 16,5 2-64-16,-5 7-32 0,4 6-12 0,-5 4-24 15,5 5-24-15,5 0-36 0,-6 1 24 0,1-1 24 16,1-6-4-16,2-6 76 0,-7-10 60 16,4-12 12-16,1-6-4 0,-6-8-4 15,5-5-64-15,-4-7-48 0,0-3-12 16,0-3-24-16,-4-6-28 0,5-7-32 16,-5-1-48-16,0-2-28 0,0 0 24 15,0 0 4-15,0 0-136 0,0-2-113 16,0 2-167-16,0-7-260 0,0-2-396 15,0-7-808-15,0 3-976 0,-9-16-2745 0</inkml:trace>
  <inkml:trace contextRef="#ctx0" brushRef="#br0" timeOffset="3997.166">2450 10506 6232 0,'0'0'5945'0,"0"0"-4653"0,0 0-392 16,0 0 476-16,0 0 228 0,0 0-304 15,0 0-404-15,0 0-332 0,0 0-176 16,0 0 172-16,76 0 401 0,-37 0-437 15,5 0-224-15,0-3-140 0,0-4-40 16,-4-2-36-16,-1-2 36 0,1 3-120 0,-8-9 0 16,-4 5-48-16,0-1-72 0,-8-2-244 15,0 3-192-15,-8-2-185 0,-1 1-183 16,-2 4-276-16,-5-4-712 0,-4 7-2340 16,-4-4-3285-16</inkml:trace>
  <inkml:trace contextRef="#ctx0" brushRef="#br0" timeOffset="4243.84">2677 10525 1436 0,'0'0'9220'0,"0"0"-7431"16,-4 67-961-16,4-35 520 0,0 2 112 16,8 8-208-16,0 2-336 0,4 4-312 15,0 6-152-15,-1 6-240 0,6 3-164 0,-1 7-44 16,0 3-4-16,0 0-8 0,-1-7 0 15,2-2-176-15,-6-10 12 0,1-12-36 16,-3-10 84-16,-2-13 36 0,-3-7-144 16,0-8-288-16,0-4-272 0,-4-4-208 15,4-12-716-15,1 1-1320 0,-5-31-4581 0</inkml:trace>
  <inkml:trace contextRef="#ctx0" brushRef="#br0" timeOffset="4501.389">2789 10506 1500 0,'0'0'9613'0,"0"0"-8037"16,0 0-988-16,0 0 504 0,0 0 424 16,0 0-452-16,0 0-616 0,0 0-272 0,0 0 96 15,23 70-24-15,-6-35 8 0,-6 5-120 16,2 9-72-16,-2 4 4 0,6 5-68 15,-6 5-48-15,-3 0-52 0,4 4-108 16,0-3-276-16,-4-4-84 0,4-6 168 16,-4-6 120-16,0-7 272 0,-4-9 8 15,3-10-172-15,-2-6-260 0,-5-10-260 16,4-3-408-16,0-3-748 0,-4-3-1349 16,4-3-3299-16,-4-10 4068 0</inkml:trace>
  <inkml:trace contextRef="#ctx0" brushRef="#br0" timeOffset="4712.616">2932 11011 3560 0,'0'0'300'16,"0"0"5196"-16,0 0-3239 0,0 0-681 0,0 0 48 15,0 0-96-15,0 0-496 0,0 0-324 16,80-39-80-16,-65 33-172 0,6-1-188 15,-1 1-144-15,-1-3-124 0,5-1 0 16,-4 1-76-16,0-1-268 0,0-2-380 16,0 2-228-16,-4 0-664 0,-4 3-2220 15,0 2-3469-15</inkml:trace>
  <inkml:trace contextRef="#ctx0" brushRef="#br0" timeOffset="5045.001">3378 11109 1668 0,'0'0'7684'16,"0"0"-4631"-16,12 63-2325 0,-8-28-104 15,8 6 720-15,-4 4 264 0,0 3-500 16,3 3-456-16,-2 0-196 0,-1-4-76 16,0 7-108-16,0-3-124 0,-4 0-100 15,4-7-48-15,0-2-12 0,-5-10-184 0,1-7-124 16,1-13 36-16,-5-5-120 0,0-4-312 16,0-3-216-16,0-7-360 0,-5-5-480 15,1-11-552-15,-3-5-1981 0,-1 2-1351 16,-8-18 4796-16</inkml:trace>
  <inkml:trace contextRef="#ctx0" brushRef="#br0" timeOffset="5264.045">3354 11128 2672 0,'0'0'2192'0,"0"0"3096"0,0 0-3447 16,0 0-369-16,0 0-12 0,0 0-204 16,0 0-328-16,88-41-232 0,-72 41-168 15,0 0-120-15,-1 0-172 0,2 3-80 16,-6 3-92-16,2 1 8 0,-5 5 16 15,-1 4-4-15,-3 3 16 0,-4 3-100 0,0 7 0 16,-4-4-272-16,-3 4 40 16,-6-3-28-16,-2-1-8 0,-2-3-104 0,2-3-160 15,-5-2-76-15,4-3-80 0,-4-3-296 16,4-5-456-16,-4-6-872 0,4 0-1993 16,0-3-2159-16,0-13 5661 0</inkml:trace>
  <inkml:trace contextRef="#ctx0" brushRef="#br0" timeOffset="5579.379">3860 10357 5456 0,'0'0'6901'0,"0"0"-5561"15,0 0-592-15,0 0 640 0,-60 72-60 16,49-46-460-16,3 0-436 0,4 2-260 16,-1 4-160-16,5 5 0 0,5 5 136 15,7 3-4-15,-1 2-8 0,9 5-88 16,-3-2 40-16,2 4 24 0,1-4 8 16,-4-2-48-16,0-10-68 0,0-5-8 0,-4-8-4 15,0-6-104-15,0-10-48 0,-4-6-148 16,4-3-516-16,0 0-68 0,-4-15-388 15,0 5-892-15,-5-21-3593 0</inkml:trace>
  <inkml:trace contextRef="#ctx0" brushRef="#br0" timeOffset="11295.735">4661 10753 9080 0,'0'0'4201'0,"0"0"-3145"0,0 0-324 0,0 0 188 16,0 0 56-16,0 0-144 0,0 0-164 15,0 0-224-15,-23-66 12 0,23 37-52 16,0 0-48-16,7-1-76 0,5-6-24 16,0 4-84-16,0 1-88 0,3-1-36 15,-2 7-48-15,2 2-8 0,-2 4-4 16,2 10-84-16,-6 2-4 0,3 4 4 15,-1 3-4-15,-2 3 16 0,6 6 84 16,6 8 60-16,-2 4 16 0,1 5 20 0,4 9-12 16,0 0 28-16,0 9-104 0,0 2-4 15,0-2 56-15,-4-3-60 0,-1-3-72 16,-2-10 0-16,-2-3-4 0,-2-12-32 16,-5-2-112-16,3-5-148 0,-2-6-156 0,-1 0-104 15,-1-4-148-15,5-9-228 16,-3-2-512-16,-6-8-776 0,5 4-1913 0,-4-19-2703 0</inkml:trace>
  <inkml:trace contextRef="#ctx0" brushRef="#br0" timeOffset="11507.02">5091 10211 4832 0,'0'0'6537'0,"0"0"-5125"0,0 0-252 15,0 0-400-15,-43 70 20 0,26-36 216 16,6 10 88-16,-6 4-268 0,2 3-228 15,-2 3-168-15,2 6-128 0,-5 4-44 0,4 0-152 16,-4 2-96-16,5 0-64 0,-6-2 4 16,10-7-52-16,-6-6-208 0,6-9-156 15,2-10-68-15,1-10-24 0,5-3-100 16,-1-10-132-16,4-3-208 0,-4-3-380 0,4-3-516 16,0-9-957-16,0 0-1811 15</inkml:trace>
  <inkml:trace contextRef="#ctx0" brushRef="#br0" timeOffset="11767.923">5255 9896 4044 0,'0'0'8193'0,"0"0"-7053"0,0 0-632 15,0 0 608-15,32 92 268 0,-24-56-288 16,-1 2-280-16,6 6-260 0,-5-3-236 16,-1 6-148-16,1-2-88 0,1-1-84 15,-5-5-72-15,0-8-4 0,-1-8-44 16,1-7-64-16,-4-7-200 0,4-6-220 0,-4 0-228 16,0-3-168-16,0-8-144 0,-4-6-812 15,0-2-2373-15,-3-16-1987 0</inkml:trace>
  <inkml:trace contextRef="#ctx0" brushRef="#br0" timeOffset="11997.008">5271 9953 6644 0,'0'0'5089'0,"0"0"-3653"0,0 0-1016 0,0 0 352 16,0 0 440-16,0 0-340 0,0 0-100 16,0 0 8-16,0 0-152 0,0 0-184 15,87-57-136-15,-66 57-136 0,-10 0-64 16,6 3-20-16,-10 7 8 0,1-1-84 15,0 7 64-15,-4 0 68 0,-4 9 16 16,0 1-60-16,-8 5-100 0,-4 1-12 16,0 0 12-16,-4-3-184 0,0 3-160 0,1-4-172 15,-6 0-172-15,10-2-152 0,-6-3-192 16,10-4-160-16,-1-4-540 0,8-5-1421 16,0-4-4243-16</inkml:trace>
  <inkml:trace contextRef="#ctx0" brushRef="#br0" timeOffset="12245.416">5757 9979 8504 0,'0'0'2781'0,"0"0"-1461"0,0 0 184 16,0 0-140-16,80 45 128 0,-65-26-300 15,2 2-268-15,-6 5-308 0,1 6-276 16,1 3-144-16,-2 7-96 0,-3 5-52 0,4 3-44 15,-8-2 56-15,4 0-52 0,-8-4-8 16,0-4 0-16,-8-1-156 0,1-1-124 16,-10 1 24-16,2 1-112 0,-6-1-196 15,-3 2-276-15,-4 0-264 0,-4 0-480 16,8-11-1260-16,-11 8-3757 0</inkml:trace>
  <inkml:trace contextRef="#ctx0" brushRef="#br0" timeOffset="13527.68">4752 13208 8160 0,'0'0'972'0,"0"0"2033"0,0 0-1169 16,0 0-648-16,0 0-420 0,0 0-176 16,0 0 32-16,0 0-16 0,84 0-112 0,-52 3-100 15,4-3-128-15,-4 0-192 0,-4 0-76 16,0-3-4-16,-4-7-84 0,0 1 84 16,-5-11-132-16,5 2-256 0,-3-8-464 15,-6 1-568-15,-2-4-784 0,-2 7-3301 16,-7-11-2563-16</inkml:trace>
  <inkml:trace contextRef="#ctx0" brushRef="#br0" timeOffset="13762.633">4980 12753 1384 0,'0'0'8768'16,"0"0"-6991"-16,0 0-725 0,0 0 232 0,0 0 128 15,0 0-428-15,-36 90-400 0,36-58-212 16,4 5-88-16,0 4 0 0,4 8-48 0,3 1-28 15,-2 7-72-15,3 6-24 0,-1 5-72 16,6-2-36-16,-6-3-8 0,6-2 0 16,-6-7-68-16,2-6 68 0,-2-14-48 15,-3-5-120-15,5-10-148 0,-9-6-148 16,3-10-128-16,1-3-104 0,1-7-268 16,-2-8-432-16,-3 2-1284 0,0-22-3485 0</inkml:trace>
  <inkml:trace contextRef="#ctx0" brushRef="#br0" timeOffset="14029.292">5330 13090 7324 0,'0'0'2952'0,"0"0"-2059"0,0 0 187 16,0 0-8-16,0 0 72 0,0 0-84 16,0 0-4-16,81 76-360 0,-74-51-148 15,1 7-316-15,0 0-144 0,0 3-80 0,-4 0 36 16,0 0-44-16,0-4-36 0,-4-6 36 15,0-5 112-15,0-7-12 0,0-7 20 16,0-6 32-16,-4 0-8 0,0 0 68 16,-4-6 44-16,0-10-8 0,0-3-248 15,0-9-64-15,1-11-8 0,-2 1-76 16,5-3-36-16,4 3-12 0,8-1-124 16,4 8-16-16,4 3-332 0,4-1-176 15,0 4-64-15,8 2-312 0,-5 4-1484 16,9-1-3329-16</inkml:trace>
  <inkml:trace contextRef="#ctx0" brushRef="#br0" timeOffset="14377.658">5804 13081 11969 0,'0'0'1864'0,"0"0"-1344"0,0 0 820 16,-39 66 124-16,23-41-360 0,4 5-204 0,4-2-252 15,4 0-184-15,0-2-156 0,4-4-116 16,0 0-140-16,8-6-52 0,-4-2-124 15,3-8-72-15,2-4-36 0,-5-2 12 16,8-2 64-16,-5-11 156 0,6-6-196 16,-2-4 0-16,2-5-148 0,-5-1 24 15,3-2 12-15,-2 1 84 0,-1 5 112 16,-1 3-24-16,1 0 28 0,1 9 56 16,-5 1 40-16,0 5-48 0,3 7 60 15,-7 0 320-15,4 0 124 0,4 7-100 0,-8 5 40 16,5 1-32-16,-1 6-20 0,-1 0 24 15,1 4-40-15,-4-4-36 0,4-5-188 16,0 6-92-16,0-10-156 0,1 2-200 16,-1-5-424-16,-1-7-56 0,-3 3 24 15,4-3-356-15,4-3-816 0,-4-4-1856 16,0-8-2233-16</inkml:trace>
  <inkml:trace contextRef="#ctx0" brushRef="#br0" timeOffset="14682.425">6036 12969 10920 0,'0'0'1977'16,"0"0"-1557"-16,0 0 584 0,0 0 696 16,0 0-124-16,15 86-428 0,-10-57-288 15,-1-1-88-15,0 1-260 0,0-4-256 0,-1 0-152 16,1-5-104-16,0-4-96 0,5-3-124 16,-5-4-208-16,0-6-36 0,3-3 124 15,-3-6 8-15,5-7-136 0,-1-9 24 16,-1-3 36-16,5-8 12 0,-3 2-12 15,-2-1-16-15,1 0 164 0,5 4 48 16,-6 6 148-16,5 3 52 0,0 2 12 16,-4 5 8-16,4 5 404 0,-4 5 136 0,4 2 96 15,-1 0-112-15,2 7-236 0,2-1 0 16,-2 6 156-16,2 3 100 0,-2 2-208 16,-5 5-88-16,-1-3 24 0,-3 7-36 15,0-1-192-15,0 0-52 0,1 1-112 0,-1-5-156 16,0-2-476-16,-1-2-200 0,1-4-248 15,0-7-668-15,5-3-1280 0,-5-3-3461 0</inkml:trace>
  <inkml:trace contextRef="#ctx0" brushRef="#br0" timeOffset="14962.895">6749 12897 13537 0,'0'0'2100'0,"0"0"-1232"15,0 0 512-15,0 0-24 0,-56 69-192 0,37-46-312 16,2 2-328-16,6 1-219 16,-2-1-149-16,1 0-60 0,5 1-92 0,-2-3-4 15,5-4-4-15,0-8-104 0,4 6 0 16,0-8-28-16,8 4 16 0,1-5 59 0,2 3 5 16,2-2 56-16,2 1 0 15,-3-1 4-15,4 1-8 0,-4-4-44 0,4 4 0 16,-4-1-12-16,-5 1 52 0,6 2-40 15,-1 1-72-15,-4 3-160 0,0 3 72 16,0 0-316-16,-4 0-320 0,-4-1-376 16,0-1-1156-16,-4 8-5165 0</inkml:trace>
  <inkml:trace contextRef="#ctx0" brushRef="#br0" timeOffset="15125.196">7196 13344 12913 0,'0'0'7476'0,"0"0"-6428"0,0 0-379 0,0 0 263 0,0 0-552 15,0 0-380-15,0 0-304 0,-88-10-460 16,75 8-181-16,5 2-643 0,1 0-3344 16,-10 2-8633-16</inkml:trace>
  <inkml:trace contextRef="#ctx0" brushRef="#br0" timeOffset="16679.285">3079 7077 5260 0,'0'0'3972'0,"0"0"-3364"16,0 0 36-16,0 0 141 0,0 0 783 0,0 0 840 16,0 0-924-16,0 0-736 0,0 0-104 15,0 57 32-15,0-41 100 0,0 3-188 16,4 3-172-16,-4 4-100 0,4-1-60 16,0 4 0-16,-4 6-40 0,5 0-8 15,-1 2-39-15,-1 9-57 0,1-3-40 0,4 5-12 16,-4 6-56-16,5 1-4 0,-6-1-4 15,9 4-8-15,0 3-72 0,0 6 72 16,0 3 8-16,4 0-8 0,0 2 0 16,-4 2-64-16,4 2 4 0,0-1-24 15,-4 3-101-15,4-6-43 0,-1 2-64 16,2-5 12-16,-2-6-64 0,2 1 40 16,-2-6 32-16,1-13-20 0,0-7 20 15,-4-7-244-15,4-12-64 0,-5-6-188 16,-2-7-216-16,3-6-404 0,-5-3-848 0,2-7-2025 15,-5-15-2123-15</inkml:trace>
  <inkml:trace contextRef="#ctx0" brushRef="#br0" timeOffset="17428.987">2107 4517 9156 0,'0'0'2749'0,"0"0"-1417"16,0 0-264-16,0 0 356 0,0 0-68 15,0 0-416-15,0 0-284 0,0 0-116 16,0 0-208-16,0 0-28 0,0 0 164 0,63 14 236 16,-35-11-132-16,4-1-207 0,0 2-97 15,1-4-24-15,3 0-28 0,-1-4-20 16,1 2-52-16,4-4-132 0,0-1-12 16,-4 0 0-16,0-2-12 0,-1 2-48 15,-7-2-172-15,0-1-240 0,-4 4-233 16,-1 0-23-16,-10 3-152 0,-1-1-300 15,-9 4-1064-15,1 0-2148 0,-8 4-2741 0</inkml:trace>
  <inkml:trace contextRef="#ctx0" brushRef="#br0" timeOffset="17762.509">2303 4616 8552 0,'0'0'2585'16,"0"0"-1133"-16,0 0 40 0,0 0 36 15,-13 63-336-15,9-28-336 0,4 10-164 0,0 9 36 16,4 3-40-16,1 4-76 0,-1 5-200 15,4 1-132-15,-1 5 40 0,1-1-68 16,1-1-116-16,-2-4-112 0,1-2-24 16,0-7-60-16,0-12-16 0,-4-7 16 0,4-13-96 15,-4-9-368-15,0-6-268 0,0-8-104 16,0-2-76-16,-4-2-716 0,0-5-1140 16,4-16-2393-16</inkml:trace>
  <inkml:trace contextRef="#ctx0" brushRef="#br0" timeOffset="18034.363">2445 4686 8292 0,'0'0'2252'0,"0"0"-1027"15,0 0 499-15,0 0 140 0,0 0-360 0,0 0-620 16,0 0-412-16,0 0-204 0,0 0-44 15,0 0 180-15,25 82 76 0,-13-40 108 16,-4 9-236-16,3 2-168 0,-3 8-124 0,5 6-52 16,-6 0-8-16,1 5-8 0,-3-2-4 15,3-4-72-15,-4-2-208 0,-1-7-52 16,1-9 16-16,0-13 56 0,0-6-144 16,-4-11-100-16,0-5-152 0,0-9-200 15,5-1-464-15,-5-3-476 0,0-7-712 16,0 1-1545-16,0-16-175 0</inkml:trace>
  <inkml:trace contextRef="#ctx0" brushRef="#br0" timeOffset="18242.505">2509 5229 4424 0,'0'0'5820'0,"0"0"-4659"0,0 0-393 15,0 0 764-15,0 0-36 0,0 0-424 16,0 0-236-16,0 0-168 0,0 0 24 0,0 0-100 15,84-16-176-15,-60 16-144 0,0-3-52 16,4 3-124-16,4-3 16 0,0-1-112 16,4-5-124-16,3-4-48 0,1-2-256 15,0-1-296-15,0-3-200 0,-4 2-284 16,-5 1-604-16,-6 4-2109 0,-1 3-3959 0</inkml:trace>
  <inkml:trace contextRef="#ctx0" brushRef="#br0" timeOffset="18713.847">3063 5368 3708 0,'0'0'7289'0,"0"0"-6145"0,0 0-340 16,0 0 772-16,0 0 368 0,44 96-492 15,-32-55-488-15,4 10-324 0,0 3-176 16,0 3-24-16,0 4 84 0,0-1-256 16,-4 0-160-16,0 1-108 0,0-11-52 15,-1-5-32-15,-2-7-196 0,-1-13-36 0,-1-6-248 16,-3-7 28-16,-4-7-180 0,0-5-356 15,0 0-940-15,-4-5-1800 0,-7-13-3873 0</inkml:trace>
  <inkml:trace contextRef="#ctx0" brushRef="#br0" timeOffset="18903.291">3139 5550 1552 0,'0'0'8740'15,"0"0"-6887"-15,0 0-845 0,44-83 276 16,-24 58-8-16,0 6-372 0,-1-1 4 15,2 8-64-15,3-1-256 0,-5 3-228 16,1 3-32-16,-3 7-56 0,-2 0-104 16,-3 5-68-16,-4 7 144 0,0 7-48 15,-4 4-16-15,0 8-180 0,-4 2-204 16,-4 0 8-16,-8 3-36 0,0-1-76 0,-3-3-168 16,-2-4-164-16,2-6-348 0,-6 0-516 15,1-5-452-15,5-4-752 0,-9-1-2397 0</inkml:trace>
  <inkml:trace contextRef="#ctx0" brushRef="#br0" timeOffset="19401.722">3761 4664 8884 0,'0'0'2161'0,"0"0"-1149"0,0 0 92 16,0 0 304-16,0 0-160 0,-32 76-304 15,28-50-360-15,4 5-76 0,0 4-64 16,8 3-24-16,4 9-16 0,4 4-84 0,-5 4-112 16,9-1-108-16,-3-3-40 0,-2-4-52 15,6-2-8-15,-6-4-8 0,5-6-64 16,-3-7-4-16,-6-5 4 0,5-4-384 0,-4-10-96 16,4-3-176-16,-4-6-116 0,4 0-336 15,0-13-636-15,-4 1-2093 0,0-16-3175 0</inkml:trace>
  <inkml:trace contextRef="#ctx0" brushRef="#br0" timeOffset="19697.202">4079 4921 4456 0,'0'0'6060'0,"0"0"-4339"0,0 0-113 15,0 0 576-15,0 0-720 0,44-67-672 16,-32 45-336-16,8 0-148 0,0-4-12 0,0 3-112 15,4 2-176-15,0 9-8 0,4 1 0 16,0 8 96-16,-1 3 176 0,1 7 104 0,0 8-56 16,0 5-4-16,0 5 12 15,-4 1 0-15,0 5-132 0,-5 4-63 0,2 3-25 16,-6 4-44-16,-2-1-60 16,-2 3-4-16,2-3-4 0,-2-6-144 0,-3-2-21 15,1-8-223-15,-5-6-264 0,3-9-40 16,-3-8-148-16,-4-2-376 0,4-6-680 15,-4-6-664-15,4-23-3025 0</inkml:trace>
  <inkml:trace contextRef="#ctx0" brushRef="#br0" timeOffset="19864.373">4582 4591 380 0,'0'0'12113'0,"0"0"-10633"0,0 0-1164 0,0 0 356 16,0 0 652-16,0 0-56 0,-68 86-312 15,52-52-244-15,-5 4-272 0,2 7-168 16,-5 6-64-16,4 0-100 0,1 0-40 0,2 3-68 16,-2-1-124-16,2 2-340 0,1-8-236 15,4 0-324-15,1-8-428 0,2-14-1236 16,5-8-2745-16,0-17-1555 0</inkml:trace>
  <inkml:trace contextRef="#ctx0" brushRef="#br0" timeOffset="20128.48">4729 4547 13489 0,'0'0'1348'0,"0"0"-832"16,0 0 184-16,0 0 56 0,83-19-84 15,-62 19 60-15,-1 0-216 0,-1 3-332 16,5 6-124-16,0 4-60 0,0 2 0 15,0 8 56-15,-4 5 24 0,-5 4-80 0,2 6-132 16,-10 7 56-16,-3 2 28 0,-4 10-212 16,0 3-172-16,-11 8 0 0,-6 1 24 15,-2 5-4-15,-1-2-176 0,-8-2-508 16,-8 3-1212-16,12-19-2585 0,-27 29-2447 0</inkml:trace>
  <inkml:trace contextRef="#ctx0" brushRef="#br0" timeOffset="21063.433">4853 7591 5684 0,'0'0'2040'0,"0"0"-976"0,0 0 2201 0,0 0-1069 16,0 0-620-16,0 0-208 0,0 0-44 15,0 0-292-15,0 0-276 0,0 0-204 16,0 0-152-16,-88-50-72 0,75 50-132 0,-2 0-51 15,2 2-9-15,2 8 44 16,-6 6-96-16,10 9 0 0,-5 7-8 0,8 6-72 16,4 9 44-16,0-2 24 0,4 0 0 15,4-3-72-15,3-11-8 0,2-6-100 16,-1-9-16-16,4-9-20 0,-4-4-60 16,4-3-28-16,-1-17 11 0,6-5-167 15,-6-7-308-15,2-4-24 0,-2-6-88 16,-2 1 116-16,-6 2 136 0,5 3 160 15,-3 7 112-15,-2 3 120 0,1 7 76 0,4 7 76 16,-4 2 0-16,0 7 12 0,0 0 312 16,0 4 184-16,0 5 0 0,0 5 60 15,-1 0-88-15,2 5-4 0,-1 2-60 16,-4-6-24-16,0 0-112 0,-1-1-208 16,-3-5-60-16,4-4-132 0,-4-5-88 15,5 0-136-15,-5 0-196 0,4-5-124 0,4-8 84 16,-4-6-272-16,3-9-600 0,2-7-748 15,-1-4-1009-15,-4 8-1927 16,7-24-24-16</inkml:trace>
  <inkml:trace contextRef="#ctx0" brushRef="#br0" timeOffset="21249.696">5083 7080 7352 0,'0'0'3897'16,"0"0"-2677"-16,0 0-72 0,0 0 308 15,0 0 80-15,0 0-368 0,0 0-536 16,0 0-348-16,0 0-40 0,-11 92 88 0,11-54 184 15,0 6 84-15,8 8-136 0,-1 1-184 16,1 5-88-16,5 5-84 0,-6 0-108 16,5-2-8-16,-3-1-92 0,2-6-156 15,6-3-304-15,-6-13-320 0,9-7-188 16,-4-5-368-16,4-10-1000 0,-5-7-2333 0,10-9-1707 16</inkml:trace>
  <inkml:trace contextRef="#ctx0" brushRef="#br0" timeOffset="21714.172">5546 7597 10196 0,'0'0'3965'0,"0"0"-3321"15,0 0-12-15,-60 74 700 0,39-39 316 16,-2 2-456-16,3 2-264 0,5-2-244 16,-2-2-124-16,10-6-135 0,-1-6-169 15,8-11-256-15,0-5-52 0,0-7-104 0,0 0-64 16,8-3-21-16,-1-8-3 0,10-1 112 15,-6-9 20-15,9-5-44 0,-8-7 20 16,3 2-60-16,2 3 4 0,-1 4-28 0,4 6 0 16,-4 3 0-16,3 5 12 15,2 6 108-15,-1 4-20 0,3 4 116 0,-3 6 4 16,4 5 48-16,-4 1 36 0,4 6-84 16,-8 4 8-16,3 2 116 0,-6 7 60 15,2 6 12-15,-6 4 120 0,-1 6-48 16,-8 3-24-16,0 6 48 0,0-3-36 15,-13 0 61-15,2 1-61 0,-10-8-16 16,2-5-44-16,-1-4-52 0,-4-9-136 16,1-4-8-16,-1-5-8 0,3-7-76 15,-3-7-72-15,1-3-4 0,3-6-92 0,-4 0-41 16,8-6-59-16,-4-7 36 0,8-3 8 16,0-3 64-16,4-2-60 0,8-5 84 15,0-3 24-15,0 1 24 0,8-4-12 16,8 1-24-16,0-9 36 0,4 7 76 15,0-9-40-15,3 1-184 0,5-1-372 0,0 0-176 16,4 2-264-16,0-2-696 0,0 8-676 16,-8 4-469-16,8-1-1995 0</inkml:trace>
  <inkml:trace contextRef="#ctx0" brushRef="#br0" timeOffset="26579.492">5740 4975 4072 0,'0'0'2696'15,"0"0"-1680"-15,0 0-356 0,0 0 2173 16,0 0-593-16,0 0-820 0,0 0-428 16,13-79-24-16,-1 62-224 0,-5-1-160 15,10-1-140-15,-2-3-136 0,5 3-52 0,1 2-24 16,-2 1-60-16,1 7-72 0,1 3 8 15,3 0-96-15,-5 6 112 0,1 0-40 16,4 6-76-16,-4 2 68 0,0 9 20 16,-1 2 28-16,5 0 44 0,0 7-92 15,-3-4-4-15,-2 0-64 0,1 1 76 0,1-4-32 16,-2-4 44-16,-3-2 0 0,0-3-8 16,0-4-8-16,-1-3-76 0,2-3 0 15,-2 0 8-15,2-3-4 0,-6-3 52 16,6-4-60-16,-6-3-8 0,-3 4-76 15,1-4-76-15,-5 6-412 0,-1 2-172 16,-3-1-352-16,-3 6-600 0,-5 0-2372 16,-12 0-4421-16</inkml:trace>
  <inkml:trace contextRef="#ctx0" brushRef="#br0" timeOffset="26789.727">5789 5248 4288 0,'0'0'6288'0,"0"0"-3991"16,0 0-617-16,0 0-284 0,0 0-192 16,0 0-396-16,0 0-228 0,0 0-64 15,0 0 220-15,0 0-88 0,95-10-208 0,-63 4-208 16,8-3-16-16,0 2-56 0,0-6-136 16,3 4-24-16,-2-4-60 0,2 4-28 15,1-2-336-15,0 3-148 0,-1-2-444 16,6 7-688-16,-18-1-1368 0,13 4-3433 0</inkml:trace>
  <inkml:trace contextRef="#ctx0" brushRef="#br0" timeOffset="29080.323">7721 7508 5792 0,'0'0'2884'0,"0"0"-1292"16,0 0-159-16,0 0 91 0,0 0-216 16,0 0-324-16,0 0-40 0,0 0-72 15,0 0-168-15,0 0-232 0,-35-63-204 16,39 63-168-16,7 0 36 0,6 0 132 15,2 9 176-15,1 1-40 0,8 4-184 16,-4 0-16-16,-1 5-92 0,5 6 48 0,-4 8-64 16,1 2-48-16,-6 6-40 0,-3 3-8 15,0 3 0-15,-8 5-48 0,4-4-24 16,-8-6-136-16,0-9 108 0,1-3 92 16,-2-11 4-16,1-7 0 0,-4-6-44 15,0-2-48-15,0-4 24 0,0 0 72 16,0 0 0-16,0 0 12 0,0-7 36 0,0-2-36 15,0-7-12-15,-4-6-228 0,1-7 80 16,-2-6 88-16,-3-3-16 0,4-3-20 16,-4 3 24-16,8 2 60 0,0 3-64 15,4 4 72-15,8-1-8 0,0 5 12 16,0 3 36-16,4 3 88 0,4 2-52 16,0 5-60-16,4-1-12 0,-1 8-4 15,-3 2-4-15,5-1 4 0,-1 4-8 16,-5 0-136-16,-3 0 64 0,0 7-12 15,0-2 8-15,-4 8-368 0,-4-1-280 0,0 8-456 16,-4-1-1068-16,-4-3-2569 16,0 10-3535-16</inkml:trace>
  <inkml:trace contextRef="#ctx0" brushRef="#br0" timeOffset="29256.962">8403 7680 9352 0,'0'0'4229'16,"0"0"-3521"-16,0 0-252 0,0 0 692 16,0 0 364-16,0 0-396 0,0 0-452 15,0 0-444-15,0 0-220 0,0 0-144 16,79-16-124-16,-71 13-608 0,4 3-476 16,-4 0-828-16,0 0-2921 0,-4 10-4331 0</inkml:trace>
  <inkml:trace contextRef="#ctx0" brushRef="#br0" timeOffset="29428.867">8434 7903 9580 0,'0'0'2797'0,"0"0"-1445"0,0 0 0 16,0 0 248-16,0 0-88 0,0 0-548 16,0 0-412-16,0 0-248 0,0 0 40 15,0 0-100-15,80-17-244 0,-56 9-164 16,4 1-692-16,0-3-460 0,7 3-636 15,-11 2-560-15,12 1-4909 0</inkml:trace>
  <inkml:trace contextRef="#ctx0" brushRef="#br0" timeOffset="31677.022">9067 7385 10136 0,'0'0'1905'15,"0"0"-957"-15,0 0-284 0,0 0 500 16,0 0 348-16,0 0-92 0,0 0-372 15,0 0-432-15,0 0-284 0,0 0-232 16,0 0-92-16,17 0 240 0,7 3 144 16,0 0 72-16,3 0-76 0,5 0-84 15,-4 0-107-15,4-3-29 0,-4 0-8 0,-4 0-64 16,4 0-48-16,-4-3-48 0,0 0 0 16,-5-3-60-16,-2-4-36 0,2 1-124 15,-3 3-181-15,-4-4-135 0,1 4-120 16,-10 0-152-16,1 1-288 0,0 3-516 0,-4 2-804 15,0 0-1585-15,-4 0-1135 0</inkml:trace>
  <inkml:trace contextRef="#ctx0" brushRef="#br0" timeOffset="31897.967">9323 7419 6716 0,'0'0'2080'0,"0"0"-696"15,0 0 213-15,0 0 103 0,-24 73-280 0,20-43-212 16,4 4-204-16,0 1-160 0,0 6-44 15,4 5-76-15,0-2-84 0,3 3-80 16,2 1 24-16,-5-1-220 0,0 0-204 16,0-5-156-16,0-1-4 0,-1-3-72 15,1-6-16-15,5-10-128 0,-5-2-152 16,0-11-204-16,3-6-112 0,-3 1-16 16,5-4-76-16,-5-11-464 0,4-4-592 15,-1-1-1256-15,1-15-3285 0</inkml:trace>
  <inkml:trace contextRef="#ctx0" brushRef="#br0" timeOffset="32183.84">9681 6985 1188 0,'0'0'11133'0,"0"0"-9185"0,0 0-1316 16,0 0 76-16,0 0 732 0,0 0 48 15,0 0-236-15,32 86-456 0,-23-51-212 16,-2 6 24-16,-3 0-39 0,0 6-241 16,-4-2-96-16,0-1-232 0,0 1-12 15,0-7-76-15,0-3-288 0,0-10-241 0,0-6-15 16,0-9 24-16,0-3-164 0,0-7-272 15,0 0-688-15,0-4-732 0,0-3-652 0,-4-11-2677 16</inkml:trace>
  <inkml:trace contextRef="#ctx0" brushRef="#br0" timeOffset="32395.585">9722 7026 9140 0,'0'0'2685'0,"0"0"-1521"15,0 0-220-15,0 0 104 0,0 0 160 16,0 0-244-16,0 0-144 0,83-41-204 15,-67 41-36-15,-1 6-104 0,2 0-84 16,-6 4-124-16,2 2-72 0,-2 4 12 16,-3 8 0-16,-8-3-76 0,0 8-44 15,0 3-88-15,-8-4 0 0,-3 0-256 16,-6 1-184-16,2-1-72 0,-5-2-152 0,0 0-284 16,0-1-564-16,0-3-956 15,5-6-1885-15,-6 0-2135 0</inkml:trace>
  <inkml:trace contextRef="#ctx0" brushRef="#br0" timeOffset="32659.424">10048 7772 2936 0,'0'0'12829'0,"0"0"-10817"0,0 0-1700 16,0 0-80-16,0 0 336 0,0 0 400 16,0 0 72-16,0 0-152 0,80-6-367 15,-52 0-133-15,0 2-156 0,0-2-124 16,-1 3-96-16,6-3-12 0,-6 1-64 16,1 3-32-16,-4-1-136 0,0 0-156 15,0 3-121-15,-1-3-199 0,-3 0-244 0,-3-1-456 16,-2 1-1280-16,5-1-2861 0</inkml:trace>
  <inkml:trace contextRef="#ctx0" brushRef="#br0" timeOffset="33046.72">10674 7575 13625 0,'0'0'1696'0,"0"0"-1380"0,0 0-216 0,0 0 328 16,0 0 372-16,0 0 332 15,0 0-468-15,0 0-332 0,0 0-220 0,67-83-112 16,-42 69 0-16,2 0 0 0,1 4 60 15,3 1 64-15,1 6 96 0,-4 3-84 16,0 0-16-16,0 10 28 0,-8 5 60 16,0 4 160-16,0 3 20 0,-8 4-180 15,4 6-28-15,-8-1-80 0,4 4-16 16,-4 4-24-16,-4 1-12 0,0-4-48 16,0 2-8-16,-1-10-4 0,2 2-60 15,-1-12-124-15,0-5-264 0,0-7-164 0,0-3-120 16,3-3-216-16,6-12-524 0,-5-10-792 15,-1-1-2409-15,6-18-2703 0</inkml:trace>
  <inkml:trace contextRef="#ctx0" brushRef="#br0" timeOffset="33238.851">11219 7299 1056 0,'0'0'12061'0,"0"0"-10841"15,0 0-688-15,0 0 376 0,-75 76 468 0,51-47-64 16,0 5-144-16,4 6-372 0,-4 0-296 15,4 8-184-15,-4-4-96 0,4 3-76 16,0 2-72-16,-4-2-72 0,5-3 0 0,-2-3-156 16,6-8-428-16,-1-5-160 0,8-5-152 15,0-11-64-15,3-5-428 0,5-7-796 16,0-5-2233-16,0-20-3031 0</inkml:trace>
  <inkml:trace contextRef="#ctx0" brushRef="#br0" timeOffset="33495.907">11339 7007 11221 0,'0'0'2316'16,"0"0"-1340"-16,0 0 72 0,32 99 372 15,-25-62 288-15,-2 5-212 0,-1-1-484 0,0 0-404 16,0 0-255-16,-1 1-161 0,1-4-140 15,-4 0-52-15,0 0-156 0,0-3-184 16,0-6-317-16,0-7-147 0,0-6 120 16,0-10 44-16,0-6-220 0,0-3-780 15,0-10-664-15,0-9-700 0,0 6-253 16,0-20-1467-16</inkml:trace>
  <inkml:trace contextRef="#ctx0" brushRef="#br0" timeOffset="33687.483">11430 6963 11133 0,'0'0'2180'0,"0"0"-1112"16,0 0-36-16,0 0-12 0,0 0-72 0,0 0-144 16,0 0-136-16,0 0-116 0,0 0-184 15,84-32-160-15,-72 37-60 0,-3 2 8 16,2 3-8-16,-7 3-64 0,4-1-32 0,-4 4-52 16,-4 0-100-16,0 3-44 15,0 1-64-15,-12-2-52 0,-3 1-32 0,-6 4 120 16,-3-4 0-16,-4 0-220 0,-8 0-436 15,-3 0-376-15,-5 0-456 0,8-4-1124 16,-24 4-2917-16</inkml:trace>
  <inkml:trace contextRef="#ctx0" brushRef="#br0" timeOffset="34526.905">6900 4429 6472 0,'0'0'2520'15,"0"0"-1484"-15,0 0-468 0,0 0 2281 16,0 0-673-16,0 0-596 0,0 0-308 15,0 0-288-15,0 0-408 0,0 0-356 16,21-13-24-16,7 13 328 0,11 0 72 0,4 0-171 16,2 0-169-16,-2 0-136 0,2 7-8 15,-10-4-52-15,1 0-60 0,-4 0-4 16,-4-3-80-16,0 0 32 0,-9 0-248 16,1 0-273-16,-3-3-195 0,-6 0-220 15,-3 0-424-15,-4-1-1196 0,0 1-2505 16,-4 3-3259-16</inkml:trace>
  <inkml:trace contextRef="#ctx0" brushRef="#br0" timeOffset="34761.922">7140 4467 9624 0,'0'0'2305'0,"0"0"-1201"0,0 0 64 15,-8 73 336-15,8-38-100 0,4 6-56 16,3 7-352-16,1 5-272 0,5 5-164 15,-6 2-180-15,-3 8-140 0,4 1-92 16,-4-3-52-16,1 1-88 0,-1-6-8 16,-1-11-8-16,-3-9-88 0,8-14-64 15,-4-8-156-15,0-11-244 0,0-8-112 0,1 0-100 16,-2-8-92-16,5-9-312 0,0-8-848 16,-4 2-1188-16,4-24-3773 0</inkml:trace>
  <inkml:trace contextRef="#ctx0" brushRef="#br0" timeOffset="34984.32">7291 4511 10556 0,'0'0'2069'0,"0"0"-1389"16,0 0 220-16,0 0 692 0,0 0-152 16,0 0-572-16,0 0-352 0,0 0-96 15,15 96-28-15,-2-58-12 0,-1 6 72 16,-5 3-36-16,6 5-184 0,-9 2-148 15,3 0-36-15,-7 3-48 0,0-7-48 16,0 1-120-16,0-9-296 0,0-4-76 16,0-11-60-16,0 0-76 0,0-12-128 0,0-2-440 15,0-6-696-15,0-7-776 16,0 0-1765-16,0-7-1039 0</inkml:trace>
  <inkml:trace contextRef="#ctx0" brushRef="#br0" timeOffset="35155.237">7287 4981 4304 0,'0'0'5020'0,"0"0"-3247"0,0 0-505 16,0 0 136-16,0 0 4 0,0 0-12 16,0 0-16-16,0 0-332 0,0 0-252 15,100-53-284-15,-76 46-216 0,4-3-76 16,-1 2-112-16,1 1-108 0,0-3-104 16,0 1-80-16,-4 2-196 0,4-2-316 15,-4 2-164-15,4 4-228 0,-5-3-764 16,-7 6-2376-16,4 0-3977 0</inkml:trace>
  <inkml:trace contextRef="#ctx0" brushRef="#br0" timeOffset="35513.121">7721 5010 9276 0,'0'0'5785'16,"0"0"-4917"-16,0 0-868 0,0 0 420 15,0 0 440-15,-8 82 264 0,8-46-100 16,8 4-292-16,-4 2-240 0,8 5-140 15,0 1-36-15,-4 0-24 0,0 6-36 16,-1-4-99-16,-2 2-109 0,3-2-48 16,-4-9-48-16,0-6-73 0,0-9-111 0,-4-7 16 15,0-10-92-15,3-6-128 0,-3-3-164 16,0 0-148-16,0-12-200 0,0-4-376 0,0-6-256 16,0-13-600-16,0-4-669 15,0 7-2075-15,0-25 120 0</inkml:trace>
  <inkml:trace contextRef="#ctx0" brushRef="#br0" timeOffset="35703.592">7781 5077 3452 0,'0'0'5856'0,"0"0"-4268"0,0 0-467 16,0 0 219-16,0 0-232 0,64-67-264 15,-53 67-140-15,1-3-148 0,1 3-160 16,-2 0-60-16,2 6-112 0,-6 1 36 16,5 5 176-16,-8 4 116 0,1 0-256 15,-5 9-112-15,0 0-84 0,-5 8-4 0,-11 1-96 16,5 1-128-16,-6-3-120 0,1-7-48 15,1-2-24-15,3-8-12 0,-1-5-88 16,2-7-228-16,3 1-416 0,-1-4-676 16,6-7-1108-16,-5-11-3293 0</inkml:trace>
  <inkml:trace contextRef="#ctx0" brushRef="#br0" timeOffset="36011.427">8187 4445 9772 0,'0'0'2861'0,"0"0"-1765"0,0 0-20 16,0 0 376-16,0 0-120 0,0 0-528 0,0 0-348 15,0 0-124-15,-48 76-100 0,48-41 64 16,0 6 8-16,4 4 40 0,5 5 44 15,2-2 136-15,1 3-184 0,0 0-120 0,0-1-111 16,-3-2-21-16,2-7-88 16,-3-2-8-16,0-8-88 0,0-12-85 0,4-3-99 15,-4-6-148-15,4-8-132 0,0-2-148 16,-1-9-52-16,10-10-352 0,-5-9-908 16,-8 6-2240-16,3-23-3809 0</inkml:trace>
  <inkml:trace contextRef="#ctx0" brushRef="#br0" timeOffset="36268.519">8358 4654 12685 0,'0'0'2628'0,"0"0"-1888"0,0 0 276 16,0 0 260-16,0 0-228 0,0 0-496 16,0 0-368-16,0 0-112 0,0 0-72 15,0 0-192-15,97-66-4 0,-74 60 124 16,5 6 60-16,-4 0-64 0,0 0 76 0,0 9 104 15,-1 3 44-15,-2 8 44 0,-1-1 44 16,-1 3 44-16,-6 6-12 0,-6-3-60 16,1 7-16-16,0 0-68 0,-8-3-112 15,5-4-12-15,-5-6-44 0,0-6-100 16,4-7-344-16,-4-6-256 0,0 0-248 16,3-3-144-16,5-10-144 0,0-6-684 0,-4 4-2097 15,4-14-1207-15</inkml:trace>
  <inkml:trace contextRef="#ctx0" brushRef="#br0" timeOffset="36445.398">8741 4464 9412 0,'0'0'2565'15,"0"0"-1605"-15,0 0-196 0,0 0-116 16,0 0 248-16,-52 89 452 0,33-51-104 16,2 6-368-16,-3 5-260 0,1-2-128 15,-1 3-72-15,-1-5-172 0,6-1-244 0,-5-3-24 16,8-5-344-16,4-11-572 0,0-9-184 15,4-7-216-15,4-9-560 0,0-6-2217 16,0-19-2883-16</inkml:trace>
  <inkml:trace contextRef="#ctx0" brushRef="#br0" timeOffset="36676.677">8813 4128 12317 0,'0'0'2556'0,"0"0"-1888"16,0 0 188-16,0 0 524 0,20 91 336 15,-16-59-336-15,0 3-456 0,3 3-331 16,-3-1-109-16,5 3-144 0,-9-3-172 16,4 2-116-16,-4-5-52 0,0 2-112 15,0-8-348-15,0-6-252 0,0-9-41 0,0-7 93 16,0-6-168-16,0 0-572 0,4-9-712 15,-4-7-656-15,0 0-1157 0,3-17-1351 0</inkml:trace>
  <inkml:trace contextRef="#ctx0" brushRef="#br0" timeOffset="36879.334">8876 4201 5672 0,'0'0'6013'16,"0"0"-4693"-16,0 0-480 0,0 0 88 0,0 0 116 15,24-67-188-15,-12 61-236 0,-3-5-172 16,2 8-152-16,1 1-148 0,4 2-24 15,-4 0 24-15,0 2 40 0,0 5 20 16,1 2 0-16,-6 3 12 0,-3 5 76 16,0-1-124-16,-4 5-172 0,0 2-24 15,-12 0-160-15,0-1-148 0,-4 3-24 0,0-3-136 16,-3 1-364-16,-5-8-796 16,7-3-1196-16,-7 5-2649 0</inkml:trace>
  <inkml:trace contextRef="#ctx0" brushRef="#br0" timeOffset="37628.445">9279 4457 11369 0,'0'0'4772'0,"0"0"-4128"16,0 0-508-16,0 0 212 0,0 0 200 16,0 0 192-16,0 0-40 0,0 0-468 15,0 0-232-15,0 0-248 0,0 0 52 16,20-47 48-16,-5 31 0 0,2 0-12 16,-2 4 0-16,-2-1 24 0,7 2 0 15,-8 5 12-15,3 1 12 0,1-2 64 16,-4 4 36-16,1 3-36 0,-2 0 40 15,-3 0-40-15,1 0 48 0,-6 0 148 0,1 3-60 16,0 1-28-16,0 2 28 0,0 0 48 16,0 0 12-16,1 1-24 0,-5-1-52 15,3 1 16-15,1-5-88 0,0 5 0 0,-4-4-4 16,4 1 4-16,0-2 4 16,-4 2 0-16,4-1 8 0,0 2-8 15,0 0 44-15,0-3-48 0,0 5 0 0,0-1 4 16,0-3 60-16,0 4 72 0,0-1 8 15,4 4-44-15,-4-4-92 0,-4 0 0 16,4 0 0-16,0 1 0 0,0-1 0 16,-1 5-4-16,1-3 8 0,1 5 52 15,-1-4-56-15,4 5-4 0,-1 0 0 0,1 3 104 16,-3-1-20-16,3 3 8 0,-1 0-44 16,-3 0 8-16,0 3 0 0,0 1-12 15,1-2-40-15,-5 5 8 0,4-1 44 16,-4-2 0-16,0-1 40 0,-4 0-28 15,-1-3-68-15,-3 0-4 0,1 0 8 16,-5-3 0-16,3 0 40 0,2-7-48 16,-5 1-112-16,-1-3-36 0,6-4-72 15,-1-1-100-15,-4-2-96 0,0 0-372 0,-4-8-428 16,4 1-540-16,4-3-2228 16,-8-5-4105-16</inkml:trace>
  <inkml:trace contextRef="#ctx0" brushRef="#br0" timeOffset="38795.102">9952 3921 8820 0,'0'0'2289'16,"0"0"-1045"-16,0 0-184 0,0 0-68 15,0 0 68-15,0 0-40 0,0 0-296 16,0 0-228-16,0 0-176 0,0 0-48 16,-4 3-36-16,4-3 8 0,0 0-32 0,0 0-40 15,0 0-12-15,0 0-40 0,0 0-20 16,0 0-4-16,0 0-32 0,0 0 68 15,0 0-8-15,0 0-52 0,0 0 0 16,0 0 64-16,0 0-24 0,0 0-4 16,0 0 4-16,0 0 8 0,0 0 0 0,0 0 28 15,0 0-28-15,0 0-8 16,0 0-4-16,0 0-8 0,0 0-28 0,0 0 0 16,4 0 36-16,-4 0 4 0,0 0 9 15,0 0 11-15,0 0 16 0,0 0-4 16,0 0 40-16,0 0-124 0,8 0-60 15,1 0-160-15,6 0 160 0,9 0 196 16,4 0 56-16,4 0-152 0,4 0-28 16,-5-7-12-16,5-5 84 0,-4-1-36 15,0-2-8-15,-4-2-4 0,-4 2-92 0,0 2-4 16,-8 4-4-16,0-1-68 0,-5 0 60 16,-3 3-208-16,1 2-228 0,-5-2-96 15,-4 7-41-15,0 0-107 0,0 0-200 16,0 0-284-16,-4 0-680 0,0 0-1028 15,-9 10-3769-15</inkml:trace>
  <inkml:trace contextRef="#ctx0" brushRef="#br0" timeOffset="39278.626">10100 3984 6824 0,'0'0'2388'0,"0"0"-1196"16,0 0-187-16,0 0 263 0,0 0-108 15,0 0-324-15,0 0-92 0,0 0-116 16,0 0-72-16,0 0-132 0,0 17-76 16,4-8 112-16,3 4 96 0,-3 2-112 15,1 4-52-15,3 3-160 0,-4 8 4 16,-1-2-92-16,1 3 28 0,4 8-24 0,-3-1-64 15,-1 6-76-15,0 7 92 0,-1 0 68 16,5 0-128-16,-4-4-40 0,-4 0-12 16,5-8-48-16,-1-1 60 0,0-9 60 0,-1-7-52 15,5-2 44-15,-4-8-40 0,0-3 84 16,1 0 40-16,-1-2-40 0,3 0 24 16,-3-4 200-16,0 0 56 0,4-1-183 15,-3 2-81-15,6-4 92 0,-3 0-96 16,4 2 4-16,4-2 8 0,0 0-24 15,0 0 12-15,4-2-20 0,-1-2 56 16,1 2 96-16,1-4 100 0,-2-1-208 16,1-3-72-16,1 4-60 0,-2-1 0 15,-3 1-60-15,0 0-12 0,0-1-60 16,-4 5-136-16,-4-5-168 0,4 4-180 0,-4 0-77 16,-1-4-75-16,2 1-232 0,-1 3-636 15,-1-3-960-15,-3-1-2153 0,0-2-2783 0</inkml:trace>
  <inkml:trace contextRef="#ctx0" brushRef="#br0" timeOffset="39628.558">10749 3845 10888 0,'0'0'4129'0,"0"0"-3501"16,0 0-476-16,0 0 740 0,0 0 684 15,0 0-188-15,80 3-264 0,-57-6-224 16,9-4-279-16,0 1-113 0,5 0-132 0,-2-4 0 15,5 4-64-15,-8-3-164 0,0-1-136 16,-1 3-12-16,-3 0-12 0,-3 1-112 16,-5 0-212-16,-1 0-208 0,-6 3-148 15,-2-1-181-15,-3 1-347 0,0 3-868 16,-8 0-1920-16,0 0-1417 0,0 7-2871 0</inkml:trace>
  <inkml:trace contextRef="#ctx0" brushRef="#br0" timeOffset="39913.602">11076 3796 6928 0,'0'0'4201'0,"0"0"-2993"0,0 0-236 15,0 0 460-15,0 0 84 16,0 0-432-16,0 0-340 0,-24 64-128 0,24-35 132 16,4-1-60-16,4 4-152 0,-1 3-96 0,2 4-28 15,-1 2-83-15,0 0-85 0,0 3-76 16,-4-2-36-16,0 2-120 0,4 0-4 15,-5-6 44-15,1 1-48 0,-4-7 0 16,4-7-4-16,1-3 0 0,-1-3 4 16,-4-9 4-16,4-1-8 0,-4-5-64 15,4-2-20-15,-4-2 0 0,0 0 36 16,0 0 0-16,0 0-60 0,0 0-297 16,0-2-7-16,0-2-64 0,3-2-84 15,-3-4-52-15,8-2-212 0,-8-7-660 16,4 3-1416-16,-4-12-3613 0</inkml:trace>
  <inkml:trace contextRef="#ctx0" brushRef="#br0" timeOffset="40629.917">11705 3638 11489 0,'0'0'2492'0,"0"0"-1328"15,0 0-884-15,0 0 96 0,0 0 140 16,0 0 172-16,0 0 168 0,0 0-336 16,96-35-288-16,-68 26-108 0,-4-3 24 0,4-2-148 15,0 5 0-15,-5-1-8 0,1 3 4 16,-4 5-4-16,1-1 8 0,-6 3 8 16,-3 0 64-16,4 5 16 0,-8 5 120 15,0 3 0-15,0 6 196 0,0 4-24 16,0 5-184-16,-1 1-76 0,2 5-48 15,-5-2-68-15,4 6 4 0,4-3 64 16,-4 7-60-16,0-3 72 0,-1-2 64 16,2 5 48-16,-1-4 48 0,-1-4-40 15,1 1-44-15,-4-7 21 0,5 2-45 0,-5-9-40 16,3-2-12-16,-3-5 0 0,0-2-24 16,-4-3 4-16,5-2 8 0,-5-1 12 15,0 1 12-15,0-1-12 0,0-3 40 0,0 3-28 16,0-2-24-16,-5 2 72 0,1-3-48 15,-4 3-84-15,1 1 48 0,-6-1 4 16,2-3-56-16,-1 3 0 0,0-6 0 16,0 5 4-16,-4-5-12 0,0 0-204 15,-4 0-144-15,4-5-76 0,-8-1-148 16,4-3-253-16,-4-1-263 0,5 1-460 16,-6-1-928-16,9-2-2332 0,-3-1-3025 0</inkml:trace>
  <inkml:trace contextRef="#ctx0" brushRef="#br0" timeOffset="41212.12">13279 3184 11597 0,'0'0'2896'0,"0"0"-1660"16,0 0-8-16,0 0-12 0,0 0 116 15,0 0-76-15,-79 80-536 0,55-58-355 16,0 6-121-16,0 2-52 0,-8 8-48 0,0-1-44 15,0 4 20-15,0 4-60 0,0-1 0 16,-3 3 0-16,-1 5-12 0,0-2-32 16,-8 11 44-16,4-1-48 0,-8 7 72 0,-3 3 48 15,-5 3-36-15,-4 0 0 0,-4 7-8 16,-8-5-40-16,-3 10-48 0,-5 2-48 16,-7 8-40-16,-5 0 76 0,-8 7 0 15,0 3 12-15,1 3 76 0,0 0-68 16,3 0 52-16,5-4-52 0,3-2 0 15,0-1-4-15,8-2 0 0,1-4 8 16,-1 1-12-16,12-8-60 0,1-1 60 16,3-9 8-16,8-5 0 0,8-3 40 15,4-9-36-15,9-11-8 0,7-8 4 16,7-14-8-16,10-9-8 0,3-9 0 16,8-7-40-16,0-3-184 0,0 0-20 15,0 0-4-15,0 0-60 0,0 0-8 0,0-3-65 16,0 0-27-16,0 0 16 0,4-4 144 15,4 1 72-15,-1-4-96 0,1-3-172 0,5 0-260 16,2-1-636-16,5-6-1168 0,-8 1-2389 16,12-13-3467-16</inkml:trace>
  <inkml:trace contextRef="#ctx0" brushRef="#br0" timeOffset="42278.814">12235 4838 5988 0,'0'0'5473'0,"0"0"-3565"0,0 0-664 16,0 0-160-16,0 0 56 16,-47 67-184-16,34-41-116 0,2 2-176 0,-1 4-196 15,0 3-112-15,0 0-28 0,-1 2 12 16,2 1 40-16,-1 4-16 0,4 3-35 0,0-1-73 15,8 3-124-15,0 5-12 0,4 2-60 16,3-1 16-16,6 2-76 0,2-2-4 16,2-5-8-16,3-4-76 0,-1-8 80 15,2-11-52-15,3-6-120 0,-5-6-88 16,9-7 111-16,0-6-63 0,4 0-292 16,0-6-60-16,3-4-200 0,1-6-72 15,-3 0-108-15,-1-5-996 0,-5 4-2892 16,9-15-4121-16</inkml:trace>
  <inkml:trace contextRef="#ctx0" brushRef="#br0" timeOffset="42699.003">12669 4810 1552 0,'0'0'11485'15,"0"0"-8989"-15,0 0-1588 0,0 0-164 16,0 0 112-16,0 0-4 0,0 0 252 16,0 0-56-16,97-3-352 0,-58-1-211 15,5 2-109-15,0-2-36 0,-1-2-16 16,-3-1 40-16,4 1-88 0,-4 0-104 0,0-5 44 16,-4 3-144-16,0-5-72 0,-4 1 12 15,-4-5-12-15,0-2-108 0,-1 0-108 16,-7 3-268-16,0-3-132 0,-8 7-88 15,-4 5-37-15,-5 1-99 0,-3 3-236 16,0 3-376-16,-3 0-756 0,-9 0-1968 16,-8 9-1961-16</inkml:trace>
  <inkml:trace contextRef="#ctx0" brushRef="#br0" timeOffset="42963.828">13056 4788 4620 0,'0'0'3916'0,"0"0"-2608"0,0 0-211 16,0 0 379-16,0 0 144 0,0 0-140 16,4 66-352-16,-4-47-292 0,4 4-156 15,0 2-100-15,4 7-40 0,-4 0 24 0,0 6 0 16,0 0-112-16,4 4-112 0,-4-2-120 16,4 2-64-16,-4-1-36 0,4 0-68 15,-4 1-52-15,0-4-4 0,-1 0-84 16,2-10 4-16,-1-3-24 0,0-6-100 15,0-6-24-15,-4-6-108 0,4-5-160 16,0-2-196-16,-4 0-116 0,3-2-204 16,1-8-276-16,1-6-892 0,-5 7-1929 15,0-17-2895-15</inkml:trace>
  <inkml:trace contextRef="#ctx0" brushRef="#br0" timeOffset="43301.47">13451 4216 9352 0,'0'0'3001'0,"0"0"-1445"16,0 0-656-16,0 0 372 0,0 0 288 0,35 86-176 16,-27-54-244-16,5 2-456 0,-6 5-224 15,1 2-44-15,0 0 9 0,1 4-85 16,-6-4-172-16,1 3-96 0,-4 1-60 16,0-4-12-16,0 1-48 0,0-5-144 15,0-8-296-15,0-4-205 0,0-9 1 16,0-9 56-16,0-4-12 0,0-3-352 15,0-10-724-15,-4 4-1392 0,1-16-4101 0</inkml:trace>
  <inkml:trace contextRef="#ctx0" brushRef="#br0" timeOffset="43529.145">13498 4317 10484 0,'0'0'2021'0,"0"0"-1309"15,0 0 116-15,0 0 284 0,0 0-268 0,0 0-152 16,88-47-220-16,-72 41-72 0,0 6-216 16,-4 0-160-16,-4 0-24 0,0 0-100 15,-4 9 100-15,-1 4 112 0,-3 3 112 16,-3 6-40-16,-9 3-172 0,-1 8-12 16,-6-2-320-16,-1 4-52 0,-4-4-36 0,1 1-292 15,-2-7-268-15,1-2-576 16,-4 0-884-16,13-11-2453 0</inkml:trace>
  <inkml:trace contextRef="#ctx0" brushRef="#br0" timeOffset="44409.369">13741 5038 12865 0,'0'0'2512'15,"0"0"-1696"-15,0 0-248 0,0 0 100 16,0 0 40-16,0 0 276 0,0 0-16 16,0 0-100-16,0 0-344 0,88 13-292 15,-64-13-136-15,-5 0 49 0,6 0-33 16,-5 0-100-16,4 0-12 0,-5-3-12 16,5 0-136-16,-3-4-133 0,-2-2-71 15,5 3-232-15,-4-7-148 0,0 0-276 16,0-3-536-16,-9 7-1432 0,6-10-3669 0</inkml:trace>
  <inkml:trace contextRef="#ctx0" brushRef="#br0" timeOffset="44679.316">14220 4645 12285 0,'0'0'2572'0,"0"0"-1756"0,0 0-764 16,0 0 260-16,0 0 444 0,0 0 508 16,0 0-240-16,75 83-360 0,-51-52-284 15,4 1-64-15,-4 3-24 0,-1 0-12 16,2 0-72-16,-5 0-88 0,-1 0-80 0,1-4-40 16,-3-5-88-16,-2-1-92 0,2-6-296 15,-6-2-220-15,1-12-88 0,0-5-228 16,0 0-616-16,0-10-1188 0,-4-2-2617 15,4-17-2579-15</inkml:trace>
  <inkml:trace contextRef="#ctx0" brushRef="#br0" timeOffset="44867.596">14618 4597 9036 0,'0'0'3133'0,"0"0"-1777"15,0 0-596-15,0 0 36 0,0 0 212 16,-56 70-104-16,40-39-84 0,4 5-204 15,-4 2-220-15,0 6-200 0,0 1-36 0,1 3-24 16,-6 2-40-16,2-2-96 0,-1-1-4 16,0 2-204-16,0-5-372 0,0-6-84 15,4-7-220-15,4-2-156 0,4-10-484 16,1-6-780-16,-2-4-1945 0,1-9-1403 0</inkml:trace>
  <inkml:trace contextRef="#ctx0" brushRef="#br0" timeOffset="46026.249">14774 4156 8856 0,'0'0'2481'16,"0"0"-957"-16,0 0-632 0,0 0 300 0,0 0 168 15,43 86-312-15,-30-58-108 16,-2 4-288-16,5 2-196 0,-4 5 20 16,0 2 212-16,0 0-252 0,0 0-168 0,-4-3-172 15,-1 1-96-15,2-11-8 0,-1-2-124 16,-1-10-16-16,2-4-92 0,-5-5-164 16,4-7-220-16,-4 0-172 0,-1-4-252 15,-3-5-296-15,0-7-896 0,0 4-1721 16,0-20-1995-16</inkml:trace>
  <inkml:trace contextRef="#ctx0" brushRef="#br0" timeOffset="46245.325">14805 4095 10588 0,'0'0'2029'0,"0"0"-1313"0,0 0-52 15,0 0 220-15,0 0-40 0,0 0-188 16,80-41-196-16,-56 38-172 0,-4 3-128 0,4 0-36 15,-1 0-116-15,-6 6 92 0,-6 4-100 16,-3 2 4-16,-3 7 172 0,-5 4-28 16,0 2-148-16,-13 4 0 0,2-1-348 15,-6 4-200-15,-2-3-164 0,3-1-232 0,0-3-588 16,4-6-1361-16,-4 1-3547 0</inkml:trace>
  <inkml:trace contextRef="#ctx0" brushRef="#br0" timeOffset="46515.562">15359 4140 10044 0,'0'0'1881'16,"0"0"-1061"-16,0 0 124 15,0 0 136-15,92 42-12 0,-69-30 60 0,1 4-268 16,0-3-316-16,-3 6-248 0,-2 3-136 15,1 3 48-15,0 0-24 0,-8 7 48 0,0 4 0 16,-9-2-36-16,2 7-72 0,-5 0 0 16,0 3-4-16,-8 5-60 0,-8-2-60 15,0 4 0-15,-4 0-48 0,-8 0-36 16,4 0-100-16,-7-1-172 0,-5 1-96 16,0-3-28-16,-4-1-248 0,-4-1-564 15,12-16-1116-15,-24 15-4273 0</inkml:trace>
  <inkml:trace contextRef="#ctx0" brushRef="#br0" timeOffset="52697.688">876 7636 5532 0,'0'0'8'0,"0"0"1644"0,0 0 320 16,0 0-1128-16,0 0 109 0,0 0 63 15,-83-42 60-15,74 39-196 0,-3 0-172 16,5 0-128-16,-1 0-128 0,-1-1 64 16,5 1-24-16,-3 0-92 0,3 0-92 15,0 0-60-15,0 3 36 0,-1-3-12 16,1 3 24-16,-3 0-12 0,3 0-36 0,0 0-52 15,-5 3-12-15,5 3 4 16,-7 4-188-16,3-1-60 0,-4 7-64 0,0 1 24 16,4-3 100-16,0 5 52 0,0-2-52 15,8 2-64-15,-4-4-20 0,4 2 40 0,0-1 44 16,0-1 0-16,0-2-64 0,4-7-20 16,0 1 84-16,0-4 36 15,0 0-36-15,0 0-48 0,4-3 48 0,-4 0 0 16,7 0 0-16,-2 0 8 0,-1 0-4 15,0-6 68-15,-1-4-64 0,2 1-4 16,3-7 0-16,-5-3-4 0,2-1-112 16,-1-2-24-16,3-3-136 0,-7-3-84 15,5-4 60-15,-5 0 8 0,0-6-60 16,-1 3-112-16,1-7-64 0,-4 2-92 16,0-2 136-16,0-2-316 0,0-4 164 15,-4 0-32-15,-3 1-104 0,-1 0 308 0,-1 5 240 16,2 7 220-16,-1 6 152 0,4 7 208 15,0 6 152-15,-1 7 136 0,5 6 80 16,0 0-96-16,0-1-64 0,0 4-64 16,0 0-92-16,0 0-44 0,0 4-120 15,0 2-136-15,0 6-104 0,0 5 92 0,0 4 124 16,9 8-224-16,-5 3 248 0,4 5-76 16,-1 2 52-16,2 5-100 0,3 1-60 15,-5 6-60-15,1 0 8 0,4 2-12 16,-4-1-100-16,0-5-248 0,4-2-660 15,-4-14 556-15,-4-1-388 0,4-16-388 16,0-3-492-16,-4-6-805 0,0-5-1867 16,0-2-916-16</inkml:trace>
  <inkml:trace contextRef="#ctx0" brushRef="#br0" timeOffset="53013.529">960 7582 3208 0,'0'0'1172'0,"0"0"1796"0,0 0-1308 15,0 0-300-15,0 0 161 0,44 70-141 0,-40-68-424 16,0-2-424-16,0 0-296 0,3 0-148 16,-3-2 52-16,5-7 48 0,-2-2 64 15,1-4-224-15,0-5-28 0,1 1-480 16,-6-3 52-16,1 2 48 0,0 2 52 16,-4 3 84-16,0 1 80 0,0 5 136 15,0 3 28-15,0 3 256 0,-4 3 152 16,0 0-56-16,-3 0-72 0,-2 0-92 15,-3 0 76-15,5 7 88 0,-2-3 0 16,1 6-208-16,1 4-144 0,3-2-12 16,4 6-4-16,0 2 16 0,0-1 0 0,0 0-100 15,8-3-112-15,3 3-104 0,5 1-224 16,0-5-40-16,4-1-1164 0,-8-9-3133 16,12-5-747-16</inkml:trace>
  <inkml:trace contextRef="#ctx0" brushRef="#br0" timeOffset="53411.314">1382 7438 4136 0,'0'0'4384'0,"0"0"-2648"0,0 0-831 0,-28 70 647 16,20-37 216-16,0-5-244 0,4 4-544 16,0-9-260-16,4-4-312 0,0-8-408 15,0-4-160-15,4-4-252 0,5-3 252 16,-2 0 12-16,1-7 84 0,5-1 64 15,-2-5-24-15,-3-6 24 0,4 3-400 0,0-3 388 16,-4 3 12-16,-1 0-124 0,2 7-12 16,-1 2-88-16,3 4-264 0,2 3 488 15,-1 0 0-15,-1 5 64 0,2 12 36 16,-2-1-24-16,2 3 76 0,2 3-24 16,-2 4-80-16,2-5 92 0,-3 8 196 15,0 0 0-15,-4 6 112 0,5 0-128 0,-10 6 28 16,5 1-76-16,-4 1-64 15,-4-1 0-15,0-1 16 0,0-6-116 0,0-3 40 16,-4-7-12-16,-4-10 12 16,0-1 60-16,0-4 108 0,0-7-68 0,1-3-248 15,-10 0-340-15,2-6-28 0,-2-8-124 16,-7-4 28-16,5-8 180 0,-1-2 12 0,3-1-36 16,2-3-228-16,7 4-24 0,4-4-292 15,4 3-256-15,0 0-440 0,0 1-820 16,4 6-1653-16,4-13-723 0</inkml:trace>
  <inkml:trace contextRef="#ctx0" brushRef="#br0" timeOffset="53721.582">2071 7156 12077 0,'0'0'4012'0,"0"0"-3896"16,0 0-104-16,0 0 656 15,9 68 312-15,-5-40 180 0,3 3-412 0,1 3-332 16,0 8-148-16,8-1-36 0,0 4-24 16,0 6-208-16,-1 0-36 0,2 3 36 15,3 2-4-15,-4 2-72 0,0-1-128 16,-1-5-128-16,2-5-24 0,-6-12-60 15,2-7 220-15,-9-12 24 0,4-6-96 16,-8-4-200-16,0-6-300 0,0-3-164 16,0-10-388-16,-8-9-1296 0,-5-7-2065 15,6 4-1751-15,-10-23 5940 0</inkml:trace>
  <inkml:trace contextRef="#ctx0" brushRef="#br0" timeOffset="53921.777">2135 7264 560 0,'0'0'3248'15,"0"0"4189"-15,0 0-6449 0,0 0-552 0,0 0 456 16,0 0 200-16,0 0-372 0,76-60-216 16,-64 60-88-16,0 0-52 0,-4 0-92 15,0 6-96-15,-1 1-4 0,2 5-108 16,-5 1 160-16,-4 9 36 0,0 0 36 16,0 7-184-16,-9 6-112 0,-2-3-12 15,-5 5-360-15,-4-2-100 0,-8 3-52 16,0 1-88-16,-4-1-508 0,-4 3-896 15,8-8-1949-15,-24 17-2807 0</inkml:trace>
  <inkml:trace contextRef="#ctx0" brushRef="#br0" timeOffset="54464.591">812 9099 5500 0,'0'0'3212'0,"0"0"849"16,0 0-3069-16,0 0-280 0,0 0 184 16,0 0 24-16,0 0-296 0,0 0-152 15,92 45-88-15,-64-45-124 0,0-6-24 16,-4-4-40-16,4-6-36 0,-9-3 12 0,5-3-12 16,-8-6-12-16,-4-5-60 0,4-2-88 15,-8 1-148-15,-4-4-160 0,0 3-112 16,-4-1-100-16,0 8-12 0,0-1-92 15,0 7-140-15,-4 7 120 0,-4 2 128 16,-4 3-52-16,4 7 388 0,-7 3 180 16,-6 0 116-16,1 3 112 0,1 3-12 15,-5 4 60-15,3 3-136 0,2 3 352 16,7 3-40-16,0 6-188 0,8 3 12 16,4 8 88-16,0-1 36 0,8 6 20 15,3 3-48-15,6-3-40 0,-2 6-12 16,2 2-60-16,3-8-100 0,-1-3-48 0,-2-10 8 15,-2-5-120-15,-2-10-268 0,-2-10-164 16,1-3 48-16,0-9-160 0,0-8-100 16,0-8-472-16,-4-3-892 0,-4-1-3121 15,0-16-3634-15</inkml:trace>
  <inkml:trace contextRef="#ctx0" brushRef="#br0" timeOffset="54657.506">1298 8807 104 0,'0'0'9896'0,"0"0"-8399"16,0 0-253-16,0 0 892 0,73 67-12 16,-54-48-588-16,1 0-528 0,-1 3-264 15,-2-3-376-15,3-3-284 0,-1 0-84 0,-2-4-220 16,-6-2-328-16,6-4-260 0,-6-2-240 16,-3-4-556-16,1-7-1032 0,-2-9-2725 15,-3 4-1735-15,-4-17 5677 0</inkml:trace>
  <inkml:trace contextRef="#ctx0" brushRef="#br0" timeOffset="54815.516">1434 8725 3268 0,'0'0'4696'0,"0"0"197"15,0 0-4025-15,0 0-108 0,-44 69 412 16,36-37 20-16,0-1-372 0,5 8-164 16,-2-1-40-16,1-3-136 0,4 3-208 15,0-2-132-15,0-5-140 0,0-2-144 16,0-7-176-16,0-6-456 0,0-7-324 15,9-2-276-15,-6-7-424 0,1-7-496 0,0-9-1913 16,0-2-2615-16,0-22 6756 0</inkml:trace>
  <inkml:trace contextRef="#ctx0" brushRef="#br0" timeOffset="55029.694">1581 8497 3940 0,'0'0'8793'0,"0"0"-6997"0,0 0-800 15,0 0 332-15,28 94 76 0,-16-59-332 16,4 7-204-16,-4-4-64 0,4 3-328 16,0-3-136-16,4 1-183 0,-4-8-77 15,3 1-80-15,-6-7-124 0,2-6-121 16,-6-6-107-16,-1-1-24 0,-4-5-112 0,-1-4-220 16,-3 0-188-16,0-3-376 0,0 0-1436 15,-7-3-2461-15,-1 0-3179 0,-5 0 8208 0</inkml:trace>
  <inkml:trace contextRef="#ctx0" brushRef="#br0" timeOffset="55194.263">1485 8890 4092 0,'0'0'5548'0,"0"0"-2331"16,0 0-1717-16,0 0-200 0,0 0 452 16,0 0-552-16,0 0-472 0,0 0-240 15,0 0 64-15,0 0 56 0,84-28-232 16,-63 17-264-16,2 3-44 0,-3-6-68 15,0 2-156-15,0-4-368 0,0 3-272 0,0 0-172 16,-1 1-672-16,2 2-1376 0,-6 4-3309 0</inkml:trace>
  <inkml:trace contextRef="#ctx0" brushRef="#br0" timeOffset="55512.02">1856 8810 600 0,'0'0'10633'0,"0"0"-8929"0,0 0-888 16,0 0 692-16,0 0 100 0,0 0-540 15,0 0-624-15,0 0-272 0,76 58-24 16,-64-69 0-16,-1-1 172 0,-2-7-16 16,-1-3-304-16,-4-7-172 0,-1-2-516 15,-3-1-288-15,0 3-56 0,0 3-240 16,0 5-28-16,-3 2 104 0,-1 6-112 0,-4 3 251 16,-1 4 593-16,2 6 464 15,-5 0 784-15,-1 0 389 0,2 6-9 0,-1 4-120 16,4 6-248-16,0 2-280 0,4 8 0 15,0 3 0-15,4 9 72 0,0 0 228 16,0 3-60-16,4-2-168 0,0-1-144 16,0-4-212-16,4-5-232 0,-4-4-260 15,4-6-192-15,-4-9-64 0,0-7 48 0,0-3-40 16,-1 0-336-16,2-15-512 0,-1-5-884 16,-4-8-1709-16,4 5-3783 0,-4-18 6952 0</inkml:trace>
  <inkml:trace contextRef="#ctx0" brushRef="#br0" timeOffset="55782.879">2080 8680 836 0,'0'0'11389'0,"0"0"-9501"0,0 0-1268 15,0 0 676-15,0 0 492 0,23 73-236 16,-19-57-500-16,4-6-456 0,-4-1-536 0,-4-9-60 16,4 3-168-16,-4-3 20 15,4-3 16-15,-4 0-40 0,4-7-108 0,0-2 96 16,0-4 36-16,0 0-48 0,0-3-148 15,4 0-12-15,-4 2 76 0,4 5 44 16,0 3 28-16,0 5 32 0,0 2 28 0,-4-2 112 16,4 4 36-16,-4 4 308 0,4-2 40 15,0 9 44-15,-5-2 0 0,6 3-132 16,-1 1 32-16,-4-1 28 0,3 1-124 16,-3 0-156-16,0 0-40 0,1-4-184 15,-1 4-160-15,0 0-500 0,0-1-328 16,-1-5-1440-16,-3 2-4045 0</inkml:trace>
  <inkml:trace contextRef="#ctx0" brushRef="#br0" timeOffset="56111.855">2434 8413 7856 0,'0'0'5653'15,"0"0"-3041"-15,0 0-1796 0,0 0 28 16,0 0 340-16,-20 80-212 0,12-55 52 0,4-5-344 15,0-2-375-15,4-2-305 0,0-3-113 16,0-7-23-16,0 0 16 0,0-2-88 16,8 2-8-16,0-3 104 0,0 0 16 15,4 1 48-15,-1 3 12 0,2-5 36 16,-1 4 68-16,0-2-64 0,0 3 4 16,-5-1 64-16,1 2 28 0,5 3 68 15,-2 4 52-15,-2 1-12 0,3 3 45 0,-5 4 3 16,1 2-172-16,-3 0-24 0,-5 1-60 15,0 2-8-15,0-2-160 0,0-4-76 16,-5-3-109-16,-3-10-159 0,4 1-60 16,-3-10-160-16,-1 0-424 0,-5-13-1228 15,-2-6-2376-15,2 0-1457 0,-6-23 962 0</inkml:trace>
  <inkml:trace contextRef="#ctx0" brushRef="#br0" timeOffset="56273.918">2426 8360 1108 0,'0'0'13585'16,"0"0"-11809"-16,0 0-1216 0,0 0 656 16,0 0 52-16,0 0-96 0,0 0-344 15,0 0-512-15,0 0-255 0,0 0 23 0,16-42-84 16,-4 36 0-16,-4 0-96 0,3-1-25 16,-2 5-159-16,-1-2-404 0,3 4-220 15,-3 0-384-15,-3 4-1084 0,3 11-4269 0,-104 33-2947 16</inkml:trace>
  <inkml:trace contextRef="#ctx0" brushRef="#br0" timeOffset="56746.053">2634 8436 6836 0,'0'0'4893'0,"0"0"-2277"0,0 0-1732 16,0 0-468-16,0 0 84 15,0 0 704-15,0 0 8 0,0 0-120 0,43 70-344 16,-31-48-236-16,0 3-136 0,-4-3-60 15,3 4-35-15,-2-1-73 0,-5-2-52 16,4-1-156-16,-4-6-4 0,-1-4-116 16,1-5-52-16,-4-5-97 0,0-2-131 15,0 0-232-15,0-5-224 0,0-5-408 16,-4-7-796-16,1 3-948 0,-5-16-2965 0</inkml:trace>
  <inkml:trace contextRef="#ctx0" brushRef="#br0" timeOffset="56930.309">2585 8226 3556 0,'0'0'9773'0,"0"0"-7797"0,0 0-1524 0,0 0 244 16,0 0 548-16,0 0-60 0,0 0-240 16,0 0-380-16,0 0-368 0,0 0-100 15,64-9-96-15,-48 2-156 0,-4 4-416 0,0 0-336 16,4 0-388-16,-8-1-728 0,3 4-2492 15,-2 0-3845-15</inkml:trace>
  <inkml:trace contextRef="#ctx0" brushRef="#br0" timeOffset="57204.532">2836 8443 11921 0,'0'0'1524'16,"0"0"-1144"-16,0 0 620 0,20 72 552 0,-16-59-220 15,0-7-540-15,4-2-436 0,1-4-208 16,-2-4 72-16,1-5 76 0,4-10-28 15,-4 0-108-15,0-6-124 16,0-5-36-16,-4-1-464 0,-1 2-116 0,2 0 40 16,-1 8-16-16,-4 0 60 0,0 7 184 15,0 1 88-15,0 7 24 0,-4-1 200 0,-1 7 196 16,2 0 192-16,-1 0 144 0,-4 10-112 16,4 2-284-16,0 4-124 0,-4 7-12 15,4-2 64-15,-4 5 8 0,8-1-72 16,-4-2-12-16,0-8-124 0,4 2-468 15,0-4-404-15,0-4-440 0,0-6-476 16,0-3-593-16,0 0-2203 0,0-10-36 16,0-5 4692-16,4 2-812 0</inkml:trace>
  <inkml:trace contextRef="#ctx0" brushRef="#br0" timeOffset="57413.261">2964 8341 2164 0,'0'0'940'16,"0"0"-652"-16,0 0 4752 0,0 0-3292 15,0 0-807-15,0 0 203 0,0 0 184 0,0 0 4 16,80 56-116-16,-69-36-12 0,2-5-264 15,-5-2-448-15,-5-3-252 0,5-8-240 16,-4 5-124-16,1-7-108 0,-1 0-64 16,-1 0-100-16,5-7 148 0,-4-1-36 15,9-3 32-15,-6 5-20 0,1 0 48 0,4 0 24 16,-4 6 188-16,-4 0-112 0,0 0-44 16,0 6 168-16,4 4 156 0,-8 5-156 15,3 5-584-15,-3 2-1016 0,0 0-2669 16,-3 10-4167-16</inkml:trace>
  <inkml:trace contextRef="#ctx0" brushRef="#br0" timeOffset="57844.239">1087 9999 3660 0,'0'0'1160'0,"0"0"5101"16,0 0-3673-16,0 0-1512 0,0 0-508 0,0 0 124 15,0 0 48-15,0 0 96 0,0 0 92 16,100-65-204-16,-68 46-160 0,8 0-76 16,-1-1-72-16,9-1 0 0,0-5 44 15,8-2 5-15,4-1-141 0,-1-6-56 16,9 1-124-16,3-5-136 0,9 1 40 16,4-3 4-16,8 0 200 0,7 0-120 15,-3 0-48-15,3-1-80 0,5 4 40 0,-4 0-44 16,-1 0-204-16,-7 3 12 0,0 2-40 15,-5 5-20-15,-7 3 8 16,-8 0-193-16,-5 6-75 0,-7-1-132 0,-4 2-236 16,-12 2-288-16,-13 3-740 0,-6 3-876 15,-9-3-2573-15</inkml:trace>
  <inkml:trace contextRef="#ctx0" brushRef="#br0" timeOffset="58027.914">3482 8890 10376 0,'0'0'11445'0,"0"0"-9980"0,0 0-1465 0,0 0-192 16,0 0-124-16,0 0-228 0,-64 76-161 15,52-60-1295-15,-16 26-4352 0</inkml:trace>
  <inkml:trace contextRef="#ctx0" brushRef="#br0" timeOffset="66928.017">17850 1552 7884 0,'0'0'1676'0,"0"0"-1444"0,0 0-92 16,0 0 312-16,0 0 117 0,23 76 1227 15,-15-47-776-15,4 9-536 0,-4 4 84 16,4 5 112-16,0 10-128 0,-1 0-108 0,-2 10-68 16,3 6-92-16,-1 6-84 0,-2 7-152 15,-1 6-48-15,-1 9 0 0,1 7-12 16,1 7-16-16,-1 10 28 0,-1 1 0 15,-3 7-112-15,5 4-148 0,2-4 48 16,-3 7 60-16,5-1 52 0,-6 7-24 16,5 7 124-16,-3 9 52 0,-2 3 60 15,5 6-52-15,-3 4 16 0,6 3-72 16,-3 4 4-16,8 1 0 0,-4 4-8 16,4 7-12-16,0 0 8 0,0 9 4 15,-1 3 12-15,2 4-8 0,-2 2 148 0,1 1-152 16,4 0-72-16,0 5 20 0,0-1 12 15,4 2 40-15,-4 0 0 0,4-3-208 0,-4 6 132 16,-5-3-24-16,1 3 96 0,1 1 4 16,-2-1-24-16,-3 0 24 0,0 4 8 15,-4-1 4-15,0 0-12 0,-4-1 8 16,0 1-4-16,0-6 12 0,0 0-16 16,-4-4-28-16,4-5-20 0,0-4 48 15,4-6 48-15,0-6 36 0,7-10-80 16,-2-3 0-16,2-9 0 0,1-7 184 15,5-7-40-15,-5-5-32 0,3-10-68 16,-3-3 52-16,0-10-96 0,0-4 4 16,0-5-8-16,0-10 12 0,-4-6-12 15,-5-10 0-15,2-6 0 0,-5-9 0 0,-1-7-44 16,-3-14-16-16,-4-4 56 0,0-7-128 16,0-14-16-16,0-9-16 15,0-6 28-15,0-5-72 0,-4-9 124 16,4-5-208-16,-4 0-324 0,1-8-76 0,-5-9-592 0,0-8-484 15,-1 2-1337-15,-2-33-2787 0</inkml:trace>
  <inkml:trace contextRef="#ctx0" brushRef="#br0" timeOffset="68010.625">19785 1892 5044 0,'0'0'6025'0,"0"0"-5241"0,0 0-348 15,0 0-116-15,-23-66 320 0,19 53 464 16,-1 2 44-16,1 3-388 0,-3 5-236 16,3 0-100-16,-4 3-40 0,-1 0 136 15,2 3 48-15,-1 6-312 0,-8 7-256 16,4 9-128-16,-8 10 40 0,4 10 84 15,0 11 4-15,-3 8-8 0,-2 9 4 16,-3 4-72-16,5 5 76 0,-1 1-84 16,3-7 80-16,2-4 0 0,2-11-72 0,9-10 68 15,1-13-52-15,3-10-4 0,0-12 4 16,0-6-88-16,0-4-136 0,3-6-64 16,6 0-36-16,3-3 48 0,-5 0 336 15,6-3 0-15,2 2 0 0,-2 1-52 16,2 3 40-16,2 3 24 0,-6 10 100 0,1 6 224 15,-3 7 24-15,2 9-60 0,-3 2 20 16,-4 5 76-16,5-1-124 0,-9 0-140 16,3 1 28-16,1-4-84 0,0-3-76 15,-4 0-4-15,4-7-156 0,-4-2-48 16,4-7-188-16,-4-3-272 0,4-11-328 16,-4-1-484-16,4-4-1008 0,0 0-2105 15,0-12-1163-15</inkml:trace>
  <inkml:trace contextRef="#ctx0" brushRef="#br0" timeOffset="69394.292">20152 2295 5216 0,'0'0'5056'0,"0"0"-3983"16,0 0-393-16,0 0-16 0,0 0 472 16,0 0 44-16,0 0-288 0,0 0-412 0,0 0-356 15,0 0 0-15,0 0 88 0,63-19 76 16,-31 16 48-16,5 3-52 0,-5 0-36 16,4 0 60-16,-5 0-148 0,-3 0-12 15,0 0-60-15,-8 0-40 0,-4 0 4 16,-1 3-52-16,-2 3-12 0,-9 1-48 15,0 2 52-15,0 1-44 0,-4 9 52 16,0 0 8-16,-8 6 68 0,-9 7-76 16,2 0-172-16,-5 6-88 0,0-3 64 15,-4-4-16-15,8 1 132 0,-3-3 80 16,-2-8 12-16,5 3 60 0,1-9 28 0,3-2-24 16,-1 0 48-16,2-7-52 15,2 4 4-15,1-8-64 0,8 2-8 0,0-1-4 16,0 3-100-16,8-2 100 0,9 5 208 15,-1-2 52-15,7 0-52 0,-3-2-48 16,5-5 88-16,-1 0-28 0,-1 0 112 0,1-5-64 16,0-2-24-16,0-3-136 0,-5-3-44 15,2 1-52-15,-6-4-12 0,-2 0-76 16,-2-3-276-16,-3 0-248 0,1 0-112 16,-2 0-324-16,1 0-560 0,-4 7-1260 15,-4-5-2969-15</inkml:trace>
  <inkml:trace contextRef="#ctx0" brushRef="#br0" timeOffset="69794.64">20618 2508 8476 0,'0'0'2481'15,"0"0"-1553"-15,0 0-776 0,0 0 452 16,0 0 464-16,0 0 64 0,0 0-364 0,0 0-356 15,0 0-180-15,0 0 4 0,76 19 76 16,-61-29-64-16,2-5-124 0,-2-5-76 16,6-2-48-16,-5-3-152 0,-1-3-156 15,2 2 108-15,-6 1-88 0,1 2-144 16,-3 1 208-16,-5 9 96 0,-4 1 68 16,0 5 60-16,-4 4 212 0,-5 0-200 15,-6 3-8-15,-6 0-8 0,2 0-116 16,-1 3 120-16,-4 7 36 0,4-1 28 15,0 7 100-15,4 3-40 0,0 3 0 0,5 7-24 16,-2-3 96-16,5 5-60 0,1-2 88 16,2 6-88-16,1-4 40 0,4 1-100 15,0-1-28-15,0 1-44 0,0-6 144 16,4-7-148-16,1-6-92 0,6-7-48 0,-3-3 28 16,5 0-60-16,-2-3-80 15,5-6-152-15,0-10-360 0,4-3-272 0,-1-3-516 16,2 3-1165-16,3-16-2571 0</inkml:trace>
  <inkml:trace contextRef="#ctx0" brushRef="#br0" timeOffset="70062.093">21040 2279 6564 0,'0'0'3192'0,"0"0"-2276"16,0 0-243-16,0 0 699 0,0 0 180 15,0 0-64-15,40 65-520 0,-31-40-244 16,-2 0-56-16,1 0-28 0,1 4-172 15,-5-1-148-15,0-2-208 0,-4 2-112 0,0 0-8 16,0 2-112-16,0-2-188 0,0-6 12 16,0-6 136-16,0-3 76 0,0-7 24 15,0-3 60-15,0-3 12 0,0 0 52 0,0-6-8 16,0-4-56-16,3-5-308 16,5-4 76-16,0-7 120 0,4-3 100 0,0 2-88 15,-4-3 12-15,8-2-84 0,-4 7-152 16,8-4-136-16,-4 1-224 0,0 2-464 15,4 4-704-15,-5 3-857 0,2 3-1647 16,-2 3-296-16</inkml:trace>
  <inkml:trace contextRef="#ctx0" brushRef="#br0" timeOffset="70328.734">21403 2416 6504 0,'0'0'3220'0,"0"0"-1763"16,0 66-429-16,0-40 340 0,0 3 316 0,0-3-128 15,0-5-464-15,0-5-412 0,8-3-312 16,1-7-196-16,-2-6 16 0,5 0 116 15,4-3 224-15,4-6-248 0,0-10-132 16,4-6-148-16,-1-5-272 0,-3-1-192 16,1-1 24-16,-2 3 120 0,-6 4 88 0,-6 3 96 15,1 5 12-15,-8 3-12 0,0 3 136 16,-8 3 124-16,-3 1 96 0,-2 0-96 16,-6 1-116-16,-1 3-8 0,-5 3-60 15,6 0-64-15,-5 6 0 0,4 11-72 16,-4-3-28-16,4 9-8 0,0-4 44 15,5 2-208-15,-2 3-700 0,6-6-836 0,2-2-1208 16,1 7-2793-16</inkml:trace>
  <inkml:trace contextRef="#ctx0" brushRef="#br0" timeOffset="71008.728">22387 2365 5396 0,'0'0'1772'0,"0"0"2653"16,0 0-3449-16,0 0-364 0,0 0 280 16,-56 80 368-16,49-52-88 0,7-3-212 15,0 1-280-15,0-1-224 0,4-5-124 16,3-8-96-16,2-2-128 0,3-7-44 0,-1-3 56 16,2 0 4-16,6-6 0 15,1-7-124-15,-4-6-100 0,4-7-168 0,0 0 8 16,-4 1-96-16,-4 0 84 0,0 3 24 15,-5 0 116-15,6 3 120 0,-9 5 4 16,-4 6 8-16,0-3 40 0,0 9 120 16,-4-2-12-16,-5 1-88 0,-2 3-8 15,-1 0-40-15,-4 0 120 0,4 3-132 0,-4 3-64 16,4 5-108-16,0 1-88 0,0 1-236 16,1 0-896-16,7-4-1672 0,-5 3-3261 0</inkml:trace>
  <inkml:trace contextRef="#ctx0" brushRef="#br0" timeOffset="71161.463">22634 2492 12193 0,'0'0'1568'15,"0"0"-944"-15,0 0 572 0,81 3 460 16,-54-6-356-16,-3-10-488 0,4 1-484 16,0-7-264-16,3-8-64 0,1 2-100 0,-4-2-192 15,0-5-176-15,4-1-348 0,-8 2-448 16,4-1-1000-16,-12 10-1725 0,0-6-1583 15</inkml:trace>
  <inkml:trace contextRef="#ctx0" brushRef="#br0" timeOffset="71414.183">22885 2076 8764 0,'0'0'1552'0,"0"0"-960"0,0 0 309 0,0 0 571 16,0 0-72-16,-39 82-244 0,39-52-288 15,0 3 4-15,0 6-8 0,0-1-64 16,4 8-188-16,3-2-256 0,-3 3-100 15,-4 0-132-15,4 1-28 0,1-1-24 16,-5-3-24-16,4 2-36 0,0-2 4 16,-1-6-8-16,1 4 124 0,4-12-48 15,-4 0-84-15,-4-5-12 0,0-6-36 16,0-6 48-16,0 0-4 0,-4-7-128 0,-4-3-52 16,-3 0-48-16,-2 1-48 0,-2-4-112 15,-6 0-88-15,2-4-144 0,-5-2-268 16,0-7-704-16,4 3-1300 0,-12-8-3109 0</inkml:trace>
  <inkml:trace contextRef="#ctx0" brushRef="#br0" timeOffset="75175.813">24045 1911 5168 0,'0'0'6981'0,"0"0"-5933"15,0 0-932-15,0 0 36 0,0 0 536 16,0 0 408-16,0 0-352 0,0 0-264 16,0 0-320-16,79 73-8 0,-55-48 84 15,-3 7 12-15,-2 3 36 0,1 3-60 16,-3 6-160-16,-6 5-52 0,1-2-12 15,-8 1 4-15,0 2 108 0,-4-6-40 0,0-5-68 16,0-4 4-16,0-7 68 0,0-5-28 16,0-5 112-16,0-1-84 0,0-8-4 15,-4-3 4-15,4-2 12 0,0-4 32 16,0 0 92-16,-4 0 104 0,4 0 128 0,0-6-128 16,-4 0-316-16,0-8-40 15,0-2-44-15,0-6-224 0,0-3 200 0,1-7 96 16,3-1-116-16,0 0 120 0,0-3-32 15,7 5-12-15,-3-1-44 0,8 0 92 16,0 3-72-16,0 4 64 0,4 3 12 16,3 4 12-16,-2-1-12 0,2 2-48 15,1 7 36-15,-3-2-36 0,2 5-28 16,-2 1 64-16,-2 6-148 0,1 0 88 16,-4 0-4-16,4 0-48 0,0 0 64 15,0 6-88-15,-4 1-76 0,4-1-220 16,0 4-228-16,-4-1-296 0,0 7-516 15,-1-4-900-15,-7 1-2037 0,1 4-2191 0</inkml:trace>
  <inkml:trace contextRef="#ctx0" brushRef="#br0" timeOffset="76245.712">25415 2098 6624 0,'0'0'4220'15,"0"0"-3331"-15,0 0-349 0,0 0 176 0,0 0 620 16,17 73 276-16,-17-48-356 0,0 5-416 15,0 1-260-15,0 1-100 0,0 0 36 16,-4-4 12-16,0 4-140 0,4-6-204 16,-5-7-184-16,5-7-40 0,0-2-108 15,0-7-180-15,0-3-236 0,0 0-172 0,0-6-212 16,0-11-784-16,0 5-2580 0,0-16-4833 16</inkml:trace>
  <inkml:trace contextRef="#ctx0" brushRef="#br0" timeOffset="76411.031">25439 1841 6808 0,'0'0'7057'0,"0"0"-6401"0,0 0-552 16,0 0 564-16,0 0 592 0,0 0-352 0,0 0-524 16,0 0-384-16,0 0-240 0,92 7-780 15,-76-4-668-15,-4 0-2453 0,0 3-4655 16</inkml:trace>
  <inkml:trace contextRef="#ctx0" brushRef="#br0" timeOffset="76677.093">25686 2251 9080 0,'0'0'2377'0,"0"0"-1685"16,0 0 788-16,-24 73 732 0,20-60-124 16,0-4-748-16,4-6-740 0,0 0-416 15,0-3-36-15,4 0 36 0,4-6-16 16,8-3-20-16,-4-4 0 0,8-3-148 15,1 0 0-15,-2-3-196 0,5-3-84 16,0 6 8-16,-5 0 4 0,-2 6 60 16,-2 4 24-16,2 3 88 0,-10 3-4 0,2 0 4 15,-1 9 96-15,-4 1 184 0,-1 3 120 16,1 0 40-16,-4 5-16 0,0-2-108 16,0 3-72-16,0-3-16 0,0 3-52 15,0 0-80-15,0 0-100 0,0-2-68 16,0-2-284-16,0 1-112 0,0 0-208 15,4 0-392-15,0-4-1048 0,5-2-2913 0</inkml:trace>
  <inkml:trace contextRef="#ctx0" brushRef="#br0" timeOffset="77220.273">26897 1873 6564 0,'0'0'2184'0,"0"0"2293"0,0 0-3373 16,0 0-472-16,0 0 628 0,0 0 248 0,0 0-116 15,108 71-484-15,-64-59-296 0,-4 3-212 16,4-5-84-16,-5 0-60 0,2-7-120 15,-2-1-27-15,-3-2-109 0,4-2-109 16,-4-8-51-16,4 0-376 0,-8-1-244 16,-1 0-224-16,-6 3-264 0,-6-3-968 15,-7 5-1960-15,-8 3-3025 0</inkml:trace>
  <inkml:trace contextRef="#ctx0" brushRef="#br0" timeOffset="77443.667">27220 1952 2916 0,'0'0'2244'0,"0"0"-1192"16,0 0 4209-16,0 0-3101 0,0 0-628 16,0 0-184-16,-59 86-276 0,55-51-24 15,4 3-100-15,-4 7-68 0,4 6-16 16,0-1-183-16,0 4-181 0,-4 0-212 16,-1 0-152-16,1 0-52 0,1 0-84 15,-5-6 0-15,4-4-160 0,0-9-116 0,-1-3-124 16,5-14-161-16,0-5-71 0,0-6-112 15,0-7-136-15,9-3-576 0,-1-10-1220 16,-4 3-1444-16,3-25-2389 0</inkml:trace>
  <inkml:trace contextRef="#ctx0" brushRef="#br0" timeOffset="77657.222">27308 1963 4820 0,'0'0'8109'15,"0"0"-6861"-15,0 0-932 0,0 0 340 16,-20 97 616-16,12-55 308 0,4 8-472 16,1 5-456-16,3 1-260 0,-5 2-88 15,5-2-96-15,-4-1-112 0,4-1-96 0,-4-3 0 16,4-4-72-16,-4-3-232 0,4-2-160 16,0-8-100-16,4-8 144 0,0-7-24 15,5-5-284-15,-6-8-352 0,1-6-796 16,4-4-1312-16,0-12-2269 0</inkml:trace>
  <inkml:trace contextRef="#ctx0" brushRef="#br0" timeOffset="77863.044">27252 2371 3404 0,'0'0'6416'0,"0"0"-4303"0,0 0-1085 15,0 0-60-15,0 0 496 0,0 0 44 16,0 0-452-16,0 0-440 0,0 0-224 15,0 0 4-15,60 36-52 0,-41-30-136 0,6 0-164 16,3-4-44-16,-1-2-12 0,1 0-172 16,0-2-468-16,4-1-420 0,0-6-292 15,-8 2-1108-15,4-2-3605 0</inkml:trace>
  <inkml:trace contextRef="#ctx0" brushRef="#br0" timeOffset="78109.541">27651 2577 9548 0,'0'0'5437'0,"0"0"-4705"16,-13 102-732-16,9-54 440 0,-3 9 772 16,-1 4 420-16,4-2-516 0,-5 6-680 15,6-2-164-15,-1-3-164 0,-4 6 16 0,4-1-124 16,0-2-4-16,-1-3-44 0,-2 1-24 15,7-11-88-15,-4-2-192 0,0-13 48 16,0-12-40-16,4-9 48 0,0-3 4 16,-4-11-40-16,4-6-248 0,0-13-512 15,0-10-484-15,0-13-716 0,4 7-2169 0,0-31-3031 16</inkml:trace>
  <inkml:trace contextRef="#ctx0" brushRef="#br0" timeOffset="78318.425">27611 2708 3688 0,'0'0'6896'16,"0"0"-5083"-16,0 0-945 0,0 0 12 16,0 0 204-16,0 0-180 0,79-38-288 0,-62 38-216 15,-2 0-128-15,2 3 4 16,-6 3-28-16,6 1-112 0,-10 5-28 0,1 1-20 16,-4 3-80-16,-4 3 0 0,0 4 0 15,-8 2-8-15,0-3-108 0,-8 0-164 16,4 0-60-16,-4-6 20 0,1-3 0 15,2-4-208-15,1-9-300 0,5 0-304 0,-2-6-872 16,9-7-1857-16,0-12-3803 0</inkml:trace>
  <inkml:trace contextRef="#ctx0" brushRef="#br0" timeOffset="78563.639">28177 2070 4852 0,'0'0'7929'0,"0"0"-6341"0,0 0-652 0,0 0 584 15,0 0-192-15,-60 86-244 0,56-51-372 16,4 2-188-16,0 8-72 16,0 6 24-16,0-1 229 0,4 4-233 0,0-3-244 15,3-3-140-15,-3-6-88 0,1-4-84 16,3-7-156-16,0-12-244 0,-1-3-237 15,6-10-119-15,-2-3-160 0,6-3-540 0,-6-6-1452 16,10-16-2777-16</inkml:trace>
  <inkml:trace contextRef="#ctx0" brushRef="#br0" timeOffset="78821.698">28316 2292 3160 0,'0'0'8629'0,"0"0"-7245"15,0 0-748-15,0 0 732 0,0 0-72 16,0 0-288-16,87-57-316 0,-62 50-220 0,-1 0-180 16,4 5-56-16,-4 2-64 0,-5 0-100 15,5 7 52-15,-8 5 24 0,4 1 44 16,-4 9 68-16,-4 0 80 0,-1 7 220 16,-6 3-144-16,-1 6-124 0,-4 3-135 0,0 0-49 15,-9-3-108-15,6-3-64 0,-1-9-153 16,0-7-211-16,4-10-32 0,0-5-80 15,0-4-192-15,0-7-152 0,4-12-316 16,8-6-880-16,-4 2-1736 0,7-15-1945 0</inkml:trace>
  <inkml:trace contextRef="#ctx0" brushRef="#br0" timeOffset="78993.723">28714 2144 3844 0,'0'0'64'0,"0"0"6584"15,0 0-4935-15,0 0-1125 0,0 0 240 16,0 0 364-16,0 0-196 0,0 0-168 15,-87 65-204-15,63-29-168 0,-4-2 64 16,4 8 72-16,-8 2-4 0,0 1-232 16,4 2-216-16,-3-2-140 0,3-1-232 15,3-6-344-15,2-6-336 0,11-7-104 0,0-9-488 16,8-6-1244-16,0-4-3293 0</inkml:trace>
  <inkml:trace contextRef="#ctx0" brushRef="#br0" timeOffset="79510.824">29030 1807 5396 0,'0'0'6801'0,"0"0"-4889"0,0 0-1252 15,0 0-320-15,0 0 552 0,0 0 620 16,7 88-52-16,-7-50-528 0,4 6-300 15,-4 7-96-15,0-3 48 0,0 3-47 16,0-4-209-16,-4-2-148 0,0-4-116 0,1-9-64 16,-2-7-72-16,5-9-36 0,0-3-88 15,0-10-168-15,0 0-109 0,-4-3-207 0,4-3-236 16,0-2-200-16,0-9-928 16,0-5-2116-16,0 3-2709 0</inkml:trace>
  <inkml:trace contextRef="#ctx0" brushRef="#br0" timeOffset="79694.814">28993 1885 4652 0,'0'0'1144'16,"0"0"4589"-16,0 0-4093 0,0 0-372 15,0 0 244-15,0 0-120 0,0 0-416 16,0 0-396-16,92-59-200 0,-76 59-72 16,4 2-52-16,-4 5-84 0,-5-1-124 15,-2 4 40-15,-1 2-40 0,-8 5 0 16,0 5-48-16,-4 0-4 0,-9 6-68 0,-2 4-356 15,-9 3-200-15,-4 0-232 0,5 0-320 16,-5-3-500-16,3-9-1136 0,1 2-3277 0</inkml:trace>
  <inkml:trace contextRef="#ctx0" brushRef="#br0" timeOffset="80011.633">29543 2171 6280 0,'0'0'6589'0,"0"0"-5137"15,0 0-608-15,28 74 356 0,-24-46-44 0,4 3-16 16,0 2-344-16,0 1-316 0,-4 2-212 15,0 2-24-15,-4-1-36 0,0 8-36 16,-4-3-52-16,-8 5-24 0,-4 0-44 16,-4-2-40-16,-4 3-8 0,-4-8-4 15,0-1-220-15,0-7-124 0,4-10-80 0,-4-7-20 16,1-5-156-16,-1-7-200 0,-4-3-352 16,-4-13-1032-16,-4-5-2969 0,12 2-4351 15</inkml:trace>
  <inkml:trace contextRef="#ctx0" brushRef="#br0" timeOffset="80511.432">27097 1428 2812 0,'0'0'4152'16,"0"0"517"-16,0 0-3237 0,0 0-400 15,0 0 356-15,0 0-56 0,0 0-288 16,0 0-328-16,0 0-164 0,0 0-60 0,0 0-88 15,-28 23-96-15,40-26-28 0,4-1 36 16,-1 4 0-16,10-3 132 0,-1 3-91 16,0 0-117-16,11 0-56 0,1 0-28 15,8 3-24-15,12-3-24 0,7 0 100 16,10 0 32-16,6 0 40 0,12-3-124 16,9-3-12-16,4-3-96 0,7 2-48 15,9-3-12-15,-1 3 4 0,9 1 8 16,-1 0 0-16,1 4 0 0,-4-2-12 0,-9 1 8 15,-3-1 4-15,-4 4 4 0,-9-3-4 16,-7 0-36-16,-5-3 24 0,-7 3-48 16,-9-4 12-16,-11 4 0 0,-12 0-144 15,-12 0-40-15,-8 3-44 0,-12 0-64 0,-4 0-72 16,-5 0-133-16,-7 0-139 0,0 0-156 16,-3 0-572-16,-5-2-1572 0,-16-3-5669 0</inkml:trace>
  <inkml:trace contextRef="#ctx0" brushRef="#br0" timeOffset="82327.622">30105 1867 5032 0,'0'0'576'0,"0"0"5409"0,0 0-4525 15,0 0-596-15,0 0 552 0,0 0 120 16,0 0-372-16,0 0-460 0,0 0-284 16,0 0-116-16,44-39-132 0,-24 20-60 15,-1 1-104-15,6-4 0 0,-1-1 36 16,0 4-44-16,-5 0 0 0,-3 0-12 16,0 6-36-16,-4 0 48 0,0 4-64 15,-8 6 56-15,0 0 0 0,-4 3-40 16,4 0 0-16,-4 0-40 0,0 9-68 0,0 7 8 15,-4 9 148-15,0 10 160 0,-8 13-100 16,0 6 24-16,-4 9-84 0,4 2 0 16,-8-2-132-16,4 0 80 0,5-3-68 15,-1-6 80-15,-1-6 40 0,6-10 88 16,3-3 72-16,0-7-48 0,-1-6-52 0,5-5-12 16,-4-5-40-16,4 1-8 0,0-3 0 15,0 2-12-15,0 1 8 0,0-1 0 16,4 1 4-16,5 6-48 0,-5 0-16 15,3 4 64-15,6 3 8 0,-5 2 184 16,3 2-20-16,2 3-96 0,-6 2 32 16,1-3-8-16,4 3 20 0,-7 0-44 15,2-5-4-15,-3 6-24 0,-4-4-36 16,4-4 48-16,0 1 28 0,-4 0-84 16,0-1 4-16,0-3 76 0,0 1-12 15,0-1 4-15,-8-6-76 0,0 0 8 16,0-3 52-16,-4-3-12 0,-3-1-48 0,2-1-4 15,-2-3-276-15,-2-1-292 16,-3 0-276-16,1-4-184 0,-5-1-360 0,8-2-1176 16,-24 4-3309-16</inkml:trace>
  <inkml:trace contextRef="#ctx0" brushRef="#br0" timeOffset="83146.293">19981 5086 5624 0,'0'0'7317'0,"0"0"-5309"16,0 0-672-16,0 0-240 0,0 0-56 15,0 0 212-15,0 0-116 0,96-2-148 16,-44 7-187-16,-1 2-101 0,5 0-240 16,-4-5-244-16,-1 2-68 0,-3-4-100 15,0 0-36-15,-4-6-4 0,-8-1-8 16,-1-3-24-16,1 1-48 0,-8-4-232 16,-4 0-312-16,-4 4-196 0,-4-1-197 15,-8 7-379-15,-4 3-1648 0,-4 3-3913 0</inkml:trace>
  <inkml:trace contextRef="#ctx0" brushRef="#br0" timeOffset="83323.443">20220 5378 5336 0,'0'0'5917'0,"0"0"-3789"16,0 0-772-16,0 0 272 0,0 0-224 15,76 32-108-15,-45-29-204 16,9 0-116-16,1-3-284 0,2 0-267 0,-4-6-233 15,10-3-192-15,-6-4-12 0,5-3-324 16,4 3-613-16,0 1-431 0,-8 5-1396 0,16 1-2836 16</inkml:trace>
  <inkml:trace contextRef="#ctx0" brushRef="#br0" timeOffset="84212.018">22112 4460 808 0,'0'0'1396'0,"0"0"4740"15,0 0-4040-15,0 0-691 0,0 0 39 16,-16-78-60-16,16 64 0 0,-4-1-144 16,4-2-224-16,-4 5-228 0,4-3-224 15,-4 4-60-15,4 2 8 0,-3 4-48 16,3-2-160-16,-4 3-100 0,0 4 5 15,0-3-77-15,-1 3-68 0,1 3-64 0,-3 8-148 16,-5 3-169-16,-1 12-23 0,2 9 132 16,-6 9 76-16,6 10 120 0,-1 3-100 15,4 4 28-15,-4 2 36 0,1 8 0 16,-2-5 36-16,-2 4-64 0,6-6-56 0,-3-7 20 16,5-13 40-16,3-12 68 0,4-7-96 15,-4-13 4-15,4-2 24 0,0-3-100 16,0-5-12-16,0-2 0 0,0 0 24 15,4 0 76-15,-4 0 84 0,4-2 128 16,3-2 8-16,-3 1-28 0,0 3-108 16,5 0-76-16,-2 0 76 0,1 3 52 15,0 8 116-15,4 3-44 0,-4 5 36 16,4 4-52-16,-4 6-44 0,0 3 80 16,-4-1 88-16,0 4-36 0,-4 0-188 0,0 0 60 15,0 6-68-15,-8 4 0 16,0-1-4-16,0-6 4 0,0-3-4 0,0-6-68 15,4-10-148-15,4-6-256 0,0-4-248 16,0-6-260-16,0-3-444 0,0 0-936 16,0-3-1697-16,8-13-1895 0</inkml:trace>
  <inkml:trace contextRef="#ctx0" brushRef="#br0" timeOffset="84663.319">22550 4966 5520 0,'0'0'4980'0,"0"0"-2767"15,0 0-1129-15,0 0-224 0,0 0 336 0,0 0-104 16,0 0-332-16,0 0-328 0,0 0-148 16,0 0-100-16,0 0-128 0,96-80-56 15,-72 61-8-15,4 0-56 0,-4 3-8 16,0 4-64-16,-1-1 24 0,-2 7 12 16,3-1-24-16,-5 7 84 0,-2 0 40 15,-2 0 212-15,1 7-64 0,0 2-52 16,-4 4 92-16,0 2 68 0,1 1-72 15,-2 3-48-15,-3 0 24 0,1 6-12 16,-2 5 24-16,1-2-16 0,-4 7 40 0,4 3 48 16,-4 0 160-16,0 4 60 0,0-4-184 15,0-3-160-15,4-7-24 0,-5-3-36 16,6-9-60-16,-5-2-100 0,4-6-56 16,-4-4-40-16,-1-2-96 0,6-2-196 15,-5 0-160-15,0-9-64 0,4-1-320 16,-1-8-796-16,-3 2-2364 0,5-13-4037 0</inkml:trace>
  <inkml:trace contextRef="#ctx0" brushRef="#br0" timeOffset="84936.732">23200 4684 272 0,'0'0'12389'0,"0"0"-10761"0,0 0-968 15,0 0 196-15,0 0 124 0,0 0-12 16,-88 44-264-16,69-25-332 0,-5 2-240 16,-4 8-116-16,0 3-12 0,-4 3 8 15,0 6 72-15,-4 3 52 0,-3 4-136 16,-6 3 0-16,2-1 0 0,-1 2-4 16,4-1-44-16,0-7-40 0,5-3 16 0,3-6-176 15,8-9-12-15,7-7 28 16,6-7-200-16,7-9-228 0,4 1-328 0,0-4-536 15,8-4-908-15,8-9 179 0,-4 4-2611 16,12-16 292-16</inkml:trace>
  <inkml:trace contextRef="#ctx0" brushRef="#br0" timeOffset="85727.842">23634 4410 4164 0,'0'0'6572'0,"0"0"-4619"16,0 0-893-16,0 0-108 0,0 0 344 15,0 0-232-15,0 0-456 0,0 0-432 16,0 0-104-16,0 0 76 0,0 0-12 16,56-49-48-16,-36 30-80 0,4 5-8 15,-4-5-8-15,0 5 8 0,0 3 12 0,-4 0-8 16,0 2 8-16,-4 5-12 0,-9 1 0 16,1 3-8-16,0 0-40 0,-4 0-16 15,5 0-20-15,-5 7 84 0,0 2 280 16,0 10 4-16,0 6-4 0,-5 7-92 15,-3 3-32-15,1 7-32 0,-1 2-12 0,-5 3-64 16,6 4-44-16,-5 0-4 0,0 0 0 16,0 0 12-16,0-6 124 0,4-8-132 15,0-2 92-15,0-9-8 0,5-6-48 16,3-6-40-16,-5-1-48 0,5-3-16 16,0-7-68-16,0 1-16 0,0-4-96 15,0 0 8-15,5 0-120 0,2 0 344 16,1 0 4-16,0-4-164 0,0 1-28 15,0 3-32-15,0 0-40 0,-1 3 136 16,2 4 56-16,-5 2 80 0,4 4 88 16,3 2-40-16,-2 5 4 0,-1-1 84 15,3 3-124-15,2 3 260 0,-2 5-28 0,1-3 4 16,4 5-16-16,-8-3-8 0,5 2-76 16,-6 4 24-16,1-3-88 0,0-4-72 15,-3 5 60-15,-5-5 4 0,0 1-28 16,0-4 48-16,0-6 76 0,0 0 0 0,0-3-60 15,-5-6-64-15,1-1 12 0,-4 1-60 16,-8-1-172-16,0 1-340 0,-4-4-140 16,-8 1-72-16,0-1-144 0,1-6-608 15,3 0-2308-15,-20 0-4473 0</inkml:trace>
  <inkml:trace contextRef="#ctx0" brushRef="#br0" timeOffset="92599.236">20391 7578 16441 0,'0'0'2132'0,"0"0"-1528"15,0 0-456-15,0 0 192 0,0 0 384 0,0 0 312 16,0 0-391-16,0 0-173 0,0 0 216 16,120-22 36-16,-68 16-228 0,3 3-304 15,5-3 28-15,-4 1-64 0,0-3-84 16,0 2 0-16,0-5-60 0,-5-1-12 15,1-5 8-15,0-1 0 0,-1-1-8 16,-7-2-216-16,0-6-136 0,-9 5-128 16,-7 0-172-16,-3 3-232 0,-9 7-405 15,-8 5-1143-15,-4 0-2232 0,-8 7-2125 0</inkml:trace>
  <inkml:trace contextRef="#ctx0" brushRef="#br0" timeOffset="92834.756">20921 7534 7476 0,'0'0'6281'16,"0"0"-5329"-16,0 0-412 0,0 0 104 16,-47 90 620-16,43-62 60 0,-5 3-180 15,9 8-240-15,-4 2-256 0,4 3-152 16,0 10-167-16,4 3-145 0,5 10 20 16,2 2-116-16,1 5 68 0,-3 2-24 15,6 3-120-15,1-2 0 0,0-8-12 16,0-5-4-16,0-10-92 0,4-10-256 15,0-9-169-15,-4-10 9 0,4-8-96 16,-5-11-184-16,-2-6-328 0,-2-12-212 16,1-12-1012-16,-3 3-2505 0,-5-24-4179 0</inkml:trace>
  <inkml:trace contextRef="#ctx0" brushRef="#br0" timeOffset="93108.035">21678 6906 15969 0,'0'0'2092'0,"0"0"-1732"0,0 0-248 15,0 0 380-15,32 82 476 0,-24-44 348 16,-1 7-511-16,-2-1-393 0,-1 4-112 15,0-1-68-15,0-3-16 0,0 1-216 16,-4-8-8-16,4-1-100 0,-4-8-304 0,3-9-108 16,-3-6-65-16,0-7-35 0,0-2-12 15,0-4-128-15,0-6-432 0,0-4-692 16,0 1-2164-16,-3-14-3113 0</inkml:trace>
  <inkml:trace contextRef="#ctx0" brushRef="#br0" timeOffset="93344.186">21830 6956 4196 0,'0'0'7505'0,"0"0"-6521"16,0 0-408-16,0 0 100 0,84-6 388 15,-73 12-84-15,1 4-88 0,-3-1 24 16,2 4-112-16,-7 3-200 0,-4 4-100 16,0 1-104-16,0 1-80 0,-4 3-64 15,-7 0-108-15,-2 5-76 0,-6-2-72 0,-2-3-32 16,-7 1 24-16,0 0 8 0,-3-4-220 15,-5-4-172-15,0 1-24 0,1 4-48 16,-6-7-164-16,1 3-124 0,1 0-216 16,-6-3-312-16,2-1-728 0,11-5-2281 15,-16-1-2599-15</inkml:trace>
  <inkml:trace contextRef="#ctx0" brushRef="#br0" timeOffset="93869.498">22526 7928 1120 0,'0'0'6552'15,"0"0"-1403"-15,0 0-3809 0,0 0-432 16,0 0 252-16,0 0 300 0,0 0-252 15,0 0-336-15,84 28-308 0,-48-21-188 0,8 2 172 16,0-6-124-16,0 0-199 16,-4-3-225-16,-5 0-8 0,1 0-77 0,-4-6-11 15,0 0-308-15,0-4-388 0,-1 1-368 16,1-4-368-16,-8 1-848 0,-7 1-3017 16,-2-1-3987-16</inkml:trace>
  <inkml:trace contextRef="#ctx0" brushRef="#br0" timeOffset="94193.817">23244 7683 12801 0,'0'0'2564'0,"0"0"-1736"0,0 0-148 15,0 0 436-15,0 0 216 0,0 0-220 16,0 0-564-16,92-15-328 0,-64-4-124 0,4-4 88 15,7-2-124-15,-3-1-56 0,8 4-4 16,-4 5-12-16,3 5-48 0,2 6 52 16,-2 6-40-16,-3 10 48 0,0 5 48 0,-8 5 0 15,0 8 96-15,-4 5 28 16,-5 0-15-16,-3 9 51 0,-3 2-52 16,-6 4 4-16,-3-3-52 0,-4 5-36 0,-4-2 12 15,0-4-84-15,0 2 0 0,0-6-4 16,0-5-44-16,0-9-132 0,0-10-244 15,0-7-125-15,5-9-207 0,-1-9-244 16,3-17-352-16,1 7-948 0,5-32-3137 0</inkml:trace>
  <inkml:trace contextRef="#ctx0" brushRef="#br0" timeOffset="94388.307">24073 7531 5988 0,'0'0'8497'0,"0"0"-7337"15,0 0-492-15,-100 88 616 0,64-50 208 16,-4 4-84-16,1 2-444 0,-2 7-395 16,2 0-217-16,-1 0-180 0,0 0-172 0,0 3-56 15,1-4-32-15,-1-2-288 16,8-4-109-16,0-5-63 0,8-8-48 0,8-8-52 16,8-10-312-16,4-11-756 0,4 2-1256 15,0-14-3605-15</inkml:trace>
  <inkml:trace contextRef="#ctx0" brushRef="#br0" timeOffset="94667.438">24519 6911 9760 0,'0'0'6597'15,"0"0"-5365"-15,4 83-652 0,-4-39 148 0,0 10 828 16,0 1-95-16,0 2-429 16,0 0-416-16,0-1-244 0,0 2-92 0,4-4-64 15,-4-1-204-15,0-4-12 0,0-5-120 16,0-6-244-16,0-6-116 0,0-6-28 16,4-4-52-16,0-9 160 0,-4-8-85 15,0-5-235-15,0 0-244 0,0-12-508 16,0-7-848-16,0-7-892 0,0 4-2017 15,4-19-347-15</inkml:trace>
  <inkml:trace contextRef="#ctx0" brushRef="#br0" timeOffset="94838.268">24595 7134 4636 0,'0'0'1824'0,"0"0"-692"0,40-67 4017 16,-25 54-3885-16,5 4-368 0,-3-1 112 16,-2 7-68-16,2 3-244 0,-2 0-224 15,-2 3-176-15,-2 7 12 0,-3 4-48 0,-4 1-4 16,-4 3 52-16,0 7 24 0,-8 5-52 15,-7 5-280-15,-10 0-72 0,-3 2-380 16,-3-2-396-16,-5 4-228 0,-1-8-512 16,-2-5-800-16,7-7-2533 0,-24 3-3495 0</inkml:trace>
  <inkml:trace contextRef="#ctx0" brushRef="#br0" timeOffset="95777.233">21634 6899 4972 0,'0'0'900'15,"0"0"-148"-15,0 0-216 0,0 0 1928 16,0 0-695-16,12 67-589 0,-8-48-404 16,0 3-280-16,4 3-52 0,-3 2-36 15,-1 0-44-15,-4-2 116 0,3 5 120 16,1-5-192-16,-4-3-248 0,0 3-24 16,4-3 52-16,-4 1-76 0,0 2-60 15,0 0 4-15,0 3-56 0,-4 5 0 16,4 2 72-16,-4 3-72 0,1 2-8 15,3 6 8-15,-4 1 0 0,4 2-16 16,-5-5 16-16,5-1-4 0,0-4-8 0,0-4-36 16,-4-3 40-16,4-4-4 0,0-5 12 15,0-5-4-15,0-5-60 0,0-4 52 16,0-6-76-16,0 4-72 0,0-7-104 16,0 0-8-16,0 0-72 0,0 0-220 0,0-3-308 15,0-6-256-15,0-1-368 0,4 0-773 16,-4-5-2155-16</inkml:trace>
  <inkml:trace contextRef="#ctx0" brushRef="#br0" timeOffset="96768.134">25299 7522 2720 0,'0'0'6392'0,"0"0"-3255"0,0 0-985 16,0 0-336-16,0 0 24 0,0 0-408 15,0 0-420-15,0 0-268 0,65 66-220 16,-42-57-51-16,5-2 23 0,4-1 0 0,9-6-108 16,-2 0-136-16,5-3-116 0,-4-10-68 15,7 1-64-15,-2-1-8 0,-6-3-72 0,1-1-288 16,-4 3-216-16,-8 0-172 0,-8 9-109 16,-5 1-235-16,-6 4-992 0,-9 0-2080 15,-4 9-1821-15</inkml:trace>
  <inkml:trace contextRef="#ctx0" brushRef="#br0" timeOffset="96960.416">25327 7922 8020 0,'0'0'2344'0,"0"0"365"0,0 0-853 16,0 0-284-16,0 0 8 0,0 0-152 15,0 0-452-15,0 0-416 0,0 0-316 16,0 0-12-16,0 0 97 0,32 12-25 15,0-21-100-15,1-5-120 0,3-4-84 0,-1-1-396 16,5-3-201-16,-1-1-343 0,-2 7-160 16,-1 0-812-16,-8 7-1964 0,4-1-3957 0</inkml:trace>
  <inkml:trace contextRef="#ctx0" brushRef="#br0" timeOffset="102611.151">26993 7024 4528 0,'0'0'6961'0,"0"0"-5245"0,0 0-1028 15,0 0-104-15,0 0 540 0,-79 40 416 16,62-24-216-16,-2 0-204 0,3 3-448 0,-4 7-244 16,0 2-52-16,0 7 64 15,0 6 33-15,0 3-85 0,0 10-36 0,1 3-72 16,6 4-76-16,1 2-36 0,1 4-32 0,6-1-16 16,1 2-60-16,4-2 0 0,4 0-12 15,9-1-44-15,6-2-4 0,5-3-8 16,8-6-4-16,4-6-108 0,-5-4 36 15,6-9-220-15,-9-10 76 0,4-5-40 16,-5-8-20-16,-3-8-52 0,0-1-37 16,0-3-87-16,0-10-280 0,-4-6-304 15,0-5-456-15,-1-5-768 0,-6 3-2360 16,2-18-2945-16</inkml:trace>
  <inkml:trace contextRef="#ctx0" brushRef="#br0" timeOffset="102930.429">27336 7242 548 0,'0'0'13113'0,"0"0"-11089"0,0 0-1144 16,0 0-372-16,0 0 648 0,0 0 440 15,0 0-72-15,87 22-467 0,-63-15-461 16,4-1-248-16,4 0 28 0,8-3 168 16,4 3 240-16,-1-6-352 0,6 0-204 15,3 0-84-15,-5-6-32 0,5-3-104 16,-1-1-8-16,-3-3-72 0,1 1-4 16,-6-1-32-16,-3-3-96 0,0-3-72 15,-8 3-108-15,-4-3-136 0,-5 3-84 0,-6 1-36 16,-10 4-292-16,-7 3-893 0,0 2-1207 15,-4 2-2696-15,-16 4-1981 0</inkml:trace>
  <inkml:trace contextRef="#ctx0" brushRef="#br0" timeOffset="103229.134">27826 7283 1488 0,'0'0'10137'0,"0"0"-8329"16,0 0-832-16,0 0 20 0,-8 76 252 15,8-53 180-15,0 2-148 0,4 4-240 16,0 6-332-16,4 2-100 0,0 2-39 16,0 2-85-16,0 3-96 0,0 2-132 0,0-2-64 15,-4 6-96-15,3-3 24 0,-2 5-120 16,-1-1 4-16,4-1-4 16,-8-3-4-16,4 5-80 0,-1-5 0 0,1-2-36 15,5-1 12-15,2-2-52 0,1-4-336 16,1-7 232-16,-10-2 92 0,1-10-32 15,0-3-125-15,-4-7-11 0,0-3-52 16,0-6 4-16,0 4-64 0,0-4-160 16,0 0-260-16,0-7-600 0,0-2-836 15,0-10-1652-15,0 6-3661 0,-4-22 6053 0</inkml:trace>
  <inkml:trace contextRef="#ctx0" brushRef="#br0" timeOffset="103864.252">28751 7756 3908 0,'0'0'8645'0,"0"0"-6685"0,0 0-812 0,0 0-140 15,0 0 528-15,0 0-180 0,0 0-268 16,107 4-236-16,-75-1-343 0,3 3-169 15,-3-3-96-15,0 0-76 0,0 0-60 16,0-3-56-16,-4 0-8 0,4 0-44 16,-4-3-72-16,0-3-88 0,-4-3-192 15,0-8-241-15,4 2-271 0,-5-5-212 16,5-2-484-16,-8 7-1284 0,8-11-4169 0</inkml:trace>
  <inkml:trace contextRef="#ctx0" brushRef="#br0" timeOffset="104276.661">29750 7407 1592 0,'0'0'11929'15,"0"0"-10297"-15,0 0-1380 0,0 0 300 16,0 0 604-16,0 0-4 0,0 0-352 16,0 0-444-16,0 0-256 0,0 0-52 15,96-79-48-15,-76 57-60 0,-1 2-140 0,2 5-8 16,-1-2 36-16,-1 1 88 0,2 7-52 16,3 4 0-16,-5 5 136 0,1 0 160 15,4 5 308-15,-8 8-212 0,4-1-108 16,-4 8 12-16,0 2 108 0,0 4 28 15,4-1 32-15,0 6-48 0,-5 1-24 0,2 3-12 16,-2 2-28-16,-2 5-7 0,-2 0-25 16,2 2-64-16,-6-5-24 0,1-2-48 15,0-8-12-15,1-3-36 0,-2-7-48 16,1-10-96-16,-4-3-136 0,5-6-233 16,-6-3-251-16,5-9-116 0,0-7-352 15,0-7-840-15,0 4-2488 0,0-19-3809 0</inkml:trace>
  <inkml:trace contextRef="#ctx0" brushRef="#br0" timeOffset="104494.847">30340 7153 6824 0,'0'0'6849'0,"0"0"-6001"0,0 0-620 15,0 0 544-15,-68 96 632 0,44-59-64 16,9 5-320-16,-9-1-480 0,0 9-296 15,-1 2-60-15,-3 1-48 0,-3 8-96 16,-1 3-40-16,-4-2-108 0,-4 2-140 16,5-1 104-16,-6-2-176 0,9-7-84 15,4-10-52-15,5-5 12 0,11-11-148 16,4-16-128-16,8-8-572 0,0-4-1460 16,0-12-3729-16</inkml:trace>
  <inkml:trace contextRef="#ctx0" brushRef="#br0" timeOffset="104857.96">30794 7049 5488 0,'0'0'4816'0,"0"0"-2247"16,0 0-537-16,0 0-232 0,100 54-272 15,-72-26-236-15,0 4-216 0,0 2-324 16,-4 7-264-16,4 4-171 0,-9 3-77 16,1 3-68-16,-4 3-64 0,-8-1-108 0,-4 5 84 15,0-1-24-15,-4 0-60 16,-8 0-12-16,-4 0-96 0,-4-6 60 0,-4 1-60 15,0-8-64-15,1-6-68 0,-2-7-53 16,1-5-83-16,1-7-16 0,2-6-68 16,2-8-92-16,-1-5-256 0,0 0-360 0,4-9-324 15,0-10-560-15,0-3-1889 0,8 6-2391 16,-8-22 3252-16</inkml:trace>
  <inkml:trace contextRef="#ctx0" brushRef="#br0" timeOffset="105174.983">31189 6439 208 0,'0'0'1384'15,"0"0"8485"-15,0 0-7913 0,0 0-824 16,40 72 572-16,-24-42-88 0,-1 4-320 16,2 8-256-16,2 2-188 0,-3 4-412 0,4 2-124 15,-4 4-59-15,-4 0-125 0,0 1-64 16,-4-2-68-16,0 1-84 0,-4-6-60 16,-1-10-89-16,6-6-35 0,-1-7 24 15,-4-12-96-15,0-4-160 0,-1-9-208 16,1 0-252-16,-4 0-312 0,0-9-504 0,0-7-716 15,0-3-2637-15,0 3-2031 0</inkml:trace>
  <inkml:trace contextRef="#ctx0" brushRef="#br0" timeOffset="105535.499">31173 6381 432 0,'0'0'88'0,"0"0"800"0,0 0 4192 15,0 0-2704-15,0 0-748 0,0 0-299 16,20-70-101-16,-9 64-84 0,6-1-132 16,-2 1-20-16,2 3-52 0,-2 0-196 15,5 3-4-15,-4-2-160 0,0-2-128 16,1 4-72-16,-2 0-48 0,-3 0-16 15,0 0-36-15,0 0-84 0,-5 0-64 16,2 4-48-16,-1 1 16 0,-4 2-100 16,3 2 0-16,-3-3-136 0,-4 7-8 15,5-3-40-15,-5 6-60 0,0 0-24 16,-5-1 36-16,-6 4-48 0,-1-2 0 16,0 1-100-16,-4 1-76 0,0-3 24 0,-4 0-12 15,0-3-152-15,-4-1-500 16,0-1-896-16,-3 1-2153 0,3-5-2359 0</inkml:trace>
  <inkml:trace contextRef="#ctx0" brushRef="#br0" timeOffset="135968.144">22623 10944 3484 0,'0'0'7901'0,"0"0"-6465"16,0 0-452-16,0 0-276 0,0 0 364 0,0 0 148 15,0 0-228-15,0 0 36 0,0 0-72 16,83 0-236-16,-47 6-132 0,0-3-200 16,-4 1-60-16,4-2-35 0,-1-2-161 15,-3 0 88-15,0 0-52 0,0-6-84 16,0 0 0-16,-8-4-24 0,0 4-60 15,-5 0-4-15,2-1-68 0,-10 1-48 16,6 0-160-16,-10 0-228 0,1-1-185 16,1 1-235-16,-5 2-272 0,-4-3-740 0,0 5-1916 15,-8-1-2789-15</inkml:trace>
  <inkml:trace contextRef="#ctx0" brushRef="#br0" timeOffset="136310.335">22773 11011 7584 0,'0'0'5821'0,"0"0"-4805"16,0 0-636-16,0 0 276 0,0 0 412 16,0 0 92-16,0 0-24 0,0 0-364 15,0 0-344-15,17 82-160 0,-13-53-12 16,3-1 52-16,-2 4 20 0,3 4 24 15,0 4-144-15,-1 2-87 0,2 8-73 16,-1 4-36-16,-1 4 72 0,5 5 28 0,-3-5-108 16,2-2 4-16,6 1-8 0,-6-9-8 15,6-3-116-15,-6-4 16 0,1-9 23 16,0-7-27-16,-4-6 40 0,0-6-36 16,-4-4 0-16,0-5-16 0,0-4-56 15,0 0-140-15,-4-4-80 0,4-5-28 0,-4-4-136 16,4-6-172-16,0-6-352 15,-4-4-716-15,0 4-1364 0,0-11-3109 0</inkml:trace>
  <inkml:trace contextRef="#ctx0" brushRef="#br0" timeOffset="137148.26">22981 11048 3052 0,'0'0'0'0,"0"0"0"0,0 0 5464 0,0 0-3924 16,0 0-467-16,0 0-185 0,0 0-68 15,0 0-120-15,0 0 36 0,0 0-16 16,-16 67-112-16,16-41-56 0,0 5 24 16,4 4 36-16,0 6-32 0,0 7-84 15,4 6-88-15,0 0-128 0,-4 7-120 16,4 2 0-16,0 1-60 0,-5-7-100 15,6-6-4-15,-5-7 4 0,4-5 12 0,-4-11 48 16,-1-6 0-16,6-4-60 0,-9-1-48 16,4-7 0-16,0-1-88 0,-4-6-36 15,0-3 0-15,0 0-96 0,0 0-204 16,0-3-32-16,0 0-32 0,-4-7-148 16,-5-2-332-16,2-4-336 0,-5-4-740 15,3-2-913-15,-2 3-2395 0,-5-6 2056 0</inkml:trace>
  <inkml:trace contextRef="#ctx0" brushRef="#br0" timeOffset="137378.328">22925 11547 3528 0,'0'0'760'0,"0"0"4972"16,0 0-4483-16,0 0-309 0,0 0 148 0,0 0 472 16,0 0-216-16,0 0-68 0,0 0-212 15,88-47-228-15,-60 43-176 0,-4 1-160 16,0 0-108-16,4 3-52 0,0-3-48 15,-5 0-72-15,5 0-3 0,0 0-105 16,0-4-40-16,0 1-28 0,0-4-44 16,0-2-8-16,0 2-224 0,-5 0-145 15,5-2-143-15,-4-2-176 0,0 2-148 16,-3-1-116-16,-2 1-300 0,1 2-748 16,-12 1-1040-16,-1 5-2321 0</inkml:trace>
  <inkml:trace contextRef="#ctx0" brushRef="#br0" timeOffset="138077.032">23392 11687 11109 0,'0'0'1604'0,"0"0"-904"0,0 0 128 0,0 0 484 15,0 0 32-15,0 0 92 0,0 0-464 16,32 66-368-16,-21-36-216 0,-3 7-32 16,0 1 8-16,0 7 208 0,-4 5-135 15,4 5-109-15,0 5-168 0,0 6-16 16,-4 2-96-16,4 4 0 0,-4 1-48 16,4-4 0-16,-4-1-60 0,4-11-24 15,0-3 36-15,3-13-24 0,-2-6 20 16,-1-9-80-16,3-14-60 0,-7-6-64 15,1-6-193-15,-5 0-135 0,4-9-40 16,-4-7-160-16,0-6-360 0,0-3-896 0,0 3-1984 16,-13-20-1865-16</inkml:trace>
  <inkml:trace contextRef="#ctx0" brushRef="#br0" timeOffset="138355.668">23463 11858 6656 0,'0'0'5629'0,"0"0"-4569"16,0 0-296-16,0 0 8 0,0 0 208 16,96-80-24-16,-72 69-100 0,0 1-224 15,-1 0-260-15,5 0-164 0,-4 5-96 16,0-2-44-16,-8 7-68 0,4 0-8 16,-8 0 8-16,0 7 12 0,-4 5 36 15,-4 8 16-15,-4-1 20 0,0 6-84 0,-4 0 8 16,-4 4-4-16,-8-1-4 0,4 1 0 15,-4-4-196-15,-3-3-72 0,2 1-104 16,-3-4-36-16,1-7-100 0,-2 1-176 16,2-3-32-16,-1-1-164 0,-1-3-460 15,6-2-664-15,-5-1-1185 0,8 0-1959 16,-4-3 2616-16</inkml:trace>
  <inkml:trace contextRef="#ctx0" brushRef="#br0" timeOffset="140025.654">24144 10941 168 0,'0'0'1032'0,"0"0"8092"16,0 0-7655-16,0 0-597 0,0 0-4 15,0 0 272-15,0 0 120 0,0 0-120 16,0 0-344-16,0 0-252 0,0 0-212 16,-67 54 24-16,63-25-12 0,4 2 48 15,-4 7 0-15,4 0-88 0,-5 3-48 16,5 5-84-16,0 1-100 0,0 3 16 0,0 4-40 15,5 0-40-15,-1 1-8 0,4-5 4 16,3-2 76-16,2-4 56 0,2-6 32 16,-2-6-164-16,2-10-4 0,2-9-96 15,-2-4-52-15,5-6 64 0,-4-3-124 16,4-3-216-16,0-9-212 0,0-7-40 16,4-6-120-16,-4-2-244 0,-5-1-600 15,2 0-928-15,-6 5-2241 0,1-5-1739 0</inkml:trace>
  <inkml:trace contextRef="#ctx0" brushRef="#br0" timeOffset="140280.363">24388 11043 9168 0,'0'0'5361'16,"0"0"-4393"-16,0 0-728 0,0 0-164 15,0 0 768-15,0 0 460 0,0 0-48 16,99 38-412-16,-71-19-476 0,4 0-64 16,0 6-36-16,-1 0-36 0,-3 3-100 15,0 1-132-15,-7 3-8 0,2 0-76 16,-7 0-112-16,0-1-288 0,-4-2-68 16,-4-10-48-16,4-6-12 0,-4-4-168 0,0-9-336 15,0-3-908-15,-1-9-736 0,-2-1-1873 16,-1-18-1899-16</inkml:trace>
  <inkml:trace contextRef="#ctx0" brushRef="#br0" timeOffset="140459.995">24750 11007 11737 0,'0'0'1704'16,"0"0"-792"-16,-40 64 276 0,21-29 180 15,-2 3 20-15,1 3-340 0,1 0-240 16,-2 1-408-16,1-1-168 0,5 0-168 15,-5 1-64-15,4-4-256 0,0-6-272 16,4-4-304-16,1-6-240 0,6-6-328 16,1-13-1084-16,0-3-1657 0,4-16-1727 0</inkml:trace>
  <inkml:trace contextRef="#ctx0" brushRef="#br0" timeOffset="140772.11">24865 10832 11533 0,'0'0'1244'0,"0"0"-684"16,0 0 88-16,84 4 316 0,-60 6 268 16,0 2-180-16,4 4-444 0,-4 6-348 15,-4 0-148-15,4 7 8 0,-5 2-32 16,-6 9-8-16,-2 4-80 0,-3 3-12 15,-3 4-60-15,-5 0-76 0,0 3 0 16,0 0-24-16,-9-7 60 0,1 1 112 0,1-7 12 16,-6-3 76-16,2-6-88 0,-1 0-60 15,-4-6-124-15,0-5-216 0,0-2-172 16,4-5-168-16,-4-8-92 0,4-3-420 16,8-3-920-16,-12 0-2597 0</inkml:trace>
  <inkml:trace contextRef="#ctx0" brushRef="#br0" timeOffset="141159.609">25722 11046 13073 0,'0'0'2760'0,"0"0"-1732"16,0 0-480-16,0 0 172 0,28 73 352 16,-24-58-336-16,0-5-492 0,1-1-244 0,-5-2-368 15,0-1-320-15,0 0-320 0,0 0-720 16,0 1-2564-16,-9 5-3253 0</inkml:trace>
  <inkml:trace contextRef="#ctx0" brushRef="#br0" timeOffset="141326.353">25662 11353 6948 0,'0'0'5697'0,"0"0"-3813"0,0 0-928 16,0 0 264-16,0 0 308 0,0 0-40 15,45 65-280-15,-30-53-368 0,-2-3-415 16,2-2-281-16,1-2-132 0,0 2-12 15,4-7-136-15,-1 4-497 0,-2-4-303 16,7-4-360-16,4-3-892 0,-9 2-2740 16,13-8-2385-16</inkml:trace>
  <inkml:trace contextRef="#ctx0" brushRef="#br0" timeOffset="141652.958">26315 10909 13849 0,'0'0'2688'0,"0"0"-1184"0,0 0-712 15,0 0 164-15,0 0 412 0,0 0-215 16,0 0-137-16,88 60-312 0,-56-53-320 16,5-5-144-16,-2-2-104 0,1-2-76 15,0-8-60-15,0 1-4 0,-1-7-108 16,-3 0-92-16,0-3-144 0,0 0 128 16,-8 0-372-16,0 2-180 0,-8 5-53 15,-4 3-407-15,-4 3-800 0,-4 0-2084 16,-4 6-1609-16</inkml:trace>
  <inkml:trace contextRef="#ctx0" brushRef="#br0" timeOffset="141854.543">26507 10969 144 0,'0'0'808'0,"0"0"7904"0,0 0-6683 0,0 0-457 0,-8 89 40 16,8-54-136-16,5 3-160 0,-2 7-164 15,5 5-172-15,-4 5-260 0,0 5-120 16,0 0-128-16,0 4-83 0,0-1-145 15,-4 1-172-15,0-7-72 0,0-6-96 16,0-14-124-16,0-10-9 0,4-13-75 16,-4-3-244-16,0-11-260 0,4 0-256 15,4-13-256-15,0-6-996 0,-5-1-2629 16,6-21-3747-16</inkml:trace>
  <inkml:trace contextRef="#ctx0" brushRef="#br0" timeOffset="142059.674">26687 10944 8824 0,'0'0'5249'0,"0"0"-4353"15,8 80-644-15,-8-42 316 0,3 9 748 16,-3 4 280-16,4 0-272 0,-4 3-532 16,0 0-496-16,0-4-232 0,0 1-64 15,0-3-304-15,0-4-332 0,-4-6-244 16,1-10-104-16,-1-5-332 0,4-6-996 15,0-9-1533-15,-4-8-1375 0</inkml:trace>
  <inkml:trace contextRef="#ctx0" brushRef="#br0" timeOffset="142216.523">26659 11357 1644 0,'0'0'11837'15,"0"0"-10037"-15,0 0-1020 0,0 0 632 16,0 0 32-16,0 0-32 0,83 7-416 15,-67-5-520-15,5-2-319 0,-2 0-157 16,5 0-4-16,0-2-153 0,-1-5-367 0,5 0-388 16,-4-2-300-16,0-1-604 0,-3 4-2648 15,2 3-2897-15</inkml:trace>
  <inkml:trace contextRef="#ctx0" brushRef="#br0" timeOffset="142441.749">27089 11614 756 0,'0'0'14173'16,"0"0"-12413"-16,-5 92-1388 0,5-54 252 0,0 13 140 15,0 3 368-15,0 6-192 16,0 3-340-16,5 2-360 0,-1 4-128 16,0 4-88-16,4 0-24 0,-4 0-256 0,3-9-156 15,-2-10 128-15,-5-13-104 0,0-13 32 16,0-15 0-16,0-6-60 0,0-7-360 0,-5-17-640 15,-2-8-1352-15,3-7-2013 0,-4 4-819 16,0-19 2784-16</inkml:trace>
  <inkml:trace contextRef="#ctx0" brushRef="#br0" timeOffset="142654.549">27041 11589 548 0,'0'0'1996'0,"0"0"7017"16,0 0-7933-16,0 0-520 0,0 0 420 15,0 0 32-15,80-32-84 0,-64 32-12 16,0 7-420-16,-5 5-236 0,6-3-108 0,-6 3 8 16,-3 5-88-16,0-1-60 0,-3 3 48 15,-5 0-60-15,0 3-212 0,-5 0-72 16,-3 0-52-16,-3 1-148 0,-6-4 0 16,-2 0-36-16,3 0-20 0,-9 0-128 15,2-3-220-15,-1-3-552 0,0 3-841 16,4-7-1851-16</inkml:trace>
  <inkml:trace contextRef="#ctx0" brushRef="#br0" timeOffset="143276.625">27575 11001 10076 0,'0'0'1725'16,"0"0"-737"-16,0 0 96 15,0 0 292-15,0 0-92 0,0 0-176 0,0 0-204 16,0 0-252-16,0 0-100 0,-48 82 48 16,44-53 104-16,4 6-144 0,0-4-171 15,0 5-73-15,0-2-120 0,4 1-28 16,0-3-24-16,0-3 16 0,4-4-40 15,0 7 0-15,4-3-12 0,3 3 4 0,-2 6-52 16,2-4-52-16,6 4 64 0,-5 1-72 16,3-1-8-16,-2-3-64 0,2-4-112 15,1-5-140-15,1 0-160 0,-2-8-64 16,1-6 111-16,-4-1-39 0,0-8-240 16,0-3-168-16,0-7-420 0,0-5-1180 15,-8-2-2693-15,4-11-4503 0</inkml:trace>
  <inkml:trace contextRef="#ctx0" brushRef="#br0" timeOffset="143522.62">27937 11281 9248 0,'0'0'6061'0,"0"0"-4617"15,0 0-1132-15,0 0 324 0,0 0 228 0,0 0 352 16,0 0-164-16,0 0-580 15,92 6-348-15,-60 0-52 0,0 4-24 0,0-1-36 16,3 10 232-16,2 0-135 0,-5 7-1 16,0-1-96-16,-9 11 0 0,-3-2 84 15,0 1-88-15,0-4-8 0,-8 1-108 16,-4-9-197-16,0-4-63 0,-1-10-152 16,-2-3-164-16,-5-6-224 0,4 0-496 15,-4-6-1072-15,0-6-1596 0,0-1-2161 16,0-15 1697-16</inkml:trace>
  <inkml:trace contextRef="#ctx0" brushRef="#br0" timeOffset="143725.989">28312 11147 2824 0,'0'0'8293'0,"0"0"-6497"0,0 0-980 16,-36 76 136-16,24-37 316 0,0 5 72 0,-4 3-64 15,0 4-244-15,1 3-408 0,-2 3-160 16,-2 4-76-16,-1-4-144 0,-4 0-132 15,4-3-112-15,-4-3-184 0,8-9-352 16,0-11-244-16,4-12-68 0,8-13 24 16,4-9-404-16,0-19-1044 0,0 0-2253 15,12-27-3227-15</inkml:trace>
  <inkml:trace contextRef="#ctx0" brushRef="#br0" timeOffset="143962.265">28448 10785 7564 0,'0'0'4077'15,"0"0"-2745"-15,0 0-440 0,0 0 512 0,0 0 128 16,0 0 4-16,71 70-352 0,-54-42-376 16,-2 11-272-16,-3-2-64 0,0 8-20 15,0 6-171-15,-5 0-149 0,-7 3-132 16,0-3-80-16,0-4-333 0,0-5-283 15,-3-14-48-15,3-9 232 0,0-6 144 16,-4-9-196-16,4-4-448 0,0-4-752 16,0-9-900-16,-4-6-1689 0,4 0-1079 15,-8-12 2668-15</inkml:trace>
  <inkml:trace contextRef="#ctx0" brushRef="#br0" timeOffset="144151.777">28515 10846 2400 0,'0'0'260'0,"0"0"7172"15,0 0-5527-15,0 0-929 0,0 0 56 0,60-74 116 16,-41 66-180-16,2-3-152 16,-1 8-96-16,-5 0-284 0,6 0-104 0,-10 3-84 15,2 0-140-15,-6 6-104 0,-3 3 4 16,0 1-8-16,-4 6-232 0,-4 3-76 16,-3 7-136-16,-10-1-180 0,-2 3-72 15,-1 1-196-15,-4 0-588 0,4-6-1024 16,-16 5-2437-16</inkml:trace>
  <inkml:trace contextRef="#ctx0" brushRef="#br0" timeOffset="145360.234">22403 10531 4668 0,'0'0'2252'0,"0"0"2297"0,0 0-3205 15,-19-66-4-15,11 44 288 0,3 3-436 16,-3-1-116-16,1 4-284 0,-1-3-264 16,4 3-100-16,-5 4-108 0,2-1-4 0,3 3-12 15,0 4-60-15,-5 3-60 0,9 0 8 16,-4 3-80-16,4 0 56 0,-4 6-32 16,1 0-136-16,-1 7-72 0,0 6-48 15,-4 10 0-15,3 5 48 0,1 8 68 16,1 6-108-16,-1 6 104 0,0 0-4 0,0 6-48 15,0 0 52-15,0 1-4 0,-1 2 0 16,2 0 12-16,-5 1 0 16,4 2 44-16,-4 5-32 0,0-5 36 0,4-3 0 15,0-5-44-15,0-7-4 0,0-16-8 16,4-9-52-16,0-7-84 0,0-13-236 16,0-3-316-16,0-3-112 0,0-3-152 15,0-3-580-15,8-8-44 0,-4-1-228 16,5-1 316-16,-6 2 351 0,1 2 537 15,4 10 608-15,-4-2 244 0,0 4 533 16,-1 6-45-16,6 4 140 0,-1 3 132 0,0-1-240 16,-1 7-84-16,2 0 88 0,-1 0-64 15,-1 7-156-15,6 2-76 0,-5 4 532 0,-1 7-184 16,-3 1-316-16,5 5-4 0,-9 6 84 16,0 6-156-16,0 4-160 0,0 5-27 15,0 0-45-15,0 4-40 0,0-3-20 16,4-7-28-16,-4-3 0 0,4-9-72 15,0-4-36-15,3-9-84 0,1-2-196 16,1-12-240-16,2-4-185 0,-3-2-51 16,5-5-52-16,-2-4-152 0,1 0-352 15,0-2-756-15,0-1-648 0,0 0-1849 16,4-3-3083-16</inkml:trace>
  <inkml:trace contextRef="#ctx0" brushRef="#br0" timeOffset="146558.987">29033 10376 8520 0,'0'0'5301'0,"0"0"-4401"0,0 0-736 16,0 0 316-16,0 0 564 0,0 0 240 15,0 0-308-15,0 0-376 0,72-73-220 16,-56 46-84-16,4 2-52 0,0 0-136 16,-5 0-96-16,6 0-4 0,3 2 0 15,-9 1-8-15,5 3-8 0,-4 6-68 16,-4 1 4-16,-4 6-40 0,0 1 52 16,-3 5-24-16,-2-2 8 0,-3 2-8 15,0 0 36-15,0 2 44 0,0 9 4 16,0 1 64-16,0 7 156 0,-3 7-220 15,-6 9-12-15,5-1 4 0,-4 4-28 0,1 7 36 16,-2 3 8-16,-3 7-8 0,5 4-4 16,-2 1 4-16,-3 4 8 0,5-3-8 0,-6-4 40 15,9-4-40-15,-3-2-8 16,7-4 4-16,-4-5 4 0,4-7 0 0,0-6 0 16,0-10-8-16,0-6-52 0,4-3-40 15,-4-8 4-15,7-2-176 0,-3 0-120 16,1 0 144-16,-1 0 116 0,3-2-4 15,-3-2-24-15,0 1 12 0,4 3 60 16,-3 0 48-16,2 0 40 0,-3 3 72 16,4 6 40-16,0 1 0 0,0 6 36 15,0 2 72-15,4 5-12 0,0 2 136 16,4 1-132-16,-4-1-116 0,4 0 64 16,-4 0-64-16,4 4-88 0,-5 0 140 0,2 3-48 15,-2 3 20-15,6 3 4 0,-9 3 8 16,3 1-44-16,-2 2 32 15,-2 0 28-15,-3 3 8 0,4-2-32 0,-8 0-28 16,4-1 52-16,1-3-64 0,-1 1-76 16,-1 0 0-16,1-5-8 0,0-2 8 0,0-7 76 15,-4-1-12-15,0-6-72 0,-4-5 8 16,0-6 68-16,0-1-28 0,-3-3-48 16,-6-2 0-16,2-1-196 0,-2-3-72 15,-2 0 64-15,-6 0-140 0,6 0-80 16,-5-3-56-16,-1-4-84 0,6-2-48 15,-1-1-280-15,-4-5-536 0,8 4-1264 16,-4-14-2733-16</inkml:trace>
  <inkml:trace contextRef="#ctx0" brushRef="#br0" timeOffset="147170.345">30021 11062 5244 0,'0'0'7833'0,"0"0"-5989"0,0 0-688 16,0 0 392-16,0 0-56 0,0 0-84 16,80 12-348-16,-49-12-343 0,6 0-233 15,3 0-144-15,-5 0-64 0,1-6-140 16,0-4-16-16,-4 3-120 0,-4-1 0 16,-4-3-72-16,-4 3 0 0,-5-2-220 0,6 0-216 15,-10 1-208-15,-2 3-145 16,-1 2-227-16,-8 1-580 0,0 3-1176 0,0 0-1825 15,-8 13-1343-15</inkml:trace>
  <inkml:trace contextRef="#ctx0" brushRef="#br0" timeOffset="147423.601">30121 11397 6472 0,'0'0'3116'16,"0"0"1433"-16,0 0-2857 0,0 0-588 15,0 0 12-15,0 0-56 0,0 0-164 16,0 0-140-16,0 0-120 0,0 0-139 16,99 7-157-16,-67-10-136 0,4-1-56 15,4 2-40-15,0-1-24 0,3 3 100 16,6 0-52-16,-6-3-76 0,1-1-56 16,0 1-60-16,-4-3-196 0,4 2-216 0,-9-2-85 15,5 0-223-15,-7-1-148 0,-1 1-468 16,-1 0-764-16,-11-1-2304 0,4 4-2901 15</inkml:trace>
  <inkml:trace contextRef="#ctx0" brushRef="#br0" timeOffset="147811.063">31240 10544 6856 0,'0'0'6133'0,"0"0"-3597"0,0 0-1604 16,0 0-72-16,9 80 708 0,-5-58 148 16,0 6-403-16,3 4-477 0,1 3-316 0,1 0-120 15,-2 7-60-15,5 2 80 16,-3 0-72-16,2 7-140 0,1-1-40 0,-4 1-24 15,4-3-12-15,0 3-60 0,-4-1 48 16,0-2-60-16,0 0 24 0,-4-4-36 16,4-2-44-16,-4-5-4 0,0-5 0 15,0-3-12-15,4-4-84 0,-5 0-60 16,6-5 0-16,-1 1-72 0,3-4 108 16,-7-4 108-16,5-3-84 0,-9-5-124 15,0-5-188-15,0 0-124 0,0-3-120 16,-4-3-220-16,-5-4-369 0,6-2-787 15,-5-2-1752-15,-5 0-1757 0</inkml:trace>
  <inkml:trace contextRef="#ctx0" brushRef="#br0" timeOffset="149195.63">22738 13966 820 0,'0'0'11153'0,"0"0"-8717"15,0 0-620-15,0 0-220 0,0 0-144 16,0 0-460-16,0 0-272 0,0 0 313 16,91 0-341-16,-50 0-304 0,2 0-208 15,-3-2-72-15,0-2-56 0,-4 2-4 16,-4-5-48-16,-4 3-124 0,-5 1-104 15,-3 0-220-15,-7-3-156 0,2 3-249 16,-3-1-267-16,-7 4-812 0,2-3-2416 16,-7 3-2769-16</inkml:trace>
  <inkml:trace contextRef="#ctx0" brushRef="#br0" timeOffset="149575.703">22842 14014 392 0,'0'0'11965'16,"0"0"-9269"-16,0 0-984 0,0 0-76 0,0 0-176 16,-9 80-288-16,18-52-295 0,-5 3-393 15,3 5-228-15,-3 5-76 0,4 0-80 16,-3 4-100-16,-5-1 0 0,4 4-48 16,-4-1-16-16,0 1-8 0,0 0-96 15,0-8-52-15,0 2 16 0,0-7-4 16,0-3 39-16,4-7-51 0,-4 1-24 15,0-7 52-15,3-3 44 0,1-4 4 16,-4-2 20-16,4 0-8 0,0-1 32 16,-4 1 88-16,4-4 8 0,1 0 4 0,-1 0 8 15,3 1 92-15,-3-1 276 0,9 0-144 16,-2-1-12-16,5 0-28 0,0 1 16 16,0 1-51-16,4-4 3 0,-4 4-52 15,0-5-24-15,4 2-72 0,-5-1 60 16,2-3-72-16,-2 0-12 0,5 0-48 0,-3 0-132 15,-2-3-249-15,2-3-151 16,-6-1-152-16,1-3-212 0,0 4-512 0,-8 3-1244 16,4-6-3037-16</inkml:trace>
  <inkml:trace contextRef="#ctx0" brushRef="#br1" timeOffset="198241.826">23905 6172 8200 0,'0'0'832'0,"0"0"-520"0,-88 3-80 15,53 0 76-15,-13 0 276 16,-4 1-276-16,-4-4-35 0,-7 0 1179 0,-5 0-724 16,-3 0-260-16,-6 0 320 0,-6 3-256 15,0 0-256-15,-5 3 52 0,0 4-16 16,0 2-72-16,0 1-148 0,-3 0-44 15,-1-1-48-15,-4-2 8 0,1 3-8 0,-4-7 0 16,-1 4-4-16,-4-1 4 16,-3 1 68-16,-1 3-60 0,1-1-8 0,-1 4 0 15,1 0-64-15,-2 0 52 0,2 3-48 16,3 0-20-16,1 0 80 0,0 0-52 16,3 3-24-16,4 1-124 0,0-1 88 15,8 0 112-15,9 0 4 0,8-6 120 16,6 0-20-16,6-1-104 0,7 2-60 15,8-2 56-15,-3 1 8 0,2 0 80 16,10 7 196-16,-1-1-280 0,8 3-68 16,-4 4-32-16,4 5 0 0,-4 8 0 0,4 3 100 15,5 5-4-15,-1 4-48 0,4 0-36 16,4-1 52-16,0 5-52 0,4-1 164 0,0 0-80 16,4 1 4-16,4 2-52 15,4 4-4-15,0-4 52 0,0 6-56 0,0 5 56 16,4 2 0-16,4-1 4 0,0 8 0 15,4-1-16-15,-4 0-36 0,8 4 104 16,3 0-52-16,2-1 12 0,3 1 64 16,0-3-28-16,-1-1-36 0,9-3 76 15,-4 0-84-15,8-3-4 0,0-1-4 16,8-1-4-16,-1-1-192 0,2-6 60 16,7-1-72-16,-1-9-4 0,5-1 216 15,4-4 44-15,7-2-44 0,5-3 4 16,11-3 64-16,5 1 44 0,8-4-104 0,8-3 104 15,7-10-100-15,1-2 180 16,11-11-104-16,1-6 60 0,3-6-132 0,-3 0-16 16,3-6-12-16,-3-3-36 0,3-7 48 15,0-3-40-15,2-7 48 0,2-2-16 0,-4-4-48 16,8-6-96-16,-2-3 144 0,2-4-80 16,0 1-24-16,1-7 112 0,-5 3-28 15,0-3 40-15,-2 1-24 0,-15-4-24 16,-2 3 36-16,-9-3 4 0,-7-1-4 15,-8-1-164-15,-8-1 152 0,-5 0 12 16,-2-1 56-16,-6 1-56 0,-3 3-176 16,-4-2 12-16,-4 1-64 0,-9 1-60 15,-3 0-132-15,-8 0 36 0,-4 3 196 16,-8 0 136-16,-5 1 44 0,-2-5-172 16,-6-1 108-16,2-1 72 0,-6-11 0 0,1 5-4 15,-4-3 4-15,4-5 0 0,-3 8-4 16,-2 0-40-16,-3 3 36 0,0 2 16 15,0 4 36-15,0 3-32 0,0 4 64 16,-3 3 52-16,-6-1 152 0,1 1-272 16,-3 2 8-16,-2-2 200 0,5-1-28 15,-3 1-124-15,-2 2 52 0,5 1-116 0,-3-3-76 16,-6 6 76-16,2-3 0 0,-5 3 100 16,-1-1 92-16,-3 4 124 0,-3 0-216 15,-4-2 92-15,3 2-28 0,-4-1 72 16,0 3-44-16,-5-4 96 0,1 6-152 15,-3 3-20-15,-9-1-116 0,4 0-8 16,-12 4 0-16,0-1-72 0,-3 7 68 16,-5 3-88-16,0 4-48 0,-7-1 8 0,-1 7 128 15,-4-1-128-15,1 4 92 0,-5 0-52 16,-4 0 100-16,5 3-152 0,-1-3 140 16,4 0-52-16,-4 0-12 0,5 3 72 15,-1-4 4-15,8 4-88 0,5 4 88 16,3-1 12-16,8 3 116 0,1 0-68 15,6 4 156-15,6 2-128 0,-1-2-40 0,12 2-32 16,4 1 60-16,4-3-76 0,8-3-116 16,4-2-112-16,5 5-136 0,3-4-256 15,0 5-156-15,0-3-296 0,3 3-1081 16,9 3-2875-16</inkml:trace>
  <inkml:trace contextRef="#ctx0" brushRef="#br1" timeOffset="198729.074">25658 5147 10576 0,'0'0'1285'0,"0"0"-949"16,0 0 8-16,0 0 472 0,0 0 556 0,0 0 24 15,-67 91-504-15,31-52-284 0,-3 8-284 16,-10 7 44-16,-7 10-108 0,-4 5-140 15,-7 8-120-15,-8 5-12 0,-2 4-212 16,-3-3-132-16,5-7 72 0,4-10-28 16,7-12 140-16,12-12-40 0,9-14-176 0,10-11-252 15,6-17-616-15,10 0-1484 0,-11-24-4229 0</inkml:trace>
  <inkml:trace contextRef="#ctx0" brushRef="#br1" timeOffset="198958.148">24822 5451 9820 0,'0'0'4681'0,"0"0"-4489"0,0 0-56 15,0 0 80-15,-88 80 588 0,60-43 28 16,0 8 160-16,0 6-460 0,9 7-296 0,6 1-12 16,5 5-136-16,5 2-84 0,3 1-8 15,3 0-64-15,10-9-92 0,10-8-76 16,5-15 52-16,4-7-16 0,12-12 104 0,4-9-128 15,4-7-88-15,11-7-212 16,1-12 88-16,11-6-432 0,2-10-688 16,-18 6-1184-16,37-31-3341 0</inkml:trace>
  <inkml:trace contextRef="#ctx0" brushRef="#br1" timeOffset="199310.809">26268 5096 13669 0,'0'0'1468'0,"0"0"-1316"0,0 0-88 16,0 0 260-16,80 54 372 0,-60-26 300 16,0 10 32-16,-5 3-264 0,-2 5-384 15,-6 1-196-15,1-3-176 0,-4 0-8 16,1-9-64-16,-1-3-144 0,-4-9-332 15,4-15-200-15,-1-1-288 0,1-7-564 16,0-3-1440-16,0-13-2821 0</inkml:trace>
  <inkml:trace contextRef="#ctx0" brushRef="#br1" timeOffset="199491.976">26173 4768 14425 0,'0'0'1740'0,"0"0"-1188"16,0 0-4-16,0 0 308 0,0 0 364 16,91-63-500-16,-71 50-352 0,-4 5-368 15,8 1-24-15,4-3-148 0,-5 7-316 16,9-1-460-16,-8 4-448 0,-4 4-1540 16,5 16-4317-16</inkml:trace>
  <inkml:trace contextRef="#ctx0" brushRef="#br1" timeOffset="199791.146">26590 5109 13893 0,'0'0'1504'0,"0"0"-1040"0,0 0-56 0,0 0 76 16,0 0 412-16,56 69 204 0,-43-50-520 15,-2-3-436-15,-3 6-144 0,5 0 16 16,-2 7-16-16,-3-4 0 0,-4 7-88 15,1-3-72-15,-1-4 12 0,-4 1 52 16,3-11 20-16,-3 1 72 0,0-9-8 16,4-4-60-16,-4-3 72 0,4 0 76 0,0-10 48 15,4-6 60-15,0-6-36 0,4-6-40 16,4-7-8-16,4-1-16 0,0-8-84 16,4 3-60-16,-1-6-48 0,1-2-212 15,0 2-604-15,-7 0-328 0,2 2-784 16,-11 9-1864-16,4-8-2337 0</inkml:trace>
  <inkml:trace contextRef="#ctx0" brushRef="#br1" timeOffset="200059.45">27013 4921 11357 0,'0'0'1268'0,"0"0"-948"0,0 0 432 15,28 89 504-15,-20-57 292 0,0-1-156 16,0 1-540-16,0-1-348 0,0 5-296 0,-8-1-132 15,3 0-76-15,-3 0-144 0,5-7-200 16,-5-5 84-16,0-4 164 0,4-7 44 16,0-5 4-16,-4-5-36 0,4-2-64 15,0 0 36-15,0-7 12 0,-1-1 100 16,10-9 12-16,-1-2-12 0,0-2-24 16,3-8 24-16,6-3 0 0,2-2-76 15,1-1 68-15,-4 0-212 0,4 0-164 16,0 3-64-16,0 3-52 0,-4 7-244 15,0 0-264-15,0 6-500 0,-4 0-596 0,-1 6-1077 16,-2 1-2471-16</inkml:trace>
  <inkml:trace contextRef="#ctx0" brushRef="#br1" timeOffset="200521.969">27599 5229 4396 0,'0'0'7369'0,"0"0"-6181"0,0 0-1060 16,0 0-12-16,0 0 548 0,0 0 512 16,0 0-96-16,0 0-352 0,87-3-340 15,-62-16-252-15,-6-7-24 0,5-2-112 16,-4-1-124-16,-4-3-136 0,0 4 160 0,-8 2-136 16,0 4 148-16,-8 7 84 15,0-1-48-15,0 6 52 0,-12 1 64 0,-4 4-16 16,-4 3 4-16,-4 2 100 0,-4 2-152 15,0 12 0-15,0 2 24 0,5 3 104 16,-1 9 32-16,4 4-112 0,-1 7-36 16,6 5 112-16,3 0-36 0,4 1-76 15,4-3-12-15,0-9-124 0,4-3-72 16,12-11 96-16,0-7-112 0,12-9-164 16,-1-3-16-16,9-13-412 0,0-2-396 15,5-10-944-15,-9 6-1005 0,11-17-2559 0</inkml:trace>
  <inkml:trace contextRef="#ctx0" brushRef="#br1" timeOffset="200712.446">28033 5121 11281 0,'0'0'1932'0,"0"0"-1344"0,0 0 108 0,0 0 452 16,-40 89 208-16,29-54-80 0,-2-3-192 16,5-4-364-16,1 3-216 0,7-8-200 15,0-4-304-15,0-6-100 0,7-10-92 16,5-3-64-16,8-6 48 0,4-10 12 15,4-9-136-15,4-11-256 0,4-8-324 16,0-3-492-16,-5-5-396 0,5-5-460 16,-4 0-81-16,0-6-315 0,-12 15-1292 15,4-34 253-15</inkml:trace>
  <inkml:trace contextRef="#ctx0" brushRef="#br1" timeOffset="200890.836">28344 4366 9140 0,'0'0'2313'0,"0"0"-1073"0,0 0-356 16,0 0-60-16,0 0 412 0,-24 79 92 15,12-35-220-15,4 9-112 0,-3 12-76 0,-2 1-236 16,1 8-320-16,0-1-180 0,0-1-184 16,1-5-44-16,2-6-152 0,9-17-192 15,0-10-16-15,4-11 60 0,5-8-180 16,2-8-68-16,2-3-24 0,-2-4-140 16,10-7-460-16,-6-5-964 0,-3-2-1073 15,8-14-2427-15</inkml:trace>
  <inkml:trace contextRef="#ctx0" brushRef="#br1" timeOffset="201173.33">28483 4988 11237 0,'0'0'3104'16,"0"0"-1364"-16,25 82-1024 0,-18-47-32 15,-3 10 772-15,4-4-32 0,1-3-500 16,-2-10-608-16,5-1-304 0,4-13-12 16,0-3-12-16,0-9-132 0,0-2-40 15,4-8 40-15,0-9-124 0,-1-5-148 16,5-7-120-16,-3-3-52 0,-2 1 8 15,-3-5 100-15,-4 5 184 0,1-1-4 0,-2 4-108 16,-7 6 48-16,0 9 360 0,-4 4 60 16,0 9 304-16,0 0 180 0,0 2-148 15,0 11 0-15,-8 6-52 0,0 3-40 16,0 7-56-16,0 2 44 0,0-1-48 16,1 1-36-16,3-6-208 0,4-2-12 15,0-7-208-15,0-7-172 0,7 1-304 0,5-7-268 16,4-3-264-16,0 0-888 0,0 0-828 15,7-13-5185-15</inkml:trace>
  <inkml:trace contextRef="#ctx0" brushRef="#br1" timeOffset="201724.424">29348 5067 11777 0,'0'0'1344'16,"0"0"-1076"-16,-16 64-168 0,8-34 372 15,-4 6 528-15,0-1 288 0,0-3-428 16,4-4-540-16,0-9-268 0,0-2-52 16,4-11 0-16,4 0-76 0,0-6-48 15,0 0 12-15,0 0 12 0,0 0-48 16,0 0-176-16,0 0-232 0,0 0-160 15,4 0 76-15,9-4 44 0,-6 4-308 16,9-2-660-16,-4-1-1005 0,8 3-1951 0</inkml:trace>
  <inkml:trace contextRef="#ctx0" brushRef="#br1" timeOffset="202107.917">29675 4968 612 0,'0'0'10677'15,"0"0"-8821"-15,0 0-1140 0,0 0 16 16,8 89 480-16,-12-57 16 0,-5 0-88 15,2 0-436-15,3 0-372 0,-4-7-236 16,4-3-96-16,0 0-120 0,-1-9-88 16,5-3-140-16,-3-3-156 0,3-7-340 15,0 0-444-15,0-5-1216 0,3-13-2785 0</inkml:trace>
  <inkml:trace contextRef="#ctx0" brushRef="#br1" timeOffset="202259.852">29758 4645 14101 0,'0'0'1904'16,"0"0"-1740"-16,0 0 240 0,0 0 268 15,0 0-212-15,84-77-460 0,-60 56-12 0,0-5-572 16,8-3-660-16,0 1-392 16,-4 6-1280-16,11-13-2861 0</inkml:trace>
  <inkml:trace contextRef="#ctx0" brushRef="#br1" timeOffset="202540.45">30241 4309 10484 0,'0'0'2685'0,"-21"73"-1885"16,10-29-432-16,-6 9 112 0,-6 15 628 15,-1-2 296-15,0 5-256 0,4-2-336 16,0-2-236-16,4-3-208 0,0-8-268 16,8-8-100-16,0-7 0 0,8-13-64 0,0-6-20 15,4-5-76-15,5-8 52 0,-2-3-52 16,5-3-96-16,0 0 44 0,0 1 80 15,0-4-40-15,4 0 120 0,-4 0-44 16,0 0-88-16,0 0 8 0,-5 3 28 16,-3 1 88-16,5-1-4 0,-9 0 64 15,4 3 48-15,-4 4 112 0,0-4-12 0,0-1-148 16,0 0-88-16,4-3-304 0,3-2-292 16,6-9-324-16,2-7 228 0,10-13 36 15,2-8-612-15,-2 2-1701 0,10-29-3503 0</inkml:trace>
  <inkml:trace contextRef="#ctx0" brushRef="#br1" timeOffset="202860.067">30591 4542 3024 0,'0'0'8061'0,"0"0"-6661"15,0 0-976-15,0 0-208 0,8 96 216 16,-8-55 432-16,-4 8 500 0,-4 1-288 16,0 1-292-16,0 6-300 0,5-7-140 15,-6-1-168-15,9-8-128 0,0-13-48 16,4-3-8-16,4-8-56 0,8-8-68 15,0 0 128-15,4-6-124 0,0 4-96 16,4-7-248-16,-5 4-96 0,2-1 20 16,-1 2 128-16,-5 9 184 0,2 4 36 0,-6 8 200 15,-3 3 36-15,1 9 644 0,-9-1-156 16,0 1-248-16,-9 1 56 0,-3-1 4 0,-4-6 72 16,1 2-76-16,3-8-12 0,-8-3-36 15,3-4-28-15,-2-7-84 0,-1-3 0 16,-1-2-60-16,2-4-88 0,-1-3-24 15,4-6-124-15,4-7 28 0,4-6-52 16,0-6-108-16,1-4-88 0,2-6 48 16,5 0-76-16,0-3-208 0,5 3-376 15,6 1 76-15,1-2-204 0,4 1-668 16,-4 10-2093-16,8-10-2695 0</inkml:trace>
  <inkml:trace contextRef="#ctx0" brushRef="#br1" timeOffset="213690.762">26280 5911 7612 0,'0'0'5537'0,"0"0"-4961"0,0 0-296 16,0 0 148-16,0 0 80 0,0 0 396 16,0 0-148-16,0 0-156 0,0 0-80 15,-44 80-24-15,44-49-80 0,0 1-156 0,4 6-88 16,4-2-24-16,1-5-76 0,-2-2-72 16,1-10 52-16,4-4-52 0,-4-5 4 15,0-7 4-15,4-3 4 0,-4 0 60 16,4-13 40-16,4-5 204 0,0-8-156 15,0-5-160-15,-1-5-48 0,2 2-76 16,-9 2 52-16,-1 0-124 0,-7 4 196 16,0 6 4-16,0-1-4 0,-4 0-160 15,-7 2-108-15,-2 2 120 0,-2-4 48 16,-1 11 4-16,4-1-16 0,-4 6 48 16,4 5-44-16,-1 2 96 0,2 2-272 0,-1 15 24 15,0-2 24-15,4 11 100 16,-4-1 84-16,4 4-32 0,4-4-116 0,0-6-336 15,4-3-756-15,0-6-632 0,13-7-925 16,-6-3-1171-16,1-3 1376 0,12-23-44 0</inkml:trace>
  <inkml:trace contextRef="#ctx0" brushRef="#br1" timeOffset="213980.741">26487 5696 628 0,'0'0'5672'0,"0"0"-3800"16,0 0-164-16,0 0-287 0,0 0-253 15,75-45-364-15,-58 45-76 0,-6 6-20 16,2 4-16-16,2 3-100 0,-2 3-100 15,2 3-104-15,-7 2-152 0,5 9 100 16,-6 1 24-16,-3 4 32 0,0 3-180 16,-4 3-40-16,0 1-124 0,5 2-32 15,-5-2 180-15,4-11-12 0,-4-3-176 16,4-15-4-16,-4-7-4 0,0-6 72 0,3 0 28 16,1-2 48-16,4-15 440 0,5-1 120 15,-2-11-392-15,9-6-180 0,-4-6-88 16,4 0 36-16,0-1-48 0,0 7-36 15,-4 0-96-15,3 7 48 0,-2 6-64 0,-6 3-44 16,2 6-64-16,-5 4-244 16,-5 0-100-16,5 2-60 0,-4 1-240 0,1 0-352 15,-1 1-516-15,0-1-760 0,-1 6-2325 16,-3-3-1931-16</inkml:trace>
  <inkml:trace contextRef="#ctx0" brushRef="#br1" timeOffset="-213756.024">27049 5963 4852 0,'0'0'2276'0,"0"0"2481"0,0 0-3965 15,0 0-624-15,0 0 100 0,0 0 344 16,0 0 352-16,0 0-72 0,0 0-340 16,8 66-284-16,-4-63-180 0,4-3-24 15,4 0 72-15,0-3 36 0,4-13 40 0,4-3 76 16,0-3-240-16,-1-3-48 15,-2-5-236-15,-2 2-76 0,-2 6 140 0,-6 0 60 16,1 6 36-16,-4 3-12 0,-4 4 88 16,0-1 8-16,0 4 0 0,-4 0 156 15,-4-1-128-15,1 4-36 0,-6-4-200 0,5 7 128 16,-3 0 72-16,2 0-116 0,-2 10 28 16,-1 6-60-16,0 10 148 0,0 5 200 15,3 10-72-15,-2 3-76 0,-1 5 96 16,3-5-96-16,6-6 72 0,-1-2-124 15,4-15-4-15,0-5-132 0,4-9-40 16,4-4 76-16,4-3 36 0,3-14-264 16,6-7-100-16,3-8-200 0,4-9-160 15,-4-3-396-15,4 0-72 0,-9-1-85 0,1 4 177 16,0 3 64-16,-4 4 412 0,-1 5 296 16,-2 0 392-16,-1 11 328 0,-4 2 644 15,0 7 12-15,0 6-104 0,-4 0-92 16,-1 2 101-16,6 9 7 0,-1 5-104 15,-1 6-360-15,1 3-64 0,1 7-76 16,-5 6 200-16,0 4-152 0,-4-1 136 16,0 3-68-16,0 0-172 0,0-6-112 15,0-5 28-15,0-12-92 0,0-1 64 16,0-11-8-16,0-6-68 0,0 0-40 0,0-3 56 16,3 0 60-16,1-12-52 0,4-4 264 15,8-10 12-15,5-6-116 0,-2-6-84 16,9-6-36-16,-4 2 36 0,4 8 36 15,0-2-24-15,0 8-36 0,-1 6-40 0,1 3-84 16,-4 3-60-16,0 0-112 0,0 7-12 16,-4-1 12-16,0 0-272 0,0 8-376 15,-4-1-200-15,0-1-36 0,-4 4-376 16,-1 0-1124-16,-2 7-2825 0</inkml:trace>
  <inkml:trace contextRef="#ctx0" brushRef="#br1" timeOffset="-211218.929">28467 5791 1852 0,'0'0'1668'15,"0"0"-728"-15,0 0-368 0,0 0-220 16,0 0-344-16,0 0 240 0,0 0 936 16,0 0 984-16,0 0-1376 0,0 0-560 15,0 0-128-15,0-10 164 0,0 10 32 0,0 0-31 16,0 0-125-16,0 0-144 0,0 0 4 15,0 0 0-15,0 0 48 0,0 0-52 16,0 0-4-16,0 0 4 0,0 0 0 0,0 0 8 16,0 0 80-16,0 0-76 15,0 0 40-15,0 0-44 0,0 0 0 0,0-3-8 16,0 3-16-16,0 0-112 0,0 0-104 16,0 0-349-16,0 0-179 0,0 0-148 15,0 0-376-15,0 0-604 0,0 0-964 0,0 3 168 16</inkml:trace>
  <inkml:trace contextRef="#ctx0" brushRef="#br1" timeOffset="-209719.481">28412 5820 52 0,'0'0'1032'15,"0"0"-264"-15,0 0 16 0,0 0 88 0,0 0-24 16,0 0-652-16,0 0 0 16,0 0 156-16,0 0 2584 0,0 0-1444 0,0 0-692 15,-9-10-167-15,9 10 127 0,-3 0 164 0,3 0-84 16,0 0-152-16,-4-3-144 15,4 3 0-15,0 0 8 0,0 0-8 0,0 0-72 16,0 0-72-16,0-3-52 16,0 3-76-16,0 0-48 0,0 0-40 0,0 0 12 15,0-4-12-15,0 4 4 0,0 0-4 16,0 0 0-16,0 0-12 0,0 0-48 16,0 0 20-16,0 0-20 0,0 0-16 15,0 0 4-15,0 0-28 0,0 0 4 16,0 0-28-16,0 0-12 0,0 0-36 0,0 0-4 15,0 0-4-15,0 0 4 16,0 0 4-16,0 0-4 0,0 0-8 0,0 0 0 16,0 0-12-16,0 0-60 0,0 0 60 15,0 0-84-15,0 0 44 0,0 0-20 16,0 0 12-16,0 0-16 0,0 0 16 16,0 0-12-16,0 0 8 0,0 0 52 0,0 0 12 15,0 0 12-15,0 0 52 0,4 0-52 16,-4 0 0-16,3 0 36 0,1 0-40 15,9 0 104-15,2 4 8 0,9-1-8 16,4 0 20-16,8-3 16 0,4 0-12 16,0 0-52-16,4-6-36 0,0-1 0 15,-1-2-36-15,1 2-8 0,-8-2-4 16,-4 3 0-16,-4-1-72 0,-5 1-48 16,2 3-248-16,-9 0-244 0,-4-1-284 0,-5 1-404 15,-3 3-528-15,-4 0-400 0,0 0-389 16,-11 0-2119-16</inkml:trace>
  <inkml:trace contextRef="#ctx0" brushRef="#br1" timeOffset="-209488.236">28594 5768 4396 0,'0'0'3212'0,"0"0"-1668"0,0 0-856 15,0 0 148-15,0 0 569 0,0 0-49 16,-3 71-100-16,6-49-260 0,6 9-156 15,-5 8-164-15,4 5-44 0,-8 7-212 0,4 3-88 16,-4 2-196-16,0-4-72 16,0-1-64-16,0-10-72 0,0-10-16 0,0-8-20 15,3-10-116-15,2-4-48 0,-1-2-236 16,4-7-152-16,0 0-192 0,-1-4-256 16,2-8-756-16,-1 1-617 0,3-14-2179 0</inkml:trace>
  <inkml:trace contextRef="#ctx0" brushRef="#br1" timeOffset="-209258.668">28719 5861 6444 0,'0'0'4673'0,"0"0"-3825"0,0 0-732 16,0 0 64-16,0 0 432 0,0 0 356 16,0 0 248-16,0 0-512 0,4 79-328 15,0-51 16-15,-4 4-16 0,0 3-76 16,0 7-116-16,0-2-96 0,0 2-40 15,-4-4-48-15,0-3-60 0,-1-6-52 0,5-6-36 16,0-9-128-16,0-3-148 0,0-5-256 16,0 1-212-16,0-7-160 0,0 2-376 15,5-2-541-15,-5 0-827 0,0 0-120 16,0-9-28-16</inkml:trace>
  <inkml:trace contextRef="#ctx0" brushRef="#br1" timeOffset="-209106.353">28686 6194 756 0,'0'0'5736'0,"0"0"-4372"0,0 0 88 15,0 0-224-15,0 0 61 0,0 0-85 0,0 0 4 16,0 0-36-16,41-66-176 0,-26 62-272 16,5-3-152-16,-4 5-116 0,4-2-60 15,0 2-164-15,0-2-232 0,0 2-104 16,0-5-168-16,3 3-508 0,1-2-388 16,1-3-508-16,-9 2-1524 0,7 1-3881 0</inkml:trace>
  <inkml:trace contextRef="#ctx0" brushRef="#br1" timeOffset="-208892.129">29148 6117 8796 0,'0'0'3161'0,"0"0"-2353"16,-4 68-492-16,1-40 424 0,-1 4 728 16,0 3-36-16,0-4-276 0,0 5-500 15,4-5-324-15,0 4-148 0,-4 4-100 16,-1-5-68-16,2 2-16 0,-1-2-100 0,0-5-72 15,4-4-248-15,0-6 40 0,0-6 92 16,0-7-8-16,0-2-288 0,0-2-232 16,0-2-140-16,0-2-168 0,0-5-356 15,4-9-461-15,0-3-543 0,-1 3-416 16,2-22-424-16</inkml:trace>
  <inkml:trace contextRef="#ctx0" brushRef="#br1" timeOffset="-208689.334">29137 6210 1264 0,'0'0'5004'0,"0"0"-3676"0,11-63-96 0,-6 44 12 15,3 2 97-15,0 4-149 0,-1 4-236 16,2 4-180-16,-1-2-156 0,-1 7-180 16,6-4-112-16,-5 4-64 0,3 0-12 15,-3 4-64-15,1 3-76 0,-6-2-112 16,1 2-84-16,-4 0-68 0,0 1 148 16,0 5-100-16,-4-3-120 0,-3 3 48 15,-6 3 76-15,2-4 48 0,-6 1-188 16,-2-4-72-16,-1 4-108 0,-4-4-160 0,-1 1-132 15,-2-4-388-15,7 4-1141 0,-19-1-2743 0</inkml:trace>
  <inkml:trace contextRef="#ctx0" brushRef="#br1" timeOffset="-201722.099">3143 6505 5428 0,'0'0'1872'0,"0"0"-896"0,0 0-200 16,0 0 2065-16,0 0-1169 0,0 0-768 15,0 0-212-15,0 0 0 0,0 0-160 0,0 0-184 16,-8 23-96-16,8-10-4 0,0 2 0 16,0 7 60-16,4 0 16 0,0 4-104 15,0-4-20-15,4 3-88 0,-4 1-40 16,4-1 28-16,-4 1-96 0,0-1 56 15,4 0-60-15,-5-2 0 0,2 2-4 16,-1 0 4-16,0 1-4 0,0 6-44 0,0-4 44 16,0 4 4-16,-1 3-8 0,6 0 0 15,-5-4-44-15,0 5-20 0,4-1 20 16,-5 2 40-16,6-2-72 0,-1 4-28 16,-4-2-48-16,3 2 48 0,-3-1 24 15,5 3-44-15,-5 1-56 0,0-2 76 16,0 5 12-16,-1-4 52 0,1 5 36 15,0-3-40-15,-4 2-8 0,4-4-4 16,5 0 52-16,-5-2 0 0,-1-5 4 16,5 2 4-16,-4-2-84 0,5-2 76 15,-5-1-112-15,-1 1 76 0,1-3 40 16,0-1 4-16,0 0 4 0,-4 2 48 0,4-5-44 16,1 3 4-16,-5 2 4 0,3-5-8 15,-3 2 4-15,4 0 56 0,-4 1-52 0,4 4-4 16,-4-3-4-16,4-1-4 15,0 1-4-15,-4-4-4 0,8 1-92 0,-8-4 100 16,4 3 76-16,0 0-72 0,0 4 156 16,-4 2-24-16,0-1-128 0,4-5 68 15,-4 4-32-15,0-1-40 0,4 0-4 16,-4 4 12-16,0-4 40 0,4 2-44 16,-4-5-8-16,4-3-4 0,-1 4 4 15,-3 2 4-15,5 8-4 0,-5-5 8 16,4 4-4-16,0-7 72 0,-4 1-28 15,4-7 40-15,-4-3-84 0,4 0-4 16,0 0-12-16,-1 0 4 0,2 0 8 16,-1 0-4-16,4 1 4 0,-4-2 112 0,3 1 120 15,-3 1-132-15,1-8-40 0,-1 1-60 16,0-4-12-16,0 1 8 0,-4 3 4 16,4-4 8-16,-4 1 0 0,3-1 56 0,-3-3-56 15,4 0 52-15,-4 5-60 16,0-5 12-16,0 3 0 0,0 1 52 0,4 0-16 15,-4-1-36-15,0 1 40 0,0-1-48 16,0 0-4-16,0 1-12 0,0 3-64 16,5-4 72-16,-5 7-40 0,0-3 44 15,4-1 0-15,-4 1 0 0,0-3 0 16,4 3 48-16,-4-7-40 0,0 3 52 16,0-2 4-16,0-4 8 0,0 4 4 15,0-5 32-15,0 5-32 0,0-4-68 16,0 3-4-16,0-6-4 0,0 4-8 15,0-1-52-15,0-3 56 0,4 0-4 16,-4 0 8-16,0 0 0 0,0 0 16 0,0 0 56 16,0 0 0-16,0 0 4 0,0 0-4 15,0 0-8-15,0-3-64 0,0-1 0 0,0 1-148 16,0-3-24-16,0-3-136 0,0-8-200 16,0-4-284-16,-4-12-276 0,-4-5-320 15,3 6-924-15,-14-21-3345 0</inkml:trace>
  <inkml:trace contextRef="#ctx0" brushRef="#br0" timeOffset="-150929.542">23519 13783 3828 0,'0'0'9917'16,"0"0"-8525"-16,0 0-1128 0,0 0 28 0,0 0 336 15,0 0 768-15,0 0-76 0,0 0-352 16,75 50-356-16,-43-37-164 0,4-1-44 0,5-2 9 16,-6-1 47-16,5-5-300 0,-5-4-148 15,1 0 48-15,-4-4-52 0,-8-8-4 16,0-1-4-16,-3-3-292 0,-6-4-305 15,1 6-203-15,-8-5-348 0,-4 2-588 16,0 9-2364-16,-4-3-2649 0</inkml:trace>
  <inkml:trace contextRef="#ctx0" brushRef="#br0" timeOffset="-150690.794">23654 13935 10084 0,'0'0'3877'0,"0"0"-3257"0,-4 83 12 0,4-42 248 16,0 3 272-16,4 0-64 0,-4 7-300 16,8-3-320-16,-4 6-148 0,1-1-40 15,-1 8-96-15,-1 2-124 0,1 1-60 16,4 0 72-16,0-1-60 0,0-6-12 0,4-5 0 16,-4-8-60-16,0-13-112 0,-4-9-24 15,0-6-156-15,0-9-176 0,-4-7-36 16,0 0-32-16,0-13-196 0,0-6-484 15,0-9-784-15,0-4-932 0,0 4-3205 16</inkml:trace>
  <inkml:trace contextRef="#ctx0" brushRef="#br0" timeOffset="-150431.406">23834 13972 1736 0,'0'0'10237'0,"0"0"-8933"15,0 0-856-15,0 0 196 0,0 0 344 0,0 0 244 16,0 77-348-16,0-42-388 16,0 6-248-16,4 6-40 0,3 8-48 0,2 2-24 15,-5 6-88-15,0-2-36 0,0 2-12 16,-4 1 4-16,0-4-8 0,0-3 0 16,-8-5-80-16,4-12-164 0,-1-5 52 15,1-9 48-15,0-4-88 0,1-9-212 16,-1-4-172-16,0-6-248 0,4-3-352 15,-4 0-648-15,-1-9-1233 0,1-7-2771 16,0 3 3344-16,1-10 1189 0</inkml:trace>
  <inkml:trace contextRef="#ctx0" brushRef="#br0" timeOffset="-150119.358">23806 14516 2660 0,'0'0'548'15,"0"0"5900"-15,0 0-4923 0,0 0-729 16,0 0 24-16,0 0 456 0,0 0 100 16,0 0-84-16,0 0-360 0,0 0-312 15,0 0-212-15,24-4-4 0,-13 1 368 16,6 1-100-16,2-8-232 0,9 0-148 15,0-3-12-15,4-2-72 0,0-1-39 0,4-3-105 16,-5 3-64-16,1 3-72 0,-4 1 60 16,0-1-97-16,-8 3-51 0,1 3-156 15,-2 1-180-15,-6 0-140 0,-2 4-124 16,-7 2-64-16,0-4-152 0,0 4-612 16,-4-3-1320-16,0-1-3949 0</inkml:trace>
  <inkml:trace contextRef="#ctx0" brushRef="#br0" timeOffset="-149691.431">24467 14704 8808 0,'0'0'5233'0,"0"0"-4333"0,0 0-888 15,0 0 52-15,0 0 576 0,0 0 552 0,24 92-48 16,-8-45-428-16,0 10-360 0,0 4-60 0,0 8-64 16,0 5-60-16,-1-1-36 0,-6-1-64 15,3-2-72-15,-5-6 0 16,-3-4-60-16,1-12 52 0,-5-6-56 0,0-14-20 16,0-6-28-16,0-9-120 0,0-11-172 15,-5-2-224-15,-3-15-352 0,-3-7-508 16,-2-13-620-16,-2-10-1021 0,-5-9-2259 15,8 13 308-15,-8-33 4873 0</inkml:trace>
  <inkml:trace contextRef="#ctx0" brushRef="#br0" timeOffset="-149487.842">24531 14913 3980 0,'0'0'1824'16,"0"0"2644"-16,0 0-3487 0,0 0-29 16,0 0-20-16,83-29 188 0,-70 29-96 0,2 0-196 15,2 3-212-15,-2 7-140 0,-2 0-56 16,-2-1-136-16,-3 7-36 0,0-1-64 15,-8 4 28-15,0-2-100 0,0 2-52 0,-8 0 52 16,-4 0-28-16,-4-4-36 0,1 2 28 16,-2-5-64-16,-2-6-12 0,2 1-148 15,-3-4-208-15,5-3-28 0,-2-3-272 16,2-13-164-16,-1-6-212 0,8-7-620 16,0-10-1100-16,8 11-2889 0,0-22 30 0</inkml:trace>
  <inkml:trace contextRef="#ctx0" brushRef="#br0" timeOffset="-149224.517">25045 14084 248 0,'0'0'10969'0,"0"0"-6545"16,0 0-3556-16,0 0-120 0,0 0 488 15,-40 63-152-15,32-31-156 0,5 3-340 0,-2 3-296 16,5 4-88-16,0 3-44 0,8 2-92 15,0 0-64-15,4 1-8 0,0-4 4 16,0-5-48-16,4-8-12 0,-8-5 8 16,7-14-56-16,-2-2-24 0,-2-7-344 15,-3-3-160-15,5 0-108 0,-2-13-68 16,2-6-100-16,-5-6-948 0,-1-6-1344 16,1-5-2037-16,-4 7-855 0,1-12 4661 0</inkml:trace>
  <inkml:trace contextRef="#ctx0" brushRef="#br0" timeOffset="-149037.613">25209 14208 2824 0,'0'0'7972'0,"0"0"-5851"0,0 0-1065 0,0 0-232 16,0 0 296-16,0 0 256 0,95 63 148 15,-72-40-372-15,1 1-396 0,4 2-148 16,0 0 197-16,0 2-285 0,-3-2-252 16,-6-1-184-16,1-3-80 0,0 0-4 0,-8-3-72 15,0-3-40-15,0-3-248 0,-4-3-92 16,0-8-165-16,0-2-139 0,-4-6-136 15,0-6 32-15,0-11-572 0,3-5-624 16,-7-7-976-16,4-3-1901 0,-4-7-615 16,0 14 3657-16,-4-17 1891 0</inkml:trace>
  <inkml:trace contextRef="#ctx0" brushRef="#br0" timeOffset="-148874.75">25574 14103 3528 0,'0'0'120'16,"0"0"7745"-16,0 0-5681 0,0 0-1080 0,0 0-96 15,-51 80 196-15,35-45-16 0,-3 6 56 16,-2 7-288-16,-3 3-300 0,-4-1-192 15,4 7-39-15,-3-4-73 0,-1 6-156 16,0-9-196-16,4-3-12 0,0-5-220 16,8-11-253-16,4-8-183 0,4-16-76 15,4-7-40-15,4-7-408 0,0-16-1312 16,0-10-2489-16,0 6-1155 0,8-27 1417 0</inkml:trace>
  <inkml:trace contextRef="#ctx0" brushRef="#br0" timeOffset="-148656.396">25742 13960 3208 0,'0'0'8629'0,"0"0"-7197"15,0 0-628-15,0 0 368 0,79 92 264 16,-62-60-232-16,-2 3-352 0,2-1-312 16,-6 2-208-16,2 5-148 0,-6 0-24 15,-3 0-52-15,-4 7-8 0,0 0-100 0,-4-1 0 16,-7 1 0-16,-2-4-100 0,-2 0-144 15,-1 1-136-15,-4-7-244 0,0 2-80 16,-4-7-240-16,-4-3-344 0,12-5-1332 16,-24 0-3429-16</inkml:trace>
  <inkml:trace contextRef="#ctx0" brushRef="#br0" timeOffset="-147751.141">26670 14211 3436 0,'0'0'10429'0,"0"0"-9141"15,0 0-772-15,0 0 168 0,0 0 560 16,0 0-96-16,81 16-312 0,-74-10-456 16,1-3-380-16,0 4-12 0,-3-1-112 15,-2-3-452-15,1 4-324 0,-4-1-324 16,0 3-1136-16,0 4-2873 0,-4 0-3227 0,-8 3 7916 16</inkml:trace>
  <inkml:trace contextRef="#ctx0" brushRef="#br0" timeOffset="-147590.58">26702 14586 6472 0,'0'0'4084'0,"0"0"-2371"16,0 0-933-16,0 0 8 0,0 0 580 0,0 0-20 15,0 0-440-15,0 0-488 0,49 66-272 16,-38-63-60-16,6-3-88 0,-2 0-148 16,1-6-572-16,0-3-456 0,4-1-576 15,-1-6-2181-15,-2 7-2447 0,7-13 3288 0</inkml:trace>
  <inkml:trace contextRef="#ctx0" brushRef="#br0" timeOffset="-147347.356">27273 13989 16485 0,'0'0'2612'15,"0"0"-2452"-15,0 0-84 0,0 0-76 16,0 0 744-16,0 0 160 0,83 25 193 16,-48-18-589-16,10-5-328 0,-2-2-56 15,1 0 92-15,0 0-144 0,0 0-72 16,0-9 0-16,-9 0-144 0,1-5-280 16,-8 6-292-16,0-5-185 0,-8 3-195 15,-4 1-664-15,-4 2-2276 0,-8 2-2693 0</inkml:trace>
  <inkml:trace contextRef="#ctx0" brushRef="#br0" timeOffset="-147122.246">27415 14214 8292 0,'0'0'6237'0,"-7"70"-5281"0,7-36-640 0,3 8 328 15,1 9 736-15,0 3 0 0,0-3-352 16,5 3-480-16,-5 0-304 0,3-4-144 15,-3 5-100-15,0-7-48 0,0-7 48 16,1-10-132-16,-1-8-124 0,-1-16-148 16,-3-7-388-16,4-5-208 0,4-7 248 15,1-10-344-15,-2-10-664 0,1-6-1324 16,0-7-2809-16,-4 7 557 0,1-22 4765 0</inkml:trace>
  <inkml:trace contextRef="#ctx0" brushRef="#br0" timeOffset="-146944.711">27575 14128 3420 0,'0'0'8685'16,"0"0"-6885"-16,0 0-1176 0,0 0-108 16,0 67 416-16,-4-29 344 0,4 3-188 15,0 7-260-15,0 2-388 0,0 2-172 0,0 1 52 16,0 2-160-16,0 2-80 0,0-3-80 16,-4-7-72-16,4 2-224 0,0-9-276 15,0-8-264-15,0-10 44 0,0-9-88 16,0-10-276-16,0-3-688 0,0-6-1008 15,0-7-1849-15,0 4-555 0,0-14 4380 0</inkml:trace>
  <inkml:trace contextRef="#ctx0" brushRef="#br0" timeOffset="-146792.349">27591 14490 7668 0,'0'0'5793'0,"0"0"-4637"0,0 0-628 15,0 0 440-15,79 7 332 0,-59-7-332 16,4 0-132-16,-3 0-320 0,-2 0-332 15,5-7-184-15,0 1-276 0,0-7-584 16,0 1-252-16,0-1-624 0,0 0-2608 16,-5 7-4137-16,9 0 6837 0</inkml:trace>
  <inkml:trace contextRef="#ctx0" brushRef="#br0" timeOffset="-146260.909">28257 14751 3892 0,'0'0'8513'16,"0"0"-7097"-16,0 0-744 0,0 73-76 16,0-42 520-16,0 14 208 0,0 6-296 15,4 9-452-15,3 10-280 0,1 3-88 0,0 6 24 16,0 4 40-16,0-1-52 0,0 1-100 15,-4-6-48-15,0-5-60 0,-4-11-12 16,4-14 4-16,-4-12-4 0,0-17-88 16,4-7-96-16,-4-11-304 0,0-6-344 0,0-13-204 15,0-10-296-15,-4-10-668 16,0-8-1192-16,4 9-2765 0</inkml:trace>
  <inkml:trace contextRef="#ctx0" brushRef="#br0" timeOffset="-146036.242">28248 14963 3756 0,'0'0'484'0,"0"0"6597"0,0 0-5769 16,0 0-612-16,64-76 444 0,-44 68 68 16,4 3-244-16,-5 5-336 0,6 0-196 15,-5 5-88-15,-1 6-16 0,-3-1-12 16,0 3-60-16,0 3-40 0,-8 2-60 16,1 1-52-16,-5 4-44 0,-4 2-64 15,0 1-36-15,-9 2-76 0,-3-3 24 0,-4 1-120 16,-3-4-12-16,-2-2-88 0,2-2-76 15,-5-6-84-15,4-5-80 0,4 0-100 16,-4-7-120-16,8-3-392 0,-4-8-528 16,8-8-793-16,1-6-2595 0,-2 0-267 15</inkml:trace>
  <inkml:trace contextRef="#ctx0" brushRef="#br0" timeOffset="-145803.135">28806 14172 6656 0,'0'0'7489'16,"0"0"-5513"-16,0 0-1396 0,0 0 80 0,0 0 552 15,-44 64-44-15,37-32-276 0,3 7-284 16,-1 5-268-16,5 7-132 0,0-1-15 16,0 5-33-16,0-2-88 0,5-5-72 15,2-4-8-15,-3-9-4 0,4-6-160 16,0-10-69-16,-3-10-159 0,2-6-296 15,1-3-196-15,4 0-88 0,-4-12-72 16,4-7-1108-16,-4 7-2508 0,4-20-2925 0</inkml:trace>
  <inkml:trace contextRef="#ctx0" brushRef="#br0" timeOffset="-145610.432">28922 14335 4164 0,'0'0'8165'0,"0"0"-6597"16,0 0-1300-16,0 0 692 0,0 0 536 15,0 0-128-15,0 0-100 0,87 73-372 0,-63-51-456 16,-4 0-88-16,4 0-132 0,0 1-180 16,0-2-40-16,-1 2-12 0,-6-4-72 15,-1-2-320-15,0-5-268 0,-9-6-196 16,6-3-120-16,-2-3-64 0,-3 0-464 16,1-9-916-16,-2-8-1925 0,1 3-1883 15,-4-16 3661-15</inkml:trace>
  <inkml:trace contextRef="#ctx0" brushRef="#br0" timeOffset="-145441.381">29245 14322 4192 0,'0'0'8777'0,"0"0"-7353"15,-48 73-704-15,23-35 400 0,1 6 152 16,-8 7-60-16,5 4-364 0,-4-2-336 16,-2 4-180-16,1-6-172 0,5-4-160 0,-1-5 0 15,8-10-196-15,8-10-464 0,0-9-348 16,8-6-228-16,0-7-832 0,4-3-2228 15,0-8-2761-15,0-10 5009 0</inkml:trace>
  <inkml:trace contextRef="#ctx0" brushRef="#br0" timeOffset="-144932.937">29360 13877 392 0,'0'0'11129'0,"0"0"-9337"16,0 0-1260-16,0 0 92 0,0 0 584 16,0 0 136-16,16 74-264 0,-12-46-392 15,4 4-380-15,-5 3-60 0,6 0-4 16,-5 3 24-16,4-6-108 0,-4 3-100 16,-1-7-8-16,-3 1-52 0,4-7-136 15,-4-3-220-15,0-6-60 0,0-3-76 16,0-10-136-16,5 0-180 0,-5 0-136 15,0-7-520-15,0-6-912 0,0-3-2221 0,-5-6-735 16</inkml:trace>
  <inkml:trace contextRef="#ctx0" brushRef="#br0" timeOffset="-144723.625">29408 13906 848 0,'0'0'9152'0,"0"0"-7219"0,0 0-817 0,0 0 372 0,0 0 8 16,0 0-404-16,0 0-260 0,0 0-128 15,0 0-228-15,79-35-168 0,-63 35-60 16,-4 0-140-16,0 6 88 0,-4 1-72 16,-4 6-52-16,0-1-60 0,-4 7-12 15,0 4-96-15,0-2-224 0,-8 9-132 16,-3-2-152-16,-2-3-88 0,1 4-224 16,-4-4-440-16,4 1-996 0,1-1-1897 15,2-6-2063-15,2 7 5348 0</inkml:trace>
  <inkml:trace contextRef="#ctx0" brushRef="#br0" timeOffset="-144307.567">29850 14158 1552 0,'0'0'8576'0,"0"0"-6503"15,0 0-989-15,0 0-356 0,0 0 120 16,0 0 460-16,76 82-232 0,-64-57-208 16,-1 4-376-16,2 2-220 0,-6 4-16 15,1 0 4-15,-3 0-88 0,-5 3 12 16,0-3-12-16,0 1-112 0,-9-3 24 0,2 0-84 16,-5-2 0-16,-1-2-12 15,-2-4-108-15,-5-6-152 0,-1 1-204 0,-2-10-152 16,-1 2-112-16,-8-9-516 0,4 1-724 15,0-4-2529-15,4 0-3227 0,0-11 7616 0</inkml:trace>
  <inkml:trace contextRef="#ctx0" brushRef="#br0" timeOffset="-143246.774">31049 14366 9880 0,'0'0'6489'0,"0"0"-5073"0,0 0-796 16,0 0 216-16,84 13 460 0,-64-13-392 16,0 0-271-16,0-7-285 0,-1 1-336 15,5-7-12-15,-3-1-424 0,-1 0-109 16,-5-2-247-16,-3 7-172 0,0-1-832 0,-8 7-2824 16,-4 3-2865-16</inkml:trace>
  <inkml:trace contextRef="#ctx0" brushRef="#br0" timeOffset="-143075.105">31089 14659 2948 0,'0'0'10589'0,"0"0"-8969"15,0 0-1252-15,0 0 400 0,0 0 688 16,0 0-60-16,0 0-504 0,0 0-428 16,0 0-196-16,91 45-136 0,-70-52-132 15,-1-3-220-15,-1-3-268 0,1-2-196 16,4-1-140-16,1 3-288 0,-6 1-108 15,-3 5 32-15,0-2-5481 0</inkml:trace>
  <inkml:trace contextRef="#ctx0" brushRef="#br0" timeOffset="-142453.834">31966 14097 12925 0,'0'0'2600'0,"0"0"-1732"0,-12 82-744 16,12-43 288-16,0 14 508 0,0 8 436 15,4 9-280-15,4 9-380 0,-1 6-308 16,10 4-72-16,-2 7-47 0,6-1-61 16,-6 3-64-16,1-2-144 0,0-1-100 0,-4-3-20 15,0-3-88-15,-4-9 63 16,0-14-99-16,0-5 108 0,-4-18 16 0,0-7 72 16,0-17 36-16,-1-10-148 0,-3-9-264 15,0-3-260-15,0-16-140 0,0-10-76 16,-3-13-216-16,-5-4-880 0,0 4-928 15,-8-28-2933-15</inkml:trace>
  <inkml:trace contextRef="#ctx0" brushRef="#br0" timeOffset="-142208.277">31934 14268 3664 0,'0'0'7000'16,"0"0"-5919"-16,0 0-437 0,32-66-132 15,-17 55 364-15,2 9 292 0,-2 2-64 16,9 0-148-16,-4 2-384 0,4 5-228 15,4 3-120-15,-1 0-64 0,1 2-160 16,0-2-4-16,0-1-96 0,-3 1 28 16,-1-1-64-16,-5 0-172 0,-6 1-164 15,-2 0 60-15,2 0 112 0,-10-5 88 0,-3 8 8 16,0 1 128-16,-12 0 72 0,-3 5-84 16,-10 4-36-16,-6 3-52 0,-5-1-64 15,-9 0-340-15,2 1-320 0,-13 2-528 0,17-6-809 16,-38 14-1851-16</inkml:trace>
  <inkml:trace contextRef="#ctx0" brushRef="#br0" timeOffset="-138258.159">29977 13760 8584 0,'0'0'2853'0,"0"0"-1569"0,0 0-340 15,0 0-120-15,0 0 348 0,0 0 232 16,0 0-64-16,0 0-172 0,0 0-216 16,0 0-268-16,-8 0-236 0,8 0-179 15,4 0-145-15,5 0-124 0,2 0 4 16,10 4 80-16,6-4 84 0,6 2-72 0,2-2-44 15,9 0-4-15,-5-2-48 0,10-4 4 16,-10-5-8-16,5 3 4 0,-4-3-48 16,0 2 32-16,-9-1-128 0,1 0-60 15,-8 5-65-15,0-2-35 0,-8 4 96 16,-7 0-8-16,-2 3-16 0,-7 0-12 16,0 0 120-16,0 0 116 0,0 0 8 0,0 0 12 15,-4 9-12-15,-3 4-96 0,-6 9 48 16,2 4 48-16,-2 6 0 0,2 1 0 15,-1 6 0-15,3 0-12 0,2-1 4 16,3 2-68-16,0 6 64 0,0 1 4 16,4 0-52-16,0 1 12 0,4 6-16 15,0-3 56-15,3 2-100 0,6 6 104 16,-1-3-8-16,-1 8 0 0,2-3-40 16,-2 2 52-16,2 0 56 0,-2-6-52 15,1 0 64-15,-3 0 4 0,-2-5 40 0,1-5 60 16,0-5-4-16,-4-5-8 0,0-5 0 15,0-7-64-15,0-3-12 0,0-5-36 16,0-9 28-16,-4-1-4 0,0-4 12 16,0-3-36-16,0 0 16 0,0 0 68 0,0 0 12 15,0 0 29-15,0 0 23 16,0 0-28-16,0 0-12 0,0 0 40 0,0 0-4 16,0 0 88-16,0 0 84 0,0 0-148 15,-4 0-48-15,-4 0-156 0,0 0-12 16,-8 0-84-16,5 0 76 0,-14 0 4 15,1 0-68-15,-7 0-196 0,-5-3-20 16,-12 3 32-16,-4 0-32 0,-7 0-88 16,-14 0-61-16,-2 10-63 0,-9-1-132 15,-4 5-16-15,-7 0-188 0,-1 3-456 16,-3 2-1524-16,23-3-1977 0,-48 13-1439 0</inkml:trace>
  <inkml:trace contextRef="#ctx0" brushRef="#br0" timeOffset="-134160.714">19499 11251 1120 0,'0'0'8412'16,"0"0"-6939"-16,0 0-817 0,31 93 816 0,-18-59-328 16,-9 6-308-16,0-3 120 0,0 1-240 15,-4-3-280-15,0 1-252 0,0-5 116 16,0-3-64-16,0-8-140 0,0-5-44 15,0-5-12-15,0-7-40 0,-4-3-160 16,4 0-336-16,0 0-228 0,0-6-4 16,-4-8-468-16,0-4-644 0,-1 5-2277 15,-6-18-2899-15</inkml:trace>
  <inkml:trace contextRef="#ctx0" brushRef="#br0" timeOffset="-133973.413">19276 11004 4592 0,'0'0'7229'0,"0"0"-5517"0,0 0-316 16,0 0-128-16,24-63-280 0,-13 44-228 15,6 3-340-15,2-3-208 0,1 3-212 16,4 3-88-16,0 4 16 0,4 3-124 16,-4 6-388-16,4 0-372 0,0 8-692 15,-13 3-2340-15,5 17-3605 0</inkml:trace>
  <inkml:trace contextRef="#ctx0" brushRef="#br0" timeOffset="-133654.36">19770 11296 5412 0,'0'0'4076'16,"0"0"-2279"-16,0 0-389 0,0 0 172 0,4 82-16 15,-8-49-632-15,0-1-336 0,0-4-164 16,-5-3-268-16,9-6-164 0,-4 0-52 15,4-6 48-15,0-7-8 0,0-6-72 0,0 0-128 16,0-3-88-16,9-6 252 0,-1-7 0 16,0-6 48-16,-1 0-240 0,6-8-84 15,-5 5 200-15,3 3-36 0,6 0 60 16,-6 6 32-16,6 0-20 0,-2 3-36 16,1 4 48-16,0 3 76 0,0 3-4 15,-4 3 8-15,4 0-8 0,-4 6 80 16,0 3 8-16,-4 4 296 0,0 4-128 15,-1 1-40-15,-3 4 88 0,1 0-128 0,-1 0-100 16,0 1-72-16,0-4-236 16,3-3-640-16,1-7-192 0,5-2-708 0,-6-4-981 15,14-9-2343-15</inkml:trace>
  <inkml:trace contextRef="#ctx0" brushRef="#br0" timeOffset="-133257.485">20327 11147 6808 0,'0'0'4789'0,"0"0"-3877"0,0 0-236 0,0 0 216 16,-80 79 232-16,61-40-4 0,-5 8 112 15,4 1-512-15,8 0-176 0,1-8-40 16,6-4-124-16,5-8-248 0,0-9-132 16,0-6-96-16,5-7-40 0,-2-3 12 15,9-6-20-15,-1-10 140 0,2-5-4 16,2-14-84-16,2-7-216 0,-2-1-84 15,6-8-16-15,-5-3 36 0,3 0-24 0,-2 0-176 16,2-3 84-16,-3 4-28 0,-4-2-52 16,1 5 24-16,-6-4 280 0,1 4 264 15,-4 3 152-15,-4 0-100 0,0 2-52 16,0 7 112-16,-4 9 380 0,0 7 136 16,0 6 64-16,0 11 68 0,4 2-88 0,-3 0-128 15,-1 12-264-15,-1 7-168 0,1 13 0 16,0 6 96-16,0 4-12 0,4 8 36 15,0 1 52-15,0 6 80 0,0 4 16 16,0-1-196-16,4 1-112 0,0-5-72 16,5-2-196-16,-2-3-256 0,5-10-160 15,-3-6-100-15,-2-13-172 0,5-8-84 16,-4-8-904-16,0-6-1128 0,0-4-4117 0</inkml:trace>
  <inkml:trace contextRef="#ctx0" brushRef="#br0" timeOffset="-132891.573">20494 11353 7200 0,'0'0'5533'0,"0"0"-4829"0,0 0 132 15,0 0 464-15,13 80-20 0,-9-70 124 0,0-2-504 16,3-4-740-16,2-4-152 16,3-7 64-16,4-4 0 0,-1-8-8 0,2-10-64 15,-2 0-60-15,6-6-380 0,-6 3-336 16,1 1-164-16,-4 1-224 0,0 5-600 15,0 3-312-15,-8 6-309 0,0 4-455 0,-4 2 656 16,0 4 844-16,-8-1 1340 0,0 1 900 16,-4 3 520-16,-4 3 192 0,4-3 152 15,4 3 97-15,0 0-345 0,1 6-268 16,7 3-260-16,0 4-168 0,0 6-180 16,0 4 48-16,0 3 108 0,7 2-192 15,5 0-12-15,4 4-16 0,4 3-64 16,0-4 160-16,4 1-232 0,-5-3-332 15,5-4-108-15,4-2-68 0,0-4-4 16,4-7-24-16,4-2 20 0,-4-4-324 0,0-6-284 16,-4-3-76-16,0-7-104 0,0-2-624 15,0-1-1032-15,-8 1-108 0,3-11-445 0</inkml:trace>
  <inkml:trace contextRef="#ctx0" brushRef="#br0" timeOffset="-132684.788">21252 11172 7052 0,'0'0'1388'0,"0"0"24"0,0 0 381 16,0 0-41-16,-12 67-128 0,3-48-300 16,-6 1-516-16,-1 2-260 0,-4 3-312 15,-4 3-100-15,-4 8-92 0,-4-2-44 16,1 5-12-16,-5 2-112 0,0 0-260 0,-1 4-212 15,-2-1-508-15,3 1-636 0,8-11-2149 16,-15 18-3739-16</inkml:trace>
  <inkml:trace contextRef="#ctx0" brushRef="#br0" timeOffset="-130076.068">19968 14277 4440 0,'0'0'6464'0,"0"0"-5703"0,0 0 175 16,0 0-80-16,-47-82 160 0,31 64-108 15,-3 1 36-15,-2 4-344 0,-3 5-88 0,5 1-156 16,-1 3-144-16,3 4-76 0,2 0-60 15,3 4-4-15,0 5-68 0,4 1-4 16,4 3-4-16,-5 0-44 0,5-4-16 16,4 0 52-16,0-2-48 0,0-1 52 15,0 0-4-15,0 1 12 0,0-4 8 16,0 0 4-16,0 0 48 0,0 0-48 16,0 0 76-16,0 1-40 0,0-1-36 15,0-3 40-15,-3 3-48 0,3 0-4 0,0 0 0 16,-4-3 4-16,4 3-4 0,0-3-4 15,0 0-8-15,0 0-40 0,0 0-8 16,0 4 52-16,0-4-44 0,0 3 40 16,0 0-48-16,0 3 60 0,0-3 0 15,0 0 8-15,0 4-8 0,0-4-4 16,0 0 0-16,0 4-4 0,0-1 0 16,4 3 4-16,-1 4 4 0,1 3 0 0,5 1 4 15,-5-3 8-15,0 3 0 0,0-4-12 16,-1-1-12-16,6 1-36 0,-5-7 48 15,0 1-8-15,0-4 8 0,-4-3-108 16,0 0 64-16,4 0 44 0,-4 0 100 16,3-10 24-16,1 1-36 0,5-4-88 0,-5-3-4 15,0-2-60-15,3-1 4 0,1-4-4 16,1 0-72-16,-1 1 12 0,-1 0 12 16,1-6 0-16,1-1 104 0,-5 1-76 15,3-4-16-15,-3 0-112 0,0-3-24 16,0-3-124-16,1 0-48 0,-1-4-68 15,-1-2-28-15,5-1 0 0,-8 1 24 16,4-3-104-16,0 2 252 0,-4 3 168 0,0 1 164 16,0 6-12-16,0 1 12 15,0 5 192-15,0 8 24 0,-4 1 156 0,-4 4 20 16,4 6 24-16,1 4 104 0,-6 3-80 16,9 0-116-16,-4 3-44 0,0 0-64 15,0 6-68-15,4 7-84 0,0 3 48 0,0 9 100 16,0 6-100-16,0 5 36 0,4 5-12 15,0 0 40-15,0 10-28 0,1-3-100 16,-1 6-40-16,-1 2 44 0,5 5-52 16,0 2-12-16,-4 4-112 0,0-4-52 15,4-2 28-15,-4-4-112 0,4-12 108 16,-4-10-8-16,-1-9 96 0,-3-12-84 16,5-7-256-16,-1-3-124 0,0-4-188 15,4-4-56-15,-4-5-324 0,4-8-944 16,0 5-1917-16,0-13-1515 0</inkml:trace>
  <inkml:trace contextRef="#ctx0" brushRef="#br0" timeOffset="-129763.006">20168 14233 2796 0,'0'0'5588'16,"0"0"-4448"-16,0 0-108 0,0 0 589 0,16 70 155 15,-16-57-488-15,3-4-332 0,2-6-328 16,-5-3-476-16,8 0-104 0,-4 0 28 15,4-3 24-15,0-10-52 0,0 1-40 16,0-7-8-16,-1 0-8 0,6-7-152 16,-5 4-104-16,-1-6-48 0,1 6 12 15,1-1-80-15,-5 1 80 0,0 9 36 16,-4 1 264-16,0 2 88 0,-4 7 176 16,-4-1-52-16,-5 4-88 0,2 0-48 15,-2 4 116-15,2 5 24 0,-1 7-32 0,3 3-72 16,2 3-24-16,-1 8 24 15,0-2 112-15,8 3-60 0,-5 4-28 0,5-3 24 16,0-3-36-16,0-3-124 0,0-7-12 16,9-1-124-16,3-5-500 0,-5-3-112 15,10-7-236-15,-6-3 12 0,10-10-184 0,-10 1-820 16,13-14-2285-16</inkml:trace>
  <inkml:trace contextRef="#ctx0" brushRef="#br0" timeOffset="-129341.979">20518 14218 6796 0,'0'0'3200'16,"0"0"-1883"-16,-28 82-45 0,13-47-124 15,2 7 168-15,2-5-32 0,-1-5-224 0,8-10-416 16,0-6-372-16,4-7-272 0,0-5-148 16,0-4-24-16,8-7 84 15,0-6 88-15,4-2 8 0,-4-7 44 0,4-4-52 16,-1-2-216-16,2 2-44 0,-5 7 24 15,3 3 0-15,6 3 24 0,-6 10-12 16,6 3-28-16,-2 3 152 0,2 10 100 0,2 1 108 16,1 7-92-16,0 2 32 0,0 2 104 15,0 3-80-15,0 4 16 0,-4 3 112 16,4 1-40-16,0 8 128 0,-1 3 108 16,-6 4 260-16,-1 3-336 0,-12 2-196 15,0 2-40-15,-12 0 40 0,-1-4 184 16,-2-4 96-16,-5-2 84 0,-1-10-232 15,-2-3-96-15,3-9-148 0,-4-7 84 16,-4-7-92-16,0-5-4 0,0-7 0 16,1 0-8-16,-1-10-64 0,-9-6-36 15,5-3-64-15,1-7-144 0,4-2 8 16,-1-4-180-16,7-3 44 0,14 1-24 0,-2 1 72 16,9 2-148-16,0-1-4 0,13-3-88 15,-2 0-576-15,2-4-220 0,6-1-292 16,-6 7-2333-16,10-20-2659 0</inkml:trace>
  <inkml:trace contextRef="#ctx0" brushRef="#br0" timeOffset="-129047.675">20810 14071 6232 0,'0'0'6185'0,"0"0"-5441"16,0 0-172-16,0 0 264 0,0 0-316 15,0 0 460-15,88 41-92 0,-73-28-440 16,2 3-272-16,-6 3 48 0,1 7-188 0,-4 2-36 16,-4 4-100-16,-4 3-212 0,0 2-32 15,0-2-144-15,0-2 152 0,-4-8 336 16,-1-9 100-16,2-3 172 0,-1-10 28 16,0-3 24-16,0 0-112 0,4-10-200 15,0-2 60-15,0-7 104 0,0-4-16 0,0-3-60 16,4-2-100-16,0-3 0 15,8-1-4-15,-4 0-144 0,7 0-76 0,-2 0-520 16,-1 7-464-16,4 0-304 0,-4 6-940 16,4-1-2897-16</inkml:trace>
  <inkml:trace contextRef="#ctx0" brushRef="#br0" timeOffset="-128743.969">21177 14277 9292 0,'0'0'1705'0,"0"0"-665"0,0 0 508 15,0 0-356-15,0 0-172 0,54 64-4 16,-41-64-220-16,-1-2-252 0,0-12-148 16,0-2-88-16,3-9-136 0,2 0-160 15,-6-7-12-15,2 0-160 0,-2 1-124 16,-3-1-220-16,1 6-80 0,-9 4 76 0,4 3 72 16,-4 6 68-16,0 7 144 15,-4 3 196-15,-9 0 28 0,2 3 88 0,-1 0 92 16,-4 0-116-16,-1 6 48 0,6 3 248 15,3 7-8-15,4 3-56 0,-5 3-36 16,5 5-24-16,1 0-12 0,-1 2 48 16,0 0 24-16,4-4-64 0,-4 0-140 0,4-2-92 15,0-4-88-15,0-3-96 0,0-7-236 16,4-3-332-16,4-6-320 0,4 0-500 16,-4-3-1476-16,7-13-3649 0</inkml:trace>
  <inkml:trace contextRef="#ctx0" brushRef="#br0" timeOffset="-128424.772">21542 14221 10076 0,'0'0'1789'0,"0"0"-1005"0,0 0 476 15,20 63-32-15,-16-47 56 0,5-4-88 16,-5-6-480-16,0-6-528 0,3 0-4 16,5-6 60-16,1-9 64 0,-2-5 124 15,2-5-344-15,2-3-88 0,-2-7-12 16,2 4 0-16,-7-2-124 0,4 2-36 15,-4 5 52-15,-4 7 44 0,0 3 64 0,-4 6 12 16,0 5 72-16,-12 1-44 0,0 4-28 16,-4 0-112-16,-4 13 24 0,1 3-8 15,-2 6 92-15,5 3-96 0,1 7 40 16,-2 6 60-16,6 0 64 0,-1 4 60 16,3-8 196-16,5 1-196 0,4-3-124 15,0-3-100-15,0-4-96 0,13-6 48 16,-5-6-172-16,3-4-172 0,2-2-116 15,6-7-148-15,1 0-276 0,5 0-480 16,6-3-744-16,-3-4 1884 0,4-2-1381 0</inkml:trace>
  <inkml:trace contextRef="#ctx0" brushRef="#br2" timeOffset="-95392.163">5665 15693 6536 0,'0'0'5901'0,"0"0"-5621"16,0 0-164-16,0 0-116 0,-16 73 408 15,16-43 100-15,-4 4 100 0,0 1 164 16,4 6-168-16,0 4-72 0,0 0-160 0,8 5 4 15,4 8-176-15,0 1 36 0,4 8-88 16,0 7-12-16,4 2-48 0,0 3-84 16,0 7-4-16,4 3-4 0,4 6 4 15,0 10 0-15,4 3 0 0,3 6 0 16,1 6 76-16,-4-3-76 0,3 7-48 16,-3 1 48-16,0 1 60 0,-4 8 28 15,0-5-28-15,0 6-56 0,-4-2 84 16,0-3-88-16,-1-10-72 0,2-2-4 0,-5-16-24 15,-5-13 40-15,2-14-28 0,-10-14 40 16,1-17-76-16,1-15-212 0,-5-19-148 16,0-10-348-16,-4-10-236 0,0-19-176 15,0-11-584-15,-4-21-997 0,-9 7-2139 16</inkml:trace>
  <inkml:trace contextRef="#ctx0" brushRef="#br2" timeOffset="-93942.92">5948 15712 6004 0,'0'0'6657'0,"0"0"-5661"0,0 0-604 15,0 0-276-15,0 0 24 0,0 0 176 16,0 0 212-16,0 0 64 0,0 0-204 0,0 0-268 16,8 14 4-16,4-11 136 15,4-1-84-15,8 2 72 0,0-1-72 0,4 0 8 16,8 0-96-16,-1-3-12 0,5 0-4 15,0 0 40-15,4 0-108 0,4-6-4 0,3-1 8 16,1 5 80-16,4-8 36 0,0 3-120 16,-1 1 56-16,1 0 4 0,4-1 144 15,-4 1-200-15,4 0-4 0,3-3 0 16,1 2 12-16,0-2 56 0,3-4-48 16,6-3-20-16,-2 0 96 0,0 1-92 15,6-2-8-15,-2 1 60 0,1 1-48 16,3 2-12-16,1-3-36 0,1 4 28 15,1-2-16-15,-1 5 24 0,3-3 0 16,2 2 0-16,-2-3-44 0,8 7 40 16,0-7 4-16,-1 4 0 0,5-1-116 0,-1 1 116 15,1-4 4-15,-1 3-4 0,2-3-124 16,-2-2 24-16,1 1 100 0,-4 0-108 16,3 0 108-16,1 2 0 0,-5-1-56 15,5 3 48-15,3 1-32 0,-7-4-48 16,3 4-84-16,1-1 36 0,-4 1 132 0,-1-1-220 15,1 1 48-15,0 0-36 0,-5-8 208 16,5 4 0-16,-4-2-92 0,3-1 88 16,-3 0-52-16,4 4 60 0,-4-5-4 15,3 6 0-15,1-3-8 0,-5 1 12 16,1 1 0-16,-4 2-52 0,0 1 16 16,3 2-76-16,-4-2-28 0,-3 0 136 15,4 2 0-15,3 1-116 0,-3-5 72 16,0 5-20-16,0 1 68 0,-1-5 68 0,1 3-56 15,-4 1 24-15,3 0-32 0,-3 3 4 16,-1-1-16-16,-3-2-96 0,5 3 96 16,-6-4 4-16,0 5-44 0,5-5-152 15,-5 0 152-15,6 1-4 0,-5 0 52 16,3-1-8-16,1-2-40 0,3 3 44 16,1-4 4-16,-4 1 40 0,3 2 12 15,1-2-40-15,-4 3-12 0,3-4-64 0,1 0 28 16,0 1 36-16,0-1 4 0,3-3-4 15,0 5 0-15,1-6 4 0,0 2-4 16,8-2 0-16,-5 0-8 0,1 0 8 16,0 1 12-16,-1-2 36 0,1 2-12 15,-4 4-36-15,-1-4-4 0,1 4-148 0,-5-4 152 16,1 3 0-16,0-2 0 0,-5 1 76 16,5-1-28-16,0 5-48 0,-5-2-72 15,1 4 72-15,-1-2 12 0,2 3-8 16,-5 1 0-16,-5 0 76 0,1-1-80 15,-5 4-88-15,5-2 88 0,-8-2 0 16,4 1 0-16,-5 3 60 0,-3-2-60 16,4-5 4-16,0 0-8 0,-5 1-20 15,1-4 24-15,0 4 0 0,0-3 88 16,0-1-88-16,-1 1 0 0,-3-1-4 0,3 4 12 16,-3-3 48-16,0 2-48 15,-4-2-4-15,-1 2-4 0,5 1-44 0,-3 0 40 16,-5-5 4-16,3 5 72 0,1-2-72 15,0-3-76-15,-1 5 28 0,1-3 48 0,0-1 0 16,0 4-44-16,4-3 40 0,0 2 4 16,-4 1 0-16,3-1-4 0,1 4 4 15,0-4 0-15,0 4-12 0,-1 3 12 16,0-3 76-16,1 3 52 0,0-3-120 16,-3 3 60-16,2 0-4 0,-3-3-64 15,0 3-88-15,0-3 24 0,-9 0 64 16,5 3 12-16,-4-4 48 0,-8 1-60 15,-1 3-40-15,-3-3 40 0,-4 3 64 16,-8 0-64-16,-8 0-96 0,1 0 96 16,-10 0 76-16,1 0-68 0,-4 0 196 15,0 0 120-15,0 0 12 0,-4 0-336 0,-3 0-12 16,-2 0-284-16,-3 0-44 0,5 0-52 16,-10 0 92-16,6 0 24 0,-2-3-16 15,2 3-124-15,-6-3 124 0,6 0 52 16,-1-1 12-16,-1 1-128 0,2 0-220 0,-1-3-524 15,4 3-909-15,-4 0-2891 0</inkml:trace>
  <inkml:trace contextRef="#ctx0" brushRef="#br2" timeOffset="-91457.002">19308 14172 1828 0,'0'0'440'16,"0"0"44"-16,0 0-288 0,0 0 4104 0,0 0-2960 16,0 0-500-16,0 0-104 15,0 0 0-15,0 0 101 0,0 0 63 0,0-2-72 16,0 2-244-16,0 0-216 0,0 0-140 16,0 0-24-16,0 0-4 0,3 0-36 15,-3 0-72-15,0 0-92 0,4 2-164 0,0 3 164 16,0 1 68-16,1 0-12 0,3 3-48 15,-5 1 60-15,5 3 156 0,-4-4-220 16,0 1-4-16,1-1-4 0,-1-3 4 16,-4 1 128-16,3-1-4 0,-3-3 12 15,0 3 4-15,0-2-12 0,0-4-16 16,0 3-36-16,0-3-64 0,0 0 40 16,0 3-44-16,0 0 0 0,0-3 4 15,0 4 0-15,0-1-12 0,0-3-8 16,0 0-68-16,0 0 28 0,0 0 48 15,0 0 4-15,4 0 84 0,-4 0 12 0,0 0-12 16,0 0 24-16,0 0 24 0,0 0-12 16,0 0 0-16,0 0-12 0,0 0 0 15,0 0-36-15,0 0-16 0,0 0-48 16,0 0-12-16,0 0-12 0,0 0 0 16,0 0-88-16,0 0 16 0,0 0 8 0,0 0 12 15,0 0 56-15,0 0 0 0,0 0 8 16,0 0-4-16,0 0-68 0,0 3-16 15,0 0 12-15,0 3 76 0,0 3 52 16,0 5-44-16,4 1 52 0,0 4-60 16,0 4 0-16,1-4 0 0,2 3 0 15,1 0-4-15,0 0 0 0,4 4-52 16,-4-1 56-16,4 1 0 0,0 2 4 16,4 1 0-16,0 3-4 0,-4 2-4 15,4 6 0-15,-1-7 4 0,2 3 0 0,2-5 0 16,-2-2 8-16,3-4-8 0,3-3 8 15,-3 1-8-15,4-1 72 0,-1 1-20 16,2-4-48-16,-1 0-4 0,0-4 12 0,4 4-12 16,0-3 88-16,0 0-80 15,-1 1 40-15,1 1 140 0,4-3 84 0,4 2-208 16,0-2-52-16,4 2 36 0,-1-6 112 16,2 0-160-16,2 2 68 0,0-4-68 15,2 0-48-15,-6-2 48 0,6-1 0 16,-6-3 0-16,5 0-8 0,0 1 8 15,-4-4 4-15,3 0-4 0,2 0-12 16,-6 0 12-16,5 0 0 0,-4 0 4 16,0 3-8-16,-1 0 4 0,2 3 0 15,-6-3-48-15,5 4 24 0,-4-1 20 16,0 1 4-16,4 0-76 0,-4-2 76 16,-1 4-4-16,-3-2 4 0,4 2-4 0,-1 1 4 15,2 0 0-15,-5-2 0 0,4 3 4 16,-4-1-4-16,3-5-8 0,1 2-28 15,0-4 24-15,0 3-76 0,0-2-100 16,4 2 176-16,-1-4 12 0,2 3-8 0,-2 1-128 16,5-3 128-16,-4 3-52 15,4-3-16-15,-1 4 68 0,1-1-4 0,0-3 0 16,0 4-100-16,0-4 112 0,4 0-4 16,-5-3-32-16,6 3 36 0,-2-3 0 15,1 3 4-15,-5-3-52 0,6 0 72 16,-2 3-24-16,1 0 0 0,-1-3-48 15,2 4 48-15,-1-1 8 0,3 0 4 16,-3 4-12-16,0 0 0 0,4-2-44 16,0 2-92-16,-1-1 76 0,1 4-28 15,4-5 88-15,0-1-88 0,-1 3 84 16,1-7-8-16,0 3 8 0,4-3 4 0,3 0 0 16,-3 3 0-16,4-3 24 15,0 0 24-15,3 0-56 0,2 0 8 0,2 0-4 16,-3 0 4-16,-1 4-80 0,6-4 76 15,-2 0 8-15,0 2-8 0,-2 0-100 16,2-2 104-16,1 4 12 0,-5-1-12 0,2 1-48 16,-2-1 48-16,1 0 0 0,-1 1-88 15,1 1 88-15,-4-2 0 0,4 4-4 16,0-3-36-16,-5 5 40 0,5-4 0 16,-1 6 0-16,-3-5 0 0,5 1 88 15,-6-1-80-15,1 3-16 0,0-2 8 16,-1-1-4-16,1-3 0 0,-4 3-4 15,3-2 8-15,-3-1 12 0,4-3-4 16,-4 0-8-16,3 0-12 0,1 0-32 0,4-3 44 16,-5-1 48-16,5 4-48 0,-3-3 0 15,2 3 4-15,1-3 44 0,-5 3-36 16,5 0-12-16,-1 0 0 0,-3 0-48 16,1-3-16-16,2 3 60 0,-3 0 8 15,0-3-8-15,-1 0 0 0,5-4 0 16,-1 1 0-16,2 0 0 0,2-1 4 0,1-2 0 15,0 3-64-15,3-4 64 0,-3 3-8 16,4-2-12-16,-1 2-28 0,1 2 96 16,0 1 4-16,0 1-52 0,-1 0-4 15,1-1-4-15,0 1-48 0,-5 3 56 16,5-4 0-16,0 4-72 0,0-2 72 0,-1 0 0 16,1-2 8-16,3-2-8 0,-2 2 4 15,2-3 4-15,1 2 4 0,-1 2 68 16,1-4-4-16,0 1-76 0,-1-1-48 15,1 4 36-15,-1-4 4 0,5 1-56 16,-4 3 64-16,3-3 52 0,1-1-52 16,4 1-20-16,-4 0 20 0,8-4 68 15,-1 1-68-15,1-1 0 0,4-3 24 16,-5 1 64-16,5-1-76 0,-1-2-12 0,5 1 4 16,-1-1 8-16,1 2-8 0,4-3-4 15,-5 0-4-15,5 0 0 0,0 0-56 16,3 1 60-16,-3 2 12 0,-1-3 100 15,-4 4-24-15,2-1-88 0,-2-4 0 0,-3 5 24 16,-5 2-20-16,-3-2 56 0,0-1-8 16,-9 3-44-16,-3-2 0 0,-4 2 0 15,-5 2 40-15,-7-3-44 0,-4 2 28 16,-13 2-24-16,-2 1-16 0,-9 0-56 16,-13 3 60-16,-6-1 0 0,-6 4-144 15,-7 0-520-15,-7 0 204 0,-10 7-368 16,-7-1-552-16,1 0-1817 0,-33 10-4795 0</inkml:trace>
  <inkml:trace contextRef="#ctx0" brushRef="#br2" timeOffset="-90252.684">7132 15898 5396 0,'0'0'6577'0,"0"0"-5069"0,0 0-452 16,0 0 416-16,0 0-156 0,0 0-352 16,0 0-272-16,0 0-176 0,0 0-164 15,0 0-80-15,11-5 152 0,29 10 480 16,8 1-419-16,-1-1-169 0,6 2-124 15,-1 3-128-15,-5-7-56 0,-6-1 52 0,2-2-60 16,-7 0 0-16,-1-2-84 0,1-8 8 16,-8-5-212-16,0-2-153 0,-8 2-179 15,4-5-120-15,-8 5-216 0,-4-1-388 16,-4 3-964-16,-8 7-2028 0,0 6-2093 0</inkml:trace>
  <inkml:trace contextRef="#ctx0" brushRef="#br2" timeOffset="-90058.648">7478 16049 2856 0,'0'0'8725'0,"0"0"-7613"16,-12 67-840-16,12-35 312 0,5 9 216 15,-2 3 336-15,1 7-292 0,4 0-144 0,-4 3-204 16,0 0-60-16,-1-4-176 0,2 2-236 16,-1-1-16-16,0-7-16 0,4-9-108 15,-4-6-452-15,-1-10-168 0,10-7-268 16,-5-12-384-16,-1 0-996 0,-3-4-2349 15,9-23-879-15</inkml:trace>
  <inkml:trace contextRef="#ctx0" brushRef="#br2" timeOffset="-89658.503">7924 15704 8020 0,'0'0'6465'0,"0"0"-5693"0,0 0-700 0,16 94 284 16,-12-49 324-16,-4 10 228 0,0 1 36 16,0 8-256-16,0 2-284 0,0 4-180 0,0 6-148 15,4-2-76-15,4-5-60 0,-4-2 56 16,4-9-132-16,-4-18-108 0,0-8 144 16,0-16-36-16,-4-9-48 0,4-7-184 15,0 0-116-15,1-13 164 0,-2-6 44 16,5-7 68-16,0-9-156 0,-1-6-84 15,2-3 4-15,-1-1 180 0,3 4 176 16,2 5 20-16,-1 8 68 0,-1 6 76 16,2 6 140-16,-2 7 132 0,-2 9-28 15,-1 0-20-15,-4 3 96 0,-1 9 140 16,1 4-128-16,4 7-184 0,-3 5 20 0,-1 3 80 16,3 8-128-16,5 2 84 15,-3 7 336-15,-2-3-228 0,1-4-316 0,-4-6-72 16,5-7-12-16,-9-6-196 0,4-9-208 15,-1-7-16-15,1-6-156 0,0-6-176 16,0-7-56-16,0-9-296 0,0-10-688 0,1-6-1328 16,-2 6-3245-16</inkml:trace>
  <inkml:trace contextRef="#ctx0" brushRef="#br2" timeOffset="-89191.737">8386 16208 6928 0,'0'0'6709'0,"0"0"-5857"0,0 0-360 16,0 0 188-16,32 83 176 0,-23-48 92 15,-2 2-168-15,1-2-68 0,0 0 248 16,1-6-556-16,-6-7-368 0,5-2-36 16,-4-12-184-16,0-1-184 0,5-7-96 15,-6 0-92-15,5-19 52 0,0-7 84 16,0-8-140-16,4-8-124 0,-4 0-284 0,3 5 112 16,2 5 196-16,-2 7 344 0,2 6 268 15,-1 9 48-15,-5 7 256 0,2 3 160 16,-1 3 40-16,-4 10 212 0,-1 9 76 15,-3 8-120-15,4 3-76 0,-4 3-100 16,0 8 80-16,4-3 40 0,5 5-16 0,-1-6 316 16,-5-8-236-16,1-9-424 0,0-8-208 15,0-12-12-15,1-3-96 0,-1 0-28 16,0-9 136-16,7-10-4 0,2-8-68 16,2-3-160-16,-3-3-72 0,8-1-76 15,-4 5 76-15,4-3-16 0,0 7 76 16,-5 3 60-16,6 2 96 0,-1 8 28 15,-5 3-16-15,-2 5 64 0,-2 2 12 16,-3 2 0-16,1 0 12 0,2 0 0 16,-3 6-8-16,5 3 144 0,-6 3 48 15,5 2 284-15,1 4-224 0,-2 2-60 16,1 2 48-16,0 3 112 0,0 1-64 16,0-1 48-16,4-2-192 0,-5-1-52 0,-2-6-36 15,-1-4-60-15,-1 1-96 0,1-7-124 0,-3 1-524 16,-1-1-244-16,-4 1-144 0,0-4-616 15,0 3-1396-15,-9 0-3541 0</inkml:trace>
  <inkml:trace contextRef="#ctx0" brushRef="#br2" timeOffset="-88725.736">7048 17279 7704 0,'0'0'7593'0,"0"0"-7217"0,0 0-312 0,0 0-64 16,0 0 780-16,0 0 92 15,0 0 20-15,103-17-176 0,-67 17 32 0,8 0-124 16,7 0-236-16,1 0-168 0,8 0-36 15,4 0-64-15,3 0 8 0,6-6-120 16,2-1-4-16,9 1 44 0,4 0-48 16,7-4 52-16,1 4-52 0,-1-4-8 15,5 1 8-15,-1-1 108 0,2 4-100 0,2 0 76 16,-8 2-80-16,-3 1 40 0,-4 3-44 16,-8 0-44-16,-5 0-20 0,-7 0 56 15,-5 0-40-15,-3 0-36 0,-4 0 36 16,-8 0 44-16,0 0-96 0,-4 0-20 15,-8 3-12-15,-4-3 20 0,-4 4-56 16,0-4-4-16,-9 3-72 0,-7-3-48 16,0 0-40-16,-4 0-36 0,0 0-12 15,-4 0-64-15,-4 0-136 0,0 0-212 0,4-3-400 16,-4-1-396-16,0-2-448 16,0-3-773-16,0-1-1783 0,0 4-104 0</inkml:trace>
  <inkml:trace contextRef="#ctx0" brushRef="#br2" timeOffset="-88530.665">9885 16862 15441 0,'0'0'2536'0,"0"0"-2464"16,0 0-72-16,0 0-1016 0,0 0 188 16,0 0 188-16,0 0-140 0,0 0-1880 0,0 0-7305 15,0 0 7905-15</inkml:trace>
  <inkml:trace contextRef="#ctx0" brushRef="#br2" timeOffset="-87925.47">10964 15615 3708 0,'0'0'7333'0,"0"0"-5845"0,0 0-544 16,-39 66-208-16,30-41 440 0,5-2-56 16,4-1-12-16,0 0-144 0,4-4-240 0,16-1-196 15,1-4 0-15,10-1 216 0,5-2-200 16,4-4-275-16,0-3-25 0,-4-3-136 16,0 0-36-16,-5-3-72 0,-3-6-4 15,-3-4-68-15,-2 1-144 0,1-5-285 16,-4 5-119-16,-4-1-224 0,-4 1-232 15,-4 5-756-15,0 4-972 0,-5 3-2601 16,-3 0-1247-16</inkml:trace>
  <inkml:trace contextRef="#ctx0" brushRef="#br2" timeOffset="-87758.675">11099 15961 4180 0,'0'0'7445'0,"0"0"-6469"15,0 0-604-15,-15 66 136 0,19-34 472 16,4 9 204-16,4 7-240 0,-4 0-172 15,7 2-276-15,-6 2-248 0,2-12-248 16,1-2 0-16,-3-3-12 0,2-9-436 0,-7-7-296 16,5-10-200-16,-5-2 40 0,-4 0-160 15,0-7-632-15,0 0-1501 0,0-5-2023 16</inkml:trace>
  <inkml:trace contextRef="#ctx0" brushRef="#br2" timeOffset="-87609.756">11251 16211 5136 0,'0'0'4908'0,"0"0"-2563"0,0 0-1237 16,80-25-76-16,-52 19 300 0,-4-1-364 16,-5 4-332-16,-2 0-276 0,-2 3-200 15,-2 0-160-15,-2 0-48 0,-3 0-140 0,-4 6-480 16,1 4-348-16,-1 5-356 0,-4 5-996 16,0-1-3305-16</inkml:trace>
  <inkml:trace contextRef="#ctx0" brushRef="#br2" timeOffset="-87476.551">11311 16580 3392 0,'0'0'7440'0,"0"0"-4747"0,0 0-2045 16,0 0-584-16,0 0 24 0,0 0 404 15,0 0 164-15,84 13 300 0,-56-30-268 16,7-5-240-16,1-1-364 0,5-2-84 16,-2 3-260-16,1 3-472 0,4 0-188 15,-4 6-456-15,-9 4-1444 0,22 9-3957 0</inkml:trace>
  <inkml:trace contextRef="#ctx0" brushRef="#br2" timeOffset="-87098.655">12717 16081 4576 0,'0'0'8189'16,"0"0"-6993"-16,0 0-716 0,0 0 240 16,32 80 340-16,-28-49 88 0,0 1-184 15,-4 0-260-15,0-1-300 0,0-6-208 16,0-2-184-16,0-4-12 0,-4-10-88 16,0 1-368-16,0-3-268 0,-3-7-292 15,-2 0-260-15,-3-7-944 0,1 1-3397 16,-17-16-1995-16</inkml:trace>
  <inkml:trace contextRef="#ctx0" brushRef="#br2" timeOffset="-86942.745">12411 15837 9864 0,'0'0'3177'0,"0"0"-2389"0,0 0-216 16,0 0 48-16,0 0-268 0,0 0-264 15,91-26-84-15,-70 23-4 0,2 0-364 16,5 3-648-16,0 0-684 0,-8 0-2341 15,16 0-2583-15</inkml:trace>
  <inkml:trace contextRef="#ctx0" brushRef="#br2" timeOffset="-86690.101">12992 15874 6808 0,'0'0'5937'0,"0"0"-4965"0,0 0-388 16,0 0 124-16,8 74 436 0,-8-52 240 15,-4 0-380-15,4-3-364 0,0 0-272 16,0-3-172-16,0-6-88 0,4 2-100 15,4-1-8-15,4-6-36 0,0 2 24 0,8-5 8 16,-4 3 0-16,4-3 0 0,0-2 4 16,0 0 4-16,-4 4 44 0,-1-4-36 15,-2 2-8-15,-1 4 48 0,-5-2-52 16,6 6-24-16,-6 2-64 0,-3 4 16 16,0 0-172-16,0 3-152 0,-4 3 4 15,0-3 32-15,0 3 52 0,-4-2-112 16,-4-1-76-16,-3 0-176 0,-5 0-276 15,-5 0-288-15,-6-4-700 0,7-5-1965 16,-20 6-2255-16</inkml:trace>
  <inkml:trace contextRef="#ctx0" brushRef="#br2" timeOffset="-86056.772">14383 15808 4364 0,'0'0'7401'15,"0"0"-6225"-15,0 0-448 0,0 0 32 16,0 0-76-16,0 0-168 0,-80 16 528 16,64 0-412-16,-4 3-232 0,8 6-44 15,0 3 4-15,4 8-76 0,0 2-88 16,8 3 36-16,0 0 28 0,0-3-100 16,0-6-76-16,0-9-84 0,0-11-4 15,4-5-80-15,-4-7-16 0,4-7 16 0,4-10 84 16,1-4 60-16,2-10-60 0,-3-11-308 15,4-5-132-15,-4-1-80 0,4 0-48 16,-4 8 144-16,0 10 252 0,4 8 32 16,-4 6 68-16,4 10-80 0,0 6 152 15,0 3 176-15,4 10 272 0,-4 6 96 16,0 6-136-16,-1 8 12 0,2-2-60 0,-2 1 8 16,2 3-76-16,-1-4-72 15,-1-2-48-15,-2-4-92 0,2-6-80 0,-3-3-100 16,1-9-72-16,-2-1-168 0,5-6-240 15,1 0-120-15,-2-3-204 0,9-7-488 16,-8 0-1008-16,8-9-4313 0</inkml:trace>
  <inkml:trace contextRef="#ctx0" brushRef="#br2" timeOffset="-85686.43">14961 15852 9260 0,'0'0'4573'15,"0"0"-3509"-15,0 0-208 0,0 0 324 16,95 32-184-16,-67-29-96 0,0-3-188 16,4-6-332-16,-4-10-296 0,0-3 40 15,-1-9-76-15,1-4-48 0,-4-6-48 16,-4-1-296-16,0-5-292 0,-4 3-140 0,-4 0-204 15,0 6-484-15,-8 3-604 0,0 13-1857 16,-4 1-999-16</inkml:trace>
  <inkml:trace contextRef="#ctx0" brushRef="#br2" timeOffset="-85444.934">15132 15411 1488 0,'0'0'9088'0,"0"0"-7623"0,0 0-621 0,0 0 0 0,0 0-32 15,-36 63-92-15,36-30 56 0,8 4-144 16,8 8-12-16,-1 9-48 0,2 3-40 15,7 4 108-15,-5 5-136 0,5 0-284 16,-3 2 36-16,3-2-36 0,-5 0-108 16,-3-3 68-16,-4-4 52 0,1-6 112 15,-6-2-52-15,-3-7-160 0,0-5-12 16,-4-8-120-16,0-5-44 0,0-6 44 16,0-6-96-16,-4-3-148 0,-4-9-60 15,5 2-24-15,-10-4-64 0,5-4-84 0,-8-4-224 16,4-11-200-16,-8-8-328 0,5-10-480 15,2 8-1356-15,-2-26-3173 0</inkml:trace>
  <inkml:trace contextRef="#ctx0" brushRef="#br2" timeOffset="-85263.173">15582 15656 10616 0,'0'0'4353'0,"0"0"-3509"16,0 0 112-16,16 98 360 0,-12-61-160 15,-4 5 20-15,0-3-360 0,-4-7-416 16,4-7-288-16,0-10-112 0,-4-3-292 16,4-5-380-16,0 0-132 0,0-7-216 15,0 0-732-15,0 0-2580 0,-8-16-2713 0</inkml:trace>
  <inkml:trace contextRef="#ctx0" brushRef="#br2" timeOffset="-85126.111">15539 15408 8520 0,'0'0'5225'0,"0"0"-4465"16,0 0-216-16,0 0 12 0,0 0-320 0,0 0-236 15,0 0-72-15,0 0-116 0,79-17-568 16,-71 17-652-16,-5 5-1141 0,2 7-4239 0</inkml:trace>
  <inkml:trace contextRef="#ctx0" brushRef="#br2" timeOffset="-84810.26">15809 15741 4484 0,'0'0'8489'16,"0"0"-7357"-16,24 70-208 0,-20-44 548 15,0 5 20-15,1-1 120 0,-2-2-292 0,-3-10-432 16,0-6-451-16,4-1-269 16,-4-8-168-16,0-3-80 0,4 0-76 0,-4-3-209 15,4-10-243-15,4-6 132 0,0-4 36 16,4-8-108-16,0-4-152 0,4 0-372 0,-4 3-232 15,4 4 236-15,-1 8 436 0,6 5 152 16,-10 5 152-16,6 4 300 0,-6 6 28 16,2 0 432-16,-6 4 148 0,1 4 152 15,4 6-104-15,-4 1-28 0,0 10 8 16,4 0-100-16,-4 8 760 0,0-5-208 16,0 1-792-16,-4-6-24 0,0-1-192 15,0-6-52-15,0-4-124 0,0-3-316 16,0-5-156-16,-4-4-228 0,4 0-220 15,0-13-712-15,0 3-1048 0,-1-18-3365 0</inkml:trace>
  <inkml:trace contextRef="#ctx0" brushRef="#br2" timeOffset="-84673.269">16391 15646 4516 0,'0'0'8829'15,"0"0"-7761"-15,0 80-412 0,-8-45 412 16,0 2 172-16,0-2 196 0,-4-3-320 0,4-10-664 15,1-9-452-15,7-7-172 0,-5-6-524 16,1 0-328-16,-4-8-300 0,4-3-1644 16,-3-17-3821-16</inkml:trace>
  <inkml:trace contextRef="#ctx0" brushRef="#br2" timeOffset="-84528.456">16315 15312 1720 0,'0'0'12165'0,"0"0"-9957"0,0 0-1580 15,0 0 344-15,0 0-380 0,0 0-124 16,0 0-48-16,0 0-420 0,0 0-12 16,0 0-656-16,80-66-556 0,-68 57-656 15,-4 2-2040-15,3-9-2101 0</inkml:trace>
  <inkml:trace contextRef="#ctx0" brushRef="#br2" timeOffset="-84326.24">16602 15072 5564 0,'0'0'2236'0,"0"0"2285"0,0 0-3409 0,0 0-160 15,12 91 44-15,-8-52-12 0,0 8 172 16,0 4-16-16,8 7 48 0,0 2-100 16,0 3-103-16,4 0-101 0,0 1-276 0,0-4-248 15,-4-2-208-15,3-7-152 0,-2-7-204 16,-2-6-184-16,-2-13 16 0,-1-9 32 16,-1-10 12-16,1-6-48 0,1 0-85 15,-2-13-51-15,-3-1-124 0,0-13-368 16,-4-1-596-16,0-5-828 0,-4 8-752 15,-7-10-2041-15</inkml:trace>
  <inkml:trace contextRef="#ctx0" brushRef="#br2" timeOffset="-84144.668">16559 15573 6260 0,'0'0'3064'0,"0"0"-419"16,0 0-1621-16,15 86-132 0,-7-58 336 15,0-3 92-15,4-8 188 16,-4-5-436-16,4-5-424 0,0-7-208 0,-1 0 112 15,2-10-212-15,2 1-180 0,-2-4-88 0,2-3-72 16,-2-3-152-16,-1 0-164 0,-1-3-120 16,-2 6-116-16,-1-3-88 0,-1 5-268 15,2 2-756-15,-9 3-2116 0,0 0-3361 0</inkml:trace>
  <inkml:trace contextRef="#ctx0" brushRef="#br2" timeOffset="-83708.643">16937 15706 756 0,'0'0'9064'0,"0"0"-6731"16,0 0-697-16,0 0-232 0,0 0-360 15,67 77-132-15,-46-58 156 0,-2-6-280 0,-3-4-372 16,5-3-184-16,-6-6-160 0,5 0-72 16,0-9 0-16,-4-7-8 0,-1-10 0 15,2-2-80-15,-6-11-132 0,-2 6-112 16,3-9 100-16,-8 3 104 0,-1 4 120 16,1 7-232-16,-4 2 156 0,-7 8-28 15,-9 1 112-15,0 5 0 0,-5 5-48 16,2 7-40-16,-1 0 88 0,1 10 100 15,-2 9-100-15,1 9 72 0,5 8 64 0,2 2 136 16,5 6 48-16,1 5-100 0,3 1-72 16,4 0 72-16,0 4-12 0,0-6-48 15,4-6-156-15,3-9-4 0,5-3-100 16,1-8-68-16,6-6-212 0,1-7-4 16,8-5 64-16,8-4-48 0,3-4 120 0,6-8-372 15,-2-7-152-15,5-3-900 0,-12 3-2336 16,16-11-4177-16</inkml:trace>
  <inkml:trace contextRef="#ctx0" brushRef="#br2" timeOffset="-83122.698">18144 15700 796 0,'0'0'10421'0,"0"0"-8437"0,0 0-752 0,20 70 132 16,-8-51-184-16,0-3-288 0,4-6-140 15,-5-4-272-15,6-6-136 0,-1-3-84 16,0-10 288-16,0-6 100 0,-1-6-272 15,2-7-228-15,-6-6-148 0,-3-1-104 16,0 2-28-16,-3-1-16 0,-1 5-84 0,-4 1-8 16,0 11-44-16,0-2-32 0,-9 10-52 15,-7 1 48-15,0 6 16 0,-3-1 252 16,-2 7-20-16,-3 0-36 0,-4 3 108 16,9 7 100-16,-1 6 84 0,0 9-24 15,8 3-64-15,4 11 64 0,4 8 0 16,4 7 36-16,0 3 84 0,4 7-44 15,8-4-8-15,0 0-32 0,8-9-72 16,-4-6-16-16,-1-13-60 0,2-16-48 0,-2-7-144 16,6-9 44-16,-1-9-192 0,-1-10 12 15,1-7-220-15,1-12-264 0,-2-7-668 16,-3 10-2340-16,0-24-3725 0</inkml:trace>
  <inkml:trace contextRef="#ctx0" brushRef="#br2" timeOffset="-82972.723">18658 15481 9020 0,'0'0'5345'16,"0"0"-4157"-16,32 70-812 0,-20-38 504 0,4 3 632 15,-1-1-36-15,2 1-144 0,-2-3-459 16,6-3-541-16,-1-11-332 0,-5-5-192 16,6-9-321-16,-6-4-191 0,5-4-16 0,0-9-260 15,0-2-760-15,-8-1-2108 0,4-13-3529 0</inkml:trace>
  <inkml:trace contextRef="#ctx0" brushRef="#br2" timeOffset="-82790.68">19001 15509 9652 0,'0'0'4433'0,"0"0"-3473"16,-21 102-180-16,10-57 264 0,-1 8 60 15,0 1 252-15,0-6-268 0,0-3-432 16,4-10-376-16,0-7-280 0,4-5-72 15,0-9-416-15,0-7-232 0,4-3-148 0,0-4-228 16,0-13-1136-16,0-10-1712 0,0 4-1065 16,0-14-1003-16</inkml:trace>
  <inkml:trace contextRef="#ctx0" brushRef="#br2" timeOffset="-82513.934">19132 15049 7884 0,'0'0'4357'16,"0"0"-3089"-16,0 0-648 0,0 0 316 16,0 0 144-16,-15 86-24 0,11-58 32 15,4 7-384-15,-5 0-412 0,5 6-228 16,5 8-64-16,2 5-12 0,5 9-40 0,0 9 48 16,8 7 0-16,0 9-52 15,4-6 20-15,-1-3 36 0,-2-13 0 16,3-16 108-16,0-14 152 0,-1-13-100 0,5-11 8 15,-4-6-28-15,0-6-140 0,4-6-8 16,-4-6-4-16,3-11-292 0,-3-6 132 0,-3 1-504 16,-10-7-560-16,-2 0 16 0,-5 0-660 15,-4 1-732-15,-4 4-1657 0,-5 8-1035 16</inkml:trace>
  <inkml:trace contextRef="#ctx0" brushRef="#br2" timeOffset="-82344.589">19033 15618 5776 0,'0'0'2740'16,"0"0"453"-16,0 0-1709 0,0 0-416 16,35 66 232-16,-11-59-256 0,4-5 336 0,4-2-344 15,4 0-240-15,3-6-380 0,-3-7-312 16,1-2-104-16,-5-1-308 0,0-3-364 16,-8 3-164-16,-1 4-340 0,-3-1-792 15,-5 3-2032-15,-2 0-2705 0</inkml:trace>
  <inkml:trace contextRef="#ctx0" brushRef="#br2" timeOffset="-81702.267">18786 15684 3388 0,'0'0'156'0,"0"0"4260"15,0 0-2304-15,0 0-799 0,0 0-93 16,0 0 120-16,0 0 12 0,0 0-44 15,0 0-176-15,0 0-192 0,56 67-252 16,-37-45 32-16,1 3-72 0,0 1-208 16,3-1-148-16,2 0-48 0,-5 1-99 15,0-3-49-15,-1-4-88 0,2 0 36 16,-1-3-44-16,-1-1-60 0,-2-2-73 0,-6-3-171 16,1-1-84-16,0-3-112 0,-8-3-28 15,4-3-132-15,-8 4-200 0,4-4-280 16,-4 0-800-16,0 0-836 0,0 0-1801 15,-8-7-1303-15</inkml:trace>
  <inkml:trace contextRef="#ctx0" brushRef="#br2" timeOffset="-81475.696">18984 15656 704 0,'0'0'10044'0,"0"0"-8491"0,0 0-885 0,0 0 148 0,0 0 272 15,0 0-20-15,-35 70-88 0,27-52-372 16,0 1-348-16,-1 1-136 0,-2 5-80 16,3 0-44-16,-4 1-64 0,0 2 52 15,1 1-88-15,2 3-384 0,-7-3-324 16,5 2-212-16,-6 4-408 0,-3 1-844 16,1-3-2561-16,2-3-1851 0,-14 8 6680 0</inkml:trace>
  <inkml:trace contextRef="#ctx0" brushRef="#br2" timeOffset="-80300.473">9836 15935 11041 0,'0'0'2496'0,"0"0"-1544"0,0 0-396 15,0 0 148-15,0 0 316 0,0 0 24 16,0 0 260-16,108 16-504 0,-68-13-228 16,-4 4-244-16,0-1-172 0,-4-3-152 15,0 0 0-15,-5-3 0 0,-7 0-4 16,1 0-144-16,-6 0-176 0,-6-3-240 0,-2 0-248 15,-3 3-204-15,0 0-280 0,-4 0-844 16,0 0-784-16,-8 0-1381 0,1 6-1155 16</inkml:trace>
  <inkml:trace contextRef="#ctx0" brushRef="#br2" timeOffset="-80140.182">10048 16062 2824 0,'0'0'600'16,"0"0"4820"-16,0 0-4228 0,0 0-67 15,-56 73 3-15,48-45-16 0,4 5-44 16,0 8 104-16,4 1-216 0,0 5-96 0,0 0-132 15,0 1-244-15,4-4-192 16,0 3-276-16,0-5-16 0,0-3-244 0,1-8-496 16,2-3-104-16,-3-8-4 0,4-5-148 15,-4-9-560-15,0-1-964 0,-4-5-2165 0,0 0-839 16</inkml:trace>
  <inkml:trace contextRef="#ctx0" brushRef="#br2" timeOffset="-79976.712">9933 16598 3952 0,'0'0'5176'0,"0"0"-3163"0,0 0-1345 16,0 0 168-16,0 0 528 0,0 0-40 16,0 0-152-16,99 0-76 0,-71 4-292 15,0-1-104-15,-1-3-256 0,5 0-200 16,-4-9-140-16,0-1-104 0,0-6-296 16,0-3-208-16,0-1-320 0,-4-5-180 15,0-2-448-15,-8 4-1360 0,0-6-3729 0</inkml:trace>
  <inkml:trace contextRef="#ctx0" brushRef="#br2" timeOffset="-79825.665">10442 16380 600 0,'0'0'10224'0,"0"0"-8783"0,0 0-381 16,0 0 436-16,0 0-524 0,0 0-344 15,88-7-152-15,-76-10-336 0,4-1-140 16,-4-8-536-16,0 1-620 0,-4-3-540 15,-4 9-1137-15,-4-13-3787 0</inkml:trace>
  <inkml:trace contextRef="#ctx0" brushRef="#br2" timeOffset="-79493.284">10431 16072 12 0,'0'0'10684'0,"0"0"-9335"16,0 0-593-16,0 0 404 0,-13 82 56 0,13-59 104 15,0 5-448-15,4 0-364 16,5 7-172-16,2 1-92 0,1 5-180 0,0 0 72 16,0 3-48-16,4 5-84 0,-4-2-8 15,1-3-76-15,2 4 68 0,-7-4-52 16,4 0 60-16,-4-2 4 0,0-4 48 16,-4-3 4-16,-4-4-44 0,0-4 164 15,0-6 36-15,-4-4 12 0,0-5 28 16,-4-6 144-16,0 1-160 0,0-4-112 15,-4 0-20-15,1 0-56 0,-6 0-44 16,2-3-84-16,-6 0 20 0,1 0-68 0,1 0-176 16,2 0-32-16,-3-6-128 0,5 3-100 15,2-4-260-15,-2 4-216 0,3-3-704 16,4 3-2325-16,-8-11-3807 0</inkml:trace>
  <inkml:trace contextRef="#ctx0" brushRef="#br2" timeOffset="-78077.684">13869 17484 1492 0,'0'0'2488'0,"0"0"1936"16,0 0-3320-16,-24-72-420 0,20 55-12 0,-4 2 125 16,4 5-41-16,0 1-76 0,4 2-172 15,-4 1-240-15,4 0-156 0,-4 2 80 16,4-3 36-16,0 5 12 0,0-1 24 16,0-6 40-16,0 2 60 0,-3-3 12 15,-2 3 32-15,1-2-172 0,0 4 0 0,0-2 0 16,-4-3 16-16,5 4-68 0,-6-1-120 15,5 5 60-15,0-2 24 0,0 4-36 16,4 0-16-16,-4 0-20 0,4 0-64 16,-3 4-12-16,-1 1-48 0,-1 8-28 15,-3 6 64-15,4 1-76 0,0 7 88 16,-3 3 4-16,3 4-4 0,-1 5-4 16,-3 6 0-16,4 2 4 0,-3 7-48 15,-1 0 44-15,-1 3 0 0,6 3-72 16,-5 1-20-16,0-5 44 0,-1-5 40 15,2-9 12-15,3-11 4 0,-4-9 60 16,8-9 8-16,-4-10-60 0,4 1 52 0,0-4-20 16,0-4-44-16,0-2-60 0,0-6-116 15,8-5 16-15,0-1 148 0,3-1 8 0,6 3-4 16,-6 0 8-16,6 2 104 0,-2 6 92 16,-2 2-84-16,-2 6 0 0,2 0 0 15,-2 6-16-15,-3 2 28 0,5 9 12 16,-2-1-60-16,1 6 20 0,0 3 28 15,-4 1-12-15,4 3 20 0,-4-1-128 16,0 1 40-16,-4 5-40 0,4-2 4 16,-5 0 0-16,-3-1 40 0,0-5-48 15,5-1-60-15,-5-5-28 0,0-7-132 0,0-1-76 16,0-5-112-16,0-5 12 16,-5-2 60-16,5 0-12 0,0 0-12 0,0 0-80 15,0-2-216-15,5-8-12 16,-1 1-180-16,0-7-208 0,0-1-764 0,0 6-1353 15,0-15-2387-15</inkml:trace>
  <inkml:trace contextRef="#ctx0" brushRef="#br2" timeOffset="-77428.897">14164 17567 744 0,'0'0'8656'16,"0"0"-7428"-16,0 0-159 0,0 0 339 16,0 0 104-16,0 0-240 0,0 0-308 15,0 0-68-15,0 0-56 0,0 0-16 16,95-25-188-16,-59 31-172 0,0 0-72 16,-1 1 20-16,2-4-156 0,-5 0-36 15,0-3-147-15,0 0-73 0,-8-3 0 0,-1-3-85 16,-3-1-331-16,0-2-228 0,-8 3-148 15,0-1-164-15,-4 1-428 0,-8 2-1084 16,0 4-2421-16,-4 0-2179 0</inkml:trace>
  <inkml:trace contextRef="#ctx0" brushRef="#br2" timeOffset="-77239.3">14375 17586 4912 0,'0'0'2460'0,"0"0"1753"0,0 0-2945 0,4 89-248 15,0-47 384-15,7 2-60 0,-2 7-100 16,-5 2-220-16,4 1-276 0,-1-3-332 0,2 0-248 16,-1-4-168-16,0-3-108 15,-1-8-324-15,-3-4-20 0,1-7-140 0,-1-9-124 16,0-10-176-16,-4-2-312 0,0-4-792 16,0 0-860-16,0-7-2133 0,-8-5-539 0</inkml:trace>
  <inkml:trace contextRef="#ctx0" brushRef="#br2" timeOffset="-77083.216">14422 17970 3372 0,'0'0'7685'16,"0"0"-5977"-16,0 0-752 0,0 0 336 15,0 0 156-15,0 0-304 0,92-32-168 0,-72 30-152 16,4-3-112-16,0 0-276 0,-4 2-348 16,0-3-88-16,-1 1-44 0,-2 3-164 15,-6 2-488-15,2 0-288 0,-1 9-228 16,-5 3-980-16,-3 2-2289 0,-4 18-4463 0</inkml:trace>
  <inkml:trace contextRef="#ctx0" brushRef="#br2" timeOffset="-76892.539">14499 18310 1828 0,'0'0'8764'0,"0"0"-6939"0,0 0-817 15,0 0 72-15,0 0 396 0,0 0-188 16,0 0-284-16,0 0-116 0,99 9-116 15,-67-15-296-15,0-1-232 0,3-1-184 16,1-6-60-16,1 3-36 0,-2 0-244 16,-3-2-600-16,0 4-304 0,0-4-628 0,-8 7-2312 15,4-10-3553-15</inkml:trace>
  <inkml:trace contextRef="#ctx0" brushRef="#br2" timeOffset="-76709.127">15120 17818 10316 0,'0'0'5609'15,"0"0"-4653"-15,0 0-608 0,0 0-12 16,0 0-116-16,0 0-32 0,0 0-188 16,0 0-268-16,0 0-616 0,0 0-272 15,0 0-484-15,75 16-2929 0,-75-3-4695 0</inkml:trace>
  <inkml:trace contextRef="#ctx0" brushRef="#br2" timeOffset="-76559.074">15140 18119 7524 0,'0'0'4717'16,"0"0"-2753"-16,0 0-1304 0,0 0 284 0,0 0 596 16,0 0 40-16,0 0-364 15,0 0-572-15,0 0-324 0,0 0-216 16,68 26-104-16,-53-26-108 0,2-3-588 0,2-1-272 15,1-3-460-15,-3 5-1560 0,6-4-3929 0</inkml:trace>
  <inkml:trace contextRef="#ctx0" brushRef="#br2" timeOffset="-76154.387">15534 17554 5532 0,'0'0'5433'0,"0"0"-3777"0,0 0-124 0,92 29 196 15,-56-20-388-15,4 1-228 0,-4-10-360 16,-5 0-272-16,5 0-124 0,-4-7-136 15,0-5-12-15,-4-4-160 0,-4-3-48 16,0 0-160-16,0-6-244 0,-5 2-232 16,-2-2-216-16,-6 3-260 0,-3 3-732 0,-4 6-1344 15,-4 3-2973-15</inkml:trace>
  <inkml:trace contextRef="#ctx0" brushRef="#br2" timeOffset="-75947.191">15758 17662 4620 0,'0'0'3136'16,"0"0"-328"-16,8 74-1595 0,3-40-165 0,5 14 660 16,0 2-224-16,0 5-208 0,0 2-320 15,0-3-120-15,-4 3-272 0,0-6-172 16,-4 2-108-16,4-5-212 0,-4-7-72 16,-4-6-120-16,0-6 36 0,0-10-28 15,0-9-204-15,-4-4-324 0,4-6-268 16,-4 0-408-16,0-6-1228 0,0-4-1729 15,0-12-3299-15</inkml:trace>
  <inkml:trace contextRef="#ctx0" brushRef="#br2" timeOffset="-75780.342">15929 18037 6916 0,'0'0'3136'15,"0"0"-1587"-15,0 0-601 0,0 0 796 0,0 0-328 16,0 0-236-16,0 0-88 0,0 0-364 15,95-10-384-15,-67 1-160 0,4-7-148 16,0 0-36-16,0 0-96 0,3 0-432 16,2 0-252-16,-1 1-564 0,-8 4-1548 15,7 3-4229-15</inkml:trace>
  <inkml:trace contextRef="#ctx0" brushRef="#br2" timeOffset="-74892.925">16658 17215 3068 0,'0'0'8049'0,"0"0"-6473"16,0 0-912-16,0 0-64 0,0 0 148 16,0 0 236-16,0 0-156 0,0 0-340 15,0 0-264-15,0 0-124 0,52-70 36 0,-40 48-64 16,3-8-72-16,-2 5-4 0,2 0-8 16,2 3-112-16,-6 6 12 0,-2 6 64 15,2 8-52-15,-3 2-36 0,-4 2 48 16,5 8-36-16,-6 9 124 0,1 4 168 0,0 2-40 15,-4 7-128-15,0 2 0 0,4 1-140 16,-4 7-196-16,0-1-12 0,0 3-84 16,0 1-20-16,0-4 124 0,0-6 304 15,0-2 24-15,0-6 188 0,0-8 76 16,0 0-12-16,4-9-240 0,-4-1-12 16,4-5-76-16,-4-1-88 0,5 0-24 15,2 0 88-15,1 0 92 0,0-3-44 16,4 4 48-16,4-1 0 0,-4 3 0 15,4 0 4-15,0 7 56 0,0 3 68 0,0 3 104 16,3 3 172-16,-2 3 8 0,2 5-60 16,-3-2 236-16,0 0-184 0,0-2-216 15,-4 2-176-15,0-2 128 0,0-4-72 16,-4 3 192-16,0-2-32 16,0-4 72-16,0 0 60 0,-4 0 12 0,-4-3 60 15,0-4 72-15,0 1-84 0,0-3-52 16,-8-1-120-16,0 0-112 0,-4 1-44 0,-4-3-16 15,0 0-72-15,-4-5 0 0,-4 1-148 16,0 0-264-16,-4-3-160 0,0 0-272 16,0 0-64-16,5 0-164 0,3-6-1240 15,4 4-2645-15,0-15-3583 0</inkml:trace>
  <inkml:trace contextRef="#ctx0" brushRef="#br2" timeOffset="-74274.558">17877 16961 220 0,'0'0'7448'16,"0"0"-5192"-16,0 0-503 0,0 0-77 16,0 0-24-16,0 0-244 0,0 0-164 15,0 0-204-15,0 0-204 0,0 0-104 16,-12 6 0-16,12 0-172 0,0 4-147 15,0 2-73-15,0 8 0 0,0 5-84 0,0 3-28 16,4 2-24-16,0 3-80 0,4 3 8 16,0 5-84-16,0 7 48 0,3 6-36 15,2 6 12-15,2 7-68 0,2 6-4 16,-6 3-48-16,6 6 44 0,-6 1-56 16,6 3 52-16,-6 0-40 0,6-4-12 15,-9-3-48-15,3-2 12 0,-2-7 8 16,-1-3-8-16,-5-10-36 0,5-4 12 15,0-7 36-15,-3-13-64 0,-2-7-140 16,1-8 20-16,0-7-133 0,-4-8-171 16,4-3-232-16,-4 0-308 0,4 0-320 15,5-9-604-15,-9-1-1028 0,3-15-2801 0</inkml:trace>
  <inkml:trace contextRef="#ctx0" brushRef="#br2" timeOffset="-73623.844">18574 17361 5744 0,'0'0'5012'0,"0"0"-2627"0,0 0-721 16,0 0-504-16,0 0 40 0,0 0-356 15,0 0-200-15,0 0 520 0,0 0-308 16,96 12-308-16,-64-12-160 0,-1 0-180 16,1-3-51-16,-4-3-97 0,0-7-60 15,4-3-40-15,-4-2-433 0,-4-1-271 0,0-4-220 16,-4 4-336-16,-4 3-772 0,-4 6-2836 16,-12 4-3997-16</inkml:trace>
  <inkml:trace contextRef="#ctx0" brushRef="#br2" timeOffset="-73342.77">18718 17437 1696 0,'0'0'10225'0,"0"0"-8397"16,0 0-852-16,0 0 44 0,-41 67-88 16,38-42-88-16,-1 0-52 0,0 4-272 15,4 0-188-15,0 2-136 0,0 7 84 16,0 4-60-16,4-1-12 0,0 3 0 15,-1 2-120-15,-3-2-16 0,9-4-60 16,-1-1 36-16,0-4 0 0,0-7 40 16,8-2 44-16,-5-5-132 0,6-4-96 0,3-2 92 15,3-3-8-15,1-5 4 0,0-3-92 16,8-4 28-16,-4-4-160 0,8-8-184 16,-4-4-196-16,3 0-40 0,-3 1-212 15,9-2-208-15,-5 2-284 0,-13 5-1312 16,13 0-3017-16</inkml:trace>
  <inkml:trace contextRef="#ctx0" brushRef="#br2" timeOffset="-72593.609">19328 17449 1292 0,'0'0'7228'0,"0"0"-4435"16,0 0-693-16,0 0-652 0,0 0-76 15,0 0-284-15,0 0-212 0,0 0 60 16,0 0 144-16,0 0-348 0,87 7-308 16,-59-7-56-16,-4 0-151 0,0-9-117 15,0-4-4-15,-5 0-88 0,2-6-8 0,-6-3-80 16,1 3-201-16,1-4-303 0,-6 4-208 16,-3 4-188-16,0 2-312 0,-3 6-1052 15,-5 4-2304-15,0 3-2001 0</inkml:trace>
  <inkml:trace contextRef="#ctx0" brushRef="#br2" timeOffset="-72410.05">19495 17430 52 0,'0'0'1004'0,"0"0"7528"0,0 0-6403 16,0 0-657-16,-8 87 128 0,8-53 52 16,4 4-272-16,0 0-296 0,3 0-336 15,-3 1-148-15,5-1-148 0,-5 0-208 16,4 0-176-16,-5-2-68 0,1-3-108 15,5-1-16-15,-5-9-288 0,0-4-80 16,-4-7-120-16,4-2-88 0,-1-1-204 16,1-6-556-16,0 4-1116 0,-4-7-2557 0</inkml:trace>
  <inkml:trace contextRef="#ctx0" brushRef="#br2" timeOffset="-72211.611">19547 17837 404 0,'0'0'9432'0,"0"0"-6807"0,0 0-653 0,0 0-52 16,0 0-340-16,88-64-360 0,-73 49-280 16,5-1-364-16,-4 3-380 0,4-4-196 15,-5 9 0-15,-2-2-232 0,-1 3-292 16,-5 4-236-16,2 3-224 0,-1 0-480 16,-4 14-1268-16,-4-2-2349 0,0 16-2527 0</inkml:trace>
  <inkml:trace contextRef="#ctx0" brushRef="#br2" timeOffset="-72059.178">19618 18126 2948 0,'0'0'352'15,"0"0"5264"-15,0 0-3716 0,0 0-39 0,0 0-29 16,0 0-180-16,84-22-392 0,-61 9-256 16,5 1-292-16,4-8-256 15,0 1-236-15,-4 0-220 0,0-3 0 0,0 0-172 16,0 3-280-16,4-3-348 0,-4-2-204 15,0 3-524-15,-8 9-1588 0,3-8-3749 0</inkml:trace>
  <inkml:trace contextRef="#ctx0" brushRef="#br2" timeOffset="-71865.764">20228 17500 3452 0,'0'0'12005'16,"0"0"-9877"-16,0 0-1288 0,0 0-260 16,0 0-16-16,0 0 424 0,0 0-244 0,0 0-532 15,0 0-212-15,0 0-268 0,0 0-244 16,60 26-268-16,-52-16-348 0,-5 5-632 16,-3-2-2112-16,0 15-2181 0</inkml:trace>
  <inkml:trace contextRef="#ctx0" brushRef="#br2" timeOffset="-71692.327">20260 17898 3920 0,'0'0'1368'0,"0"0"584"15,0 0-188-15,0 0-380 0,0 0 533 0,0 0 87 16,0 0-368-16,0 0-320 0,0 0-140 16,0 0-448-16,0 0-228 0,88 53-228 15,-69-53-200-15,1-6-72 0,1-1-292 16,2-5-336-16,-3-2-220 0,4 3-368 15,4-6-996-15,-13 8-2685 0,10-12-4331 0</inkml:trace>
  <inkml:trace contextRef="#ctx0" brushRef="#br2" timeOffset="-71428.983">20846 17345 12553 0,'0'0'4472'0,"0"0"-3468"0,0 0-472 0,0 0-28 16,0 0 84-16,0 0 780 0,0 0-419 16,99 13-365-16,-67-10-320 0,3-3-128 15,1 0-64-15,-4 0 12 0,1-3-84 16,-1-4 0-16,0-6-216 0,-6 1-380 15,-1-2-313-15,-5 2-191 0,0-1-320 0,-8 5-1184 16,-5-3-2548-16,-7 5-3945 0</inkml:trace>
  <inkml:trace contextRef="#ctx0" brushRef="#br2" timeOffset="-71224.003">20997 17517 7988 0,'0'0'6125'15,"0"0"-5037"-15,0 75-912 0,4-46 528 0,0 12 644 16,3 1 40-16,2-1-16 0,-1 3-348 16,-4 1-452-16,3 0-195 0,1 2-137 15,-3-6-240-15,-5 0-4 0,4-2-68 16,-4-7-156-16,0-1-125 0,4-10-135 16,-4-1-156-16,0-4-128 0,0-10-220 15,0 1-332-15,0-7-840 0,0 0-860 16,-4-7-2589-16</inkml:trace>
  <inkml:trace contextRef="#ctx0" brushRef="#br2" timeOffset="-71027.603">21001 17865 3360 0,'0'0'8925'0,"0"0"-7077"0,0 0-1136 0,0 0 356 0,0 0 212 16,0 0-304-16,0 0 72 0,0 0-216 15,88-16-244-15,-64 14-88 0,3-2-172 16,5-2-160-16,-4-1-108 0,3 1-60 15,1 0-4-15,0-4-8 0,-4 1-108 16,0-4-340-16,0 4-236 0,4-4-172 16,-4 0-216-16,4 4-340 0,0-2 724 15,-8 9-1116-15,4-4-6449 0</inkml:trace>
  <inkml:trace contextRef="#ctx0" brushRef="#br2" timeOffset="-70409.85">21858 17364 8856 0,'0'0'7645'0,"0"0"-5769"0,0 0-1568 15,0 0-136-15,0 0-88 0,0 0 224 16,0 0 232-16,0 0-148 0,0 0-284 16,79-19-100-16,-59 12 4 0,0 0-4 0,0 5-8 15,-4-4-64-15,3 2 52 0,-2 2-60 16,3 2 60-16,-5 0-64 16,2 0 28-16,-6 6 44 0,6 0-8 0,-6 3-44 15,1 4 56-15,1 3 12 0,-2-3 0 16,1 2 36-16,0 5-48 0,-4-1 8 0,5 3-4 15,-2 3-4-15,-3-2 0 0,-1 4 0 16,2 3-4-16,-1-5 4 0,-4 3-8 16,3 5-40-16,2-5 48 0,-1 3-4 15,0-1 4-15,3 1 0 0,-2-3 4 16,-1 4-4-16,-1-5 12 0,2-2 48 16,-5 0-60-16,4-3 0 0,-5 0 8 15,1-3 56-15,0 0 32 0,0-6 88 16,-4 0 48-16,5-4 120 0,-5-3 160 15,0-3-99-15,0 1-181 0,0-1 8 16,0-3-32-16,0 0-52 0,0 3-8 16,0-3-40-16,0 0-48 0,0 0 0 0,0 0 24 15,0 0-12-15,0 0 24 0,-5 3 4 16,-3 1-40-16,1-2 60 0,-5 3 0 16,-1-3 36-16,-2 1-68 0,-1 0-28 15,0-3-48-15,-8 0-12 0,0 0-96 16,0-3-136-16,-4 0-168 0,-4-6-144 0,-4 2-144 15,1 1-41-15,-1-1-87 0,-5 7-40 16,2 0-324-16,3 3-380 0,0 10-868 16,-3 3-1677-16,11 0-1559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8:28:53.942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2677 1638 6836 0,'0'0'7161'0,"0"0"-6389"16,0 0-684-16,0 0 1208 0,0 0 608 0,0 0-412 16,0 0-636-16,0 92-260 15,0-48-12-15,0 8 157 0,0 7-145 0,0 12-140 16,0 8-92-16,8 7 72 0,-1 2-184 16,6 7-156-16,-1-5 12 0,4-2-12 15,3-7 4-15,2-12 8 0,3-12-60 0,4-9-48 16,-5-8-40-16,1-14 32 0,0-3 4 15,4-11-92-15,-4-12 48 0,4-3-16 16,4-16-20-16,4-13-24 0,-1-13-72 16,1-8-72-16,0-14-16 0,-4-3-56 15,-4-3 8-15,0-3 16 0,-4 3-28 16,-9 0 72-16,2 3-36 0,-6 3 63 16,-2 10 21-16,-9-1 40 0,0 12 92 15,-9 1 76-15,-2 7 0 0,-1 6 12 16,-1 10 76-16,6 10 152 0,-1 1 5 15,4 11 71-15,-1 0-12 0,1 0-16 0,4 4-140 16,-3 5-40-16,-1 3-36 16,0 8 36-16,4 2 40 0,0 10 8 0,0 3-24 15,8 6-60-15,-5 9-12 0,6 9 0 16,3 7-60-16,-5 4 0 0,6 3-48 0,-5 1 0 16,3-5-168-16,6-6-124 15,-6-2-84-15,2-14-120 0,-2-5-149 0,5-11-183 16,-4-12-812-16,0-10-888 0,-4-2-1224 15,4-7-2553-15</inkml:trace>
  <inkml:trace contextRef="#ctx0" brushRef="#br0" timeOffset="250.042">3753 2421 8624 0,'0'0'7097'0,"0"0"-6341"0,4 112-256 0,0-51 588 15,3 18 1064-15,2 11-800 0,3 10-635 16,-1 6-233-16,6 7-60 0,3 5-120 16,-1-1-124-16,1-2-108 0,1-7 24 0,-10-10-48 15,5-15 8-15,-8-16-56 0,0-17-216 16,0-15 36-16,-4-16-136 0,-4-13 4 16,0-2-76-16,0-4-72 0,0-7-125 15,-4-4-99-15,-8-16-400 0,-4-11-1308 16,-7-13-1504-16,2 10-837 0,-14-45-2543 0</inkml:trace>
  <inkml:trace contextRef="#ctx0" brushRef="#br0" timeOffset="461.926">3665 2654 11969 0,'0'0'1408'0,"0"0"-1052"0,43-79 504 0,-22 60 844 16,-5-4-236-16,3 11-368 0,6 2-412 15,-5 7-212-15,-1-1-108 0,5 4-124 16,-3 4-172-16,-2 9 24 0,1 5 16 15,0 6 32-15,-4 4 52 0,-4 2-88 16,0 9-56-16,-8-1-4 0,0 1 12 16,-4-5 0-16,-4 2-8 0,-4-5-52 15,-5-6-168-15,-2 1-184 0,-1-4-112 0,-4-3-72 16,0-5-176-16,-4-2-248 0,1-3-640 16,-1-5-536-16,3-2-3025 0,-10-4-2579 0</inkml:trace>
  <inkml:trace contextRef="#ctx0" brushRef="#br0" timeOffset="871.443">4793 2171 14309 0,'0'0'1852'16,"0"0"-1776"-16,-112 77 112 0,64-33 796 15,-7 3 340-15,3 8-524 0,0-1-484 16,12 0-120-16,8-10 48 0,8-9-36 16,13-9-196-16,3-12-12 0,8 0-168 0,0-8-4 15,8 1 36-15,3 2 52 0,13-3-40 16,0 1 124-16,8-4 56 0,0 0-40 15,4 0 92-15,-1-3-12 0,-3 7-32 16,0-4 80-16,-4 3 28 0,-4 3-84 16,-5 8 180-16,-2-1 0 0,-6 5 180 15,-2 2 137-15,-9 3-209 0,0-1-64 16,0 0-104-16,-9 0-40 0,-6-3-76 16,2-3-92-16,-2-2-168 0,-1-5-196 0,-4-6-144 15,0-6-65-15,1 0-19 0,-9-12-204 16,0-7-416-16,-4-13-592 0,12 4-2224 15,-24-39-2557-15</inkml:trace>
  <inkml:trace contextRef="#ctx0" brushRef="#br0" timeOffset="1517.993">4642 1654 4832 0,'0'0'8765'15,"0"0"-7649"-15,0 0-548 0,0 0 1212 16,0 0 324-16,79 102-308 0,-67-51-387 15,4 9-489-15,0 6-304 0,-4 10 84 16,-1 10-120-16,2 0-400 0,-2 3-96 16,-2-3-84-16,3-7 0 0,-9-10-8 15,5-8 0-15,5-13-64 0,-6-13-36 16,-3-10-36-16,4-6-96 0,1-9-100 0,-5-4-80 16,3-6-4-16,-3 0 60 15,4-10-20-15,4-6-28 0,0-3 60 0,4-6 120 16,0-3-61-16,0 6 89 0,3 5 116 15,-2 4 28-15,-2 11 60 0,2 2 72 16,-2 0 220-16,-2 13 113 0,-2-1 103 16,2 10 72-16,-5 3-84 0,-5 1-84 15,1 6-52-15,0-4-84 0,0 2 4 0,0-5-40 16,1-3-84-16,-5-6-156 0,4-7-168 16,-1-4-228-16,5 0-148 0,0-5-144 15,1-7-40-15,2-5-132 0,5-11-333 16,-4-5-407-16,3-7-788 0,-2-4-460 15,2 2-329-15,-2-1 1357 0,2 6 1144 16,2 9-128-16,-6 8 804 0,2 8 1464 16,-1 7 272-16,-1 3 189 0,2 13 35 15,-2 6-156-15,2 1-188 0,-2-1-176 0,-3-3-132 16,5-3-504-16,-6-7-427 0,1-6-365 16,0-3-12-16,4-12-97 0,0-4-75 15,-1-12-104-15,6-4-176 16,-6-10 36-16,2 4-24 0,-1 3 124 0,-9 1 48 0,1 8 156 15,-4 7 112-15,0 7 36 16,-4 6 296-16,-7 1-28 0,-9 5 160 0,4 0-96 16,-4 11-148-16,4 4 120 15,0 8 85-15,5 5-73 0,2 10 24 0,1 3 180 16,4 3 84-16,0 5-132 0,4-5 48 16,0-3-76-16,0-6-300 0,0-13-180 15,4-8-228-15,4-8-84 0,5-6-76 16,6-6-92-16,-3-13-64 0,8-14-36 15,-1-15-316-15,5-12-933 0,4-10-1263 16,-4 13 12-16,17-35-3397 0</inkml:trace>
  <inkml:trace contextRef="#ctx0" brushRef="#br0" timeOffset="1835.402">5916 1762 12237 0,'0'0'4364'0,"0"0"-3764"0,0 0-380 15,13 79 980-15,-6-31 860 0,1 7-503 0,8 8-357 16,4 10-296-16,8 3 60 15,0 3-228-15,4 0-244 0,-1-2-216 0,1-8-216 16,0-12-60-16,-4-5-228 0,0-18-84 16,-4-5-12-16,-5-13 68 0,-2-7-44 15,-9-6-36-15,-5-3-100 0,-3-3-8 16,-7-9 8-16,-10-7-84 0,-6-4-132 16,-13-3-233-16,-8-2-383 0,-8-4-632 15,-12 1-172-15,-3 2-84 0,-8-2-536 16,-2 8 859-16,14 8 409 0,15 4 1424 15,12 11 844-15,16 0 937 0,13 7-85 0,2 3-460 16,5-1-260-16,12-2 180 16,13 2 168-16,1 0-12 0,19-5-84 0,7-4-412 15,8-6-180-15,11-13-284 0,4-4-207 16,2-5-85-16,2-1-60 0,-7-3-389 16,0 4-827-16,-9 2-788 0,-14 4-1848 0,5-1-2141 0</inkml:trace>
  <inkml:trace contextRef="#ctx0" brushRef="#br0" timeOffset="2268.639">2964 4292 16369 0,'0'0'1912'0,"0"0"-1740"16,0 0-24-16,0 0 592 0,0 0-104 16,0 0-136-16,0 0-256 0,0 0 0 15,0 0 96-15,108-15 76 0,-41 11-51 16,17-5-17-16,12-1-140 0,7-6-52 15,13-3 28-15,7 1-88 0,12-5-24 0,9 1-24 16,11 0 0-16,8 0 24 16,9-4 40-16,12 0 8 0,7-2-24 0,0-1 12 15,-8 1-108-15,-4-5 0 0,-12 3-60 16,-6-5-120-16,-6 0-52 0,-12 3 64 16,-7-1 72-16,-17 2-64 0,-12 6-20 15,-15 2-24-15,-17 2-88 0,-15 1-85 16,-8 8-207-16,-16 2-124 0,-8 4-368 15,-12 0-648-15,-4 6-592 0,-8 0-1512 16,-4-4-1813-16</inkml:trace>
  <inkml:trace contextRef="#ctx0" brushRef="#br0" timeOffset="3100.423">9127 1308 1656 0,'0'0'9297'0,"0"0"-6329"0,0 0-1424 15,0 0-224-15,-107 12-328 0,71 12 8 16,-4 1-176-16,-7 8-284 0,2 9-152 16,-2 6 40-16,-1 6 204 0,4 2-11 0,5 9-197 15,-2 5-72-15,9 2-40 0,13 11-92 16,3-1 32-16,16 7-84 0,3 6-80 16,18-2-84-16,14 0 44 0,10-2-36 15,10-5-24-15,1-11-24 0,7-1-196 16,1-17 16-16,0-9-40 0,0-16 16 15,-1-13-16-15,-3-13 244 0,0-10-36 16,0-11 36-16,-1-10-108 0,-3-11 0 16,0-5 48-16,-3-3-40 0,-2-7 16 15,-3-7-48-15,-5 2-52 0,2-8 3 16,-10-3-163-16,1-6-8 0,-8-4-88 16,-9 0-72-16,-2-4 12 0,-6 2 128 15,-11 0 140-15,0 2-4 0,-15 1-132 16,-9 0-328-16,-4 7 24 0,-12 6 336 0,-4 5 348 15,-3 7 24-15,-2 10 240 0,2 9 24 16,-1 9-152-16,4 11 0 0,5 9 236 0,2 3 12 16,5 9 12-16,0 13-40 0,1 7 36 15,-1 8 64-15,-4 12-104 0,0 8-80 16,-3 7 8-16,-2 5-100 0,2 8-20 16,-1-5-160-16,0 2-60 0,8-11-512 15,0-7-348-15,9-10-556 0,3-14-2376 16,-8-7-4701-16</inkml:trace>
  <inkml:trace contextRef="#ctx0" brushRef="#br0" timeOffset="3305.983">9000 1769 5288 0,'0'0'1044'0,"0"0"-524"0,0 0 2436 0,-28 85-87 15,12-44-441-15,-4 13-460 0,1 4-640 16,-1 11-308-16,-1 7-360 0,2 10-144 15,-1 3-164-15,3 5-108 0,6 6-136 0,-1-5-108 16,4-7-108-16,4-11-208 16,4-13-232-16,0-23-104 0,0-19-144 0,7-16-316 15,2-6-860-15,-1-6-2380 0,3-23-6013 0</inkml:trace>
  <inkml:trace contextRef="#ctx0" brushRef="#br0" timeOffset="3473.293">9434 2552 8036 0,'0'0'1920'0,"0"0"537"0,92 69-1093 0,-57-33 296 16,6 5 480-16,-2 7-180 0,1 2-752 15,4 5-548-15,0-2-284 0,4 1-135 16,-5-5-229-16,10-11-12 0,-6-1-461 16,1-8-331-16,4-7-172 0,-8-6-176 15,4-7-796-15,-16-2-2752 0,7-7-5457 0</inkml:trace>
  <inkml:trace contextRef="#ctx0" brushRef="#br0" timeOffset="4527.001">8917 1486 5868 0,'0'0'1312'0,"0"0"-544"0,0 0-524 16,-9 88 2396-16,5-55-675 0,0-2-957 16,1 4-388-16,3 0-140 0,-4 3 140 15,4 0 56-15,0 4-208 0,0-1-196 16,0 0-72-16,0 3-64 0,0 4-124 0,0 0-12 16,0-1-24-16,0 2-36 0,-4 1 48 15,4-3-64-15,-5 1 24 0,1-4-144 16,0-6-168-16,0-2-192 0,1-5 4 15,3-6-216-15,-4-2-132 0,0-5-288 16,4-1-533-16,0-5-479 0,0-6-604 16,0 1-1516-16</inkml:trace>
  <inkml:trace contextRef="#ctx0" brushRef="#br0" timeOffset="5203.926">8968 1657 756 0,'0'0'7052'0,"0"0"-4476"15,0 0-1043-15,0 0-445 0,0 0-80 16,0 0 4-16,0 0-132 0,-32 76-300 16,28-57-132-16,0 3-60 0,1 4 44 15,-1 2 40-15,0 4 8 0,-1 3-172 16,-3 3-88-16,1 0-120 0,3 0-16 15,-5 7-84-15,1-1-36 0,1 4-64 0,3 0-20 16,-4 3 8-16,-1 2-120 0,5 5-312 16,1-4 24-16,-1-1-52 0,4-2 12 15,0-2-132-15,0-9-236 0,0-5-252 16,7-10-672-16,1-9-1309 0,5-3-3327 0</inkml:trace>
  <inkml:trace contextRef="#ctx0" brushRef="#br0" timeOffset="5983.366">10738 1400 5004 0,'0'0'1380'0,"0"0"-408"0,0 0 200 16,0 0 2857-16,0 0-2333 0,0 0-344 15,0 0-84-15,0 0-276 0,0 0-140 0,0 0-224 16,0 0-152-16,-64 61-120 16,51-36-88-16,-2 3-12 0,2 4-12 0,2 3 12 15,3 5-60-15,-1 12-16 0,2 2 4 16,3 10 45-16,0 2-33 0,4 7-88 15,0 4 0-15,11 5 16 0,2-2-16 16,6 2 36-16,2-3-84 0,7 1 52 0,0-8-64 16,3-2 12-16,1-6-60 0,4-7 0 15,0-6-8-15,-1-6-64 0,6-11-124 16,-5 1-92-16,3-13-112 0,1-3-197 16,4-6 13-16,-4-7-88 0,8-2-88 15,-1-4-196-15,1-10-544 0,4-3-700 16,-16-3-2109-16,19-15-2163 0</inkml:trace>
  <inkml:trace contextRef="#ctx0" brushRef="#br0" timeOffset="6618.343">11518 1860 4304 0,'0'0'2904'0,"0"0"-1828"0,0 0-544 15,0 0 3781-15,0 0-2373 0,4 89-256 16,12-57-380-16,0 3-280 0,12 9-128 16,0 4-152-16,4 9-48 0,3 4-3 15,1 2-149-15,1 0-156 0,-2 1-76 16,-3-4-68-16,-4-6-16 0,4-9-56 0,-4-10-16 16,-1-10-84-16,1-9-32 0,4-7-40 15,-4-6-72-15,0-3-196 0,-4-12 184 16,0-11-12-16,-8-5-168 0,0-9-28 15,-4-9 40-15,-5-4-52 0,-7-4-24 16,0-7-48-16,0-2-85 0,-11-5 21 16,-5-1 16-16,-8-3-80 0,4 1 140 0,-4 1 68 15,4 4-12-15,4 6 200 0,1 5 104 16,6 8 4-16,5 6 68 0,0 6-64 16,4 7 84-16,0 5 156 0,4 4-24 15,5 3-36-15,2 0-24 0,1 3 24 16,4 4-12-16,4-4-16 0,8 4 4 15,3-1 72-15,10-2 0 0,6 2 24 16,5-3-52-16,0 4-20 0,8 0-51 16,-1-1-13-16,1 1-68 0,0-2-48 15,3 3 0-15,-7-6-4 0,4 5 0 0,-8-1 52 16,-4 4-52-16,-4 1-44 0,-12 0 32 16,-8 3-88-16,-5 2-141 0,-6 0-259 15,-6 7-304-15,-3 1-212 0,-4 5-28 16,-4 6-820-16,-7-7-1180 0,-13 20-2913 0</inkml:trace>
  <inkml:trace contextRef="#ctx0" brushRef="#br0" timeOffset="6936.698">12491 2026 13817 0,'0'0'2348'0,"0"0"-1796"0,0 0-240 15,0 0 420-15,0 0 576 0,0 0-240 16,87-26-400-16,-71 20-240 0,-1 3-100 16,2 3-132-16,-6 0-196 0,2 0-108 0,-5 9 108 15,-4 7 36-15,-1 3 52 0,-3 6-15 16,0 7-25-16,-7 3-40 0,-5 3-8 16,3 0 40-16,2-3-32 0,-1 0 96 15,8-6 100-15,0-4-96 0,4-3-60 16,7-6-48-16,2-7-12 0,6-2-36 0,9-4 40 15,4-3 0-15,5-10-124 16,-2-1-24-16,1-6-417 0,0-5 257 0,-4-4-52 16,-8 1-104-16,0-3-92 0,-13-4-148 15,1 3-324-15,-8 1-744 0,-4 9-1168 16,-4-10-3981-16</inkml:trace>
  <inkml:trace contextRef="#ctx0" brushRef="#br0" timeOffset="7383.502">11191 1146 7552 0,'0'0'4553'0,"0"0"-2677"0,0 0-432 16,0 0-76-16,88-26-288 0,-76 26-340 16,0 4-332-16,-4 5-200 0,4 4-96 15,-4 6-4-15,-4 6 100 0,0 4-120 16,-4 6-44-16,0 3-44 0,-4 0-84 16,-4 1 76-16,0-8-68 0,0-3 28 15,8-8-172-15,0-5-112 0,0-2-24 16,16-3-52-16,8-4-200 0,3 4 12 15,6-4-128-15,3 0 96 0,-1 0 376 16,1-2 88-16,-4-1-52 0,-4 3 204 16,0-6 12-16,-9 6 88 0,-2-1 152 0,-6 0 212 15,-6 1 116-15,-1 1 44 0,0 2-164 0,-4 8-76 16,-4-5-16-16,-5 7-20 0,-2 3-152 16,-6 0-36-16,-6 4 12 0,-1 5-80 15,-8 1-80-15,-7 4-60 0,-2-3-248 16,-2 6-124-16,3-7-148 0,0 0-116 15,4-7-284-15,12-5-416 0,8-8-1472 16,9-5-3013-16</inkml:trace>
  <inkml:trace contextRef="#ctx0" brushRef="#br0" timeOffset="7733.209">13625 1533 5320 0,'0'0'3288'0,"0"0"-1904"16,53 88-219-16,-33-49 103 0,-1 9-40 15,-3 0 164-15,0 3-260 0,-4-4-116 16,-4 4-64-16,-4 0-64 0,0 0-252 16,-4-4-280-16,0 4-100 0,-4-4 0 0,-8 1-48 15,0 0-48-15,-7-4-100 0,-2 3-48 16,-3-2-4-16,1-1 4 0,-9 1-12 16,0-1-64-16,-8 2-316 0,-4-9-328 15,-8 1-272-15,5-6-256 0,-9-4-488 16,16-9-2412-16,-24-3-4209 0</inkml:trace>
  <inkml:trace contextRef="#ctx0" brushRef="#br0" timeOffset="8292.348">15706 1746 10104 0,'0'0'4305'0,"0"0"-3169"16,0 0-560-16,0 0 316 0,35 75 632 0,-18-33-28 15,-2 3-288-15,5 10-403 0,-4-2-273 16,-4 4-256-16,-4-6-152 0,0-4-40 15,-4-2-84-15,1-10-40 16,-5-10-276-16,0-6-264 0,0-10-137 0,-5-5-99 0,-3-4-52 16,-7-10-584-16,2-2-2432 15,-15-23-5013-15</inkml:trace>
  <inkml:trace contextRef="#ctx0" brushRef="#br0" timeOffset="8447.823">15574 1444 8688 0,'0'0'2661'16,"0"0"-1253"-16,0 0-92 0,0 0 212 15,96-28-500-15,-64 14-728 0,4 2-300 0,7-4-524 16,1 4-608-16,8 2-604 0,-8 4-2221 16,23-1-2187-16</inkml:trace>
  <inkml:trace contextRef="#ctx0" brushRef="#br0" timeOffset="8718.972">16499 1413 8340 0,'0'0'4945'0,"0"0"-3257"0,8 82-580 0,-12-40 132 0,-9 9 192 16,2-4 52-16,-5 3-412 0,4-8-535 15,0-4-357-15,4-9-180 0,3-7 0 16,5-6-60-16,0-4-12 0,9-5-73 16,7-4-99-16,4-3-12 0,8 0 148 15,0 0 108-15,4 0 48 0,3-3 12 16,-3 3-56-16,-4 0 4 0,-4 0 64 15,-1 3 52-15,2 3-4 0,-9 4-36 16,-1 0-20-16,-2-1-4 0,-5 4 13 16,-4-1-61-16,-4 4 48 0,-4 3-60 15,-9 3-40-15,-2 3-45 0,-9 7-111 0,-4 0-204 16,-4 0-100-16,0 3-184 0,0-4-64 16,-4 2-40-16,5-8-312 0,-1-3-528 0,11-6-992 15,-10-7-3873-15</inkml:trace>
  <inkml:trace contextRef="#ctx0" brushRef="#br0" timeOffset="9258.224">18372 1362 8096 0,'0'0'5101'0,"0"0"-3565"0,0 0-640 15,0 0 160-15,99 22 236 0,-80 3-172 16,2 17-100-16,-5 5-216 0,-4 13-172 16,-1 8-23-16,-2-2-5 0,-1 4-48 15,-5-13-252-15,5-6-304 0,1-16-12 0,-1-10-60 16,-1-11-60-16,1-14-124 0,4 0-84 15,-4-17 16-15,8-8-64 0,4-7-173 16,-4-10 13-16,7-2-12 0,-2 4 168 16,-1-2-12-16,-1 10 72 0,2 3 148 15,-1 14 136-15,-9 5 48 0,1 10 12 0,-3 3 148 16,-2 16 308-16,1 3 80 16,-4 3-36-16,0 4-60 0,1 3-16 0,-5-4-107 15,4 5-13-15,-4-8-184 0,3-3-132 16,-3-3-76-16,4-7-360 0,0-8-489 15,4-4-319-15,4-4-964 0,0-5-1752 16,16-23-2617-16</inkml:trace>
  <inkml:trace contextRef="#ctx0" brushRef="#br0" timeOffset="9533.133">19255 1788 11069 0,'0'0'4004'16,"0"0"-2780"-16,25 79-228 0,-22-54 476 15,5-3 332-15,1-6-347 0,-5-9-717 16,3-7-508-16,5-10-160 0,1-12 48 15,6-13-120-15,1-9-216 0,0-11-292 16,0-2-149-16,0-3-11 0,-4 6 108 16,0 6-64-16,-9 7-212 0,-3 3-100 0,-4 13 232 15,-4 3 120-15,-7 9 532 0,-6 9 52 16,-2 4 884-16,-1 19-352 0,1 10 36 16,-2 12 44-16,1 10-72 0,1 2-4 15,2 8 64-15,2 0-32 0,2-4-139 16,6-3-189-16,3-6-156 0,4-10-84 0,0-13-324 15,0-13-345-15,8-12-99 0,8-9 60 16,-1-19 60-16,10-13-536 0,-6 2-1312 16,17-40-4221-16</inkml:trace>
  <inkml:trace contextRef="#ctx0" brushRef="#br0" timeOffset="9899.873">19993 901 12449 0,'0'0'3184'0,"0"0"-2128"15,16 95-608-15,-12-43 716 0,4 11 836 16,-5 3-195-16,5 5-621 0,5 1-496 0,-2-2-72 16,10-3 84-16,-1 0-328 0,-1-7-216 15,5-9-144-15,4-7-12 0,0-12-192 16,4-13-96-16,0-5-48 0,-4-12-76 16,0-2 76-16,-5-13-4 0,-3-3-56 0,-8-6-172 15,-3 0-172-15,-6-3-197 16,-3-2-51-16,-16 2-236 0,-7-2-680 0,-14 2-128 15,-2-2 208-15,-14 2 608 0,-1 0 408 16,-6-1 123-16,0 6 661 0,0 8 24 16,4 5 965-16,4 7 227 0,5 7 72 15,11 10-128-15,8-2-244 0,8 5-236 16,3-2-32-16,13 1 156 0,4 0-64 16,13-3-240-16,2-3-8 0,10-4-28 15,6-6 12-15,14-3 0 0,2-3-136 0,9-13-112 16,0-6-204-16,8-6-60 0,-1-4-376 15,1 1-420-15,4-5-404 0,-5 4-584 16,-11 11-1264-16,20-8-4821 0</inkml:trace>
  <inkml:trace contextRef="#ctx0" brushRef="#br0" timeOffset="10466.968">22208 1644 7460 0,'0'0'2452'0,"0"0"-1588"16,-47-67-375-16,26 48 311 0,1 0 616 15,5 7-8-15,2 5-212 0,2 7-132 16,-1 4-380-16,3 9-92 0,2 8 96 15,-1 12 72-15,4 11-112 0,0 6-36 16,-1 9-28-16,1 4-15 0,1-3-37 16,3-6-192-16,-4-10-172 0,4-13-164 15,0-8-4-15,0-14-72 0,7-9-120 16,2-7-112-16,7-14-48 0,0-10-168 0,7-14-65 16,1-6 73-16,-3-3 0 0,3 4 96 15,-1 1 88-15,-3 8 32 0,-3 13 76 16,2 9 108-16,-7 6 112 0,0 13 172 15,-1 2 332-15,-2 15 192 0,-1 5-72 0,0 7-100 16,-5-1-160-16,10 1-107 0,-5-1 7 16,7-2-32-16,2-5-28 0,3 2-32 15,3-4-76-15,1-6-96 0,4-4-80 16,0-2-380-16,4-4-269 0,0-3-211 16,0 0-108-16,-1-10-588 0,-3 5-1224 15,12-12-3705-15</inkml:trace>
  <inkml:trace contextRef="#ctx0" brushRef="#br0" timeOffset="11034.158">23634 1596 11997 0,'0'0'2980'0,"0"0"-1784"0,0 0-944 0,0 0-76 16,0 0 324-16,0 0 776 0,0 0-244 0,0 0-480 15,-87 13-100-15,71 35-12 0,0 12 44 16,0 4 29-16,1-1-29 0,-2-2-216 15,6-10-176-15,2-16-92 0,9-10-132 16,0-13-148-16,4-5-144 0,8-7 11 16,0-7 73-16,4-5 44 0,4-10-80 15,0-3-64-15,0-7-24 0,-1 0 68 16,-2 0 92-16,3 0 120 0,-1 10-40 0,-2 3 0 16,2 7 52-16,1 8 172 0,1 4 52 15,-2 12 268-15,1 11 72 0,-4 9-8 16,4 6-40-16,0 3-88 0,-1 6-84 15,-2 2-16-15,3 1 4 0,-8 7-36 16,-1 4 72-16,-7 5 8 0,-4 7-20 16,-4 7-48-16,-15 2-28 0,-9 0 0 0,-4 8 76 15,-8-8 8-15,0 1 17 0,-3-11 83 16,2-5 36-16,-2-15 96 0,3-11-52 16,0-16-188-16,4-9-76 0,4-16-60 15,4-7-48-15,0-18-252 0,5-13-100 16,3-13-84-16,8-16-196 0,3-5-341 15,9-10-75-15,9-8-560 0,14-2-456 16,9 0-576-16,0 22-2181 0,28-35-1695 0</inkml:trace>
  <inkml:trace contextRef="#ctx0" brushRef="#br0" timeOffset="11583.284">24152 1702 14161 0,'0'0'2556'0,"0"0"-1600"0,9 86-708 0,-9-48 0 16,0 3 960-16,-9 0 504 15,5-10-391-15,4-5-653 0,0-7-380 0,0-12-280 16,4-7-8-16,9-3-132 0,2-16 24 16,9-11-96-16,8-4-124 0,-4-11-216 15,4-6-125-15,0-2-3 0,-4 2 36 16,-4 0 100-16,-5 4-4 0,-6 5 156 16,-9 4 64-16,-4 9 184 0,-8 7 136 15,-9 9 260-15,1 11 356 0,-7 4 20 16,-1 14-180-16,0 7 44 0,-4 8 24 15,4 10 20-15,4 4 53 0,0 3-89 16,8-1-72-16,-4 4 12 0,8-7 36 16,1-2-136-16,3-10-348 0,0-10-12 0,4-6-252 15,4-13-136-15,7-3-48 0,6-7 124 16,2-12-160-16,1-6-172 0,8-10-169 16,0-3-459-16,0-6-448 0,-1 2-352 0,-3 7-124 15,4 7-132-15,-4 9 831 0,1 6 1509 16,-2 13 64-16,-3 0 1301 0,0 16-41 15,-8 6 88-15,4 10 228 0,-4 3-60 16,-1-1-220-16,6 2-220 0,-2-4-200 16,5-10-88-16,-3-3-111 0,-2-10-281 15,6-5-204-15,-2-8-88 0,5-12-168 16,0-9-112-16,4-8-128 0,-4 0-100 16,-1-6-84-16,-2 1 11 0,-5 3 133 15,-4-1 72-15,-5 9-72 0,-7-2 48 16,-4 8 124-16,-7-3 108 0,-6 9 280 15,-7 2-136-15,5 7 64 0,-5 6 228 0,0 0-191 16,0 12-25-16,1 4-28 16,-2 9-80-16,5 5-40 0,1-3 24 0,2 5 24 15,6-3-120-15,2-3-204 0,5-1-392 16,4-6-229-16,0-7-139 0,9-5-288 0,3-4-652 16,4-3-1080-16,11-16-4205 0</inkml:trace>
  <inkml:trace contextRef="#ctx0" brushRef="#br0" timeOffset="12300.505">25368 1444 13609 0,'0'0'2844'0,"0"0"-1984"16,0 0-812-16,-100 19-36 0,56-3 88 15,1 13 520-15,-6 9 32 0,-3 7-220 16,1 8-88-16,-1 8 144 0,13 3 380 15,7-5 8-15,8-4-135 0,12-8-125 16,7-12-288-16,5-12-244 0,13-15-80 16,6-8-4-16,5-5-108 0,12-23-172 15,8-8-84-15,4-15 0 0,7-12-48 0,1-6-109 16,0-5-63-16,0-2-148 16,-1-4-152-16,-3 4-224 0,-7-4-268 0,-2 5-372 15,-7 1-628-15,-8 4-481 0,-8 7 693 16,-8 0 1384-16,-4 5 780 0,-8 4 1388 15,0 7 272-15,-8 2 249 0,-4 5-221 0,0 7-232 16,0 5-312-16,4 9-4 0,5 6-64 16,-2 7-276-16,1 6-100 0,4 0-196 15,-4 6-176-15,4 10-48 0,-4 12 24 16,4 7 48-16,-4 10 113 0,0 9 19 16,1 9-12-16,3 3-136 0,-9 12-188 15,1-2-52-15,0 6-96 0,-4 1-8 16,0-1-88-16,1-3-64 0,-6-3-44 15,6-2-136-15,2-4-12 0,5-9-96 16,4-9-25-16,0-7 97 0,9-10-4 0,6-9-448 16,-2-7-288-16,6-10-368 0,1-6-876 15,0 1-2281-15,8-11-1295 0</inkml:trace>
  <inkml:trace contextRef="#ctx0" brushRef="#br0" timeOffset="12927.733">26639 1679 364 0,'0'0'4688'0,"0"0"2249"0,0 0-4385 16,87 54-788-16,-39-29-456 0,0 1-284 15,4-8-172-15,-1-1-292 0,1-8-276 16,0-5-164-16,0-4-120 0,0-16-116 16,0-9-424-16,-5-10-320 0,1-7-236 15,0-2-172-15,-8-7-696 0,-12 13-1873 0,8-19-2403 16</inkml:trace>
  <inkml:trace contextRef="#ctx0" brushRef="#br0" timeOffset="13193.888">27065 1221 104 0,'0'0'8104'16,"0"0"-5287"-16,-24 81-1057 0,16-39-360 15,4 10 76-15,4 9-132 0,0 12-168 0,0 6-164 16,8 10-168-16,0 7-172 0,0 2-220 16,4 1-100-16,0-1-96 0,-5-3-99 15,2-3-9-15,-1-10-88 0,0-5 60 16,-5-10-72-16,1-11-40 0,1-7-4 15,-1-8 4-15,0-13-8 0,0-6-12 16,-4-6-36-16,0-6 0 0,0-7-36 16,0-3-124-16,0-3-133 0,-8-10-83 0,-5-6-160 15,2-6-152-15,-1-10-72 0,4-9-352 16,-4-11-676-16,8 11-1276 0,-4-35-3461 0</inkml:trace>
  <inkml:trace contextRef="#ctx0" brushRef="#br0" timeOffset="13367.036">27707 1739 14469 0,'0'0'1892'0,"0"0"-1456"15,19 89-200-15,-15-47 732 0,1 2 952 16,-5 0-324-16,0-2-599 0,0-7-561 16,0-7-280-16,0-6-156 0,0-5-224 15,-5-8-288-15,5-6-169 0,0-3-279 16,-4-6-312-16,0-10-1324 0,0 0-3601 15,-3-16-3587-15</inkml:trace>
  <inkml:trace contextRef="#ctx0" brushRef="#br0" timeOffset="13516.424">27647 1517 14517 0,'0'0'1880'0,"0"0"-1828"0,0 0 308 15,0 0 832-15,79 10 336 16,-55-10-784-16,0 0-540 0,0-3-204 0,4-4-256 15,-1 1-356-15,-2-7-556 0,-1 7-468 16,-4-3-996-16,-1 2-3157 0</inkml:trace>
  <inkml:trace contextRef="#ctx0" brushRef="#br0" timeOffset="13817.019">28053 1838 7112 0,'0'0'7269'15,"0"0"-6273"-15,12 70-884 0,-8-57-48 16,4 3 464-16,0-9 412 0,4-7-196 15,0 0-520-15,7-11-176 0,2-8-48 16,3-6 0-16,0-7-496 0,-1-6-112 16,1 0 96-16,-4 1 20 0,-8 4 16 15,1 1 60-15,-6 10 188 0,-7 3 228 0,0 0 64 16,-12 9 112-16,-4 3 64 0,-4 5 164 16,1 2-168-16,-2 13 220 0,1 6 116 15,1 9 0-15,3 10-24 0,0 8-80 16,4 4 72-16,0 4 64 0,-1-4-20 15,6 1-96-15,3-4 0 0,0-8-52 0,4-11-312 16,4-6-124-16,7-5-184 0,10-11 184 16,3-6 72-16,4-10-72 0,4-12-544 15,3-10-248-15,9-10-324 0,0-8-200 16,3-7-572-16,-10 16-1120 0,10-25-2805 0</inkml:trace>
  <inkml:trace contextRef="#ctx0" brushRef="#br0" timeOffset="14038.556">28714 828 1644 0,'0'0'11333'0,"0"0"-9569"0,0 0-1320 0,9 67-56 16,-9-32 944-16,0 6 512 0,0 9-312 16,0 8-604-16,0 9-247 0,-4 3 35 15,-1 9 44-15,-3 0-300 0,4 4-180 16,1 4-208-16,-1-5-72 0,0-3 0 0,4-10-208 15,4-2-320-15,3-16-200 0,5-6-48 16,8-17-37-16,4-9-395 0,12-12-488 16,4-7-560-16,-8-10-1596 0,20-22-3129 0</inkml:trace>
  <inkml:trace contextRef="#ctx0" brushRef="#br0" timeOffset="14400.978">29169 1720 4728 0,'0'0'8261'0,"0"0"-4313"0,0 0-3052 15,0 0-476-15,-56 76 292 0,32-37 1028 0,0-1-15 16,0 6-537-16,-4-3-572 16,8-3-316-16,4-2-180 0,0-11-120 0,12-9-204 15,0-4-84-15,4-8 20 0,8-4-8 16,12-4-28-16,4-8-56 0,8-10-152 16,4-8 28-16,4-10 35 0,0-8-123 0,4-9-404 15,-5-6-176-15,5-4 260 0,0-6-200 16,-8-4-680-16,-5-2-196 15,-3-3 368-15,-7-1 1344 0,-6 4 256 0,-2 8 848 16,-2 15 60-16,-7 12 136 0,5 18 396 16,-9 11-8-16,4 11-144 0,-4 4-300 15,0 6-304-15,0 10-60 0,0 10 48 16,-4 8-128-16,-1 15-139 0,1 7-81 16,4 11-80-16,0 6 60 0,0 10-4 15,0-1 220-15,13 4-168 0,-2-4-184 16,6-3-168-16,-2-5-252 0,5-11-340 0,0-5-268 15,4-11-137-15,0-5-279 0,-4-8-848 16,-1-11-1724-16,2 5-3529 0</inkml:trace>
  <inkml:trace contextRef="#ctx0" brushRef="#br0" timeOffset="14938.862">17985 4540 5108 0,'0'0'9361'16,"0"0"-7637"-16,0 0-884 0,119 16 56 15,-43-11 740-15,8 2-416 0,7-3-464 0,-3-4-379 16,-4 0-281-16,-13-11-84 0,-3-8-12 16,-4-6-132-16,-5-6-281 0,-6-10-307 15,-6-3-316-15,-7-4-392 0,-4 0-800 16,-17 13-2040-16,-6-12-3221 0</inkml:trace>
  <inkml:trace contextRef="#ctx0" brushRef="#br0" timeOffset="15180.003">18495 4010 7160 0,'0'0'4245'15,"-9"76"-2325"-15,6-25-308 0,3 15 60 16,0 17 4-16,0 9-200 0,0 3-280 16,3 7-235-16,6 2-233 0,-5-2-160 15,0 1-252-15,0-9-184 0,3-8-68 16,-3-16-64-16,5-16-12 0,-5-13-60 0,0-13-12 15,3-8-124-15,-3-8 100 16,-4-5-12-16,0-5-172 0,0-2-192 0,0 0-121 16,0 0-27-16,-4-6 56 0,1-7-156 15,-1-9-880-15,-4-6-768 0,3 0-2525 0,-3-33-2579 16</inkml:trace>
  <inkml:trace contextRef="#ctx0" brushRef="#br0" timeOffset="15438.768">19021 4667 11625 0,'0'0'1744'0,"0"0"-1264"16,0 0 168-16,0 0 688 0,83 73 664 16,-74-66-204-16,-5-5-768 0,-1-2-576 15,1-7-236-15,0-7 16 0,0-16-232 16,0-1-316-16,4-13-292 0,0-1-140 16,0-2 40-16,-8 8 192 0,0 4-116 0,0 10 52 15,-12 6-144-15,-4 7-144 16,-8 2 428-16,-8 3 440 0,0 7 480 0,-4 7 176 15,5 9 40-15,-1 6-52 0,4 6-52 16,4 1-84-16,8 6-80 0,0 0-48 0,4 0-88 16,5-7-68-16,-1-2-224 0,3-7-16 15,5-6-644-15,0-11-752 0,9-2-732 16,-2 0-3041-16,18-25-3483 0</inkml:trace>
  <inkml:trace contextRef="#ctx0" brushRef="#br0" timeOffset="15649.803">19463 4356 13401 0,'0'0'1800'0,"0"0"-1724"0,36 101-76 16,-33-56 240-16,1 6 876 0,-4-3 312 15,-4 2-476-15,-3-9-376 0,-1-2-64 16,-1-11 160-16,5-9-244 0,4-9-272 0,0-10-68 16,0-7-88-16,0-6-132 0,0-13-96 15,13-5-44-15,-5-7-128 0,3-9-28 16,6-1-48-16,3-2-128 0,-1-1-36 15,9 0-140-15,8 0-480 0,4 7-860 0,-8 8-1065 16,28-5-2991-16</inkml:trace>
  <inkml:trace contextRef="#ctx0" brushRef="#br0" timeOffset="16005.933">22144 3638 8644 0,'0'0'4373'16,"0"0"-2405"-16,-91 0-656 0,59 13-240 0,-4 9 152 15,-3 7-104-15,-2 11-240 0,5 12-320 16,1 8-184-16,3 7 13 0,4 8 279 16,7 2-148-16,10 3 0 0,3-4-108 15,8-7-100-15,0-8-72 0,12-10-228 16,4-13-12-16,3-9-48 0,6-14-168 16,3-9 12-16,3-6 108 0,1-6-4 15,0-9-176-15,0-11-148 0,-8 1-72 16,0-5-156-16,-12 0-153 0,-5 4-523 15,-7 0-812-15,-3 7-792 0,-5 3-1513 0,-24 1-1083 16</inkml:trace>
  <inkml:trace contextRef="#ctx0" brushRef="#br0" timeOffset="16267.953">21678 4235 2936 0,'0'0'9933'0,"0"0"-7269"0,0 0-1420 0,0 0-240 16,79 60 244-16,-38-46 124 0,2-6-56 15,2-4-431-15,2-4-353 0,1-12-252 16,-4-11-148-16,4-3-132 0,-5-5-364 15,-3-4-276-15,-3-3-213 0,-9 3-95 16,-2-2-236-16,-1 1-492 0,-9 4-624 16,-4 4-528-16,-5 5-13 0,-7 14 405 15,0 2 600-15,-7 7 1836 0,-5 10 1328 16,-1 13 1048-16,2 2 61 0,-6 10-369 16,6 2-196-16,3 5-208 0,4-1-428 0,1 4-360 15,3 2-240-15,0 1-212 16,3 3-140-16,5-1-40 0,4-5-244 0,4-7 0 15,-1-7-624-15,6-6-404 0,3-1-80 16,4-12-80-16,-5-2-920 0,18-4-3225 0</inkml:trace>
  <inkml:trace contextRef="#ctx0" brushRef="#br0" timeOffset="16715.97">22850 4273 13997 0,'0'0'1500'0,"0"0"-884"0,0 0-460 15,0 0 44-15,0 0 336 0,0 0 568 16,0 0 28-16,-81 73-520 0,70-44-184 16,-1 6-36-16,0-3 288 0,8-4-131 0,0 0-329 15,4-9-136-15,0-2-84 0,0-9-172 16,4-3-217-16,4-5 25 0,4-5 120 16,0-6-144-16,8-9-136 0,-1-2-176 15,2-7-72-15,3 4-44 0,-5 0 20 0,1 9 272 16,1 10 276-16,-6 6 248 0,1 3 76 15,0 13 84-15,0 6 228 0,-4 3 320 16,-4 5 144-16,4-5-160 0,-4 0-116 16,-1-3-124-16,2-3-136 0,-1-10-48 15,-4-2-256-15,7-7-12 0,-2-7-180 16,3-9-248-16,-1-12-260 0,6-7-148 16,3-13-236-16,-1-6-844 0,-6 10-1896 15,10-26-1989-15</inkml:trace>
  <inkml:trace contextRef="#ctx0" brushRef="#br0" timeOffset="16927.738">23319 3514 6536 0,'0'0'2788'0,"0"0"-1496"16,0 0 537-16,0 0 727 0,21 82-112 0,-17-43-532 15,3 5-568-15,1 11-420 0,-3 5-111 16,-1 6-61-16,-4 4-304 0,0 3-220 15,0 3-44-15,0-6-184 0,0-3-24 16,0-10-268-16,0-6-324 0,4-9-292 16,3-12-149-16,1-7-227 0,1-10-644 15,6-7-864-15,-2-6-2609 0,6-15-2479 0</inkml:trace>
  <inkml:trace contextRef="#ctx0" brushRef="#br0" timeOffset="17351.457">23770 4226 10124 0,'0'0'2429'0,"0"0"-1177"0,0 0-200 15,0 0 228-15,0 0 380 0,0 0-8 16,0 88-452-16,0-53-360 0,-4 7-3 16,0-1-121-16,0-3-220 0,4 1-160 15,0-12-152-15,0-7-64 0,12-8-120 16,-4-12-44-16,8 0-16 0,3-15-12 16,6-14-28-16,-1-6-44 0,4-9-12 0,0-5-52 15,-5 2 16-15,1 0 0 0,0 5 20 16,-8 5 4-16,-4 2-24 0,-8 6-4 15,-4 4 28-15,0 5 80 0,-12 4 88 16,-4 7 40-16,-8-1 176 0,1 8-96 16,-5 2-56-16,0 2 56 0,0 11-108 0,4 4 60 15,-1 4-20-15,6 2-52 0,-1 2-60 16,8-2-108-16,0 2-244 0,4-3-137 16,0-3-143-16,8 3-248 0,-3-6-696 15,3 0-1324-15,3-6-3665 0</inkml:trace>
  <inkml:trace contextRef="#ctx0" brushRef="#br0" timeOffset="17542.976">24296 4229 15733 0,'0'0'3100'0,"0"0"-2256"16,-4 85-400-16,4-46 104 0,-4 4 657 15,4-4-173-15,-5-7-648 0,5-10-384 16,0-6-336-16,0-7-224 0,0-9-145 16,5 0-83-16,-1-5-164 0,4-15-980 0,-4 4-2284 15,3-19-3949-15</inkml:trace>
  <inkml:trace contextRef="#ctx0" brushRef="#br0" timeOffset="17693.578">24280 3892 13597 0,'0'0'3920'0,"0"0"-3920"0,0 0-432 0,0 0 156 16,80-3 276-16,-52 0 148 0,0-4-148 15,7-2-476-15,5-1-432 0,0-2-240 16,4 2-1492-16,-9 1-2813 0,10 6-815 0</inkml:trace>
  <inkml:trace contextRef="#ctx0" brushRef="#br0" timeOffset="17932.831">24818 3971 10724 0,'0'0'4221'0,"0"0"-2909"15,-40 77-616-15,16-48-124 0,0-1 468 16,4 1 284-16,1-4-344 0,6-6-484 16,9-1-252-16,4-4-72 0,4-1-51 15,12-1-109-15,4-2-12 0,4 2-181 16,8-5-111-16,8 2-12 0,-4-3 96 16,3-1 96-16,1 0 112 0,-12 1-168 0,0-3 20 15,-12 8 140-15,-4-3-40 0,-4 6 48 16,-4 1 64-16,-4 5 60 0,-12 2-124 15,-3 0-172-15,-10 3 40 0,1-3-40 16,-8 5 84-16,4-6-32 0,-7-2-248 16,3-7-320-16,-4-1-200 0,4-5-664 15,-4-3-884-15,16-3-2301 0,-4-7-2883 0</inkml:trace>
  <inkml:trace contextRef="#ctx0" brushRef="#br0" timeOffset="25894.842">25746 4361 9216 0,'0'0'8113'16,"0"0"-6569"-16,0 0-1312 0,0 0-8 15,0 0 436-15,0 0 304 0,0 0 241 16,88 30-565-16,-36-27-84 0,12-3 184 16,-1-6-272-16,5-11-252 0,-1-1-44 15,-3-7-76-15,0-8-36 0,0-8-60 16,-5-6-164-16,1-7-284 0,-4-7-108 0,-4 4 28 15,-8-3-248-15,-9 9-109 0,-11 6-711 16,-12 8-1500-16,-7 11-2840 16,-10-2-3705-16</inkml:trace>
  <inkml:trace contextRef="#ctx0" brushRef="#br0" timeOffset="26071.302">26176 3877 1748 0,'0'0'9265'15,"-24"65"-7673"-15,20-19-724 16,4 8 680-16,0 16 424 0,0 2-180 0,4 8-440 15,9 2-584-15,-2 4-308 0,5 3-68 16,-4-3-139-16,4-9-177 0,0-14-76 16,5-16-160-16,6-18-361 0,9-26-3 15,4-13 180-15,7-25 4 0,5-22-136 16,0-16-592-16,-4-10-1080 0,-8 13-2216 16,7-37-3833-16</inkml:trace>
  <inkml:trace contextRef="#ctx0" brushRef="#br0" timeOffset="26417.485">26782 3098 6432 0,'0'0'8009'0,"0"0"-7513"0,0 0-156 15,0 73 1028-15,0-21 408 0,-3 14-276 16,-2 10-548-16,5 7-320 0,0 6 181 16,0 6 83-16,0 3-364 0,-4 1-144 0,4 0-280 15,0-1-108-15,0-10 0 0,0-11-68 16,0-17-248-16,9-16-92 0,-2-18 188 15,5-13 16-15,8-13 32 0,-4-13-32 16,4-13-4-16,0-2-32 0,-5-7 8 16,2 6 99-16,-6 4 49 0,-3 6 84 15,1 13-4-15,-1 6-132 0,-1 9 136 0,1 13 353 16,1 10 83-16,-5 3 24 0,-1 9-156 16,1 1-48-16,0-3-40 0,4-1-36 15,1-7 4-15,2-5 8 0,6-6-156 16,-6-11-36-16,9-9-120 0,4-3 0 15,7-13-148-15,1-12 4 0,5-7-148 16,-1-6-580-16,-1-3-177 0,1 2-679 0,-4-2-1096 16,-8 16-3005-16,-4-16-2699 0</inkml:trace>
  <inkml:trace contextRef="#ctx0" brushRef="#br0" timeOffset="26718.693">27451 4219 5732 0,'0'0'10681'0,"0"0"-8941"0,16 76-1444 16,-8-50 332-16,5 2 756 0,-2-6 213 0,5-5-521 15,0-14-748-15,8-3-196 0,4-9 48 16,8-12-96-16,4-9-24 0,4-12-60 16,-1-5-132-16,5-7-192 0,-4 3-100 15,-4 0 0-15,-9 3 0 0,-7 4 11 16,-7 6 73-16,-13 6 0 0,-4 3 72 16,-13 4 268-16,-11 6 0 0,-8 6 168 15,0 10 76-15,-3 3-96 0,-1 10 32 16,4 12 28-16,-4 9-39 0,5 5-69 0,3 8 44 15,0 4 84-15,4-1 64 0,4 1 36 16,0-1-76-16,4 1-92 16,8-4-160-16,4-6-36 0,4 0-148 0,12-6-104 15,12-4 212-15,8-1-248 0,8-8-417 16,0-4-15-16,7-8-96 0,1-7-204 16,8 0-632-16,-5-7-1176 0,5-8-2237 0,-15 5-2063 15,6-6 5508-15</inkml:trace>
  <inkml:trace contextRef="#ctx0" brushRef="#br0" timeOffset="27133.792">28463 4184 3168 0,'0'0'772'0,"0"0"6637"0,0 0-5093 15,0 0-796-15,0 0 200 0,0 0-108 16,0 0-164-16,0 0-240 0,0 0-455 16,0 0-317-16,0 0-96 0,-8 42 84 15,1-4 12-15,-2 3 192 0,1 0-244 16,8-5-180-16,-3-8-192 0,3-9-12 16,0-6-12-16,3-10-120 0,10-3 0 0,-2-10-24 15,10-9-12-15,-2-6 36 0,5-10-40 16,4-4-44-16,0-1-24 0,0-2 44 15,-9 8 40-15,2 1 12 0,-10 7-28 16,-2 5-128-16,-9 5 44 0,-4 0 48 16,-8 6 39-16,-13 4 165 0,-6 6-4 15,-5 0-156-15,-4 4 32 0,1 5 84 16,-2 7 48-16,9 3 48 0,1 6-40 0,6 4-4 16,6 3 0-16,3-1 68 15,0 1-36-15,9-7-36 0,2-6-168 16,5-5-320-16,0-6-440 0,0-4-776 0,12-4-1080 15,4-4-2305-15,-4-1-2947 0,16-31 5792 0</inkml:trace>
  <inkml:trace contextRef="#ctx0" brushRef="#br0" timeOffset="27399.287">28826 3763 4012 0,'0'0'7449'0,"0"0"-6257"15,0 0-452-15,0 0 960 0,0 0 20 16,0 0-380-16,92 56-392 0,-77-30-212 15,2 6-52-15,3 3-136 0,-5 6-24 16,2 0-207-16,-2 3-13 0,-2 2 0 16,-2-6-124-16,-7 2-180 0,4-7-12 15,-3-4 0-15,-5-9 8 0,3-6 0 16,-3-7-44-16,4-9 36 0,4-2-120 0,4-15-4 16,4-8-32-16,8-9-16 0,-1-11-109 15,10-9-167-15,3-10-28 0,-4-3-24 0,3-2-112 16,-7 2-224-16,4 3-252 0,-4 7-584 15,0 7-284-15,-5 5-232 0,1 10-289 16,-7 7-1967-16,-2 6-380 0</inkml:trace>
  <inkml:trace contextRef="#ctx0" brushRef="#br0" timeOffset="27733.003">29511 3527 404 0,'0'0'2700'15,"0"0"-512"-15,-4 86 2404 0,-7-45-2463 16,-2 7-113-16,-2 2-248 0,-2 5-68 16,2-5-84-16,2 2-400 0,6-12-388 15,-1-7-320-15,8-8-263 0,4-9-137 16,7-7-56-16,13-9 56 0,4 0 72 15,12-16-68-15,4-6-112 0,7-7-232 16,5 1-217-16,0 3 21 0,0 5 152 0,-4 14 92 16,0 6 48-16,-8 9 52 15,-1 13-64-15,-7 10 88 0,-4 7 60 0,-4 8 12 16,-4 7 356-16,0 6-16 0,-5 1 108 16,2 6-312-16,-1-2-136 0,-8 9 97 0,-1 6 3 15,-2 2 104-15,-9-3-8 0,0 0-16 16,-13-2-12-16,-2-4 112 0,-9-6 168 15,-4-7-124-15,-8-6-176 0,-4-12-88 16,0-11-64-16,4-15-8 0,4-13 0 16,8-6-12-16,13-22-96 0,3-10-112 15,8-16-32-15,0-9-40 0,15-16-20 16,2-4-136-16,11-9-112 0,4 3-21 16,3 0 45-16,9 4-16 0,0 3-192 15,3 6-352-15,6 3-264 0,-1 7-412 0,-17 18-956 16,17-16-2989-16</inkml:trace>
  <inkml:trace contextRef="#ctx0" brushRef="#br0" timeOffset="28132.783">26659 6261 1016 0,'0'0'9152'16,"0"0"-5967"-16,0 0-1825 0,0 0-564 15,0 0 656-15,0 0 24 0,0 0-516 16,0 0-372-16,0 0 0 0,0 0 264 0,0 0-295 16,127 19-277-16,-63-19-184 0,7-10-84 15,-3-15-12-15,4-10-60 0,-4-9-316 16,-8-7-109-16,-4-3-87 0,-5 0-196 0,-11 3-104 15,-4 4-608-15,-12 11-1300 0,-5-8-3005 16</inkml:trace>
  <inkml:trace contextRef="#ctx0" brushRef="#br0" timeOffset="28665.277">27161 5766 4060 0,'0'0'7745'15,"0"0"-6565"-15,-24 91-696 0,24-45 784 16,-4 10 632-16,4 5-296 0,0 3-324 15,0 2-400-15,4 0-260 0,3-2-304 16,2-10-204-16,2-3-112 0,1-14-352 16,4-7-296-16,0-12-12 0,8-8-16 15,0-10 196-15,4-13 88 0,4-9-80 0,0-6-348 16,0-11-372-16,-4 1-588 0,-4-4-276 16,-5 5 187-16,1 2 681 0,-3 9 852 0,-2 7 336 15,-3 7 76-15,0 9 676 0,-4 3 464 16,0 6-7-16,-4 7 187 0,4 9 0 15,-4 0-436-15,4 3-152 0,-4 1-36 16,-4-1-64-16,4-2 44 0,-4-4 24 16,0 0-212-16,3-4-112 0,-3-5-124 15,0-4-168-15,0-3-112 0,0-3-36 16,0 0 84-16,0 0-8 0,5-6-88 16,-5 0-4-16,0-1-180 0,4-2 0 15,-4 0-12-15,4 2-48 0,-4 1-36 16,4-1-12-16,0 0 32 0,0 5-32 15,-1-4 8-15,6-5 12 0,-5 3 40 0,4-3 72 16,-1 2-4-16,2-3-68 0,-1-4-32 16,0 0-32-16,-1-7 24 0,2-2 8 15,2-3-24-15,-3-5 128 16,1 2 16-16,-1-4-16 0,-1 4-132 0,-3 2-500 16,-4 4 96-16,0 6 188 0,0 3 176 0,-8 9 192 15,-3 0 140-15,-2 7 8 0,-2 0 160 16,-1 4-80-16,0 6-84 0,-4 6-4 15,3 6-252-15,-2 0-108 0,3 7-420 16,4 2-545-16,0 2-279 0,0-2 60 16,4 1-1176-16,4-7-1504 0,-4 6 3796 0</inkml:trace>
  <inkml:trace contextRef="#ctx0" brushRef="#br0" timeOffset="29519.692">28224 5911 1344 0,'0'0'9673'0,"0"0"-7505"16,0 0-972-16,0 0-416 0,0 0-36 15,0 0-64-15,0 0 328 0,0 0 28 16,76 99-344-16,-48-48-80 0,-4 10-28 15,-4-2-240-15,0 5-88 0,-5-11-100 16,2-4-32-16,-2-15-124 0,1-11-64 0,0-10 16 16,4-13-12-16,4-7-48 15,0-15-112-15,4-10-72 0,4-13-64 0,-4-5 124 16,-1-1 148-16,-3 0 20 0,-3 3 52 16,-6 4-96-16,1 3-136 0,-4 6-200 0,1 7-36 15,-6 1 160-15,-3 13 244 0,0 7 64 16,-4 7-24-16,4 13 36 0,0 9 368 15,1 13 72-15,-2 2-96 0,5 11-24 16,0-3-24-16,0-1 92 0,0-3-20 16,4-2-136-16,-1-8 96 0,6-5 36 15,-6-11 37-15,2-9-121 0,2-6-124 16,-2-2 76-16,2-15 24 0,2-4-28 16,-2-11-80-16,2-6-148 0,-6-3-8 15,2-1-160-15,-2-2-148 0,-3 3-144 16,0 2-73-16,-3 5 9 0,-2-1-132 0,1 7-140 15,-4 5-320-15,4 4-844 0,-4 9-1080 16,0 4-2001-16,0 3-895 0,8 3 3205 0</inkml:trace>
  <inkml:trace contextRef="#ctx0" brushRef="#br0" timeOffset="29804.725">29121 5991 652 0,'0'0'1944'0,"0"0"8085"0,32 89-7637 16,-20-47-1564-16,4 5-60 0,3 0 624 15,-2-2 196-15,2-8-280 0,-3-7-872 16,4-15-348-16,-4-8-16 0,8-7 72 15,-4-10-32-15,8-13-88 0,-4-8-24 16,4-10-268-16,-4-10-196 0,-5 0-36 16,-3 0 64-16,-4 4 152 0,-3 6 176 15,-5 5 96-15,-4 4-100 0,-9 7-208 16,-7 3 136-16,-4 3 112 0,-8 6 72 16,0 7 108-16,1 3-96 0,-5 3 236 0,4 6-152 15,0 13-8-15,0 6-4 0,4 8 4 16,9-1 32-16,-1 2-20 0,4 1 60 15,-1-3-52-15,10-7-108 0,-1 1-172 16,0-10-220-16,4-4-416 0,4-5-304 0,7-7-788 16,6-10-400-16,7-8-248 15,-1-15-1549-15,14-5-1499 0,-9 3 4384 0,15-15 1121 0</inkml:trace>
  <inkml:trace contextRef="#ctx0" brushRef="#br0" timeOffset="29985.637">29631 5794 2824 0,'0'0'888'15,"0"0"3332"-15,91-3 169 0,-63 16-2845 16,0 3-316-16,-4 6 4 0,-4 6-196 15,-4 0-208-15,-4 5-112 0,-5-1-112 16,-2 5-20-16,-5 2 76 0,0 2-160 16,-5 1-124-16,-2-5-95 0,3-5 23 15,-4-7 36-15,4-12 300 0,4-7-324 16,0-6-88-16,0-6-144 0,4-10-84 0,4-16-156 16,3-9-136-16,10-13-252 0,7-6-204 15,0-3-69-15,0-8-47 0,7 5-596 16,-11 12-856-16,12-26-4221 0</inkml:trace>
  <inkml:trace contextRef="#ctx0" brushRef="#br0" timeOffset="30166.119">30288 5273 5156 0,'0'0'10697'0,"-4"86"-9441"0,-4-38-1252 16,4 12 156-16,-7 13 820 0,2 0 704 15,1 0-476-15,5 0-467 0,-1-3-281 16,4-3-84-16,0-7-228 0,4-3-148 15,11-9-276-15,1-11-440 0,5-7-49 16,2-11 81-16,5-13-244 0,7-6-328 16,2-13-888-16,-1-16-828 0,-4 2-2565 0</inkml:trace>
  <inkml:trace contextRef="#ctx0" brushRef="#br0" timeOffset="30365.399">30735 5715 5396 0,'0'0'5529'15,"0"0"-717"-15,0 0-3568 0,0 0-588 0,0 0-60 16,-96 60 288-16,60-31 72 0,-4 6-136 15,4-1-308-15,0 4-172 0,1 1-75 16,7-4-69-16,4 0-16 0,8-4-104 16,7 2-76-16,9-6-64 0,5 2 16 15,11-3 36-15,8-7-108 0,8-4 108 16,3-5-60-16,10-4-160 0,2-6-205 16,9-3-195-16,-4-6-16 0,3-7 304 15,-3-3-452-15,4-3-548 0,-9-1-1060 16,-6 2-2333-16,-9 4-1459 0,4-5 2080 0</inkml:trace>
  <inkml:trace contextRef="#ctx0" brushRef="#br0" timeOffset="30545.836">31524 6122 18281 0,'0'0'4829'15,"0"0"-3961"-15,0 0-468 0,0 0-232 16,0 0-156-16,0 0-12 0,0 0-336 16,-32-71-268-16,4 59-196 0,-9-5-108 15,10 8-1117-15,-29 0-4607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8:29:52.986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5008 3016 92 0,'0'0'0'0</inkml:trace>
  <inkml:trace contextRef="#ctx0" brushRef="#br0" timeOffset="53.497">5008 3016 508 0,'0'0'900'0,"0"0"-444"16,0 0-456-16,0 0-376 0,23-32 116 15,-10 30 100-15,-5 2-244 0</inkml:trace>
  <inkml:trace contextRef="#ctx0" brushRef="#br0" timeOffset="3578.232">12323 2279 8128 0,'0'0'3181'0,"0"0"-1809"16,0 0-900-16,0 0 116 0,0 0 704 16,0 0 232-16,20 79-456 0,-16-63-312 15,-4 1-276-15,0-5-124 0,0 1-172 16,0 3-84-16,0-3-88 0,0-4-8 16,0 4-4-16,0-4-12 0,-4-3-188 15,0 4-168-15,4-4-208 0,0 0-180 16,-4 1-116-16,4-4-208 0,0 0-700 0,0 1-1333 15,4-4-2579-15</inkml:trace>
  <inkml:trace contextRef="#ctx0" brushRef="#br0" timeOffset="3797.541">13292 2028 9672 0,'0'0'3137'0,"0"0"-1977"16,0 0-692-16,103 45 1688 0,-67-33-296 16,-5-5-788-16,5-1-472 0,0-2-444 15,4-4 28-15,8-10-172 0,0-2-12 16,4-5-144-16,3-2-312 0,-7-6-216 16,-1 0-276-16,2-6-468 0,-10 1-1024 0,-11 5-2725 15,4-13-3387-15</inkml:trace>
  <inkml:trace contextRef="#ctx0" brushRef="#br0" timeOffset="4175.27">13674 1514 6080 0,'0'0'1652'16,"0"0"1504"-16,0 0-1691 0,0 0-469 15,0 0 340-15,0 0-104 0,0 0-316 16,0 0-292-16,-40 80-128 0,40-53 8 15,0 9-96-15,8 2-152 0,0 6 52 16,-1 8 12-16,6 1-16 0,2 8 148 16,-2 5 60-16,2 1-144 0,2 9-152 15,-6 1-80-15,-3 2-64 0,4-3 13 16,-8-1-73-16,4-4 108 0,-4-7 16 16,0-4-40-16,4-6 0 0,-4-3 4 0,0-1 32 15,0-5 36-15,0-7 136 0,-4-6 20 16,0-7-188-16,0-9-52 0,0 1-36 15,0-9-36-15,-4-4 72 0,-4-2-24 16,-4-2-60-16,-4 0-8 0,-8-2-124 0,0-10-108 16,-8-2-76-16,0-5-84 0,-3-6-120 15,-5-1-5-15,1 1 5 0,-6-3-104 16,2 2-464-16,2 3-252 0,6 4-580 16,-5 4-1000-16,16-1-2177 0,-4 3-1131 0</inkml:trace>
  <inkml:trace contextRef="#ctx0" brushRef="#br0" timeOffset="4711.333">14280 1880 5600 0,'0'0'5597'0,"0"0"-3941"0,0 0-484 16,0 0 204-16,0 0 44 0,-88 66-204 16,71-41-292-16,2 6-248 0,7 5-100 15,0 6-88-15,4 2-36 0,4 3-40 16,0 1-95-16,4 0-13 0,4-1-112 0,4-3-68 16,3-6-76-16,6-8-40 0,-5-5-8 15,3-9-96-15,-2-4-16 0,2-9-204 16,1-3-133-16,4-3-207 0,-4-13-432 15,0-6-656-15,-4 2-2312 0,-4-13-3221 0</inkml:trace>
  <inkml:trace contextRef="#ctx0" brushRef="#br0" timeOffset="4956.198">14439 2073 6472 0,'0'0'976'0,"0"0"3849"0,0 0-3229 16,0 0 148-16,0 0-40 0,0 0-456 15,0 0-388-15,95-54-332 0,-63 37-160 0,4 6-64 16,3-3 48-16,6 8 328 0,7 4-363 16,-5 4-241-16,-2 11-64 0,-6 12 36 15,-3 10-48-15,-4 3-36 16,0 7 28-16,-8-1-68 0,-5-6 76 0,-3-2 60 16,-4-8-60-16,-3-9-112 0,-6-9-193 15,-3-4-179-15,4-6-224 0,-4 0-220 16,0-6-380-16,0-10-1224 0,-4-10-2241 15,1 4-1431-15,3-20 2344 0</inkml:trace>
  <inkml:trace contextRef="#ctx0" brushRef="#br0" timeOffset="5120.477">14913 1867 5320 0,'0'0'4364'0,"0"0"-1607"0,0 0-1561 16,0 0 12-16,-64 85 340 0,48-49-252 15,-4 2-320-15,-4 6-276 0,0 3-136 0,5 1-4 16,-5 3-180-16,3 0-236 0,6-4-144 15,-2-5-204-15,10-14-380 0,3-9-224 16,4-9 48-16,0-10-108 0,11-6-624 16,-2-7-1544-16,7-23-4257 0</inkml:trace>
  <inkml:trace contextRef="#ctx0" brushRef="#br0" timeOffset="5347.808">15415 1821 9140 0,'0'0'3861'0,"0"0"-3197"0,0 0 576 16,87 39 860-16,-67-19-280 16,-3 5-264-16,-6 0-352 0,-3 8-379 0,0 0-277 15,0 3-212-15,-8 5-176 0,0 3-100 16,0 2-56-16,-8 0-4 0,-4 2-96 16,-3-7-28-16,-6 0 52 0,1 1 0 15,-4-10-60-15,1-4-112 0,-1-2-32 0,0-7-64 16,3-7-125-16,2-2-103 15,3-10-324-15,4-4-568 0,4-11-1248 0,0 2-2597 16,0-22-4571-16</inkml:trace>
  <inkml:trace contextRef="#ctx0" brushRef="#br0" timeOffset="5512.783">15897 2041 10876 0,'0'0'6249'0,"0"0"-5321"16,0 0-568-16,88 10 1296 0,-64-7-228 0,0 0-507 15,-1-3-25-15,1 0-232 16,-4 0-432-16,0-6-232 0,4-4 0 0,-4 1-460 16,4-2-240-16,-5 6-184 15,-2-2-297-15,-6 5-1183 0,-7 2-2532 0,-4 0-1237 0,-11 14-1455 16</inkml:trace>
  <inkml:trace contextRef="#ctx0" brushRef="#br0" timeOffset="5670.458">15992 2270 3708 0,'0'0'10169'0,"0"0"-8289"15,0 0-1048-15,0 0 436 0,0 0 320 16,0 0-156-16,32 63-544 0,-12-63-343 16,4 0 111-16,4-3-208 0,4-6-256 15,8-4-192-15,-1-3-172 0,10-3-348 16,-2 0-124-16,5 3-229 0,0-1-323 16,4 5-1312-16,-16 3-3800 0,16-3-4609 0</inkml:trace>
  <inkml:trace contextRef="#ctx0" brushRef="#br0" timeOffset="6122.092">17025 1851 6748 0,'0'0'7857'0,"0"0"-6033"0,0 0-952 15,0 0 132-15,0 0 312 0,0 0-92 16,0 0-484-16,0 0-435 0,35-77-233 15,-11 59 40-15,4-5-56 0,0 4-56 16,4 10 0-16,0-1 0 0,0 10 96 0,4 0 60 16,-4 13-32-16,-1 9 32 0,1 6 12 15,0 8 16-15,-4 5 264 0,4 4-52 16,-8 5 28-16,-1 1-232 0,1 3-108 16,-7 0-76-16,-2 1 52 15,-2-5 12-15,-2 1-64 0,1-10-4 0,-4-10-4 16,0-4-72-16,0-8-108 0,-4-11-108 0,0-2-76 15,0-6-144-15,-4-3-48 0,0-8-108 16,4-13-225-16,-4-11-503 0,4-6-764 16,0-13-1792-16,0 14-1153 0,-4-34-2695 0</inkml:trace>
  <inkml:trace contextRef="#ctx0" brushRef="#br0" timeOffset="6291.241">17658 1574 5580 0,'0'0'7737'0,"0"0"-6137"0,0 0-936 0,-68 70-8 15,40-29 456-15,-8 7 272 16,1 10-180-16,-5 5-240 0,0 10-332 0,-4 0-171 16,5 7-133-16,-2-4-244 15,2 0-84-15,3-10-4 0,8-8-140 0,4-11-389 16,8-15-199-16,8-13-172 0,8-13-124 16,0-6-380-16,8-15-792 0,0-4-2096 0,12-26-3585 0</inkml:trace>
  <inkml:trace contextRef="#ctx0" brushRef="#br0" timeOffset="6599.805">17805 1221 12673 0,'0'0'2604'16,"0"0"-1724"-16,0 0-228 0,84-27 996 15,-65 21-296-15,2 2-508 0,3 4-380 16,-9 0-224-16,2 4-56 0,-2 2-52 0,2 2-120 15,-1 6-4-15,-4 2-8 0,-5 3-52 16,1 6 4-16,-3 7-48 0,-5 4 0 16,0 1-28-16,-13 1 88 15,6 0 36-15,-1 0 48 0,-1-6 52 0,5-4-16 16,0-6 0-16,4-5 124 0,0-4-99 0,4-4-105 16,5-4 68-16,3 0 52 0,-1-3 32 15,9-2-36-15,1 0 64 0,2 0-124 16,1-7-60-16,0 2-196 0,4-4-276 15,0 2-137-15,4-2-159 0,0 2-244 16,0 0-740-16,-8 1-2116 0,15 4-2017 0</inkml:trace>
  <inkml:trace contextRef="#ctx0" brushRef="#br0" timeOffset="7160.005">18595 2019 548 0,'0'0'3156'15,"0"0"5629"-15,0 0-6469 0,0 0-968 16,0 0-24-16,0 0-40 0,0 0-276 15,0 0-176-15,0 0 92 0,82 9-255 16,-54-5-245-16,4 2-108 0,0-6-88 16,0 3-84-16,1-3-72 0,-1 0-64 0,-1-3-8 15,1-7-4-15,4 1-68 0,-4-3-300 16,4-4-308-16,-1-1-269 0,5-1-491 16,0-1-1396-16,-4 3-3645 0,7-3-1951 0</inkml:trace>
  <inkml:trace contextRef="#ctx0" brushRef="#br0" timeOffset="14436.836">19841 1626 7172 0,'0'0'5113'16,"0"0"-4613"-16,0 0-320 0,0 0-4 16,0 0 552-16,92-10 120 0,-60 7-232 0,3 3-148 15,2 0 24-15,3 0-156 0,-1 6 52 16,1 3-176-16,-4 1-212 0,0 6 0 16,-12 3-88-16,-8 6 88 0,0 4 0 15,-12 9 88-15,-4 6 12 0,-13 4-100 16,-2 6-4-16,-13 4 4 0,-4-1 24 0,-4-1 36 15,-4-1-52-15,0-4 0 0,-3-4-8 16,2-3 0-16,6-6 4 0,7-3 96 16,0-6 0-16,8-10 124 0,13-6 72 15,2-7 48-15,5-4-264 0,12-2-72 16,8 0 96-16,11-8 216 0,14-11-16 16,7-6-32-16,8-7-136 0,4-3-136 15,-1 0-464-15,1 3-816 0,-4 4-816 0,-13 12-2176 16,5-6-2553-16</inkml:trace>
  <inkml:trace contextRef="#ctx0" brushRef="#br0" timeOffset="15754.029">14450 3857 6504 0,'0'0'5465'0,"0"0"-4965"0,0 0-128 0,0 0-196 16,-19-63 196-16,14 51 376 0,1 5 240 15,1 0 44-15,-1 7-232 0,0 0-328 16,0 0-112-16,0 14-112 0,0 0-112 16,-1 16 52-16,5 1-56 0,-3 7 20 15,3 7-8-15,0 3-92 0,0 6 56 16,0 9-100-16,-4 0 56 0,0 11-56 0,4-2-8 16,0 2-76-16,0-5 76 0,0-5-4 15,0-10 4-15,4-13-4 0,3-15-76 16,2-11-8-16,-1-8-72 0,3-7 160 15,2-7 124-15,-1-5-48 0,-1-4-64 16,2-6-12-16,-6 3-96 0,1-3 84 16,-3 5 12-16,-5 2 0 0,4 2 0 15,-4 6-8-15,0 2 4 0,0 1-44 0,0 1 40 16,0 3-56-16,0 0-60 16,0 0-72-16,0 0-52 0,0 0 0 0,0 0-24 15,0 0 0-15,0 0-4 0,0 0 76 16,0 0 88-16,0 0 0 0,-4 0-48 15,4 0-144-15,0 0-48 0,-5 0-52 16,5 0-88-16,0 0-176 0,-4 0-328 0,4 0-460 16,-4 0-621-16,4 0-935 15,-7-4-2084-15,31 8 3584 0</inkml:trace>
  <inkml:trace contextRef="#ctx0" brushRef="#br0" timeOffset="16034.284">14431 3984 1148 0,'0'0'1892'15,"0"0"-44"-15,0 0-1848 0,0 0-180 16,0 0-316-16,0 0 312 0,0 0-60 16,0 0-176-16,0 0-700 0</inkml:trace>
  <inkml:trace contextRef="#ctx0" brushRef="#br0" timeOffset="16386.864">14144 4401 2812 0,'0'0'8501'0,"0"0"-7065"0,0 0-556 0,0 0 48 16,0 0 192-16,0 0-264 0,0 0-208 0,0 0-212 15,0 0 72-15,0 0-4 16,24 85-72-16,4-54-16 0,3-1-180 0,1-2-40 16,0-2-28-16,-4-1-32 0,0-6-52 15,-4 0 16-15,-1-6-52 0,-2-4-48 16,-5-3 8-16,0-2 52 0,0-4-60 15,-1-4 72-15,2-2-72 0,-6-7-64 16,6 0-140-16,-6-5-372 0,1-1-148 16,-3-3-52-16,-2 3-168 0,-3-4-88 15,4 0-496-15,-4 4-748 0,-4 4-649 16,0-10-2167-16</inkml:trace>
  <inkml:trace contextRef="#ctx0" brushRef="#br0" timeOffset="16687.055">14458 3934 5032 0,'0'0'1160'0,"0"0"1864"0,0 0-1848 0,0 0-527 16,-11-70 391-16,7 51 276 0,4 0-124 16,0-4-420-16,0 2-196 0,7-2-144 15,10 4-84-15,-6 0-84 0,10 3 96 16,-2 0-12-16,1 4 72 0,4 5-124 15,0 1-48-15,0 2-140 0,0 1-8 16,0 3 36-16,0 0-136 0,-1-3 60 0,10 0-24 16,3-3-28-16,-1-1 56 15,9 4-4-15,4-3-60 0,-1 6 36 0,1-3-40 16,1 3 4-16,-10 3-84 16,-7 6-212-16,-4 1-504 0,-5 6-192 0,-6 6-100 15,-10 4-292-15,-3-4-1036 0,-8 19-2909 0</inkml:trace>
  <inkml:trace contextRef="#ctx0" brushRef="#br0" timeOffset="16973.661">14893 4324 3980 0,'0'0'8397'0,"0"0"-6805"15,0 0-228-15,0 0-168 0,87-22-200 16,-63 12-32-16,-4 2-200 0,1-3-224 15,-6 5-308-15,-3 3-232 0,-4 3-72 0,0 0-28 16,-4 13 100-16,0 2-48 16,0 10 48-16,-4 7-8 0,-4 7 0 0,0 2-56 15,-8 7 64-15,4 3 8 0,0-4 0 16,4-3 4-16,4-6 72 0,0-9 28 16,8-4-40-16,8-5 16 0,4-11 32 15,8-7-120-15,3-2 148 0,6-8-148 0,3-9-4 16,3-2-84-16,1-6-412 15,0-3-296-15,4 2-92 0,-4-5-44 0,-5 2-396 16,-7 10-1304-16,12-16-2801 0</inkml:trace>
  <inkml:trace contextRef="#ctx0" brushRef="#br0" timeOffset="17116.222">15865 4464 12493 0,'0'0'1948'15,"0"0"-1036"-15,0 0-172 0,8 64 12 16,-12-39 416-16,-4-3-120 0,0 4-324 0,1 2-248 15,-6 0-244-15,1 4-232 0,-4-4-84 16,1 2-552-16,-2-2-148 0,2 0-428 16,-2 1-596-16,6-10-2928 0,-13 3-6081 0</inkml:trace>
  <inkml:trace contextRef="#ctx0" brushRef="#br0" timeOffset="17603.463">17132 4416 5776 0,'0'0'7257'0,"0"0"-6137"16,0 0-844-16,0 0-72 0,0 0 300 15,0 0 476-15,0 0 196 0,0 0-220 16,100 3 116-16,-53 1-460 0,9-4-236 16,0 0-288-16,-1-10-88 0,5 0 0 15,-4-5-200-15,-4-2-388 0,0-1-172 16,-1-1-152-16,-6-4-296 0,-9 4-1832 15,-1-6-4233-15</inkml:trace>
  <inkml:trace contextRef="#ctx0" brushRef="#br0" timeOffset="17939.252">17913 4026 9048 0,'0'0'4621'16,"0"0"-3821"-16,36 66-120 0,-17-28 276 0,2 7 444 15,3-1-300-15,0 1-264 0,4 0-236 16,-1-1-196-16,1-3-172 0,0-6-180 16,0-10-52-16,-4-6-4 0,4-8 4 15,-8-11-48-15,3-7 44 0,1-13-56 16,1-8 56-16,-1-7-84 0,-5-6-216 16,-7-3-124-16,0-1-124 0,-8 0 196 15,-4 1 96-15,0-1 40 0,-8 1 48 16,-3-7-276-16,-2-2 188 0,-2-1 12 0,2-10 176 15,5 7-56-15,1-1 80 16,7 7 40-16,4 10-68 0,11 10 76 0,9 8 80 16,8 8 204-16,0 4 4 0,7 5-140 15,2 6 76-15,6 0 108 0,1 0 200 0,4 4 116 16,0-2-292-16,0 3-112 0,0-3-168 16,-9 5-76-16,-3 5-244 0,-5 1-640 15,-2 9-376-15,-13-3-1328 0,-13 16-4073 0</inkml:trace>
  <inkml:trace contextRef="#ctx0" brushRef="#br0" timeOffset="18236.752">18737 4238 13845 0,'0'0'1532'0,"0"0"-1144"15,0 0 420-15,97-70-88 0,-70 48-100 16,5 0 48-16,-8 7-288 0,0 1-120 0,-4 8-100 15,-4 6-160-15,-4 0 0 0,-4 13-36 16,-4 6 36-16,-4 6 132 0,-4 4-68 16,-9 9 20-16,2 0-76 0,-5 0 0 0,0 1 56 15,8-6 20-15,-1-6 52 0,9-5-40 16,5-3-88-16,11-3 64 0,4-4-56 16,8-2 360-16,4-7 284 0,4-3-308 15,7 0-220-15,5-6-44 0,8-7-48 16,-5 4-40-16,5-4-100 0,0 0-176 15,0 7-224-15,0-3-308 0,-1 4-416 16,1 5-832-16,-11 0-2900 0,14 0-4237 0</inkml:trace>
  <inkml:trace contextRef="#ctx0" brushRef="#br0" timeOffset="18720.632">21315 3638 4804 0,'0'0'6040'0,"0"0"-5267"15,0 0-169-15,0 0 216 0,0 0 212 16,0 0-236-16,-79-22-52 0,51 41-116 15,0 6-212-15,-3 10-92 0,-1 10-164 16,0 9-152-16,4 9 352 0,0 10 12 16,0 4-12-16,8 5-52 0,4 4 0 0,7-1 24 15,2-3-148-15,7-8-12 0,4-6-88 16,12-16-20-16,4-4-64 0,7-13 48 16,5-6 36-16,9-10 64 0,2-9 0 15,9-10-4-15,4-4 52 0,-1-18 108 16,5-6-72-16,-4-11-232 0,-4-3-12 0,-9-2-620 15,-2-3-336-15,-13-1-216 0,-5 4-576 16,-10 13-1300-16,-13-8-2837 0</inkml:trace>
  <inkml:trace contextRef="#ctx0" brushRef="#br0" timeOffset="19840.707">9984 4260 10768 0,'0'0'1953'0,"0"0"-1661"15,92-44 676-15,-40 24 172 0,11-1-136 16,-3 5-424-16,4-1-220 0,-12 5-84 16,-1 6-164-16,-6 3 24 0,-6 3-28 15,-7 3-108-15,-8 10-64 0,-5 3-84 16,-6 9-164-16,-13 7 28 0,0 3-104 15,-8 6 60-15,-12 4 0 0,-4-1 240 0,0 0 88 16,-8 1 64-16,0-4 60 0,4-4 40 16,-4 3 192-16,9-9-108 15,3-9 0-15,12-3 164 0,4-6 84 0,4-7-124 16,12 0-112-16,8 1 84 0,8-4 196 16,4-3-172-16,7-3-76 0,1-13-108 0,4-3-36 15,0-6-140-15,-1-4-8 0,-2-7-44 16,-2-1-164-16,1-3-480 0,-4-2-256 15,-5 3-232-15,-3 2-316 0,-7 11-1100 16,-10-3-5057-16</inkml:trace>
  <inkml:trace contextRef="#ctx0" brushRef="#br0" timeOffset="20137.409">10761 4349 7340 0,'0'0'4665'0,"0"0"-3733"15,0 0-372-15,0 0 520 0,0 0 408 16,0 0-128-16,0 0-392 0,0 0-588 15,0 0-208-15,0 0-24 0,32-3 0 16,-16-26-148-16,-4 4-152 0,0-3-412 16,-4 2 20-16,-4 1 108 0,-4 6 64 15,0 0-36-15,0 6 132 0,-4 4-16 16,-4 2 240-16,-4 3 44 0,-4 4 4 0,-4 0-4 16,1 7 16-16,-2 3 224 0,-3 2 16 15,4 5 100-15,8 2-96 0,1 3 56 16,-2 6 4-16,9 1 84 0,0 2-88 15,1-2 24-15,3 3-64 0,0-7-132 16,0 1-136-16,0-1-64 0,7-6-208 16,6 0-392-16,-5-6-304 0,7-1 24 15,-2-5-328-15,2-7-940 0,-2 0-1665 0,-2-15-1327 0</inkml:trace>
  <inkml:trace contextRef="#ctx0" brushRef="#br0" timeOffset="20370.118">10949 4295 3312 0,'0'0'6900'0,"0"0"-5931"0,0 0-569 16,0 0 460-16,0 0 312 0,0 0 272 16,79 80-588-16,-75-59-28 0,0 6-104 15,-4 1-216-15,0 5-300 0,0-3-108 0,0-2-76 16,0-2-24-16,-4-3 0 0,4-11 4 16,-4-8 60-16,4-4 20 0,0-4-28 15,0-8-56-15,4-7-52 0,4-11 44 0,0-3-40 16,8-6 36-16,-4-2-124 0,4-4-148 15,0 3-212-15,3 2-188 0,2 2-184 16,3 0-416-16,0 6-560 0,-9 6-313 16,6-5-2503-16</inkml:trace>
  <inkml:trace contextRef="#ctx0" brushRef="#br0" timeOffset="20656.795">11307 4175 4288 0,'0'0'1224'0,"0"0"3696"0,0 0-3887 15,-4 63 119-15,4-44 228 0,4 1-116 0,0-5-256 16,8-2-260-16,-4-1-352 0,4-1-108 16,0-5-288-16,-4 0-4 0,3-6 4 15,2 0 60-15,-2-6 64 0,2-4 36 16,-1-3-72-16,-1-3-48 0,2-2-40 16,-2-2-72-16,1 1-28 0,0-3-36 0,-4 2-12 15,0 2-40-15,1-1 28 0,-6 2-76 16,-3 5-12-16,0 6 48 0,0-1 88 15,0 4-28-15,0 3-72 0,-3 0 72 16,-2 0 40-16,-3 0-116 0,4 7-212 16,-4 0-36-16,5 2 108 0,-6 0 40 15,5-2 12-15,0 2-64 0,0-3 36 16,-3-3-104-16,3 4-124 0,0-3-648 16,4-2-1093-16,-5 2-2071 0</inkml:trace>
  <inkml:trace contextRef="#ctx0" brushRef="#br0" timeOffset="21453.25">11928 3921 6688 0,'0'0'3868'0,"0"0"-2295"0,0 0-717 16,0 0-52-16,0 0 172 15,-83 7-372-15,55 11-40 0,0 7 140 0,0 7-28 16,0 0-180-16,4 3-152 0,5-3 4 16,2-4-80-16,10-5 4 0,3-5-124 15,4-5-40-15,0-3-108 0,8-3-72 16,7-5 72-16,1 2 84 0,5-1 52 15,2-3-132-15,1 0 84 0,0 0-88 16,0 0 12-16,-4 0-12 0,-4 0 4 16,-1 3 68-16,-2 0-64 0,-5 4 40 0,-1-1 28 15,-3 0 32-15,-4 4 52 0,0 2 108 16,0 1 172-16,-11 3-184 0,-5 3-176 16,0 0-80-16,-8-1-168 0,4 6-136 15,-8-6-260-15,0 5-12 0,-3 2-272 16,3-3-140-16,-8 3-460 0,12-6-1140 0,-21 11-2201 15</inkml:trace>
  <inkml:trace contextRef="#ctx0" brushRef="#br0" timeOffset="21859.706">10701 5296 9048 0,'0'0'4309'0,"0"0"-3493"0,0 0 20 16,0 0 548-16,0 0-352 0,-59 65-572 16,54-35 24-16,5 2-56 0,9-4-80 15,2 0-20-15,6-9-216 0,2-2-112 16,1-8-60-16,1-9 60 0,2 0 8 15,-3-9-8-15,4-10-4 0,-4-7-132 16,4-6-124-16,0-3-228 0,-9 0-132 16,2 1-24-16,-6-2 8 0,-2 5 124 15,-5 6 132-15,-4-1 204 0,0 11 28 0,0-1 148 16,-9 9 232-16,-3 1-28 16,1 6-120-16,-9 0 172 0,-1 3-256 0,-2 7 52 15,-1 2-16-15,4 7-24 0,4 0 100 16,0 3-112-16,4 5-84 0,5-6-52 15,2-2-56-15,5-7 40 0,0 2-148 16,9-5-544-16,2 0-932 0,6-2-977 16,-6-1-2139-16,13-6-495 0</inkml:trace>
  <inkml:trace contextRef="#ctx0" brushRef="#br0" timeOffset="21970.714">10957 5336 5644 0,'0'0'3248'0,"0"0"-483"0,79-27-529 16,-39 16-528-16,-4-1-244 0,0 3-188 15,-1-4-500-15,-3-3-380 0,0-6-240 16,-4-3-104-16,0-4-52 0,4-7-616 0,-8 3-504 15,0-6-584-15,-12 13-2352 16,-5-9-3913-16</inkml:trace>
  <inkml:trace contextRef="#ctx0" brushRef="#br0" timeOffset="22182.186">11207 5026 9048 0,'0'0'3225'0,"0"0"-1973"0,-7 70-136 16,7-38 396-16,4 1-240 0,-1 9-304 15,1 3 16-15,4 3-152 0,1-1-332 0,-2 7-304 16,1 0-52-16,0 4-132 0,1-6-4 16,-2 0-8-16,-3-4-60 0,0-4-96 15,-4-9 8-15,0 0-132 0,0-6-88 16,0-7-48-16,0-3-100 0,0-7-96 16,-4-2-56-16,0-7-52 0,0-3-220 15,4 0-420-15,-3-6-864 0,3-1-1977 0,-5-21-2315 16</inkml:trace>
  <inkml:trace contextRef="#ctx0" brushRef="#br0" timeOffset="22370.136">11932 5210 13433 0,'0'0'1972'0,"0"0"-1268"15,0 0 448-15,0 0 368 0,92-25-792 16,-72 8-336-16,0-4-64 0,0-2-72 15,0-9-208-15,4 1-48 0,4-4-376 0,-5 0-544 16,5 0-360-16,-4 0-324 0,-7 12-1432 16,2-8-3821-16</inkml:trace>
  <inkml:trace contextRef="#ctx0" brushRef="#br0" timeOffset="22606.296">12008 4696 12317 0,'0'0'1860'0,"0"0"-1152"15,-7 65 148-15,7-29 188 0,3 9-76 16,5-1 84-16,4 4 24 0,4 3-256 16,0 2-320-16,4 5-148 0,4 2-144 15,0 7-39-15,-1-1 51 0,1 1-40 16,-3 0-180-16,-6-4-4 0,-6-2 4 16,-9-8 12-16,4-2 44 0,-4-6-56 0,-4-7-4 15,-9-4-44-15,-2-5-48 16,-2-6-184-16,-7-8-73 0,-3-2-35 15,-6-7-284-15,-2-3-12 0,-5-3-296 0,-3 0-492 16,11-3-2524-16,-32-12-4589 0</inkml:trace>
  <inkml:trace contextRef="#ctx0" brushRef="#br0" timeOffset="24052.648">13960 3864 3268 0,'0'0'7112'15,"0"0"-5603"-15,0 0-601 0,0 0-156 16,0 0-64-16,0 0-184 0,0 0-452 15,-91-16-52-15,75 41 52 0,0 14-40 0,4 8 328 16,-4 13 124-16,8 7-48 0,0 3-76 16,1 6-252-16,2 1 4 0,1-2-84 15,4-2-8-15,0-13 76 0,4-11-76 16,4-14 0-16,4-13-88 0,1-7 24 16,-2-5-120-16,5-7 132 0,-4-3-24 15,4 0-40-15,4 0 4 0,-5 3 104 16,6 7-56-16,-5 5 64 0,3 11 152 15,-2 9 176-15,-2 13 148 0,1 9-280 0,-4 3 56 16,-3 7 32-16,-2 6 12 0,5-1-136 16,-8 2-84-16,5-1-72 15,-2-9 84-15,1-1-88 0,4-6-112 0,-4-7-296 16,4-5-188-16,4-7-128 0,-4-6-96 16,4-3-124-16,4-10-492 0,-4-3-1041 0,12-9-2639 15</inkml:trace>
  <inkml:trace contextRef="#ctx0" brushRef="#br0" timeOffset="25172.179">19774 3423 5520 0,'0'0'8197'0,"0"0"-6993"0,0 0-1044 16,0 0 232-16,0 0 48 0,63-77-24 15,-50 71-40-15,-2 6-88 0,-3 0-164 16,0 12-36-16,-3 13-16 0,-1 11 8 15,-4 15-76-15,0 8-8 0,-9 12-68 0,-7 8-236 16,5 4-216-16,-2 3 80 0,-2 0 380 16,2-11 64-16,2-5 4 0,-2-13 84 15,9-12 52-15,0-10 176 0,4-10-104 16,4-3-212-16,5-2-24 0,3-8 24 16,8 1 88-16,-1-1-84 0,9 2 144 0,0 0 88 15,0 3-36-15,4 2-16 0,0 4-60 16,0 2 152-16,-1 3-32 0,-6 2 64 15,-1 3-72-15,-5 3 36 0,-3-1-40 16,-4 0-144-16,-4 2-28 0,-3-1 24 16,-2 2-72-16,-3-4 0 0,0 1-8 15,0-3-4-15,-8 0-16 0,4-3-44 16,-8-4-36-16,5-3-116 0,-6-4-168 16,5-1-396-16,-3-4-108 0,2-7-432 15,1 0-896-15,-7-6-3517 0</inkml:trace>
  <inkml:trace contextRef="#ctx0" brushRef="#br0" timeOffset="29920.187">21200 4903 5196 0,'0'0'5168'0,"0"0"-2815"16,0 0-549-16,0 0-328 0,0 0 60 0,0 0-116 15,0 0-180-15,0 0-204 0,0 0-295 16,-12 0-181-16,12 0-52 0,4 0-60 15,4 0-148-15,4 0-80 0,4-7-40 0,8 0 0 16,11 2-12-16,1-2-48 0,5 0-60 16,2-2-60-16,-3 2 0 0,4-5-24 15,-1-1-60-15,6 0 24 0,2-2-12 16,1-5-216-16,0 0-160 0,-5-1-276 16,2-2-244-16,3-2-289 0,-9 3-787 15,-11 3-2644-15,4-6-3529 0</inkml:trace>
  <inkml:trace contextRef="#ctx0" brushRef="#br0" timeOffset="30376.485">22595 4019 12329 0,'0'0'2848'0,"0"0"-1440"16,0 0-588-16,0 0 184 0,0 0 260 16,0 0-140-16,0 0-260 0,0 0-387 0,0 0-5 15,115 0 168-15,-59 0-84 16,7 0-312-16,1-3-172 0,5-3-24 0,-6-3 0 15,1-4 24-15,0 0-72 0,-5 1-48 16,-7-5-84-16,-8 5-280 0,-8-1-192 16,-1 1-196-16,-14-2-245 0,-6 5-479 0,-2 2-1540 15,-17 7-3825-15</inkml:trace>
  <inkml:trace contextRef="#ctx0" brushRef="#br0" timeOffset="30579.612">22814 4130 7644 0,'0'0'5713'16,"0"0"-4089"-16,-4 80-604 0,4-39 528 15,0 10-64-15,0 6 60 0,0 0-292 0,0 6-391 16,0-2-461-16,0 2-244 0,-4-2-156 16,-1-8-80-16,1-4-320 0,1-12-156 15,3-8-77-15,0-10-159 0,7-9-464 16,2-4-1452-16,-5-6-3449 0,0-3-4251 0</inkml:trace>
  <inkml:trace contextRef="#ctx0" brushRef="#br0" timeOffset="30736.089">22881 4638 14397 0,'0'0'2028'0,"0"0"-1404"16,0 0 148-16,81-9 424 0,-54 6 76 15,-3 0 228-15,4-1-471 0,0 1-485 16,0-3-420-16,3-3-124 0,-6 2-224 15,-1-3-200-15,-5 4-372 0,-6 0-325 16,-2 6-627-16,-3 0-2396 0,-8 3-2913 0</inkml:trace>
  <inkml:trace contextRef="#ctx0" brushRef="#br0" timeOffset="30903.501">22846 4985 3544 0,'0'0'10397'0,"0"0"-8869"0,0 0-1352 16,0 0 404-16,0 0 756 0,0 0 228 15,0 0 164-15,88 28-439 0,-49-28-417 16,13-10-220-16,3-2-288 0,5-4-328 16,0-3-36-16,0-3-328 0,-4-3-192 15,-4 2-144-15,4-2-173 0,-5 6-419 16,-15 3-1288-16,12 0-4080 0</inkml:trace>
  <inkml:trace contextRef="#ctx0" brushRef="#br0" timeOffset="43640.165">8773 8468 6584 0,'0'0'5001'0,"0"0"-3197"16,0 0-636-16,0 0-360 0,0 0 376 15,0 0-16-15,0 0-168 0,0 0-300 16,0 0-236-16,40-23 248 0,-12 16 164 0,7-2-219 16,6 4-149-16,6-2-144 0,5 0-4 15,8 7-68-15,4-3-64 16,15 3 88-16,9 0-196 0,11-3 16 0,9 0-136 0,12-1 0 16,3-2 8-16,5 0-4 15,-1-4 32-15,0 1-36 0,-3-1-252 0,-8 4-16 16,-4-3 4-16,-9 2-88 0,-4-2 4 15,-7 2-64-15,-1 4-12 0,-3-4 71 16,-4 7 73-16,-12-2-48 0,-1 2-172 16,-15 0-280-16,-4 0-152 0,-8 0-800 15,-16 6-1220-15,-4 0-3065 0</inkml:trace>
  <inkml:trace contextRef="#ctx0" brushRef="#br0" timeOffset="45487.162">12558 9969 3708 0,'0'0'7589'0,"0"0"-5985"0,0 0-220 16,0 0-372-16,0 0 272 0,-80-44 404 15,72 44-372-15,5-3-496 0,-1 3-308 16,4 0-184-16,0 0-192 0,0 0-88 15,4 0-48-15,7 6 0 0,6 0 84 16,2 0-24-16,9 1-60 0,4-7-4 16,3 0-8-16,2 0 8 0,3-10-4 15,-5-2-52-15,-3 2-52 0,-4 1-68 0,0-1-16 16,-8 7 28-16,-4 0-52 0,0 3 48 16,-8 0-12-16,0 9 40 0,-4 7-28 15,-4 6 24-15,0 10 76 0,-8 3-28 16,-9 7-120-16,2 2-64 0,-9 0 136 15,5 1 148-15,-6-4 0 0,1-3 88 16,0 0 84-16,0 0-24 0,1-3 0 0,3 0 36 16,-1 0-28-16,2 0 52 0,3-6-12 15,4-1-24-15,8-6 0 0,0 1-52 16,4-7-12-16,4-1-108 0,4-4-12 16,4 0 12-16,4-4 0 0,3 0 48 15,2-1 36-15,-1 0-84 0,-1 1 8 16,1-1 40-16,-3 0-40 0,-2 3 140 15,2 4 20-15,-6 3-8 0,6 3 20 16,-6 0 41-16,1 7 11 0,-4-1-4 0,-4 4 16 16,0-1-4-16,-4 4 28 0,0 3-112 15,0-1-84-15,-8-1-12 0,-4 5 4 16,0-3-60-16,-4 0 0 0,0 2-4 16,-4-2 0-16,-4 0-4 0,1 1 4 15,-1-5-48-15,4-5-40 0,-5-4-56 16,10-10-72-16,-1-2 8 0,4-7-56 0,4-3-136 15,0-6-233-15,-4-7-499 0,4-6-328 16,1-7-784-16,-2 5-2968 0,9-18-5005 0</inkml:trace>
  <inkml:trace contextRef="#ctx0" brushRef="#br0" timeOffset="46819.639">13335 10490 1656 0,'0'0'14169'15,"0"0"-12057"-15,0 0-1756 0,0 0 28 16,0 0 56-16,0 0 420 0,0 0 188 16,0 0-392-16,0 0-263 0,0 73-129 15,15-54-44-15,6 0-4 0,-5 4-132 16,3-8 4-16,2 1 44 0,-1-3-36 0,3-5-56 15,1-1-40-15,0-3-48 0,4-4-12 16,0-4 60-16,4-8 0 0,-4-10-60 16,0-7-48-16,0-6-184 0,-5-6 12 15,1 0-120-15,-7-4 35 0,-2 0 49 16,-3 1 36-16,-4-3 60 0,-8 1 40 0,0-1-140 16,-8 0 124-16,-4-1 88 0,-8 4 96 15,1 5 0-15,-2 1 12 0,6 7 52 16,-1 6-40-16,8 2 60 0,0 7 88 15,8 4-96-15,0 5-16 0,0 1 24 16,8 0 36-16,3 0 52 0,10 1 72 16,3 3-84-16,4 2-88 0,4 0-56 15,-1 0-4-15,5 0 0 0,4-3 96 16,-1 3-48-16,2 0-48 0,-6-3-72 16,1 3 12-16,-4 0-64 0,-4 0-68 0,-4 0-248 15,0 3-208-15,-4 2-312 0,-8 2-944 16,-4 3-2184-16,-8 6-3065 0</inkml:trace>
  <inkml:trace contextRef="#ctx0" brushRef="#br0" timeOffset="47072.949">13988 10312 8248 0,'0'0'6401'16,"0"0"-5293"-16,0 0-892 15,0 0 200-15,0 0 396 0,92-6 472 0,-68 3-224 16,-4 0-572-16,0 3-304 0,-4-4-84 15,-4 4-100-15,0 0-160 0,-8 4 48 16,0 8 112-16,-4 1 140 0,0 3 68 16,-4 6-160-16,-5-3 12 0,-2 3 40 15,3-2-100-15,-5-1-4 0,10-11 0 0,3-1 4 16,0-3-184-16,0-4-184 16,8 0 52-16,12 0-28 0,0-11 0 0,4-1-124 15,8-7-172-15,-4-2-244 0,4-2-720 0,-5-6-1048 16,-3 4-2469-16,-8 6-1567 15,0-13 5709-15</inkml:trace>
  <inkml:trace contextRef="#ctx0" brushRef="#br0" timeOffset="47572.176">13052 9706 1148 0,'0'0'10337'15,"0"0"-8593"-15,0 0-412 0,0 0-148 16,79-23-140-16,-54 16-136 0,-1 2-304 16,0-2-148-16,-5 5-112 0,-3 2-48 15,0 0-100-15,0 0-48 0,-8 0-16 16,-4 0-32-16,0 9-40 0,-4 1 148 16,0 8 184-16,-12 8-244 0,-3 2-148 15,-2 1-120-15,-3 0 72 0,8-4 40 16,-4-4-80-16,12-2-44 0,0-5 20 0,4-1 40 15,0-4-160-15,8 1 12 0,8-1 132 16,1 0-24-16,6 1 104 0,5-1-44 16,0 1 52-16,0 0 208 0,0 3-40 15,-8-4 52-15,-4 3-132 0,-5 1 132 0,-6 0-24 16,-5 3-116-16,0 0-80 16,-9 3-60-16,-2 0-52 0,-6 0-168 15,-2 0-148-15,-1 0-172 0,-4 0-116 0,1 0-272 16,-5-3-864-16,7-4-2212 0,-22 11-3201 0</inkml:trace>
  <inkml:trace contextRef="#ctx0" brushRef="#br0" timeOffset="50108.087">15726 10528 10528 0,'0'0'3193'16,"0"0"-1901"-16,0 0-676 0,0 0 140 16,-13 73 412-16,6-50 56 0,-1 2-240 15,-1 0-420-15,2 1-296 0,-5-1-184 16,-1 0-76-16,6 1-8 0,-1-3-8 15,0-8-100-15,3-5-224 0,5-2-244 0,0-4-244 16,0-4-244-16,0 0-416 0,0-6-1428 16,5-10-2777-16</inkml:trace>
  <inkml:trace contextRef="#ctx0" brushRef="#br0" timeOffset="50592.903">16275 10020 7748 0,'0'0'7737'0,"0"0"-6493"0,0 0-596 15,0 0-212-15,0 0 156 0,0 0 416 16,0 0-260-16,0 0-396 0,88-63-352 16,-76 56-80-16,-4 1-28 0,4 2 20 15,-4 4-108-15,-4 0 88 0,0 10-64 0,-4 6 160 16,0 10-88-16,-8 6-32 0,-4 6-40 15,-8 3 48-15,-4 0-108 0,0 3 204 16,0-3 28-16,-4 1 16 0,0-4 32 16,1-3 0-16,7-3-36 0,0-4 36 15,8-3-48-15,4-3-132 0,8-2-4 0,0-1 60 16,0-3-44-16,4 3 44 0,0-3 16 16,8 2-52-16,-5-1-12 0,6-5 124 15,-2 4 64-15,2 4-16 0,-1-8-40 16,-1 7 176-16,2 2-72 0,-6 6 84 15,-3 1 148-15,4 5-60 0,-3 4 32 16,-1 5-144-16,-4-2 108 0,0 2-84 0,0 2-48 16,0 1 60-16,0-4-64 0,0 0-20 15,-4-3 44-15,-5-3 4 0,1-3-76 16,1-1-24-16,-1-1-60 0,-1-5 36 16,2-6 28-16,3 0-28 0,0-10-48 15,4-2-72-15,0-4-88 0,0-3-156 16,0-7-160-16,0-8-180 0,0-7-388 15,8-13-52-15,-5-12-964 0,5 7-3097 16,-8-32-4779-16</inkml:trace>
  <inkml:trace contextRef="#ctx0" brushRef="#br0" timeOffset="50903.625">16686 9760 7960 0,'0'0'6625'16,"0"0"-5553"-16,0 0-596 0,0 0 352 0,0 0 500 16,96-61-184-16,-81 55-408 0,1 3-420 15,5 3-180-15,-10 0-76 0,1 3-60 16,0 7-44-16,-8 5 40 0,0 7-56 16,-4 10-148-16,-4 3-64 0,-7 9 52 15,-10 1-24-15,1 3 48 0,1-7 160 16,2-2 36-16,6-6 172 0,-2-7 36 0,9-3-148 15,4-11-48-15,0 1 64 0,4-4-76 16,5 1 8-16,6-7-8 0,2 1-124 16,6-4 116-16,9 0 4 0,0-7-228 15,4-3-12-15,0 1-212 0,4 0-148 0,-5-1-176 16,5 4-672-16,-4 3-1648 16,-12-1-5281-16</inkml:trace>
  <inkml:trace contextRef="#ctx0" brushRef="#br0" timeOffset="51702.157">18084 10525 768 0,'0'0'864'15,"0"0"9213"-15,0 0-8085 0,0 0-836 16,0 0 332-16,0 0-172 0,52 74-92 15,-32-44-428-15,-4 3-84 0,4 1-224 16,-4 1-64-16,0 0-84 0,-1-2-95 16,-2-8-113-16,-1 0-44 0,-1-6-80 15,-2-6-8-15,-1-7-8 0,-1 0-116 16,1-6-57-16,-3 0-51 0,3 0 12 0,-5-10-120 16,5-5-136-16,0-7 0 0,-3-4-84 15,2-5-20-15,-7-5 16 0,4 1 44 16,-4 0 96-16,0-2 64 0,0-2-24 0,-4-2 244 15,-3 0 140-15,-2-1 52 0,1 2 208 16,4-2 64-16,1 4 12 0,3 3-76 16,3 3 64-16,9 7-28 0,8 3 24 15,0 2 12-15,8 4 12 0,-1 4-88 16,10 5-12-16,-1 1-24 0,3 0 40 16,1 3 8-16,4 0-164 0,0 3-104 15,-9-4-108-15,6 4-380 0,-9 0-100 16,-4 7-200-16,-5 2-100 0,-3 4-492 15,-8-1-1616-15,-3 14-3429 0</inkml:trace>
  <inkml:trace contextRef="#ctx0" brushRef="#br0" timeOffset="51981.165">18658 10629 352 0,'0'0'7524'0,"0"0"-6136"15,0 0-80-15,0 0 889 0,0 0-153 0,0 0-604 16,84-18-308-16,-57 8-276 0,-3 3-216 15,-3 1-224-15,-6 3-304 0,-6 3-112 16,-2 0-60-16,-3 3-28 0,-4 10 88 16,0 4 168-16,-7 1-80 0,-10 11 32 15,2-1-108-15,-2 4-12 0,2-4 0 16,-2 1 84-16,6-7 24 0,3-2-20 16,-1-8-84-16,9-2-4 0,0-5-260 0,13-1 40 15,-1-4-36-15,8-4-164 0,8-1 100 16,0-11-88-16,-1 0-60 0,1-4-180 15,0-2-192-15,-4-3-404 0,0 3-472 16,-12-3-853-16,-5-1-1863 0,2 7-1296 16,-13-10 5325-16</inkml:trace>
  <inkml:trace contextRef="#ctx0" brushRef="#br0" timeOffset="52453.761">17666 9915 628 0,'0'0'10132'16,"0"0"-8127"-16,0 0-237 0,76-28-508 15,-45 17-144-15,1 6-248 0,-4-4-284 16,0 4-168-16,0-1-132 0,-9 6 36 15,6-2-76-15,-5 2-72 0,-5 0-116 16,-2 0-56-16,-2 0-84 0,-3 2 84 16,1 4-48-16,-5 5 48 0,0-3 144 15,-4 6-8-15,0-1-52 0,-4 6-20 16,-4-1 32-16,-5 5-96 0,2-4-44 0,-2 0-4 16,6 0-52-16,-1-3-20 0,0-1-16 15,4 2-36-15,-1-4 12 0,5 2 28 16,0-5-28-16,5 2 60 0,-1-2 28 0,4-1 64 15,0 1 4-15,-5 0-84 0,6-1 88 16,-1-3 44-16,-4 1 56 0,-4 2 60 16,4-3-36-16,-4 4-16 0,0-1 16 15,-8 4-16-15,0 4-96 0,-8-2-12 16,-5 3-156-16,2 2-68 0,-1-1 4 16,-4 0 24-16,4 0-100 0,-4-3-148 15,0 0-200-15,0 0-76 0,1-4-284 16,-1 1-460-16,4-7-1628 0,-8 8-3417 0</inkml:trace>
  <inkml:trace contextRef="#ctx0" brushRef="#br0" timeOffset="53283.123">21044 9950 496 0,'0'0'7736'0,"0"0"-4967"0,0 0-1101 16,0 0-776-16,0 0 76 0,0 0 164 15,-91-32 36-15,63 39-448 0,1 8-172 16,-1 8-56-16,0 6 0 0,-4 8-72 0,8 8-16 16,-4 6 12-16,7 9-28 0,6 4-36 15,-1 2-48-15,8 1-108 0,4 0-36 16,4-10-88-16,4-6 85 0,7-14 39 15,6-7-16-15,7-11 40 0,4-11 8 16,4-1-216-16,4-7-4 0,-1 0-8 0,1-9-24 16,0-4-72-16,-5-5-148 0,1-1-156 15,-8-4-157-15,-3-3-199 16,-2 1-220-16,-10 0-352 0,-2 6-1052 0,-7-7-3329 0</inkml:trace>
  <inkml:trace contextRef="#ctx0" brushRef="#br0" timeOffset="53440.145">20638 10503 5348 0,'0'0'4184'0,"0"0"-2159"15,0 0-437-15,0 0 268 0,84 22-196 16,-48-29-616-16,3-5-416 0,6-11-292 16,-2-5-300-16,-3-3-36 0,4-5-332 15,-8 1-400-15,-4 0-312 0,-8 0-352 16,-5 10-1312-16,-10-13-3933 0</inkml:trace>
  <inkml:trace contextRef="#ctx0" brushRef="#br0" timeOffset="53686.137">20595 9674 992 0,'0'0'10657'15,"0"0"-8281"-15,0 0-360 0,60 95-476 16,-37-51-172-16,5 5-288 0,0 7-408 16,3 11-428-16,1 10-112 0,0 8-44 15,5 11 44-15,-5 2-132 0,3 4-56 16,1-4-16-16,4-3-148 0,-1-13-132 16,6-6-396-16,-2-12-120 0,5-13-20 15,-1-10-304-15,6-6-504 0,-1-13-500 0,-1-5-773 16,-18-9-2607-16</inkml:trace>
  <inkml:trace contextRef="#ctx0" brushRef="#br0" timeOffset="53937.032">21822 9969 9128 0,'0'0'6945'0,"0"0"-5869"16,99 6-468-16,-51-2-16 0,0-1 960 15,4-3-4-15,-5 0-591 0,5-3-409 16,1-7-284-16,-2-2-180 0,8-5-84 0,-6-5-284 16,-2 0-360-16,1-3-205 0,-4-3-151 15,-5 2-504-15,-11 3-1188 0,-4 1-2396 16,-16 7-2117-16</inkml:trace>
  <inkml:trace contextRef="#ctx0" brushRef="#br0" timeOffset="54140.683">22216 9931 1436 0,'0'0'8936'0,"-36"86"-6839"16,28-41-705-16,1 11 160 0,-2 11 464 16,5 6 32-16,0 10-336 0,4 0-399 15,0 5-321-15,-4 1-280 0,0-3-316 16,1-1-164-16,-5-8-232 0,-5-8-76 15,6-9-164-15,-1-8-288 0,3-14 56 16,1-6-36-16,4-7-64 0,0-6-169 16,0-10-475-16,0-2-240 0,4-7-736 15,1-7-844-15,-5-9-1569 0,0-9-1087 0,0 0 2428 16</inkml:trace>
  <inkml:trace contextRef="#ctx0" brushRef="#br0" timeOffset="54262.047">22148 10881 1436 0,'0'0'9252'0,"0"0"-6343"16,0 0-885-16,104-42-684 0,-64 29-396 0,3-2-424 15,2-4-52-15,-6 3-136 16,1-3-124-16,-5 3-144 0,2 3-64 0,-10-3-92 16,-3 7-524-16,-3-1-444 0,-6 4-220 15,-10 2-1132-15,-5 4-2673 0,0 0-2007 16,-17 17 7016-16</inkml:trace>
  <inkml:trace contextRef="#ctx0" brushRef="#br0" timeOffset="54420.33">22060 11274 5852 0,'0'0'8869'16,"0"0"-7417"-16,0 0-1452 0,0 0 0 0,0 0 80 15,116 26 568-15,-60-33 568 0,12-3-268 16,12-5-200-16,3-5-284 0,4-2-464 0,1-3-232 16,0 0-564-16,-8-1-548 15,-21 4-1684-15,21-13-7189 0</inkml:trace>
  <inkml:trace contextRef="#ctx0" brushRef="#br0" timeOffset="54571.807">24307 11018 13745 0,'0'0'9573'15,"0"0"-8821"-15,0 0-752 0,0 0-1500 0,0 0-1389 16,0 0-871-16,-79-26 1320 15,27 12-5489-15</inkml:trace>
  <inkml:trace contextRef="#ctx0" brushRef="#br0" timeOffset="-77769.086">6486 12858 8308 0,'0'0'5049'16,"0"0"-4601"-16,0 0-372 0,0 0 368 15,0 0 200-15,0 0 112 0,-28-89-136 16,36 59-136-16,4-3-36 0,0 5-88 0,7 2-100 16,2 4-124-16,-5 6 0 0,3 6-60 15,-2 3-68-15,-2 5-4 0,-2 2 0 16,2 2 4-16,-2 12-8 0,-5 2 72 16,-1 3 52-16,5 6-116 0,-3 4 0 15,-2 3 4-15,-3 8 40 0,4 2-52 16,-4 6 8-16,4 6-12 0,-4-1 4 15,4 1-64-15,0 1 60 0,4-5-56 0,-4-6 60 16,0-2 48-16,0-7-48 0,4-6 52 16,-1-7-52-16,2-3 4 0,2-4 68 15,2-2-60-15,-2-7 188 0,9-6-92 16,1 0 100-16,-1 0 16 0,8-12 364 16,-4-4-4-16,3 0-264 0,1-6-224 15,-5 0-88-15,1-3 4 0,0-4-12 16,-4 1 0-16,0-2-108 0,-3 2-368 0,-2 3-260 15,1-4-72-15,-4 1-280 0,0-1-404 16,-8 6-3524-16,-1-4-3637 0</inkml:trace>
  <inkml:trace contextRef="#ctx0" brushRef="#br0" timeOffset="-77400.448">6977 12258 6232 0,'0'0'2868'16,"0"0"-979"-16,0 0-1081 0,0 0 372 0,0 0 296 15,0 0-504-15,0 0-384 0,0 0-184 16,0 0-40-16,-28 70 72 0,23-32-16 16,5 7-184-16,0 6-52 0,0 6-168 15,0 7 80-15,0 5-8 0,5 7-76 16,-2 4-8-16,5 5 56 0,0 5-60 15,1-5-84-15,-2 0 84 0,1 5 8 16,0-8-8-16,0 4 4 0,0-4 4 16,0-3 4-16,-1-2 28 0,-3-7-36 0,5-6-4 15,-5-4 112-15,4-13-100 16,-5-2-4-16,1-3-4 0,0-11-4 0,1-3 0 16,-5-9-4-16,0-3-64 0,0-6 68 15,0-4 0-15,0 1-8 0,0-7-376 16,0 0-12-16,0-4-28 0,0-2-196 0,0-7-364 15,0-6-924-15,-5 0-692 0,-3-12-2741 0</inkml:trace>
  <inkml:trace contextRef="#ctx0" brushRef="#br0" timeOffset="-76351.318">7534 13732 6108 0,'0'0'4528'15,"0"0"-3523"-15,0 0-237 0,0 0 444 16,0 0 120-16,0 0-412 0,0 0-404 16,0 0-156-16,0 0 204 0,0 0 92 15,60 79 132-15,-37-47-320 0,5-4-100 16,4 7-60-16,-4-2-140 0,-4-2-104 16,4 1-52-16,-8-4-8 0,0-6 8 0,0-3-12 15,-9-3-4-15,-3-6-84 0,1-4 84 16,-5-3-4-16,0-3-88 0,-4 0-4 15,0 0-44-15,0 0-76 0,0-3 48 16,0-6 164-16,0-4-4 0,-4-6-36 0,-4-3-76 16,-1-7 88-16,-2 1 36 15,3-2 0-15,-5-1 64 0,6 3-64 16,3-4-88-16,4 3 40 0,0 4-16 0,8 0 64 16,8 2 88-16,-1 4 36 0,6 0-16 15,3 3-12-15,-1 4-92 0,1 2 104 16,0 0 24-16,4 4-124 0,0 0 4 15,-4 2 64-15,-1 1-76 0,2-3-24 16,-1 6-40-16,-4 0 52 0,-5 0-48 16,2 0-88-16,-6 0-320 0,1 3-232 0,-3 3-144 15,-5 4-264-15,-1-1-912 0,-3 1-1216 16,0 6-2621-16</inkml:trace>
  <inkml:trace contextRef="#ctx0" brushRef="#br0" timeOffset="-75994.193">8024 13947 4924 0,'0'0'1460'15,"0"0"1836"-15,0 0-2056 0,0 0 417 0,0 0 351 16,0 0-280-16,0 0-508 0,0 0-280 16,0 0-188-16,76-25-200 0,-65 22-208 15,-2 0-148-15,2 3-196 0,-7 0-40 0,4 0-128 16,-3 9-16-16,-1 5 48 0,-4 0-132 15,0 5-4-15,0 4 4 0,-9 0 96 16,1-1 48-16,-3 3-48 0,3-3 76 16,-5 0 96-16,2-3 4 0,2-3 56 15,1-2-48-15,5-8 40 0,-1 0-44 16,4-4 4-16,0-2-4 0,4 0-8 16,-1 0 100-16,5 0 96 0,5 0 88 15,-6 0-140-15,6 0 28 0,-5 0 64 0,3 5-28 16,-3-3-88-16,5-2-116 0,-2 4 0 15,2-1 44-15,6-3-48 0,1 0-144 16,8-7-112-16,0-6-272 0,8 0-188 16,-4-1 48-16,0-6-624 0,-1 1-1460 15,-10 6-1989-15,-2-6-3459 0</inkml:trace>
  <inkml:trace contextRef="#ctx0" brushRef="#br0" timeOffset="-75467.225">7355 13462 6796 0,'0'0'5329'16,"0"0"-4921"-16,0 0-268 0,0 0 984 16,0 0 268-16,0 0-464 0,88-46-496 15,-77 44-160-15,1 2-48 0,0 0-132 16,-4 2-92-16,-4 5 0 0,3 3 44 15,-7 3-28-15,0-1 32 0,0 7-40 16,0-3-4-16,-3 3 8 0,-1 1-4 16,-4-1 4-16,0-4 0 0,5-2 4 15,-6-3 32-15,5-4 0 0,0 1 36 16,4-4-84-16,0 0-224 0,0-3 12 16,0 3 76-16,4 0 64 0,0-1 72 0,0 3 76 15,1-3 76-15,-2 2 56 0,1-1-108 0,-4 0 36 16,0 7 100-16,0-4-60 0,0 7-80 15,-7-1-36-15,-2 4-60 0,-3 3-52 16,5 0 52-16,-6-3-48 0,1 4-312 16,-4-5-172-16,4 1-80 0,1-3-108 15,-6 2-208-15,6-2 140 0,-6 0-804 16,6-7-893-16,-2 4-2655 0,2-7 305 0</inkml:trace>
  <inkml:trace contextRef="#ctx0" brushRef="#br0" timeOffset="-75168.364">8889 13874 3436 0,'0'0'6808'0,"0"0"-5995"0,0 0-361 15,0 0 688-15,0 0 272 0,0 0-184 16,0 0-412-16,0 0-324 0,0 0-116 16,28 73-116-16,-37-56-260 0,-2 5 0 15,3 0-312-15,-9 0-176 0,-3 0-64 0,1 3-204 16,-1-2-332-16,-4 2-748 15,4-6-1389-15,-12 9-5147 0</inkml:trace>
  <inkml:trace contextRef="#ctx0" brushRef="#br0" timeOffset="-73574.163">9108 13658 8904 0,'0'0'4073'0,"0"0"-3169"0,0 0-332 15,0 0 436-15,0 0 112 0,0 0-384 16,0 0-304-16,0 0-160 0,0 0-88 15,64-69-96-15,-49 59-88 0,1 3-4 16,4 1-120-16,-4 6 12 0,-4 0 28 0,0 0 8 16,0 4-96-16,-8 9-4 0,4 2 116 15,-4 8 60-15,-4 5-100 0,0 7-160 16,0 6-152-16,0 4-168 0,-4 1 80 16,0 0-128-16,0-2-56 0,0-6 264 15,-4-5 420-15,0-8 140 0,5-6 40 16,-6-4 44-16,5-2 56 0,-4-7 100 15,4 4-68-15,4-7-20 0,0 0 44 16,-3-3 32-16,3 0-144 0,0 3-124 16,0-3-100-16,3 3 12 0,5 1 152 15,0-1-116-15,1 3 40 0,2 1-88 16,-3 2-52-16,0-3-12 0,0 7 64 0,0-3 4 16,0-1 8-16,-1 7 64 0,2-4 0 15,-1 5-68-15,-4 2-4 0,-1 0-4 16,1 0 0-16,0 0 4 0,1 0-4 15,-5 0-12-15,0-4 12 0,4 6 4 0,-4-7-4 16,0 3 0-16,0-4 0 0,-4-1 100 16,4-5-100-16,-9-1-96 0,5 0-104 15,1-2-100-15,-5-4 40 0,4 0 28 16,-5 0-80-16,2 0-380 0,-1-4-448 16,0-2-544-16,0-4-1177 0,-8-11-4699 0</inkml:trace>
  <inkml:trace contextRef="#ctx0" brushRef="#br0" timeOffset="-72408.025">9012 13471 3720 0,'0'0'340'0,"0"0"480"15,0 0 2120-15,0 0-1460 0,0 0-472 16,0 0 141-16,0 0-49 0,0 0-116 16,0 0-196-16,0 0-280 0,-3 4-208 15,3-4-112-15,0 0-188 0,3 0-76 16,5 0 76-16,-4 0 180 0,4 0 8 16,0 2-128-16,0-2 56 0,0 0-56 15,-1 0 4-15,2 0 72 0,-1 0 72 16,3-2-48-16,2-2-152 0,-1 1-8 0,-1-3 100 15,2-1-88-15,-2 4 0 16,2 0-12-16,-5 0-88 0,-1 3-24 0,-3 0-56 16,0 0 80-16,0 0 12 0,-4 0 64 15,0 6-52-15,5-3 64 0,-5 4 0 16,0 2 136-16,0 1 44 0,-5 2-56 0,1 1-48 16,0 3-32-16,-4 1-44 0,1 2-48 15,-2-5-384-15,1 9-108 0,1-4-88 16,-1 3 32-16,-1 0-104 0,1-3-116 15,5 1-232-15,-1-5-357 0,0-5-615 16,4 3-1116-16</inkml:trace>
  <inkml:trace contextRef="#ctx0" brushRef="#br0" timeOffset="-71150.323">9589 13671 1812 0,'0'0'588'0,"0"0"5384"16,0 0-4252-16,0 0-779 0,0 0-281 0,0 0 20 16,0 0 276-16,0 0-64 15,0 0-172-15,0 0-168 0,0 0 0 0,49 76-120 16,-34-57-108-16,5 1-24 0,1 5-52 16,3 0-88-16,3 1 52 0,-3 2-88 15,0-2-76-15,0-3-44 0,0-9 84 16,-5-1-88-16,-2-7 136 0,2-1 48 15,-2-5-36-15,-2 0-24 0,-2 0-48 16,-2 0-28-16,-3-7-36 0,-3 1-8 16,2 0 44-16,-3-5-48 0,0-1-108 15,-4-4-204-15,4-4-20 0,-4 2 12 16,0-8-16-16,-4 1 64 0,0-3 20 16,-7-2-60-16,2 2 64 0,-6-4 28 15,2 4-92-15,1-4 12 0,1 3 124 0,-2 4 132 16,6 3 44-16,3 6 8 0,0-3 56 15,4 6 24-15,0-3-24 0,0 4 24 0,0-1 188 16,4 1 24-16,3-5-8 16,1 8 20-16,1-4-24 0,2 4-40 0,6-4-24 15,-6 7-52-15,5 0 4 0,4-1-28 16,0 3-24-16,0 2-64 0,0-1-60 16,0 0-8-16,0 3-40 0,-4-4 36 15,3 1-40-15,-2 3-60 0,-2-4 16 16,-2 4-288-16,2 0-304 0,-6 0-328 15,-2 4-472-15,-3-1-1388 0,-4 9-3661 0</inkml:trace>
  <inkml:trace contextRef="#ctx0" brushRef="#br0" timeOffset="-70881.099">10147 13652 3512 0,'0'0'8849'0,"0"0"-8029"0,0 0-284 0,0 0 768 15,0 0 80-15,0 0-312 0,0 0-528 16,0 0-372-16,0 0-120 0,0 0-48 16,65 67-4-16,-65-45 0 0,0 3-72 15,0 4-136-15,0-1-64 0,0-2-16 16,-5-1 164-16,1-5 124 0,4-2 44 16,0-5-44-16,0 1 0 0,0-9 44 15,4-2 92-15,5-3 24 0,2 0 4 16,1-6 56-16,4-3 76 0,-4-4-48 15,4-3-100-15,-4-3-148 0,0-3-204 16,-4 0-264-16,0-2-140 0,-4 3-316 16,-4-2-608-16,0 9-1076 0,-4-9-2913 0</inkml:trace>
  <inkml:trace contextRef="#ctx0" brushRef="#br0" timeOffset="-70532.057">9447 13293 6704 0,'0'0'6149'16,"0"0"-5385"-16,0 0-16 0,0 0 464 16,75-70-356-16,-59 63-516 0,-8 5-92 15,4 2-124-15,0 0-48 0,-4 9-76 16,3 4-72-16,2 6 72 0,-5-3-12 0,3 3-224 15,-2 0 48-15,-1-3 140 0,-5 0-12 16,5-4 60-16,-4 7 0 0,5-2-84 16,-5-1 80-16,7-5-44 0,-3 3-40 15,1-1-52-15,2-4 76 0,-3 1 0 16,1-4 0-16,2 1 16 0,-7 2 48 16,0-3 0-16,-4 7-24 0,0 0 12 15,0 3-76-15,-4 3 12 0,-8 2-328 0,0 5-12 16,-7-3-76-16,2 2-268 0,-2 0-324 15,-5-2-496-15,-4-1-889 0,7-6-2527 16</inkml:trace>
  <inkml:trace contextRef="#ctx0" brushRef="#br0" timeOffset="-69480.598">9299 11991 1120 0,'0'0'2752'16,"0"0"3704"-16,0 0-5615 0,0 0-225 16,0 0 320-16,0 0-108 0,-88-44 452 15,80 44-208-15,1 0-404 0,-2 6-284 0,5 7-184 16,-4 12 48-16,1 4 40 0,3 9-16 16,-1 7 136-16,5 5-16 0,0 5-24 15,0 5-84-15,5 6-136 0,6 4-100 16,1 4-40-16,4-2 52 0,0-6-60 15,0-8-48-15,5-20 0 0,-6-9 36 16,5-13-60-16,-1-9-28 0,2-7-84 16,-1 0-332-16,-1-4-128 0,2-3-96 15,-6-2-360-15,1-1-604 0,0 4-936 16,-7 0-1977-16,-2-7-2055 0</inkml:trace>
  <inkml:trace contextRef="#ctx0" brushRef="#br0" timeOffset="-68958.678">9841 12014 10468 0,'0'0'3897'0,"0"0"-3277"16,0 0-556-16,0 0 592 0,0 0 696 15,0 0 0-15,87-10-244 0,-55 10-376 16,0 0-232-16,0-3-244 0,-4 3-84 16,3-6-100-16,-3 2-72 0,-4-2-4 15,4-1-68-15,-7 1-40 0,-2 0-264 16,-3 0-284-16,0 3-272 0,-7 3-224 16,-2 0-1056-16,-3 0-2981 0,-4 7-2951 0</inkml:trace>
  <inkml:trace contextRef="#ctx0" brushRef="#br0" timeOffset="-68766.476">9997 12191 2520 0,'0'0'10749'0,"0"0"-9389"0,7 74-768 16,-3-42 404-16,0 5 288 0,0 5 52 0,0-2-564 15,4 2-492-15,-4-3-280 0,0 3-8 16,0-5-420-16,0-5-408 0,4-4-176 15,-4-6-360-15,0-9-1156 0,0-3-2453 16,-4-7-3251-16</inkml:trace>
  <inkml:trace contextRef="#ctx0" brushRef="#br0" timeOffset="-68625.869">10072 12465 6716 0,'0'0'5209'0,"0"0"-3649"0,0 0-684 16,0 0 464-16,0 0-76 0,84-42-332 15,-69 35-288-15,2 2-288 0,-2-2-320 16,5 0-36-16,-4 1-220 0,-4 1-484 16,4 2-264-16,-4 3-448 0,0 0-684 15,-8 8-4237-15</inkml:trace>
  <inkml:trace contextRef="#ctx0" brushRef="#br0" timeOffset="-68450.865">10160 12668 1160 0,'0'0'5280'0,"0"0"-2620"0,0 0-888 16,0 0 981-16,0 0-517 0,0 0-424 16,0 0-304-16,87-10-368 0,-62 1-448 15,-2-1-340-15,5-6-264 0,-4 1-88 16,0-7-112-16,4 0-336 0,0-3-296 0,4-2-396 16,-4-4-840-16,-9 8-3220 0,1-14-5089 0</inkml:trace>
  <inkml:trace contextRef="#ctx0" brushRef="#br0" timeOffset="-68203.056">10614 11969 8916 0,'0'0'5777'0,"0"0"-5525"0,0 0-100 15,0 0 148-15,79 51 456 0,-62-28 592 16,2 2-296-16,1 4-476 0,0 2-340 15,0 7-140-15,4 7 16 0,0 6-100 0,0 6-4 16,-9 0 32-16,-2 3-40 16,-5-6-84-16,-4 0 24 0,-4-3-140 0,0 0-240 15,-4-4-140-15,-9-1 60 16,2-9 248-16,-1 1-164 0,-4-6-300 0,-5 0-576 16,6-10-1396-16,-17 6-3481 0</inkml:trace>
  <inkml:trace contextRef="#ctx0" brushRef="#br0" timeOffset="-66438.623">11837 12541 4456 0,'0'0'6196'0,"0"0"-4535"15,0 0-729-15,0 0-244 0,0 0 96 16,0 0 512-16,0 0-216 0,80 9-236 0,-45-9-204 16,5 0-24-16,4 0-88 0,-4-6-112 15,8 1-160-15,-5-6-100 0,-3 2-32 16,-3 2-76-16,-2-2-48 0,-3-1-48 16,-4 1-76-16,-8 3-352 0,0-1-256 15,-5 4-120-15,-2 0-308 0,-6 3-1200 16,-7 6-3561-16</inkml:trace>
  <inkml:trace contextRef="#ctx0" brushRef="#br0" timeOffset="-66236.062">12020 12906 7036 0,'0'0'6757'0,"0"0"-5125"16,0 0-476-16,0 0-76 0,0 0 84 0,0 0 96 15,0 0-160-15,80-6-395 0,-52-1-353 16,4 1-160-16,0-3-176 0,-1 2-16 16,1-2-208-16,4-1-401 0,4 1-255 15,0-1-136-15,11 4-428 0,-14 2-2364 16,27 4-649-16</inkml:trace>
  <inkml:trace contextRef="#ctx0" brushRef="#br0" timeOffset="-65535.538">13773 12357 3420 0,'0'0'3140'0,"0"0"1577"0,0 0-3653 16,0 0 20-16,0 0 224 0,0 0-124 15,0 0 220-15,0 0-328 0,0 0-560 16,0 0-208-16,0 0-88 0,-88 15 12 16,73 15-24-16,2 7 40 0,2 8-128 0,-1 3-60 15,0 9-16-15,0 0-44 16,8 6 0-16,0 4 156 0,4 0-92 0,0-1-64 16,12 1-88-16,-1-7 80 0,6-9-64 15,3-6 64-15,-1-13-4 0,5-10 0 16,-3-6 8-16,7-10 4 0,-1-6 4 0,1 0 104 15,0-4-48-15,0-9-48 0,-4-2 40 16,4-8 20-16,-4-2-12 0,-5-6-60 16,5-8-36-16,-3 2-220 0,-2-8-36 15,-3-3 48-15,0 1 24 0,0-1-76 16,0-2 24-16,-8 1 16 0,0-1-16 16,-4-1 100-16,-4 1 36 0,0-5 36 15,-4 5 4-15,-4-1-92 0,-8 3-32 16,0 3 220-16,-4 4 48 0,0 4-44 15,-3 8 0-15,2 6 120 0,1 8-64 16,5 9 140-16,-2 2 292 0,2 4-208 16,2 0-36-16,-2 12-52 0,-1 5-88 0,0 5-20 15,-4 6-28-15,4 7 76 0,0 4-16 16,1 5-32-16,-2 3-40 0,-3 4-36 16,4 3-8-16,5 1-4 0,-6-5-136 15,6 1-280-15,2-7-296 0,5 0-240 16,1-8-452-16,-1-5-1172 0,4-8-1969 0,0-14-643 15</inkml:trace>
  <inkml:trace contextRef="#ctx0" brushRef="#br0" timeOffset="-65236.441">13797 12700 1892 0,'0'0'8420'16,"0"0"-7015"-16,0 0-213 0,0 0 68 15,0 0 128-15,8 66-120 0,-8-37-300 16,0-1-260-16,0 5-256 0,0-2-156 0,-4 1-64 15,0 2-116-15,4-1-116 0,-4-5-124 16,4 1-244-16,0-4-468 0,0-6-144 16,0-6-120-16,0-4-184 0,4-6-264 15,0-3-564-15,0-3-641 0,0-6 413 16,4-4 48-16,0 1-108 0,-4-1 1828 16,4 0 572-16,0 4 1184 0,0 2 32 15,0 1 1208-15,3 2-268 0,2 4-236 0,2 0-255 16,2 0-181-16,-2 4-300 15,6 5-32-15,3 4-260 0,0 0-240 0,4 6-92 16,-1 0-112-16,1 3-80 0,0 0-260 16,4 3-108-16,-4 1-148 0,3 0-496 15,1-1-264-15,4-3-452 0,-12-3-1204 16,16 0-3181-16</inkml:trace>
  <inkml:trace contextRef="#ctx0" brushRef="#br0" timeOffset="-64619.431">14777 12456 8644 0,'0'0'4269'0,"0"0"-3481"15,0 0 216-15,0 0 368 0,0 0-232 0,0 0 12 16,0 0-328-16,-83-26-408 0,67 42-184 16,0 3 64-16,4 9-16 0,0 7-24 15,4 6-36-15,4 6 12 0,4 5-76 16,0 2 28-16,8 0-4 0,4 6-20 16,4 1-27-16,0-5-121 0,3 2-4 15,-2-1-8-15,7-3-12 0,-5-4-36 16,5-6-13-16,0-2-23 0,1-7 8 15,2-6-128-15,1-7 8 0,0-6-240 0,0-4-152 16,0-8 12-16,-1-4-48 0,1-7-276 16,4-4-240-16,0-8-1300 0,-12-1-2509 15,12-15-3095-15</inkml:trace>
  <inkml:trace contextRef="#ctx0" brushRef="#br0" timeOffset="-64050.139">15279 12465 3572 0,'0'0'9937'0,"0"0"-9025"0,0 0-708 15,0 0 288-15,0 0 48 16,0 0 292-16,0 0 40 0,0 0-500 0,0 0-160 15,0 0-104-15,80-57-108 0,-72 63 0 16,-4 3 80-16,0 4 168 0,0 3 60 16,-4 3-112-16,0 7-12 0,0 2-96 15,-8 7-40-15,0 0-44 0,0 0-4 16,-4 0-60-16,0 0-40 0,0-1-120 16,4 1-4-16,-4-2 28 0,5 1-52 0,-2-5 40 15,1 3 96-15,1-4 48 0,3 0 4 16,-1-5 8-16,5-1 48 0,0-4-56 15,0-1 56-15,0-1-48 0,5-3 48 16,2 0-4-16,-3-1 8 0,0 4 8 16,0 0 44-16,0-1-52 0,1 2 4 15,2 1 8-15,-3 2 64 0,4 2-28 16,0 0 52-16,0 0 196 0,4-6-296 16,-4 0-24-16,4-6-76 0,4-1-8 15,0 1 108-15,0-4 64 0,0 4-28 0,-1-3-24 16,2 1-12-16,-2 5 124 0,2-1 260 15,-6 5 96-15,2 2-160 0,-2 3-40 16,-3 3-120-16,1-3-12 0,-5 4-4 16,-1-4 16-16,1 4-12 0,-4-5 60 15,0 2-4-15,-4-4 28 0,-3 3 132 0,-6-3-36 16,2 3-204-16,-10 0-116 0,1 1-4 16,-3-4-8-16,-1 0-112 0,0 0-228 15,0-7-188-15,0-1-128 0,4-8-88 16,4-3-160-16,4 0-1496 0,-8-10-5281 0</inkml:trace>
  <inkml:trace contextRef="#ctx0" brushRef="#br0" timeOffset="-61085.437">15829 12176 664 0,'0'0'11233'0,"0"0"-9889"16,0 0-608-16,0 0 528 0,0 0-80 16,0 0-248-16,0 0-132 0,0 0-308 15,0 0-252-15,0 0-60 0,80 7-136 16,-72-5-40-16,0 2-8 0,-4 2-64 15,-1 7 4-15,-3 2 48 0,0 8 12 0,0 2 0 16,-3 4-192-16,-9-1-8 0,4-3 144 16,-4-2 56-16,4-4 48 0,0-6-44 15,8-7-4-15,-4-4 0 0,4 3-108 16,0-3-92-16,8-2 88 0,4 7 112 16,0-4 0-16,0 0 64 0,3 0-16 15,2 1 28-15,-1-1-64 0,0 0 48 16,-9 4 100-16,6-1 88 0,-5 3-16 15,-5 1-8-15,1 2-28 0,-4 4 0 16,0 0-64-16,0 3-44 0,0 1-76 16,-4-1 28-16,-3 0-40 0,-6 0-12 15,5-1-332-15,-3 1-60 0,-2-3-64 16,2 0-160-16,-1 0-252 0,0 3-412 16,0-3-940-16,-4 3-1873 0,8-7-2723 0</inkml:trace>
  <inkml:trace contextRef="#ctx0" brushRef="#br0" timeOffset="-60719.552">16072 12925 92 0,'0'0'2932'0,"0"0"4876"0,0 0-6547 16,0 0 83-16,0 0 276 0,36 86-36 15,-20-61-20-15,4 7-268 0,0-3-464 16,4-4-332-16,-5 0-272 0,6-6-176 0,-9-2-52 15,-1-9-88-15,2-1 40 0,-6-3-96 16,1-4-272-16,-3-11-136 16,-2-4-96-16,1-3 120 0,0-12-40 0,-3-1-88 15,-2-4-92-15,5-4 156 0,-4-1 256 16,0-2 148-16,0 1 180 0,-4-3 8 16,4-4 160-16,-4 6 92 0,0 4 192 0,4 3 204 15,4 4-92-15,-4 2 40 0,8 4-80 16,0 6 0-16,4 2-24 0,0 5 32 15,-1-1-36-15,6 5-144 0,-1 1-104 16,-1 0-104-16,2 4-76 0,-6 0-60 16,1-1-140-16,0 4-396 0,0 0-320 15,-4 0-148-15,-4 4-304 0,0 5-1020 16,-8 4-3129-16,0 12-4471 0</inkml:trace>
  <inkml:trace contextRef="#ctx0" brushRef="#br0" timeOffset="-60466.392">16507 12849 4316 0,'0'0'9353'0,"0"0"-8313"16,0 0 168-16,0 0 404 0,0 0-336 15,0 0 72-15,83-35-372 0,-71 25-480 0,0 3-300 16,-4 5-196-16,-4 2-256 16,0 0 36-16,-4 0 88 0,0 13-28 0,0 2 88 15,-4 8 64-15,-4 6-100 0,4 2 8 16,-4 4 40-16,4-4-12 0,0-1 64 15,4-2 8-15,0-9 48 0,4-3-48 16,4-6 8-16,4-4 4 0,0-3 148 16,4-3 84-16,0 0-16 0,4-13-104 0,-5-3-124 15,2-6-220-15,-2-7-220 0,2-3-180 16,-6 1-360-16,2-4-428 0,-5 7-1532 16,3-14-4153-16</inkml:trace>
  <inkml:trace contextRef="#ctx0" brushRef="#br0" timeOffset="-60237.925">17036 12366 7220 0,'0'0'6701'0,"0"0"-5573"16,0 0-572-16,0 0 160 0,0 0 48 16,0 0 720-16,80 42-268 0,-64-34-556 15,0 6-296-15,3 2-56 0,2 6 8 16,-5 3-224-16,0 4-92 0,-9 9-8 0,2-1-164 15,-5 5-180-15,-4 6-196 0,0-3-136 16,-13-5-64-16,6 2-52 0,-9-4-204 16,4 0-840-16,-8-3-1988 0,0-9-2293 15,-4 2 718-15</inkml:trace>
  <inkml:trace contextRef="#ctx0" brushRef="#br0" timeOffset="-59836.114">18211 12602 5124 0,'0'0'8757'0,"0"0"-7201"0,88 6-436 16,-56-3 12-16,4 0-292 0,-4-3-240 16,-1 0-240-16,-3-3-264 0,0-4-96 15,-3 0-68-15,-1-4-288 0,0-3-360 0,-9 2-272 16,2 2-340-16,-6 1-496 16,-7 7-3357-16,-8 4-3479 0</inkml:trace>
  <inkml:trace contextRef="#ctx0" brushRef="#br0" timeOffset="-59651.092">18196 12909 236 0,'0'0'10949'15,"0"0"-8325"-15,0 0-440 0,0 0-164 16,103 19-372-16,-63-19-192 0,0-3-519 16,0-10-357-16,-1 1-240 0,2-7-160 15,-5 3-144-15,-1-6-36 0,-3 0-144 0,-4-4-148 16,0 3-168-16,-4-2-449 0,-1 3-167 15,-10 3-428-15,-1 0-1408 0,-9 0-3633 0</inkml:trace>
  <inkml:trace contextRef="#ctx0" brushRef="#br0" timeOffset="-59440.004">18316 12216 6624 0,'0'0'7149'15,"0"0"-6325"-15,0 0-116 0,32 71 212 16,-17-33 340-16,5 3 220 0,4 9-252 16,-4 5-580-16,8 6-140 0,-4 4-128 0,4 6-115 15,-4 0-201-15,-1-2-64 16,-3-2-76-16,4-1-32 0,0 1-209 0,-4-7-143 16,4-6-188-16,0-7-232 0,-4-12-340 15,3-16-464-15,-10-9-1052 0,6-16-3409 0</inkml:trace>
  <inkml:trace contextRef="#ctx0" brushRef="#br0" timeOffset="-59233.391">19108 12544 10949 0,'0'0'6724'0,"0"0"-5500"0,0 0 160 16,0 0 116-16,104 28-287 0,-76-28-53 15,0 0-304-15,8-6-412 0,-4-10-252 0,-1-2-156 16,1-5-36-16,-4-2-276 0,4-1-192 16,-4-2-160-16,0 2-84 0,-13 1 36 15,2 6-941-15,-9 6-891 0,-5 7-1716 16,-6 4-1089-16</inkml:trace>
  <inkml:trace contextRef="#ctx0" brushRef="#br0" timeOffset="-59049.944">19296 12436 2844 0,'0'0'8693'0,"0"0"-6661"0,-9 89-524 0,9-45 252 16,0 14-36-16,4-1 80 0,1 3-235 16,3 0-477-16,-4 1-284 0,-1-1-120 15,1-2-180-15,0-1-244 0,-4-7-200 16,4-6-64-16,-4-2-144 0,0-7-340 16,0-6-164-16,-4-1-92 0,0-6-140 15,4-3-493-15,-4-9-891 0,-3-4-2008 0,-1-3-1417 16,-8-3-3174-16</inkml:trace>
  <inkml:trace contextRef="#ctx0" brushRef="#br0" timeOffset="-58903.767">19283 13097 3616 0,'0'0'9517'0,"0"0"-7033"0,0 0-1216 16,81-35 416-16,-57 25-700 0,3-2-152 0,-3-1 420 16,0 0-451-16,-4 1-365 0,-1-1-252 15,-2 3-184-15,-6 0-80 0,2 5-212 16,-5-1-228-16,-1 1-233 0,1 5-359 15,1 0-640-15,-1 7-444 0,-5-1-192 16,-6 17-8433-16</inkml:trace>
  <inkml:trace contextRef="#ctx0" brushRef="#br0" timeOffset="-58749.098">19367 13411 4548 0,'0'0'10293'15,"0"0"-9113"-15,0 0-748 0,0 0 464 16,0 0 340-16,79 22 80 0,-42-22-72 15,3-6-612-15,12-5-255 0,-1 0 35 16,1-3-412-16,-5 2-124 0,2-1-737 0,-6 5-587 16,-15 3-1224-16,9 3-6309 0</inkml:trace>
  <inkml:trace contextRef="#ctx0" brushRef="#br0" timeOffset="-55153.054">28216 9043 10965 0,'0'0'5432'0,"0"0"-4944"0,-84-23-488 0,45 20 48 16,-17 3 228-16,-4 0 528 0,-8 9 256 15,1 10-372-15,-8 7-124 0,-2 12-92 16,-7 6-216-16,-7 13-36 0,-9 7-84 15,-3 12 8-15,-9 6 28 0,-4 8-76 16,-2 5 13-16,-6 10 23 0,-4 9-128 16,-3 7 64-16,-8 12-60 0,-1 6-8 15,-4 11-48-15,1 5-16 0,-1 7 64 16,6 4-4-16,1 2 4 0,6 6-44 0,0 11 44 16,4 2 0-16,-2 9 0 15,2 4 0-15,0 11-80 0,3-3 76 0,1 9 8 16,7 2 72-16,9 0-64 0,3 3-12 0,13-3-96 15,7-3 48-15,16-3-13 0,9-10-159 16,10-4 24-16,10-5 4 0,11 1 32 16,7-5 64-16,10-3-100 0,7 3 40 15,4-2-104-15,0-4 152 0,12-3 108 16,4-3 0-16,7-3 0 0,5-10 0 16,13-6-24-16,2-11-56 0,17-4 72 15,4-17 8-15,12-7-180 0,7-15 80 16,8-10 92-16,14-7-152 0,6-11 0 15,8-4 4-15,13-12 56 0,7-4 12 16,5-9 80-16,12-8 4 0,-1-4 0 16,4-5-180-16,4-8 56 0,9-5 128 0,3-11 0 15,4-4 12-15,8-6 220 0,0-10 12 16,5-9-204-16,-4-7-40 0,6-5 0 16,1-8 4-16,5-2 44 0,-1-7 24 15,1-6 36-15,-2 1-108 0,2-6-36 0,-1-1 36 16,4-1 108-16,-8-2-44 0,0-2 20 15,1-4-84-15,-5-4 0 0,0-7 116 16,0-6 52-16,-4-5 92 0,2-12-56 16,-2-5 92-16,-9-9-288 0,2-8 100 15,-9-5-12-15,0-6 100 0,-3-4-112 16,-5-3-80-16,-7-4 8 0,-1-2-12 16,-7-4-24-16,-1 2 24 0,1-6 8 15,-9-5-8-15,1-3 0 0,-5-4-12 16,-8 1 0-16,-7-1 8 0,-4 4-8 15,-9 0-60-15,-7-1 60 0,-9 1-12 16,-7 3 24-16,-4 0 48 0,-13 6 24 0,-7 1 28 16,-8 2-52-16,-8 0-36 0,-9 4-12 15,-11 4-8-15,-8 0 0 0,-4 3-92 16,-8 5 40-16,-4 3-268 0,-11 1 96 16,-6 6-36-16,-7 5 120 0,-4 5 16 0,-8 9 92 15,1 7 32-15,-9 5-24 0,-8 10 32 16,0 3 100-16,-12 7-4 0,5 2-44 15,-9 1-48-15,-3 3-4 0,-2 3-52 16,2 1 48-16,-4 1-88 0,-5 3 20 16,-1 1 68-16,2 4 4 0,-5-1-124 15,-3 4 112-15,-1 0 4 0,-4 3-52 16,-3 3 8-16,-1 0 4 0,-3 4 48 16,-1 0-48-16,-4 3 48 0,1 2 0 0,0 0 8 15,-2 3 76-15,-2 8-84 0,4-1 0 16,-1 4-84-16,-3 0 76 0,-1 2-4 15,1 1-64-15,2-5 64 0,-2 9 0 16,3-5-80-16,1 1 92 0,0 0 12 16,-2-1 0-16,2 1 36 0,4 3-48 15,-1-4-4-15,-4 3 4 0,9 2-8 16,-5 2 0-16,5-4 8 0,-1 8 0 0,5-1 8 16,-5 3-8-16,4 1 0 0,-4 5-44 15,4 1-28-15,-3 2-4 0,3 4-8 16,-3 0-64-16,-1 7 60 0,1-1 88 15,-1 7 4-15,4-4-4 0,1 4 0 16,-1 3 4-16,4-4 108 0,4 1-24 16,5 1-40-16,8 0 12 0,-5-1-56 15,8 0-4-15,0 3-12 0,9 0 0 16,-1 0-36-16,8 0 36 0,0 3-76 16,8-6 28-16,8 2 12 0,8-5 44 0,8-3-8 15,5-5-108-15,7 5-88 16,3-7-300-16,5 0-272 0,0 0-868 0,5 3-1140 15,10-3-1465-15,-3 0-1059 0</inkml:trace>
  <inkml:trace contextRef="#ctx0" brushRef="#br0" timeOffset="-54658.207">30563 9432 1632 0,'0'0'2972'15,"0"0"4245"-15,0 0-5901 0,0 0-540 0,0 0 276 16,0 0 372-16,0 0 104 0,0 0-220 16,0 0-120-16,0 0 76 0,0 0-339 15,32 80-65-15,4-64-196 0,8 0-208 16,-5 0-176-16,10-7-100 0,-6 4-24 16,1-7-84-16,-4-2-72 0,-4-4-4 15,-5 0-248-15,1-4-184 0,-8-2-92 0,-7 3-100 16,-6-4-196-16,-3 4-329 0,-8 3-799 15,0 0-932-15,-8 0-1312 0,-20 3-673 0</inkml:trace>
  <inkml:trace contextRef="#ctx0" brushRef="#br0" timeOffset="-54486.443">30615 9693 4680 0,'0'0'3084'0,"0"0"2497"0,0 0-4461 16,-36 76-664-16,32-41 184 0,4 10 804 15,-4 2 40-15,4 4-192 0,0 3-376 16,0-4-284-16,0 5-144 0,0-2-171 15,-3-1-149-15,-2-5-116 0,-3-5-52 16,4-8-204-16,0-11-149 0,0-11-87 16,4-5-132-16,-3-4-148 0,3-3-332 15,-4-7-628-15,-1-2-2288 0,-3-1-2889 16</inkml:trace>
  <inkml:trace contextRef="#ctx0" brushRef="#br0" timeOffset="-54340.664">30607 10032 11669 0,'0'0'5252'0,"0"0"-4556"0,0 0-496 16,103 17 44-16,-71-15 364 16,-4-2 176-16,4 0-392 0,0-2-304 15,0-11-88-15,0-6-112 0,-1-4-624 0,-3-2-420 16,-3-4-312-16,-5-2-576 0,-12 5-2065 16,-5-6-3047-16</inkml:trace>
  <inkml:trace contextRef="#ctx0" brushRef="#br0" timeOffset="-54085.218">30452 9306 11401 0,'0'0'5024'0,"0"0"-4248"0,0 0-664 0,0 0 396 15,0 0 724-15,0 0-56 0,0 0-516 0,79-23-308 16,-51 23 0-16,8 0 101 0,8 0-69 16,-1 4-280-16,2 2-104 0,6-3-4 15,1 0-68-15,0 1-100 0,-5-4-301 16,2 0-219-16,-2 0-236 0,-3 0-484 16,-12 0-1560-16,8-4-4089 0</inkml:trace>
  <inkml:trace contextRef="#ctx0" brushRef="#br0" timeOffset="-52945.53">26810 14913 3372 0,'0'0'10373'0,"0"0"-8577"0,0 0-1004 15,0 0-80-15,0 0 380 0,87-6 92 0,-59 8-96 16,8 5-176-16,1 2-267 0,2-2-37 16,5-1-136-16,0 0-244 0,-5-6-108 15,1 0-72-15,-3-6-48 0,-2-7-136 16,-3-5-212-16,0-5-260 0,-4 1-109 0,-5-3-291 16,-10 2-536-16,-2 5-732 0,-11 5-1604 15,0 7-801-15,-19 6-1667 0</inkml:trace>
  <inkml:trace contextRef="#ctx0" brushRef="#br0" timeOffset="-52767.084">27077 15043 12289 0,'0'0'1788'0,"0"0"-1320"15,-8 69-128-15,4-34 628 0,4 4 784 16,0-1-296-16,0 0-548 0,0 0-272 16,0-1-236-16,0-1-20 0,0-1-140 15,0-6-204-15,-4-7-36 0,0-2-168 16,0-8-124-16,0-3-208 0,-4-2-244 0,0-7-80 15,4-3-96-15,-8-8-560 0,4-1-848 16,0-7-736-16,5-3-1913 0,-6-4-1386 16,1 8 6363-16</inkml:trace>
  <inkml:trace contextRef="#ctx0" brushRef="#br0" timeOffset="-52637.187">27037 15255 796 0,'0'0'11661'0,"0"0"-9373"0,0 0-1092 0,0 0-204 15,100 10 288-15,-73-3-296 0,-2-5-284 16,-1 3-236-16,4-5-172 0,-5 0-108 15,5-5-184-15,-4-4-148 0,-4-7-548 16,3 4-212-16,-6-4-248 0,-2 0-580 16,-6 2-2408-16,-9 2-3261 0</inkml:trace>
  <inkml:trace contextRef="#ctx0" brushRef="#br0" timeOffset="-51799.776">26961 14643 1632 0,'0'0'10809'0,"0"0"-9549"0,0 0-1056 16,0 0-24-16,-75 22 516 0,54-6 400 15,-2 3-44-15,-1 6-516 0,-4 8-264 16,4 0-184-16,-4 9 256 0,4 6-36 15,1 3 40-15,-1 3 156 0,7 3-28 0,6 4-96 16,-1 1-52-16,7 2-108 0,5-1-160 16,0 5 52-16,5-2-108 0,10 0 80 15,6-1-76-15,3-5 104 0,3-6 8 16,10 0-108-16,-2-7 96 0,9-2-108 16,0-7-48-16,3-10 40 0,5-8-112 15,4-5 48-15,4-8-4 0,0-7-116 0,-1 0-212 16,1-10-60-16,-4 0 24 0,0-3 20 15,-8-1 16-15,-1-3-76 0,-7-2-116 16,-4-3 12-16,-4-3 72 0,-4-5 108 16,-8-7-32-16,0-5 196 0,-1-5 240 15,-3-4 24-15,-4-5 64 0,4 2 24 16,-4-11-60-16,1 2 24 0,-6-4-72 16,-3-3 72-16,4 0 264 0,-4 0-28 15,-4 1-124-15,5 5-52 0,-5 4 40 0,0 6 124 16,0 6-16-16,-9 10 0 0,1 6 28 15,-3 7 68-15,-2 3-96 0,-2 9-52 16,-10 0 40-16,1 4-100 0,-4 3-12 16,-3 3-148-16,-9-1-8 0,0 4 0 15,-8 0-4-15,-8 10-64 0,1-4 60 16,-9 7-68-16,-4 3 12 0,4 6-4 16,-3 1-56-16,3 5-88 0,0 6-140 0,1 5 56 15,3-1-240-15,4 3-176 0,4 0-556 16,5-3-72-16,11-10-2709 0,-20 5-2679 0</inkml:trace>
  <inkml:trace contextRef="#ctx0" brushRef="#br0" timeOffset="-49986.678">26934 15859 796 0,'0'0'1720'0,"0"0"4112"15,0 0-4264-15,0 0-251 0,0 0 183 16,0 0-60-16,0 0-404 0,0 0 260 15,0 0-236-15,-76-76-356 0,60 59-16 0,4-1-60 16,-8 1 92-16,4-2-108 0,-4-2-224 16,0-2-120-16,0-2-172 0,-4 0-20 15,1-7-28-15,-5 4 49 0,-4-7-97 16,0-1-4-16,-8-2-45 0,-4-3 49 16,-8 3 0-16,-4-3-8 0,-4 2-128 0,1 1 52 15,-9-3 72-15,0 2-108 0,-3-1-88 16,-1-2-180-16,4-2 72 0,4 3 168 15,9-3 144-15,3-1-8 0,0-3-100 16,9 1-96-16,2-4 52 0,9-1 44 16,1 2 4-16,3 3 20 0,5-2 80 15,2 5-4-15,5 0-72 0,4 6 84 16,1 0 60-16,6 2 36 0,1 3 100 16,4-3-60-16,0 4-128 0,0-3 104 15,0 4 68-15,0-2-68 0,9 0-28 0,-5-6-44 16,3 4-40-16,1-7-60 15,5 8 52-15,-6-2-64 0,9 5 60 0,-4-1-36 16,0 4-64-16,4 2-12 0,-4 4 52 16,4 3 60-16,-4-4 4 0,-1 4-48 15,2 1 56-15,-2-1 4 0,1-3-4 0,1-4-4 16,2-2 4-16,1-4 44 16,5 0-44-16,-6 0-8 0,5 0-4 0,5-3-48 15,-6 1-4-15,5-1-32 0,4-1 84 16,-4 5-88-16,-1 2-8 0,-3 7-16 15,1 3 124-15,-6 6 4 0,-2 1 8 16,-2 6 88-16,1-4-40 0,0 3 64 16,4-2 72-16,4 3-52 0,0-7-56 15,4 4 20-15,0-5 28 0,4 2-28 16,7 3-96-16,1-3 0 0,5-2-4 16,2 5 104-16,0 2-64 0,6 1 60 15,-1 6 52-15,3 0 24 0,-7 0-28 0,4 3 40 16,-4 7-64-16,-4-1 4 0,3 5 45 15,-2-2-33-15,-2 1-52 0,5-1-24 16,-4 1 24-16,3 0 4 0,2 1 20 16,-2 0-60-16,-3 5 24 0,4 0 24 0,0 0 16 15,0 6-4-15,-1 2 12 0,-3 3 208 16,1 3-40-16,-2 1-116 0,1 1-64 16,-1 3 48-16,-2 0-72 0,-1-2-36 15,-5-3 48-15,1 0 36 0,0-1-8 16,-4-1-28-16,4-2 12 0,-4-4-24 15,-5 4-12-15,1-1-12 0,0-2-60 16,-3 2 48-16,-6 1 0 0,5 4-60 16,-4 0-48-16,-4 9 48 0,4-1-8 0,-8 7-52 15,4 2 56-15,-4-1 0 0,-1 1-8 16,2-5 12-16,-1-1 12 0,-4-6-4 16,0-3-8-16,-4 0-40 0,3-7 40 15,-3 4 8-15,0-2-8 0,4-3 0 16,-4 5 0-16,0 0 0 0,0 3 0 15,0-3 0-15,0 3 0 0,0-1-4 0,-4 2 0 16,1-8 4-16,-1 4 0 0,0-1 0 16,-4-2 0-16,4 3-8 0,-1-3-112 15,2 2 24-15,-1-2 0 0,-4 0 48 16,4-1 44-16,4-3-92 0,-4 4 8 16,-4-6 8-16,4 2 76 0,-4-3 4 0,0 0-84 15,0-3 12-15,-4-3 72 0,4 0 4 16,-4-1 0-16,4 2 4 0,0-2-8 15,-3 2 0-15,-2-5 4 0,2 4-4 16,-6 0-48-16,2 0 0 0,-2 0 0 16,-7-1-48-16,1 5 0 0,-1 1-24 15,-4 2 72-15,-4 2-16 0,0 4 16 16,-7 3-24-16,2-1 68 0,-2 1 4 16,-1 1 0-16,4-5 12 0,1-3 48 15,-6 1-12-15,9-5-36 0,0-4 52 0,4-2-4 16,0-5 0-16,9-7-48 0,-5 0 48 15,8-3-52-15,0 0 40 0,-4 0-48 16,4-6-4-16,0-1-48 16,4 1 52-16,-4 0 0 0,1-4-8 0,-2 4 0 15,-2-3 8-15,-1 2-180 0,-1 1 176 0,2 2 4 16,7-2-12-16,0 6 8 0,0-7 0 16,4 4-4-16,0-4-44 0,0 2 40 15,1 2-96-15,-2-1-108 0,1 1 204 16,4 0-72-16,4 3 36 0,-4-3 0 15,4-1-64-15,0 4 4 0,-3-2-36 16,3-1-124-16,0-4-120 0,0 0-72 16,0-1-185-16,0-5-487 0,3 1-648 15,-3-8-1104-15,0 7-2617 0,0-15-3879 0</inkml:trace>
  <inkml:trace contextRef="#ctx0" brushRef="#br0" timeOffset="-49120.546">26117 13643 4092 0,'0'0'6981'16,"0"0"-5569"-16,0 0-404 0,0 0-168 0,0 0 484 16,0 0-80-16,0 0-400 0,0 0-152 15,0 0 268-15,0 0-200 0,115 34-188 16,-75-27-156-16,-4-1-148 0,-4 1-124 15,-4-5-144-15,-1-2 0 0,-2 0 0 16,-5-9-208-16,-5-4-364 0,2 1-292 16,-6-1-268-16,-3 1-288 0,-4-1-900 15,-4 7-1897-15,0-1-975 0</inkml:trace>
  <inkml:trace contextRef="#ctx0" brushRef="#br0" timeOffset="-48952.645">26324 13630 1228 0,'0'0'7016'0,"0"0"-4752"15,0 0-435-15,0 0-145 0,-36 89 108 16,28-50-240-16,0-2-304 0,4 8-436 16,0-8-308-16,-3 2-236 0,2-8-268 15,1-1-108-15,0-9-124 0,4-1-428 0,0-8-116 16,0-2-116-16,0-7-364 16,0 0-624-16,0-3-712 0,0-3-1905 0,0-10-2311 0</inkml:trace>
  <inkml:trace contextRef="#ctx0" brushRef="#br0" timeOffset="-48823.918">26264 13877 7672 0,'0'0'2696'0,"0"0"-791"0,0 0-93 16,0 0-96-16,0 0-288 0,92-28-464 15,-73 25-396-15,-2-3-260 0,-2 2-308 16,-2 4-12-16,-6 0-208 0,1 0-412 16,-8 7-356-16,0 5-468 0,0 7-884 15,-4-3-1769-15,-11 13-1127 0</inkml:trace>
  <inkml:trace contextRef="#ctx0" brushRef="#br0" timeOffset="-48686.981">26280 14135 5216 0,'0'0'2860'0,"0"0"-840"0,0 0-459 15,0 0-101-15,0 0-368 0,84 18-280 16,-60-18-272-16,0 0-212 0,-1-2-152 16,5-5-176-16,-4 2-452 0,4-2-876 15,-8 0-760-15,16 1-2937 0</inkml:trace>
  <inkml:trace contextRef="#ctx0" brushRef="#br0" timeOffset="-46089.281">29017 13198 1788 0,'0'0'2944'0,"0"0"-1848"0,0 0-328 16,0 0-392-16,0 0 40 0,0 0-28 0,0 0 600 15,0 0 912-15,0 0-779 0,0 0-365 16,-84-9-104-16,69 11-80 0,-2-2-64 16,2 4-76-16,-2-4-192 0,2 3 136 15,-1-3-24-15,-4 4-76 0,4-4-88 0,-3 0-108 16,2 2 20-16,-3 2 52 16,1-1-152-16,-6 2-4 0,1 2-148 0,-4 3 36 15,0 3 28-15,-7-1-12 0,-1 8 12 16,0-1-48-16,1 0 20 0,-6-1-72 15,5 1 76-15,1 0 60 0,-1 4-60 16,4-4 56-16,0 3 48 0,0-3 4 16,4 1 4-16,0-5-12 0,4 1-76 15,5 0-140-15,-5 1-12 0,4-3 36 16,0-1 92-16,0 4 100 0,0-2-72 16,1-2 84-16,-2 3 112 0,-3 0-36 15,5-4 0-15,-5 1-24 0,0 3-48 0,0-1-4 16,-1 2-12-16,-2-1 8 0,3-1-4 15,-4 2-44-15,4 2-24 0,-4-4-164 16,4 1 164-16,5 0 72 0,-1-3 4 0,-1-1 8 16,6 1 80-16,-2-4-12 0,2 4-12 15,2-6 48-15,2 2-24 0,-5 1-24 16,4-4 12-16,0 4 12 0,0-3-32 16,-4-2-56-16,5 4-100 0,-10 2-116 15,5 2-100-15,-3-1 264 0,-2 1 44 16,1 6-120-16,-3-4-316 0,-1 4 296 15,0 3 148-15,4-2 52 0,0-5-4 16,4 1-40-16,0-3 44 0,4-3-44 16,4-1 0-16,0-3 120 0,5-2-24 15,-1-2-16-15,-1-2-12 0,5 5-76 16,-4-3-76-16,0 2 24 0,0-1-12 16,-3 6-112-16,-1 1 8 0,-5 3 16 15,6-1 148-15,-10 4-8 0,6 0 4 0,-1-1-96 16,-4 5 28-16,-5-1 76 0,2 4 44 0,-1-4-36 15,1 2 120-15,-2-5 164 0,1 3-164 16,5 0-120-16,-6 0-8 0,1 0-52 16,1 0 48-16,2 3-4 0,-2 1-68 15,3-5 0-15,4 6 76 0,-4-6-12 16,4 5 8-16,-4-5 0 0,8 5 4 16,-4-5-52-16,4-2 52 0,0 0 0 15,4 0 0-15,-4-2 0 0,5 1-4 16,-6-3-8-16,5 5-80 0,0-2 80 15,0 1 4-15,-3 3-236 0,3 0 232 16,-5 1 0-16,1 5-284 0,1 3 144 16,-10 5-80-16,6 0 232 0,-6 0 16 15,6-2 112-15,-1-2 140 0,-4-1-216 0,4 1-52 16,0 0 0-16,-4 3-8 16,4-4-36-16,4 1 44 0,-4-1 8 0,8-3-8 15,0-2 64-15,0 3 100 0,4-4-60 0,0 3-16 16,0-3-72-16,0 3 60 0,0 4 64 15,0-1 140-15,0-3-152 0,0 4-4 16,4-4-8-16,-4 2-28 0,4-5-24 16,0 6-52-16,0-3 228 0,0 8 40 15,0-5-28-15,0 1-112 0,3-1-140 16,2 1 76-16,-1-4-24 0,3 3-40 16,2 5 316-16,-1-5 12 0,4 4-240 15,-1-7-92-15,9 1 300 0,4-4-172 0,4 3 52 16,8-3-16-16,0 1-56 0,4-7-116 15,4-5 96-15,3 0-80 16,1-8 68-16,4 0-76 0,-1-3 44 16,1-3-48-16,0-4 4 0,0 0 0 0,-4-1 0 15,-1-5 4-15,-2 4 52 0,-2-1-64 16,-3-2 0-16,0 1-12 0,-4 2 0 0,4-7 0 16,-1 0-4-16,5-3 8 15,4-6 4-15,0-6 4 0,7-4-84 0,-3-7 68 16,4 1-56-16,0 0 60 0,-4-4 8 15,0 3-8-15,-5-2 4 0,1 0 0 16,-8 3 8-16,4-3-4 0,-1-2 8 16,1-1 8-16,1 0 48 0,2-5-60 15,1-2-4-15,-5-3-96 0,5 0-48 16,-4 3-16-16,0-3 52 0,0 3 100 16,-1 4 12-16,-2-1 0 0,-6 0 60 15,1 7-44-15,-8-2-4 0,-1 9 48 16,1-1 140-16,-4-1 12 0,-4 5-36 0,0-1-4 15,4-3-60-15,-3 3 0 0,-2-3-100 16,1 0 32-16,0-3-44 0,0 0-12 16,-1-4-48-16,-2 0-28 0,-1 1 88 15,-5 3 52-15,2 3-48 0,-6-1 0 16,2 8 44-16,-9-4 40 0,-1 6-4 16,-3-3-20-16,0 4-4 0,0-3-8 0,-7-2-4 15,-2-2 40-15,1 0-88 0,1 1-12 16,-6-2 4-16,2 2-92 0,-5-1-24 15,4 0 120-15,-4 3-60 0,0 4 64 16,4 2 0-16,-4 3 100 0,4 4 48 16,-4 4 28-16,0 2 68 0,4-3 4 15,-4 7 268-15,4-4-148 0,0 0-136 16,-3 1-156-16,2 2-76 0,-2-2 0 0,2 2-76 16,-2 1-32-16,-2-2-164 0,2 6 28 15,-5-2-64-15,-1 0 0 0,2 1-48 16,-1 6 84-16,-4 0 148 0,4 0 112 15,0 3 4-15,0 4-56 0,1 0 56 16,-2 1-56-16,-3 3-60 0,1 1 0 0,3 1 40 16,-4 0 20-16,3-4-96 15,2 4-176-15,-1-4-216 0,4 1-456 0,4-1-828 16,4 1-989-16,0-1-1559 0</inkml:trace>
  <inkml:trace contextRef="#ctx0" brushRef="#br0" timeOffset="-44626.565">28536 14177 6584 0,'0'0'2724'16,"0"0"-1007"-16,0 0-353 0,0 0 320 15,0 0-56-15,0 0-264 0,0 0-408 16,0 0-300-16,0 0 8 0,0 0 92 16,0 0-144-16,86 9-184 0,-61-9-88 0,-5 3-60 15,-1-3-63-15,-3 0-81 0,1 0-76 16,-2 0-48-16,-3 0-8 0,0 0-4 15,-4-3-184-15,4 0-361 0,-7-1-175 16,-2 2-172-16,-3-3-164 0,0 5-340 16,0 0-620-16,0 0-660 0,0 0-1705 15,-12 0-799-15</inkml:trace>
  <inkml:trace contextRef="#ctx0" brushRef="#br0" timeOffset="-44436.597">28635 14265 5716 0,'0'0'3064'15,"0"0"-1292"-15,0 0-523 0,0 0 19 16,0 76 360-16,0-57-120 0,0 0-492 16,0 4-432-16,0-7-312 0,0 2-28 15,0-2-20-15,-4 0-152 0,4 0-72 16,-4-3 0-16,-4 2-284 0,4 1-208 0,-4-3-292 16,0 4-356-16,3-5-488 15,-6 1-884-15,7-5-1893 0,-8 3-1555 0</inkml:trace>
  <inkml:trace contextRef="#ctx0" brushRef="#br0" timeOffset="-44287.97">28579 14528 1448 0,'0'0'7984'16,"0"0"-6536"-16,0 0-831 0,0 0 231 16,0 0 596-16,0 0-52 0,0 0-564 15,0 0-600-15,0 0-212 0,0 0-16 16,0 0-456-16,84-41-424 0,-76 35-264 15,-4 2-412-15,-1-2-1357 0,1 6-2291 0</inkml:trace>
  <inkml:trace contextRef="#ctx0" brushRef="#br0" timeOffset="-44103.454">28559 14687 116 0,'0'0'8572'0,"0"0"-6788"0,0 0-511 0,0 0 187 16,0 0 368-16,0 0-92 0,0 0-396 15,0 0-464-15,0 0-312 0,88 13-160 16,-72-26-160-16,3-2-148 0,1-2-96 16,-3-5-208-16,-2 0-292 0,6 0-288 15,-6-3-296-15,1 2-464 0,-8 4-864 16,8-3-2721-16</inkml:trace>
  <inkml:trace contextRef="#ctx0" brushRef="#br0" timeOffset="-43914.968">28966 14097 10304 0,'0'0'3093'0,"0"0"-2077"16,0 0-900-16,0 0 300 0,0 0 956 0,0 0 172 16,0 0-780-16,-24 89-612 15,15-61-152-15,1 4-72 0,-3 3-152 0,-2 2-220 16,2 5-384-16,-1 3-364 0,0-1-444 15,0-12-1304-15,-4 19-2865 0</inkml:trace>
  <inkml:trace contextRef="#ctx0" brushRef="#br0" timeOffset="-39269.716">27296 12646 3464 0,'0'0'0'0,"0"0"-444"0,0 0 444 15,0 0 5832-15,0 0-4048 0,0 0-383 16,0 0-313-16,0 0-32 0,0 0 168 15,-20-7 8-15,20 4-200 0,0 3-164 16,0-3-96-16,0 3-84 0,8-3-164 0,8 0-244 16,4-3 28-16,12-1-56 0,7-3-20 15,13 3-96-15,4 5-56 0,8-2-80 16,4 4-8-16,-1 0-4 0,2 11-48 16,-2-2 52-16,-3 3-44 0,-1 4-92 15,-3 1 132-15,-8-2-72 0,-8-2-160 0,-8 0-268 16,-5-4-184-16,-10-3-64 0,-10 1-212 15,2-4-280-15,-13-3-644 0,0 0-352 16,0 0-569-16,-21-7-2503 0</inkml:trace>
  <inkml:trace contextRef="#ctx0" brushRef="#br0" timeOffset="-39077.546">28065 12383 3816 0,'0'0'7617'16,"0"0"-6601"-16,0 0-608 0,0 0 64 15,80 21 204-15,-60-9 448 0,3 8 48 16,-3 0-272-16,1 5-368 0,-6 0-160 0,2 8-164 16,-10 0-144-16,-3 9-64 0,-4-4-64 15,0 7-256-15,-11-3-100 0,-6 2-4 16,-3-4-112-16,-3 5-192 0,-5-4-128 16,-4 1-196-16,-4-2-732 0,-4 2-2425 15,12-10-2811-15,-27 9 6524 0</inkml:trace>
  <inkml:trace contextRef="#ctx0" brushRef="#br0" timeOffset="-6717.692">14248 6978 6260 0,'0'0'4328'16,"0"0"-2131"-16,0 0-1189 15,0 0-348-15,0 0 348 0,0 0 348 16,0 0-40-16,0 0-196 0,0 0-312 0,0 0-256 16,-13-12-92-16,5 15 76 0,-3 3-304 15,-9 4-159-15,-1 5-65 0,-2 4-4 16,-1 7-4-16,0 3-76 0,8 3 76 15,-4 3 44-15,13-7-40 0,-2-3-4 16,9-6-97-16,0-3 13 0,4-3-4 16,8-1 88-16,8 1-44 0,4 0 44 0,4-1 0 15,0-1-8-15,0-3-52 0,0 3 4 16,0-5 52-16,-9 0 4 0,1 1-4 16,-3 2 0-16,-6-3 4 0,1 7 48 15,-4-4-40-15,-4 7 88 0,0 3 16 16,-4 4-100-16,0-2 48 0,0 8 37 15,-8-4 23-15,0 0-20 0,-4 2-16 0,-4-8-24 16,0 0-60-16,0-3-88 0,0-4-253 16,0-3-11-16,4-2 36 0,1-7-112 15,2 0-292-15,2 0-40 0,3-9-212 16,0-8-468-16,4 2-876 0,0-7-592 16,8 6-1865-16</inkml:trace>
  <inkml:trace contextRef="#ctx0" brushRef="#br0" timeOffset="-6114.131">14669 7249 6200 0,'0'0'6145'16,"0"0"-4373"-16,0 0-812 0,0 0-468 16,0 0 84-16,0 0 352 0,0 0-8 15,0 75-204-15,4-30-140 0,9 10-84 16,2 7-40-16,2 8 48 0,3 6 292 16,-1 3-439-16,-2-2-245 0,-6 6-96 15,1-7 88-15,0 3-100 0,-4-9-8 16,0-6-44-16,0-11 4 0,-4-11 44 0,0-17-92 15,0-6-185-15,-4-12-47 0,0-7-172 16,0 0-168-16,0-13 4 0,0-6-184 16,-4-12-240-16,-4-11-712 0,0-12-312 0,-4-7-749 15,4 11-1387-15,-16-33-1212 0</inkml:trace>
  <inkml:trace contextRef="#ctx0" brushRef="#br0" timeOffset="-5917.744">14622 7382 6412 0,'0'0'3208'16,"0"0"-903"-16,0 0-1077 0,0 0-184 15,64-76 92-15,-40 66-240 0,-1 0-144 16,-3 7-44-16,4 3-80 0,-8 0 12 16,4 3-136-16,0 7-196 0,-4 2-64 0,-4 8 0 15,0 5-24-15,-4 7-120 0,-4 9-100 16,-4 4-80-16,0 2-296 0,-4 1-176 16,-4-4 12-16,0-9-52 0,-4-6-88 15,4-10 96-15,0-6 0 0,1-13-460 16,-6 0-560-16,5-20-788 0,4-9-773 15,-4 1-23-15</inkml:trace>
  <inkml:trace contextRef="#ctx0" brushRef="#br0" timeOffset="-5720.953">15017 6794 10484 0,'0'0'1713'0,"0"0"-805"15,0 0-4-15,0 0 836 0,7 70-24 16,-7-23-224-16,4 8-400 0,-4 8-260 0,4 7-200 15,-4 3-219-15,4 0-217 0,5-7-196 16,-5-5-76-16,3-9 0 0,5-15-177 16,0-9-175-16,0-9-216 0,4-5-152 15,0-12-148-15,4-2-400 0,3-16-1000 16,-6 0-1748-16,7-19-1585 0</inkml:trace>
  <inkml:trace contextRef="#ctx0" brushRef="#br0" timeOffset="-5584.329">15379 7283 6748 0,'0'0'7397'0,"0"0"-6565"16,0 0-440-16,0 80 324 0,-4-49 720 0,-4-1 8 16,0 0-252-16,0-2-436 0,4-4-428 15,0-8-328-15,0-7-84 0,4-4-344 16,-4 0-144-16,4-5-128 0,0-5-124 0,0-7-436 16,0-1-1288-16,-4-16-3861 0</inkml:trace>
  <inkml:trace contextRef="#ctx0" brushRef="#br0" timeOffset="-5436.923">15324 6988 6900 0,'0'0'8557'15,"0"0"-7661"-15,0 0-100 0,0 0 404 16,0 0 20-16,0 0-108 0,0 0-444 16,0 0-448-16,83 0-220 0,-67-6-456 15,3-7-496-15,5-6-348 0,1-7-820 0,-5 5-2268 16,8-21-3913-16</inkml:trace>
  <inkml:trace contextRef="#ctx0" brushRef="#br0" timeOffset="-5069.186">15821 6619 5884 0,'0'0'9353'0,"-12"80"-8241"0,4-29-392 0,-3 9 312 16,2 10 360-16,1 6 232 15,4 3-167-15,4 3-261 0,4-2-388 0,9 0-396 16,-2-7-196-16,5-13-132 0,0-9-28 15,1-13-56-15,-2-9-12 0,1-14-144 16,0-2-24-16,0-6-76 0,-4-7-92 16,-1-3-112-16,-2-10-44 0,-1-3-4 15,-4-9-160-15,-4-1-281 0,-8-2-623 16,-5-5-312-16,-6 2-40 0,-9-7-172 16,-8-1-296-16,-4 2 67 0,-3 1 497 0,-2 5 1828 15,9 6 12-15,8 9 1612 0,9 9 417 16,7 4 63-16,8 3-412 0,4 0-360 15,0 7-268-15,7 2 4 0,2 1 52 16,7 2-180-16,4-6-304 0,0 1-212 16,7-7-192-16,6-3-124 0,-1-7-96 0,0-9-12 15,-1-3-152-15,1-3-212 0,0-7-344 16,0-3-344-16,-4 0-192 0,4 0-344 16,-4 0-948-16,4 3-2497 0,-13 11 389 15,13-2 732-15</inkml:trace>
  <inkml:trace contextRef="#ctx0" brushRef="#br0" timeOffset="-4703.573">16183 6931 4060 0,'0'0'5568'0,"0"0"-3775"16,-27 93-305-16,11-50-316 0,0 7-112 16,-4 5 164-16,4-1-44 0,0-3-140 15,4-4-252-15,4-8-276 0,4-11-288 16,4-6-160-16,0-6-56 0,4-3 116 0,4-6-16 16,4-4-108-16,4-1-136 0,0 1-84 15,4-3-96-15,0 0-16 0,0 0-48 16,4 4 60-16,-1 2 12 0,5 5 256 15,4 7 52-15,0 1 348 0,0 7-116 0,0 2-8 16,-1 4 44-16,2 3 160 0,-1 0-96 16,-5 2-196-16,1 2-52 0,-4-1-72 15,-4 3 72-15,-4 1-36 0,-7-2-44 16,-9-1 72-16,0-1-64 0,-9-6 60 16,-3-6 36-16,-8-12-20 0,1 0-88 15,-9-5-72-15,-4-9-76 0,0 0-48 16,0-6 12-16,0-11 136 0,1-4-96 15,-1-11 44-15,-1-3-108 0,6-6-308 16,7-7 40-16,-1 0 4 0,14 4 228 0,3-3-4 16,4 2-212-16,15 1 0 0,6 2 12 15,3 1-156-15,4 6 12 0,7 4-140 16,-3 2-360-16,4 4-932 0,-8 5-1193 16,11-2-2343-16</inkml:trace>
  <inkml:trace contextRef="#ctx0" brushRef="#br0" timeOffset="-4303.483">17040 7385 12209 0,'0'0'3176'0,"0"0"-1992"0,0 0-948 0,0 0 572 16,84 22 440-16,-41-19-36 0,10 0-404 15,-1-3-456-15,4-6-280 0,-5-10 8 16,-3-3-80-16,-5-3-76 0,2-4-408 16,-9-2-252-16,-5-7-292 0,-3 0-316 15,-4-3-1124-15,-8 9-1953 0,-5-15-1775 0</inkml:trace>
  <inkml:trace contextRef="#ctx0" brushRef="#br0" timeOffset="-4087.71">17431 6864 7736 0,'0'0'4953'0,"0"0"-3625"16,0 0-504-16,0 0 120 0,-12 99 332 16,20-55 76-16,0 10-24 0,3 2-192 15,6 12-260-15,-1 5-223 0,3 3-193 16,2 0-108-16,-6 6-132 0,-2-2-172 15,-6 0 12-15,1-10-56 0,-4-7 8 0,1-10-4 16,-5-13-8-16,4-12-72 0,0-6-52 16,-4-16-236-16,3-4-148 15,1-4-221-15,4-10 169 0,4-14 0 0,0-6-196 16,0-13-376-16,0-5-900 0,0-8-868 16,0 11-1505-16,4-20-67 0</inkml:trace>
  <inkml:trace contextRef="#ctx0" brushRef="#br0" timeOffset="-3943.267">17905 7274 6216 0,'0'0'3144'16,"0"0"-1131"-16,0 0-421 0,0 0-68 0,0 0-188 16,0 0-8-16,80 67-152 0,-76-39-92 15,-4 0-140-15,0 4-128 0,0-4-392 16,0 1-328-16,-4-7-96 0,-4 1-144 16,-1-7-392-16,2-7-304 0,-1-5-228 15,-4-4-348-15,4-4-1456 0,-4-11-3625 0</inkml:trace>
  <inkml:trace contextRef="#ctx0" brushRef="#br0" timeOffset="-3771.239">17861 7019 11745 0,'0'0'4872'0,"0"0"-4272"0,0 0-228 16,0 0 544-16,0 0 224 0,0 0-172 15,88-15-32-15,-73 15-487 0,6 0-345 16,-1 0-104-16,-1 0-232 0,5 3-377 15,-3 3-47-15,2 0-336 0,-3 4-744 0,4 6-1332 16,-8-7-1649-16,0 11-555 0</inkml:trace>
  <inkml:trace contextRef="#ctx0" brushRef="#br0" timeOffset="-3484.728">18224 7217 4804 0,'0'0'104'0,"0"0"7329"0,0 0-5977 16,19 69-404-16,-10-49 4 0,-1-9-116 0,3 0 32 15,2-8-12-15,2-3-244 0,2-3-300 16,2-10-172-16,5-6-244 0,0-10-52 15,-4-6-388-15,4 0-220 0,-8-3-116 16,-1 3 56-16,2 3 88 0,-9 4-36 16,-8 2-136-16,0 12 48 0,0 0 364 15,-16 8 380-15,0 2 12 0,-8 4 444 16,0 7 148-16,0 10 36 0,0 4 64 16,4 11-80-16,5 8-92 0,2 6 12 15,1 4 120-15,9 4 160 0,-1-4-8 16,0 2-60-16,4-8-268 0,8-8-319 0,7-11 147 15,1-10-160-15,0-12-144 0,4-3-72 16,4-12 0-16,4-14-220 0,4-11-257 16,4-8-83-16,-4-10-224 0,3-4-852 15,-3-2-448-15,-4-2 76 0,-4 15-2313 0,4-28-1143 0</inkml:trace>
  <inkml:trace contextRef="#ctx0" brushRef="#br0" timeOffset="-3288.053">18714 6553 8352 0,'0'0'4709'0,"0"0"-2781"0,0 0-440 0,0 0-680 15,0 0-40-15,0 0 316 0,0 0-336 16,-24 66-196-16,20-31-64 0,0 10 36 16,4 3-87-16,0 2-169 0,0 7-124 15,0 6-24-15,4 2-68 0,-4 5-52 16,8-5-44-16,-4 3-88 0,3-4-96 0,2-7-53 16,3-4-135-16,-1-5-56 0,2-6-4 15,2-9 60-15,-2-7 24 0,2-6-232 16,2-12-672-16,2-3-580 0,-3-5-528 15,0-10-493-15,-4 1-175 0,4-14 600 0</inkml:trace>
  <inkml:trace contextRef="#ctx0" brushRef="#br0" timeOffset="-2637.114">19164 7086 588 0,'0'0'1732'0,"0"0"4676"0,0 0-4504 15,0 0-387-15,0 0-85 0,0 0 88 16,0 0-124-16,-79 17-200 0,62 4-124 16,2 8-112-16,2 9-168 0,2 3-24 15,3 4-63-15,-1 0-49 0,9-1-88 16,0-6-192-16,0-10-172 0,4-6-108 16,5-9-8-16,-1-6-88 0,8-7-84 15,-4-7-24-15,8-11 12 0,-1-14-48 16,5-10-148-16,4-11-168 0,-4-8-180 0,-1-3-65 15,2 1 69-15,-5 0 16 0,-5-4 68 16,2 4-124-16,-6-8-12 0,-2 1-204 16,-9 1 120-16,0 2 220 0,0 10 112 15,-5 6 440-15,1 17 364 0,4 15 304 0,-4 5 16 16,4 11-28-16,0 3-64 0,0 6-100 16,-3 11-60-16,-1 5-16 0,4 13 0 15,-4 6-52-15,4 13 52 0,-4 0 128 16,4 9-79-16,-5 4-261 0,5-1-168 15,0 1-36-15,0 4-412 0,0-5-281 16,0-3-207-16,5-6-312 0,-1-3-520 16,4-15-2056-16,-1 5-1617 0</inkml:trace>
  <inkml:trace contextRef="#ctx0" brushRef="#br0" timeOffset="-2303.615">19989 7274 10604 0,'0'0'7849'15,"-4"73"-6557"-15,4-45-964 0,0 1-328 0,4-1 0 16,3-6 100-16,6-5 412 0,2-8 12 16,6-7-524-16,3-2-24 0,4-8-100 15,-1-12 52-15,5-5-148 0,-4-4-340 16,-4-8-420-16,-4-2 120 0,-5 1-84 15,-2 6 88-15,-9 4 252 0,-4 2 276 16,0 8 228-16,-17 2 100 0,-2 6 440 16,-5 7 112-16,-8 0 0 0,-3 3-68 15,-6 3-140-15,1 3-120 0,5 7-88 0,-1 3 12 16,8 0 0-16,8 4 48 0,0 1-196 16,12-2-24-16,4 0-224 15,4-6-428-15,0-1-220 0,12-9-308 0,0 1-844 16,8-4-1109-16,-4-7-1443 0,19-9-1307 0</inkml:trace>
  <inkml:trace contextRef="#ctx0" brushRef="#br0" timeOffset="-2203.028">20284 7258 3132 0,'0'0'1968'16,"0"0"6697"-16,96 25-6945 0,-65-16-688 15,5-2-248-15,-8-3-12 0,-4-4-232 16,-1-4-404-16,-2-6-136 0,-5-8-420 16,-4-4-360-16,3-10-820 0,-6 9-2248 15,-5-21-4197-15</inkml:trace>
  <inkml:trace contextRef="#ctx0" brushRef="#br0" timeOffset="-1970.781">20431 6838 6216 0,'0'0'8769'0,"0"0"-7737"16,-12 90-528-16,12-49 268 0,0 9 580 16,0 2 192-16,0 1-484 0,0 5-560 15,8-5-259-15,-4 4-153 0,0 4-84 16,0-4 0-16,-4 4-4 0,0-1-52 0,0-6 4 15,0-1 0-15,0-2-97 0,-8-6-63 16,4-4-24-16,-4-3-168 0,-3-6-28 16,-2 1-12-16,1-12-12 0,-8-2-124 15,1-3-140-15,-9-7-308 0,-9-5-580 16,-2-1-788-16,7-3-2069 0,-32 0-1887 0</inkml:trace>
  <inkml:trace contextRef="#ctx0" brushRef="#br0" timeOffset="3396.381">10083 7893 4396 0,'0'0'12'16,"0"0"3112"-16,0 0-792 0,0 0-1107 0,0 0-245 15,0 0 44-15,-23 67 120 0,15-39 68 16,-4 3-92-16,0 7-276 0,-4 6-160 16,4 8-168-16,-4 2-208 0,-3 3-124 15,-2 4 12-15,-3-1 4 0,0 4-56 16,-4-1-56-16,-4 4-76 0,1-3 60 16,-1-4 0-16,0-3 4 0,-4-4 72 15,8-9-4-15,-4-2-32 0,0-10-56 16,8-7-56-16,-4-6-268 0,1-6-148 0,-1-7-224 15,0-3-84-15,-3-3-80 0,3-5-32 16,3-8-320-16,1-10-548 0,5-2-612 16,3 3-837-16,-5-16-1387 0</inkml:trace>
  <inkml:trace contextRef="#ctx0" brushRef="#br0" timeOffset="3578.827">9267 8664 7764 0,'0'0'2656'0,"0"0"-1651"16,0 0-669-16,0 0 216 0,0 77 416 15,0-46 216-15,-8 1-152 0,5 7-200 16,-2-6-156-16,1 6-132 0,4-1-144 16,0-3-116-16,0 1-76 0,4-9-24 15,4-2-184-15,12-2-108 0,0-6-28 16,8-5 48-16,4-9 28 0,3-3 60 0,9-13 84 16,0-6-44-16,4-6-40 0,0-4-212 15,4 1 16-15,-5-4-80 16,-2 0-556-16,-2 4-472 0,-3-1-720 0,-13 7-1861 15,5-3-2215-15</inkml:trace>
  <inkml:trace contextRef="#ctx0" brushRef="#br0" timeOffset="4034.519">7466 9718 3404 0,'0'0'5284'0,"0"0"-495"15,0 0-4001-15,0 0-572 0,0 0 176 16,0 0 340-16,0 0 248 0,0 0 336 15,100 32-428-15,-57-22-284 0,6-1-260 16,-2-3-200-16,1 1-8 0,-4-1-12 0,-5-6-124 16,-2 0-56-16,-5 0 44 0,0 0 8 15,-9-9-116-15,1-1-408 0,-4-2-260 16,0-5-24-16,-8 2-272 0,-1-4-724 16,-2 3-2156-16,-5-12-2077 0</inkml:trace>
  <inkml:trace contextRef="#ctx0" brushRef="#br0" timeOffset="4379.355">7849 9312 8220 0,'0'0'2805'0,"0"0"-1713"0,0 0-476 16,0 0 200-16,0 0 352 0,0 0-124 0,-17 82-176 16,17-56-156-16,9-1-168 0,-5 6-160 15,4 2-124-15,-1 2-52 0,6 6-12 16,-5 0-60-16,-1 7-76 0,6 3 4 15,-5 3-52-15,3-4-8 0,-3 4 8 16,1-3 0-16,-2 0 100 0,1-7 8 16,-4-2 28-16,0-1 12 0,1-6 36 15,-5 0 232-15,0-6 84 0,0-4-268 16,-5-6-136-16,1 0-48 0,0-6 28 16,-4-7 20-16,1 4 0 0,-2-7-8 15,-3 0-92-15,5-3-8 0,-10 0-100 0,2 0-152 16,-6-3-68-16,1 0 4 0,1-7 120 15,-1 4-72-15,0-5-148 0,4-1 0 16,1-1 0-16,-2 1-88 0,6-3-200 16,2-2-292-16,1-2-812 0,8-3-608 0,-4 6-1737 15,4-9-643-15</inkml:trace>
  <inkml:trace contextRef="#ctx0" brushRef="#br0" timeOffset="4805.889">8466 9566 11117 0,'0'0'1756'0,"0"0"-1424"15,0 0 140-15,0 0 468 0,0 0 244 16,-67 85-216-16,54-60-136 0,2 5-164 15,3 1-188-15,4 4-196 0,4 4-52 16,0-1 16-16,0 3 44 0,4-3 112 16,7-3 24-16,-3-4-248 0,5-1-164 15,2-5-16-15,-2-10-48 0,-2 2-36 0,1-8-88 16,0-3-448-16,0-3-68 16,-4-3 48-16,4 0-76 0,0-9-276 0,-4 0-580 15,0-8-888-15,-4 4-2009 0,4-14-1231 0</inkml:trace>
  <inkml:trace contextRef="#ctx0" brushRef="#br0" timeOffset="4995.039">8562 9824 7672 0,'0'0'2644'15,"0"0"-1559"-15,0 0-45 0,0 0 184 0,0 0 104 16,0 0-52-16,88 12-120 0,-73 1-176 16,5-5-192-16,1 9-152 0,-2 2-160 15,5-3-156-15,-8 3-88 0,4 0-196 16,-4-3-36-16,-1 0-244 0,-2-7-344 15,-1 2-208-15,-5-9-40 0,6-2-204 0,-9-2-448 16,3-12-404-16,-3-5-664 16,0 0-1917-16,-4-16-511 0</inkml:trace>
  <inkml:trace contextRef="#ctx0" brushRef="#br0" timeOffset="5133.64">8833 9715 5308 0,'0'0'884'0,"0"0"4525"0,0 0-3925 0,-32 73-640 16,20-41 216-16,0 5 188 0,0 2-12 0,0 2-208 15,-4-3-132-15,4 4-248 0,-4-8-340 16,4-2-272-16,4-3-36 0,-3-10-256 16,7-3-396-16,-5-6-196 0,5-10-324 15,4 0-960-15,0-7-2048 0,0-12-1161 0</inkml:trace>
  <inkml:trace contextRef="#ctx0" brushRef="#br0" timeOffset="5329.744">8917 9706 8384 0,'0'0'2004'0,"0"0"-1319"0,0 0-29 0,0 0 472 16,0 0 412-16,0 0 8 0,75 73-280 15,-71-48-400-15,0 0-328 0,0 8-280 0,1-2-136 16,-5 1-116-16,0 2 0 0,0 1-8 16,0-3-4-16,0-3-280 0,-5-3-284 15,-3-8-176-15,0-2-112 0,1-9-188 16,-2-7-460-16,1 0-1580 0,-3-13-2289 0</inkml:trace>
  <inkml:trace contextRef="#ctx0" brushRef="#br0" timeOffset="5478.524">9151 9807 2872 0,'0'0'9445'16,"0"0"-7929"-16,0 0-880 0,0 0 184 15,0 0 20-15,80-32-48 0,-68 26-332 16,-4 0-348-16,0 0-112 0,0-1-636 15,-4 1-844-15,0 2-700 0,-4-2-2497 16,0 6-3451-16</inkml:trace>
  <inkml:trace contextRef="#ctx0" brushRef="#br0" timeOffset="5628.887">9191 9957 5488 0,'0'0'5597'0,"0"0"-2817"0,0 0-2096 16,0 0-256-16,0 0 528 0,0 0 396 15,0 0-200-15,0 0-352 0,88-20-444 16,-68 1-356-16,-5-3-664 0,6-3-768 0,7 0-972 16,-8 5-2205-16,19-7-2135 0</inkml:trace>
  <inkml:trace contextRef="#ctx0" brushRef="#br0" timeOffset="6157.353">9733 9651 6948 0,'0'0'4889'0,"0"0"-3621"0,0 0-684 16,0 0 64-16,0 0 552 0,0 0 32 15,40-66-376-15,-28 60-188 0,0-4-16 16,-1 7-72-16,6-3-164 0,3-1-148 0,-1 7-36 16,2 0-12-16,-1 0 24 15,3 4 192-15,1 8-56 0,-4 7-103 0,5 3-21 16,-6 7-36-16,1 3 8 0,-4 3 28 15,4-1-52-15,-4 5-36 0,0-1-8 16,0-4-64-16,-4-4-96 0,-1-5 0 16,-7-9-84-16,5-4-136 0,-5-9-152 15,-1-3-224-15,1 0-205 0,0-15-3 16,0-4-184-16,-4-10-612 0,5-6-1224 16,-5 7-2021-16,0-17-1139 0</inkml:trace>
  <inkml:trace contextRef="#ctx0" brushRef="#br0" timeOffset="6362.011">10104 9375 5896 0,'0'0'5265'16,"0"0"-3473"-16,0 0-1076 0,0 0-96 0,0 0 316 15,-68 87 300-15,52-56-180 0,0 10-228 16,0 4-212-16,0 2-36 0,0 8-164 16,1 1-160-16,-2 1-96 0,-2 4 48 15,-1-1-128-15,3-6-80 0,2-6-84 16,3-10-236-16,0-12-20 0,4-8-140 15,4-11-196-15,0-7-236 0,-1-3-556 16,5-10-1108-16,0-3-1981 0,0-19-1407 0</inkml:trace>
  <inkml:trace contextRef="#ctx0" brushRef="#br0" timeOffset="6729.683">10160 9099 1344 0,'0'0'11409'16,"0"0"-9765"-16,0 0-964 16,0 0 364-16,0 0 308 0,0 0-300 0,84-63-204 15,-73 59-224-15,-3 4-208 0,1 0-220 16,2 0-124-16,-3 0-72 0,-4 4-44 16,4 5 40-16,-4 3 4 0,-4 7 72 15,0 1-64-15,0 0-8 0,0-2 4 16,-4-2 56-16,4-3-48 0,-4-1-12 15,4-8-84-15,0 2-64 0,0-3-44 16,8 1 32-16,0-2 64 0,0 1 88 16,4 1 4-16,0-1-8 0,-1 3 12 15,2-3 4-15,-2 8 84 0,-3-6-4 0,1 9 136 16,-1 0 96-16,-5 3-108 0,1 2-48 16,-4 0-16-16,-4 3-20 0,-3-3-112 15,-6 3-12-15,-2-3-148 0,-2 0-204 16,-2 0-220-16,-1 0-212 0,0-6-200 0,4-1-328 15,-4-5-980-15,8-3-2169 0,-4-4-2663 0</inkml:trace>
  <inkml:trace contextRef="#ctx0" brushRef="#br0" timeOffset="7197.098">10729 9709 6128 0,'0'0'8297'15,"0"0"-6833"-15,0 0-760 0,0 0-32 16,0 0-28-16,80-16 100 0,-60 10-108 16,0-5-328-16,0-1-248 0,0-3-60 0,-1-2-116 15,-2-2-512-15,-2 0-196 16,-6-3-308-16,2 0-712 0,-3 6-2324 0,-8-6-3061 0</inkml:trace>
  <inkml:trace contextRef="#ctx0" brushRef="#br0" timeOffset="7511.723">11056 9224 6004 0,'0'0'6865'16,"0"0"-4617"-16,0 0-1268 0,0 0-152 15,0 0 104-15,80-14-68 0,-57 14 144 16,1 0-116-16,-3 0-164 0,3 0-348 16,-1 0-211-16,-3 10-169 0,0 2-40 0,-4 7 36 15,-8 6 0-15,0 8-5 0,-4 5-87 16,-4 3-100-16,0 7-84 0,0-3 84 16,-4 2 136-16,-4-6 60 0,8-3 0 15,0-6 76-15,0-9 152 0,0-4-80 16,8-7-88-16,4-2 24 0,-1-4-36 0,2-3 4 15,6 0 32-15,5-3 25 16,4 0-13-16,4-6-96 0,0-4-44 16,0-6-405-16,0-3-207 0,0 1-236 0,3-4-248 15,2 2-820-15,-14 4-2348 0,18 0-3393 0</inkml:trace>
  <inkml:trace contextRef="#ctx0" brushRef="#br0" timeOffset="9116.534">21407 7099 5548 0,'0'0'4952'0,"0"0"-2855"15,0 0-937-15,0 0-232 0,0 0 228 16,0 0 136-16,0 0-388 0,0 0-336 15,0 0-112-15,0 0-12 0,20-61 20 16,-8 52-24-16,-4 4-64 0,4-2-56 16,0 3-92-16,0 4-80 0,0 0-88 15,-1 0 0-15,2 4-52 0,2 3 40 0,2 4-40 16,-2 8 104-16,2 7-3 0,-2 5-37 16,-2 8 0-16,2-1-20 0,-7 6-52 15,1 1-4-15,-2 2-60 0,1 1 4 16,-4-3 52-16,1-8-237 0,-1-9-263 15,-1-7 20-15,1-13 84 0,0-4-180 16,-4-4-228-16,8-7-312 0,-4-5-524 16,4-10-712-16,0 2-2061 0,0-17-1515 0</inkml:trace>
  <inkml:trace contextRef="#ctx0" brushRef="#br0" timeOffset="9291.216">21770 6997 5792 0,'0'0'2524'16,"0"0"1837"-16,0 0-3453 0,0 0-184 15,0 0 272-15,-80 87 140 0,52-47-80 16,5 5-164-16,-5 5-228 0,0 2-112 16,0-1 48-16,0-4-52 0,4-3-120 0,4-3-236 15,0-6-192-15,4-6-120 0,4-6-320 16,1-8-216-16,7-8-216 0,-5-7-112 16,9-3-652-16,0-7-1408 0,0-16-3745 0</inkml:trace>
  <inkml:trace contextRef="#ctx0" brushRef="#br0" timeOffset="9626.514">21781 6709 12045 0,'0'0'1548'0,"0"0"-776"0,0 0 216 16,0 0 656-16,0 0-504 0,81-48-240 15,-74 48-408-15,-3 0-248 0,0 0-108 16,1 3-132-16,-5 6-4 0,0 2 72 15,0 4 160-15,0 8-48 0,0-2-172 16,-5 2-12-16,-3-1 48 0,4 0 24 16,1-9-72-16,-1 2-8 0,4-5-64 0,-4 1 12 15,4-3-76-15,0 2-60 0,4-3-60 16,3-2-100-16,5 5 36 0,1-3 28 16,-2-2 44-16,6 1 192 0,-2 5 56 15,-2-5 4-15,-2 3 0 0,-3 1 8 0,-4 6 260 16,4-3-16-16,-4 5 16 15,-4 1-16-15,0 0-108 0,0 4-148 0,-4-4-208 16,0 0-332-16,-4-3-212 0,0-3-400 16,0 2-1048-16,0-5-1688 0,0 0-1253 0</inkml:trace>
  <inkml:trace contextRef="#ctx0" brushRef="#br0" timeOffset="9825.547">22193 7306 13717 0,'0'0'1920'15,"0"0"-1176"-15,0 0 68 0,0 0 524 16,0 0 160-16,0 0-168 0,95 25-547 0,-76-25-541 16,2 0-192-16,-1-3-48 0,3-3-436 15,-3-8-209-15,-3 5-219 0,-2-7-272 16,2 0-716-16,-6 3-2428 0,-3-3-2485 0</inkml:trace>
  <inkml:trace contextRef="#ctx0" brushRef="#br0" timeOffset="10129.179">22586 7052 12257 0,'0'0'2328'0,"0"0"-1420"15,0 0 212-15,0 0 284 0,0 0-160 16,88-10-8-16,-72 10-296 0,0-4-443 15,0 4-337-15,-4 0-156 0,0 0-4 16,0 0-64-16,-4 4-20 0,-1 3-25 16,-7 5-23-16,5 11-124 0,-5 2-60 0,0 7 36 15,-9 5 36-15,-2-2 96 0,3 4 96 16,-4-5 52-16,4-3 48 0,4-1 12 16,0-8 196-16,4-3 12 0,0-3-132 15,0-3-52-15,4-6-72 0,4-2 60 16,8-5 4-16,0 0-72 0,4 0-4 15,4-5-200-15,-1-9-92 0,5-2-268 16,4 0-360-16,-4 1-320 0,8-5-1056 0,-12 11-2200 16,20-8-1369-16</inkml:trace>
  <inkml:trace contextRef="#ctx0" brushRef="#br0" timeOffset="11795.262">23873 7134 9308 0,'0'0'1961'16,"0"0"-89"-16,0 0-1184 0,0 0-600 0,0 0 308 15,0 0 552-15,0 0 460 0,0 0-292 16,0 0-424-16,88 32-184 0,-56-23-140 15,0-2-76-15,0-1 28 0,-1-6-28 16,-3 3-132-16,-3-3-76 0,-5 0-80 0,-1 0-4 16,-2 0-120-16,-6-3-504 0,-3 3-372 15,1-3-264-15,-6 0-504 0,-3 3-1304 16,0 0-3465-16</inkml:trace>
  <inkml:trace contextRef="#ctx0" brushRef="#br0" timeOffset="11945.266">23993 7394 11581 0,'0'0'2084'0,"0"0"-1728"0,0 0 340 0,0 0 364 16,0 0 16-16,80 13-32 0,-57-13-304 16,5 0-380-16,0-3-240 0,4-7-120 15,0 4-132-15,0 0-620 0,8-4-388 16,-4 4-468-16,-8 3-504 0,11-1-4045 0</inkml:trace>
  <inkml:trace contextRef="#ctx0" brushRef="#br0" timeOffset="12898.459">25383 6838 6472 0,'0'0'4613'15,"0"0"-2509"-15,0 0-1240 0,0 0-228 16,0 0 196-16,0 0 460 0,-95-38-136 16,75 38-172-16,0 0-160 0,0 4-260 0,1 9-152 15,-2-1-56-15,-3 7 8 0,0 6 245 16,5 5-173-16,-1 3-160 0,4 9-32 15,0 6-28-15,4 10 28 0,0 5-40 16,4 7-24-16,4 2-56 0,4 2-28 16,0-5 24-16,0-5-48 0,12-7-64 15,0-9-8-15,4-6 8 0,4-7 40 0,-1-10 12 16,5-6-52-16,0-10-8 0,1-6-4 16,-1-3-56-16,3-9-84 0,5-10-36 15,-1-7-76-15,2-5-92 0,-1-8-136 16,0-8-64-16,0-1-45 0,0-3-27 15,-1-6-64-15,-3 0 24 0,-4-4-296 0,0-2-104 16,-8-4-236-16,-4-3 192 0,-5 0-136 16,-3 4 592-16,-4 2-68 0,0 10-164 15,0 4 608-15,-4 12 272 0,-7 8 348 16,3 12 332-16,-1 8 212 0,-2 5 96 16,-1 5-4-16,-4 0-176 0,4 8-124 15,-8 9-48-15,5 8 4 0,-10 4-12 16,1 12-12-16,0 3-40 0,-8 7-88 15,0 3-184-15,-3 3-48 0,3 0-176 16,-4 0-80-16,4-6-48 0,4-7-352 16,0-9-296-16,8-3-212 0,1-7-100 0,6-8-472 15,6-4-900-15,3-7-1789 16,0-6-2063-16</inkml:trace>
  <inkml:trace contextRef="#ctx0" brushRef="#br0" timeOffset="13211.74">25308 7067 10604 0,'0'0'2261'0,"0"0"-1421"0,0 0-140 16,0 0 424-16,0 0 268 0,-32 67-212 15,16-38-564-15,4-1-344 0,0-2-188 16,0 2-84-16,1 1-4 0,2-4-68 16,1 4-100-16,4-4-312 0,0-3-168 15,-3 3-320-15,7-1-172 0,0-10-420 16,0-3-96-16,0-8-101 0,4-3 325 0,3 0 60 15,1-7-156-15,1 0 1388 0,2 1 144 16,1 3 1080-16,4 0 232 0,0 1 136 16,-4 2-67-16,8 0-9 0,-4 8 44 15,4 2 88-15,-1 5 148 0,2-1-636 16,-2 4-448-16,1-1-64 0,-3-1 72 0,-2 3-148 16,2-4-296-16,-6 1-132 15,6 0-96-15,-2 0-284 0,-2-1-232 0,6 2-324 16,-3-1-412-16,7-4-988 0,-6 2-2081 15,11-3-2331-15</inkml:trace>
  <inkml:trace contextRef="#ctx0" brushRef="#br0" timeOffset="13879.206">26081 7054 260 0,'0'0'8660'0,"0"0"-6852"0,0 0 121 16,0 0-1009-16,0 0 56 0,0 0 372 15,0 0 80-15,-84 35-340 0,76-18-228 16,-3 5-88-16,2 9-100 0,1 4-136 0,4 3-100 16,-3 7-19-16,2 2-53 0,5 4-52 15,0 0-8-15,0-6-136 0,0-1-120 16,5-3 36-16,6-3-76 0,-3-6 40 16,5-1-48-16,2-5-88 0,1-3-8 15,0-1 48-15,4-7-60 0,-1-5-12 16,2 0-4-16,-1-7-224 0,4-3-164 0,-1-6-121 15,1-4-131-15,0-6-228 0,1-3-424 16,-6 0-1428-16,-3 3-2285 0,4-7-1387 16</inkml:trace>
  <inkml:trace contextRef="#ctx0" brushRef="#br0" timeOffset="14365.334">26407 7156 11985 0,'0'0'1612'0,"0"0"-1308"15,0 0-76-15,0 0 560 0,0 0 636 16,0 0-32-16,0 0-600 0,0 0-484 16,0 0-248-16,0 0 224 0,0 0 36 15,41 63 8-15,-26-40 112 0,-2 2-120 16,-2-3-64-16,1 0-12 0,4 3-16 0,0-2 4 15,0 0 36-15,-1-5-87 0,6-1-117 16,-5-5-52-16,0-3-8 0,0 2-4 16,-5-8-12-16,1-1-76 0,1-2 76 15,-6 0-84-15,-3 0-61 0,0 0-15 16,5-2-60-16,-5-5 0 0,-1-2 16 0,1-3-4 16,0-2-72-16,0-2-64 0,0-3 136 15,-4-6-36-15,5-1-76 0,-1-6 0 16,3 1 60-16,-3-4 136 0,8-3-24 15,0 0-12-15,0 3 84 0,4 0 24 16,-4 4 64-16,4 1 60 0,-4 5 52 16,-1 3 72-16,-2 6 100 0,3 1 0 15,-1 5 12-15,2 1-16 0,2 2 4 16,2-2-28-16,-2 2 36 0,9 4-48 16,0-4-96-16,0 4-52 0,-4 3-20 0,4-2-16 15,-4 2 24-15,-1 0-72 0,2 0-12 16,-1 0-8-16,-5 0-4 0,2 2-48 15,-6 1-36-15,2 0-40 0,-2 4-316 16,-7-3-232-16,0 2-116 0,0 2-260 0,-4 3-692 16,0-3-940-16,-12 9-2813 0</inkml:trace>
  <inkml:trace contextRef="#ctx0" brushRef="#br0" timeOffset="14726.887">27053 7169 10784 0,'0'0'2261'0,"0"0"-1345"0,0 0-80 0,0 0 396 15,0 0 332-15,0 0-144 16,0 0-488-16,80 9-408 0,-69-9-208 0,2 0-144 16,-2 0-112-16,-3 0-60 0,-3 0-48 15,-1 4-12-15,0-1-40 0,-4 3 12 0,0 3 88 16,-8 8 112-16,-1-2-112 15,-2 5-16-15,-6-1-44 0,2-4 52 0,2 2-40 16,2-5 48-16,-1-5 0 0,8-1 0 16,-1-3 0-16,5 0-84 0,0-3-40 15,0 0-8-15,0 0 44 0,0 0 88 16,5 0 0-16,-1 2 160 0,0 3-24 16,4-3-16-16,3 2 0 0,-2-4 4 15,6 0-40-15,2 0-8 0,2-4-64 16,1-3-12-16,4 2-300 0,1-4-260 15,-2-5-148-15,-3 2-164 0,4-4-340 16,-5 0-668-16,-2 4-1204 0,-1-8-3161 0</inkml:trace>
  <inkml:trace contextRef="#ctx0" brushRef="#br0" timeOffset="15211.813">26388 6613 11625 0,'0'0'1552'0,"0"0"-1552"16,0 0 0-16,0 0 508 0,0 0 480 16,95-19 24-16,-71 19-384 0,4 0-352 15,-4 0-240-15,0 0-36 0,-8 0-72 16,0 3 60-16,-9 0 4 0,-2 4-40 0,-5 3 48 16,0-1 100-16,-5 4 76 0,-6 2-52 15,-1 1-36-15,0 3-40 0,0-5-36 16,4-2-12-16,0-3-4 0,4-2-72 15,4-2-36-15,0 6-36 0,0-5 72 16,0 4 76-16,4-4 44 0,4 0 92 16,-4 1 12-16,0-4 16 0,0 3-4 15,0-3 16-15,-4 3-52 0,0 1-12 16,0 3 24-16,-8-4-12 0,0 6 12 16,-8 1-52-16,0 3-84 0,0-3-96 0,1 2-188 15,-6-1-88-15,5-5-236 16,0 0-272-16,0-2-264 0,4-2-404 15,5 0-1241-15,-6-3-2587 0</inkml:trace>
  <inkml:trace contextRef="#ctx0" brushRef="#br0" timeOffset="15697.635">27838 7324 13757 0,'0'0'1468'0,"0"0"-1076"15,0 0-268-15,0 0 204 0,-8 93 772 16,-8-65 300-16,-4 1-416 0,0 0-604 16,-4-4-316-16,4-3-64 0,1 0-84 15,-6 0-320-15,5-3-432 0,-3 0-340 16,3-2-600-16,3-9-1256 0,-2 6-2573 0</inkml:trace>
  <inkml:trace contextRef="#ctx0" brushRef="#br0" timeOffset="18828.428">28467 6677 7416 0,'0'0'1244'0,"0"0"-520"0,0 0-220 16,0 0 480-16,0 0 1145 0,0 0-641 15,0 0-516-15,0 0-484 0,0 0-220 16,0 0 8-16,0 0 60 0,24-4-112 15,-16 4-60-15,1 0-164 0,-2 4 0 16,-3-1-12-16,4 1 0 0,-4 1-40 0,1-2 4 16,-5 4 48-16,0 3 4 0,0 3 96 15,0 1-16-15,-5 6-80 0,-7-1-4 16,4 0 4-16,-8 4-4 0,4 2-148 16,-4 0-28-16,4 4 16 0,-4-3 96 15,5 2-8-15,-1-6 68 0,3-3 4 0,2 0 12 16,3-5 36-16,0-6 28 0,4-2 136 15,0 1-88-15,0 0-36 0,0-7-80 16,0 2 0-16,0 3 92 0,4-3 108 16,0-2 40-16,3 3-124 0,-2 0-24 15,3-3 0-15,-4 4 0 0,3-4-28 16,-3 3-72-16,0 0 0 0,-4 0-8 16,5 6 8-16,-5 1 4 0,0 2 72 15,0 11-4-15,-9-4-72 0,-2 10-236 16,-1-4-132-16,0-3 56 0,-4 3 40 15,7-2 36-15,-2-4-12 0,3-4 96 0,-1 2 40 16,6-4 64-16,-1-1-4 0,4-2-24 0,-4-4 76 16,4 0 0-16,0 1 0 0,0-4-12 15,0 0 12-15,4 3 92 0,0 0 44 16,4 1 216-16,0-4-128 0,0 4 24 16,-1 0 24-16,2-5 0 0,3 1-24 15,-5 4-24-15,6-5-52 0,-5 5 12 16,3-3-48-16,-2 1-124 0,-1 2-4 15,-1-1-4-15,-3 5 4 0,0-3 4 16,-4 5 36-16,0-1-32 0,0 8-12 16,0-4-4-16,-4 3-52 0,0 3 52 15,0-3 4-15,-3-2 48 0,-2 2 44 0,1-5 88 16,1 0-84-16,-5-5-28 0,0 0-72 16,0 1-252-16,-4-3 28 0,0-2-132 15,-4 2-224-15,0-7-124 0,0 4-244 16,0-4-500-16,1-4-560 0,6-3-1897 15,-7-5-939-15</inkml:trace>
  <inkml:trace contextRef="#ctx0" brushRef="#br0" timeOffset="19476.818">29121 6782 6368 0,'0'0'2988'0,"0"0"-1788"16,0 0-771-16,0 0 211 0,0 0 744 15,0 0-8-15,0 0-204 0,0 0-452 0,92 72-248 16,-73-56 216-16,1-2-208 15,0 1-180-15,4 3-68 0,-4 1-20 0,0 1-64 16,0-1-28-16,-4 3-32 0,0-2-28 16,-9-2 40-16,6 6-4 0,-9-3 52 15,0 2-12-15,-4-2 12 0,0 5 8 16,-8 2 76-16,-5 1 16 0,-2 2-104 16,-9 2-92-16,-4 2-52 0,0 0-144 15,-4-1-112-15,0-5-40 0,0 3-156 16,-3-7-188-16,7 0-52 0,0-3-172 15,0-6-504-15,4-4-984 0,8-1-2181 16,-4-8-2967-16</inkml:trace>
  <inkml:trace contextRef="#ctx0" brushRef="#br0" timeOffset="27039.754">27742 5648 8704 0,'0'0'1888'16,"0"0"-1319"-16,-48 67-313 0,24-35 168 15,-3 9 1480-15,-10 0-776 0,6 3-588 16,-1 5-276-16,-4-3-148 0,4-4 8 16,4-1-116-16,4-12-8 0,9-6-112 15,3-9-240-15,3-7-240 0,6-3-92 16,3-4-92-16,0 0-244 0,0-13-885 0,0 1-1011 16,0-11 108-16,0 7-192 0</inkml:trace>
  <inkml:trace contextRef="#ctx0" brushRef="#br0" timeOffset="27223.768">27372 5905 4248 0,'0'0'2056'0,"0"0"-536"16,0 0-172-16,0 0-156 0,0 0-135 16,0 0-121-16,0 0-128 0,0 0-136 0,-48 86-228 15,44-57 12-15,0-1-88 0,0 1-168 16,0-1-100-16,4-2-92 0,0-4-8 16,8-6 88-16,4-7 40 0,4-2-40 15,4-4-4-15,3-3-84 0,5-7 0 16,0-2-228-16,4-10-376 0,0 0-168 15,8-6-92-15,0-4-312 0,4-6-485 16,-13 6-1407-16,21-19-3440 0</inkml:trace>
  <inkml:trace contextRef="#ctx0" brushRef="#br0" timeOffset="27844.845">28284 4442 10496 0,'0'0'1225'0,"0"0"-829"16,0 0-252-16,0 0 264 0,-76-7 688 15,56 14-156-15,1 5-284 0,-1 7-204 16,-1 6-36-16,2 11-40 0,-5 5-64 16,4 7-36-16,0 6 20 0,0 3-12 15,4 0 76-15,0-3-100 0,12-3-148 0,1-13-112 16,3-11-52-16,3-7 40 0,9-13 12 15,4-4 48-15,9-6-48 0,-2-17-24 16,5-1-284-16,4-15-160 0,-4-5-56 16,3-3-100-16,1-4-80 0,0-2-12 0,0 1 124 15,-8-4 60-15,4-1-156 16,-8-4-348-16,0-2 148 0,0-3-117 0,-9-4 9 16,2 3-196-16,-5 0 584 0,-1 8 608 15,-3 5 868-15,-4 10 660 0,4 6-327 16,-4 13-265-16,0 2 88 0,0 12 60 15,0 4-136-15,0 1 56 0,0 3-264 16,0 0-204-16,0 0-68 0,0 7-20 16,-4 5-20-16,-3 9 40 0,3 9-88 15,-8 11-136-15,3 4-60 0,-2 5-60 16,-6 7-76-16,2 1-48 0,-1 1-80 16,0 1 4-16,4 1-8 0,0-7-52 15,8-6-328-15,4-6-76 0,0-11-128 0,4-9-160 16,12-6-348-16,0-9-992 0,8-5-1033 15,-5-2-1355-15,9-6-660 0</inkml:trace>
  <inkml:trace contextRef="#ctx0" brushRef="#br0" timeOffset="28127.448">28547 4638 9320 0,'0'0'1837'0,"0"0"-1325"16,0 0-100-16,0 0 444 0,-4 73 936 15,4-67-472-15,0-2-688 0,8-4-432 16,4-10-88-16,8-3 60 0,0-8-172 15,4-5-12-15,-1-2-288 0,2-4-24 16,-1 2-4-16,-9 3 52 0,1 2-136 16,-8 0-32-16,0 5 56 0,-8 1 248 15,0 3 88-15,-12 3 104 0,-3 0-28 0,-5 6 76 16,-1 2 204-16,2 5 112 16,-1 0-100-16,0 12-68 0,0 8-8 0,0 2 40 15,4 10-32-15,-4 2-60 0,8 2-12 16,0-1-176-16,4-4-52 0,5-6-124 15,3-6-460-15,3-6-156 0,9-6 32 0,8-7 12 16,0-4-308-16,8-9-961 0,-8 1-1063 16,12-13-2284-16</inkml:trace>
  <inkml:trace contextRef="#ctx0" brushRef="#br0" timeOffset="28511.247">28886 4448 10244 0,'0'0'1881'0,"0"0"-1369"16,0 0-16-16,-64 76 648 0,40-47 548 15,0 2-244-15,1-2-444 0,6-4-364 16,2-6-272-16,6-6-320 0,5-4-48 0,4-2-156 16,0-4-32-16,4-3-20 0,9 0 160 15,-2 0-236-15,10-3-12 0,2-6 24 16,-3-1 36-16,4 7 64 0,0-4 36 16,-1 7 60-16,-2 0-36 0,-1 10 108 15,-5 2 4-15,6 1 392 0,-6 6-208 16,-2 4-24-16,-2 2-12 0,-3 0 52 0,-3 4-28 15,-5 0 60-15,0 6-72 0,-5-1-36 16,-11 4-24-16,0 1 20 0,-7-1-20 16,-1 0 12-16,-4-4 8 0,0 2 4 15,0-4-4-15,0-7-56 0,9-9-52 16,2-7 108-16,2-5 76 0,6-4-108 16,1-4-88-16,4-9-248 0,1-5-8 15,3-11-48-15,0-6 32 0,7-2 164 16,5-5-40-16,4 1 84 0,5-1 16 15,2 0 36-15,5 2-100 0,0 1-8 16,0 4-216-16,4-2-220 0,-1 5-188 0,1 0-312 16,0 0-456-16,-4 0-460 0,-4 13-925 15,8-12-1835-15</inkml:trace>
  <inkml:trace contextRef="#ctx0" brushRef="#br0" timeOffset="29006.079">29264 4451 6596 0,'0'0'4385'0,"0"0"-3281"0,0 0-772 16,0 0 204-16,0 0 904 0,0 0-68 15,0 0-476-15,0 0-488 0,20 70-244 16,-16-55-4-16,4 2-12 0,-8-4-36 16,4 3-12-16,-4-1-36 0,0-2 8 0,0 6 16 15,0-3-84-15,-4-4 8 0,0 1 0 16,0-4 0-16,0-4 0 0,4-3 64 16,0-2-4-16,0 0 4 0,0 0-32 15,0 0-44-15,4-2-136 0,8-9 60 16,0-2 76-16,8-2 0 0,0-4-52 15,0-4-356-15,3 2-52 0,1-2-76 16,1 0-92-16,2 1-216 0,-2 0-216 0,-1 0-188 16,-1 3 248-16,-7 0-1281 0,-4 10-495 15,-4-1-444-15,-4 10-92 0</inkml:trace>
  <inkml:trace contextRef="#ctx0" brushRef="#br0" timeOffset="29311.244">29559 4492 4484 0,'0'0'2032'0,"0"0"-496"0,0 0-668 16,0 0-116-16,0 0 240 0,20 76 105 0,-8-62-381 15,4-8-40-15,4 0 256 0,-4-3-212 16,0-3-252-16,0 0-92 0,3-6-88 16,2-1-136-16,-2-9-76 0,1 1-76 15,4-7-272-15,0-4-268 0,0 0-180 16,-4 1-92-16,0 0 152 0,-8 6 136 16,-5 3 164-16,-2 4 140 0,-5 1-60 15,-5 6 280-15,-2 0 140 0,-5 5 180 16,-4 0 52-16,0 7-12 0,-4 3 8 15,5 6 80-15,-6 6 56 0,1 0-48 0,5 4-40 16,-6 2-12-16,6 4 60 0,-1-3 16 16,4 0-192-16,-1-4-128 0,10-6-144 15,-1-3-16-15,4-4-52 0,0-2 44 0,7-4-92 16,2-3-100-16,3 1-72 16,3-4-160-16,5 0-196 0,4-4-192 0,4-2-248 15,0-7-504-15,-4 4-853 0,12-7-3511 16</inkml:trace>
  <inkml:trace contextRef="#ctx0" brushRef="#br0" timeOffset="29661.241">30085 4534 8612 0,'0'0'2405'0,"0"0"-1889"0,0 0-336 0,0 0 408 16,0 0 640-16,-28 69 16 15,28-62-588-15,0-4-432 0,0-3-60 16,0 3 12-16,8-3-40 0,1 0-4 15,-2 0-44-15,9-3-36 0,4-7-52 0,0-2-124 16,0-1-108-16,0-4-92 0,4-2-128 0,-9 5-104 16,6-5 164-16,-6-1 264 0,-2 4 64 15,-6 0 64-15,-3 4 0 0,-4-1 192 16,0 4-28-16,-4 2-12 0,-3 4 188 16,-6 3 64-16,2 0-40 0,-1 3-188 15,-4 7 0-15,-5 6 80 0,6 2 44 16,-5 6 36-16,0 1 72 0,0 2 152 15,4-2 68-15,4 2-160 0,0-5-236 16,9 0-232-16,-2-6-36 0,5 0-88 16,0-3-84-16,8-4 36 0,4 1-36 15,0-4-300-15,4-3-272 0,-1 3-348 16,6-6-800-16,-5 0-1140 0,11-2-3065 0</inkml:trace>
  <inkml:trace contextRef="#ctx0" brushRef="#br0" timeOffset="30722.764">31169 3794 11413 0,'0'0'1268'0,"0"0"-1176"15,-32 63-28-15,12-25 572 0,8 7 380 16,-4 3 332-16,4 2-604 0,0 7-396 16,0 4-100-16,4-1-24 0,0 1 124 15,1-7-148-15,7-7-4 0,0-9-84 16,0-6 60-16,7-10-60 0,5-6-52 15,1-6-56-15,-2-4 48 0,1-3-44 16,4-3 40-16,0-7-48 0,0-2 12 16,-1-3-12-16,2-5 0 0,-6 2-124 15,2-1 124-15,-9 0-60 0,-4 4 56 0,0 2-48 16,-8 1-32-16,-8 2-16 0,-5 3-72 16,-2 1 60-16,-1 3-24 0,-4 0-36 15,0 0-40-15,4 7 28 0,1 2-92 16,-1 1-72-16,0 3-16 0,3-1-88 15,2 1-292-15,3 3-420 0,4 0-840 0,3-7-1885 16,2 14-1535-16</inkml:trace>
  <inkml:trace contextRef="#ctx0" brushRef="#br0" timeOffset="31315.299">31687 4479 7796 0,'0'0'3981'0,"0"0"-3545"0,0 0-220 0,0 0 168 16,0 0 1132-16,0 0-216 15,0 0-320-15,79 55-392 0,-55-49-256 16,-4-6-8-16,4 0-28 0,-4-9-24 0,8-5-36 16,-4-5-88-16,0 0-148 0,-5-6-112 15,5 0-320-15,-3-3-100 0,-6 2 24 16,2 0-140-16,-6 5 4 0,-2-2-84 0,-9 2-56 16,0 1 24-16,0 4 248 0,-13 3-88 15,2 1 236-15,-10 5 364 16,6 4 388-16,-1 3-136 0,-5 3 96 0,6 10 184 15,-5 6 144-15,0 10-20 0,4-1 12 16,-4 7-76-16,8 7-44 0,-3-1 88 16,6 0 44-16,-3 0-100 0,8-6-148 15,4-3-212-15,0-10-120 0,4-3-52 16,12-3-36-16,-4-10-12 0,8-3-84 16,4-3-208-16,4 0-152 0,4-15-184 0,3-1-304 15,1-9-344-15,1-1-832 0,-9 4-1877 16,7-10-255-16</inkml:trace>
  <inkml:trace contextRef="#ctx0" brushRef="#br0" timeOffset="31493.345">32269 4254 940 0,'0'0'11449'0,"0"0"-9729"16,0 0-1276-16,15 80 236 0,-6-46 1092 16,-5 1 36-16,3 0-548 0,1-3-612 15,5-4-416-15,-2-2-232 0,5-3 0 16,0-9-108-16,8 0-160 0,0-7-320 15,3-7-244-15,5 0-364 0,5-10-448 16,-5-9-1060-16,-9 2-2113 0,10-10-1651 0</inkml:trace>
  <inkml:trace contextRef="#ctx0" brushRef="#br0" timeOffset="31638.653">32591 4292 8552 0,'0'0'4361'15,"0"0"-3761"-15,0 0-500 0,-96 67 688 16,61-32 1068-16,-1 3-216 0,0 0-160 15,0 3-708-15,4-3-344 0,5 1-160 16,-1-8-148-16,8-5-120 0,3-4-80 0,6-5-496 16,7-9-340-16,4-2-216 0,4-6-296 15,12-6-632-15,-4-2-588 0,27-28-2381 0</inkml:trace>
  <inkml:trace contextRef="#ctx0" brushRef="#br0" timeOffset="31878.873">32814 3942 13149 0,'0'0'1828'0,"0"0"-1828"0,0 0 0 15,0 0 720-15,-59 93 944 0,39-58-60 16,8 7-744-16,0 2-384 0,4 3-120 16,4 4-40-16,4-3-24 0,0 3-48 15,4-8-100-15,0-1-144 0,7-7 0 16,2-3-8-16,-2-9-4 0,2-2-36 15,-1-4-84-15,3-8-136 0,-2-2-124 0,2-5-120 16,1-2 120-16,0 0-96 0,-4-2-152 16,4-8-324-16,-8-3-464 0,0 1-996 15,-4-1-1589-15,-4-7-183 0</inkml:trace>
  <inkml:trace contextRef="#ctx0" brushRef="#br0" timeOffset="32061.688">32508 4324 4804 0,'0'0'6613'0,"0"0"-6137"16,0 0-196-16,0 0-188 0,0 0 1132 16,92-13 464-16,-61 4-456 0,9 2-644 15,-4-4-216-15,-1 0-188 0,1-2-112 16,-4 1-72-16,0 2-8 0,-8-2-216 16,0 2-408-16,-9 1-536 0,2-2-336 0,-9 6-924 15,-1 2-2421-15</inkml:trace>
  <inkml:trace contextRef="#ctx0" brushRef="#br0" timeOffset="32427.931">32814 4460 12793 0,'0'0'1756'0,"0"0"-1756"15,0 0-328-15,0 0 328 0,0 0 932 16,0 0-24-16,0 0-204 0,0 0-396 15,96 57-180-15,-73-60-128 0,5-6-88 16,0-4 0-16,0-2-124 0,4-5-48 16,-4-2-40-16,0 0-356 0,-8 0 188 15,0-1-24-15,-8 1-92 0,-4 4 40 16,-4 1 248-16,-4-2 104 0,0 4 40 0,-8-2-116 16,-1 5 268-16,-2 2 232 15,-1 7 416-15,0 0-252 0,-4 3 84 0,0 10-88 16,1 5 116-16,-6 7 108 0,6 4 12 15,-5 3-28-15,-1 3-16 0,2 3 20 16,-1-1-36-16,-1 1-100 0,6-7-200 0,2 2-208 16,6-5-8-16,3-10-52 0,0-1-64 15,4-8 52-15,0 0-148 0,8-6-208 16,4 0-184-16,4-3-140 0,4-6-176 16,4-12-436-16,3 2-988 0,-7 5-1789 15,8-12-667-15</inkml:trace>
  <inkml:trace contextRef="#ctx0" brushRef="#br0" timeOffset="32728.083">33145 4384 10152 0,'0'0'2433'0,"0"0"-1681"0,0 0 76 0,0 0 924 15,-20 73 184-15,12-53-296 0,0 1-592 16,4-5-512-16,0 1-256 0,0-8-180 16,4-2-100-16,0-5-84 0,0 2-24 15,4-4-136-15,8 0-192 0,4-11 68 16,4 0-132-16,8-9-288 0,0 1-272 15,0-3-172-15,0 0 28 0,0 3 128 0,-8 6 124 16,-1 0 340-16,-2 6 612 0,-6 7 420 16,-3 0 168-16,-4 0 108 0,0 7 316 15,-4 6 32-15,0-3-88 0,-4 6-40 16,-4-1-32-16,0-2-124 0,-3 3-100 16,-2-4-196-16,5 1-256 0,1-3-172 15,3-7-36-15,4 1-136 0,-5-4-180 16,5 0-208-16,0 0-308 0,0-4-324 15,0 1-492-15,5-4-1352 0,3-2-3281 0</inkml:trace>
  <inkml:trace contextRef="#ctx0" brushRef="#br0" timeOffset="33012.523">33571 4235 11117 0,'0'0'4240'0,"0"0"-3976"0,0 0-188 0,0 0 916 15,0 0 968-15,-88 54-356 0,69-41-736 16,3 2-564-16,4-1-184 0,0-3-108 16,4 3-12-16,0-4-92 0,8 2-68 15,0-2 4-15,0-2-148 0,8 3 132 16,0-2 48-16,8 1-44 0,3-1 56 16,-2 1 4-16,3-1-40 0,-5 1 40 15,2 3 20-15,-2-4 84 0,-7 3-44 16,-3-1 48-16,-1 1 72 0,-4 1 64 15,0 2 108-15,-4-3 12 0,-1 2-108 0,-3-5-124 16,1-2-24-16,3-1-356 0,0-6-268 16,4 0-88-16,0-3-160 0,4-7-508 15,3-2-1128-15,1 1-2177 0,5-14-1019 0</inkml:trace>
  <inkml:trace contextRef="#ctx0" brushRef="#br0" timeOffset="33297.543">33699 4328 12329 0,'0'0'2128'0,"0"0"-2124"0,0 0 488 16,0 0 728-16,0 0 388 0,0 0-780 16,0 0-752-16,0 0-76 0,0 0-64 15,0 0-180-15,16 12-340 0,-12-10-36 16,0-2-40-16,3 4-44 0,-3-1-176 0,1 1-300 16,-1 2-120-16,-4 1-281 0,0 2-335 15,-4 0-316-15,-5 1-476 0,2 3 164 16,3-4 1164-16,0 1 1380 0,0 2 704 15,4-5 196-15,-5-1 24 0,5 0 692 16,0 1 184-16,0-4-176 0,0 0-224 16,5 0-168-16,-1 1-279 0,-4-2-65 0,0-2 32 15,0 5 48-15,0-3-132 0,0 1-284 16,0 0-412-16,0 3-140 0,-13 1-416 16,6-1-404-16,-14 0-720 0,10 1-2813 15,-17 0-4062-15</inkml:trace>
  <inkml:trace contextRef="#ctx0" brushRef="#br0" timeOffset="33994.479">28332 5454 2916 0,'0'0'2788'16,"0"0"-344"-16,0 0-332 0,0 0-411 15,0 0-513-15,0 0-16 0,0 0-236 16,0 0-196-16,0 0-60 0,0 0-108 0,0 0-76 16,47-3-88-16,-30 3-24 0,7 0-4 0,4-3 28 15,7 0-16-15,9-7-52 0,8 1-108 16,12-1-60-16,7-3-48 0,9 1-40 16,12 2 60-16,3 1-32 0,17-2-4 15,-1 3-44-15,13 2-16 0,8-7 12 16,7 0-12-16,8-3 48 0,9 0-8 15,11-6-4-15,5 0-84 0,7-7 60 16,0 1-60-16,12-4-192 0,-3 4 44 16,3-2 100-16,0 5-36 0,0 3 84 15,1 0 84-15,-5 9-84 0,-8 0-148 16,-4 4 52-16,-11 0-136 0,-17 5-132 16,-15 1 80-16,-17 0 88 0,-20 3 16 0,-15 0-44 15,-8 0 140-15,-16 0 80 16,-12 0-68-16,-8-3 72 0,-17 3 0 0,-2 0-4 15,-14 0-92-15,-3 0 8 0,0-4-44 16,-11 4-28-16,-6-2-236 0,-11-3-456 16,-3 3-660-16,-1-1-1220 0,-28-4-2649 0</inkml:trace>
  <inkml:trace contextRef="#ctx0" brushRef="#br0" timeOffset="36380.322">27336 14789 4012 0,'0'0'2268'0,"0"0"-1228"16,0 0-416-16,0 0 2272 0,0 0-1415 15,83-35-689-15,-59 35-28 0,4 0 60 16,4 0 20-16,8 0-88 0,0 0-32 16,8 4-40-16,4-4-28 0,4 0-176 0,7 0-112 15,5 0-112-15,3-4-132 16,5-6-116-16,7 1 152 0,5-4-76 0,4 0-32 15,3 1-44-15,1 2-8 0,4 4-44 16,-4 6 44-16,-5 0 0 0,1 9 0 0,4 5-184 16,-5 4 184-16,9-1 60 0,-5 2 348 15,5-5-408-15,-4 3-64 0,0-4-24 16,-5-4 88-16,1 1 48 0,0-1-48 16,-9 1-4-16,-3-1-4 0,-9 1-88 15,-7 5-4-15,-8 4 4 0,-13 4-64 16,-2 2 88-16,-10 6 64 0,-6 8-68 15,-10 2-36-15,-2 4 64 0,-10-1-88 16,-3 1-180-16,0-4 104 0,-3 0 212 16,-6-9 4-16,1 0 48 0,-3-1-44 15,-2-3 4-15,-2 2 136 0,-6-2 24 0,1 4 12 16,-3-4-76-16,-1 0-32 0,-4 5 72 16,0-1 8-16,0-1-144 0,-4 1-8 15,0 3 4-15,-4 3 40 0,5-3-44 16,-5 0 8-16,0 3 60 0,0-3-12 15,-8-4 16-15,5 5 44 0,-10-1 4 16,2-3 36-16,-9-1 60 0,-4 2 60 0,-3-3 144 16,-5 3-180-16,-8-5-76 0,1 4-56 15,-2-4-63-15,-2-2-41 0,-1-3 0 16,0-4-8-16,-7-5 0 0,-1 0-293 16,1-5-71-16,-1-6 316 0,-4 1 48 15,8-4 120-15,1 0-120 0,-1-4-36 0,0-3-132 16,-3 2 92-16,-1-5 16 0,1 0 56 15,3-5-104-15,0 3 32 0,5-11-104 16,-1 0 68-16,5-5-32 0,2 0 140 16,-2-4-232-16,3-7 44 0,4 1 20 15,-3-6 60-15,3-3-8 0,4-4-40 16,1-3-24-16,3 3 48 0,4-4 24 16,4 8 16-16,8 2 44 0,0 8 44 15,4 2 4-15,9 3 0 0,3 6 4 16,4 8 0-16,4-1-8 0,4 5-104 15,4 5 52-15,4 4-16 0,4-6 28 0,4 8-172 16,0 0-28-16,0-4-260 0,4 4-476 16,4 0-400-16,4 0-636 0,4 0-937 15,0 0-1039-15,12 3-2056 0</inkml:trace>
  <inkml:trace contextRef="#ctx0" brushRef="#br0" timeOffset="42229.13">25574 13677 6248 0,'0'0'792'0,"0"0"-452"16,0 0-40-16,0 0 256 0,0 0 392 0,-7-75 280 15,7 52-299-15,4 4-341 0,-1 0-164 16,6-3 0-16,-5 0 404 0,0 0 36 16,0-4-308-16,-1 0-216 0,5 1-40 15,-3-1 40-15,3-2-12 0,-1 3-16 16,-3-4-128-16,4 4-180 0,5-7 68 15,-2 1 16-15,2-2-88 0,2 3 8 0,2-3 0 16,2 2-8-16,9-1 48 0,-4 0 100 16,8 4-148-16,0-4-8 15,3 0 4-15,6 3-8 0,-2 1 8 0,1-4-4 16,8 4 8-16,0-2 4 0,0 2-4 16,3-4 0-16,5 1 0 0,-4 2 0 0,4 0-44 15,0 3 40-15,-1 1 4 16,1 0 0-16,4 6 0 0,-4 0-12 0,0 0 12 15,3 3-52-15,1 0 52 0,0 1 4 16,4-1 0-16,-1 0 8 0,1-4 72 16,0 5-84-16,-1 3-8 0,1-2-4 15,0 8-100-15,3-4 112 0,1 8 8 16,4-2 44-16,0 4-8 0,4 0-44 16,-1 4-160-16,-3 3 120 0,0 1 40 15,-1 2 12-15,6 2-12 0,-2-5 12 16,0 0 4-16,5-1 68 0,0 0 56 15,-1-4-140-15,1 5 40 0,-8 0-40 0,-1 3-48 16,-2-1 48-16,-6 4 16 0,-3 0-16 16,-5 2-4-16,-3 4-60 0,0 0-44 15,-4 4 104-15,-4 5 4 0,-4-2 0 0,-1 2 0 16,2 1 64-16,-2-4-16 16,-3 0 140-16,-4 1-76 0,0-4 36 0,0 3-48 15,-4-2 36-15,0-4 0 16,-4 3 60-16,0 0 16 0,-1 1 96 0,1 2-64 15,0-3-96-15,0 3-60 0,-1 4-4 16,2 3-76-16,-5 0 52 0,4 3-44 16,-1-1-12-16,1 1-4 0,0-3 0 15,0 0-44-15,1-7 44 0,-6 0 160 16,1-2 24-16,-1-1-36 0,-2-3-24 16,-1 0-16-16,-4 0-48 0,-1 4 4 15,-2-4-16-15,-1 6 12 0,-4 0 28 0,-4 7-16 16,0 3 12-16,0-1 16 0,0 8-52 15,-8-1-48-15,-1 4 4 0,2-4 56 16,-5 3-52-16,4 4 0 0,0-7 4 16,0 3 32-16,0-2-44 0,-1-4-8 15,6 1 4-15,-1-2-44 0,0-2 48 16,-4 7 0-16,4-4-4 0,0 3 4 0,0 0 0 16,0 1 4-16,4-1-4 0,-4 1 4 15,0-5 0-15,0 4 80 0,0-3 4 16,0-3-16-16,1-3 0 0,-2-1-60 15,1-1-12-15,0-5 0 0,0-3-12 16,0 0 12-16,0 2-8 0,-3-3-64 16,2-2 0-16,-3 4 60 0,-3 2-40 15,2 3 4-15,-3 1 48 0,1 2 4 0,-2 4 0 16,-2 1 4-16,2-1 4 0,2-1-4 16,-1-2 0-16,3-1-8 0,-2 1 0 15,-1-3 0-15,0 3 12 0,4-7 0 16,-4 1 0-16,4-4-8 0,-4 0 8 15,4-3-8-15,-4 7-4 0,4-4 0 0,-3 7 0 16,2-4-4-16,-3 3 4 0,1-3 0 16,-6 1 8-16,10-3 4 0,-6-1-8 15,2 0 0-15,-1-4-4 0,-1 5-76 16,2-4 76-16,-2-3-4 0,2 0 0 16,-1 0 4-16,0 0-12 0,-4 5-132 15,0 2-16-15,0 5 76 0,0 5 84 16,-3-2 4-16,-2 1 56 0,1 2-60 15,1 4-8-15,-1-2-52 0,-5-1 60 16,6-3 72-16,-1-1 16 0,0-3-80 16,0 2-8-16,-4-5 0 0,4 2 4 0,1 0 44 15,-6-2-40-15,5-3 0 0,-4 4-8 16,1 2-88-16,-5 0 84 0,-4-2-8 16,0 6-84-16,0 0 84 0,-8 3 0 15,0 0-88-15,1-1 88 0,-6 2 24 16,2-5-12-16,3 1 0 0,0-3 0 0,0-4 0 15,1-3 8-15,-2 1-8 0,-2-4-56 16,3 0 56-16,-4-3-60 0,4-1 36 16,-3 5 12-16,-1-2-88 0,-4-2 16 15,4 3 76-15,0-3-108 0,-4 1 116 16,5-3 0-16,-5-1-60 0,0-2-64 16,0-2-84-16,1-4 64 0,-9-1 68 15,4-4-84-15,-8 0 156 0,0 0-8 16,0-4 4-16,0 2-104 0,-3-8 28 15,-1 3 24-15,0-1-4 0,1-5 56 0,-1 3 4 16,4 1-44-16,0-4 36 0,0 3-112 16,5-5 24-16,0 2 16 0,-5-6 76 15,4-3-92-15,4 0 36 0,-4-5-8 16,5-4 20-16,-5 3 40 0,3-7-100 16,1 0 60-16,1 0 44 0,3-6 0 15,5 2 8-15,-2 1 64 0,6 0-4 0,3 0 0 16,4 3 64-16,0 1 24 0,4 2-140 15,4-3 36-15,-4 0-44 0,4-4-76 16,-3-1 28-16,-1-4 44 0,0-8-4 16,-8-2-80-16,8 0 88 0,-3-3 0 15,3 0 0-15,3 3-48 0,9 1 36 16,4 1 8-16,1 4-48 0,-2 1 48 0,6 0 0 16,-1-2 0-16,-1 2 4 0,-2 0 96 15,3-2-96-15,-5 2 0 16,2 0 0-16,3-1 52 0,-4-3-52 0,-4-3-64 15,8 0 16-15,-4-3-28 0,4-4-72 16,4 5-12-16,4-2 48 0,0 1 24 16,0 9-100-16,0 4 148 0,0 5 40 15,4 6 4-15,0 0-4 0,0 1 4 0,0 1 8 16,4-1 28-16,-4-3-40 0,8 0-16 16,0-7-44-16,0 1-16 0,3-6-48 15,6 0-88-15,-1-1 40 0,3 0-16 16,5 1 64-16,-4 5 8 0,4 2-12 15,-4 4 52-15,-3 4 68 0,-6 7-60 16,1 3 68-16,-8 0 16 0,4 6 56 16,-5 2-72-16,2 2-12 0,-1 3-28 0,0-3 40 15,-1-2 0-15,2-2-4 16,-1 0-224-16,3-2-36 0,-2-5-76 0,2 4-124 16,1 0 96-16,-3 0 140 0,2 3-16 15,1 4 16-15,0-2 24 0,4 2 0 16,-4 3-100-16,0-1-272 0,4 3-116 15,-4-2-16-15,0 3 163 0,0-1-139 16,0 1-924-16,-5 3-1160 0</inkml:trace>
  <inkml:trace contextRef="#ctx0" brushRef="#br0" timeOffset="53082.113">20451 15586 6080 0,'0'0'12'0,"0"0"2756"0,0 0-1668 16,-36-67-300-16,25 52 629 0,-2-2-333 15,-2 2 264-15,2-2-124 0,-2 2-84 16,-6 2-480-16,1 0-288 0,1 1-152 0,-1 1 52 15,-1 3 196-15,6 4 96 0,-5 2-256 16,0 2-200-16,0 0-32 0,-4 2-84 16,-4 10-8-16,-4 8 4 0,0 6-12 15,-3 5-48-15,-1 10-16 0,4 8 64 16,-4 1-48-16,5 7 12 0,3 4 44 16,3 2 4-16,9-3 12 0,4 3-8 0,5-2 80 15,7-4 64-15,4-3 36 0,11-7-40 16,9-1-140-16,4-12 144 15,4-2-76-15,0-3 12 0,3-10-80 0,6-6 0 16,-5-5 0-16,3-4 60 0,-3-4 32 16,0 0-36-16,-8-6-56 0,3-4 48 15,-6-3-52-15,-5 0-12 0,-1-2 8 16,-2-1 0-16,-1 0-8 0,-8 0-168 0,-1 1-124 16,-7-1-16-16,0-1-8 0,0 2-152 15,0-2-280-15,-3 9-268 0,-5-6-696 16,-1 5-2156-16,-14 0-2161 0</inkml:trace>
  <inkml:trace contextRef="#ctx0" brushRef="#br0" timeOffset="53377.105">20080 16081 5896 0,'0'0'4360'16,"0"0"-2211"-16,0 0-769 0,0 0 200 0,84-9-124 15,-64 2-116-15,0-2-304 0,0 2-240 16,-4 1-308-16,4-4-316 0,-9 1-172 0,2 0-100 15,-5-1-204-15,-1 1-256 0,1-1-240 16,-3 4-324-16,-1-1-524 0,0 4-980 16,-4 3-1449-16,0 0 149 0,0 3 1896 15,-8 7 1796-15,-1 3 236 0,2 2 1344 16,3 7 596-16,0 1-68 0,0 2 68 16,4 6-483-16,0 2-189 0,4 2-136 15,0 3-160-15,7 0-140 0,2 4 308 16,-2-2-112-16,1-5-424 0,1-3-212 15,-2-7-8-15,-3-3-252 0,4-9-132 16,-4-6-160-16,5-5-284 0,-6-2-232 0,5-6 20 16,0-6-188-16,0-11-628 15,0-5-1408-15,-9 3-3233 0</inkml:trace>
  <inkml:trace contextRef="#ctx0" brushRef="#br0" timeOffset="53636.586">20734 15566 6644 0,'0'0'6657'0,"0"0"-5593"15,0 0-368-15,0 0 384 0,-36 77 248 16,24-41 68-16,0-3-364 0,4 9-412 16,-3 0-132-16,7 5 24 0,-1 1 133 15,5 3-197-15,5-1-244 0,2 1 4 16,5-1-4-16,0-5-164 0,4-3-36 0,0-11-8 15,4-9-40-15,0-6-16 0,0-9-24 16,-1-4-12-16,2-3-124 0,-2-7-312 16,-3-8-185-16,5-4-123 0,-6-10-176 15,-2 1-484-15,-2 5-2712 0,-3-11-2389 0</inkml:trace>
  <inkml:trace contextRef="#ctx0" brushRef="#br0" timeOffset="53821.14">20821 15796 7960 0,'0'0'5845'0,"0"0"-4289"0,0 0-524 16,0 0 584-16,0 0-88 0,96 31-100 15,-68-31-331-15,0 0-481 0,4-9-436 16,0-4-116-16,-4-3-64 0,-4 0-100 16,0-3-432-16,-5 3-173 0,-6 4-159 0,-2-2-76 15,-3 8-756-15,-4 6-1244 0,-4 0-1997 16,0 3-639-16</inkml:trace>
  <inkml:trace contextRef="#ctx0" brushRef="#br0" timeOffset="53979.696">21093 15821 1096 0,'0'0'2140'0,"0"0"164"16,0 0 3253-16,-17 72-3993 0,17-39-264 15,0 2 52-15,9 0 56 0,-5 6 132 16,7 1-236-16,-3 2-252 0,5 0-116 0,-6-3-99 16,1 0-277-16,-4 1-308 0,1-10-252 15,-5-7 0-15,0-10-216 0,0-5-64 16,0-7-60-16,0-3-277 0,0 0-163 15,-5-9-148-15,-3-4-876 0,0-3-1952 16,1 1-1681-16,-10-4-3267 0</inkml:trace>
  <inkml:trace contextRef="#ctx0" brushRef="#br0" timeOffset="54119.147">21037 16186 2812 0,'0'0'8501'16,"0"0"-6413"-16,0 0-896 0,0 0 344 15,87-3-72-15,-62-3-120 0,-2-8-216 16,1-4-368-16,0-4-348 0,0-8-192 15,-5-4-220-15,-2-4-148 0,-2 0-436 16,-6-3-112-16,-1-1-184 0,-5 1-552 0,-3 3-1136 16,0 8-2337-16,-7 0-2159 0</inkml:trace>
  <inkml:trace contextRef="#ctx0" brushRef="#br0" timeOffset="54344.262">20790 15504 5348 0,'0'0'7309'16,"0"0"-4897"-16,0 0-1036 0,0 0-120 0,0 0 88 15,0 0 88-15,103-36-228 0,-71 20-423 16,4-3-345-16,4 0-100 0,-8 1-104 16,3 1-64-16,1-1-164 0,-8 1-4 15,0 5-76-15,0-1-192 0,-4 1-128 16,0 2-224-16,-4 0-157 0,0 7-443 0,-1 0-288 15,-2 3-1288-15,-1 0-4245 0</inkml:trace>
  <inkml:trace contextRef="#ctx0" brushRef="#br0" timeOffset="54978.979">21862 15529 184 0,'0'0'10741'0,"0"0"-8637"0,0 0-720 15,0 0-108-15,0 0 52 0,0 0-312 16,0 0-176-16,-28 69-152 0,16-34-152 16,-1 6-68-16,2 11 16 0,3 8-92 15,-1 6-4-15,2 11 85 0,-5 9 11 16,0 3-216-16,-4 3-168 0,0 3-100 16,0 3-48-16,0 0 36 0,4-5-60 15,0-5-24-15,8-11-52 0,0-17-44 16,4-16-16-16,0-21-192 0,8-14-257 15,1-11-243-15,2-18-176 0,-3-9-664 16,4-15-956-16,-4 9-2125 0,4-25-3175 0</inkml:trace>
  <inkml:trace contextRef="#ctx0" brushRef="#br0" timeOffset="55138.751">21897 16208 4744 0,'0'0'9385'0,"0"0"-7957"0,0 0-672 16,0 0 564-16,76-28 272 0,-49 21-124 15,1 1-336-15,8-5-475 0,-4 3-345 0,9-5-116 16,-2 1-196-16,-3-5-36 0,-4 2-340 16,-1-4-268-16,-6-1-233 0,-1 1-111 15,-9 4-816-15,-2 2-2496 0,-13 0-3101 0</inkml:trace>
  <inkml:trace contextRef="#ctx0" brushRef="#br0" timeOffset="55310.595">22161 16177 456 0,'0'0'2192'0,"0"0"6761"0,-13 97-6969 16,9-55-680-16,4 12 4 16,0-3 216-16,0 2-144 0,4 2-204 0,-4-8-492 15,4-2-344-15,0-7-204 0,-4-6-136 16,0-6-292-16,0-12-404 0,0-7-12 16,0-3 8-16,0-4-276 0,-4-7-980 0,0-2-2804 15,-4-11-2465-15</inkml:trace>
  <inkml:trace contextRef="#ctx0" brushRef="#br0" timeOffset="55456.355">22144 16481 5168 0,'0'0'6277'0,"0"0"-2117"15,0 0-2992-15,77-2 24 0,-51-3 200 16,6 3-48-16,-4-2-31 0,4-2-413 16,5-10-44-16,-5-3-336 0,0-10-520 15,-4-2-12-15,-5-7-568 0,1-4 36 16,-4-2-340-16,-1-1-453 0,2 1-807 15,-10 9-4504-15,6-12-3285 0</inkml:trace>
  <inkml:trace contextRef="#ctx0" brushRef="#br0" timeOffset="55711.59">22606 15596 10965 0,'0'0'4900'0,"0"0"-4144"0,0 0 4 0,0 0 304 15,77 53 80-15,-58-37 200 0,5-2-492 16,-4 5-451-16,3-1-133 0,2 4-64 16,-5 3-48-16,-1 8-68 0,1 1-16 15,-8 8-60-15,1 5 48 0,-10 4-52 16,1 3-4-16,-4 6-4 0,-4-2-156 16,-7 2-88-16,-2-3-36 0,2-4-56 15,-6-4 31-15,2-8-207 0,-2-3-60 0,-2-10-4 16,-5-9-168-16,0-6-500 0,0-9-1168 15,5-4-2569-15,2-6-2343 0,-3-20 4064 0</inkml:trace>
  <inkml:trace contextRef="#ctx0" brushRef="#br0" timeOffset="56447.277">22610 14786 9656 0,'0'0'1629'0,"0"0"-757"0,0 0-232 16,0 0 340-16,0 0 112 0,0 0-124 15,-28-72-376-15,24 48-404 0,4-1-12 0,0-4-64 16,0 4 0-16,4 0 12 15,5-1-24-15,-5 1 24 0,7-1 12 0,1 4 24 16,1-3 64-16,-2-1 12 0,6 1 12 16,-2 0-28-16,5-3 88 0,1-2 48 15,2-1-48-15,1-7-160 0,4 3-28 16,0-6-32-16,0-1 8 0,4 4-24 0,-1 0-68 16,1 3 96-16,4 0-28 15,0 6 88-15,4 2 48 0,4 4 84 0,-5 1 12 16,2 2-120-16,-2 8-88 0,5-1-48 15,0 7 12-15,-4 3 12 0,3 3 28 16,1 0-100-16,-4 6 12 0,-4 3 49 16,-1 1-53-16,-3-1 40 0,-4 1-40 15,-4 0-8-15,-3-5-64 0,-2 5 3 16,-7-3 53-16,0-4 0 0,-4 0-64 16,-3 0-76-16,-5-3-324 0,0 0-28 15,0 0-136-15,-5 0-64 0,1 0-212 16,-8-3-676-16,5 0-2588 0,-18-7-2649 0</inkml:trace>
  <inkml:trace contextRef="#ctx0" brushRef="#br0" timeOffset="56710.591">23503 13630 4500 0,'0'0'7441'0,"0"0"-5909"15,0 0-896-15,0 0 60 0,0 0 376 16,0 0 104-16,76 19 76 0,-53-6-352 15,1 2-324-15,0 5 60 0,1 2 192 16,-2 0-352-16,-3 3-175 0,-4-2-69 16,0 4-76-16,-4 0-80 0,-4 1-28 15,0 4-44-15,-4-3 0 0,-4 3-4 16,0-1-12-16,-8 4 0 0,-8 0-48 16,-8 6 52-16,-4 0-68 0,-12 3-32 0,-4 5-208 15,-8 5-217-15,-7 3-91 16,-9 3-56-16,-7 6-240 0,-9 8-636 0,-4 2-2628 15,24-19-4737-15,-48 31 4737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8:31:05.605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2370 5381 8796 0,'0'0'2517'0,"0"0"-201"16,0 0-1528-16,0 0-320 0,0 0 616 16,0 0 364-16,0 0-296 0,0 0-440 15,0 0-292-15,-4 26 8 0,4-17-28 16,0 4-32-16,0 0-64 0,0 2 24 15,0 7-108-15,0 2-3 0,0 4 63 16,4 7-36-16,0 2-100 0,4 11-36 0,0 4 112 16,0-2-136-16,4 7-80 0,-5 3 8 15,6 4-4-15,-5 2 52 0,4 4-12 16,-4 3-36-16,4 0-8 0,-5-3 8 16,6 3 36-16,-2 0-48 0,2 0-56 15,-1 0 56-15,4-3 0 0,-4 4 4 0,-5-2 0 16,6-2 8-16,-2 7-4 0,-3-5 4 15,0 4 36-15,0 1-48 0,0-1 48 16,0-1-36-16,-4-1 36 0,4-4-48 16,-4-3-8-16,0-4-64 0,-4-2 68 15,4-10-44-15,0-7 36 0,0-6 0 16,4-10 4-16,-8-9-88 0,4-2-24 16,0-5 0-16,0-2-52 0,0-3 4 15,-4 1-40-15,0-5 4 0,4 1-40 16,-4-1 11-16,0 0-59 0,0-3-60 15,0 0-12-15,0 0 24 0,0 0-16 0,0-6-96 16,-4-7-224-16,0-3-376 0,-8-10-656 16,0-11-616-16,0 5-649 0,-16-34-3355 0</inkml:trace>
  <inkml:trace contextRef="#ctx0" brushRef="#br0" timeOffset="568.644">1805 4435 784 0,'0'0'9588'16,"0"0"-5703"-16,0 0-3429 0,0 0-104 16,0 0 836-16,0 0 416 0,0 0-444 15,0 0-484-15,0 0-336 0,0 0-56 16,0 0 56-16,19-39 72 0,5 37 220 0,4-4-179 15,4 6-113-15,0-4-76 16,7 4-56-16,2 0-16 0,-1 0-72 0,-1 0 28 16,5 0-140-16,-4 0 4 0,3 0 72 15,-2 0-84-15,2 0-4 0,-3 0-56 16,0 0-100-16,-4 0-188 0,-4 0-112 16,0-2-28-16,-8-2-129 0,-1 1-115 15,-3 3-148-15,-8-4-396 0,-3 4-524 0,-5 0-1252 16,-4 0-2721-16</inkml:trace>
  <inkml:trace contextRef="#ctx0" brushRef="#br0" timeOffset="816.582">2032 4549 7856 0,'0'0'4549'0,"0"0"-2941"0,0 0-964 0,0 0 364 15,-8 83 572-15,8-51-244 0,0 0-488 16,8 6-212-16,-1 3-120 0,1 7-152 16,-3 2-208-16,3 8-156 0,-1-1-100 15,1-10-144-15,-3-5-84 0,2-14-16 16,-3-9-228-16,4-9-240 0,-4-4-52 16,5-3-80-16,-2-3-488 0,1-7-1208 0,-4-1-2433 15,0-15-2674-15</inkml:trace>
  <inkml:trace contextRef="#ctx0" brushRef="#br0" timeOffset="982.394">2179 4721 8764 0,'0'0'2481'0,"0"0"-1401"0,0 0 552 16,0 0 188-16,83-7-492 0,-55 10-104 16,-4 1-236-16,4-1-180 0,0-3-308 0,0 4-292 15,0-4-208-15,0 0-8 0,-5-4-104 16,5-3-60-16,0-1-364 0,-4-3-212 15,1-1 84-15,-6 3-572 0,-7 2-1032 16,-4 1-2085-16,-4 2-2615 0</inkml:trace>
  <inkml:trace contextRef="#ctx0" brushRef="#br0" timeOffset="1417.835">1665 4064 11237 0,'0'0'2788'0,"0"0"-1424"15,0 0 220-15,0 0 172 0,0 0-332 16,0 0-364-16,0 0-283 0,0 0-145 0,0 0-148 16,0 0-84-16,0 0-172 0,8-4-84 15,-5 4-60-15,6-3-32 0,7 3 8 16,4-3 60-16,8 0 12 0,8 0 0 16,-1 0-24-16,10 0-12 0,-2-1-48 15,4-2-44-15,-2 0 64 0,2-1-68 16,-3 1-8-16,0 0 4 0,-4-5 0 15,0 3-56-15,-1-2 0 0,-3 3-36 16,1-1-84-16,-5-2-12 0,-5 3 72 16,-7 3-88-16,0 2-152 0,-8-1-100 15,-5 3 24-15,-2 0-36 0,-5 0-209 16,0 0-259-16,0 3-308 0,0 3-456 16,-5 1-836-16,2 3-1480 0,-13 5-3937 0</inkml:trace>
  <inkml:trace contextRef="#ctx0" brushRef="#br0" timeOffset="2633.15">2473 8887 6564 0,'0'0'1276'0,"0"0"3361"0,0 0-2993 16,0 0-404-16,0 0 140 0,0 0 12 16,0 0-272-16,0 0-348 0,0 0-220 15,0 0-248-15,0 0-112 0,41-13 64 16,-13 13 196-16,8 0 93 0,3 2-97 16,1 2-120-16,0-1-112 0,0-3-92 15,-4 0-64-15,-1 0-56 0,-7 0 4 16,4 0-8-16,-8-7-84 0,0 2-136 0,-4 2-104 15,-4-3-188-15,-4-1-153 16,0 3-139-16,-8 2-236 0,0 2-432 0,-4 0-1320 16,0 0-3221-16,-8 2-3574 0</inkml:trace>
  <inkml:trace contextRef="#ctx0" brushRef="#br0" timeOffset="2883.557">2597 8956 6108 0,'0'0'6517'16,"0"0"-4785"-16,0 0-832 0,0 0 456 16,0 0 112-16,0 0-212 0,-19 73-328 15,19-51-208-15,0 3-112 0,4 8-47 16,-1 2-89-16,5 6-156 0,-4 10-160 16,5 3-108-16,-2 9 0 0,-3 1-48 15,4 6-8-15,-8-4-40 0,9-6-48 16,-9-9-24-16,3-12 8 0,1-14-68 15,-4-3-76-15,4-6 28 0,-4-7-113 0,0 1-83 16,0-7-76-16,0-3 0 0,0 0-4 16,0 0-8-16,0-6-276 0,0-7-624 15,-4-6-1212-15,0 3-2373 0,-8-19-4051 0</inkml:trace>
  <inkml:trace contextRef="#ctx0" brushRef="#br0" timeOffset="3126.151">2701 9379 6064 0,'0'0'2148'0,"0"0"1977"0,0 0-2377 16,0 0-72-16,0 0 40 0,0 0-148 15,0 0-356-15,0 0-260 0,0 0-235 16,0 0-209-16,40 0-96 0,-20 0 196 0,3 0-16 16,5 3-304-16,0-3-144 0,4 0 12 15,-4 0-92-15,0 0-60 0,-4 0-8 16,4 0-76-16,0 0 8 0,-5-3-96 15,1 3-84-15,4-4-124 0,0 4-180 16,0-3 204-16,0 3-360 0,0 0-385 0,0-3-491 16,-9 3-968-16,2 0-2412 15,-6 0-2945-15</inkml:trace>
  <inkml:trace contextRef="#ctx0" brushRef="#br0" timeOffset="9183.598">19204 2381 12269 0,'0'0'4084'16,"0"0"-3312"-16,0 0-624 0,0 0-136 16,0 0 424-16,0 0 344 0,0 0-104 15,0 0-188-15,0 0-156 0,0 0-64 16,0 0-60-16,32-10 12 0,-16 13 36 16,0 4 0-16,-1 3 96 0,10-5 197 15,-5 9-213-15,-1-5-188 0,-2-2-28 16,2 2-12-16,1 1-8 0,0-4-16 0,3 0-76 15,2-3 40-15,-1 0-44 0,4 1-4 16,0-4-8-16,4 0 4 0,-1 0 0 16,1 0-4-16,0 0-40 0,0 0 48 15,0 0-48-15,-4 3 40 0,0-3-40 16,0 3-4-16,0 3 48 0,4-3-8 16,-5 4 4-16,5-1 4 0,0-3-4 0,0 3-4 15,0-2 4-15,0-4-40 16,0 0 40-16,-1 0 8 0,1-4-60 0,0-2 12 15,0 3-36-15,0-3 12 0,0 3-16 16,-1-4-20-16,-3 4 60 0,4 3 0 16,0-3 0-16,-4 3 48 0,0 0-12 15,0 3-76-15,0 0 76 0,0 4 0 16,-5-1 0-16,5 0 12 0,0-2-4 16,0 2 4-16,0-3 0 0,-4 0 4 15,-1-3 8-15,5 0-12 0,-4 0-4 0,1 0-8 16,-1 0 8-16,4 3-8 0,0 1 8 15,-1-4 0-15,1 6 4 0,8-3 4 16,-4 0 44-16,4 1-48 0,0 3-4 16,3-5 4-16,-3 1 0 0,-1 4-4 0,6-7 0 15,-5 2 0-15,-1-2 4 0,1 0 4 16,0 0-4-16,1 0-8 0,-2 0 4 16,-3 0-8-16,0 0-48 0,0 0 56 15,-4 0-8-15,0 0-61 0,-5 0 25 16,5 0 40-16,-8 0 0 0,0 0-4 15,0 0 4-15,-4 0 0 0,-4 0-68 16,0 0-20-16,-8 0-12 0,0 5 20 16,0-5 76-16,-4 0 0 0,0 0 0 0,0 0 4 15,0 0 8-15,0 0 4 0,-4 0 4 16,0 0-8-16,-5 0-144 0,2 0-112 16,-5 0-160-16,-1 0-96 0,2 2-248 15,-9 2-668-15,4 2-1404 0,-19 3-4861 0</inkml:trace>
  <inkml:trace contextRef="#ctx0" brushRef="#br0" timeOffset="14016.673">11367 3207 4576 0,'0'0'1992'0,"0"0"1960"0,0 0-3295 16,0 0-221-16,0 0 64 0,0 0 232 16,0 0 352-16,4 72-288 0,3-59-304 15,10 4-128-15,-1-3 40 0,3 3 348 16,2-5-328-16,3 1-88 0,3-3-164 15,1-3 92-15,0-5-20 0,0 2-108 0,4-4-72 16,-5-4-56-16,5-5 4 16,0-3 84-16,0-5-32 0,0-6-64 0,0 2 8 15,0-5-8-15,-1 1 0 0,-3-3 0 16,0-1-8-16,0 4-40 0,0-4-28 16,-4-3-24-16,4-3-72 0,-8 0-36 15,4-7-52-15,-4 4 36 0,-4-3 12 0,0 0 88 16,-8-3-76-16,3 0 112 0,-6-5 4 15,-5 5 20-15,0 0 64 0,-5 3-68 16,-6 0 68-16,-5 2 64 0,-4 4-56 16,-8 3-8-16,0 4-72 0,-4 0 72 15,-4 2 4-15,1 8-4 0,-6-1 0 16,6 5 0-16,-1 1 100 0,4 7-100 16,0 3 64-16,0 3-60 0,-3 6 108 15,3 7-48-15,0 4 8 0,4 2-20 16,-4 6-40-16,4 3-12 0,0 4-60 0,0 6 48 15,4 3-124-15,1 3 36 16,3 6-12-16,-1 5-64 0,6 2-48 16,2 1-156-16,6-4-248 0,3-1-524 15,4 1-464-15,0-10-677 0,4-12-531 0,7 7-1204 0</inkml:trace>
  <inkml:trace contextRef="#ctx0" brushRef="#br0" timeOffset="16432.831">15367 3429 5700 0,'0'0'3212'15,"0"0"-2228"-15,0 0-768 0,0 0 172 16,0 0 413-16,0 0 123 0,0 0-68 0,0 0-104 16,0 0-128-16,0 0-68 0,15-3-80 15,-6 3-72-15,-1 0 0 0,0 0-40 16,4 0 8-16,4 0-36 0,0 3-52 15,-1 0-36-15,6 3-72 0,-1 1-28 16,-1-4-28-16,5 3 4 0,0-3-48 16,4 4-28-16,-1-7 16 0,1 0-56 15,0 3 76-15,0-3-36 0,4 3-40 0,0-3-4 16,0 3 4-16,5-3-4 16,-2 3-4-16,9 0 4 0,0 0 176 15,0 4-8-15,3-4-160 0,-3 3 36 0,0-2-48 16,0 3 0-16,3-2 0 0,-2 2-36 0,2-1 36 15,-3-3 36-15,4 1-36 0,4-4-4 16,-5 0-44-16,1 0 40 0,0 0-4 16,-4 0 0-16,-1 0-32 0,2 0 44 15,-6 0 0-15,-3 0-48 0,1 0 0 16,-6 0-36-16,1 3 80 0,0 2-52 16,-9 2 8-16,1 0-28 0,1 0-8 15,-5-2-40-15,-1 2 112 0,1 0-28 16,1-1 40-16,2-6 136 0,9 3 24 15,-1-3 76-15,6 0-224 0,3-3-12 16,-5-1-72-16,1 2 72 0,0-3 8 16,4 3 56-16,0-5-52 0,3 4 24 15,-2 1-36-15,2 2 0 0,1-4-24 0,-4 1-36 16,4-1 64-16,0 1-8 0,-1 0 4 16,1-1-64-16,0 2 64 0,0-1 76 15,0 0-76-15,-1-1 4 0,2-3-68 16,-6 5 116-16,5-5-60 0,0 5 16 0,0-5-8 15,0 0 12-15,-1-2-4 0,1 2-4 16,0 1 4-16,0-3 0 0,0 2-4 16,-4-2 0-16,3 3-4 0,-3-4-20 15,-4 4 16-15,4 0 8 0,-1-1 36 16,-2 1-40-16,-1-1 0 0,-1 0-48 16,1 5 40-16,0-4 0 0,-1 0-4 15,-3-1 8-15,5 1-8 0,-5-4 0 16,4 3 4-16,-5-1 0 0,1 1-4 15,0 0-36-15,0-2 44 0,0 2 4 16,0 2-8-16,3-2 4 0,-3 0 0 16,0 1-104-16,4 3 104 0,-5-4-4 0,1 7-4 15,5-3 4-15,-5 0-40 0,4 0-4 16,-5 0 44-16,5 0 16 0,0-1-12 16,-1 1 4-16,-3-3 0 0,5 3 64 15,-5 0-56-15,4-1-4 0,-8 1-4 16,3 0 0-16,1 3-8 0,-4 0-4 0,4 0 4 15,-4-3 4-15,4 3 4 0,-4 0 0 16,-1 0 12-16,5 0 24 0,-4 0-36 16,-4 0-8-16,4 0-4 0,0 0-76 15,0 0 84-15,0 0 4 0,0 0 12 16,0-3-12-16,-5 0 0 0,5 3 4 16,-4-3-4-16,4 3 12 0,-4 0-4 15,4 0-8-15,-5 0-8 0,1 0 0 16,0 0 8-16,1 0 0 0,-1 0-8 15,-1 0 4-15,5 3-36 0,-4-3 32 0,0 3 4 16,0 0 4-16,-1-3 12 0,1 3-12 16,-3-3 0-16,3 0-8 0,-5 0 8 15,1 0 0-15,0 3 8 0,0-3-8 16,-4 3-4-16,4 1 4 0,-4-1-8 0,-1 0-56 16,2 0 4-16,2 3 12 15,-2-2 48-15,3 2 52 0,-5-3-48 0,6 3-4 16,-2-3-8-16,1 4 8 0,0-4 4 15,0 0-4-15,0-3 0 0,4 3 0 16,-5-3-12-16,2 0 12 0,-5 4 40 16,3-4-28-16,2 3-4 0,-6-3 44 15,1 4-52-15,0-4-12 0,-4 2 12 16,4 1 44-16,0-3-32 0,-4 3-8 16,0 1-4-16,0-4 0 0,-1 0-72 15,-2 2-4-15,3 2 76 0,-8-4 12 0,3 0-8 16,2 0 0-16,-5 0-4 0,0 3 4 15,0-3-4-15,-1 0 8 0,1 0 0 16,0 0 4-16,1 0 4 0,-1 4 56 16,0-4-64-16,-4 0 68 0,4 0-64 15,-1 3 48-15,1-3 16 0,0 0-4 16,1 3 12-16,-1-3 4 0,0 0-16 0,0 0 4 16,-1 0-4-16,5 4-8 15,-4-4 20-15,5 0 28 0,-5 2-4 0,3-2-8 16,1 3-4-16,1-3 28 0,-5 3 36 15,3-3-16-15,1 4 4 0,-4-4-28 16,1 0 16-16,-1 0-28 0,-1 0 4 16,1 0-4-16,-4 0 40 0,0 0 8 15,0 0 16-15,0 0 8 0,4 0-8 0,-4 0-39 16,0 0 3-16,0 0-16 0,0 0-12 16,0 0-36-16,0 0-24 0,0 0 16 15,0 0-4-15,0 0 0 0,0 0 12 16,0 0 0-16,0 0 12 0,0 0-32 15,0 0 8-15,0 0 12 0,0 0-60 16,0 0 48-16,0 0 0 0,0 0-52 0,0 0 4 16,0 0 48-16,0 0-56 0,0 0-4 15,0 0-4-15,0 0-44 0,-4 0-96 16,4 0-196-16,-4 0-252 0,-3 0-113 16,-2 3-211-16,-3 1-344 0,-4-2-940 15,4 2-2972-15,-19 2-4505 0,126-25 7481 0</inkml:trace>
  <inkml:trace contextRef="#ctx0" brushRef="#br0" timeOffset="27519.611">7800 7172 8656 0,'0'0'4465'0,"0"0"-3509"0,0 0-8 15,0 0 144-15,0 0-100 0,0 0-136 16,0 0-164-16,0 0-128 0,0 0-12 16,36-16 48-16,-4 10 20 0,5-1-144 15,2 5-39-15,5-5-97 0,0 4-36 16,-1-4-52-16,2 5-8 0,-6-3-112 0,5 3-92 15,-4 2-32-15,0-4-8 0,-4 4 0 16,-1-2-48-16,-3-1-84 0,-4 3-220 16,-4 0-108-16,-3-3 23 0,-6 3-283 15,-2 0-192-15,-6 0-364 0,-7 8-852 16,0-2-1736-16,-4 11-1497 0</inkml:trace>
  <inkml:trace contextRef="#ctx0" brushRef="#br0" timeOffset="27766.602">7984 7283 10184 0,'0'0'1993'0,"0"0"-877"16,0 0 128-16,0 0 16 0,-32 92-20 16,32-60-248-16,0 3-176 0,0 5-164 0,8 6-140 15,0 8-192-15,0 9-200 0,4 3-112 16,-4 8-8-16,4-2-12 0,-4 2-108 15,0-8-176-15,-4-2-60 0,4-10-60 16,-8-9 36-16,4-8-136 0,-4-8-104 16,0-6-248-16,0-8-728 0,0-5-1188 0,0-4-2913 0</inkml:trace>
  <inkml:trace contextRef="#ctx0" brushRef="#br0" timeOffset="27920.058">8056 7886 7612 0,'0'0'4913'16,"0"0"-4237"-16,0 0 76 0,0 0 664 0,92-18-72 16,-73 18-372-16,1 0-196 0,5 0-244 15,-6 0-264-15,1 0-268 0,0 3-84 16,0 0-360-16,-4 6-544 0,-1 1-168 16,-7 3-784-16,1-4-1905 0,-5 12-2107 0</inkml:trace>
  <inkml:trace contextRef="#ctx0" brushRef="#br0" timeOffset="28132.111">7976 8293 836 0,'0'0'8352'0,"0"0"-6043"0,0 0-501 0,0 0 16 0,0 0-264 16,0 0-704-16,0 0-348 15,0 0 380-15,0 0-16 0,0 0-200 16,107-19-136-16,-66 13-168 0,2-5-152 0,5 5-68 15,0-2-148-15,0 1-8 0,-1 0-80 16,-2 2-32-16,-2-2-344 0,-2 0-180 16,-6 1-272-16,1-4-240 0,0 4-532 15,-12-4-1344-15,11-5-2693 0</inkml:trace>
  <inkml:trace contextRef="#ctx0" brushRef="#br0" timeOffset="28367.558">8889 7680 13401 0,'0'0'2252'0,"0"0"-1824"0,0 0 164 15,0 0 636-15,87 6 216 0,-63-3-576 0,4 1-528 16,-4-1-108-16,4 0-132 0,-4-3-100 15,4 0-40-15,-5 0-216 0,-3 0-468 16,1 0-256-16,-6 0-244 0,-3 7-736 16,-4-7-2224-16,-4 12-2685 0</inkml:trace>
  <inkml:trace contextRef="#ctx0" brushRef="#br0" timeOffset="28565.626">8976 7956 7020 0,'0'0'5157'0,"0"0"-4221"0,0 0-340 0,0 0 648 0,0 0 304 16,0 0-168-16,0 0-280 0,80 7-304 15,-56-7-244-15,4-3-248 0,-4-4-180 16,3 1-124-16,1-5-96 0,-4 6 48 16,4-1-344-16,4-1-624 0,-4 0-488 15,-4 2-2384-15,8-2-4581 0</inkml:trace>
  <inkml:trace contextRef="#ctx0" brushRef="#br0" timeOffset="29398.883">10570 7391 5288 0,'0'0'692'16,"0"0"3532"-16,0 0-2663 0,0 0 23 15,0 0 4-15,0 0-204 0,0 0-124 16,0 0-348-16,0 0-528 0,0 0-188 16,-96 6-48-16,68 23-48 0,4 6-40 0,-3 3 12 15,-1-1 28-15,4 5-16 16,4-7-8-16,4-3-68 0,0-6 4 0,8-4-8 15,4-4-4-15,4-4-48 0,0-5 32 16,8-2-92-16,12-1 96 0,0 0 12 16,7 1 60-16,1-1-52 0,4-3 68 15,-4 3-68-15,4-3-8 0,-8 4 0 16,0-1 64-16,-4 4 32 0,-4 2 4 0,0 1-88 16,-4 4 60-16,-4-6-60 0,-4 6 64 15,-1 1-4-15,-3 1 12 0,0 1-76 16,0-1 56-16,-11 6-64 0,-2-3-8 15,-2 1-164-15,-5-4-184 0,4-4 28 16,-4 2-176-16,1-9 72 0,-2-1-112 16,1-4-64-16,1-3-188 0,2 0-436 15,2-6-704-15,2 2-849 0,2-11-2391 0</inkml:trace>
  <inkml:trace contextRef="#ctx0" brushRef="#br0" timeOffset="29765.541">10865 7617 1656 0,'0'0'2296'0,"0"0"-1320"15,0 0-468-15,0 0 1900 0,0 0 568 16,0 0-1063-16,0 0-537 0,0 0-24 16,4 76-172-16,-4-51-120 0,4 4-232 15,-1 2-164-15,5 8-64 0,1 5-112 16,-1 6 24-16,3 8 12 0,-2 2-148 0,2 7-119 16,-3 6-61-16,-4 1-76 0,1-2-72 15,-1 4 0-15,0-5-48 0,-4-8 0 16,3-9-108-16,1-9 48 0,-4-18-24 15,4-7-52-15,-4-8-241 0,4-8-207 16,-4-1-12-16,0-3-52 0,0 0-40 0,0-10-212 16,0-6-664-16,-4-5-828 0,-4-2-808 15,-3-25-3065-15</inkml:trace>
  <inkml:trace contextRef="#ctx0" brushRef="#br0" timeOffset="29985.586">10861 7668 3980 0,'0'0'1136'16,"0"0"3940"-16,0 0-3491 0,0 0-229 0,32-67 220 16,-21 57-268-16,-3 4-216 0,5 3-248 15,-6 3-340-15,5 0-144 0,1 0-152 16,-2 9-48-16,-3 4 12 0,-3 9 36 16,2 4 0-16,-7 2-84 0,4 7-40 15,-4 0-84-15,-4 3-48 0,1 0-212 0,-6-7-44 16,1 1-64-16,0-10-28 0,1-5-48 15,3-11-76-15,-1-4-124 0,1-2-360 16,0-2-736-16,0-10-648 0,1-2-721 16,-1-16-2615-16</inkml:trace>
  <inkml:trace contextRef="#ctx0" brushRef="#br0" timeOffset="30221.525">11223 7026 6584 0,'0'0'4653'0,"0"0"-2197"16,0 0-1480-16,0 96 48 0,-4-52 428 15,4 3-200-15,0 4-96 0,0 2-140 16,0 2-396-16,4-3-244 0,5 2-156 0,2 2-127 16,1-2-93-16,4 3 0 0,-4-6-85 15,0-4-135-15,0-8-304 0,4-8-96 16,-4-8-112-16,-1-10-92 0,2-8-336 15,2-5-704-15,-6 0-1240 0,6-11-2913 0</inkml:trace>
  <inkml:trace contextRef="#ctx0" brushRef="#br0" timeOffset="30378.155">11614 7591 3696 0,'0'0'4704'0,"0"0"-55"15,0 0-3405-15,0 0-156 0,11 77 456 16,-11-49-8-16,0 4-208 0,0 0-304 0,-4-4-412 15,-3-3-348-15,3-6-184 0,0-2-80 16,0-5-124-16,4-5-348 0,-4-7-272 16,4 0-272-16,-5-4-560 0,5-3-2280 15,-7-18-3633-15</inkml:trace>
  <inkml:trace contextRef="#ctx0" brushRef="#br0" timeOffset="30499.817">11685 7308 7564 0,'0'0'572'16,"0"0"-572"-16,0 0-2104 0,0 0-3927 0</inkml:trace>
  <inkml:trace contextRef="#ctx0" brushRef="#br0" timeOffset="30958.822">12032 6969 5896 0,'0'0'9105'15,"0"0"-7597"-15,0 0-1272 0,-20 66-96 0,16-27 296 16,0 9 628-16,4 5-20 0,0 4-308 16,0 7-308-16,4-1-160 0,4 4-100 15,0-1-68-15,4 5-88 0,0 2 36 16,4-3-40-16,4-7 4 0,-4-8-12 0,-1-15-24 16,-2-11 12-16,-5-14-148 0,-1-5-8 15,2-3-296-15,-5-7 0 0,0 0-164 16,3-7-232-16,-3-12-452 0,-4 3-1352 15,0-24-3089-15</inkml:trace>
  <inkml:trace contextRef="#ctx0" brushRef="#br0" timeOffset="31146.021">11868 7522 6856 0,'0'0'1076'0,"0"0"3253"0,0 0-3105 0,0 0 400 16,0 0-28-16,105 41-96 0,-66-38-256 15,1-3-348-15,0-3-264 0,0-4-304 16,-1-6-216-16,-3 1-112 0,1-1-60 16,-10-2-48-16,6 1-256 0,-10-1-344 15,1 2-224-15,0 1-264 0,-9 1-824 0,-2 5-2124 16,-9 0-3073-16</inkml:trace>
  <inkml:trace contextRef="#ctx0" brushRef="#br0" timeOffset="31416.066">11498 7410 13449 0,'0'0'4388'0,"0"0"-3696"0,0 0-608 0,0 0-8 16,0 0 292-16,0 0 12 15,0 0-380-15,0 0-36 0,0 0-284 0,0 0-96 16,0 0-512-16,84-63-392 0,-64 57-660 16,-1 1-1096-16,2 3-3125 0</inkml:trace>
  <inkml:trace contextRef="#ctx0" brushRef="#br0" timeOffset="31926.887">12291 7077 5988 0,'0'0'3092'16,"0"0"-1167"-16,0 0-1397 0,0 0-80 0,-4 70 372 15,4-35 380-15,4 2 48 16,4 8-292-16,-3 2-240 0,2 8-232 0,1 3-48 15,-4 0 8-15,4 7-124 16,0-5-36-16,0 1-124 0,0-4-36 0,4-7-64 16,0-1-48-16,-1-9-12 0,6-8 12 15,-2-6 124-15,2-7-136 0,3-7 0 16,-1-9-232-16,5-3 60 0,0-9-112 16,4-10-344-16,-4-6-564 0,4-4-668 15,-8 4-2825-15,0-14-4627 0</inkml:trace>
  <inkml:trace contextRef="#ctx0" brushRef="#br0" timeOffset="32113.089">12801 7572 3940 0,'0'0'10117'0,"0"0"-8789"0,0 0-800 16,0 0 140-16,-24 73 328 0,17-50 164 0,3-8-252 15,-1 1-480-15,1-4-428 0,4-1-24 16,0 1-244-16,0-3-224 0,0-2-36 15,0-4-176-15,0-3-288 0,4-3-588 16,1-6-968-16,-1-1-2629 0,-1-15-2363 0</inkml:trace>
  <inkml:trace contextRef="#ctx0" brushRef="#br0" timeOffset="32532.31">12909 7419 4304 0,'0'0'0'15,"0"0"52"-15,0 0 2176 0,0 0-516 0,0 0-144 16,0 0 149-16,0 0-117 16,0 0-368-16,67 73-84 0,-58-50-304 15,2 5-32-15,-3-2 16 0,5-1-384 0,-6 0-208 16,1-6-176-16,0-3 16 0,0-2-76 16,4-8 0-16,-4 0-4 0,8 0-84 15,-4-3 4-15,8 4-64 0,0-4 36 0,0 4 112 16,4 2-48-16,0 4 48 15,4 2 44-15,-5 5 324 0,-3 2-120 0,0 3 48 16,0 3 120-16,-4 5 328 0,-4 2-132 16,-5 2-284-16,-2 2-196 0,-1-2-36 15,-4 5 137-15,0 3-37 0,-12 2-28 16,-4 1-84-16,-4 2-12 0,-8-2 28 16,0 0-92-16,-4-4 76 0,4-9-76 15,1-10 64-15,3-5 36 0,0-11-60 16,7-6-40-16,2-3-8 0,-5-12-72 15,8-8-108-15,1-11-136 0,2-4 24 0,5-7 75 16,4-2-27-16,8 2 24 0,4 2 148 16,4-5-48-16,0 1-100 0,3-1 36 15,2-2-144-15,3 5-136 0,-4-2-348 16,3 2-532-16,1 5-1156 0,-3 9-2345 16,3-18-2707-16</inkml:trace>
  <inkml:trace contextRef="#ctx0" brushRef="#br0" timeOffset="32890.631">13857 7438 7080 0,'0'0'10277'0,"0"0"-8645"0,0 0-1400 0,0 0 208 15,0 0 16-15,96 68 200 0,-69-52 308 16,1-7-575-16,0-6-305 0,4-3-72 15,0-6-8-15,0-11-4 0,4-8-84 16,-4-4-257-16,-1-4-11 0,-7-9 84 16,1-4-48-16,-6 2-308 0,-3 1-220 15,0 1-572-15,-8 7-1172 0,0 10-2645 16,-8-5-2927-16</inkml:trace>
  <inkml:trace contextRef="#ctx0" brushRef="#br0" timeOffset="33131.985">14096 7032 5288 0,'0'0'2928'0,"0"0"1213"15,0 0-3361-15,-48 67-92 0,44-35 528 16,0 9 132-16,4 4-40 0,0 2-212 16,4 4-124-16,4 6-128 0,4 0-80 0,4 6-191 15,0 1-185-15,-4 6-72 0,4 3-36 16,-4 0-16-16,-1-2-44 0,-6-6-76 16,-1-1-36-16,0-4-60 0,-4-6-44 15,0-4 4-15,0-4-4 0,0-15-4 16,0-8 0-16,0-10-84 0,0-7-232 15,0-6-128-15,0-4-128 0,0-9 136 16,0-8-185-16,-4-11-123 0,0-12-280 16,4-11-468-16,0-5-704 0,0-6-1628 15,0 14-809-15,12-24-2207 0</inkml:trace>
  <inkml:trace contextRef="#ctx0" brushRef="#br0" timeOffset="33285.048">14514 7388 5700 0,'0'0'7541'0,"0"0"-5705"15,0 0-768-15,41 79 208 0,-34-43 160 0,-7 2 96 16,0 3-144-16,0-4-443 0,-7-2-365 16,2-3-288-16,-3-10-268 0,0-2-24 15,1-7-304-15,-2-7-372 0,5-6-261 16,-4-4-59-16,1-11-1196 0,-1-2-3336 16,-5-23-4009-16</inkml:trace>
  <inkml:trace contextRef="#ctx0" brushRef="#br0" timeOffset="33436.031">14447 7077 13093 0,'0'0'2696'0,"0"0"-2068"0,0 0 420 15,0 0 248-15,0 0-324 0,0 0 52 0,0 0-376 16,80-25-492-16,-65 25-156 0,1-3-208 16,0 3-544-16,0 0-348 0,0 0-516 15,-4 3-2336-15,0 9-4713 0</inkml:trace>
  <inkml:trace contextRef="#ctx0" brushRef="#br0" timeOffset="33782.476">14805 7560 3192 0,'0'0'11217'0,"0"0"-9517"0,0 0-720 16,0 0 24-16,0 0-104 0,0 0-32 15,0 0-96-15,0 0-188 0,0 0-328 0,88-82-256 16,-68 36-284-16,0 2-276 0,0-3-64 15,-1 5-76-15,-2 1-48 0,-2 7 20 16,-7 4-56-16,-3 11-132 0,-5 3 76 16,-5 7 316-16,-7 6 524 0,-3-1 188 15,-9 4 100-15,0 7 104 0,-4 9 172 16,4 3-124-16,0 9 72 0,4 11-128 16,0 1-24-16,8 9 24 0,5 4 60 15,-6 2 84-15,9-1-72 0,0-4-52 16,4 1-76-16,0-3-84 0,0-14-48 15,4-2-88-15,8-14-24 0,0-1-80 16,0-10 0-16,8-1-4 0,-4-6-12 16,4-6-340-16,4-7-220 0,4-3-200 0,0-4 20 0,-5-5 272 15,5 3-1072-15,0-4-2524 0,0 5-1157 16,-8 1 825-16,16-5 2376 0</inkml:trace>
  <inkml:trace contextRef="#ctx0" brushRef="#br0" timeOffset="34280.278">15271 6569 6400 0,'0'0'3088'0,"0"0"-995"0,0 0-1325 0,0 0 180 15,0 0 436-15,40 104 112 0,-27-46-96 0,-6 11-448 16,1 8-140-16,4 5 104 0,0 4-160 15,0 0-292-15,-5 0-112 0,6-4-107 16,-5-3-133-16,4-5-112 0,0-11-144 16,-1-6-65-16,-2-10-215 0,3-12-356 15,3-9-320-15,2-13-96 0,-1-13-416 16,3-7-996-16,-2-5-2049 0,2-26-2739 0</inkml:trace>
  <inkml:trace contextRef="#ctx0" brushRef="#br0" timeOffset="34698.744">15766 7258 9420 0,'0'0'5969'0,"0"0"-5049"0,0 0-244 0,0 0 328 16,0 0 128-16,-84 92 316 15,68-60-135-15,4 5-281 0,0-2-236 0,8 0-180 16,0-6-232-16,4-6-200 0,0-8-184 16,0-2-40-16,4-10-84 0,4-3-20 0,3-3-4 15,6-13 140-15,3-6-68 0,-1-10-92 16,2-13-184-16,-1-2-156 0,-5-7-12 15,6-3 108-15,-6-4-12 0,5 1 107 16,-4-4-35-16,0-2-60 0,0-1-64 16,-4-2 0-16,0-5 144 0,-5 5 332 15,-7 2 44-15,5 3 92 0,-5 4-76 16,0 7 64-16,0 8 120 0,0 10 84 16,-5 10 28-16,5 8-4 0,0 8 12 15,0 6 49-15,0 3-145 0,0 3-148 16,-3 6-8-16,-1 10 92 0,4 10-72 15,-4 7 28-15,4 8 44 0,0 6 40 0,0 4-40 16,0 10-12-16,0 3-96 0,4 5-84 16,0 4-4-16,-1 1 4 0,2 2-12 15,3-5-4-15,0-5-84 0,3-8-152 16,6-4-64-16,-1-10-8 0,3-9-124 0,-2-6-84 16,2-6-29-16,-3-5-35 15,0-2-100-15,0-2-468 0,0-4-912 0,0-7-1972 16,0 0-1289-16,0-3-1715 0</inkml:trace>
  <inkml:trace contextRef="#ctx0" brushRef="#br0" timeOffset="35857.03">17495 7311 1708 0,'0'0'11105'16,"0"0"-9185"-16,0 0-936 0,0 0-228 15,0 0 228-15,0 0 400 0,0 0-148 0,84 67-248 16,-57-51-316-16,9-6-151 0,-4-1-217 16,0-5-136-16,-4-4-96 0,4 0-68 15,-4-13-4-15,-4-3 0 0,3-3-48 16,-3-3-96-16,0-8-452 0,-4 2-217 15,0 0-175-15,-4-1-348 0,-4 1-1008 16,-9 9-2660-16,1-7-2705 0</inkml:trace>
  <inkml:trace contextRef="#ctx0" brushRef="#br0" timeOffset="36111.132">17826 6922 5064 0,'0'0'4896'15,"0"0"-3027"-15,0 0-169 0,0 0 36 16,0 0-44-16,0 0-464 0,0 0-452 15,0 0-208-15,-53 95-104 0,53-51 12 16,8 4 132-16,1 6-72 0,2 2-195 16,6 2-85-16,-6 6-76 0,5-1-92 15,0 4-32-15,-4-2-56 0,0 6-8 16,0-4 0-16,-1 0 8 0,-6-4 0 0,3-3 4 16,-8 1 0-16,4-8 0 0,-4-2-4 15,0-6-8-15,0-8-40 0,-4-5-16 0,-4-6-32 16,3-7-48-16,-2-6-64 15,-5-4-61-15,0-6-131 0,0-3-172 16,0-9-160-16,0-7-372 0,-3-9-928 16,7 3-1904-16,-5-26-3609 0</inkml:trace>
  <inkml:trace contextRef="#ctx0" brushRef="#br0" timeOffset="36288.504">18148 7638 4136 0,'0'0'4368'0,"0"0"-379"15,0 0-3069-15,0 0 260 0,0 0 476 0,0 0 84 16,0 0-164-16,0 0-440 0,67 68-468 16,-67-49-324-16,0-1-224 0,-4-1-120 15,-3-2-84-15,3-2-308 0,-8 0-384 16,4-7-288-16,-4 0-612 0,0-6-1380 16,4 0-2781-16,-8-9-3110 0</inkml:trace>
  <inkml:trace contextRef="#ctx0" brushRef="#br0" timeOffset="36431.892">18116 7350 1408 0,'0'0'12025'0,"0"0"-10493"15,0 0-916-15,0 0 204 0,0 0 64 16,0 0-212-16,0 0-672 0,0 0-124 16,0 0-248-16,0 0-588 0,84-47-588 0,-73 47-2432 15,6 0-4201-15</inkml:trace>
  <inkml:trace contextRef="#ctx0" brushRef="#br0" timeOffset="37701.331">18598 7172 4432 0,'0'0'612'0,"0"0"4340"0,0 0-4060 16,0 0 85-16,0 0 431 0,0 0 40 15,0 0-64-15,0 0-256 0,0 0-312 16,0 0-284-16,-52-9-152 0,52 31-72 16,-4 6-72-16,4 8 20 0,0 4-12 15,4 5 12-15,4 6-132 0,1-4 32 0,-2 3-116 16,5-4-40-16,-3-5-112 0,-2-9 28 16,1-7-236-16,0-8-120 0,0-8 60 15,0-7-76-15,0 1-120 0,4-3-232 16,0-8-492-16,-4-3-1556 0,-1-10-3801 0</inkml:trace>
  <inkml:trace contextRef="#ctx0" brushRef="#br0" timeOffset="37949.275">18686 7292 4332 0,'0'0'3268'0,"0"0"-236"15,0 0-1387-15,0 0-241 0,0 0 180 16,0 0-240-16,0 0-496 0,0 0-340 15,0 0-164-15,0 0-84 0,83-18-24 0,-63 18-40 16,5 0-76-16,-5 3-20 0,3 9 24 16,-3 2-112-16,0 7-4 0,0 5 76 15,-8 6-8-15,4 3-16 0,-9 0-56 16,2-1-4-16,-1-5-112 0,-4-3-132 16,0-11-124-16,-1-2-112 0,-3-10-128 15,4-3-184-15,5 0-400 0,-5-9-844 16,4-4-2749-16,-5-13-3631 0</inkml:trace>
  <inkml:trace contextRef="#ctx0" brushRef="#br0" timeOffset="38143.675">19033 7106 4788 0,'0'0'4700'0,"0"0"-1431"0,0 0-2093 0,0 0-304 15,0 0 476-15,0 0 12 0,-72 66-248 16,52-38-484-16,0 1-408 0,0 9-108 15,0-2-40-15,0 2-72 0,1-4-132 16,-2 1-40-16,1 0-24 0,5-2-472 16,-2-5-148-16,2-3-188 0,7-6-256 15,-1-3-572-15,5-10-784 0,1-3-1433 16,-1-3-1727-16</inkml:trace>
  <inkml:trace contextRef="#ctx0" brushRef="#br0" timeOffset="38510.728">19081 6988 1512 0,'0'0'4944'15,"0"0"-2464"-15,0 0-1444 0,0 0 217 16,0 0 159-16,0 0-228 0,0 0-220 15,0 0-144-15,91 22-116 0,-67-13-128 16,4 1-68-16,3 3-112 0,-3 4 64 16,0-2-116-16,0 3-72 0,-7 1-88 15,-2 6 48-15,-7 5-8 0,-4-2-16 16,0 7 12-16,-8 3-52 0,0 1-68 16,-4-2-16-16,-4 2-72 0,1-2 52 15,-10 1-60-15,6-3-4 0,-10-3-100 0,5-3-56 16,-3 0-92-16,-2-4-156 0,6-3-88 15,-5 1-148-15,3-7-188 0,2-4-304 0,-2 1-332 16,6-7-772-16,-1-2-737 16,0-4-2119-16</inkml:trace>
  <inkml:trace contextRef="#ctx0" brushRef="#br0" timeOffset="39319.605">17264 6743 4624 0,'0'0'12'16,"0"0"5420"-16,0 0-4015 0,-24-66-261 15,16 50 180-15,3 9-20 0,1 1-32 0,4 6-400 16,-3 0-264-16,-5 0-240 15,0 13-168-15,-4 10-152 0,0 4-60 0,-4 15 0 16,0 2 36-16,0 11 40 0,0 4 8 16,0 5-84-16,-3-1-56 0,2 5 8 15,2-5 44-15,-2-6-8 0,6-3 12 16,-2-10-12-16,6-5-40 0,-1-11-20 0,8-6-4 16,0-6-220-16,0-9-72 15,0-1-4-15,8-3 60 0,-1 1 76 0,6-1 12 16,2-1 172-16,2 1 48 0,2 4-4 15,5 7 4-15,-4 4 4 0,4 8 84 16,0 5 40-16,-4 7 40 0,-5 9 444 16,2 1-300-16,-6 0-60 0,2 3 60 15,-9 0-112-15,0-1-196 0,-1 0 4 0,1 2-4 16,-4-4 0-16,0-1-4 0,0-2-120 16,4-10-84-16,1-4-248 0,-1-8-152 15,0-8-176-15,3-4-448 0,1-9-872 16,1-2-1057-16,6-9-1747 0</inkml:trace>
  <inkml:trace contextRef="#ctx0" brushRef="#br0" timeOffset="39899.03">19411 6566 2916 0,'0'0'8605'16,"0"0"-6585"-16,0 0-1728 0,0 0-228 15,0 0 420-15,0 0 208 0,0 0 128 16,0 0-352-16,0 0-280 0,0 0-92 0,0 0-96 16,72-44-212-16,-64 44 40 0,-4 9 92 15,3 3 80-15,-3 8 8 0,1 2 60 16,-5 6-8-16,0 7-52 0,-5 6 80 16,-2 1-84-16,-5 5-4 0,-1 4 0 15,-2 0 4-15,-1 3-4 0,4-3-8 0,-4-4-48 16,8-2 52-16,0-7 4 0,8-6-100 15,0-1 36-15,0-5 60 0,4-6-4 16,4 1 8-16,8-2 92 0,0-3 120 16,8 3-24-16,0-3 60 0,0 3-100 15,4-3-20-15,-5 0-116 0,1 0 48 16,-3-4-56-16,-2 7 48 0,-3 0 20 16,-4 3 64-16,0 6 76 0,-4 1 124 15,-8 7 316-15,4-1-248 0,-4 2-180 0,0 5-64 16,-4-4-64-16,0 4-20 15,-4-1 20-15,0-6 64 0,0 0-4 0,-3-7-68 16,2-2-76-16,-3-10-12 16,5-4-8-16,-6-3-444 0,1-5-248 0,5-4-164 15,-10 0-324-15,10-4-772 0,-10-11-3445 0</inkml:trace>
  <inkml:trace contextRef="#ctx0" brushRef="#br0" timeOffset="40670.996">20101 7277 1384 0,'0'0'10321'16,"0"0"-8517"-16,0 0-752 0,0 0 220 15,0 0 208-15,0 0-96 0,0 0-96 16,99 6-240-16,-59-6-207 0,-1 0-149 0,9 3-196 15,5-3-72-15,2 0 44 0,-3 0-104 16,0 0-172-16,0-3-108 0,-5 0-28 16,-3-3-56-16,4 3-48 0,-9-4 0 15,-2 1-72-15,-1 0-168 0,-4-1-220 16,-8 0-180-16,-1 1-160 0,-7 3-77 16,-4 0-663-16,-8 1-1292 0,-1 2-2800 15,-6 0-3233-15</inkml:trace>
  <inkml:trace contextRef="#ctx0" brushRef="#br0" timeOffset="40942.184">20168 7636 13193 0,'0'0'2884'0,"0"0"-2056"0,0 0-568 16,0 0 100-16,0 0 408 0,0 0 440 15,0 0-476-15,0 0-160 0,0 0-48 16,100-7 85-16,-69 4-185 0,9 3-144 16,-3 0-24-16,6 0-88 0,-3 0-60 15,4 0 0-15,-1-2-36 0,2 2-72 0,-2-5-72 16,5 5 12-16,-4 0-72 0,4 0-124 16,-4 7-144-16,4-1-120 0,-9 5-269 15,1-2-91-15,-1 0-148 0,-11 1-1096 16,8-1-3616-16</inkml:trace>
  <inkml:trace contextRef="#ctx0" brushRef="#br0" timeOffset="42512.979">22324 7188 860 0,'0'0'9456'16,"0"0"-8103"-16,0 0-545 0,-17-71 152 0,10 57 320 15,-1 3 52-15,0 3-152 0,-1 1-376 16,-2 4-148-16,-1 3-104 0,-4 3-160 16,-4 6-148-16,-3 11 52 0,-2 5-52 15,1 7-60-15,0 5-112 0,0 1-12 16,5 4-52-16,2 0-8 0,6-1-48 15,3-7 36-15,4-5-48 0,4-6-76 16,0-8-8-16,12-1-40 0,3 0 112 16,5 0 72-16,5-2 0 0,-1 1-8 15,4-1 4-15,-5-2-72 0,1 0 76 0,0-1 8 16,-4 1 76-16,-4-1-84 0,0 4 0 16,-8-4 60-16,0 7 36 0,-1-2 76 15,-7 0-12-15,0 7-76 0,0-6-24 16,-7 0-48-16,-5 2 0 0,-1-6 0 15,-2 0-12-15,-1 2-240 0,0-7-124 0,-4-3 32 16,5 0 52-16,-2-3-28 16,2 0-60-16,2-3-124 0,-2-6-176 0,-2-8-392 15,6-1-864-15,2 1-2345 16,1-13-1563-16</inkml:trace>
  <inkml:trace contextRef="#ctx0" brushRef="#br0" timeOffset="42998.809">22519 7280 4832 0,'0'0'7853'0,"0"0"-6537"0,0 0-192 15,20 89 396-15,-20-58 292 0,0 5-192 16,0-1-556-16,0 0-568 0,-4 0-179 16,0-7-225-16,4 0-92 0,0-8-112 15,0-5-93-15,0-9-271 0,4-1-60 16,4-5 108-16,3-11 160 0,6-4-220 0,-6-11-188 15,6 1-116-15,-2-7-160 0,-2 1 64 16,2 2 508-16,-7 0 276 0,4 8 104 16,0 4 76-16,-8 4 48 0,5 7 184 15,-6 6 116-15,1 0 48 0,0 3-24 16,-4 6-28-16,4 1 0 0,-4 6 0 16,0 0-88-16,0 3 12 0,0 0 48 15,0 0 216-15,0-7-120 0,0 1-304 16,0-6-180-16,0-4-4 0,0-3-96 15,0 0-4-15,0 0 4 0,4-6 84 16,8-4 12-16,0 0 4 0,0-2 4 0,4-2-8 16,-1 3-4-16,2 4-44 0,-1 0 44 15,0 7 4-15,4 0 4 0,-5 4 176 16,-2 6 4-16,2 1-40 0,-3 6 28 0,-3 2 60 16,2-1 9-16,-3 2 99 15,1-1 196-15,-6 3-152 0,5-2-188 0,0 1-88 16,-4-2-108-16,4 2-4 0,4-3-104 15,-4-6-160-15,8-2-228 0,-1-6-184 16,2-4 75-16,3-4 5 0,7-15-364 16,1-6-1092-16,-8 3-2152 0,16-23-1929 0</inkml:trace>
  <inkml:trace contextRef="#ctx0" brushRef="#br0" timeOffset="43331.952">23484 7382 9440 0,'0'0'5841'16,"0"0"-4925"-16,0 0-164 0,0 0 528 15,-65 67 84-15,42-45 260 0,-5-1-567 16,4 5-413-16,-1-8-88 0,6-1 156 0,7-4-400 16,4-4-256-16,0-2-56 0,8-7-12 15,-4 0 0-15,4 0-84 16,0 0-96-16,4-10-172 0,4 1 16 0,0-4-40 16,4-3 60-16,0 0 16 0,3 4-16 15,-2 2 96-15,-2 3 63 0,2 0 9 16,-2 7 16-16,1 0 36 0,1 4 108 15,-2 6 220-15,-3 0 97 0,4 6 107 16,-4-2 24-16,4 0-108 0,-4 2 36 0,0 0-76 16,0-4-32-16,-4-2-124 0,4-4-132 15,-4-3-12-15,4-3-96 0,0 0-24 16,0-3 20-16,4-6-104 0,-1-10-184 16,6-3-108-16,-2-4-168 0,2-5-249 15,3-1-711-15,3-3-360 0,-3-4-584 16,-4 11-1933-16,4-26-995 0</inkml:trace>
  <inkml:trace contextRef="#ctx0" brushRef="#br0" timeOffset="43491.913">23738 6870 5672 0,'0'0'2728'0,"0"0"2469"15,0 0-4045-15,0 0-204 0,0 0 56 16,0 0 584-16,-20 80 108 0,12-33-488 16,1 5-295-16,2 2 91 0,-3 2-96 15,4 2-308-15,0-4-176 0,-3-3-316 16,7-4-108-16,-4-9-96 0,4-9-352 0,0-11-228 15,4-8-12-15,7-10 96 0,6-7 96 16,-2-8-285-16,5-14-1011 0,0-2-1364 16,-4 2-2473-16,8-18-1459 0</inkml:trace>
  <inkml:trace contextRef="#ctx0" brushRef="#br0" timeOffset="43684.253">24049 6778 4516 0,'0'0'8593'16,"0"0"-7413"-16,0 0-924 0,0 0 764 15,0 0 696-15,-20 89 28 0,8-41-300 0,0 6-444 16,-4 3-235-16,8 3 83 0,-4 4-100 16,4-1-276-16,0 1-232 0,1 0-120 15,-2-1-120-15,5-3 0 0,4-6-156 16,0-6-264-16,0-7-52 0,8-12 72 0,4-11-180 16,-4-11-208-16,4-7-89 15,4-4-1019-15,-8-8-2308 0,16-14-2825 0</inkml:trace>
  <inkml:trace contextRef="#ctx0" brushRef="#br0" timeOffset="43999.011">24232 7522 12657 0,'0'0'4440'16,"0"0"-3684"-16,0 0-88 0,-7 72 500 0,7-62 52 15,7-7-175-15,1-3-585 16,12-10-240-16,0-9-28 0,7-6-100 15,1-6-92-15,0-9-292 0,0 0-204 0,-3-2 55 16,-1 1-115-16,-5 4 32 0,-3 7 8 16,-8 5 88-16,-8 7 88 0,0 4 216 0,-11 5 112 15,-10 7 12-15,-3 2 220 16,-4 5-84-16,0 11 168 0,-4 3 100 0,0 13 12 16,5 3 84-16,3 6-64 0,0 4-71 15,4 2 11-15,1 0 120 0,2 5 136 16,6-8-308-16,2-6-240 0,5-5-84 15,4-5-108-15,0-12-120 0,13-7-244 16,2-6-160-16,9-6 40 0,-3-13-89 16,6-10-639-16,1-6-1344 0,-4 4-3388 15,20-23-4001-15</inkml:trace>
  <inkml:trace contextRef="#ctx0" brushRef="#br0" timeOffset="44277.862">24782 7200 2632 0,'0'0'12297'0,"0"0"-10601"0,0 0-788 0,0 0 108 15,-48 80 556-15,24-45 277 0,1 0-433 16,2-3-520-16,1-7-488 0,12-6-260 0,1-7-148 16,7-1-68-16,4-8-112 0,11-3-12 15,5-3 48-15,4-4 0 0,4-6-196 16,4 1-72-16,0 2 100 0,-4 0 8 16,-9 7 112-16,2 3 80 0,-10 0 16 15,-2 10 96-15,-5 5 148 0,0 4 188 16,-4 7 112-16,0-1-12 0,-8 4 36 15,-1 3-196-15,-2 0-84 0,-6-4-60 16,-2 0-20-16,3-5-112 0,0-6-4 16,4-9-120-16,4-8-176 0,8-3-280 0,0-16 0 15,0-9 0-15,4-11-377 0,12-11-543 16,3-11-1316-16,-2 13-2164 0,11-34-3289 0</inkml:trace>
  <inkml:trace contextRef="#ctx0" brushRef="#br0" timeOffset="44477.598">25304 6677 4152 0,'0'0'11821'16,"0"0"-10645"-16,0 0-592 16,-8 86 256-16,-8-32 596 0,-4 13 380 0,1 8-339 15,-2 1-449-15,5 11-184 0,8-2-36 16,4 0-364-16,4-2-276 0,0-4-96 16,8-5-72-16,8-11-100 0,0-11-80 15,4-15-120-15,-4-9 32 0,0-8-44 16,-1-12-156-16,-6-3-148 0,-1-5 48 15,-8 0-60-15,0-13-692 0,-8-4-1229 0,-8-5-1927 16,-4-3-1841-16,4 6-2246 0</inkml:trace>
  <inkml:trace contextRef="#ctx0" brushRef="#br0" timeOffset="44625.984">24957 7331 6672 0,'0'0'7133'0,"0"0"-4837"15,0 0-1516-15,0 0 40 0,0 0 8 0,0 0 204 16,100-20 224-16,-60 8-280 15,3-1-419-15,2-6-193 0,2 1-364 0,-3-2 0 16,4 1-328-16,-4 0-349 0,-1 3-507 16,2 0-652-16,-13 4-2796 0,19-1-4253 0</inkml:trace>
  <inkml:trace contextRef="#ctx0" brushRef="#br0" timeOffset="45059.184">26248 7585 248 0,'0'0'11625'0,"0"0"-9349"16,0 0-724-16,0 0 76 0,84 51-60 16,-45-49-292-16,2-2-400 0,2-9-292 0,-3-10-231 15,4-3-37-15,0-6-168 0,-5-8-148 16,2-2-116-16,-2 1-148 0,-7-5-345 16,-4-2-87-16,-4 5-184 0,-4 1-272 15,-8 4-532-15,-8 8-956 0,-4-3-2645 0</inkml:trace>
  <inkml:trace contextRef="#ctx0" brushRef="#br0" timeOffset="45298.98">26587 7080 4904 0,'0'0'1040'15,"0"0"2636"-15,0 0-1923 0,0 0-33 16,-44 83 256-16,36-46-204 0,4 8-284 16,0 6-344-16,0 6-260 0,4 3-140 15,0 7-40-15,0 6-243 0,4 6-205 16,-4 0-4-16,4 4-80 0,-4 1-52 15,0-2-24-15,0-6 12 0,0-1-100 16,-4-8 52-16,4-2-52 0,-4-15-8 0,4-5-8 16,0-14-88-16,0-6 24 0,0-6-216 15,4-8-124-15,0-11-88 0,0-7 51 16,0-13-87-16,4-8-304 0,4-10-376 16,0-13-1224-16,-4 9-2976 0,3-27-4729 0</inkml:trace>
  <inkml:trace contextRef="#ctx0" brushRef="#br0" timeOffset="45454.078">27017 7492 3920 0,'0'0'9629'0,"0"0"-8121"16,0 0-728-16,9 96 324 0,-9-60 224 16,-5-3 160-16,1-1-720 0,-4-6-568 15,4-5-200-15,0-1-132 0,4-7-284 16,-3-4-404-16,-2-5-488 0,1-1-1188 15,-4-6-3169-15</inkml:trace>
  <inkml:trace contextRef="#ctx0" brushRef="#br0" timeOffset="45616.112">26942 7207 7988 0,'0'0'6761'0,"0"0"-6193"0,0 0-568 0,0 0-12 15,0 0-36-15,0 0 40 0,0 0-632 16,0 0-976-16,0 0-2741 0,84-48-4278 0</inkml:trace>
  <inkml:trace contextRef="#ctx0" brushRef="#br0" timeOffset="46167.847">27268 7569 5336 0,'0'0'9825'16,"0"0"-8053"-16,0 0-1064 0,0 0 184 15,0 0 496-15,0 0-132 0,0 0-503 16,0 0-497-16,0 0-76 0,0 0 16 15,0 0 44-15,72 22-56 0,-44-47-184 16,0-5-68-16,-1 2-176 0,-7-2-36 16,4 4-56-16,-8 0-117 0,-4 4 65 0,-4 6 36 15,-4 3-64-15,-4 4 36 0,0 2 28 16,-8 7-28-16,-8 0-76 0,-3 4 112 16,-6 5 156-16,-3 4 84 0,1 6 104 15,-5 6 136-15,4 3 196 0,4 7 100 16,0 7 56-16,0 6-36 0,8 2 0 0,0 4 0 15,4 1 0-15,4-5-88 0,8-3-47 16,0 1-53-16,4-12-92 0,12-11-164 16,5-9-16-16,2-10-44 0,9-9 48 15,8-13 0-15,0-16-56 0,3-8-364 16,2-12-281-16,-2-8-231 0,1 0-512 16,-4-1-804-16,-8 13-1704 0,7-18-2033 0</inkml:trace>
  <inkml:trace contextRef="#ctx0" brushRef="#br0" timeOffset="46369.796">27830 6766 3756 0,'0'0'7601'0,"0"0"-6153"15,0 0-924-15,0 0 252 0,0 0 652 0,0 0 112 16,0 0-372-16,0 0-540 16,-32 66-188-16,32-21 112 0,-4 9 84 0,0 9 132 15,0 2-232-15,-4 4-75 0,0-3-217 16,0 1-112-16,0 0-84 0,-4-7-48 15,9 1-216-15,-6-11-236 0,9-2-81 16,0-7-199-16,0-5-292 0,12-8-824 16,-4-9-3148-16,12-7-4177 0</inkml:trace>
  <inkml:trace contextRef="#ctx0" brushRef="#br0" timeOffset="46715.577">28085 7503 7824 0,'0'0'7457'0,"0"0"-5949"0,0 0-652 0,0 0 368 15,-43 94 260-15,18-48-12 0,5 0-443 16,-4-1-325-16,9-1-40 0,2-12-112 16,9-4-320-16,4-12-232 0,0-9-156 0,4-4-40 15,9-6 16-15,2-13 108 16,5-10-168-16,4-8-124 0,1-8-72 0,2-5 16 16,-3-4-16-16,4 0 0 0,0-2-17 15,-4-8-31-15,4 0-152 0,-5-8 64 16,-3-4 128-16,0-4 140 0,-4-1 80 15,-4 1 104-15,-4 14 120 0,0 9 48 16,0 18 248-16,-8 14 292 0,0 16 48 16,0 6-112-16,0 6-172 0,-4 13 0 15,-4 9-107-15,0 14 35 0,-4 6 36 0,0 6-88 16,4 7 76-16,-4 2-28 16,0 4-80-16,1-2-96 0,2 3-100 0,-3-4-184 15,9-5-372-15,-1 2-316 16,4-4-257-16,4 0-807 0,11-4-456 0,5-4 908 15,4-2-3245-15,-4-11-4395 0,12 2 8656 0</inkml:trace>
  <inkml:trace contextRef="#ctx0" brushRef="#br0" timeOffset="47139.766">29511 7478 5120 0,'0'0'340'0,"0"0"5028"0,0 0-3875 16,0 0-165-16,0 0 0 0,-88 0 36 16,73 21 16-16,-5 11-308 0,0 9-224 15,4 4-88-15,4 9-64 0,0-3-28 16,8-1-75-16,0-3-157 0,0-9-204 15,4-2-232-15,4-14-48 0,4-9-184 16,0-7-264-16,8-6 35 0,0-6-87 16,4-14-220-16,8-8-368 0,0-9-828 0,3-5-988 15,-3-3-1941-15,-7 11-1467 0</inkml:trace>
  <inkml:trace contextRef="#ctx0" brushRef="#br0" timeOffset="47368.405">29587 7607 3452 0,'0'0'676'0,"0"0"8225"0,0 0-6533 0,0 79-1308 16,0-47-116-16,0 0 196 0,0-4 332 15,4-5-360-15,4-5-544 0,3-8-383 16,6-10-101-16,3 0 76 0,-1-10 20 16,6-5-60-16,-1-7-120 0,0-7-372 15,-5 1-105-15,1-4 29 0,-4 7-28 16,-4 0-24-16,-4 6 20 0,-4-1 76 16,-4 10 60-16,0 4 148 0,-8 0 192 15,-8 6 0-15,-4 0 4 0,0 0 60 16,0 3-56-16,-3 3 208 0,-1 7-40 0,3 2-40 15,2 2-120-15,3 4-4 0,4 0-8 16,0-6-224-16,4 0-512 0,4-5-752 16,4-3-1260-16,0-1-2425 0</inkml:trace>
  <inkml:trace contextRef="#ctx0" brushRef="#br0" timeOffset="47652.549">29945 7541 5944 0,'0'0'7017'0,"0"0"-5305"15,0 0-1128-15,17 72 332 0,-17-42 756 16,0-2 224-16,-4 0-492 0,0-5-531 16,4-9-521-16,0 0-352 0,0-11-24 15,4-3-144-15,4 0 8 0,-1-6 148 0,10-10-144 16,2-4-137-16,1-2-167 0,0 1-40 16,-4-2 84-16,0 7 96 0,0 4 152 15,-4 5 68-15,0 7-24 0,-4 3 124 16,0 10 160-16,-8 4 268 0,0 4 36 15,0 4-48-15,0-3-148 0,0 3-72 16,0-5-100-16,4-1 0 0,0-3-96 0,0-6 0 16,4-7-220-16,-1-3-156 0,2-3-148 15,6-13-76-15,2-9-280 0,2-10-1000 16,-2 6-2872-16,14-22-2285 0</inkml:trace>
  <inkml:trace contextRef="#ctx0" brushRef="#br0" timeOffset="47861.91">30519 6934 4396 0,'0'0'9881'0,"0"0"-8693"16,0 0-684-16,-7 79 512 0,-2-33 604 15,1 6 220-15,4 9-548 0,1-1-383 16,3 7-109-16,0-3-100 0,0 2-328 16,3-3-348-16,1-5-24 0,4-4-84 15,1-9-412-15,-6-11-44 0,1-6 104 16,0-8 72-16,-4-4 24 0,0-7-229 15,0-5-295-15,-8-4-408 0,-8 0-860 16,-3-4-2104-16,-5-2-1285 0,0-3-1031 16</inkml:trace>
  <inkml:trace contextRef="#ctx0" brushRef="#br0" timeOffset="48001.964">30181 7604 1240 0,'0'0'8892'0,"0"0"-6155"16,0 0-1413-16,0 0-136 0,0 0 8 0,0 0-4 15,0 0-92-15,0 0-68 0,0 0-360 16,84-51-248-16,-45 41-96 0,1 1-144 15,4-3-184-15,-4 1 0 0,-1 3-96 16,2-3-332-16,-6 5-376 0,1 0-384 16,-4 4-804-16,-4 2-2868 0,8 0-4389 0</inkml:trace>
  <inkml:trace contextRef="#ctx0" brushRef="#br0" timeOffset="48349.233">31006 7569 4408 0,'0'0'11413'16,"0"0"-9377"-16,0 0-1260 0,0 0 256 0,-92 50 20 15,64-24-52-15,4 7-151 0,4-5-389 16,4 2-208-16,8-6-32 0,5-6-220 0,3-2-24 16,0-6-124-16,3-7 16 0,5-3 36 15,8 0-84-15,0-13-148 0,4-3-96 16,0-6-125-16,0-6-131 0,0-1-40 15,3 1-16-15,-2 0-160 0,-1 2-32 16,-5 3 8-16,5 4 168 0,-4 4 512 16,-4 5 240-16,0 7 428 0,-8 3 324 15,4 0 44-15,-4 13-80 0,4-1-40 16,-4 7-12-16,-4 3-88 0,4 3-16 16,-4-2 84-16,0-1-107 0,4-2-261 15,0-5-276-15,4-5-36 0,0-4-72 16,0-4 0-16,4-2-124 0,0 0-229 0,3-5-223 15,2-8-184-15,-2 1-480 0,2 2-1320 16,3-3-3317-16</inkml:trace>
  <inkml:trace contextRef="#ctx0" brushRef="#br0" timeOffset="48754.407">31460 7478 8944 0,'0'0'6969'0,"0"0"-5245"0,0 0-1424 15,0 0 8-15,-9 78 308 0,2-49 768 16,-5-4-336-16,3-3-512 0,2-2-451 15,3-8-81-15,-4-2 0 0,4-4-4 16,4 0-109-16,-5-6-123 0,5 0-352 16,0-6-344-16,0-3-348 0,0-5-668 0,0 2-1016 15,0-14-2853-15</inkml:trace>
  <inkml:trace contextRef="#ctx0" brushRef="#br0" timeOffset="48897.58">31532 7258 6656 0,'0'0'4281'0,"0"0"-3105"0,0 0-1176 0,0 0-192 16,0 0 188-16,0 0-316 0,0 0-673 16,0 0-815-16,0 0-2124 0,87-20-931 0</inkml:trace>
  <inkml:trace contextRef="#ctx0" brushRef="#br0" timeOffset="54097.954">31627 7424 4576 0,'0'0'600'0,"0"0"2120"0,0 0-532 16,0 0-835-16,0 0-109 0,0 0 172 15,0 0-104-15,0 0-180 0,0 0-248 16,0 0 72-16,71 56 360 0,-58-44-448 0,-1 2-176 16,-5 2-11-16,6 3-25 0,-5 3-88 15,-1 6-84-15,-3 0-108 0,-4 5-100 16,0 1-84-16,0 2-72 0,-8-2-72 16,1-2-36-16,-1-3-8 0,3-8-4 15,1-7-60-15,0-12-84 0,4-2-240 0,0-2-268 16,8-7 132-16,5-8 216 0,2-2-48 15,-2-6-97-15,6-4 37 0,-3 4 80 16,0-4 76-16,-4 4 124 0,0 0 48 16,0-5-124-16,0 5 148 0,0-3 60 15,0 5 72-15,0 2-12 0,-5 5 0 16,6 6 136-16,-5 3 12 0,-4 7-52 16,-1 0-56-16,6 3-16 0,-1 11 112 15,0 2-4-15,-1 5 17 0,6 5-25 0,-5 9-40 16,-5-1-76-16,1 6-68 0,-4 0-144 15,0 5-649-15,0-4-427 0,-4-9-1824 16,1 3-5005-16</inkml:trace>
  <inkml:trace contextRef="#ctx0" brushRef="#br0" timeOffset="55098.335">23383 9471 2464 0,'0'0'2296'16,"0"0"240"-16,-24-89-2264 0,12 54-88 0,5-6 596 16,-6-1 476-16,2 7 113 0,3 3-381 15,-5 10 48-15,2 4 160 0,3 5-12 16,-4 7-116-16,0-1-184 0,0 4-164 0,-4 3-228 15,4 6-112-15,-4 4-168 0,4 9-16 16,0 6-88-16,4 4 100 0,4 9 0 16,4 3 24-16,0 7 112 0,4 0 180 15,9-1-148-15,-2-3-156 0,5-5-176 16,0-11-44-16,4-9-112 0,0-6-8 16,0-10-24-16,4-3-76 0,-1-13-36 15,1-6-352-15,4-9-104 0,-4-4-124 16,4-10-372-16,-8 1-732 0,0 0-532 15,0 0 35-15,-12 3 301 0,4 3 360 0,-8 6 332 16,0 4 60-16,0 6 1384 0,-4 3 420 16,0 7 1520-16,-4 2 124 0,0 7-56 15,4 3-155-15,-4 7-741 0,4 6-364 16,0 6 64-16,0 1 68 0,0 4 100 0,0 2-24 16,0 3-104-16,0-4-224 15,4-5-352-15,0-4-276 0,4-7-200 0,-4-5-128 16,7-7-140-16,2-2-128 0,-2-12-84 15,6-5-724-15,-6 0-1024 0,6-16-3225 0</inkml:trace>
  <inkml:trace contextRef="#ctx0" brushRef="#br0" timeOffset="55313.981">23854 8601 1616 0,'0'0'9012'0,"0"0"-7199"15,0 0-385-15,0 0 604 0,-41 92-108 16,34-57-396-16,7 9-380 0,0 8-356 16,0 4-231-16,0 14-233 0,7 9-100 15,1 4-228-15,1-1-36 0,6-8-328 16,2-17-205-16,2-16 105 0,1-22 76 0,1-12 44 16,-2-7-232-16,1-13-220 0,0-6-376 15,0-10-580-15,-8 4-1424 0,4-19-3145 0</inkml:trace>
  <inkml:trace contextRef="#ctx0" brushRef="#br0" timeOffset="55476.642">24156 8662 11789 0,'0'0'1624'0,"0"0"-1204"0,0 0 432 16,-19 85 492-16,10-44 196 0,5 3-416 15,0 7-512-15,4 4-20 0,4 1-44 16,5 5-360-16,6 2-188 0,6 4-124 15,3-1-584-15,3-5-556 0,5-4-720 16,-8-19-2364-16,20-2-3533 0</inkml:trace>
  <inkml:trace contextRef="#ctx0" brushRef="#br0" timeOffset="55843.064">25093 9163 14249 0,'0'0'2804'0,"0"0"-2084"0,0 0-52 16,79-29 452-16,-47 20 272 0,0-4-283 16,0 7-553-16,-1-4-412 0,2 7-72 15,-10 0-72-15,1 3-72 0,-12 9-108 16,1 8-196-16,-10 5 180 0,-3 6-69 15,-7 10-99-15,-6 7 44 0,-2 5 4 16,-6 1 108-16,2 0 208 0,-1-1 52 0,7-8 116 16,2-1 260-16,3-12 108 0,4-4-87 15,4-6-13-15,4-6-72 0,8-7-100 16,0-6-8-16,11 0 252 0,1-2-100 16,4-12-252-16,4-2-84 0,4-9-72 15,-4-4-68-15,5-5-244 0,-6-4-340 16,-4-1-292-16,1 2-41 0,-4-2-623 0,-7 11-1524 15,2-10-3593-15</inkml:trace>
  <inkml:trace contextRef="#ctx0" brushRef="#br0" timeOffset="56147.635">25679 9257 3648 0,'0'0'10405'16,"0"0"-9405"-16,0 0-724 0,24 74 204 15,-13-55 772-15,1-3 580 0,0-7-544 16,0-5-872-16,4-4-416 0,0 0-8 15,4-13-44-15,-1-6 44 0,-2-3-296 0,3-4-148 16,-5-5-296-16,2 1 44 0,-9 2 88 16,-1 6 132-16,-7 3 72 0,0 3-124 0,0 7 28 15,-11 3 496-15,-6 2 12 0,2 4 264 16,-5 0 4-16,-4 4-132 0,0 5 276 16,4 7 88-16,0 6 132 0,4 10-152 15,4 2-36-15,0 8 60 0,5 3 204 16,-6 2 124-16,9 4 32 0,0-6-171 15,4-4-245-15,0-6-244 0,0-10-204 16,8-8-108-16,5-12-148 0,-2-5-96 16,6-10-204-16,-2-9-53 0,5-9-111 15,4-7-344-15,0-6-1192 0,-4-4-1616 16,0 11-1145-16,-1-14-1395 0</inkml:trace>
  <inkml:trace contextRef="#ctx0" brushRef="#br0" timeOffset="56376.479">26013 9068 3452 0,'0'0'7681'0,"0"0"-6025"0,0 0-612 15,0 0 212-15,0 0 88 0,0 0-260 16,0 0-228-16,0 0-204 0,76 85 36 16,-69-56 592-16,-7 6-440 0,0-1-331 0,0 5-85 15,-3-1-48-15,-5-6-148 0,0-4-152 16,4-6-68-16,4-8 0 0,0-6-8 16,0-8-40-16,0 0-60 0,0-3-92 15,4-9-244-15,12-6 60 0,-4-9-36 16,7-1-221-16,2-4-291 0,-6-4-340 15,5 5-652-15,1 3-480 0,-2-4-1617 16,5 4-939-16,-8 5 556 0,0-2 4032 0</inkml:trace>
  <inkml:trace contextRef="#ctx0" brushRef="#br0" timeOffset="56617.126">26343 9125 8444 0,'0'0'4229'0,"0"0"-2029"0,13 79-1220 0,-9-40 40 16,0-2 616-16,0 1-80 0,3-6-456 15,6-7-239-15,-2-8-409 0,2-8-308 16,2-9-108-16,2-2-36 0,-2-12-96 15,5-8-100-15,0-7-104 0,0-2-105 16,-4-4 41-16,0 3-84 0,0 0 92 16,-8 3 160-16,0 7 112 0,-8 3 84 0,0 1 108 15,-8 5 108-15,-8 0 104 0,-4-1 20 16,-4 9-24-16,-4-4-196 0,4 9-20 16,-4 0-96-16,5 2 80 0,-1 10-84 15,4 5-48-15,0 6 12 0,0-1 36 16,4 3 181-16,4-3-81 0,0-3-100 0,4-6-132 15,0-1-353-15,8-5-407 0,0-7-308 16,0 0-972-16,16-10-1740 0,-4 1-1021 16,16-16-899-16</inkml:trace>
  <inkml:trace contextRef="#ctx0" brushRef="#br0" timeOffset="56898.394">26850 8921 1720 0,'0'0'11393'0,"0"0"-9997"16,0 0-488-16,0 0 812 0,0 0-88 15,0 0 268-15,0 0-575 0,0 0-609 0,-32 86-208 16,16-57 352-16,0 3-188 0,0-4-356 16,0 1-196-16,8-7-72 0,4-3-48 15,4-6-60-15,4 0-60 0,8-4 12 16,9 0 60-16,-2-2-36 0,9 0-28 0,0-2 28 16,4-2-48-16,-4 3 12 0,-4-1 60 15,-5 1 48-15,-3 2-36 0,-8-1 0 16,0 3 0-16,-4-1 0 0,-4 4 44 15,0 3-4-15,-12-3 0 0,1 0 8 16,-6 2-4-16,-2-2-108 0,-5 0-128 16,0 0-48-16,-4-4-100 0,0 0-168 15,-4 1-309-15,4-1-631 0,0-2-844 16,9-4-1824-16,-6-3-1697 0</inkml:trace>
  <inkml:trace contextRef="#ctx0" brushRef="#br0" timeOffset="57465.915">28141 9045 5016 0,'0'0'8325'0,"0"0"-6749"16,0 0-1088-16,-84 12 168 0,64 5 484 15,0 5 24-15,0 3-232 0,5 7-244 16,2 0 32-16,5-4 72 0,5 2-147 0,3-9-281 16,3-2-208-16,9-6-156 0,4-10 0 15,9-3-108-15,-2-6-64 0,9-11 64 16,-1-8-136-16,1 0-97 0,1-7-47 15,-1 1-48-15,-9 2-4 0,-3-2-12 16,1 4-12-16,-10 6-16 0,-3 2-172 0,-4 7-240 16,-4 1 196-16,-4 8 348 0,-8 3 272 15,-4 0 76-15,-7 7 124 0,-1 5 12 16,-1 2-132-16,5 0 72 0,1 3 24 16,6-1 36-16,2 0-136 0,7-1-36 15,0-2-100-15,4-3-204 0,0-1-628 16,8 1-904-16,0-4-756 0,4-6-529 15,4 3 33-15,4-3 440 0,-1-3 1052 16,5 0 1632-16,4 0 340 0,4-3 2544 16,4 6 1124-16,-1 0-1636 0,10 0 497 0,2 0-345 15,5 0-508-15,0 0-580 16,-4-7-444-16,4 1-284 0,-4-7-304 0,-5-6-172 16,1-6-232-16,-4-7-24 0,-4-6-356 15,-4-4-204-15,-4-5-176 0,-4-5-372 16,-1 2-432-16,-3 3-640 0,-8 2-692 15,-3 17-1813-15,-9-10 161 0</inkml:trace>
  <inkml:trace contextRef="#ctx0" brushRef="#br0" timeOffset="57712.613">28874 8575 1448 0,'0'0'3064'0,"0"0"-524"0,-80 0-516 15,56 13 29-15,0 6-501 0,8 6-440 16,5 5-276-16,2 4-168 0,5 1 124 16,4 6 236-16,0 0-88 0,4 1-64 15,5 6-28-15,2 2-128 0,1 4-48 16,1 3-112-16,-6 7-111 0,1 2-133 15,0 4-136-15,0 6-84 0,0-3 100 0,4-3 44 16,-4 0-144-16,0-6-96 0,4-5-56 16,-8-4 8-16,4-4-12 0,-8-7-108 15,0-6-232-15,0-6-12 0,-8-6 11 16,-8-4-15-16,0-9 4 0,-4-1-64 16,-4 1-72-16,-4-7-80 0,-4 0-108 15,-3-6-68-15,-5 0-316 0,0-2-12 16,4-11-448-16,8 3-848 0,-12-19-3029 0</inkml:trace>
  <inkml:trace contextRef="#ctx0" brushRef="#br0" timeOffset="58038.123">29743 9057 1200 0,'0'0'10413'0,"0"0"-7897"15,0 0-860-15,0 0 120 0,91 42-384 16,-59-38-236-16,8-4-412 0,-5 0-380 16,6-10-208-16,-2-7-68 0,1-4-88 0,-4-5-56 15,-1-2-248-15,-3-1-380 0,-4-2-260 16,0-4-580-16,-7 3-988 0,-6 9-2661 16,-3-4-2943-16</inkml:trace>
  <inkml:trace contextRef="#ctx0" brushRef="#br0" timeOffset="58281.491">30021 8753 8292 0,'0'0'2460'0,"0"0"-1327"0,0 0 323 15,0 0 432-15,-20 90 108 0,20-59-464 16,8 7-364-16,1 3-192 0,2 7-148 16,6 2-151-16,-6 5-105 0,1 5-152 15,-4 3-152-15,0 4-52 0,-4-3-56 0,0 2-28 16,-4-9-12-16,0 0-112 15,0-5-8-15,-4-8-36 0,-4-4-60 0,4-1-72 16,1-10-124-16,-2-4-192 0,1-6-132 16,4-6-64-16,0-10-121 0,0-3-151 15,4-5-532-15,4-12-312 0,4-8-696 16,-4 2-728-16,12-18-2149 0</inkml:trace>
  <inkml:trace contextRef="#ctx0" brushRef="#br0" timeOffset="58424.819">30519 9347 8308 0,'0'0'5349'0,"0"0"-4069"0,0 0-716 0,21 73 92 16,-21-42 976-16,0 1-76 0,-4-3-248 15,-5 3-576-15,1-7-344 0,1-6-311 16,-2-6-77-16,-3-4-269 0,9-9-267 16,-5 0-352-16,4-11-744 0,-5-3-1208 15,5-18-4289-15</inkml:trace>
  <inkml:trace contextRef="#ctx0" brushRef="#br0" timeOffset="58565.109">30540 9013 14733 0,'0'0'2152'0,"0"0"-1856"0,0 0 400 16,0 0 232-16,0 0 52 0,0 0-648 16,83-79-332-16,-63 63-748 0,-5-3-992 15,2 7-2488-15,-6-7-6213 0</inkml:trace>
  <inkml:trace contextRef="#ctx0" brushRef="#br0" timeOffset="59766.922">9335 10655 1632 0,'0'0'9565'16,"0"0"-6801"-16,0 0-1800 0,0 0-588 0,0 0 152 16,0 0 700-16,0 0 136 0,0 0-268 15,99 7-264-15,-55-7-320 0,4 0-112 16,0-4-84-16,-1 1-84 0,-2-1-99 15,-6-1-73-15,-3 2-60 0,-4-4-4 16,-4 3-56-16,-4-2-97 0,0 4-343 16,0-4-204-16,-5-1-152 0,-2 3-128 15,-2 1-464-15,-6 3-1252 0,-1 0-3017 16,-5 0-3154-16</inkml:trace>
  <inkml:trace contextRef="#ctx0" brushRef="#br0" timeOffset="60031.387">9466 10906 7384 0,'0'0'3913'0,"0"0"-1533"16,0 0-772-16,0 0-124 0,0 0-156 15,0 0-320-15,0 0-308 0,0 0-40 16,0 0-64-16,0 0 64 0,84 12-91 15,-49-8-265-15,1-1-172 0,1-3-120 16,-1 0-4-16,3 0-8 0,1-3-84 16,4-1-244-16,7-2-317 0,5 3 65 0,4 0 324 15,0 0-880-15,-4 3-1408 0,-13-3-2412 16,9 3-4397-16</inkml:trace>
  <inkml:trace contextRef="#ctx0" brushRef="#br0" timeOffset="66082.917">10614 10255 940 0,'0'0'1380'0,"0"0"5348"16,0 0-5072-16,0 0-511 0,0 0-17 15,0 0 68-15,0 0-300 0,0 0-292 16,0 0-176-16,23-6 52 0,-3 6 204 15,5-3 12-15,3 3-56 0,3-3-208 0,5 3-4 16,-4-4-144-16,4 4-88 0,-5 0-88 16,5 0-108-16,-8 0 0 0,0 4-12 15,0-4-60-15,-4 3 64 0,-4-3-276 16,0 0-240-16,-4 0-80 0,0 0-276 16,0 0-324-16,-4 0-700 0,-5 0-1276 15,-3 0-2961-15</inkml:trace>
  <inkml:trace contextRef="#ctx0" brushRef="#br0" timeOffset="66347.96">10717 10274 2552 0,'0'0'5060'0,"0"0"-2700"0,0 0-1123 16,0 0-413-16,0 0-32 0,0 0 192 15,-7 73-32-15,14-44-212 0,-3-1-124 16,9 4-60-16,-6 3-32 0,1 3-128 16,0 6-136-16,1 4 12 0,-2 2-136 15,-3 8-132-15,-4 5-4 0,0 1-8 16,0 6-32-16,0-7 28 0,-4-2-100 16,4-10-148-16,-4-10-12 0,4-10 48 0,0-8-88 15,-3-7-100-15,3-4-192 16,0-5-212-16,0-4-208 0,0-3-416 0,0 0-344 15,0-7-869-15,-9-11-2647 0</inkml:trace>
  <inkml:trace contextRef="#ctx0" brushRef="#br0" timeOffset="66529.242">10706 10794 2836 0,'0'0'676'0,"0"0"4084"16,0 0-3308-16,0 0-448 0,0 0 157 15,0 0 259-15,0 0-240 0,0 0-84 16,79 0-352-16,-55-2-244 0,8 2-236 16,-4-3-152-16,4 3-16 0,-1-7-96 15,5 3-124-15,-4-2-284 0,0 0-460 16,0-1-240-16,0 5-452 0,-8-5-1305 16,4 4-3607-16</inkml:trace>
  <inkml:trace contextRef="#ctx0" brushRef="#br0" timeOffset="67055.38">11833 10337 2964 0,'0'0'8181'0,"0"0"-6805"0,0 0-636 15,0 0 352-15,0 0-44 0,0 0-100 16,-88 16-188-16,72 0-340 0,0 7-172 16,1 5-36-16,-2 3-64 0,6 5 24 15,-1 2 0-15,3 3-8 0,2 4-44 16,-1 6-8-16,4-1-64 0,-1 10-44 15,1-2 0-15,4 5-4 0,0-3-12 0,0 1 0 16,4-10-72-16,9-4-76 0,-2-9 0 16,10-3-236-16,-1-6-472 0,3 0-248 15,5-7 100-15,4-4-456 0,0-1-792 16,-8-8-2161-16,12-9-2083 0</inkml:trace>
  <inkml:trace contextRef="#ctx0" brushRef="#br0" timeOffset="68466.139">12442 10199 4152 0,'0'0'5728'0,"0"0"-4527"0,0 0-353 0,0 0 176 16,-3-77 160-16,-1 64-20 15,0 3 156-15,-1 4-412 0,-3 0-348 16,4 2-216-16,1 4-96 0,-5 0-144 0,-1 10-104 15,-2 6-12-15,-5 6-108 0,0 13 8 16,0 6-48-16,0 10 148 0,1 6 12 16,-2 7-64-16,1 6-36 0,0 3 28 15,0 4-28-15,0-5-136 0,5-6-120 16,-2-4 108-16,6-15 36 0,3-12 204 0,0-10-56 16,4-9 60-16,0-10-96 0,0-3-64 15,0 0-96-15,0-3 4 0,0 0 20 16,0 0 84-16,8-3 116 0,-1 0 36 15,1 0 76-15,-3 3-24 0,3 0-52 16,3 0-124-16,-3 6 124 0,8 7 344 16,-4 7 64-16,4 1-208 0,-4 12-4 15,0 0-8-15,-4 9-76 0,0 2 64 16,0 1 32-16,-4 3-132 0,-4-4-76 16,4 1 0-16,-4-4-80 0,0-6 72 0,4-4-40 15,-4-6-164-15,0-2-300 0,0-7-292 16,4-6-240-16,-4-4-504 0,0 0-356 15,0-3-837-15,0-3-2235 0</inkml:trace>
  <inkml:trace contextRef="#ctx0" brushRef="#br0" timeOffset="69101.395">13064 10401 7384 0,'0'0'1672'0,"0"0"617"0,0 0-1353 16,0 0-464-16,0 0 484 0,0 0 528 0,0 0-164 15,32 73-200-15,-28-47-292 0,-1 2-272 16,2 3-188-16,-5 4-100 0,0 7 4 15,-8-2-40-15,-4 2-112 0,0 4-116 16,-4 1 40-16,-4 0-44 0,0 1-88 16,0-4 80-16,-4-2 4 0,1-4 4 15,-5 0 0-15,4-10 0 0,0-2-136 16,-4-4-96-16,4-9-184 0,0-4-124 16,4-3 120-16,0-2 200 0,4-4 220 15,4-4-112-15,0-8-48 0,1-1-200 0,2-6 212 16,-3-3 60-16,5-1-12 0,3-2 92 15,4 6 8-15,0 0 0 0,0 3 0 16,8 4 176-16,-1 2-28 0,6 0-36 16,2 7-100-16,2 0 88 0,2 1 60 0,5 2 12 15,0 0 64-15,0 2-40 16,0 8-24-16,0-4 12 0,0 4-60 0,0 2 12 16,-1 2-40-16,1-2-96 0,0 4-4 15,0 0-4-15,4 0-52 0,-4 2-64 16,0 1-168-16,4 0-400 0,0 0 220 15,0 0-484-15,-4-2-668 0,4-2-788 16,-9-1-1709-16,5-6-2275 0</inkml:trace>
  <inkml:trace contextRef="#ctx0" brushRef="#br0" timeOffset="70115.374">13777 10218 7324 0,'0'0'3032'16,"0"0"-1295"-16,0 0-853 15,0 0-348-15,0 0 388 0,0 0 464 0,0 0 176 16,0 0-636-16,0 0-432 0,0 0 8 16,40 75 8-16,-32-34-168 0,8 10-4 15,-8 3-72-15,4 7-36 0,-4-2-60 16,0 6-64-16,0-6-108 0,0-1 0 16,-4 2-96-16,3-3 12 0,-2 0-100 0,-1-6-208 15,-4 1-108-15,4-8-76 0,-4-6-48 16,4-4-240-16,0-4-652 0,-1-5-972 15,-3-10-2789-15,0-1-3414 0</inkml:trace>
  <inkml:trace contextRef="#ctx0" brushRef="#br0" timeOffset="71897.444">14546 10017 3464 0,'0'0'6972'0,"0"0"-5899"0,0 0-457 15,0 0-168-15,0 0 456 0,0 0 228 16,0 0-188-16,0 0-316 0,0 0 12 15,0 0-216-15,0 0-264 0,84-32-72 16,-60 22-76-16,0 1 64 0,-5-4-76 16,6 4-44-16,-1 2-16 0,-5 1-28 15,1 3-72-15,0 3 108 0,0 0 40 0,0 6 12 16,-4 10 108-16,0 3-20 0,0 4 72 16,-8 9 16-16,0-1-40 0,-4 7 48 15,-1 3-176-15,-3 1 56 0,0 6-56 16,0-4 4-16,-3 0-12 0,-1 1 0 15,-4-3 0-15,0-9 4 0,0 3 60 16,4-8-64-16,-4-6-4 0,0-6-8 16,4-6-196-16,0-1-216 0,0-5-132 0,-4-2-288 15,4-2-324-15,-7 0-520 16,2-2-1381-16,-10-5-3983 0</inkml:trace>
  <inkml:trace contextRef="#ctx0" brushRef="#br0" timeOffset="72070.165">14534 10359 952 0,'0'0'11089'0,"0"0"-9517"0,0 0-1012 15,0 0 692-15,0 0 128 0,0 0-336 0,0 0-404 16,84-18-304-16,-68 14-288 0,0-2-48 16,0 3-108-16,-4-3-296 0,0 2-264 0,-1 1-428 15,-2 3-704-15,-5 0-1360 16,-4 7-3269-16</inkml:trace>
  <inkml:trace contextRef="#ctx0" brushRef="#br0" timeOffset="72214.36">14518 10582 2600 0,'0'0'744'16,"0"0"4828"-16,0 0-3660 0,0 0-727 16,0 0-301-16,0 0 248 0,0 0-172 15,0 0-92-15,84 3-300 0,-48-12-328 16,-1-4-216-16,2 0-24 0,6-3-644 15,6-3-816-15,-18 7-1524 0,24-17-3385 0</inkml:trace>
  <inkml:trace contextRef="#ctx0" brushRef="#br0" timeOffset="72442.812">15546 10201 15761 0,'0'0'2556'15,"0"0"-2208"-15,0 0-336 0,0 0 84 16,0 0 408-16,80-2 344 0,-52-15-288 16,3-2-512-16,5-7-48 0,5-2-596 15,-6-5-360-15,1 0-440 0,-8-3-1040 16,-4 11-2137-16,-8-13-2515 0</inkml:trace>
  <inkml:trace contextRef="#ctx0" brushRef="#br0" timeOffset="72698.41">15606 9715 6916 0,'0'0'6785'0,"0"0"-5933"15,0 0-536-15,-24 89 312 0,20-50 580 16,4 1 160-16,0 5-496 0,0 6-440 15,4 6-112-15,4 6-88 0,-4 4-88 16,0-1 4-16,0 5-36 0,-4-5 20 16,0-3-84-16,0-2-36 0,0-7 64 15,4-9-68-15,-4-8 4 0,0-4-8 16,0-8-4-16,0-9-12 0,0-4-52 16,0-2-8-16,0-7-196 0,0-3-148 15,-4 0-148-15,0-6-308 0,-8-7-280 16,8-6-164-16,-4-3-412 0,5 0-944 0,-2-20-3165 15</inkml:trace>
  <inkml:trace contextRef="#ctx0" brushRef="#br0" timeOffset="72883.594">16052 10249 7172 0,'0'0'6409'0,"0"0"-5153"15,0 0-312-15,0 0 132 0,28 79 400 16,-28-57 184-16,0 4-368 0,0-3-511 15,0-2-433-15,-4-2-284 0,4 0-64 16,-4-6-100-16,4-3-176 0,0-4-321 16,0-6-303-16,0 0-104 0,0-6-460 15,0-1-1244-15,-4-12-4653 0</inkml:trace>
  <inkml:trace contextRef="#ctx0" brushRef="#br0" timeOffset="73032.219">16001 9966 8656 0,'0'0'7313'0,"0"0"-6425"0,0 0-884 16,0 0 408-16,0 0 368 0,0 0 96 0,83-76-876 15,-59 69-12-15,0-2-704 0,0 6-796 16,-4 0-2372-16,4 3-5761 0</inkml:trace>
  <inkml:trace contextRef="#ctx0" brushRef="#br0" timeOffset="73731.264">17032 9979 7388 0,'0'0'104'0,"0"0"4753"0,0 0-3441 16,0 0-188-16,0 0 72 0,0 0 120 16,0 0-296-16,0 0-400 0,0 0-380 15,0 0-124-15,0 0-40 0,-24 47-44 16,13-16-76-16,-6 2-12 0,2-1 4 15,2-4-52-15,2-6-8 0,7 0-56 16,0-5-44-16,4-2-64 0,0-2-72 16,12-1 48-16,-5 5 112 0,10-2 8 15,-2 2 8-15,5-2 68 0,-3 4 4 0,-2-3 0 16,2 3 52-16,-6 0-44 0,1-3 148 16,0 4 24-16,-4-1 12 0,-8 0-112 15,4 0 4-15,-4 0-88 0,0-4-228 16,-4 1-56-16,-4 0-168 0,4-6-248 15,1-1-216-15,-2-6-300 0,1 0-520 16,0-3-1352-16,0 0-3913 0</inkml:trace>
  <inkml:trace contextRef="#ctx0" brushRef="#br0" timeOffset="73894.11">17300 10341 1580 0,'0'0'9701'16,"0"0"-8265"-16,0 0-36 0,0 0 252 15,0 0 276-15,0 0-20 0,0 66-528 16,-4-53-648-16,4-7-459 0,0 0-273 16,0-2-253-16,0-4-175 0,11 0-216 0,10-4-88 15,2-10-276-15,9-12-860 16,-4 3-2224-16,24-21-3121 0</inkml:trace>
  <inkml:trace contextRef="#ctx0" brushRef="#br0" timeOffset="74098.625">17917 9843 13073 0,'0'0'1892'0,"0"0"-1100"16,0 0 300-16,-32 88 124 0,20-50 360 0,-4 10-208 15,4-1-383-15,0 1-257 0,5 3-100 16,3-1-96-16,4-1-240 0,0-2-268 16,0-6-24-16,4-6-96 0,3-7-88 15,1-9-20-15,4-5-36 0,-4-5-100 16,0-2-216-16,0-7-172 0,-4 0-245 15,0-4-875-15,-4-3-2960 0,0-8-5797 0</inkml:trace>
  <inkml:trace contextRef="#ctx0" brushRef="#br0" timeOffset="74234.184">17650 10204 13301 0,'0'0'1924'15,"0"0"-1144"-15,0 0 808 0,0 0-232 16,0 0-116-16,108-47-544 0,-72 34-624 0,3-3-72 15,5 0-132-15,0 3-552 0,-1 1-508 16,-7 1-748-16,-8 9-2516 0,9-1-4917 0</inkml:trace>
  <inkml:trace contextRef="#ctx0" brushRef="#br0" timeOffset="74991.92">16084 11122 9320 0,'0'0'1849'15,"0"0"-489"-15,0 0 272 0,0 0-56 16,0 0-72-16,0 0-388 0,0 0 52 16,0 0-128-16,0 0-104 0,99 47-231 0,-66-40-221 15,-1-1-108-15,0 1-88 0,0-7-116 16,-4 0-100-16,-5 0-72 0,5 0-104 15,-4-11-80-15,0-1-188 0,4-4-332 16,-5-3-197-16,1-3-291 0,-3 0-776 16,-6 3-2156-16,-3-6-1957 0</inkml:trace>
  <inkml:trace contextRef="#ctx0" brushRef="#br0" timeOffset="75282.368">16411 10836 5672 0,'0'0'912'0,"0"0"3937"15,0 0-3373-15,0 0 100 0,0 0-16 0,0 0-220 16,-76 26-400-16,72-7-164 0,0 3-112 16,4 6-76-16,0 0-40 0,0 8-48 15,0 6-124-15,0-1-71 0,0 6-101 0,8 6-20 16,-3 1-100-16,2 7-24 16,-3 3-52-16,0-3 4 0,0 2 0 0,0-3 36 15,0-4 0-15,0-7 36 16,0-8 40-16,-4-6-76 0,4-7 0 0,-4-2-44 15,0-5 4-15,0-2-4 0,0-5-4 16,0-5-4-16,-4-2-104 0,4-4-184 16,-4-1-48-16,4-2-72 0,-4 0-125 15,-4-5-119-15,0-8-64 0,0 0-236 16,0-10-316-16,0 2-740 0,4-2-1120 16,4-8-2445-16</inkml:trace>
  <inkml:trace contextRef="#ctx0" brushRef="#br0" timeOffset="75460.971">16626 11503 5564 0,'0'0'5312'0,"0"0"-3771"0,0 0-49 0,0 0 340 15,0 0 8-15,0 0-88 0,0 0-480 16,56 69-420-16,-52-52-219 0,0-5-173 16,-4 5-120-16,0-5-184 0,0 1-156 15,0-5 0-15,0 3-328 0,0-8-312 16,-4 3-273-16,0-6-235 0,-5 0-496 15,6 0-2892-15,-9-9-3705 0</inkml:trace>
  <inkml:trace contextRef="#ctx0" brushRef="#br0" timeOffset="75614.179">16590 11300 10664 0,'0'0'1969'0,"0"0"-873"0,0 0 420 16,0 0 416-16,0 0-632 0,0 0-364 0,83 9-520 15,-62-9-416-15,3 0-48 16,0-6-652-16,4-4-396 0,-5-5-608 16,1 5-2200-16,4-12-4901 0</inkml:trace>
  <inkml:trace contextRef="#ctx0" brushRef="#br0" timeOffset="75819.602">17084 11065 12897 0,'0'0'1904'0,"0"0"-1036"16,0 0 400-16,-35 82 48 0,26-51 148 16,5 5-136-16,4-2-499 0,0 8-197 0,0-1 32 15,8 4-84-15,5 2-204 0,-6-5-160 16,5-1-176-16,0-6-40 0,4-7-84 16,-4-5-132-16,4-11-244 0,0-5-156 15,3-7-112-15,2-3-185 0,3-13-415 16,-4 0-1408-16,7-19-3701 0</inkml:trace>
  <inkml:trace contextRef="#ctx0" brushRef="#br0" timeOffset="76164.747">17543 11068 9712 0,'0'0'7121'0,"0"0"-5965"15,0 0-380-15,-5 89 356 0,1-57 304 0,0 2 105 16,0 1-573-16,1 0-496 0,-5-3-172 15,-1 3-132-15,1-3-124 0,1-4-44 16,-5-2-76-16,0-4-8 0,-4-3 12 16,4-6-180-16,-4-1-112 0,4-5-8 15,-8-1 44-15,4-3-96 0,0-3-132 16,-4 0 11-16,9-3 33 0,-6-3-172 16,6-7-72-16,-2-3 56 0,5-3 112 15,5-4 92-15,-1 1 100 0,4 4 184 0,7 5 212 16,10 0 372-16,-2 7 284 15,5-1 132-15,5 4-28 0,2 3-76 0,1 0-184 16,0 0 60-16,0 3 57 0,3 0 27 16,-3-3-124-16,0 4-112 0,0-4-116 15,0 0-292-15,0-7 0 0,0 2-192 16,4-6-560-16,4-1-360 0,0-4 103 0,-5-3-311 16,-3 3-2816-16,4-9-4021 0</inkml:trace>
  <inkml:trace contextRef="#ctx0" brushRef="#br0" timeOffset="76375.57">17957 11004 8384 0,'0'0'6129'0,"0"0"-5181"15,0 0-64-15,0 0 112 16,0 0 376-16,0 0 260 0,60 79-464 0,-53-53-415 16,6-1 35-16,-2 1-124 15,-7 3-228-15,4-4-160 0,-8 4-108 0,0-4-120 16,0 7-48-16,0-1-48 0,-8 4-168 15,-3-4-24-15,-6 2-388 0,6-5-208 16,-10-2-173-16,6-7-159 0,-1-3-620 16,0-10-1136-16,4 0-2057 0,0-9-3143 0</inkml:trace>
  <inkml:trace contextRef="#ctx0" brushRef="#br0" timeOffset="76547.587">18275 11192 12897 0,'0'0'2836'15,"0"0"-1132"-15,0 0 108 0,0 0-504 16,84 3-28-16,-71-3-43 0,2 2-513 16,-3-2-396-16,8 0-248 0,-4-5-80 0,7-5-280 15,5-3-420-15,0 1-72 0,0-4-9 16,0 3-887-16,0 0-1316 0,-12 7-2924 16,0 3-2821-16</inkml:trace>
  <inkml:trace contextRef="#ctx0" brushRef="#br0" timeOffset="76679.083">18527 11325 7564 0,'0'0'7905'0,"0"0"-6461"0,0 0-292 16,0 0 228-16,0 0-60 0,0 0 45 15,0 0-421-15,0 0-376 0,0 0-232 16,0 0-336-16,83 41-72 0,-67-54-336 16,4-6-184-16,0-3-296 0,4-3-545 15,-4 3-2263-15,20-11-3333 0</inkml:trace>
  <inkml:trace contextRef="#ctx0" brushRef="#br0" timeOffset="76965.281">19117 11157 13181 0,'0'0'4552'0,"0"0"-3552"0,-21 86 496 16,21-61 28-16,0 3-71 0,4-5-233 15,9-5-568-15,6-5-328 0,5-10-120 0,4 1-204 16,4-8-36-16,4-8-180 15,-1-7-96-15,1-7-88 0,1-5-80 0,-9-4-52 16,3 2 0-16,-4 2 120 0,-6-1 144 16,-5 4 28-16,-8 3 44 0,-8-1 15 15,-4 1 181-15,-12 2 145 0,-4 5 15 16,-12-2-64-16,1 4 132 0,-14 4-68 16,2 8-64-16,-5 4-88 0,0 7-8 15,0 8 0-15,0 8-96 0,8-1 48 16,1 4-48-16,7-1-244 0,8 1-417 15,0-4-851-15,4 0-1120 0,8-3-2100 0,-8 3-3157 0</inkml:trace>
  <inkml:trace contextRef="#ctx0" brushRef="#br0" timeOffset="77766.417">19809 9620 1332 0,'0'0'12093'0,"0"0"-10445"0,0 0-768 15,0 0 388-15,88-38-228 0,-60 22-252 16,-4 3-88-16,4-6-212 0,0 7-232 0,-5-1-120 16,5 3-136-16,-7 7 60 0,-1 3-36 15,-9 13 136-15,-3 12 496 0,-8 13-219 16,0 10-217-16,-4 8-212 0,-11 12 52 16,-5 1 36-16,-8 1-48 0,3 4-36 15,-3-2-4-15,5-2 0 0,-1-6 56 0,4-3 44 16,4-11 84-16,8-6-8 0,8-3-76 15,0-8-104-15,0-5-4 0,8-5-60 16,4-4-48-16,3-7 8 0,10 1-92 16,-1 0 24-16,4-4-76 0,0 0 12 15,0 7 136-15,-4 3 88 0,3 4 0 16,-3 5 8-16,0 7 4 0,-4 2-4 16,0 5 0-16,0 6-12 0,-5 4-37 15,2 1 45-15,-2-6-80 0,-2 7 32 16,-2-6-28-16,-2 3 80 0,-1 0 0 0,-8-1 48 15,0 1-36-15,0 0 88 16,-13 3-100-16,-2-4-68 0,-2-2-40 0,-6 0 0 16,-1-3-124-16,0-7-24 0,-4-6-184 15,4-10-428-15,5-10-768 0,2-5-2108 0,-11-11-4333 16</inkml:trace>
  <inkml:trace contextRef="#ctx0" brushRef="#br0" timeOffset="78745.292">13371 10750 2008 0,'0'0'8884'16,"0"0"-7175"-16,0 0-725 0,0 0 80 15,0 0 408-15,0 0-84 0,0 0-384 0,0 0-500 16,0 0-272-16,-79 3-120 0,62 10 24 16,2 3-4-16,-2 3 88 0,6 4 0 15,-2-1-12-15,5 6 0 0,1 1-24 16,7-1-24-16,0 5 56 0,0-2 4 16,4 0 36-16,3-2-48 0,1-1-51 15,1-5-37-15,2-4-32 0,-3-3-88 16,1-7-12-16,2-2-100 0,-3-4-45 15,5-3 45-15,-2 0-188 0,1-7-300 0,0-5-68 16,0-4-156-16,-1 0-432 0,-2 0-800 16,-1 1-1900-16,-8 2-2133 0</inkml:trace>
  <inkml:trace contextRef="#ctx0" brushRef="#br0" timeOffset="78914.644">13292 10999 10032 0,'0'0'4009'0,"0"0"-2681"15,0 0-32-15,0 0 32 0,0 0 112 16,0 0-328-16,0 0-452 0,0 0-296 16,0 0-168-16,0 0-196 0,91-27-100 15,-75 19-288-15,0-3-220 0,0-5-356 16,-5 4-488-16,-2 2-1560 0,2-5-4593 0</inkml:trace>
  <inkml:trace contextRef="#ctx0" brushRef="#br0" timeOffset="79111.412">13442 10747 8764 0,'0'0'6253'0,"0"0"-4805"0,0 0-588 15,0 0 476-15,0 0 48 0,0 0-176 16,97 0-539-16,-74-13-401 0,-3 1-268 15,4-4-60-15,-5 0-341 0,2-3-231 16,-1-1-200-16,-1 5-256 0,-6 3-1340 16,-6-5-3276-16</inkml:trace>
  <inkml:trace contextRef="#ctx0" brushRef="#br0" timeOffset="79327.431">13534 10759 3604 0,'0'0'9785'0,"0"0"-8313"16,-8 65-692-16,8-38 600 0,0 9 316 16,4-1-164-16,5 2-532 0,-2 5-379 15,-3 0-221-15,4 2-120 0,1 0-100 16,-6 1-20-16,1-3-64 0,-4-5-96 16,0-2-56-16,0-6-188 0,0-11-204 15,0-8-73-15,0-4-187 0,0-6-328 16,0 0-488-16,0-3-1632 0,0-10-4013 0</inkml:trace>
  <inkml:trace contextRef="#ctx0" brushRef="#br0" timeOffset="79476.483">13567 11078 12177 0,'0'0'2296'0,"0"0"-1172"0,0 0 592 0,0 0-272 15,0 0-44-15,83-39-620 0,-59 20-500 16,0-2-232-16,0-9-48 0,-1 5-500 15,1-4-404-15,-7 1-136 0,-2-1-420 16,-7 10-1380-16,0-6-3593 0</inkml:trace>
  <inkml:trace contextRef="#ctx0" brushRef="#br0" timeOffset="79713.93">13215 10465 9080 0,'0'0'5937'0,"0"0"-4613"0,0 0 32 16,0 0 356-16,0 0-112 0,0 0-467 16,100-41-481-16,-68 24-384 0,4 2-268 15,0-1-60-15,0 3-12 16,-1-3-100-16,5 0-480 0,-3 0-445 0,2 1-527 15,-11 5-2528-15,4-6-5141 0</inkml:trace>
  <inkml:trace contextRef="#ctx0" brushRef="#br0" timeOffset="89665.522">8462 14452 3344 0,'0'0'1432'16,"0"0"4024"-16,0 0-4723 0,0 0-49 16,0 0 136-16,0 0 164 0,0 0 284 15,0 0-148-15,0 0-128 0,0 0-272 16,4-25-184-16,-4 28-80 0,4 0-64 16,0 4-48-16,4 2-12 0,0 7 0 0,8 3 96 15,4 9-112-15,4 7-120 0,-1 1-28 16,1 8-80-16,4 1 44 0,-3 1-128 15,-1 6 4-15,-1 2 92 0,1-4-92 16,-4-2-8-16,-8-9-12 0,4-9-100 16,-8-7-32-16,0-7-52 0,-4-6-184 15,-1-7-120-15,-3-3-112 0,0 0-136 0,5-3-216 16,-5-7-292-16,0-6-520 0,0-7-824 16,0 4-2181-16,-5-9-711 0</inkml:trace>
  <inkml:trace contextRef="#ctx0" brushRef="#br0" timeOffset="89825.427">8610 14684 8280 0,'0'0'2240'0,"0"0"-631"16,0 0-445-16,0 0-72 0,-76 74 16 15,56-43 136-15,4 1-236 0,-4-1-316 16,1-4-260-16,6-2-296 0,1-10-136 16,0-9-132-16,8-6-484 0,-4 0-312 15,4-12-312-15,1-11-244 0,3-5-540 16,0-4-617-16,0 4-1979 0,0-14-480 0</inkml:trace>
  <inkml:trace contextRef="#ctx0" brushRef="#br0" timeOffset="89960.749">8422 14553 3556 0,'0'0'4904'16,"0"0"-2716"-16,0 0-427 15,0 0-153-15,0 0-244 0,88-28-68 0,-60 28-288 16,0 3-108-16,3 8-40 0,1-3-160 16,4 3-336-16,-4-3-108 0,5 3-244 0,-6-2-12 15,5 0-224-15,0 1-544 0,-1-1-484 16,10 1-436-16,-6-4 508 0,-7 0-1992 15,12 4-3833-15</inkml:trace>
  <inkml:trace contextRef="#ctx0" brushRef="#br0" timeOffset="93321.502">13451 14827 4484 0,'0'0'404'16,"0"0"92"-16,0 0 2688 0,0 0-1616 16,0 0-499-16,0 0-333 0,0 0-44 15,0 0-108-15,0 0-112 0,0 0-192 0,-32-3-128 16,32 3-76-16,0 0-12 0,0 0-56 15,0 0 56-15,0 0 76 0,0 0 24 16,0 0 64-16,0 0 60 0,0 0 28 16,0 0 24-16,0 0 36 0,0 0 92 0,0 0 92 15,0 0 8-15,0 0-108 0,0 0-152 16,0 0-100-16,0 0-72 0,0 0-36 16,0 0-40-16,0 0-48 0,4 0 48 15,-4 0-8-15,0 0 20 0,0 0 4 16,0 0 32-16,0 0 4 0,0 0 8 15,0 0 16-15,0 0 0 0,0 0-28 16,0 0-8-16,0 0 32 0,0 0 4 16,0 0 8-16,0 0 4 0,0 0 0 15,4 0-28-15,-4 0-24 0,0 0-44 0,0 0-44 16,0 0 0-16,0 0 40 16,0 0 0-16,0 0 0 0,4 0-40 0,-4 0 4 15,0 0 60-15,0 0 16 0,0 0 104 16,0 0 5-16,3 0-1 0,-3 0-64 15,0 0-60-15,0-3-24 0,4 0 12 16,0-1-52-16,-4 1 40 0,5 0-40 0,-5 0-4 16,0 3-4-16,0 0-4 0,0 0-4 15,0 0 0-15,0 0-52 0,0 0 12 16,0 0 0-16,0 0 0 0,0 0 0 16,0 0 0-16,0 0-52 0,0 0-241 15,0 0-255-15,-5 0-232 0,5 3-496 16,0-3-1508-16,-8 10-4613 0,21-23-1195 0</inkml:trace>
  <inkml:trace contextRef="#ctx0" brushRef="#br0" timeOffset="94780.889">13717 14709 4060 0,'0'0'404'0,"0"0"5884"16,0 0-5451-16,0 0-261 0,0 0 280 16,0 0 444-16,0 0-52 0,0 0-204 15,0 0-420-15,-92-54-240 0,73 67-100 16,-1 6-136-16,-4 3 40 0,1 8-40 16,-2 1 36-16,1 4-84 0,-4 0-40 15,8-3 64-15,1 3 0 0,6-10-116 16,6 4-8-16,3-11-88 0,4 1 16 0,0-3 68 15,4-3 4-15,8 0-64 0,7-4 64 16,-2-3 12-16,2 4-4 0,5-3-8 16,0-5 52-16,0 5-52 0,1-4 12 15,-6 0 208-15,1 3-220 0,-1 1 124 16,-2 0-28-16,-6-2-88 0,-2 5 92 0,-1 0 60 16,-4 5 12-16,0 1 132 0,-4 4 76 15,-4-1-184-15,-4 6-64 16,-8 0-72-16,0 2 0 0,-4 1-60 0,-4 0-8 15,1-2-56-15,-2-4-8 0,1-3-172 16,0-3-36-16,5-7-12 0,6-6-100 16,-2-3-76-16,6 0-208 0,2-3-192 15,-1-6-468-15,8-4-568 0,0-3-816 16,4 4-2193-16,7-11-1443 0</inkml:trace>
  <inkml:trace contextRef="#ctx0" brushRef="#br0" timeOffset="95006.908">13941 15059 7008 0,'0'0'5605'0,"0"0"-4597"0,0 0-436 0,12 70 300 15,-12-36 576-15,-4 11 144 0,-4 6-424 16,4 6-284-16,-1 6-372 0,1 4-220 16,1 6 12-16,3-1-84 0,0 9-52 15,0-2-44-15,0 0-84 0,0 0-40 16,0-8 0-16,0-5-12 0,3-12-136 15,6-6-32-15,-5-13-100 0,4-10-24 16,-4-9-124-16,-1-10-60 0,1-6-160 16,0 0-204-16,1-9-308 0,-5-10-684 15,4 6-2032-15,-4-22-1885 0</inkml:trace>
  <inkml:trace contextRef="#ctx0" brushRef="#br0" timeOffset="95263.19">13932 15191 8944 0,'0'0'4357'15,"0"0"-3721"-15,0 0-268 0,0 0 376 16,97-66 780-16,-74 50-528 0,1 4-552 16,0 5-232-16,-5 1-204 0,-2 6 4 15,-1 6-12-15,-8 8 0 0,-4 7 8 16,0 8 152-16,-4 8-160 0,-8 5-236 15,-5 4-60-15,-2-2-112 0,-1-4 8 16,0-1-48-16,0-11-116 0,4-9-152 16,1-9-120-16,2-10-304 0,1-4-924 0,4-18-2637 15,0 3-639-15</inkml:trace>
  <inkml:trace contextRef="#ctx0" brushRef="#br0" timeOffset="95481.691">14359 14558 1528 0,'0'0'8964'16,"0"0"-7379"-16,0 0-345 0,0 0 232 16,0 0 128-16,16 91-56 0,-16-43-412 15,0 13-312-15,-4 2-172 0,-1 6-60 16,2 2-44-16,-5 5-227 0,4-1-169 16,4 2-92-16,0-7-56 0,0-6-60 15,0-10-52-15,0-10-265 0,8-16-35 0,-1-9-112 16,2-8-268-16,3-11-288 0,4-7-416 15,0-10-876-15,-4 2-1889 0,7-20-2163 0</inkml:trace>
  <inkml:trace contextRef="#ctx0" brushRef="#br0" timeOffset="95625.476">14714 15186 732 0,'0'0'7552'0,"0"0"-2027"16,0 0-4537-16,0 0-244 0,15 79 572 15,-19-47 420-15,-3 3-240 0,-6-1-480 16,2 2-408-16,3-8-111 0,0-3-121 0,-1-1-304 15,6-10-72-15,-1-7-180 0,0-3-244 16,4-4-297-16,0-11-263 0,0-3-376 16,8-13-684-16,-5-4-636 0,6 6-1805 0,-5-20-2891 15</inkml:trace>
  <inkml:trace contextRef="#ctx0" brushRef="#br0" timeOffset="95763.957">14774 14879 4408 0,'0'0'3964'0,"0"0"-1532"0,0 0-1367 16,0 0-281-16,0 0 364 0,23 68-72 16,-18-54-736-16,-2-9-340 0,5 6-1316 15,0-9-716-15,4 2-2733 0</inkml:trace>
  <inkml:trace contextRef="#ctx0" brushRef="#br0" timeOffset="96111.16">15200 14468 4744 0,'0'0'2224'15,"0"0"2457"-15,0 0-4053 0,0 0-360 16,0 0 360-16,0 0 744 0,0 0 276 15,0 0-572-15,4 102-468 0,-4-48-40 16,0 6 148-16,-4 7-32 0,4 6-144 16,0 3-52-16,0 3 24 0,0 7-136 0,0-4-219 15,0 4 15-15,4-10-100 0,0-6-24 16,0-12 36-16,0-14-84 0,3-13 0 16,2-10-108-16,-1-13-76 0,-1-5-81 15,1-6 69-15,1-9-24 0,-2-10-204 0,1-6-236 16,-4-11-220-16,-4 1-328 0,0-3-544 15,0 6-888-15,-8-4-333 0,-12 4-1247 16,9 10-52-16</inkml:trace>
  <inkml:trace contextRef="#ctx0" brushRef="#br0" timeOffset="96580.289">15096 15084 2412 0,'0'0'2320'0,"0"0"4325"0,0 0-4709 16,0 0-744-16,0 0-220 0,0 0 160 16,0 0 260-16,0 0-296 0,0 0-336 15,0 0-280-15,71 53-104 0,-38-58-204 16,3-11-52-16,-1-7-120 0,1 2-8 15,4-11-344-15,0 0-260 0,4 1 196 16,-9-5 48-16,1 4-728 0,-4 4-156 0,-4 6 148 16,-4 6 940-16,-4 3-252 0,-8 13-368 15,-8 3 784-15,0 16 152 0,-4 10 896 16,-8 9-256-16,-8 6-156 0,0 7 112 16,1 7 128-16,-6-1-152 0,1 5-100 15,5-1-112-15,-2-1-60 0,6-2-60 0,3-14-92 16,3-6-31-16,5-11-269 0,13-9-169 15,2-3 45-15,5-1 88 0,8-3-36 16,4 0 144-16,4-1-60 0,0 2-12 16,4 1 0-16,4 0 0 0,-5 6 4 15,5 6-4-15,-4 0 160 0,3 8-39 16,-6 0 51-16,-5 6-64 0,-4 2 144 16,-9 0-252-16,-11 0 0 0,-8 1 12 15,0 0 0-15,-8-4-12 0,-7-4-232 0,-5-4 172 16,-5-3-60-16,-3-4-28 15,-3-1-73-15,-1-6 65 0,-4-6 48 0,4-4 108 16,-3-6 76-16,3 0-68 0,0-13-16 16,0-3-80-16,12-7-24 0,-1-2-80 15,10-2 92-15,7-3-156 0,4-1 12 16,12-1-24-16,8 0 148 0,8-6-76 16,4-4 108-16,7-2 28 0,6 0-136 0,2-1-60 15,-3 2-76-15,4 1-336 0,0 4-656 16,-1 3-432-16,-11 10-1168 0,8-7-5301 15</inkml:trace>
  <inkml:trace contextRef="#ctx0" brushRef="#br0" timeOffset="97130.965">16642 15211 4104 0,'0'0'8969'16,"0"0"-6901"-16,0 0-896 0,0 0-200 0,95 51 156 15,-43-39 176-15,4-2-340 0,4-10-256 16,0 0-320-16,0-12-243 0,-4-11-49 15,-1-5-96-15,1-4-92 0,-8-6-381 16,3-4-163-16,-3 1-168 0,-4-3-28 16,-4-1-104-16,-4 4-704 0,-16 10-2216 15,-1-8-2933-15</inkml:trace>
  <inkml:trace contextRef="#ctx0" brushRef="#br0" timeOffset="97366.3">17164 14760 10436 0,'0'0'1893'0,"0"0"-517"16,-24 83 436-16,16-33-108 0,8 8-232 0,0 5-332 16,4 10-308-16,8 3-296 0,4 10 157 15,4 2-209-15,-5 5-108 0,2 3-192 16,-1-1-176-16,-4-4 136 0,-5-7-24 0,-3-8-112 16,-4-6 64-16,0-16-24 15,0-7-40-15,0-11 4 0,-4-15-12 0,1-5-132 16,-1-13-168-16,0-3-188 0,-4-10-153 15,3-8-283-15,-2-11-4 0,7-12-176 16,-4-10-292-16,4-7-1264 0,0 8-2469 16,0-33-2719-16</inkml:trace>
  <inkml:trace contextRef="#ctx0" brushRef="#br0" timeOffset="97532.912">17594 15079 6856 0,'0'0'6697'16,"0"0"-5161"-16,0 0-364 0,80 62 96 0,-65-31 164 15,-2 5-44-15,-9-1-148 0,0 3-231 16,-4 0-429-16,0-6-312 0,0-4-160 16,-8-5-108-16,4-7-160 0,0-7-236 0,-1-6-332 15,2-3-377-15,-5-9-767 0,4-4-3044 16,-9-18-4073-16</inkml:trace>
  <inkml:trace contextRef="#ctx0" brushRef="#br0" timeOffset="97698.293">17598 14732 8688 0,'0'0'7017'0,"0"0"-6025"16,0 0-580-16,80-10 480 0,-56 6 228 15,4 2-188-15,-5 2-160 0,1-2-508 16,0-3-264-16,4 3-344 0,-4-5-352 0,4 4-284 16,-4 3-264-16,4 0-932 0,-4 0-2296 15,-8 3-2725-15,3 15 3245 0</inkml:trace>
  <inkml:trace contextRef="#ctx0" brushRef="#br0" timeOffset="97961.879">18052 15132 4712 0,'0'0'9389'0,"0"95"-7649"16,4-60-920-16,0 0 172 0,5-3-40 0,-2-13 116 15,5-9-356-15,4-10-372 0,5-10-168 16,-2-15-4-16,5-11-168 0,0-11-192 16,4-4-444-16,-5-6-244 0,1-1-180 15,1 8-192-15,-5-2-732 0,-9 12-44 16,-3 5 284-16,-8 10-465 0,0 5 237 15,-8 8 1840-15,-3 12 132 0,-6 3 1936 16,-3 19-24-16,5 10 117 0,-2 9-97 16,6 7-576-16,-1 6-176 0,0 3-44 0,4 4-52 15,4-5-168-15,0 2-52 16,4-11-279-16,0-8-281 0,12-18-304 16,4-11-96-16,7-10 84 0,5-16 12 0,4-16 72 15,4-16-72-15,4-8-657 0,0-11-475 0,3-6 80 16,6 0-8-16,3-4-1472 15,-17 17-2449-15,13-29-4015 0</inkml:trace>
  <inkml:trace contextRef="#ctx0" brushRef="#br0" timeOffset="98133.768">18866 14202 7080 0,'0'0'6337'0,"0"0"-3633"16,0 0-1836-16,0 0-236 0,-13 69 12 16,2-24 720-16,-6 9 92 0,6 9-339 15,-2 4-365-15,1 5 80 0,5 5-84 16,-1 6-240-16,-1 3-208 0,-2-4-140 15,3-3-160-15,4-3-276 0,-1-2-472 16,5-7-84-16,0-8 8 0,13-2 100 0,-2-8-433 16,6-8-1319-16,6-6-1432 0,5-10 1280 15,-8-8-3685-15,16-12 969 0</inkml:trace>
  <inkml:trace contextRef="#ctx0" brushRef="#br0" timeOffset="98564.375">19530 15211 14573 0,'0'0'5144'0,"-19"79"-4240"0,10-37-392 15,2 5 20-15,3 1 453 0,4-7-89 16,0-5-728-16,11-14-168 0,10-11-352 16,7-11 76-16,0-2 180 0,7-21 12 0,5-8 84 15,-1-13 36-15,6-4-36 0,-6-4-76 16,-3 5-80-16,-8 0-72 0,-8 9 56 15,-4 5-20-15,-16 8-16 0,0 10-1 16,-16 2 209-16,-8 6 149 0,-11 4 7 16,-5 3 172-16,-4 7-12 0,-4 6-36 15,0 5-88-15,5 7-36 0,7 5-20 16,4-2-64-16,8 1-72 0,8-4-76 16,8-2-180-16,4-11-336 0,4 1-309 0,8-8-119 15,3-5-388-15,13 0-628 16,1-8-504-16,6-9-236 0,9-5-349 0,1 0 189 15,2 3 1228-15,5 7 1708 0,-1 2 2644 16,6 10 160-16,-1 6-255 0,3 10 251 16,-3 3 280-16,-4 0-832 0,-5-2-1076 0,1-5-203 15,-7-5-349-15,2-7-488 0,-3-7-132 16,3-12-364-16,2-10-412 0,-5-9-49 16,-5-3-347-16,1-4-1104 0,-4-2-1684 15,-9 15 975-15,-6-15-3759 0</inkml:trace>
  <inkml:trace contextRef="#ctx0" brushRef="#br0" timeOffset="98784.523">20220 14777 3160 0,'0'0'10557'0,"0"0"-9041"15,-28 78-1000-15,23-33 116 0,-2 9 264 0,3 6 480 16,4 5-4-16,0 3-360 0,0 9-232 16,0 6-175-16,0 6-265 0,-4-1-132 15,0 5-88-15,-3 2-36 16,-2-6-24-16,1-1-60 0,0-6-72 0,5-5-48 0,-1-6 84 15,4-8 36-15,-5-7 0 0,5-5-412 16,-8-9 96-16,4-7 72 0,-3-10-9 16,-10-9-123-16,2-3-356 0,-9-7-284 15,-4-3-164-15,-8-3-668 0,-4-6-912 16,0-10-2189-16,8 0-2267 0,-19-25 6328 0</inkml:trace>
  <inkml:trace contextRef="#ctx0" brushRef="#br0" timeOffset="99204.816">21590 15214 10981 0,'0'0'5516'15,"0"0"-4248"-15,84 51-376 0,-36-32-256 0,11 1 88 16,1-8 204-16,0-5-212 0,0-7-83 16,0-14-437-16,0-14-196 0,-1-10 0 15,1-9-412-15,-4-8-321 0,-5-5-107 16,-2-3-200-16,-10-1-672 0,-11 17-2720 15,-4-14-3469-15</inkml:trace>
  <inkml:trace contextRef="#ctx0" brushRef="#br0" timeOffset="99452.506">22025 14652 820 0,'0'0'8352'0,"0"0"-5219"15,-36 83-1957-15,32-35-452 0,0 12 328 16,4 10 568-16,0 8-148 0,8 10-472 0,0-1-512 15,8 6-204-15,-4 6-52 0,4-5-100 16,-4 5-84-16,4-4-36 0,-8 0 40 16,-1-9 8-16,-3-4-20 0,-4-8-36 15,0-14-8-15,-7-3-64 0,-1-12-44 0,-9-7 16 16,2-10-52-16,-1-6 28 16,0-12-4-16,-4-7-36 0,0-6-292 0,0-13-200 15,4-13-224-15,1-13-292 0,2-8-376 16,1-13-1640-16,1 9-4709 0,-2-37 3794 0</inkml:trace>
  <inkml:trace contextRef="#ctx0" brushRef="#br0" timeOffset="99613.928">22881 15208 15721 0,'0'0'2852'15,"0"0"-2052"-15,92 22-200 0,-64-12 400 16,4-1 337-16,-8-6 67 0,-5 0-848 15,2-3-556-15,-1 0-180 0,3-12-208 16,1 2-276-16,-4-5-136 0,0-1-417 0,-4 3-1799 16,-12-4-5805-16</inkml:trace>
  <inkml:trace contextRef="#ctx0" brushRef="#br0" timeOffset="99779.865">22941 15497 14645 0,'0'0'5512'0,"0"0"-4940"0,0 0-424 0,0 0 252 16,100 40 24-16,-65-40 573 0,6 0-477 16,-2-2-472-16,9-10-48 0,4-4-276 15,0 0-308-15,-1-3-205 0,1 2-147 16,4 2-580-16,-20 5-1628 0,20 1-5121 0</inkml:trace>
  <inkml:trace contextRef="#ctx0" brushRef="#br0" timeOffset="100753.797">24655 14459 588 0,'0'0'11321'0,"0"0"-8429"15,0 0-1140-15,0 0-496 0,0 0 88 16,0 0-120-16,0 0-408 0,0 0-524 16,0 0 24-16,0 0 353 0,119 12 115 15,-51-6-276-15,3 1-252 0,1-4-124 16,-5 0-24-16,-2-3-48 0,-6-3-60 15,-3-3-8-15,0-7-124 0,-4 0-112 0,-5-2-300 16,-6-1-12-16,-6 0-60 0,-10 3-101 16,-10 7-247-16,-7 3-996 0,-3 0-2672 15,-14 3-1997-15</inkml:trace>
  <inkml:trace contextRef="#ctx0" brushRef="#br0" timeOffset="100959.524">25001 14611 3828 0,'0'0'7377'0,"0"0"-4573"0,-20 89-864 16,20-42-436-16,0 17-48 0,0 6-108 15,4 7-188-15,0 2-419 0,1 3-293 16,-2 4-220-16,1-4-80 0,-4-3-148 16,0-8 0-16,0-8-48 0,4-15-100 15,-4-13-140-15,4-10-100 0,-4-9-125 16,4-7-95-16,-4-2-136 0,0-7-332 15,0 0-940-15,-4 0-2512 0,-4 0-3009 0</inkml:trace>
  <inkml:trace contextRef="#ctx0" brushRef="#br0" timeOffset="101148.888">24818 15268 6584 0,'0'0'5989'0,"0"0"-3969"15,0 0-908-15,0 0-144 0,0 0 532 16,0 0-84-16,95-16-292 0,-59 19-332 15,12 1-307-15,0-1-169 0,4-3-168 16,4-3-148-16,4-4-40 0,3-5-420 16,-3-4-197-16,0 0-279 0,0 4-252 15,-9-1-752-15,-7 2-2316 0,3 5-2865 0</inkml:trace>
  <inkml:trace contextRef="#ctx0" brushRef="#br0" timeOffset="101713.789">26232 14490 10588 0,'0'0'1749'0,"0"0"-741"0,0 0 428 15,0 0 324-15,0 0-120 0,0 0-176 16,0 0-776-16,0 0-384 0,0 0-12 15,-95 87-48-15,67-34 48 0,4 7-24 16,-4 8-99-16,0 1-37 0,4-3 28 16,1 4-76-16,2-3 12 0,1 3-36 15,5-4-60-15,2 1-48 0,1-3 44 16,9-3-8-16,-1-5-96 0,4-5-36 16,0 0-257-16,7-6 9 0,1-4 88 15,5 0-12-15,2-5-24 0,5-9-4 0,-4-2-48 16,8-8-84-16,0-9-128 15,4-3-372-15,0-5-612 0,-5-7-1464 0,10-12-4037 0</inkml:trace>
  <inkml:trace contextRef="#ctx0" brushRef="#br0" timeOffset="102563.617">26897 14440 680 0,'0'0'10040'0,"0"0"-8663"0,0 0-761 15,0 0-92-15,0 0 568 0,0 0 608 16,0 0-684-16,0 0-468 0,-83 15-300 15,59 17-12-15,0 9 8 0,-4 8 40 16,4 7 24-16,-3 4-88 0,-1 5-72 16,0-2-100-16,0 0-48 0,4-6-88 0,4-12 76 15,8-10-100-15,4-16-60 0,8-7-232 16,0-9-116-16,0 1 112 0,4-1 208 16,4 0 52-16,0-3-124 0,4 7 48 15,0 0 224-15,0 1 36 0,4 9 100 0,-5 4 200 16,-2 8 60-16,2 6 28 15,-3 6 20-15,1 1-88 0,-1 2-84 0,-5 1-28 16,-3-1-36-16,4 3-60 0,-4-2-12 16,0 6-4-16,0-3-120 0,-4-4-12 15,4-3-144-15,0-6-200 0,0-3-172 16,0-10 24-16,4-6-40 0,0-6-148 16,0-8-392-16,5-2-896 0,-2-2-2205 15,1-5-2923-15,5-16 5932 0</inkml:trace>
  <inkml:trace contextRef="#ctx0" brushRef="#br0" timeOffset="103080.55">27739 14516 8460 0,'0'0'5049'15,"0"0"-3669"-15,0 0-396 0,67 89-404 16,-55-45 328-16,-8 11 552 0,-4 5-188 16,-4 0-452-16,-8 6-320 0,0-5-63 15,0 2 95-15,-8 2 4 0,0-9-332 16,-8 0-156-16,0-4-44 0,1-8-4 16,-5-12-8-16,0-3-40 0,4-11-244 0,-4-7-108 15,8-5 52-15,5-6-5 16,-2-4-63-16,10-12-216 0,2 1-16 0,1-10 136 15,8-8 32-15,0 2 136 0,0-7-28 16,0 3-144-16,8 0 204 0,1 9 188 0,6 5 124 16,2 7 176-16,6 11 124 0,1 3 220 15,4 6 132-15,4 10-172 0,0 0-164 16,-1 3-20-16,5 0 92 0,-4-3-56 16,0 3-128-16,0-3-204 0,4 0-48 15,0-3-36-15,4-1-724 0,-1-5-392 16,2-4-468-16,-2-6-2840 0,-11-4-2617 15</inkml:trace>
  <inkml:trace contextRef="#ctx0" brushRef="#br0" timeOffset="103314.311">28551 14309 11489 0,'0'0'5112'0,"0"0"-5112"0,-15 70 8 15,10-25 604-15,-3 8 984 16,4 14-28-16,4 7-704 0,-4 5-584 0,4 13-184 16,0 3 28-16,0 12-124 0,0 6-36 15,-4 1-100-15,1 0-252 0,-10-3-148 16,1-3-76-16,0-3-220 0,0-13-68 16,5-10-552-16,-1-12-1216 0,-1-16-2093 15,5-19-2827-15,1 0 7276 0</inkml:trace>
  <inkml:trace contextRef="#ctx0" brushRef="#br0" timeOffset="104097.092">29643 14436 5672 0,'0'0'2912'0,"0"0"-147"15,0 0-1241-15,0 0-376 0,79-28 164 16,-55 38 148-16,1 8-268 0,-2 11-304 15,-3 9-360-15,-8 6-160 0,-4 11-24 16,-4 2-4-16,-4 6-36 0,-12 1 28 16,-4-1-68-16,-4 4-128 0,-8-4-4 15,0-5 16-15,-4-5-136 0,-4-6 121 16,5-5-37-16,-5-10-32 0,4-6-60 0,0-8-4 16,4-8-36-16,0-3-185 0,9-7-35 15,3 0 76-15,0-10-40 0,7-9-120 16,6-3-16-16,-5-13 124 0,8-4-12 15,0-1 120-15,0-5-72 0,4 4 0 16,7 6 136-16,6 10-24 0,7 2 84 16,-5 14 120-16,13 5 140 0,0 4 56 0,0 10-48 15,4 9-36-15,8 4-60 0,-5 2-12 16,6 3-64-16,-2 1-96 0,1-1-48 16,-4 1-76-16,3 2-68 0,2-6-300 15,-6 5-388-15,1-11-328 0,0 0-484 16,0-4-628-16,-12-2-1589 0,12 0-2323 0</inkml:trace>
  <inkml:trace contextRef="#ctx0" brushRef="#br0" timeOffset="105431.94">28897 14925 4516 0,'0'0'7369'16,"0"0"-5061"-16,0 0-556 0,0 0-584 15,0 0-140-15,0 0-128 0,0 0-224 16,0 0-312-16,0 0-364 0,0 0 52 16,0 0-4-16,73 16 196 0,-45-13-84 15,-1-3-148-15,6 0-12 0,-6 0 0 16,-3-6-268-16,0-3-260 0,-4-4-196 16,-1 1-136-16,-2-5-120 0,-6 2-548 0,-3-2-764 15,1 5-1757-15,-5-10-2383 0</inkml:trace>
  <inkml:trace contextRef="#ctx0" brushRef="#br0" timeOffset="105731.164">29058 14572 3700 0,'0'0'572'0,"0"0"5132"0,0 0-3747 0,0 0-457 16,0 0-144-16,0 0-60 0,-53 87-208 15,46-56-180-15,7 11-256 0,0-2-124 16,0 6-60-16,4 1-64 0,-1 1-124 15,1 2-72-15,0 1-40 0,0 0-168 16,-4 3-36-16,0-7 32 0,0 5 4 16,0-2-12-16,0-2-48 0,-4-1 48 0,-4-2 0 15,1-1-88-15,-2 1 52 0,1-7-12 16,1-3 52-16,-6-7-112 0,5-5 108 16,1-4-108-16,-1-10-200 0,-1-2 4 15,5-7 32-15,1 0-84 0,-1-7-124 16,0-5-388-16,0-14-200 0,0-2-192 15,-1-7-388-15,5-6-632 0,0-1-2093 16,-4 7-1939-16,4-16 6248 0</inkml:trace>
  <inkml:trace contextRef="#ctx0" brushRef="#br0" timeOffset="105953.308">29284 14779 872 0,'0'0'8492'0,"0"0"-6195"0,0 0-849 16,0 0 76-16,0 0-40 0,0 0-296 0,0 0-380 15,0 0-68-15,0 0 32 0,12 86-12 16,-12-42-116-16,0 8-168 0,0 5-87 16,-4-3-73-16,4 3-72 0,0 3-28 15,0-3-36-15,0 1-44 0,8-4-136 16,0-4-8-16,8-6-64 0,0-5-28 16,4-11-104-16,4-6-280 0,0-9-149 15,4-9 37-15,4-4 108 0,-1-14-172 16,5-11-348-16,-4-7-864 0,-8 7-2168 15,16-29-3473-15</inkml:trace>
  <inkml:trace contextRef="#ctx0" brushRef="#br0" timeOffset="106173.284">30265 14716 1044 0,'0'0'12429'0,"0"0"-10781"15,0 0-1020-15,35 92 216 0,-23-57 708 16,-8 1-112-16,4 1-460 0,0 1-484 15,0-1-176-15,-4 2-92 0,0-1-68 16,-4 6-75-16,0-2-37 0,0 6-44 16,-12-4-4-16,-3 0-48 0,-2-2-197 15,-3-4-179-15,-3-10 20 0,3-2-96 16,-5-7-24-16,5-7-128 0,5-12-172 16,-2 0-864-16,6-18-2240 0,7 2-2393 15,0-26 421-15</inkml:trace>
  <inkml:trace contextRef="#ctx0" brushRef="#br0" timeOffset="106335.023">30798 14855 11805 0,'0'0'5248'0,"0"0"-4516"0,0 0-28 16,92 4 1128-16,-64-1 53 0,-8 0-205 0,3-3-508 16,-2 0-716-16,-1 0-364 0,3-6-92 15,5-4-180-15,-4-2-204 0,4-1-244 16,-4-3-240-16,0 4-160 0,-4-1-393 15,-8 2-2279-15,-12 9-3229 0</inkml:trace>
  <inkml:trace contextRef="#ctx0" brushRef="#br0" timeOffset="106495.601">30918 15072 8128 0,'0'0'7405'0,"0"0"-5937"0,0 0-1284 15,0 0 376-15,0 0 832 0,0 0-56 16,0 0-448-16,84 53-572 0,-56-66-316 15,-1 1-60-15,1-7-328 0,0-3-416 16,-4-4-508-16,4-2-1136 0,-13 6-3549 16</inkml:trace>
  <inkml:trace contextRef="#ctx0" brushRef="#br0" timeOffset="106775.731">31519 14983 3768 0,'0'0'12285'16,"0"69"-10785"-16,0-37-1052 0,0 3 392 15,5 0 800-15,-1-12-131 0,3-9-637 16,5-7-580-16,8-7-172 0,8-9 64 16,4-17-28-16,4-8-156 0,-1-8-204 15,6-2-136-15,-1-3-12 0,-5 2 24 0,-3 3 4 16,-4 5 43-16,-13 2 121 0,-2 3 16 16,-13 4 144-16,0 9 192 0,-16 0 113 15,-8 5-25-15,-4 3-24 0,-7 4-4 16,-2 7-116-16,-2 0-64 0,-1 2 12 15,-1 11-24-15,2 4-12 0,-1-2-48 16,9 3-72-16,-1-1-108 0,4-1-136 0,7-7-412 16,2-2-197-16,3-4-503 0,4 0-1068 15,3-3-2916-15,2-3-5381 0,-1-16 9978 0</inkml:trace>
  <inkml:trace contextRef="#ctx0" brushRef="#br0" timeOffset="107264.324">32261 15735 9168 0,'0'0'6437'0,"0"0"-6437"0,0 0-2792 0,0 0-1993 15,0 0-1431-15,-92 6 4405 0</inkml:trace>
  <inkml:trace contextRef="#ctx0" brushRef="#br0" timeOffset="112264.369">32810 14297 5744 0,'0'0'1352'0,"0"0"-1000"0,0 0-248 0,0 0 288 16,-79-83-4-16,59 67 1656 16,4 1-1039-16,4 2-193 0,0 3 336 0,8 3 200 15,0 5-64-15,-1 2-168 0,5-4-176 16,0 4-224-16,0 0-212 0,5 0-124 15,-1 6-208-15,8 5-100 0,-1 4 224 16,10 8 180-16,7 11-124 0,0 4-96 16,3 10-72-16,-3 2 8 0,4 8-32 15,-4-1-51-15,0 3 39 0,0 4-140 16,-5 2 64-16,-2 4-60 0,-5-3-4 0,-4 3-4 16,-12-7-4-16,0 1 0 0,-8-1-72 15,-12-2-100-15,-5 0 63 0,-6-2-3 16,-5-2-44-16,-4-3 12 0,-4-2 128 15,1-5-152-15,-1-8-52 0,0-6-72 16,0-4 24-16,0-9 0 0,4-4-124 16,-3-10-272-16,-1-3-468 0,0-3-436 15,0-9-740-15,8-2-800 0,-11-17-2221 0</inkml:trace>
  <inkml:trace contextRef="#ctx0" brushRef="#br0" timeOffset="125143.923">2067 16573 4832 0,'0'0'7721'15,"0"0"-6405"-15,0 0-656 0,0 0 524 0,0 0 468 16,0 0-232-16,0 0-548 0,0 0-552 16,0 0-200-16,0 0 116 0,40-3 264 15,-8 3 96-15,4 0-332 0,4 0-152 0,-4 0-3 16,-1 3 27-16,1 0-4 15,-4 1-84-15,0-4-48 0,-4 3-56 0,-8-3-40 16,4 0-173-16,-9 0-315 0,2 0-88 16,-2 0-120-16,-6-3-116 0,-1 3-352 15,-4 0-540-15,-4 0-744 0,0 0-1649 16,-8 0-2271-16</inkml:trace>
  <inkml:trace contextRef="#ctx0" brushRef="#br0" timeOffset="125330.296">2191 16615 1332 0,'0'0'4012'0,"0"0"-3140"0,0 0 3532 0,-4 72-2807 16,4-33 163-16,8 5-216 0,0 10-316 15,0 6-220-15,0 7 16 0,-1 6-396 16,-3 1-284-16,1-5-212 0,-1 4-132 16,0-7-52-16,-4-8-92 0,0-14 32 15,0-9-132-15,0-16-128 0,0-6-168 0,0-7-228 16,0-6-300-16,0 0-592 0,0-2-1500 15,0-21-3269-15</inkml:trace>
  <inkml:trace contextRef="#ctx0" brushRef="#br0" timeOffset="125513.384">2203 17084 9820 0,'0'0'1345'0,"0"0"-845"0,0 0 920 15,0 0 424-15,0 0-448 0,0 0-508 16,96 39-48-16,-68-33-60 15,4-4-144-15,3-2-304 0,1 0-332 16,4 0 0-16,-1-5-96 0,6 2-152 0,2-3-476 16,1 1-228-16,8-1-176 0,-13 6-1420 15,17 0-3877-15</inkml:trace>
  <inkml:trace contextRef="#ctx0" brushRef="#br0" timeOffset="125811.32">4056 17093 8188 0,'0'0'7153'15,"0"0"-6589"-15,0 0-440 0,0 0 220 16,0 0 752-16,0 0 116 0,0 0-560 16,0 80-432-16,8-51-172 0,-5 3 52 0,5 2 156 15,1 2-152-15,-5-2-100 0,0-5-8 16,-4-4-116-16,3-5-384 0,-3-11-60 16,0-6-176-16,0-3-128 0,0-3-220 15,-7-6-804-15,-2-1-2865 0,-14-16-2939 0</inkml:trace>
  <inkml:trace contextRef="#ctx0" brushRef="#br0" timeOffset="125962.821">3669 16717 15429 0,'0'0'920'0,"0"0"-484"16,0 0-388-16,0 0 996 0,0 0-204 15,88-24-336-15,-64 22-392 0,4-5-112 16,4 4-136-16,3-3-356 0,5-1-496 15,4 4-468-15,-12 0-704 0,19 3-2997 0</inkml:trace>
  <inkml:trace contextRef="#ctx0" brushRef="#br0" timeOffset="126253.923">4494 16862 15789 0,'0'0'1192'0,"0"0"-1120"15,0 0 500-15,0 0 1132 0,0 0-152 0,-20 69-836 16,16-52-532-16,0-1-51 0,0 0 27 15,4-1-80-15,0 5-80 0,0-5-72 16,4-2 20-16,4 3 4 0,4-3-12 16,0-1-12-16,4 2 68 0,0-2-37 15,4-3 41-15,4 1 4 0,-5-1 45 16,5 1 11-16,1 0-52 0,-2 2 64 16,1-2-64-16,-4 5-8 0,0-2 60 15,0 3-56-15,-4-3 64 0,-4 2-60 16,-5-2 100-16,-3-3-48 0,-4 2 0 15,-4-1 0-15,-7 1-60 0,-10 1-108 16,-2 2-220-16,-10 1-157 0,-6 0-171 0,-4 3-200 16,-10-3-480-16,-3 0-560 15,17-3-2076-15,-29-4-2753 0</inkml:trace>
  <inkml:trace contextRef="#ctx0" brushRef="#br0" timeOffset="126946.795">6004 17056 8160 0,'0'0'1384'0,"0"0"1309"15,0 0-1465-15,0 0-388 0,0 0 420 16,-71-67 48-16,54 58-92 0,6 5-380 0,2 4-256 15,-3 0 4-15,-3 7 76 0,2 3-160 16,-2 5-208-16,-5 7-184 0,3 4-32 16,2 9-64-16,3 0 157 0,3 0-21 15,6 3-140-15,3-3-8 0,0-4-44 16,3-5 36-16,6-11 0 0,-1-4-112 16,3-9-49-16,2-2 9 0,-1 0 28 15,8-15 8-15,-1-5-108 0,1-5-36 16,-4-4 88-16,4-2 44 0,-7-1 76 15,2 7 56-15,-3 2-4 0,0 8 8 16,-4 2-4-16,0 6-56 0,0 7 36 16,-4 0 24-16,4 7 244 0,-4 2 84 0,3 8-84 15,2 1-64-15,-1 5-44 16,0-5-28-16,-1 5-24 0,6-1 16 0,-2-3-100 16,2-3-152-16,-1-4-40 0,-1-1-444 15,6-6-476-15,2-5-448 0,-3 3-1000 0,1-3-1748 16,2 0-1957-16</inkml:trace>
  <inkml:trace contextRef="#ctx0" brushRef="#br0" timeOffset="127749.443">7338 16912 12465 0,'0'0'1772'0,"0"0"-1328"16,0 0-44-16,0 0 308 0,-99 14 568 16,67 2-444-16,4 3-164 0,0 3-176 15,0 3-160-15,5 1 48 0,-1 2-148 16,4 1-160-16,-1-3 148 0,14-5-180 15,-1-8-40-15,8 0-148 0,0-7-36 16,4-3 12-16,12-3 64 0,3 0 108 16,9 0 36-16,4-3 24 0,4-3-52 0,1 3-4 15,-5 3 8-15,-6 0 36 0,-1 6 188 16,-5 7-40-16,0 2-52 0,-8 7 28 16,-1 1-28-16,-2 5 28 0,-5 2-76 15,-4 1-32-15,0 1-56 0,-4-4 60 0,-5 0-68 16,-2-2-60-16,-1-4-4 15,0-3-128-15,0-5-272 0,-1-8-148 0,2-4-36 16,-1-2-228-16,0 0-52 0,4-12-336 16,0-7-1264-16,0 0-2033 0,0-22-719 0</inkml:trace>
  <inkml:trace contextRef="#ctx0" brushRef="#br0" timeOffset="127954.558">7557 17151 12465 0,'0'0'1988'0,"0"0"-1508"16,32 92 212-16,-19-44 1172 0,-6 15-296 16,1 7-488-16,1 10-448 0,-1 5-168 0,-5 10-16 15,5 1 5-15,-4 3-177 0,1-8-92 16,-1-5-88-16,-4-13-84 0,0-16-12 0,4-16-80 16,-4-19-164-16,0-12-168 0,0-10-145 15,0-5-43-15,0-16-44 0,-8-7-448 16,-5-13-564-16,6 6-1520 15,-14-35-3265-15</inkml:trace>
  <inkml:trace contextRef="#ctx0" brushRef="#br0" timeOffset="128180.51">7422 17386 10436 0,'0'0'1917'0,"0"0"-1149"0,28-76 60 16,-12 45 676-16,4-1-372 0,0 2-324 15,3 2-424-15,1 3 36 0,4 3 148 16,-3 3-40-16,3 6-244 0,-4 3-124 0,-1 8 36 15,-3 2-88-15,-3 12 76 0,-6 9-12 16,-3 12 36-16,-4 5 12 0,-4 12-112 16,-4 4-100-16,-8 4 0 0,0-1-8 15,-4-6-100-15,5-11-208 0,-2-7 16 0,5-20-24 16,5-10-52-16,-1-6-332 0,0-19-524 16,-1-14-400-16,5-10-316 0,0 4-848 15,0-41-4145-15</inkml:trace>
  <inkml:trace contextRef="#ctx0" brushRef="#br0" timeOffset="128546.733">7860 16487 3496 0,'0'0'10813'16,"0"0"-9313"-16,0 0-1312 0,0 0 516 16,0 0 1132-16,13 86-84 0,-9-44-556 15,-4 8-491-15,4 4-125 0,-4 7 88 16,3 2-212-16,-3 4-284 0,4 3-84 0,0-3-88 15,0-4-96-15,1-3-100 0,3-6-212 16,-1-3-112-16,1-7-16 0,5-12-93 16,-6-3-187-16,9-14-196 0,-4-8-388 15,4-7-272-15,4-10-264 0,-4-9-60 16,0-9-509-16,0-5-799 0,0 0 544 0,0 1 1300 16,-1 6 1460-16,2 7 380 0,-2 6 1520 15,2 7-52-15,-10 6 76 0,5 0-104 16,1 3-123-16,-2 10 35 0,2 3-52 15,-6-1-404-15,5 7-408 0,-4 1-116 16,0 2 72-16,-4 1-152 0,0 2-108 16,-4 1-92-16,0-4-120 0,0-3-119 15,0-3-233-15,0-9-36 0,-4-4-389 16,0-6-367-16,-4-3-188 0,4-10-544 0,-4-2-1600 16,0-17-4825-16</inkml:trace>
  <inkml:trace contextRef="#ctx0" brushRef="#br0" timeOffset="128686.089">8215 16970 13253 0,'0'0'2492'0,"0"0"-2192"15,0 0 144-15,0 0 504 0,0 0 236 16,0 0-556-16,0 0-568 0,83-35-60 16,-66 17-368-16,3-6-332 0,-1-1-380 15,5-3-624-15,-7 6-1128 0,-2-10 15 0</inkml:trace>
  <inkml:trace contextRef="#ctx0" brushRef="#br0" timeOffset="128947.102">8582 16398 7188 0,'0'0'7033'0,"0"0"-6337"0,0 0-396 15,0 0 628-15,8 89 820 0,-4-53-344 16,3-3-372-16,6 9-400 0,-2 3-36 15,6 5-47-15,-6 8-213 0,1 6-140 16,1 2-52-16,-2 7-32 0,-3 0-100 0,4 0 0 16,-4-6-12-16,0-4-44 0,1-9-76 15,2-7-48-15,-7-11-28 0,4-11-44 16,-4-9-40-16,0-9-269 0,0-7-243 16,-4 0 84-16,0-13-88 0,-4-9-152 0,-4 0-668 15,-8-7-984-15,-4 0-1445 0,1 4 169 16,-13-10 800-16</inkml:trace>
  <inkml:trace contextRef="#ctx0" brushRef="#br0" timeOffset="129513.439">8462 17084 612 0,'0'0'7524'0,"0"0"-4856"0,0 0-767 16,0 0-285-16,0 0-340 0,0 0-124 15,0 0 92-15,0 0 72 0,0 0-324 16,0 0-284-16,96-73-196 0,-53 55-87 16,2-8-25-16,-2-3-252 0,2-5-148 0,-6-2-132 15,1-5-473-15,-1-3 33 16,2-1 120-16,-6-2-220 0,1 2-788 0,-4 4-448 15,-8-1 640-15,-8 8-672 0,0 3-869 16,-12 5 1441-16,0 3 1368 0,-4 11 648 16,-4-1-212-16,-4 10 289 0,0 0 635 0,0 3 272 15,0 6-104-15,0 10-696 0,1 3-348 16,-2 6-24-16,1 10 48 0,0 2-24 16,0 5-64-16,4 6-164 0,0 6 88 15,0 0 316-15,4 0 0 0,0-3-172 16,0-4-232-16,0-2-148 0,4-10-104 15,4-3-4-15,4-7-8 0,0-3 0 16,0 0-40-16,0-3-24 0,8 1 72 16,-1-1-60-16,2 3-28 0,7 3-8 15,-4 0 84-15,4 1-160 0,-1 3-180 0,-3 5 216 16,4-2 52-16,0 6 80 0,0 1 4 16,-4 5 68-16,-1-3 68 0,-3 7-16 15,1-1 16-15,-2-2 36 0,-6-1-4 16,2 1-88-16,1-7-76 0,-4 0-8 15,1-3-40-15,-6-3 44 0,-3-3-8 16,-4-4-100-16,0 0-172 0,-11-6 72 0,-6 0 88 16,-7-3-4-16,1-3-72 0,-9-4 52 15,-5 4 128-15,-2-6-44 0,-1 0-112 16,-4-7 4-16,4 0 168 0,5-11 84 16,-1-5-84-16,8-9-60 0,0 0-136 15,12-7-40-15,4-1 152 0,12 0-100 16,0-3 72-16,12-2 64 0,8 0-68 15,8-3 108-15,0-4-60 0,4 1 60 16,7-1-132-16,-3-2 76 0,4 0-316 16,4-4-500-16,-1 3-688 0,5 3-404 0,-12 10-1053 15,16-12-6807-15</inkml:trace>
  <inkml:trace contextRef="#ctx0" brushRef="#br0" timeOffset="129831.489">9853 17205 12569 0,'0'0'2136'0,"0"0"-828"0,0 0-468 0,0 0 316 16,0 0 308-16,75 47 124 0,-43-40-575 15,0-4-565-15,-4-3-332 0,8-13-116 16,-4-2 0-16,0-8-8 0,-5-5-76 16,6-4-124-16,-6-7-216 0,5-1-25 0,-8-5 57 15,0-2-180-15,0 2-308 16,-8 3-484-16,-4 8-728 0,-4 5-828 0,-4 7-345 15,-8 0-3911-15</inkml:trace>
  <inkml:trace contextRef="#ctx0" brushRef="#br0" timeOffset="130048.485">10072 16731 6900 0,'0'0'6353'0,"0"0"-5285"0,-4 77-852 16,12-36-104-16,4 14 380 0,-4 8 680 15,7 7 24-15,6 3-380 0,-1 3-88 16,-1 6-104-16,1-2-220 0,-4 2-132 0,0 0-40 15,-8-2-16-15,0-4-68 0,0-8-104 16,0-5-44-16,-8-6-4 0,0-9-68 16,0-7-112-16,0-9-156 0,0-7-4 15,-4-9-24-15,-3-7 28 0,-6-9-104 16,1 0-344-16,0-6-292 0,-4-7-260 0,0-9-544 16,4 6-1345-16,-8-23-2879 0</inkml:trace>
  <inkml:trace contextRef="#ctx0" brushRef="#br0" timeOffset="130404.769">10390 17158 7656 0,'0'0'6029'0,"0"0"-4901"0,0 0-308 0,0 0 184 16,0 0 56-16,88 31-60 0,-68-5 104 15,-8 8-296-15,0 4-372 0,-4 6-180 16,-4-2-124-16,-4 2-132 0,0-5-12 16,0-8-64-16,0-12-164 0,-4-2-456 15,0-11-260-15,0-6-136 0,1-6-360 16,-6-11-772-16,5 2-1865 0,-8-22-2091 0</inkml:trace>
  <inkml:trace contextRef="#ctx0" brushRef="#br0" timeOffset="130547.454">10442 16967 10076 0,'0'0'2497'0,"0"0"-981"16,0 0-280-16,0 0-88 0,84-13-204 0,-60 10-372 15,-4 0-312-15,4 0-260 0,0-4-12 16,0 0-696-16,-1 2-372 0,1-2-256 0,-3 5-312 16,-2 2-941-16,-7 0-2403 0,0 9-891 15</inkml:trace>
  <inkml:trace contextRef="#ctx0" brushRef="#br0" timeOffset="131026.603">10769 17272 5928 0,'0'0'5201'0,"-3"73"-3637"0,3-45-388 0,0 1-12 16,7-4 320-16,1-9-276 0,0-10-540 15,8-6-532-15,0-2-88 0,4-15 224 16,0-8-76-16,3-4-148 0,-6-5-48 16,3-4-120-16,-5 2-116 0,-2 2-96 15,-2 5 60-15,-7 7 184 0,-4 6 88 16,0 10 100-16,-4 3 60 0,-3 3 24 15,-6 9-36-15,-2 7 112 0,2 6-52 16,2 7 16-16,3 2 44 0,-1 2-36 0,5 0-48 16,0 0-60-16,4-2-4 0,0-5 52 15,0 0-76-15,4-8-96 0,5-8-96 16,-1-4-124-16,7-6-24 0,2-13 68 0,3-8 168 16,7-9-68-16,-3-7-84 15,4-12-232-15,0 2-76 0,-4 0 48 0,4-1-12 16,0-3-176-16,4-3-304 0,-4-6-524 15,4-3-340-15,-9-7-224 0,1 0 151 16,-4-3-527-16,-4 0 244 0,-8 0 656 16,-4 0 1256-16,0 9 220 0,-4 4 1604 15,-4 11 204-15,0 16 724 0,0 8-439 16,0 11-233-16,0 14-104 0,4 0-436 0,-4 16-352 16,0 3-260-16,0 10-176 15,0 3-28-15,1 9-112 0,-2 3 40 0,5 3-16 16,0 8-72-16,0-1 32 0,8 6-48 15,0 7-168-15,0 6-100 0,0 4-48 16,0 8-4-16,0 0-8 0,-4 1-4 16,4-6-44-16,0-8-220 0,0-11-244 0,4-7-272 15,0-16-224-15,0-13-364 0,4-11-836 16,-4-8-1916-16,8-16-3057 0</inkml:trace>
  <inkml:trace contextRef="#ctx0" brushRef="#br0" timeOffset="131498.744">11817 17243 13301 0,'0'0'2996'0,"0"0"-2072"0,0 0-340 16,-48 67 452-16,33-46 312 16,-2 2-216-16,6-4-595 0,2-6-405 0,5 0-120 15,0-7-12-15,4-3-84 0,0-3-137 16,0 0-179-16,0 0-100 0,0-3-36 15,0-3 72-15,8-10 304 0,4-3 28 16,0-3-40-16,1-8-64 0,2 2 140 0,-2 0 32 16,-2 2 52-16,1-2-72 0,0-1-100 15,4-6 96-15,0 1-24 0,0-5-60 16,0-5-76-16,-1-4 88 0,-2-2 48 16,-2-5 100-16,1-5-100 0,-7 6-36 15,-1 0 148-15,-4 3 36 0,0 7 64 16,-9 6 88-16,1 2 8 0,1 15 88 15,-1 2 48-15,-1 2 112 0,-2 8-40 16,3 6-48-16,4 0-72 0,-5 0-76 16,6 3-64-16,-1 0 40 0,0 9-88 15,4 5-84-15,-4 7 88 0,4 8 32 0,0 9 100 16,4 6 24-16,4 10-52 0,0 4-31 16,0 5-89-16,0 3-24 0,-1 8-60 15,-3 2 0-15,1-3-12 0,-1 0-96 16,-4-4-173-16,0-5-279 0,0-7-84 15,8-3-64-15,-1-9 68 0,6-7 48 16,2-9 332-16,-3-10 88 0,4-6-2012 0,-8-11-3349 16,12-2-2583-16</inkml:trace>
  <inkml:trace contextRef="#ctx0" brushRef="#br0" timeOffset="132014.807">12801 17358 12057 0,'0'0'2424'0,"0"0"-1088"15,0 0-408-15,0 0 8 0,0 0 308 16,0 0 116-16,0 0-248 0,-24 82-639 16,4-38-229-16,-4 3 20 0,5-1 4 0,-2-5 36 15,2-12-148-15,7-11-156 0,4-8-92 16,4-6-116-16,4-4-168 0,0-14-132 16,4-4-149-16,0-11 269 0,7-3 32 15,-2-6 4-15,2 2 56 0,-7 11 64 16,0 3 220-16,-4 11 4 0,0 4-88 15,0 0-128-15,-8 7-228 0,-3-3-28 16,-2 3 480-16,6 6 276 0,-1 5-168 16,4 0-108-16,4 5-196 0,4 1 0 15,4-3-4-15,12 0-84 0,-1-2-460 16,9-5-196-16,4-4-104 0,4-3 464 16,4 0 468-16,0-6-40 0,-1-5 152 0,-3 3 164 15,5-3 492-15,-6-1 136 0,1 6 24 16,4-4 44-16,0 7 40 0,0-3-100 0,-1 3-88 15,-3-4-392-15,4 1-164 0,-8 1-32 16,0-6-112-16,-4-2-12 0,-5-2-708 16,1-5-360-16,-3-5-328 0,-6 6-1036 15,5-15-3869-15</inkml:trace>
  <inkml:trace contextRef="#ctx0" brushRef="#br0" timeOffset="132274.714">13279 16958 1812 0,'0'0'10853'16,"0"0"-9249"-16,0 0-1148 0,0 0 148 16,0 0 188-16,-8 66 572 0,8-28 56 15,0 6-340-15,4 4-360 0,4 6 12 0,4 6-15 16,-4 3-269-16,0 8-132 0,0 2-52 16,0 6-120-16,-4 4-92 0,0-1-52 15,-4 1-60-15,0-4-96 0,0-2-84 0,0-8-40 16,0-5 172-16,0-13 60 0,-4-4 40 15,0-12 0-15,-8-3-248 0,4-13 160 16,-7-3-100-16,-2-9-157 0,-3-4-35 16,-3-3-172-16,-1 0-88 0,-4-10-148 15,-4-2-152-15,0-8-704 0,0-6-452 16,8 5-1977-16,-8-21-1979 0</inkml:trace>
  <inkml:trace contextRef="#ctx0" brushRef="#br0" timeOffset="132543.627">13960 17345 3100 0,'0'0'13425'0,"0"0"-11021"0,0 0-1532 15,0 0-616-15,0 0 272 0,80 0 492 16,-40 0-59-16,12 3-525 0,4-3-304 16,4 0-124-16,3-10 260 0,1 1-88 15,0-8-180-15,-4-2-472 0,-1-2 48 16,-3-4 24-16,-8-1-73 0,-5-3-343 16,-6 4-588-16,-14 3-1300 0,-7 0-3268 0</inkml:trace>
  <inkml:trace contextRef="#ctx0" brushRef="#br0" timeOffset="132735.299">14403 17415 11221 0,'0'0'1984'0,"0"72"-916"16,4-30-108-16,0 9 212 16,4 6 272-16,-5 0 24 0,1 0-480 0,1 0-460 15,-5-3-200-15,0 1-48 0,0-8-136 16,0-9-144-16,0-3-108 0,-5-13-488 15,5-6-296-15,0-10-64 0,0-6-228 16,-4-2-552-16,4-11-904 0,0 3-2301 16,-3-22-3071-16</inkml:trace>
  <inkml:trace contextRef="#ctx0" brushRef="#br0" timeOffset="132886.264">14422 17698 10208 0,'0'0'2561'0,"0"0"-869"16,0 0-180-16,88-7-348 0,-52 7 212 15,4 0 132-15,4-4-288 0,4 1-684 16,3-2-123-16,5-2-109 0,0-6-304 16,0-3-12-16,-5-3-608 0,5-3-401 15,-8-3-435-15,-12 6-1704 0,11-1-6025 0</inkml:trace>
  <inkml:trace contextRef="#ctx0" brushRef="#br0" timeOffset="133022.943">15574 17786 16837 0,'0'0'3112'16,"0"0"-1624"-16,0 0-699 0,0 0-789 15,0 0-461-15,0 0-219 0,-83-74-628 16,66 63-2616-16,-19-11-6469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8:33:36.137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2254 7506 8552 0,'0'0'300'0,"0"0"2101"15,0 0-1309-15,0 0 56 0,0 0 524 16,0 0-24-16,0 0-368 0,0 0-368 16,0 0-224-16,0 0-40 0,-3-26-40 0,3 28-196 15,0 2-144-15,3 2-108 0,1 5-39 16,5 4 63-16,3 8-4 0,-1 8-84 15,6 10-8-15,-6 7-4 0,9 9-28 16,-8 7-56-16,4 6-8 0,4 6-4 16,-4 9 4-16,-1 8 0 0,2 2 4 15,3 5 4-15,-1 0-4 0,-2 2 4 16,2-4-4-16,1-3-44 0,-3 0 36 16,-2-6-88-16,2 0 92 0,-2-7-4 15,-2-5-48-15,-2-4 48 0,-3-3-132 0,4-10-4 16,-8-6 76-16,4-10 60 0,-4-5-85 15,4-8-27-15,-4-5 4 0,0-7-112 16,0-3 16-16,-4-4-16 0,4-2-36 16,-4-7-76-16,0-3-108 0,0 0-36 15,0 0-92-15,0-3-108 0,0-7-344 0,-4-2-496 16,-4-11-588-16,0 4-965 0,-8-18-2219 0</inkml:trace>
  <inkml:trace contextRef="#ctx0" brushRef="#br0" timeOffset="978.266">2406 10144 4576 0,'0'0'5836'16,"0"0"-4343"-16,0 0-393 0,0 0 212 0,0 0 440 15,0 0-116-15,0 0-292 0,0 0-376 16,0 0-200-16,0 0-292 0,0 0-244 16,8 0-40-16,20 6 41 0,3 3-1 15,14-2-28-15,-2 6 52 0,2-4 36 16,2 2-124-16,-8-6-108 0,6 2-60 15,-6-7 0-15,-3 2-8 0,-4-2-112 16,0 0-196-16,-8-2-96 0,0-5-133 0,-9 4-175 16,-2 1-292-16,-9-3-808 0,0 5-1140 15,-4 0-1869-15,-8 0-1015 0</inkml:trace>
  <inkml:trace contextRef="#ctx0" brushRef="#br0" timeOffset="1149.608">2546 10372 6400 0,'0'0'4613'0,"0"0"-3881"16,0 0-76-16,-4 90 580 0,8-49 588 16,4 6-180-16,-1 4-220 0,-3 3-492 0,5 3-320 15,-5 0-244-15,0 4-172 0,-1-8-100 16,-3 1-96-16,0-13-56 0,0-8-92 16,0-14-252-16,0-6-372 0,-3-8-412 15,3-2-616-15,-4-3-944 0,-9-3-3073 0</inkml:trace>
  <inkml:trace contextRef="#ctx0" brushRef="#br0" timeOffset="1304.758">2526 10712 11057 0,'0'0'1948'0,"0"0"-1400"0,0 0 188 16,103 3 780-16,-67-3-412 0,4 0-296 15,0-3-140-15,4-6-396 0,-1-7-272 16,1-3-76-16,0-10-652 0,0-3-576 15,-13 7-916-15,10-10-3777 0</inkml:trace>
  <inkml:trace contextRef="#ctx0" brushRef="#br0" timeOffset="1892.109">1470 6429 10408 0,'0'0'4017'0,"0"0"-3637"0,0 0-216 15,0 0 292-15,0 0 800 0,92 16 160 16,-57-9 12-16,5 2-560 0,4 0-368 15,0-2-52-15,-1-4-96 0,5-3-71 16,1 0-145-16,-2-13-4 0,1 0-24 16,-1-9-60-16,2 0-44 0,-6-7-4 0,-3 1-144 15,-4-3-232-15,-4 1-149 0,-9 5-59 16,-2 6-148-16,-10 3-224 0,-2 3-464 16,-9 7-892-16,-4 6-648 0,-5 0-2045 15,-19 3 629-15</inkml:trace>
  <inkml:trace contextRef="#ctx0" brushRef="#br0" timeOffset="2063.67">1880 6388 1736 0,'0'0'4272'0,"0"0"-3164"0,-43 79-224 0,34-43 1808 16,5 2-1059-16,4 9-269 0,0 0-148 15,0 4 32-15,9-1-36 0,-2 2-208 16,1-2-280-16,0 1-172 0,-4 1-268 16,1-8-200-16,-2-3-84 0,-3-8-88 15,4-8-280-15,-4-10-136 0,0-3-284 16,0-8-540-16,0-4-948 0,-4 0-2341 15,-4-6-3895-15</inkml:trace>
  <inkml:trace contextRef="#ctx0" brushRef="#br0" timeOffset="2214.683">1865 6817 13165 0,'0'0'1800'16,"0"0"-1156"-16,0 0 412 0,79-29 420 0,-55 19-356 15,0 1 56-15,4-1-372 16,-5-2-416-16,1 1-264 0,0-1-124 0,-3 3-60 15,-6 3-84-15,-3 0-332 0,0 2-364 16,-4 4-288-16,-4 4-476 0,-4 8-940 16,0 1-1617-16,-12 15-663 0</inkml:trace>
  <inkml:trace contextRef="#ctx0" brushRef="#br0" timeOffset="2380.446">1904 7103 7324 0,'0'0'3032'0,"0"0"-1667"16,0 0-481-16,0 0 568 0,0 0 352 15,0 0-128-15,0 0-120 0,84 21-464 0,-48-30-324 16,3-3-100-16,5-5-143 16,-4-5-285-16,0-4-68 0,-1 1-172 0,-3 0-200 15,-3 0-321-15,-1 3-331 0,0-2-184 0,-5 3-636 16,-7 9-2064-16,8-2-3577 0</inkml:trace>
  <inkml:trace contextRef="#ctx0" brushRef="#br0" timeOffset="2937.353">1629 4981 7928 0,'0'0'1312'0,"0"0"-216"0,0 0 837 0,0 0-377 15,0 0-140-15,0 0-44 16,8 76-104-16,0-35-440 0,0 8-276 0,0 7-136 16,0 5-96-16,4 6 24 0,-4 3-16 15,4 2-36-15,0 2-196 0,-4-1-96 16,3-7-48-16,2 1 40 0,-1-10-52 16,-5-10-48-16,6-6-248 0,-5-8 52 15,-1-11-40-15,-3-7-120 0,5-5-64 16,-9-7-76-16,4 1-276 0,-1-4-484 15,-3-10-452-15,0-2-508 0,0-4-853 16,0-20-2303-16</inkml:trace>
  <inkml:trace contextRef="#ctx0" brushRef="#br0" timeOffset="3330.592">940 3864 10064 0,'0'0'3173'0,"0"0"-1917"0,0 0-688 16,0 0 424-16,0 0 312 0,0 0-192 15,111-51-212-15,-59 32-252 0,4-4-232 16,8 4-124-16,0-3-208 0,3 6 148 0,1-3-96 16,3 3-132-16,-2 1-4 0,-6-4-56 15,-3 3 52-15,0 3-104 0,-13 0-100 16,1 1-144-16,-8 3-248 0,-4-2-24 15,-8 5-128-15,-8 4-260 0,-5-2-516 16,-11 4-1216-16,-4 0-3157 0</inkml:trace>
  <inkml:trace contextRef="#ctx0" brushRef="#br0" timeOffset="3551.845">1311 3902 9900 0,'0'0'1725'0,"0"0"-249"0,15 94 248 16,-7-45 140-16,4 4-512 0,-4 11-364 15,0 3-288-15,4 2-348 0,-4 4-340 0,0 1-8 16,-4-8-4-16,4-5-60 0,0-14-12 16,0-12-100-16,0-10-148 0,0-12-108 15,0-3-40-15,0-3-148 0,-1-7-152 16,2-4-324-16,-1-5-648 0,0-1-912 15,-1-25-3077-15</inkml:trace>
  <inkml:trace contextRef="#ctx0" brushRef="#br0" timeOffset="3722.252">1454 4216 92 0,'0'0'8748'15,"0"0"-6732"-15,0 0-355 0,104-13 259 16,-69 11-456-16,-3-3-360 0,0 0-436 15,0-4-268-15,0-2-156 0,4-1-156 16,-5-7-88-16,5 0-76 0,-4-7-604 16,-4 4-288-16,-4 0-240 0,0-3-512 15,-12 9-1305-15,-5-3-3351 0</inkml:trace>
  <inkml:trace contextRef="#ctx0" brushRef="#br0" timeOffset="4097.201">685 3423 10664 0,'0'0'4837'16,"0"0"-3777"-16,0 0-4 0,0 0 488 15,0 0-260-15,0 0-540 0,0 0-196 16,0 0-159-16,0 0-137 0,0 0-80 0,-16-13-52 16,20 13-60-16,0 0-52 15,7-3-8-15,6-1 0 0,11-3 36 0,11 2 244 16,13-4-100-16,8-2-84 0,8 3-88 0,7-9 140 16,9 1 20-16,8-3-108 15,3 0-60-15,1-3-96 0,-1 0 12 0,-3 3-36 16,-8 0 44-16,-4 3 72 0,-5-3-56 15,-7 7-240-15,-5-5-136 0,-10 8-136 16,-10-1-85-16,-10 4 61 0,-6-1-196 16,-7 4-340-16,-8 3-784 0,-8 0-2112 15,-4 0-3305-15</inkml:trace>
  <inkml:trace contextRef="#ctx0" brushRef="#br0" timeOffset="8676.541">2761 7271 4000 0,'0'0'5144'0,"0"0"-3748"0,60 65-559 16,-33-32 203-16,6 8 188 0,-6 3 164 16,4 5-500-16,-3-2-224 0,0 4-344 15,-3-3-212-15,-1-4-12 0,-5-3-88 16,1-9-12-16,-7-7-100 0,-2-6 40 16,-3-5-28-16,-4-9 12 0,-4-2-60 15,4-3-344-15,-4 0-8 0,0-3-16 0,-4-7-316 16,-4-8-580-16,-3-5-1029 0,-2 1-1731 15,-6-19-328-15</inkml:trace>
  <inkml:trace contextRef="#ctx0" brushRef="#br0" timeOffset="8963.128">2784 7417 8432 0,'0'0'2997'0,"0"0"-2045"0,0 0-532 16,0 0 256-16,0 0 364 0,0 0-292 15,0 0-160-15,0 0-424 0,0 0-164 16,0 0-424-16,-79 65-408 0,79-55-208 15,-4-6-276-15,4-4-265 0,-4-4-551 16,4-6-232-16,-5-5 540 0,-2-3-864 16,3-2 1164-16,-4-2 1524 0,4 3 1096 15,0 3 688-15,0 7 380 0,0 2 112 16,0 1-396-16,4 3 5 0,0 3-373 16,0 0-324-16,8-4-240 0,4 4-32 15,4-2 88-15,4 2-144 0,8 0-120 0,4 0-260 16,0 0-100-16,-1 6-220 0,1 0-152 15,0 0-8-15,4 4-64 0,-1-1-528 16,6 1-432-16,2 6-444 0,-11-3-776 16,20 12-3049-16</inkml:trace>
  <inkml:trace contextRef="#ctx0" brushRef="#br0" timeOffset="9433.615">3869 8045 14173 0,'0'0'2272'0,"0"0"-1736"15,0 0-524-15,0 0 100 0,0 0 432 16,0 0 64-16,-80 6-240 16,59 4-156-16,2 3-76 0,-1 3 20 0,4 5-92 15,-4-1-64-15,8 2-4 0,0 0-48 16,4-6 52-16,0 0-72 0,5-4 32 16,-2-2 40-16,5-3 12 0,0-7-12 15,0 2 0-15,0-2-8 0,0 0-4 16,0 0-64-16,0 0-84 0,5 0 12 15,2 0 148-15,1 0 88 0,4 0 36 16,-4 5-28-16,4-3-8 0,-4 4 36 16,4 4 84-16,-4 0 0 0,0 6 0 15,-5-2-24-15,6 10 12 0,-5-2-52 0,-4 0-80 16,0 3 32-16,0-6-36 0,-4 0-60 16,-1 0-196-16,-6-6-148 0,3-1-96 15,0-5-64-15,-4-3-136 0,4-1-176 16,-4-3-344-16,0-3-652 0,0-10-1020 0,5 3-1925 15,-2-11-2147-15</inkml:trace>
  <inkml:trace contextRef="#ctx0" brushRef="#br0" timeOffset="9657.09">3920 8106 11161 0,'0'0'1984'0,"0"0"-1220"0,0 0 36 16,0 0 764-16,44 95-120 0,-36-53-320 15,0 5-316-15,-1 1-160 0,-2 2-136 0,3 7-216 16,0 1-212-16,-1 5-84 16,2 0-44-16,-1 1 32 0,-1-4-52 0,-3-9 56 15,0-6-76-15,1-14-60 0,-1-8-40 16,-4-8-84-16,0-8-196 0,0-4-100 16,0-3-52-16,-4-10-212 0,-5-9-200 0,-2-9-884 15,-6-11-516-15,6 8-1817 0,-13-32-1179 0</inkml:trace>
  <inkml:trace contextRef="#ctx0" brushRef="#br0" timeOffset="9855.162">3916 8238 588 0,'0'0'10873'0,"0"0"-9261"15,0 0-1000-15,0 0 188 0,0 0 500 16,0 0-372-16,0 0-44 0,0 0-132 16,0 0-184-16,0 0-88 0,0 0-64 15,64-37-60-15,-52 49-124 0,0 4-12 16,-1 10-76-16,2 6-144 0,-2 6-36 0,-3 0-148 15,1 0-132-15,-5-1-88 0,-4-4 100 16,0-5 156-16,0-12-60 0,0-3-188 16,-4-10-144-16,-5-3-280 0,5-6-632 15,-3-13-1088-15,-1 3-2009 0,0-25-1023 0</inkml:trace>
  <inkml:trace contextRef="#ctx0" brushRef="#br0" timeOffset="10095.206">4008 7703 10965 0,'0'0'1860'0,"0"0"-1232"16,0 0 284-16,0 0 864 0,0 0-164 15,0 0-684-15,0 0-400 0,16 75-88 0,-4-36-84 16,-1 5 12-16,6 6-52 0,3 11-84 16,-1-1-136-16,1 4-8 0,1 3-84 15,-6-4-4-15,5-2-64 0,0-7-8 16,-8-4-124-16,4-12-132 0,-9-10-12 15,6-5-128-15,-5-10-232 0,-5-7-160 16,6-6-208-16,-1-2-348 0,0-15-904 16,-5 5-1537-16,5-20-1439 0</inkml:trace>
  <inkml:trace contextRef="#ctx0" brushRef="#br0" timeOffset="10226.611">4410 8251 6612 0,'0'0'3024'0,"0"0"-1039"15,0 0-433-15,0 0-284 0,0 0 44 16,56 67-44-16,-48-42-128 0,0 1-252 0,-4 6-164 15,4-4-260-15,-4-2-184 0,0-5-228 16,-1 0-52-16,-3-10-112 0,0-7-316 16,0-4-256-16,0 0-316 0,-3-9-636 15,-1-1-1036-15,-12-19-3865 0</inkml:trace>
  <inkml:trace contextRef="#ctx0" brushRef="#br0" timeOffset="10382.274">4418 7941 13329 0,'0'0'1812'0,"0"0"-1736"0,0 0 592 0,0 0 520 16,0 0 188-16,0 0-576 0,0 0-800 15,0 0-24-15,0 0-492 0,0 0-312 16,72-10-500-16,-60 7-1260 0,0-10-4025 0</inkml:trace>
  <inkml:trace contextRef="#ctx0" brushRef="#br0" timeOffset="10628.318">4558 7619 10784 0,'0'0'2605'0,"0"0"-2045"16,7 74-52-16,2-39 552 0,-1 9 780 16,3 3-456-16,2 2-400 0,2 5-288 15,6-1-160-15,2 8-184 0,1 2-144 16,4 7-100-16,0-3-100 0,0-2 92 15,-4-10-92-15,-5-10 0 0,-2-17-8 0,-10-8-8 16,-3-12-140-16,0-8-204 0,-4 0-244 16,0 0-112-16,0-8-52 0,-8-5-252 15,-3-6-652-15,-6-1-644 0,-2-2-244 0,3 7-1573 16,-12-7-479-16</inkml:trace>
  <inkml:trace contextRef="#ctx0" brushRef="#br0" timeOffset="10749.527">4625 8229 7536 0,'0'0'2604'16,"0"0"-979"-16,0 0 87 0,0 0-40 15,0 0-188-15,0 0-176 0,0 0-324 16,84 0-368-16,-60-5-188 0,-5-9-136 16,6-2-72-16,-5-3-220 0,-1-9-72 15,-2-8-356-15,3-1-272 0,-9-5-408 16,5 1-380-16,-4-3-920 0,-4 12-2517 0,5-12-1967 16</inkml:trace>
  <inkml:trace contextRef="#ctx0" brushRef="#br0" timeOffset="11148.084">4896 7832 2824 0,'0'0'8605'0,"0"0"-7181"0,-4 74-992 0,4-39 92 0,0 2 880 16,0 4 204-16,0-3-268 0,4 4-540 15,0-7-320-15,4 0-160 0,-3-7-172 16,2-6-140-16,1-3-8 0,0-6-8 16,0-7-116-16,4-2 12 0,0-4-20 15,0 0-116-15,4 0 28 0,4 0 24 16,0-4 84-16,3 4-8 0,5 4 8 15,4 6-36-15,4 2 148 0,0 6 248 16,4 3-36-16,-4 0-164 0,-1 5 100 16,1 2 36-16,5-1-112 0,-9 4 200 15,-1 1-88-15,-3 3 36 0,-5-1-60 16,-2 7-52-16,-5 0 16 0,-4 8-64 0,-8-5 0 16,-1 4 28-16,-3-7 32 0,-3 1-36 15,-13-5-84-15,0-2-176 0,-8-9-104 16,-1-4 72-16,-2-12 84 0,0-5 116 15,-1-5-152-15,-4-9-132 0,0-4 20 16,-4-9 88-16,8-6-84 0,4-4-44 16,8-10-32-16,4-2-16 0,4-3-36 0,8-1 12 15,0-7 160-15,8 2 124 0,7 2 12 16,-2-3-188-16,2 6-428 0,2-2-684 16,-6 5-668-16,2 11-1937 0,2-12-2071 0</inkml:trace>
  <inkml:trace contextRef="#ctx0" brushRef="#br0" timeOffset="12113">6000 8160 11509 0,'0'0'1716'16,"0"0"-1132"-16,0 0 352 0,88-10 460 15,-52 3-120-15,-5 5-272 0,1-5-92 0,0-2-252 16,-4-5-292-16,0-1-200 0,0-7-116 16,-5-3-52-16,-3-5-284 0,1-4-424 15,-10-4-372-15,2-3-596 0,-5 9-1284 16,-5-16-3745-16</inkml:trace>
  <inkml:trace contextRef="#ctx0" brushRef="#br0" timeOffset="12380.148">6124 7708 6004 0,'0'0'5953'0,"0"0"-4993"0,0 0-540 15,0 96 128-15,7-64 504 0,5 6 204 16,8 3-180-16,0 4-344 0,8 5-312 16,4 8-148-16,4 2-136 0,0 3-28 0,-1 7 4 15,1-3 36-15,-4-1 12 0,0 2 36 16,-4-8-24-16,-4 0 12 0,-8-6 84 15,-4-3 36-15,-5-7-84 0,2-6-48 16,-9-10-64-16,4-1-100 0,-4-13 0 16,0-3-8-16,0-5-84 0,-4-6-308 15,-5 0-120-15,2-12-136 0,-5-7-16 16,-4-8-276-16,0-10-104 0,-8-11-540 16,12 10-1096-16,-15-32-2613 0</inkml:trace>
  <inkml:trace contextRef="#ctx0" brushRef="#br0" timeOffset="12540.693">6614 8101 8372 0,'0'0'2661'16,"0"0"-1517"-16,0 0 20 0,0 0 184 15,83 59 328-15,-71-31-36 0,0 3-320 16,-5 5-292-16,-2 2-336 0,-1 0-324 16,-4 0-256-16,0-3-112 0,0-7-328 0,-4-9-256 15,-4-13-236-15,0-6-260 0,-4-2-1064 16,0-8-2580-16,-11-25-2401 0</inkml:trace>
  <inkml:trace contextRef="#ctx0" brushRef="#br0" timeOffset="12697.036">6481 7788 13417 0,'0'0'1736'0,"0"0"-1432"16,0 0 260-16,0 0 392 0,0 0 184 15,81-6-168-15,-65 9-344 0,-4 0-520 16,8 6-108-16,-5 1-540 0,6 0-544 15,-6 2-752-15,1 2-2772 0,0 4-3841 0</inkml:trace>
  <inkml:trace contextRef="#ctx0" brushRef="#br0" timeOffset="12998.01">6825 8080 9472 0,'0'0'4421'0,"0"0"-3533"0,0 0-232 15,0 0 312-15,0 0 340 0,0 0-396 16,0 0-392-16,0 0-216 0,0 0 76 15,0 0-156-15,0 0-224 0,71-4-268 16,-59-21-52-16,1-2-96 0,-6-3-40 16,1 8-172-16,0 0 68 0,-3 3 100 0,-2 6 188 15,1 3 132-15,-4 8 4 0,0 2 112 16,0 0 24-16,0 0 324 0,-4 9 76 16,-8 1-392-16,0 1-4 0,1 6 104 15,2 5 4-15,-3 0 48 0,9 7 64 16,-1 2-16-16,0 8 52 0,4-1 76 15,0 3 104-15,0-3-32 0,4-2-92 16,0-9-164-16,-1-6-152 0,1-10-172 16,4-7-108-16,1-4-100 0,-2 0 60 0,5-15-124 15,4-6-76-15,-4-6-376 0,4-5-384 16,4-3-820-16,-8 3-2481 0,7-7-2163 0</inkml:trace>
  <inkml:trace contextRef="#ctx0" brushRef="#br0" timeOffset="13439.77">7040 7424 10844 0,'0'0'2401'0,"0"0"-1945"0,0 0-36 15,19 72 316-15,-11-34 356 0,5 10 176 16,2 2-128-16,2 4-256 0,-2 1-308 16,1 5-220-16,5-4-124 0,-6 5-148 15,2-7-84-15,2 0-48 0,1-4-112 0,0-1-292 16,3-11-112-16,-2-13-360 0,-1-6-188 15,-5-16-304-15,2-6-680 0,-6-7-1877 16,1-18-2731-16</inkml:trace>
  <inkml:trace contextRef="#ctx0" brushRef="#br0" timeOffset="13814.309">7502 7889 11685 0,'0'0'2680'0,"0"0"-1568"0,0 0-168 15,0 0 300-15,0 0-32 0,0 0-36 16,-40 71-248-16,32-40-236 0,0 2-191 15,1 4-101-15,2-2-100 0,5-3-92 16,0-7-64-16,0-6-144 0,0-9 0 16,0-4-120-16,9-6-112 0,-2-10 52 15,5-8 72-15,0-8-124 0,-4-9-20 16,4-10-165-16,-4-2-67 0,-4-7-4 0,4 0-12 16,-4 0-40-16,-4 0 16 15,4-3 4-15,-4-6-108 0,-4 2-92 0,-4 1 160 16,-5-1 172-16,2 8 184 0,-4 5 204 15,6 10 220-15,1 10 288 0,4 9 164 16,4 12-40-16,0 3-76 0,0 4-76 0,0 0 24 16,0 7-52-16,0 9-112 0,4 5-96 15,4 12-12-15,4 5 24 0,4 12 60 16,4 4 121-16,-1 4-109 0,2 5-156 16,-1 1-172-16,-1 0-12 0,1 2-280 15,5-6-341-15,-1 1-147 0,4-11 60 16,-5-2 0-16,-3-13-1060 0,0 0-876 15,-4-14-196-15,-4 12-1613 0</inkml:trace>
  <inkml:trace contextRef="#ctx0" brushRef="#br0" timeOffset="14431.094">4000 9668 4000 0,'0'0'7025'0,"0"0"-5253"0,0 0-944 0,0 0-76 16,0 0 984-16,0 0-508 0,0 0-128 16,112-61-252-16,-69 42-248 0,9 0-72 15,3 3-152-15,14 0-120 0,2 1-108 16,13 2-28-16,12-3 4 0,7 4-76 16,13-7 72-16,7 0 4 0,12 0-112 0,5-6-8 15,3 1 117-15,5-4-37 0,7-1-72 16,0-2 124-16,5-5 20 0,0 2-48 15,-5-4-108-15,0 0-24 0,-3 0-144 16,-6 6 20-16,-2-3-32 0,0 6 47 16,-1 7 45-16,-3 0 84 0,0 6-128 15,-13 0-52-15,-7 0-144 0,-13 7 60 16,-12-4 96-16,-7-4 52 0,-13 5 36 16,-6-1-52-16,-9 0-184 0,-13 1 88 15,-7 3 0-15,-13-1-52 0,-2 0 88 0,-9 4 12 16,-8 0-208-16,-4 0-364 0,-4-4-616 15,0 4-1192-15,-8-10-4025 0</inkml:trace>
  <inkml:trace contextRef="#ctx0" brushRef="#br0" timeOffset="14582.756">8390 8401 19057 0,'0'0'2396'0,"0"0"-2396"16,0 0-832-16,0 0-724 0,-87 0-1032 16,63 3-2120-16,-28 17-3101 0</inkml:trace>
  <inkml:trace contextRef="#ctx0" brushRef="#br0" timeOffset="33632.203">12001 3956 9652 0,'0'0'788'15,"0"0"577"-15,0 0-621 0,0 0 520 16,0 0 304-16,0 0-184 0,0 0-368 16,0 0-496-16,0 0-336 0,0 0 100 15,23 47 148-15,-7-15-100 0,4 10 8 16,0 5-144-16,4 11-12 0,0 8 0 16,4 7 12-16,-5 7-152 0,5 5-40 15,-4 4-4-15,0 0 0 0,-3-4 0 0,-2-2 0 16,5-6 0-16,-8-14 4 0,4-9 72 15,-4-13-68-15,0-12 4 0,0-11 88 16,-1-4-28-16,-2-8 12 0,2-6 16 16,-2-6 20-16,-2-13 124 0,1-6 0 15,4-11-51-15,0-5-121 0,-4-10-20 16,4-7-52-16,-4-2 8 0,4-3-8 0,0-1-76 16,0 4 76-16,-4-3 0 0,4 3 8 15,0-1 44-15,-4 4 20 0,4 3-12 16,-4 0-52-16,-1 3-8 0,2 3-24 15,-2 4 24-15,1-1 0 0,-3 8-60 16,2 2-40-16,-7 0-8 0,5 10 23 16,-5-1 77-16,-1 4-116 0,-3 5-164 15,0 5-200-15,0 5 12 0,-3 7-24 16,-6 0-200-16,-3 11-620 0,-8 8-1228 16,5-7-2685-16,-17 23-3099 0</inkml:trace>
  <inkml:trace contextRef="#ctx0" brushRef="#br0" timeOffset="33844.285">12164 4496 8836 0,'0'0'3137'0,"0"0"-1069"16,0 0-616-16,0 0-68 0,0 0-44 15,0 0-220-15,0 0-228 0,0 0-268 16,87-32-188-16,-62 25-96 0,-2 1-168 15,5 0-123-15,0-1-49 0,4 1-85 16,-1 0-63-16,1 3-348 0,0-4-336 16,0 7-132-16,5 0-580 0,-10 0-1600 15,9 0-4573-15</inkml:trace>
  <inkml:trace contextRef="#ctx0" brushRef="#br0" timeOffset="39663.379">13765 4454 9248 0,'0'0'2925'0,"0"0"-1557"15,0 0-428-15,0 0 96 0,0 0 292 16,0 0 172-16,0 0-220 0,0 0-412 15,0 0-440-15,0 0-112 0,-56 0 48 16,77 3 365-16,7 4-145 0,7-1-104 0,5 1-80 16,4-5-132-16,4-2-136 0,0 0-12 15,-5 0-24-15,5 0-12 0,-4-2-80 16,-5-5-4-16,2 1-84 0,-5-4-120 16,-5 1-220-16,1-4-216 0,-4 0-160 15,-8 1-145-15,-4 1-347 0,-4 6-984 16,-9 2-2276-16,-3 3-1789 0</inkml:trace>
  <inkml:trace contextRef="#ctx0" brushRef="#br0" timeOffset="39898.943">14076 4486 1564 0,'0'0'9180'16,"0"0"-7675"-16,0 0-829 0,0 0 292 16,-52 75 512-16,44-48 16 0,0 4-380 15,-4 4-228-15,8 3-164 0,0 1-88 16,0 2-160-16,0 3-72 0,4 1-76 0,0 3-48 15,0-1-63-15,4-2-69 0,4-8-76 16,8-5 0-16,0-4-12 0,8-9-52 16,8-5 48-16,0-5-56 0,3-6-48 15,6-3 36-15,2 0-96 0,-3-7 12 16,8-1-357-16,-1-6-203 0,2-2-236 0,-1 2-220 16,3-6-608-16,-10 4-1488 0,14-6-4509 0</inkml:trace>
  <inkml:trace contextRef="#ctx0" brushRef="#br0" timeOffset="40216.313">15287 4584 14673 0,'0'0'1792'0,"0"0"-1196"0,-19-79-332 16,10 58 220-16,-3 4 500 0,5 7 232 15,-6 10-276-15,2 0-260 0,-10 10-167 16,2 9-197-16,-1 9-124 0,-4 11-96 16,0 9-36-16,0 2-48 0,0 8 52 15,9 5-16-15,-2 3 24 0,6 5 0 0,6 1 24 16,1-5-36-16,4-6 84 0,4-11 76 16,8-8 372-16,4-14-196 0,0-9-240 15,5-10-152-15,-2-2-4 0,5-7-4 16,4-3 4-16,0-13-48 0,4-6 0 15,-8-4-12-15,-1-3-252 0,1-5-304 16,-7-2-144-16,-6 5-140 0,-7 2-365 16,-4 1-891-16,0 9-2004 0,-15-6-2773 0</inkml:trace>
  <inkml:trace contextRef="#ctx0" brushRef="#br0" timeOffset="40382.81">14944 4940 13477 0,'0'0'2576'0,"0"0"-1596"0,0 0-472 0,0 0 532 15,0 0 140-15,0 0 188 16,0 0-215-16,96 0-437 0,-56-9-196 0,0-8-112 16,0 1-316-16,4-3-92 0,3 1-124 15,-2-5-248-15,-6 5-452 0,1-1-245 16,-5 6-243-16,2 3-952 0,-14 4-2652 16,9 0-4677-16</inkml:trace>
  <inkml:trace contextRef="#ctx0" brushRef="#br0" timeOffset="41448.086">16806 4279 4728 0,'0'0'7217'0,"0"0"-5785"16,0 0-340-16,0 0-8 0,-4-78 260 16,-9 55 8-16,2 4-108 0,-6 0-340 15,2 0-208-15,-5 7-152 0,-1-2-55 0,2 8-113 16,-1 6-124-16,-1 0-104 0,-2 6-4 16,-1 11-24-16,0 5-72 0,0 6-44 15,-4 13-4-15,1 4-4 0,-5 12-68 16,4 6 24-16,0 7 48 0,0 6-60 15,4 7 60-15,9 4 8 0,2 1-4 16,5-3 0-16,8-2 4 0,0-7 136 0,12-6 0 16,4-13 88-16,4-9-112 0,4-13 60 15,4-7 124-15,0-9-76 0,0-8-60 16,0-6-36-16,4-5-20 0,-5-3-52 16,5-6 0-16,0-11-48 0,-4-2-12 15,-4-6-56-15,-1-1-296 0,-2-2-276 16,-10-2-120-16,2 3-184 0,-9 3-249 15,-4 2-663-15,0 3-944 0,-8 6-1908 16,-12-3-1517-16</inkml:trace>
  <inkml:trace contextRef="#ctx0" brushRef="#br0" timeOffset="41713.499">16507 4889 6460 0,'0'0'5705'16,"0"0"-4005"-16,0 0-284 0,0 0-32 0,0 0-32 16,0 0-156-16,0 0-156 0,0 0-88 15,0 0-99-15,0 0-273 0,0 0-180 16,99 39-148-16,-71-36-68 0,0-3-52 15,0 0-132-15,0-7-24 0,0-3-60 16,0 5-256-16,-5-6-216 0,1 2-76 16,0-1-49-16,-4 8-135 0,0-2-124 15,-12 4-168-15,0 0-192 0,-4 11-40 16,-4 3 748-16,0 2 592 0,0 6 220 16,-8 3 360-16,0 2 124 0,0 1 28 15,0 1-72-15,4-1-168 0,0 2 76 0,1-5-16 16,3 0-52-16,0-3-120 0,3-6-260 15,5 0-120-15,0-3-148 0,8-4 28 16,0 0-212-16,4-2-488 0,-1-4-360 16,5-3-372-16,-3 0-1164 0,7-10-2977 0</inkml:trace>
  <inkml:trace contextRef="#ctx0" brushRef="#br0" timeOffset="42109.359">17324 4909 6156 0,'0'0'8741'0,"0"0"-7253"0,0 0-540 0,0 0 572 16,0 0-36-16,0 0-36 0,0 0-247 16,-88 38-441-16,72-19-300 0,-5 0-172 15,10-1-120-15,-1 2-108 0,3-5-60 16,6 1-12-16,-1-3-84 0,4-3-12 16,0-3-36-16,0-2-24 0,4-2 12 0,-1 1-28 15,6-4-32-15,3 0 12 0,4 0 20 16,-4 0 4-16,4-4-28 0,0-2-20 15,-5-1 60-15,6-2 32 0,-6 3-8 16,-2 3 60-16,-1-1-16 0,-1 1 28 0,-3 3 72 16,5 0 196-16,-5 7 56 0,-1 2 100 15,1 0 12-15,4 1-36 0,-4-1-40 16,5 4 4-16,-6-3-28 0,1 0-84 16,4-5-36-16,-4-1-140 0,0-4-4 15,0 0-84-15,4 0 24 0,4 0-12 16,-4-9-24-16,8-8-220 0,-1-1-20 15,2-8-100-15,-2 1-96 0,2 0-72 16,-2-4-17-16,2-1-195 0,-6 0-384 16,2-5-908-16,-6 6-1048 0,1-15-2893 0</inkml:trace>
  <inkml:trace contextRef="#ctx0" brushRef="#br0" timeOffset="42325.902">17734 4257 11717 0,'0'0'2184'16,"0"0"-1068"-16,0 0 292 0,0 0 260 16,0 0 16-16,0 0-428 0,0 0-476 0,0 0-343 15,0 0-181-15,0 0 20 0,-28 83-8 16,20-45-4-16,-1 7 88 0,2 2 0 16,3 11-172-16,-4-2 0 0,-1 8-124 15,6 2-56-15,-1 1-72 0,0 6-156 16,0 1-88-16,4-8-180 0,0-9-36 15,4-5 180-15,0-15-132 0,3-5-537 16,6-7-679-16,-1-2-1112 0,0-8-2048 16,0 1 1579-16</inkml:trace>
  <inkml:trace contextRef="#ctx0" brushRef="#br0" timeOffset="42774.704">18455 4382 7220 0,'0'0'4225'0,"0"0"-2697"16,0 0-432-16,0 0 92 0,-92-21-20 15,73 28-60-15,-2 13-140 0,5 2-220 0,1 10-184 16,7 10-124-16,-1 5-60 0,9 6-64 15,0 8-36-15,5 5-24 0,10 4-88 16,2 10-8-16,-2-1-99 0,6-3-1 16,3-3-48-16,-1-12 0 0,1-10-12 15,0-14-56-15,4-11-65 0,-4-6-111 0,3-12-24 16,-3-4-120-16,0-4-208 0,-3-7-248 16,-2-9-340-16,-3-9-616 0,0-3-860 15,-4 2-1877-15,0-21-1727 0</inkml:trace>
  <inkml:trace contextRef="#ctx0" brushRef="#br0" timeOffset="42958.314">18587 4632 6352 0,'0'0'4825'15,"0"0"-3413"-15,0 0-24 0,0 0 520 0,83-48-36 16,-43 42-256-16,0 3-380 0,3 0-180 16,6 3-83-16,-2-4-149 0,-3 4-332 15,0-2-320-15,-5-5-160 0,2 1-12 16,-2-5-44-16,-3 0-80 0,0-3-20 15,-8 2-316-15,-4-1-456 0,-4 0-81 16,-12 7-135-16,-8 0-872 0,0 3-3004 0,-17 3-5861 0</inkml:trace>
  <inkml:trace contextRef="#ctx0" brushRef="#br0" timeOffset="43129.424">18838 4724 9732 0,'0'0'2893'15,"0"0"-1085"-15,23 89 372 0,-14-51-120 16,-6 7-248-16,1-1-387 0,0 1-625 16,0-7-520-16,-4 0-280 0,0-7-128 0,4-6-220 15,-4-6-272-15,0-5-37 16,0-8-159-16,0-3-336 0,0-1-1144 0,0-2-2956 16,0-2-3213-16</inkml:trace>
  <inkml:trace contextRef="#ctx0" brushRef="#br0" timeOffset="43283.416">18801 4978 9760 0,'0'0'2885'0,"0"0"-761"0,0 0 248 0,100-29-776 15,-64 16-220-15,4-2-328 0,-5-3-428 16,6-6-351-16,-5-1-269 0,-1-3-192 16,-3-4-345-16,0-3-11 0,-8 4-148 15,0-1-232-15,-8 0-592 0,-5 10-1200 16,-6-7-3249-16</inkml:trace>
  <inkml:trace contextRef="#ctx0" brushRef="#br0" timeOffset="43529.484">18598 4168 6656 0,'0'0'6345'0,"0"0"-4377"15,0 0 392-15,0 0-372 0,0 0-500 16,88-28-367-16,-56 25-321 0,4 0-280 16,3-3-156-16,6 6-148 0,6-7-84 15,1 7-120-15,4-7-12 0,-4 7-100 16,3-2-68-16,-3-1-120 0,0 3-296 16,-1 0-116-16,1 0-297 0,-3 3-519 15,-14 2-1536-15,21 6-4485 0</inkml:trace>
  <inkml:trace contextRef="#ctx0" brushRef="#br0" timeOffset="44546.832">20527 3898 352 0,'0'0'4732'0,"0"0"-3740"0,0 0 2112 0,0 0-1155 16,0 0-485-16,0 0-124 0,0 0-128 15,0 0-244-15,0 0-200 0,0 0-136 16,0 0-112-16,-65 84-76 0,42-53-48 0,-1 7-112 16,-8 9 48-16,1 8 20 0,-9 5-120 15,-4 6-84-15,-9 11-64 0,-1 5-20 16,-10 11 92-16,-5 2-144 0,-2 7-4 15,-4 5 56-15,-2 1-16 0,2 0-40 16,3-3 40-16,0-4-44 0,9-11 4 16,7-5-8-16,4-12 0 0,4-3-8 15,13-13 0-15,7-9 8 0,7-17-8 16,10-8-64-16,2-14-52 0,9-5-192 16,0-4-148-16,5-4-112 0,7-5 144 15,4-8 12-15,-1-4-148 0,6-5-140 0,-2-2-284 16,1-4-580-16,-3 7-1212 0,2-20-2793 0</inkml:trace>
  <inkml:trace contextRef="#ctx0" brushRef="#br0" timeOffset="44792.241">20129 4714 6188 0,'0'0'1548'16,"0"0"3885"-16,0 0-4177 0,0 0-484 16,0 0 948-16,0 0 0 0,99 14-440 15,-59-11-392-15,8-3-228 0,3 0-199 0,1 0 35 16,4-10-192-16,-4 0-216 16,-1-5-88-16,-2-2-96 0,-2-2-12 0,-7 1-352 15,0-1-321-15,-8 3-203 0,-4 0-388 16,-9 3-1180-16,-10 3-3269 0,-9 3-4211 0</inkml:trace>
  <inkml:trace contextRef="#ctx0" brushRef="#br0" timeOffset="44996.127">20352 4842 5652 0,'0'0'2420'0,"-17"67"1977"15,13-29-2637-15,4 9 260 0,0 10-120 16,0 3-336-16,0 4-296 0,4 3-355 15,5 2-209-15,-5-5-376 0,0-7-268 16,-4-10-60-16,3-11-112 0,-3-15-20 16,4-4 0-16,4-9-76 0,-4-3-385 15,1-5-295-15,2 0-200 0,1-10-804 0,-4 1-2180 16,0-10-3289-16</inkml:trace>
  <inkml:trace contextRef="#ctx0" brushRef="#br0" timeOffset="45162.493">20327 5229 3404 0,'0'0'8701'0,"0"0"-6697"0,0 0-916 0,0 0 844 16,0 0-212-16,0 0-224 0,0 0-400 15,96-6-319-15,-64-1-269 0,3-6-216 16,10-2-196-16,-2-5-96 0,2-8-204 16,6-3-440-16,-3-8-205 0,4 4-211 15,-5-3-696-15,-11 9-2592 0,9-15-4653 0</inkml:trace>
  <inkml:trace contextRef="#ctx0" brushRef="#br0" timeOffset="45429.285">21248 4382 9640 0,'0'0'5745'0,"0"0"-4737"0,0 0-384 16,80 28 208-16,-57-15 156 0,1 2 80 15,0 4-80-15,1 1-296 0,3 8-243 16,-2 1-85-16,6 9-192 0,5 3 104 16,-9 6 256-16,-1 2-252 0,-11 1-216 15,0 4-64-15,-7 3-8 0,-6 1 8 16,-3-1-8-16,-3 0-100 0,-14-1-112 16,-2-1-20-16,-5-5 36 0,0-2 20 15,-4-7-144-15,-4-5-84 0,4-5-25 0,-4-9-147 16,4-9-196-16,9-6-520 0,-2-7-1216 15,10-10-2660-15,2-22-4285 0</inkml:trace>
  <inkml:trace contextRef="#ctx0" brushRef="#br0" timeOffset="45655.931">21909 4749 18569 0,'0'0'2448'0,"0"0"-2216"16,0 0-48-16,91-2 68 0,-46-3 165 15,-6-3 43-15,6 2-160 0,2-8-212 16,1-2-80-16,0 2-8 0,-4-3-136 16,-4-2-444-16,-9 3-101 0,-6 7-255 15,-10 2-840-15,-7 4-2388 0,-12 3-3157 0</inkml:trace>
  <inkml:trace contextRef="#ctx0" brushRef="#br0" timeOffset="45818.201">21869 5029 14781 0,'0'0'2148'0,"0"0"-1824"0,0 0 160 0,0 0 736 16,0 0 276-16,0 0-340 0,77 28-439 0,-46-28-293 15,9 0-168-15,-4-6-256 16,3-3-96-16,2-4-416 0,-2 0-253 0,1 0-255 15,0 1-684-15,-13 2-2340 0,14 1-4333 0</inkml:trace>
  <inkml:trace contextRef="#ctx0" brushRef="#br0" timeOffset="46299.036">23128 4079 11489 0,'0'0'2392'15,"0"0"-1352"-15,0 0-488 0,0 0 152 16,0 0 384-16,0 0 188 0,0 0-244 16,0 0-580-16,0 0-304 0,0 0 0 15,0 0 56-15,-67 103-32 0,43-34-88 16,0 8-84-16,-8 5-60 0,4 6-12 16,-8 2-28-16,8-5-156 0,0-2-48 15,9-10 24-15,2-16 96 0,10-15-64 16,7-17 116-16,0-12-16 0,4-7-64 15,3-3 16-15,6-3 184 0,2 0 12 0,2 0 136 16,-2 0-64-16,5 0 200 16,-4 3-112-16,0 10 36 0,0 3 24 0,4 6 100 15,-4 10 132-15,0 5-160 0,0 5-24 0,-4 3-96 16,4-1 108-16,-4 0-52 0,-1 0-152 16,2 5-76-16,-5-8 0 0,-5 3-12 15,5 1-124-15,-4-5-460 0,1-1-428 16,3-4-144-16,-5-3-764 0,1-13-1976 15,0 6-2513-15</inkml:trace>
  <inkml:trace contextRef="#ctx0" brushRef="#br0" timeOffset="48345.374">23447 4597 468 0,'0'0'7768'16,"0"0"-7028"-16,0 0-468 0,0 0-116 0,0 0 760 15,0 0 181-15,0 0-341 0,0 0-244 16,0 0-64-16,0 0-16 0,-12-13 64 16,12 13 228-16,0 0-44 0,0 0-40 15,4 0 28-15,0 0-136 0,4 4-72 16,4 2 284-16,0 1-156 0,4-1-36 0,4 0-84 16,4 0-104-16,0-2-8 0,8-4-28 15,-1 0-24-15,1 0-124 0,4-4-56 16,0-2-80-16,0 0-44 0,-9-4-48 15,5 4-12-15,-4-1-296 0,-8 1-240 16,-3 0-124-16,-2 2-64 0,-11 4-212 16,0 0-844-16,-4 0-2480 0,0 4-2389 0</inkml:trace>
  <inkml:trace contextRef="#ctx0" brushRef="#br0" timeOffset="48552.257">23718 4728 9004 0,'0'0'2585'0,"0"0"-1025"0,0 0 4 16,0 0 36-16,-28 82-8 16,24-57-444-16,-4 4-288 0,5 3-240 0,3 0-132 15,-4 1-120-15,4 3-152 0,0 2-104 16,0-6-72-16,0-3-40 0,7-11-48 16,5-1-28-16,4-12-44 0,4 2-64 15,0-7 52-15,4 0-272 0,-5-9-132 16,5-4-76-16,1-5-308 0,-5-6-776 0,-1 9-2220 15,1-14-3429-15</inkml:trace>
  <inkml:trace contextRef="#ctx0" brushRef="#br0" timeOffset="48718.413">24232 4740 8564 0,'0'0'4229'0,"0"0"-2197"16,0 0 20-16,0 0 24 0,0 0-456 0,0 0-660 15,0 0-631-15,0 0-293 0,0 0-36 16,0 0-97-16,0 0-331 0,36 54-544 16,-36-45-388-16,0 1-1508 0,-8 6-4213 0</inkml:trace>
  <inkml:trace contextRef="#ctx0" brushRef="#br0" timeOffset="48862.774">24208 5061 9672 0,'0'0'2189'0,"0"0"-397"0,0 0 168 0,0 0 16 16,0 0-912-16,96 16-600 0,-72-20-328 16,4-8-136-16,0-1-140 0,0-6-796 15,0 0-740-15,-5 3-1076 0,5-10-4277 0</inkml:trace>
  <inkml:trace contextRef="#ctx0" brushRef="#br0" timeOffset="49079.884">24861 4442 6412 0,'0'0'7673'0,"0"0"-6069"0,0 0 8 0,88 15 168 16,-56-15-312-16,0 0-528 0,7 0-419 15,-2 0-205-15,3-6-172 0,-5 0-144 16,1-7-52-16,-8 4-272 0,4-1-321 15,-8 0-367-15,-4 3-508 0,-4-1-1108 16,-9 4-2236-16,-7-2-3177 0</inkml:trace>
  <inkml:trace contextRef="#ctx0" brushRef="#br0" timeOffset="49245.873">25025 4626 9912 0,'0'0'2753'16,"-4"76"-553"-16,4-38 108 0,-4 10-232 15,4 9-436-15,-4 1-351 0,4-5-405 16,-8 1-388-16,4-7-268 0,0-6-168 16,-4-8-60-16,8-8-84 0,-4-13-132 15,4-2-292-15,0-3-316 0,0-7-173 16,0 0-235-16,4-4-920 0,-4-2-1972 0,0-10-1825 0</inkml:trace>
  <inkml:trace contextRef="#ctx0" brushRef="#br0" timeOffset="49396.667">24981 4903 7840 0,'0'0'2936'0,"0"0"-815"0,0 0 23 0,0 0-296 16,84-11-448-16,-52 8-220 0,0-7-284 15,-1 1-336-15,5-7-284 0,0-3-276 16,0-3-328-16,-5-3-428 0,-3-4-300 16,0 1-808-16,-7 2-1180 0,-6-6-4537 0</inkml:trace>
  <inkml:trace contextRef="#ctx0" brushRef="#br0" timeOffset="49614.778">24758 4216 9744 0,'0'0'4073'0,"0"0"-2833"0,0 0 572 0,92-25-16 16,-49 16-388-16,2 2-380 15,-2 3-348-15,5 1-363 0,-1 1-173 16,2 2-144-16,-2 0-232 0,1 0 124 16,4 0-197-16,0 0-607 0,-4 2-496 15,4 5-964-15,-13 0-2564 0,17 2-3797 0</inkml:trace>
  <inkml:trace contextRef="#ctx0" brushRef="#br0" timeOffset="49905.401">25941 4813 8432 0,'0'0'2276'16,"0"0"-747"-16,0 0-989 0,0 0 604 16,0 0 640-16,0 0-60 0,92 29-336 15,-52-29-284-15,0 0-384 0,7-4-208 0,5-5-208 16,-4-4-136-16,4-2-168 0,-4-5-48 16,-5-2-172-16,2 3-608 0,-10-4-356 15,-7 2-396-15,-8 4-1212 0,-4-11-4569 0</inkml:trace>
  <inkml:trace contextRef="#ctx0" brushRef="#br0" timeOffset="50130.655">26440 4419 9820 0,'0'0'3013'0,"0"0"-2225"0,0 0 140 15,0 0 344-15,64 65 440 0,-45-40-364 0,1 2-588 16,-1 3-368-16,-2 1-148 15,-1 1-120-15,-8 3-120 0,0-1-4 0,-8 4-12 16,0 4-112-16,-8 3-228 0,-5-4 8 16,-6 0-36-16,-1 1 60 0,0-4-236 15,-4-7-224-15,0-2-328 0,0-7-376 16,9-5-1548-16,-2-12-4305 0</inkml:trace>
  <inkml:trace contextRef="#ctx0" brushRef="#br0" timeOffset="50357.029">27109 4451 17037 0,'0'0'1856'0,"0"0"-1856"16,0 0 0-16,0 0 172 0,0 0 844 15,0 0 316-15,91 28-555 0,-50-23-485 0,2-5-188 16,1 0-104-16,4-5-12 0,-1-1-220 16,-3-7-313-16,-8 4-247 0,0-7-292 15,-8 4-664-15,-12 2-2008 0,-4 0-2661 0</inkml:trace>
  <inkml:trace contextRef="#ctx0" brushRef="#br0" timeOffset="50546.255">27248 4594 9156 0,'0'0'5593'0,"-24"66"-4733"0,17-30-336 16,-6 8 456-16,5 10 676 0,-3 3 48 0,2-3-400 15,5 2-575-15,0-7-317 0,0-2-148 16,1-6-180-16,3-3-84 0,0-13-68 0,0-1-100 16,0-12-244-16,0-6-340 0,7-6-245 15,-3 0-31-15,5-9-692 0,-1 0-2200 16,-5-20-2685-16</inkml:trace>
  <inkml:trace contextRef="#ctx0" brushRef="#br0" timeOffset="50684.423">27260 4867 10364 0,'0'0'6965'16,"0"0"-6113"-16,0 0-60 0,0 0 320 16,0 0 96-16,0 0 33 0,88 36-433 15,-64-36-480-15,4 0-196 0,0-11-132 16,4-4-208-16,3-5-396 0,-3-5-208 0,0-4-197 15,0-2-443-15,-12 6-1464 0,0-11-3737 16</inkml:trace>
  <inkml:trace contextRef="#ctx0" brushRef="#br0" timeOffset="50909.989">27045 4070 16221 0,'0'0'2324'16,"0"0"-2276"-16,0 0 692 0,0 0 508 16,92 0 197-16,-53 0-401 0,9 0-512 15,12-3-280-15,8 0-8 0,3-7-232 16,5 1-12-16,-4-1-244 0,0-2-336 16,-1-4-316-16,-3 3-293 0,-8 1-1063 15,-17 1-3288-15,9-1-5721 0</inkml:trace>
  <inkml:trace contextRef="#ctx0" brushRef="#br0" timeOffset="51178.542">28289 3902 15441 0,'0'0'2856'15,"0"0"-2652"-15,-21 69-196 0,10-30 696 16,2 8 812-16,-3 8 249 0,9 4-557 16,3 8-544-16,-4 9-156 0,4 6 236 15,0 11-272-15,-5 9-220 0,5 3-108 0,0 6-24 16,0 3-120-16,0 0 0 0,5-2-132 16,6-8 48-16,6-2-132 0,6-10-280 15,9-13-44-15,8-5 80 0,4-15 88 16,4-1-232-16,-5-7-232 0,1-7-873 15,-12-9-2235-15,4 4-2845 0</inkml:trace>
  <inkml:trace contextRef="#ctx0" brushRef="#br0" timeOffset="51771.826">28977 4734 7112 0,'0'0'7917'0,"0"0"-6433"0,0 0-1148 16,0 0 376-16,81 0 928 0,-38-3-100 16,4 0-371-16,9-4-685 0,0 0-288 0,0-2-100 15,0-4-96-15,0-2 0 0,-1-8-84 16,-3-2-208-16,0-1-389 0,-8-2-95 16,-9 2-128-16,-7 1-348 0,-7 6-968 15,-14 3-2188-15,-10 4-2577 0</inkml:trace>
  <inkml:trace contextRef="#ctx0" brushRef="#br0" timeOffset="51975.886">29384 4635 5044 0,'0'0'4096'0,"0"0"-3320"16,0 0 64-16,-8 79 2181 0,4-53-685 0,4 2-624 16,0 5-480-16,0-2-216 0,0 1-112 15,0 0-284-15,0-4-291 0,0 1-193 16,8-4-60-16,-4-2-76 0,3-4-84 15,6-4-28-15,-1 1-349 0,4-6-391 0,7-1-76 16,1-2-192-16,4-5-728 0,-4-2-2748 16,16-9-5749-16</inkml:trace>
  <inkml:trace contextRef="#ctx0" brushRef="#br0" timeOffset="52486.641">30101 4073 8520 0,'0'0'948'15,"0"0"3129"-15,0 0-2693 0,0 89 76 16,0-48 120-16,-4 10-312 0,0 4-140 16,-4 7-204-16,0 9-83 0,0 4-117 15,0 2-216-15,-4 6-120 0,4-1-184 16,-8 4-104-16,5 0-52 0,-2-1-4 0,2-3-44 15,3-2-8-15,-1-10 0 0,9-9-284 16,0-9-168-16,9-6-20 0,2-15-56 16,5-5-133-16,0-11-267 0,5-10-480 15,-6-5-1296-15,-2-5-2668 0,2-17-3213 0</inkml:trace>
  <inkml:trace contextRef="#ctx0" brushRef="#br0" timeOffset="52678.679">30216 5020 12913 0,'0'0'3820'0,"0"0"-3284"0,0 0 628 0,0 0 788 15,0 0-283-15,92 9-461 16,-64-6-444-16,4 0-320 0,0-3-264 0,3 0-144 16,6-6-36-16,-5 0-252 0,-5-4-244 15,1 0-288-15,0-2-148 0,-4-1-197 16,-9 1-1099-16,-2 2-3180 0,-13 1-5013 0</inkml:trace>
  <inkml:trace contextRef="#ctx0" brushRef="#br0" timeOffset="52845.901">30384 5121 6340 0,'0'0'5993'16,"0"0"-4157"-16,-12 82-348 0,12-40 712 15,-4-1-132-15,-4 7-508 0,4-4-491 16,0 1-417-16,0-4-252 0,0 0-112 15,0-6-104-15,0-3-124 0,4-10-60 16,0-9-220-16,0-4-284 0,0-5-212 16,0-4-181-16,4 0-223 0,4-4-656 0,-4-2-2552 15,0-10-3193-15</inkml:trace>
  <inkml:trace contextRef="#ctx0" brushRef="#br0" timeOffset="53017.978">30316 5359 9292 0,'0'0'5901'0,"0"0"-4693"0,0 0-536 0,0 0 768 16,0 0 336-16,80-6-143 0,-52 0-553 16,0 2-524-16,8-5-316 0,-1-1-156 15,1-5-84-15,0-2-156 0,4-5-340 16,-4 3-292-16,0-3-181 0,-1-4-359 16,1 4-996-16,-8 7-2228 0,4-4-3337 0</inkml:trace>
  <inkml:trace contextRef="#ctx0" brushRef="#br0" timeOffset="53229.975">30982 4768 17561 0,'0'0'2656'0,"0"0"-2584"0,0 0 52 0,0 0 680 16,0 0 473-16,95-21-237 0,-63 14-532 15,0 1-316-15,3 0-124 0,-3-1-68 16,5 3-72-16,-5 1-60 0,-5 0-364 16,1 1-144-16,-4 2-308 0,-8 0-257 15,-8 0-1159-15,0 2-2748 0,-8 8-3337 0</inkml:trace>
  <inkml:trace contextRef="#ctx0" brushRef="#br0" timeOffset="53375.397">31125 4981 8080 0,'0'0'7537'0,"0"0"-6721"16,0 0-452-16,0 0 704 16,0 0 360-16,0 0-56 0,0 0-448 0,83 7-631 15,-55-14-293-15,0-2-121 0,4-4-379 16,0-3-436-16,4 1-476 0,-12 4-1560 0,8-8-5205 16</inkml:trace>
  <inkml:trace contextRef="#ctx0" brushRef="#br0" timeOffset="53613.433">31806 4670 17589 0,'0'0'1208'0,"0"0"-1208"15,0 0 0-15,0 0 764 0,0 0 544 16,-7 83-215-16,7-55-633 0,-5 1-240 15,5 6 156-15,-4-3 180 0,4 0-148 0,-4-7-368 16,4-3-40-16,-4-3-400 16,4-9-264-16,0-4-136 0,0-3-161 15,4-3-699-15,0-3-1396 0,0-13-2721 0</inkml:trace>
  <inkml:trace contextRef="#ctx0" brushRef="#br0" timeOffset="53761.378">31814 4477 14929 0,'0'0'2132'0,"0"0"-1696"0,0 0 356 15,0 0 108-15,0 0-288 0,88 21-564 16,-64-10-48-16,-1 1-696 0,5 1-216 16,4-5-428-16,-8 6-1012 0,12-2-3125 0</inkml:trace>
  <inkml:trace contextRef="#ctx0" brushRef="#br0" timeOffset="54133.343">32245 4679 12345 0,'0'0'4244'0,"0"0"-3632"0,0 0-92 0,-60 68 1180 15,36-40 304-15,-4 0-391 0,4 1-561 16,0-4-416-16,8 4-212 0,1-6-148 16,7-4-184-16,3-7-88 0,1 1 76 15,4-7-80-15,4 1-40 0,1-7-152 16,6 0-24-16,5 0 36 0,4-5 0 15,0-9 32-15,8-5 16 0,0-11-144 16,4-1-160-16,4-7-24 0,0-7-24 16,3-3 48-16,1-4 12 0,4-6-73 0,-4-2-123 15,-5-8-164-15,-3 5 136 0,-4-4 208 16,-8 10 100-16,-4 6 340 0,-4 7 344 16,-8 12 0-16,4 10 220 0,-8 6 8 15,0 10-24-15,0 3-84 0,0 3-87 16,0 0-169-16,0 5-100 0,-4 12 48 0,-4 2 76 15,1 13 108-15,-2 6 32 0,-3 6 172 16,1 4-60-16,-6 3-112 0,2 0-176 16,-1-1-124-16,-1-2-72 0,-2 0-72 15,-1-1-112-15,-5-3-260 0,2-2-160 16,-1-2-208-16,4 0-205 0,1-6-567 16,6-8-1344-16,2-8-2924 0,7-8-3957 0</inkml:trace>
  <inkml:trace contextRef="#ctx0" brushRef="#br0" timeOffset="54579.484">32782 4324 16601 0,'0'0'2760'0,"0"0"-2112"0,0 0 36 15,0 0 837-15,0 0-177 0,0 0-644 16,0 0-700-16,0 0-48 0,37-67-120 15,-14 48 44-15,1 0-116 0,4 1 0 16,-4 1-52-16,0 8 88 0,-8 2 44 16,0 7 16-16,-8 0 12 0,-4 0 20 0,-4 14 112 15,0-2 132-15,-4 7 36 0,-4 3-36 16,-5 7-44-16,-2 2-28 0,2 2-12 16,-2 0-36-16,2 2 0 0,2 1-8 15,-1 2 8-15,4-3 84 0,0 0 48 16,0 0-48-16,4 0-44 0,0-3-44 15,1-1-4-15,-2-2 0 0,5 3-4 16,-4 0 4-16,4-1-4 0,-4 1-8 16,4 3 0-16,0-1 0 0,0 2 4 15,0-2-8-15,0 1 4 0,0 0-44 0,0 0-20 16,0 1-120-16,0-2-24 0,0-2-16 16,0 3 52-16,0-3 116 0,4-1-68 15,0 1-136-15,-4 3 220 0,0-3 48 16,5 3 92-16,-5-4 64 0,3 1-144 15,-3-4 48-15,4-5-60 0,-4-1 0 0,0-4-436 16,-4-1-805-16,1-7-2583 0,-14 0-6205 0</inkml:trace>
  <inkml:trace contextRef="#ctx0" brushRef="#br0" timeOffset="54713.713">32774 5613 19345 0,'0'0'2889'0,"0"0"-2333"15,0 0-496-15,0 0-60 0,-111-13-324 16,67 7-320-16,8 3-1257 0,-24-10-8900 0</inkml:trace>
  <inkml:trace contextRef="#ctx0" brushRef="#br0" timeOffset="58964.003">9422 6747 10768 0,'0'0'4393'0,"0"0"-4001"0,0 0-292 16,0 0 316-16,28-67 560 0,-12 46 192 15,4-6-380-15,8-5-212 0,8-2-24 16,12-10-28-16,12-5-148 0,7-5-72 16,9-2-72-16,4-9-60 0,8-1-3 0,3 0-105 15,1-4-64-15,3-4-133 0,-3 8 85 16,0-4 48-16,-1 6-72 0,-8 1-16 16,1 2 88-16,-7 8 0 0,-6 2-12 15,-11 7-60-15,-8 9-100 0,-13 6-80 16,-11 7 44-16,-8 9-48 0,-12 7-184 15,-4 3-148-15,-4 3 12 0,0 3 60 16,-16 6-276-16,0 7-352 0,-8 6-468 16,-8 3-608-16,8-2-793 0,-19 15-2323 0</inkml:trace>
  <inkml:trace contextRef="#ctx0" brushRef="#br0" timeOffset="59205.512">9621 6864 7248 0,'0'0'2544'15,"0"0"-1512"-15,0 0-107 0,0 0 955 16,0 0 68-16,0 0-368 0,0 0-564 16,0 0-412-16,80-95-12 0,-24 50 68 15,8-9-108-15,11 1-140 0,-2-5-168 16,-2 4-60-16,0 1-148 0,-2 1-36 15,-10 2-12-15,1 3-112 0,-5 1-56 16,-6 2-552-16,-10 6-172 0,-3-1-540 16,-12 14-1380-16,4-9-3029 0</inkml:trace>
  <inkml:trace contextRef="#ctx0" brushRef="#br0" timeOffset="59579.064">9578 5956 1160 0,'0'0'9196'0,"0"0"-8499"0,0 0-297 16,-56 95 716-16,28-48 208 0,-4 8-412 15,0 5 84-15,-4 0-128 0,1 7-472 16,-1 6-172-16,0 3-88 0,-4 4-84 15,4 5-40-15,-3-3-4 0,7 1-4 16,0-3 44-16,0-4-44 0,8-9 60 0,4-10-52 16,4-9 64-16,9-13 160 15,2-10-76-15,5-8-88 0,16-12 4 0,4-2 292 16,16-3 432-16,4 0-28 0,8-6-272 0,7-7-232 16,1-3-72-16,4-3-52 0,-1-6 4 15,5 3-100-15,0-3-48 0,3-4-72 16,2 1 20-16,-2-4-44 0,-3-3-196 15,4 0-316-15,-9-6-312 0,1-1-580 16,-16 13-1188-16,16-28-2973 0</inkml:trace>
  <inkml:trace contextRef="#ctx0" brushRef="#br0" timeOffset="59929.053">10446 5286 6216 0,'0'0'2964'16,"0"0"-951"-16,0 0-129 0,0 0 20 16,92-22-760-16,-60 15-388 0,-1 7-372 15,10 0-24-15,-1 0 12 0,3 7-112 16,1-1-52-16,0 8 88 0,4-2-60 15,-1 3-104-15,-2 2 28 0,-2 2-36 16,-3 0-76-16,-8 0 64 0,-1 3-64 16,-7 0-44-16,-3 0 72 0,-6 6-28 0,-6 4 24 15,-9 10-72-15,0 3 48 0,-17 8-48 16,-3 5-60-16,-7 8-48 0,-9 10-88 16,-8 9-200-16,-4 8-108 0,1 2 48 15,-9 0-100-15,4 1 8 0,-3-4-48 16,2-3-312-16,1-4-876 0,17-24-2077 15,-14 19-2055-15</inkml:trace>
  <inkml:trace contextRef="#ctx0" brushRef="#br0" timeOffset="61092.377">13670 6591 5744 0,'0'0'5445'16,"0"0"-3281"-16,0 0-1120 0,0 0-400 0,0 0 592 15,0 0 120-15,0 0-220 0,0 0-264 16,0 0-272-16,15 13-76 0,17-7 400 16,9 1-231-16,6 2-169 0,1-3 44 15,3 1 36-15,1-4-328 0,0-3-132 16,-4 0-48-16,4-7-56 0,0-2-40 15,-5-4-12-15,1 0-108 0,-4-6-168 16,-4 4-280-16,0-4-132 0,-8 3-100 16,-4 2-309-16,-4 6-931 0,-12 2-2728 0,-9 6-2797 15</inkml:trace>
  <inkml:trace contextRef="#ctx0" brushRef="#br0" timeOffset="61379.198">14235 6591 6536 0,'0'0'2620'0,"0"0"333"0,0 0-1357 0,0 0-188 16,0 0 288-16,0 0-332 16,-88 54-416-16,77-35-356 0,3 1-164 0,-4 1-64 15,4 5-60-15,-4 6 4 0,4-1-40 16,0 4 8-16,0 3 41 0,0 4-37 16,0 2-112-16,0 3-8 0,0 5-76 15,4-5-24-15,1 7-12 0,3-7 0 16,0 2 28-16,0-9-28 0,7-7-48 15,5-5-12-15,4-9 4 0,4-3-68 16,4-7 4-16,4-3 68 0,4-6-68 0,-1 0 64 16,5-6-40-16,1-10-108 0,-2-3-220 15,5-6-221-15,0-3-219 0,0-1-196 16,0 1-292-16,-5-2-964 0,-7 11-2584 16,12-9-3405-16</inkml:trace>
  <inkml:trace contextRef="#ctx0" brushRef="#br0" timeOffset="61771.761">15140 6536 6796 0,'0'0'5817'0,"0"0"-4921"0,0 0-516 0,0 0 356 16,0 0 572-16,-80 77 132 0,60-48-560 16,4-1-312-16,4 5-104 0,0 0-56 15,1 6-32-15,2 5-8 0,1 1-4 16,5 6-44-16,-1 3-92 0,0 1-8 15,4-2-24-15,0 1-3 0,0-3-33 0,8-4-40 16,-1-5-60-16,2-5-8 0,6-9-44 16,-3-1-16-16,4-8-32 0,-4-7-20 15,8-2 52-15,-3-4-112 0,-2 1-16 16,5-7-193-16,0-4 13 0,0-5-132 16,4-4-284-16,4-6-312 0,-5-3-348 15,-3 6-660-15,12-12-3833 0</inkml:trace>
  <inkml:trace contextRef="#ctx0" brushRef="#br0" timeOffset="62058.632">15451 6794 7036 0,'0'0'8213'0,"0"0"-6897"16,0 0-1308-16,0 0 592 0,0 0 540 15,92 6 324-15,-61-2-280 0,1 2-444 16,0 1-167-16,8-7-149 0,-5 0-156 16,1 0-124-16,1 0-96 0,2-7-48 15,-3-3-60-15,0 1-156 0,-4-4-296 16,-1-2-169-16,-3 2-255 0,-3 4-188 0,-5-4-572 15,-9 7-820-15,-3-1-2893 16,-8 1-1555-16</inkml:trace>
  <inkml:trace contextRef="#ctx0" brushRef="#br0" timeOffset="62279.137">15678 6835 9580 0,'0'0'4005'0,"0"0"-3081"0,-12 68-152 0,8-37 260 16,4 7 548-16,-5 3-100 16,5 5-356-16,0 4-76 0,0-3-451 0,-3 1-345 15,-1-3-184-15,0-5-68 0,0-5-76 16,0-3-152-16,4-6-357 0,0-8-143 16,0-5-200-16,0-7-264 0,0-6-952 15,0 0-1772-15,0-2-2205 0</inkml:trace>
  <inkml:trace contextRef="#ctx0" brushRef="#br0" timeOffset="62432.637">15694 7219 12805 0,'0'0'1908'0,"0"0"-1088"0,0 0 184 0,0 0-20 16,83-19-68-16,-67 13-16 0,4 3-324 16,0-6-236-16,0 2-192 0,0-2-148 15,-4-4-212-15,-4 7-376 0,-4 0-196 16,0-1-228-16,-8 7-360 0,0 0-720 15,0 2-1116-15,-8 9-2357 0</inkml:trace>
  <inkml:trace contextRef="#ctx0" brushRef="#br0" timeOffset="62596.366">15666 7424 4636 0,'0'0'5244'0,"0"0"-2707"16,0 0-1413-16,0 0-300 0,0 0 340 0,0 0 280 15,0 0 64-15,44 65-168 16,-20-65-568-16,-4 0-336 0,7-3-156 0,5-5-96 15,-4-6-88-15,4-5-96 0,-4-2-44 16,0-6-236-16,0-1-232 0,0-5-440 16,-8 3-412-16,3-5-940 0,-7 9-2937 0,0-12-4951 0</inkml:trace>
  <inkml:trace contextRef="#ctx0" brushRef="#br0" timeOffset="62843.382">16503 6664 6368 0,'0'0'9105'15,"0"0"-8061"-15,0 0-756 0,47 72-40 0,-31-45 496 16,0-2 824-16,-4 4-444 0,4-1-552 16,0 7-280-16,3 2-36 0,-2 5-60 15,-1 3-111-15,-8 3-77 0,-4-1 36 16,-4 4-44-16,0 3-8 0,-12 0-52 0,-8-4-293 15,-4 1-111-15,-4-3 28 0,-4-6 56 16,4-9-144-16,-4-4-188 0,0-6-436 16,4-10-736-16,5-4-2104 0,-1-9-3633 0</inkml:trace>
  <inkml:trace contextRef="#ctx0" brushRef="#br0" timeOffset="63294.053">17411 7017 9188 0,'0'0'4081'0,"0"0"-2129"15,80 18-444-15,-45-8-216 0,10-3-356 16,-2 0-212-16,1-7-148 0,0 0-220 16,-1 0-212-16,6-10-12 0,-6-4-132 0,-3-2-136 15,0 1-548-15,-8-1-232 16,-4 0-268-16,-9 3-612 0,-6 4-2080 0,-9 6-3393 0</inkml:trace>
  <inkml:trace contextRef="#ctx0" brushRef="#br0" timeOffset="63481.723">17650 7280 9924 0,'0'0'2957'15,"0"0"-761"-15,0 0-384 0,0 0-364 16,108 23-156-16,-72-20-300 0,7-3-384 15,1-7-172-15,4-9-71 0,4 0-205 16,0-6-160-16,-5-4-212 0,1-2-409 16,0 0-315-16,-4-1-364 0,0-2-1088 15,-13 8-2660-15,13-5-3813 0</inkml:trace>
  <inkml:trace contextRef="#ctx0" brushRef="#br0" timeOffset="63716.334">18761 6769 16341 0,'0'0'1960'16,"0"0"-1368"-16,0 0-384 0,0 0 200 15,96 16 252-15,-68-10 544 0,4-3-291 16,3-3-489-16,6 0-228 0,-1-6-148 15,-1-4-48-15,2-5-244 0,-6-1-520 16,1 0-1-16,-8 0-151 0,-4 6-396 16,-8 1-1128-16,-9 2-2732 0,-7 2-3769 0</inkml:trace>
  <inkml:trace contextRef="#ctx0" brushRef="#br0" timeOffset="63912.481">18957 6864 4272 0,'0'0'9085'0,"0"0"-7397"0,-12 89-668 16,12-48 244-16,-8 10 328 0,4 3 100 16,0 0-307-16,-4 0-485 0,0 0-344 15,0-7-316-15,0-2-96 0,4-4-132 16,-4-6-12-16,0-7-64 0,4-5-20 16,1-7-168-16,-1-4-172 0,-1-2-220 15,5-4-277-15,0-2-275 0,0-4-868 16,0 0-2788-16,-8-6-3125 0</inkml:trace>
  <inkml:trace contextRef="#ctx0" brushRef="#br0" timeOffset="64102.163">18917 7254 7460 0,'0'0'6997'0,"0"0"-5801"16,0 0-204-16,0 0 424 0,99-5-244 0,-75 5 272 15,0-4-239-15,4 4-297 0,0-3-288 16,0-1-296-16,0 1-204 0,-5-3-120 15,5 1 0-15,0-2-48 0,-3 3-36 16,-1-2-48-16,-9-1-692 0,2 1-72 16,-6 3 19-16,-3 3-391 0,1 3-1188 15,-9 7-2604-15,0 3-1057 0</inkml:trace>
  <inkml:trace contextRef="#ctx0" brushRef="#br0" timeOffset="64279.846">18997 7718 11281 0,'0'0'4100'0,"0"0"-3156"16,0 0-592-16,0 0 8 0,0 0 248 15,0 0 628-15,0 0-84 0,99 0-456 16,-67 0-368-16,4 0-256 0,4-3-72 0,4-1-124 16,8-1 28-16,-5 2-724 0,1-4-564 15,-8 4-912-15,12-1-3453 0</inkml:trace>
  <inkml:trace contextRef="#ctx0" brushRef="#br0" timeOffset="64466.326">20682 7760 21281 0,'0'0'2873'0,"0"0"-1681"0,0 0-700 15,0 0-492-15,0 0-176 0,0 0-112 16,0 0 36-16,0 0-24 0,0 0-328 16,-87-17-520-16,66 10-1525 0,-18 2-7024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8:35:28.954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14669 4505 13269 0,'0'0'2304'15,"0"0"-1448"-15,0 0-604 0,0 0 272 16,0 0 404-16,0 0 68 0,0 0 96 16,0 0 152-16,80 35-467 0,-48-26-161 0,4 1-44 15,4-3-4-15,-4-5-112 16,4-2-68-16,-4 0-64 0,-1 0-84 0,1-2-96 16,1-5-96-16,-6 1 0 0,1-7-48 15,-5 4-48-15,-3-5-24 0,1 2-168 16,-9 5-280-16,-1-2-276 0,-7 4-192 15,1 0-397-15,-9 5-1327 0,0 0-3100 16,0 0-3157-16</inkml:trace>
  <inkml:trace contextRef="#ctx0" brushRef="#br0" timeOffset="245.515">15064 4578 5976 0,'0'0'7549'0,"0"0"-6117"0,0 0-424 0,0 0 356 16,-43 89-240-16,30-64-40 0,5 11-328 15,4-5-256-15,1 7-48 0,-5 3 120 0,8 0-123 16,-5 8-121-16,5-2-112 16,0 4-44-16,9 2 128 0,-2-4 124 0,5-9-184 15,4-1-152-15,0-8-4 0,4-2-24 16,4-7-60-16,0-2-48 0,3-5 48 16,5-5-8-16,5-1-4 0,3-9-60 15,-1 0-136-15,5-9-152 0,4-11-196 16,4-5-136-16,0-3-173 0,3-7-255 15,1-3-1116-15,-17 9-2892 0,17-13-4121 0</inkml:trace>
  <inkml:trace contextRef="#ctx0" brushRef="#br0" timeOffset="713.864">16546 4692 1044 0,'0'0'10505'15,"0"0"-8293"-15,0 0-464 0,0 0-184 0,48 89-200 16,-32-47-84-16,0 5-232 0,-4 7-400 16,-5 3-199-16,2 4-85 0,-1 2-12 15,-4-2 288-15,-4-7-276 0,0-10-248 16,4-12-116-16,-1-11-132 0,2-10-24 16,-1-5-208-16,0-6-280 0,4-3-169 15,-1-7-99-15,2-6-936 0,-1 0-2484 16,0-12-3133-16</inkml:trace>
  <inkml:trace contextRef="#ctx0" brushRef="#br0" timeOffset="930.183">16610 5003 6472 0,'0'0'4793'0,"0"0"-1929"0,0 0-1208 0,0 0-228 16,0 0-32-16,0 0-144 0,0 0-284 15,0 0-240-15,0 0-59 0,76 17 179 16,-40-17-136-16,7 0-240 0,9-10-148 15,8-3-20-15,4-3-64 0,3-6 12 16,9 3-96-16,-4-4-36 0,4 4-116 16,-4 0-4-16,-5 1-84 0,-7 2 76 15,-4 0-208-15,-9 3-276 0,-2-2-340 16,-6 2-256-16,-3 0-309 0,-12 4-1563 0,-4-1-5305 0</inkml:trace>
  <inkml:trace contextRef="#ctx0" brushRef="#br0" timeOffset="1195.773">17575 4734 952 0,'0'0'11465'0,"0"0"-8681"0,0 0-1052 15,0 0-132-15,0 0-188 0,0 0-108 16,0 0-295-16,86 15-305 0,-61-11-136 0,6 2-84 16,1-4-136-16,5 5-156 15,3 0-48-15,-1-1 28 0,4 7 392 0,-6 0-176 16,-1 3-388-16,-12 6-48 0,-1 3-12 0,-6 8 12 15,-10 0-144-15,-7 12-216 16,-7 0 44-16,-14 6 28 0,-7-4 36 0,0 1 56 16,-4-7 52-16,1-3-52 0,-1-5-92 15,0-6-232-15,0-7-137 0,4-4-563 16,-4-7-1360-16,13-4-3504 0,-1-5-4869 0</inkml:trace>
  <inkml:trace contextRef="#ctx0" brushRef="#br0" timeOffset="1826.76">18722 4829 1368 0,'0'0'10337'0,"0"0"-7873"0,0 0-888 0,0 0-332 15,0 0-16-15,0 0 136 0,112 22-56 16,-65-19-384-16,1-3-307 0,3 0-217 16,2 0-168-16,-5-9-64 0,3-1-48 15,-7-5-120-15,0-2 0 0,-5-2-72 0,-2 1-324 16,-5-1-344-16,0 0-101 0,-9 0-23 15,-3 6 20-15,-8 3-532 0,-4 3-820 16,-8 5-852-16,-4 2-965 0,-12 2 945 16,-4 5 188-16,-3 3-68 0,-5-1 2885 15,0 7 63-15,-4-3 1811 0,4 6-791 16,0 0 3432-16,4 3-2284 0,4 4-375 16,0 2-177-16,4 3-192 0,0 7-160 15,4 1-72-15,4 6-108 0,4 2-172 16,0 1-16-16,4-4 72 0,0-3-240 15,12-2 53-15,1-8 91 0,2-3-376 0,5-4-196 16,0-6-44-16,4-5-124 0,7-4-124 16,-3-2-8-16,8-7-168 0,5-7-412 0,-2-8-136 15,5-10-72-15,4-5-37 16,4 2-359-16,-1-4-1120 0,5 4-2152 0,-16 4-533 16,19-6-2731-16</inkml:trace>
  <inkml:trace contextRef="#ctx0" brushRef="#br0" timeOffset="2278.015">19993 4356 4528 0,'0'0'8905'0,"0"0"-7045"15,0 0-1220-15,0 0-148 0,0 0 396 16,0 0 644-16,0 0-268 0,-8 73-532 16,4-51-320-16,4 6-108 0,0 2 13 15,0 1 71-15,4 7 84 0,4 7-72 0,-1 2-72 16,6 4-88-16,-5 9-24 0,-5 4-32 16,1 5 8-16,0 8-48 0,-4 2-24 15,0 4-60-15,0-4-16 0,0 0-44 16,0-2-132-16,0-8 84 0,0-5-84 0,0-7-36 15,5-9-100-15,3-7-104 0,-1-5-208 16,1-11-136-16,1-3-145 0,-1-6-299 16,3-7-792-16,-7-6-3240 0,5-6-6441 0</inkml:trace>
  <inkml:trace contextRef="#ctx0" brushRef="#br0" timeOffset="2700.891">20324 5331 3708 0,'0'0'1096'0,"0"0"5545"0,0 0-4833 16,0 0-476-16,0 0 216 0,0 0 52 15,0 0-208-15,99 22-288 0,-71-14-324 16,0-1-184-16,4 0-71 0,0-7-77 16,3 0-108-16,1-3-196 0,1-8-96 15,-2-3-48-15,1-5-228 0,-4-4-320 16,-4-3-133-16,-4 1-107 0,-9 6-152 16,2 0-400-16,-13 6-792 0,-4 4-2040 0,0 3-2581 15,-13 6 1461-15</inkml:trace>
  <inkml:trace contextRef="#ctx0" brushRef="#br0" timeOffset="2893.199">20518 5403 3508 0,'0'0'628'0,"0"0"4980"0,-19 89-3571 15,19-50-169-15,0 11 4 0,0 8 4 16,4-1-208-16,0 3-404 0,4 0-328 16,-5-3-267-16,-3-2-305 0,4-5-144 15,-4-6-104-15,5-9-116 0,-5-6-72 16,0-10-64-16,4-7-336 0,0-1-257 15,-4-8-199-15,4-3-136 0,0 0-452 16,-4 0-1516-16,0-14-3549 0</inkml:trace>
  <inkml:trace contextRef="#ctx0" brushRef="#br0" timeOffset="3051.057">20531 5880 3268 0,'0'0'10269'0,"0"0"-8621"16,0 0-328-16,0 0 504 0,79 0-188 15,-51-3-260-15,0-4-307 0,4-2-497 16,4-4-320-16,-5 0-192 0,1-2-60 16,0-1-96-16,-4 0-244 0,0 3-348 15,-4 1-345-15,-3-1-371 0,-10 10-1424 16,-3-1-3177-16,-8 11-4367 0</inkml:trace>
  <inkml:trace contextRef="#ctx0" brushRef="#br0" timeOffset="3226.745">20554 6245 11997 0,'0'0'5576'15,"0"0"-4636"-15,0 0-488 0,0 0 336 0,0 0 260 16,0 0 97-16,112-10-345 0,-72 1-388 16,8-7-132-16,-1 0-124 0,1 0-156 15,1 1-56-15,-6-5-236 0,0 5-544 16,2 2-513-16,-13 3-791 0,7 3-4668 0</inkml:trace>
  <inkml:trace contextRef="#ctx0" brushRef="#br0" timeOffset="4675.074">21562 4768 104 0,'0'0'11269'0,"0"0"-9897"0,0 0-860 15,0 0 340-15,0 0 488 0,0 0 28 0,0 0-276 16,0 0-300-16,0 0-128 0,0 0 144 15,32-21-260-15,-11 33-96 0,-2 4 108 0,1 3-243 16,-3 0-173-16,-2-3-88 16,-2 0-56-16,-2-4-60 0,-3 1-196 0,-1 1-569 15,-2-2-299-15,-5 1-336 16,0-1-1320-16,0-2-2817 0,-12 2-3831 0</inkml:trace>
  <inkml:trace contextRef="#ctx0" brushRef="#br0" timeOffset="4844.028">21594 5117 7292 0,'0'0'5917'16,"0"0"-4581"-16,0 0-568 0,0 0 252 15,36 77 252-15,-27-64-24 0,2 0-328 0,6-7-552 16,-2 0-236-16,5-6-124 16,0 0-8-16,8-3-108 0,0-13-604 0,3-6-272 15,1-8-752-15,-8 5-2812 0,4-15-4825 0</inkml:trace>
  <inkml:trace contextRef="#ctx0" brushRef="#br0" timeOffset="5040.457">22252 4714 15045 0,'0'0'2244'0,"0"0"-1612"0,0 0 24 16,76 14 464-16,-41-14 244 0,1 0-75 15,5 0-345-15,2 0-544 0,5-11-280 16,3 3-72-16,-2-9-48 0,3 2-164 16,-5-5-344-16,1 1-280 0,-8 4-217 0,-8 2-179 15,-4 4-892-15,-9 2-2392 0,-14 7-2757 0</inkml:trace>
  <inkml:trace contextRef="#ctx0" brushRef="#br0" timeOffset="5243.428">22610 4761 572 0,'0'0'9956'0,"0"0"-7183"0,0 0-1997 16,-24 68-184-16,20-40 620 0,0 7 660 16,1 1-232-16,3-3-528 0,0 9-488 15,0-3-116-15,0 5-91 0,0-2-129 16,-4-2-92-16,0 2-108 0,-5-4-88 16,1 0-96-16,1-7-100 0,3-1-240 15,0-5-137-15,0-6-59 0,-1-3-88 0,1-7-164 16,4-5-348-16,0-1-940 0,0-3-2180 15,0-7-2309-15</inkml:trace>
  <inkml:trace contextRef="#ctx0" brushRef="#br0" timeOffset="5388.685">22659 5216 11745 0,'0'0'4080'0,"0"0"-3424"16,0 0 192-16,0 0 536 15,95-9-132-15,-71 5-144 0,-1 2-412 0,1-5-355 16,4 1-197-16,-3-1-144 0,-1-2-112 15,-1 3-389-15,-3-1-311 0,-3 4-180 16,-6 3-224-16,-3 0-1320 0,-8 5-3673 0,-8 19-3599 16</inkml:trace>
  <inkml:trace contextRef="#ctx0" brushRef="#br0" timeOffset="5561.21">22623 5543 6352 0,'0'0'8221'16,"0"0"-6797"-16,0 0-1008 0,0 0 232 15,0 0 704-15,0 0 136 0,0 0-256 16,0 0-371-16,87 38-313 0,-55-47-284 16,8-4-264-16,-4-6-96 0,7-4-244 15,2 4-168-15,2-6-185 0,5 3-355 16,4 0-44-16,0 3-1060 0,-17 3-3476 0,17-3-4773 0</inkml:trace>
  <inkml:trace contextRef="#ctx0" brushRef="#br0" timeOffset="5771.282">23762 5089 16253 0,'0'0'2936'16,"0"0"-2324"-16,0 0-136 0,0 0 88 16,83 0 420-16,-55 0 145 0,4 0-285 15,9 0-336-15,2-3-244 0,4 1-192 16,5-9-72-16,4 5-60 0,4-4-12 15,4-2-12-15,-4-4-300 0,-4 3-392 0,-5-6-132 16,-7 3-61-16,-4 1-507 0,-1-4-1336 16,-15 6-3244-16,-3-10-4409 0</inkml:trace>
  <inkml:trace contextRef="#ctx0" brushRef="#br0" timeOffset="6029.205">24371 4692 5184 0,'0'0'9877'0,"0"0"-8265"0,0 0-1476 0,0 0 288 16,84 6 208-16,-52-2 160 0,0-1 252 16,4 1-252-16,4 1-340 0,-4 5-196 15,-1 0-112-15,-7 3-92 0,0 1 20 16,-8 6 60-16,-4 2 28 0,-8 4-63 16,-4 2-37-16,-4 11 0 0,-12-1 16 15,-8 6-4-15,1 4 48 0,-9-1-36 16,0-3-80-16,-4-2-4 0,8-4-72 15,3-12-208-15,10-4-133 0,3-10-171 0,4-2-184 16,4-7-236-16,12-3-304 0,8-6-172 16,8-13 220-16,8-6-3809 0,-8 2-4035 15,15-38 8372-15</inkml:trace>
  <inkml:trace contextRef="#ctx0" brushRef="#br0" timeOffset="6229.104">25368 4607 11417 0,'0'0'7856'0,"0"0"-6264"16,0 0-1240-16,0 0 220 0,0 0 109 15,92 19 55-15,-57-19 304 0,5 0-448 16,8-3-352-16,3-7-192 0,-3-2-48 16,5-5-264-16,-10 1-208 0,0-3-180 15,-2 1-60-15,-2 1-148 0,-7-1-541 0,-4 6-1099 16,-4-2-1904-16,-12 4 251 15,-8-2-4759-15</inkml:trace>
  <inkml:trace contextRef="#ctx0" brushRef="#br0" timeOffset="6416.625">25703 4559 7916 0,'0'0'6777'0,"0"0"-5281"0,-37 92-956 16,29-51 232-16,-3 7 624 0,2 3 244 15,1 3-239-15,4-3-237 0,-3 0-476 16,3-1-312-16,-5 1-196 0,5-7-120 15,4-2-60-15,-4-8-8 0,4-5-64 16,0-6-96-16,0-8-100 0,4-5-200 16,0-4-200-16,1-3-32 0,-1 0-105 15,-4-3-255-15,4 0-608 0,-4-6-2228 16,0-7-2457-16</inkml:trace>
  <inkml:trace contextRef="#ctx0" brushRef="#br0" timeOffset="6611.114">25666 5086 13329 0,'0'0'5440'0,"0"0"-4740"0,0 0-36 0,0 0 384 16,0 0-135-16,0 0 343 0,0 0-288 15,80 3-424-15,-56-8-292 0,8-9-180 16,-4 1-64-16,8-2-8 0,-1-1-108 16,5 0-144-16,4-3-52 0,-4 6-176 15,0 1-176-15,-5 2 4 0,-2 3-24 16,-6 5-373-16,-3 2-587 0,-7 0-1024 15,-6 6-2088-15,-7 7-1717 0</inkml:trace>
  <inkml:trace contextRef="#ctx0" brushRef="#br0" timeOffset="6810.791">25750 5426 9500 0,'0'0'8449'0,"0"0"-7169"0,0 0-876 16,0 0 100-16,0 0 56 0,0 0 729 15,96 6 91-15,-56-15-460 0,7-1-428 0,2 0-260 16,2 1-136-16,5-4-36 0,0 4 60 16,0-4-16-16,0 1-104 0,-1 1-216 15,1-4-316-15,-8 3-264 0,-5-1-304 16,2 1-745-16,-14 1-2571 0,9-1-6673 0</inkml:trace>
  <inkml:trace contextRef="#ctx0" brushRef="#br0" timeOffset="178638.565">5295 7007 10920 0,'0'0'2229'0,"0"0"-1477"0,0 0-396 16,0 0 340-16,0 0 604 0,0 0-92 15,0 0-196-15,0 0-176 0,0 0-12 16,-4-32-44-16,12 51-368 0,3 11-20 15,2 5-3-15,-6 12 83 0,5 13-256 0,-3 6-92 16,-5 8 8-16,3-5-84 0,-3 1-44 16,5-12-4-16,-1-11-60 0,-1-12 12 15,5-13 36-15,0-10-72 0,0-7-4 16,0-5-8-16,8-14-60 0,-4-5 48 0,8-9-16 16,-4-4-56-16,0-3-40 0,-1-7 27 15,-2 5 93-15,-2 2-32 0,1 6-4 16,5 7-8-16,-6 6 48 0,2 9-16 15,2 7 0-15,-3 9 112 0,0 8 184 16,0 5-76-16,-1 7-60 0,2 3 36 16,-6 0 16-16,6 1 56 0,-6 3 161 15,2-7 11-15,-1-4-124 0,-5-6 172 16,2-6-96-16,-1-10-76 0,-1-3-32 16,5-3-52-16,-3-10-12 0,2-6 60 15,6-10-20-15,-6-6-136 0,6-2-12 16,2-10-160-16,-3-2-92 0,4-4-160 15,4-2-204-15,4-2-125 0,-4 0-123 0,4 0-296 16,-5-1-932-16,-3 14-1836 0,1-19-2193 0</inkml:trace>
  <inkml:trace contextRef="#ctx0" brushRef="#br0" timeOffset="179071.55">6367 6524 7052 0,'0'0'5621'0,"0"0"-4345"15,0 0-784-15,0 0 408 0,0 0 344 16,-49 76 24-16,46-59-316 0,-5 1-340 16,4 1-208-16,0 7-108 0,-1 5-76 15,5 8-16-15,0 5 16 0,0 7 12 16,0 3-24-16,0 6 24 0,0 5 96 16,0 3-111-16,5 9-117 0,-5-1-56 15,0-4-44-15,0 2-8 0,0-8 4 16,0-12-56-16,0-9-136 0,4-13 99 0,4-13 21 15,-1-9 28-15,1-8-48 16,5-4-24-16,-2-11-4 0,6-9 112 0,2-13-36 16,1-6-112-16,1-8-32 0,-6 2 32 0,5 3 64 15,-4 2-52-15,-4 7 28 0,4 7 44 16,-9 12 16-16,6 3 48 0,-5 10 12 16,-5 3 60-16,1 6 196 0,5 4 124 15,-5 9-64-15,4 3-72 0,-5 7 24 16,1 3 33-16,0 6-105 0,1 1 24 15,-1 1-40-15,-4-1-84 0,4-1 0 16,-4-7-20-16,0-6-4 0,0-5-72 16,0-8-56-16,4-5-8 0,-4-5-44 15,3-2-156-15,1 0-320 0,0-6-245 16,0-2-195-16,9-6-400 0,-6-8-1376 0,1 6-2841 16,-3-15-3251-16</inkml:trace>
  <inkml:trace contextRef="#ctx0" brushRef="#br0" timeOffset="179389.172">6833 7464 7172 0,'0'0'6825'0,"0"0"-5741"16,0 0-804-16,0 0 408 0,28 70 812 15,-24-63-52-15,-4-5-492 0,3-2-360 16,5-2-180-16,1-8-136 0,2-6 0 16,5-7-232-16,4-5-48 0,0 0-292 15,-4-4-60-15,4 0-28 0,-5 3-20 16,-2 1 20-16,-1 5 48 0,-5 5-84 15,-2-2 20-15,-5 4 200 0,-5 4 12 0,-6-1 96 16,-5 7 80-16,0-1 8 0,-4 7 128 16,0 0 96-16,4 13 96 0,1 6-312 15,-6 7 124-15,6 8 140 0,-2 5 120 16,6 5 12-16,-6 0-60 0,6-2-76 16,-2 3-60-16,6-8-28 0,-1-2-68 15,8-9-112-15,0-6-48 0,0-6-28 0,4-3-20 16,7-6-196-16,6-2-88 0,-2-3-108 15,5 0-52-15,5-5-112 0,3-9-100 16,3 0-492-16,1-3-1024 0,-8 1-1981 16,12-9-2135-16</inkml:trace>
  <inkml:trace contextRef="#ctx0" brushRef="#br0" timeOffset="179679.877">7394 7324 6988 0,'0'0'5477'0,"0"0"-3149"16,0 0-1548-16,0 0-152 0,8 73 696 15,-12-41 468-15,-4 3-252 0,1 4-423 16,3-1-269-16,-1-7-168 0,5-6-356 16,-4-5-324-16,4-8-12 0,0-9-108 15,0 1-108-15,4-4-184 0,9-10 72 16,2-6 60-16,5-3-32 0,1-9-201 0,2-4-47 16,-3 0-60-16,0 4 32 0,-1 2 196 15,2 5 172-15,-5 7 72 0,-4 1 88 16,-1 7-4-16,2 6 52 0,-5 0 12 15,-1 3 516-15,-3 10 72 0,-4 4-184 16,0-3-208-16,0 9-76 0,0-2-32 16,-4 8-88-16,-3 1-4 0,3-2-60 15,4 7-180-15,0-1 40 0,0 2-900 0,0-4-948 16,0-10-1728-16,-13 6-4257 0</inkml:trace>
  <inkml:trace contextRef="#ctx0" brushRef="#br0" timeOffset="180286.583">1641 6889 11781 0,'0'0'2108'0,"0"0"-1172"0,0 0 148 16,0 0 332-16,0 0-228 0,0 0-304 15,0 0 84-15,80-3 104 0,-41 3-379 16,10 0-317-16,2 0-40 0,5 0-164 15,-4-2-108-15,-5 2-60 0,1-7-8 16,-8 3 4-16,4-5-168 0,-4 4-112 0,-4-9-340 16,-1 4-229-16,-7 1-251 0,-4 2-324 15,-3 5-1060-15,-6-2-1348 0,-11 4-2025 0</inkml:trace>
  <inkml:trace contextRef="#ctx0" brushRef="#br0" timeOffset="180485.745">2107 7013 2632 0,'0'0'180'0,"0"0"760"15,-72 67 4476-15,52-36-3143 0,1 14-441 16,2 6 56-16,2 3-164 0,6 7-236 16,5 2-284-16,1 1-140 0,3 2-188 15,0-6-243-15,0 1-233 0,0-8-236 16,0-6-164-16,0-11-72 0,3-11-24 16,1-9-40-16,-4-5-252 0,5-11-389 15,-1 0-223-15,4 0-248 0,-4-5-596 16,3-7-972-16,-2-1-1749 0,-5-6-1183 0,0 4 1808 15</inkml:trace>
  <inkml:trace contextRef="#ctx0" brushRef="#br0" timeOffset="180629.465">1888 7518 1292 0,'0'0'8756'0,"0"0"-6719"0,0 0-1013 16,0 0 512-16,0 0 340 0,0 0-408 0,0 0-324 16,88-22-88-16,-64 22-128 0,0 0-212 15,4 0-255-15,0 0-229 0,4-4-192 16,-1-2-40-16,1 0-220 0,0-3-361 15,4 2-307-15,-4 0-336 0,3 2-620 16,-7 2-2548-16,12 3-2673 0</inkml:trace>
  <inkml:trace contextRef="#ctx0" brushRef="#br0" timeOffset="181007.449">2578 7464 5700 0,'0'0'9245'0,"0"0"-7809"0,0 0-976 16,0 0 472-16,0 0 352 0,-80 83-340 16,68-61-272-16,3 0-196 0,5-3-112 0,4-3-208 15,0 1-156-15,0-8-96 16,0-4-84-16,4 2 32 0,1-7-36 0,3 0-60 16,0 0-24-16,-1 0 12 0,2-10 124 15,3 1-64-15,4-4-124 0,-1-6-60 16,2 0-12-16,-2 3 84 0,5-2 36 0,-4 5 0 15,-4 2 76-15,4 6 44 0,-4 2 56 16,0-1 44-16,0 4 52 0,-4 4 164 16,0 2 328-16,-4 3-36 0,4 1-60 15,-5 6 44-15,1-3-8 0,1 2-116 16,-1 5-72-16,0-8-140 0,0 2-104 16,0-5-136-16,-1-4-60 0,1-1-232 15,1-1-124-15,3-3-260 0,3 0-312 16,2-7-932-16,-1-5-600 0,-1-1-2405 15</inkml:trace>
  <inkml:trace contextRef="#ctx0" brushRef="#br0" timeOffset="181150.17">3044 7467 2672 0,'0'0'7992'0,"0"0"-5627"0,0 0-1273 16,-21 69 624-16,10-42 184 0,3 1-236 15,-1-2-452-15,2-5-348 0,3-5-391 16,4-6-473-16,0-3-48 0,0 0-173 15,8-5-203-15,-1-2-64 0,6 0-84 16,-2-6-124-16,10-11 20 0,-6-2-476 16,5-9-1112-16,-8 6-2273 0,12-23-2431 0</inkml:trace>
  <inkml:trace contextRef="#ctx0" brushRef="#br0" timeOffset="181338.572">3366 6906 7856 0,'0'0'6381'0,"0"0"-4857"0,9 69-1260 16,-9-31 428-16,0 16 784 0,0 3 136 0,0 7-316 16,0 2-347-16,0 2-213 15,7 1-44-15,-3-6-452 0,4-2-240 0,0-13-316 0,0-7-200 16,0-9 116-16,-4-7 84 0,4-8-161 16,-5-6-311-16,-3-1-252 0,0-3-668 15,-3-7-900-15,-5 0-1628 0,-12 0-3061 0</inkml:trace>
  <inkml:trace contextRef="#ctx0" brushRef="#br0" timeOffset="181493.172">3103 7518 5532 0,'0'0'4288'15,"0"0"-1647"-15,0 0-2053 0,0 0 264 16,0 0 640-16,88-12-184 0,-56 9-448 16,4-4-316-16,0-3-200 0,-1-2-172 15,1-1-172-15,0-3-4 0,-5 0-524 0,-6 0-392 16,-1 3-232-16,-4 4-348 0,-1 6-972 15,-6 0-649-15,-9 3-1279 0</inkml:trace>
  <inkml:trace contextRef="#ctx0" brushRef="#br0" timeOffset="181756.379">1932 8328 8492 0,'0'0'5133'16,"0"0"-4737"-16,0 0-68 0,0 0-264 16,0 0 696-16,0 0-384 0,0 0-12 15,0 0 1076-15,92 3-452 0,-29-12-332 0,13-5-252 16,12 5-72-16,-1-3-188 0,5 1 52 16,4-1 76-16,-5-1-152 0,5 5 16 15,-5-9 8-15,5 1-32 0,-4 0-28 16,3 0-84-16,-7 1-36 0,0-1-24 15,-4 0-320-15,-13 0-304 0,-3 2-260 16,-9-1-316-16,-14 5-956 0,6-2-3213 0</inkml:trace>
  <inkml:trace contextRef="#ctx0" brushRef="#br0" timeOffset="181961.132">3948 7508 8644 0,'0'0'9249'0,"0"0"-8237"16,0 0-1012-16,0 0-112 0,0 0 112 16,0 0 76-16,0 0-76 0,0 0-376 15,80 52-660-15,-72-49-856 0,-1 6-2973 0</inkml:trace>
  <inkml:trace contextRef="#ctx0" brushRef="#br0" timeOffset="182122.599">4099 7849 9128 0,'0'0'8417'0,"0"0"-7129"16,0 0-1068-16,0 0 480 0,0 0 360 15,0 0-72-15,0 0-647 0,0 0-341 0,0 0-561 16,0 0-231-16,0 0-440 0,72 15-1548 15,-56-8-5309-15</inkml:trace>
  <inkml:trace contextRef="#ctx0" brushRef="#br0" timeOffset="183011.429">9219 6775 536 0,'0'0'10481'0,"0"0"-8097"0,0 0-976 15,0 0-164-15,0 0 356 0,0 0-216 16,0 0-124-16,112 60-332 0,-69-47-247 16,5 0-281-16,-4-7-12 0,4 0-156 0,-4-6-136 15,0 0-12-15,-8 0-84 0,3-9-4 16,-7 4-200-16,-4-9-296 0,-4 1-129 15,-4 0-175-15,-4 4-148 0,-5-1-472 16,-6 4-948-16,-5 3-1700 0,0 0-725 16,-5 3-2550-16</inkml:trace>
  <inkml:trace contextRef="#ctx0" brushRef="#br0" timeOffset="183183.112">9570 6899 3052 0,'0'0'432'15,"0"0"4936"-15,0 0-3340 0,-60 79-407 16,53-44 199-16,-2 11-108 0,5 1-100 15,4 10-204-15,0-3-304 0,-4 3-288 0,4-3-184 16,0 0-167-16,-4-7-317 0,4 2-148 16,-4-12-144-16,1-5-221 0,3-7-255 15,0-6-16-15,0-9 24 0,0-4-160 0,0-3-400 16,0-3-1112-16,3 0-2433 0,-3-9-2099 16</inkml:trace>
  <inkml:trace contextRef="#ctx0" brushRef="#br0" timeOffset="183327.637">9570 7363 5764 0,'0'0'5609'0,"0"0"-3905"0,0 0-876 16,88-29 424-16,-61 26 220 0,1 0-276 15,-4-1-224-15,0 2-332 0,-4 2-112 16,-4 0-528-16,-5 0-124 0,2 0-292 0,-9 6-420 16,0 2-328-16,-4 12-448 15,0-7-1620-15,-12 18-3153 0</inkml:trace>
  <inkml:trace contextRef="#ctx0" brushRef="#br0" timeOffset="183488.422">9554 7711 3976 0,'0'0'876'0,"0"0"4208"0,0 0-3343 0,0 0 39 0,0 0-20 16,0 0-200-16,0 0-244 0,76 7-244 16,-48-7-364-16,4-7-252 0,3-1-212 15,1-6-244-15,8-1-88 0,0-2-448 16,3-2-64-16,-2 5-436 0,2-6-640 15,-15 7-1172-15,16-6-3361 0</inkml:trace>
  <inkml:trace contextRef="#ctx0" brushRef="#br0" timeOffset="184760.545">8702 6829 560 0,'0'0'9880'0,"0"0"-7643"0,0 0-1049 16,0 0 140-16,0 0 16 0,90 9-336 15,-53-2-424-15,-5 0-288 0,4 0-160 16,-8-2-84-16,3 1-52 0,-6 1-48 15,-2 0-136-15,-3-7-448 0,-4 2-376 0,0 1-372 16,-5-3-800-16,2 3-2165 0,-9-3-1635 16</inkml:trace>
  <inkml:trace contextRef="#ctx0" brushRef="#br0" timeOffset="185019.811">8872 6966 2784 0,'0'0'220'0,"0"0"2088"0,0 0 2012 0,0 0-2567 15,-47 95-237-15,38-57-80 0,2 6 4 16,3 7-264-16,4 9 140 0,-4-3-492 16,4 7-248-16,0-1-196 0,0 5-128 15,4-2-252-15,0 0-4 0,3-1 4 16,6-12 0-16,-1-2 8 0,4-13 92 16,-1-3-4-16,6-9 28 0,-2-4-40 0,5-3 40 15,-4-3-16-15,5-1-108 0,3-5 8 16,-1-1 40-16,4-2-48 0,6-7 0 15,-1 0-12-15,7 0-48 0,5-10-232 16,4-6-260-16,3-2-268 0,1-1-424 16,-12 0-916-16,21-14-3221 0</inkml:trace>
  <inkml:trace contextRef="#ctx0" brushRef="#br0" timeOffset="185273.799">10414 7017 13997 0,'0'0'4484'15,"0"0"-4484"-15,0 0-12 0,0 0 12 16,0 0 248-16,0 0 144 0,0 0-208 15,0 0-184-15,0 0-132 0,0 0-360 16,0 0-388-16,68 42-436 0,-63-37-1184 16,-5-2-2525-16,0 1-1883 0,-5 5 5276 0</inkml:trace>
  <inkml:trace contextRef="#ctx0" brushRef="#br0" timeOffset="185425.432">10375 7369 9860 0,'0'0'1817'0,"0"0"-497"15,0 0 636-15,0 0-244 0,20 69-224 0,-12-62-624 16,-1-3-424-16,5-4-144 0,1 0-100 16,2-4-196-16,5-5-112 0,-3-8-560 15,2-2-240-15,1-3-464 0,-4 3-1192 16,0-12-3281-16</inkml:trace>
  <inkml:trace contextRef="#ctx0" brushRef="#br0" timeOffset="185635.523">10936 6963 928 0,'0'0'14605'16,"0"0"-12541"-16,0 0-1372 0,0 0-52 0,80 31 368 16,-56-31 88-16,0 0-111 0,8-3-413 15,-1-6-232-15,5-7-304 0,1-3-36 16,-2 0-328-16,1-3-144 0,-4 5-221 15,0 1-159-15,-4 4-212 0,0 3-440 16,-8 2-592-16,-5 7-608 0,-11 0-3273 0</inkml:trace>
  <inkml:trace contextRef="#ctx0" brushRef="#br0" timeOffset="185819.118">11123 7111 10572 0,'0'0'3837'0,"-7"71"-3345"0,7-27 204 0,0 7 756 15,0 6 268-15,0-6-188 16,7 0-252-16,-3-1-379 0,5-8-357 0,-5-1-304 16,-4-9-168-16,0-9-72 0,0-4-84 15,0-8-84-15,0-8-208 0,0 1-304 16,0-4-253-16,0 0-167 0,4-9-548 16,-4 2-1256-16,0-2-2793 0,-4-10-3899 0</inkml:trace>
  <inkml:trace contextRef="#ctx0" brushRef="#br0" timeOffset="185967.873">11131 7394 6536 0,'0'0'7577'0,"0"0"-6465"0,0 0 24 15,0 0 528-15,0 0-284 0,92 0 124 16,-72 0-423-16,0-3-437 0,0-6-328 16,8-10-316-16,0-1-24 0,0-6-524 15,7-2-289-15,6-3 181 0,2-1-504 0,-11 6-1544 16,16-11-4409-16</inkml:trace>
  <inkml:trace contextRef="#ctx0" brushRef="#br0" timeOffset="186338.678">11997 6859 14705 0,'0'0'4008'0,"0"0"-3540"0,0 0-124 0,0 0-212 16,0 0 140-16,0 0 156 0,0 0-172 15,0 0-160-15,0 0-56 0,83-65-40 16,-63 56-96-16,4 2-64 0,-1 4 52 16,-3 3 96-16,5 10 12 0,-5 5 108 15,-1 8 76-15,-2-1-40 0,-2 6-68 16,1 8 32-16,-8 2-48 0,4 6 16 0,-4 7 8 16,0 3 100-16,-4 3-88 0,-4 0-36 15,0 4-52-15,0-4 40 0,0 3-44 16,0-6 56-16,0 0-60 0,0-7 8 15,0-2 128-15,0-4-15 0,0-6-25 16,0-6 4-16,0-4 32 0,0-9-12 16,0-3-32-16,0-7-16 0,-4 1 12 0,0-7-60 15,0 3-24-15,-8-3-204 0,0 3 20 16,-8 0-72-16,-4-3-61 0,-8 0-59 16,0 0-136-16,-11 0-84 0,-9 0-40 15,1-3-188-15,-9-3-584 0,11-1-1508 16,-18-10-2885-16</inkml:trace>
  <inkml:trace contextRef="#ctx0" brushRef="#br0" timeOffset="186868.124">13451 6859 10424 0,'0'0'4637'15,"0"0"-4197"-15,0 0-76 0,0 0 516 16,0 0 636-16,0 0 324 0,0 0-632 0,0 0-563 16,-68 94-365-16,32-59-184 15,-8 3-36-15,1 3 28 0,-2-2 32 0,2 2-48 16,-1-6-24-16,4 0-44 0,4 0-4 15,4-4-68-15,4 1 20 0,4-6 36 16,9-4 0-16,6-3-72 0,1-1 8 16,8-1-32-16,0-2 60 0,4 2-48 0,9 1 88 15,2 1 8-15,9 1 72 0,4 2 60 16,4-3 28-16,4 3-100 0,4-3-52 16,0 3-8-16,3-3-4 0,1 4-8 15,0-7 4-15,-4-1-152 0,-4-2-140 16,4-3-213-16,-4-5-179 0,-1 2-420 15,-3-3-696-15,-4-1-2664 0,8-6-3565 0</inkml:trace>
  <inkml:trace contextRef="#ctx0" brushRef="#br0" timeOffset="187338.546">14387 7153 9896 0,'0'0'4869'0,"0"0"-4329"0,0 0-248 15,35 96 400-15,-35-59 752 0,0 5 220 16,0-1-392-16,-7-3-540 0,-5 0-320 16,-8-3-83-16,-8 0-89 0,0-3-152 0,-4-7-40 15,-4 0 12-15,-3-9 0 0,-2 0-60 16,-2-7-48-16,-1-2-172 0,-4-3-32 16,5-4 80-16,6-4 100 0,5-3 72 15,9-7-85-15,-1-3-315 0,0-5-188 16,8-7 4-16,-4-3 108 0,12 0 268 15,5 1 24-15,3 6-40 0,15 2 80 16,5 7-16-16,8 7 160 0,4 6 144 16,4 3 56-16,7 0-28 0,2 3 60 0,-2 6-12 15,5 1 0-15,-4 2-72 0,-1 5-4 16,1-4-44-16,-4-5-16 0,4 2-36 16,0-3 4-16,-1-7-44 0,9 0 64 15,0-7 148-15,0-8-28 0,4-5-192 16,-8-8 0-16,4-4-192 0,-5-4 68 15,-2-4-108-15,-2-2-96 0,-3 1 36 0,-12 0 108 16,-8 3 96-16,-12 7 88 0,-8 2 120 16,-8 7 64-16,-16-1-176 0,-12 4 100 15,-4 6-104-15,-12 10 168 0,-4 3-172 16,-7 3-60-16,-1 13-112 0,0 3-256 16,8 1-28-16,0 5-84 0,9 1-140 15,7 2-688-15,8 0-912 0,12-5-1785 16,-8 12-1439-16</inkml:trace>
  <inkml:trace contextRef="#ctx0" brushRef="#br0" timeOffset="187941.507">16284 7454 12717 0,'0'0'1996'0,"0"0"-1024"15,0 0-56-15,91 35 352 0,-51-18-12 16,3-1-92-16,2-4-308 0,-2-5-408 16,9-7-216-16,0 0-111 0,3-17 87 0,1-1-196 15,-4-10-12-15,0-1-353 0,-4-7-279 16,-4-2-184-16,-4-1-240 0,-5 2-568 16,-14 12-2484-16,-2-14-3745 0</inkml:trace>
  <inkml:trace contextRef="#ctx0" brushRef="#br0" timeOffset="188142.677">16746 6994 6596 0,'0'0'5601'0,"0"0"-4209"16,-17 83-556-16,14-38-64 0,3 11 960 16,0 1 64-16,0 7-176 0,0 0-572 15,0-3-431-15,0-3-325 0,0-4-256 16,0-5-36-16,3-10-96 0,5-14-196 15,1-10-205-15,-1-8-111 0,3-7-164 16,6-7-48-16,3-8-252 0,-1-10-1096 0,1-5-2428 16,-4 5-1665-16</inkml:trace>
  <inkml:trace contextRef="#ctx0" brushRef="#br0" timeOffset="188673.668">17021 6867 4984 0,'0'0'6177'16,"0"0"-3797"-16,0 0-1252 0,0 0-472 15,0 0 292-15,0 0 408 0,0 0 336 16,0 0-556-16,28 96-500 0,-20-42-128 16,-5 9 41-16,1 7 215 0,0 6-208 15,-4 1-184-15,4-5-140 0,0 2-100 16,1-12-132-16,-5-7-88 0,7-11 16 16,-3-9 8-16,4-16-20 0,1-5-84 15,6-9-184-15,1-5-56 0,4-5 20 16,4-12 60-16,4-8-97 0,0-4-111 0,0-3-72 15,-5 0-40-15,1 4 100 0,-4 9 140 16,-4 5 152-16,-4 10-28 0,0 4 84 16,-4 0 200-16,4 11 296 0,-4 3 260 15,0 1-4-15,0 3-160 0,0 2-76 0,0-1 12 16,-1-3-20-16,2-3-16 16,-1-7-124-16,3 1-48 0,6-7 113 15,-2 0-25-15,6-7-52 0,-1-6-120 0,3-2-36 16,-3-1-168-16,4-3-52 0,-4 3 99 15,-4 0-51-15,-1 4 16 0,-2-2-28 16,-1 5 52-16,-4 0 76 0,-4 2 56 16,0 4 84-16,-4-1 24 0,0 1 64 15,-4 1-68-15,-5-1-104 0,-6-1 0 16,-1 1 60-16,-4 3 0 0,0 0-8 16,-4 10 8-16,1 2 61 0,-1 4-13 15,0 10 28-15,3 2-16 0,2 7-12 0,3 0 64 16,0 4 44-16,4-8-20 0,4-2-16 15,0-7-168-15,8-11-12 0,0-4-108 16,4-3-100-16,8-4-204 0,0-4-84 16,7-8-77-16,9-8-291 0,0-8-408 15,8-3-764-15,-4-4-1124 0,4 0-3377 0,-8 9-747 16,3-8 7284-16</inkml:trace>
  <inkml:trace contextRef="#ctx0" brushRef="#br0" timeOffset="188923.753">17873 7436 1592 0,'0'0'1172'0,"0"0"5172"0,0 0-1695 16,0 0-2977-16,32 70-580 0,-32-42-132 15,0 7 240-15,0 3 296 0,0-7 76 16,0-1-459-16,0-12-469 0,0-5-416 16,0-9-156-16,0-1-60 0,3-3 96 15,6-3-108-15,3-7-36 0,0-3 32 16,8-3-140-16,4-5-108 0,0-5-76 0,0 0-12 16,3 1 16-16,1 2 44 0,0 8 72 15,0 2 88-15,4 6 120 0,-4 7 180 16,-4 0-176-16,-4 3 88 0,-1 10-32 0,-2-1 120 15,-6 8-68-15,6-1-40 0,-6 3-72 16,-3 0-240-16,0 2-76 0,-3-3 63 16,-1 4 33-16,-1-3-496 0,5 1-1024 15,0-4-2536-15,0-3-1061 0,0 3-1143 16</inkml:trace>
  <inkml:trace contextRef="#ctx0" brushRef="#br0" timeOffset="190324.07">20981 7419 4180 0,'0'0'4796'0,"0"0"-903"0,0 0-3101 0,-12-63-372 16,4 38 72-16,0 2 368 0,-4 1 508 15,-4 0-128-15,0 3-388 0,-4 3-372 16,1 4-160-16,-2 2-140 0,1 3 56 16,-3 7-16-16,-1 0-40 0,-4 4-56 15,4 9-84-15,-4 5-40 0,0 8-12 16,5 5 12-16,-1 8 56 0,7 5 4 16,2 7 88-16,6 3-4 0,5 9-44 15,0 1 32-15,4 0 76 0,0-1 181 16,8-6 195-16,1-5-260 0,6-15-116 0,-2-6-64 15,6-8 0-15,-3-4 16 0,4-9-88 16,0-1-64-16,0-6 0 0,-1-3-8 16,2 0-40-16,-1-3-168 0,-5-9-152 15,-2 2-248-15,2-4-145 0,-7 3-243 16,5-3-292-16,-9 2-1084 0,-4 2-1936 16,0-5-1101-16</inkml:trace>
  <inkml:trace contextRef="#ctx0" brushRef="#br0" timeOffset="190603.812">20718 7778 6732 0,'0'0'6089'0,"0"0"-4093"16,0 0-1064-16,0 0-188 0,0 0 648 16,0 0 124-16,0 0-48 0,0 0-483 15,0 0-477-15,83 23-192 0,-63-27-208 16,1-5-108-16,-2-1-276 0,-3 1-260 16,0-4-121-16,0 0-147 0,-4 1-148 15,0 3-416-15,-4-2-748 0,0 6-384 16,-8 5-24-16,0 0 531 0,0 0 985 0,0 0 1008 15,-8 9 256-15,-3 4 148 0,2 6 748 16,-3 3 229-16,5 3 7 0,-2 7-64 16,5-1 16-16,0 5-208 0,4 2-148 0,0-3-16 15,0 0-132-15,0 0-136 0,0-3-80 16,8-7-252-16,1-7-296 0,2-4-72 16,1-8-340-16,4-3-100 0,-1-3-112 15,10-9-108-15,3-10-228 0,3-11-540 16,-6 8-1704-16,14-25-3689 0</inkml:trace>
  <inkml:trace contextRef="#ctx0" brushRef="#br0" timeOffset="190827.071">21447 7407 6672 0,'0'0'8433'0,"0"0"-7377"0,0 0-752 15,-64 71 244-15,41-38 604 0,-1 9 252 16,3 6-96-16,6 3-420 0,-1 0-183 15,8 2-53-15,8 1-156 0,0 4-96 16,0-8-136-16,0 1-60 0,11-3-72 0,2-8-88 16,2-4-44-16,6-7-72 15,-2-4-144-15,5-6 36 0,0-7-76 0,4-5-116 16,-4-7-184-16,4-7-208 0,-5-8-233 16,5-12-687-16,-7 9-2196 0,7-20-3005 0</inkml:trace>
  <inkml:trace contextRef="#ctx0" brushRef="#br0" timeOffset="191005.112">21718 7636 6472 0,'0'0'10129'0,"0"0"-8713"16,0 0-800-16,0 0 48 0,0 0 304 16,0 0 240-16,80 44-251 0,-61-44-433 0,9-2-464 15,-4-12-60-15,4-1-376 16,0-5-352-16,0 1-185 0,-4-3-171 0,-1 0-416 15,-6 3-1228-15,-6 6-2329 16,-2-3-2007-16</inkml:trace>
  <inkml:trace contextRef="#ctx0" brushRef="#br0" timeOffset="191171.979">21877 7610 5336 0,'0'0'1784'0,"0"0"4257"0,-32 89-4837 0,28-54-408 16,-3 9 492-16,-1 4 312 0,4-3 12 15,-1 2-220-15,1 1-367 0,4-1-301 16,0-6-168-16,-4-2-288 0,1-10-268 15,3-4-48-15,-4-9-352 0,4-4-264 16,-4-2-165-16,4-1-155 0,-4-6-324 16,4-3-492-16,-4 0-780 0,-5 0-452 15,2-9-2613-15,-5-1 201 0,0-2 5436 16,4-4-4-16</inkml:trace>
  <inkml:trace contextRef="#ctx0" brushRef="#br0" timeOffset="191429.333">21730 8093 860 0,'0'0'2008'0,"0"0"-1420"0,0 0 6536 15,0 0-5311-15,48-69-525 16,-24 58 308-16,4 5-376 0,0-4-272 0,4 1-84 15,-1-1-212-15,1 1-244 0,-4-4-224 16,4 4-184-16,-8-2-124 0,-1 3 64 16,-10 2-652-16,-2 2-204 0,-7 1-64 15,-4 3-316-15,0 0-744 0,-11 7-833 0,-6 5 505 16,-2 1 756-16,-9 6 1104 0,0 3 508 16,0-3 1096-16,0 3 212 0,4 0 28 15,5 1 213-15,2-1 219 0,6 0-180 16,7-4-156-16,-1 2-204 0,5-4-76 15,5-6-292-15,3-4-164 0,7 0-84 16,5-6-124-16,4 0-208 0,4-9-112 16,8-7-168-16,0-10-48 0,3-2-244 15,6-7 112-15,-2-7-676 0,-3 5-196 16,4-4-516-16,-12 9-2392 0,11-16-4237 0</inkml:trace>
  <inkml:trace contextRef="#ctx0" brushRef="#br0" timeOffset="191671.842">22758 7277 13833 0,'0'0'2876'0,"0"0"-2128"16,0 0-192-16,-48 92 184 0,32-51 892 16,-4 3-196-16,-4 5-527 0,1 4-449 15,-1 8-168-15,-4 5-64 0,0 11-108 16,-8-1-36-16,0 6-24 0,1 1-20 15,-2-1-40-15,5-5-316 0,0-8-12 16,4-8-192-16,9-10-144 0,2-13-137 16,6-13-163-16,3-12-324 0,8-6-576 15,0-11-888-15,0-15-2937 0,0 3-1867 16,4-28 6285-16</inkml:trace>
  <inkml:trace contextRef="#ctx0" brushRef="#br0" timeOffset="191839.7">22718 7782 6856 0,'0'0'9717'0,"0"0"-8289"16,0 0-736-16,76 0 436 0,-45-7 20 15,5-2-139-15,0-1 23 0,1-3-452 16,6-2-448-16,5-5-132 0,3 1-108 16,1-2-280-16,-3-2-312 0,-6 4-249 15,-3 0-303-15,-9 3-800 0,-6 7-2292 16,-14-1-2333-16</inkml:trace>
  <inkml:trace contextRef="#ctx0" brushRef="#br0" timeOffset="192005.167">22941 7852 7340 0,'0'0'6153'0,"-16"70"-3989"0,12-36-1056 16,0 11 96-16,0 5 152 0,-3-2 268 15,3 3-263-15,-5-7-417 0,5-2-460 16,-7-7-364-16,3-5-120 0,3-3-276 0,-3-8-244 15,1-6-316-15,-1-4-321 0,4-6-699 16,-1-3-2228-16,-6-6-2757 0</inkml:trace>
  <inkml:trace contextRef="#ctx0" brushRef="#br0" timeOffset="192153.026">22977 8122 14781 0,'0'0'2920'0,"0"0"-1984"0,88 6-136 0,-49-6 32 15,6 0 204-15,-6-10 385 0,1-2-925 16,0-8-496-16,0-5-180 0,-1-4-452 16,6-2-325-16,-6-7-703 0,-7 9-2128 15,4-12-3341-15</inkml:trace>
  <inkml:trace contextRef="#ctx0" brushRef="#br0" timeOffset="192389.166">23754 7315 6460 0,'0'0'9113'0,"0"0"-8157"0,0 0-744 0,67 79 52 15,-43-49 640-15,4 0 856 0,-4 5-328 16,1 4-583-16,-6 2-401 0,1 3-228 16,0 0-136-16,-12 7-84 0,-4 1 4 15,-4-5-4-15,0 3-108 0,-12 1-244 16,-8 1-157-16,-4-5-199 0,-4 0-108 15,-4 0-104-15,-4 2-212 0,-3-5-556 16,-5 0-1156-16,-4-6-2681 0,9-13-1467 16,-25 5 5881-16</inkml:trace>
  <inkml:trace contextRef="#ctx0" brushRef="#br0" timeOffset="193052.637">25583 7654 1264 0,'0'0'12117'16,"0"0"-10205"-16,0 0-764 0,19 68-192 0,-10-27 404 15,-1 9-8-15,-4 8-232 0,-4-1-379 16,0 3-377-16,0-5-180 0,0-12-76 16,0-4-96-16,0-11-12 0,0-12-156 15,0-10-440-15,0-6-305 0,3-6-307 16,1-3-452-16,-4-4-2780 0,4-16-4657 0</inkml:trace>
  <inkml:trace contextRef="#ctx0" brushRef="#br0" timeOffset="193223.047">25567 7454 6248 0,'0'0'10005'0,"0"0"-8389"15,0 0-1160-15,0 0-160 16,0 0-72-16,0 0 240 0,0 0-44 0,76-22-348 16,-48 16-72-16,8 4-612 0,-5-5-524 15,5 7-704-15,-8-4-2264 0,12 4-2753 0</inkml:trace>
  <inkml:trace contextRef="#ctx0" brushRef="#br0" timeOffset="193484.838">26169 7619 4060 0,'0'0'9493'0,"0"0"-8389"0,0 0-736 16,-41 84 448-16,22-59 1072 0,3 0-88 16,-4-3-480-16,8-3-592 0,4-3-387 0,4 0-169 15,4 1-52-15,0-6-120 0,4 3-4 16,11-4-44-16,6-2 40 0,3-1-100 0,4-1-40 15,4-2-21-15,-1-1-51 16,5-1 100-16,-8 1 104 0,4 4 16 16,-4 0 0-16,-4 2 64 0,-5 0 20 0,-2 4 124 15,-6 0 9-15,-3 3-81 0,-3 3-40 16,-5-4-84-16,-5 4-12 0,-3 0-92 16,-11-2-8-16,3-1-105 0,-8-5-87 15,-1-1-96-15,2-3-176 0,-1-3-108 16,0-1-248-16,-4-3-400 0,0 0-1348 15,5 0-2757-15,-18 0-4114 0</inkml:trace>
  <inkml:trace contextRef="#ctx0" brushRef="#br0" timeOffset="194041.809">27112 7725 7444 0,'0'0'7701'0,"0"0"-6077"0,0 0-1104 16,0 0 188-16,25 69 904 0,2-53-36 15,5-2-531-15,8-9-441 0,4-5-264 16,4-3-208-16,4-10-132 0,0-9-120 16,-5-3-256-16,1-5-264 0,-8 0-285 15,-1-2-355-15,-2 1-848 0,-14 5-2480 16,-3-6-3205-16</inkml:trace>
  <inkml:trace contextRef="#ctx0" brushRef="#br0" timeOffset="194321.944">27495 7280 184 0,'0'0'7960'0,"0"0"-2787"0,0 0-3905 16,0 0-320-16,0 0 268 0,-48 86 64 15,48-48-60-15,0 7-300 0,0 9-300 16,0 6-144-16,4 9-64 0,5 10-7 16,-2 1-29-16,-3 7-160 0,-4 1-132 15,0-3-36-15,0 0-36 0,0 3 76 16,-4-4 20-16,1-4 0 0,-10-4-12 15,5-2-56-15,-3-11-40 0,-6-7-12 16,2-5-36-16,2-9 48 0,-2-10-8 16,7-10 0-16,-4-9-88 0,4-6-124 15,-5-7-68-15,6-4-148 0,-5-12-149 0,0-13-159 16,4-8-120-16,0-18-736 0,0 10-1332 16,8-46-3609-16</inkml:trace>
  <inkml:trace contextRef="#ctx0" brushRef="#br0" timeOffset="194507.175">27930 7736 3252 0,'0'0'12205'0,"0"0"-9977"16,0 0-1388-16,7 90 8 0,-7-59 532 16,0 1 237-16,-4-3-417 0,1-6-536 15,-1-4-496-15,4-4-168 0,0-2-80 16,0-4-332-16,0 1-288 0,0-4-304 15,0-2-577-15,0-2-1455 0,-4-2-3665 0</inkml:trace>
  <inkml:trace contextRef="#ctx0" brushRef="#br0" timeOffset="194672.104">27965 7464 5592 0,'0'0'11341'0,"0"0"-9853"0,0 0-1132 0,0 0-36 16,80-7 244-16,-68 4 404 0,4-2-360 16,0-6-608-16,0 2-172 0,0-3-632 15,0-1-496-15,-4 3-1040 0,-5 4-3132 16,-3 3-4945-16</inkml:trace>
  <inkml:trace contextRef="#ctx0" brushRef="#br0" timeOffset="194992.037">28132 7824 7504 0,'0'0'7041'0,"0"0"-4865"16,0 72-1144-16,0-50 276 0,0 3 260 15,0-2 49-15,0-7-441 0,5-4-524 0,-1-2-412 16,4-7-120-16,-1-3-108 0,10 0-12 16,-2-6-104-16,9-10-136 0,0-3-148 15,4-6-132-15,4-5-84 0,-4 2-4 16,-5 2 39-16,5 5 69 0,-7 4 0 15,3 5 96-15,-9 6 172 0,2 6 148 16,-2 0 84-16,-6 3 180 0,-2 6 384 16,-3 7 108-16,0 0-164 0,-4 7-107 15,0 2-37-15,0 0 24 0,0 0-36 16,-4 1 72-16,4-1 144 0,0-2-88 0,-4-8-300 16,4-2-176-16,-3-4-4 0,3-2-108 15,0-4-120-15,0-3-144 0,0 0-280 16,3-3-160-16,1-4-137 0,4-2-499 15,5-4-1100-15,-6 5-2320 0,9-12-2241 0</inkml:trace>
  <inkml:trace contextRef="#ctx0" brushRef="#br0" timeOffset="195205.076">28639 7845 756 0,'0'0'11813'0,"0"0"-9765"0,0 0-1152 15,0 0 120-15,-56 77 304 0,48-65 24 0,4-5-304 16,0-1-492-16,4-6-280 0,0 0-60 16,0 0-208-16,4 0-60 0,-4 0-172 15,4-6-304-15,0 6-184 0,0-7-32 16,0 4 16-16,0-3-256 0,4-4-852 16,-4 1-1076-16,4-4-1405 0,-4 0-1187 15,0-10 4004-15</inkml:trace>
  <inkml:trace contextRef="#ctx0" brushRef="#br0" timeOffset="195697.683">28710 7760 364 0,'0'0'4412'0,"0"0"2773"16,0 0-6073-16,-15 78-728 0,6-45 328 15,-2 2 740-15,-1 0 188 0,3-1-252 16,-2-2-480-16,3-3-320 0,4-4-176 15,0-3-68-15,4-4 8 0,0-4 12 16,0-7-47-16,0-1-109 0,0-6-88 16,0 0-120-16,4 0 0 0,0-6-256 15,4-1-61-15,-1-2-59 0,6-4-48 16,-1-6-212-16,-5-1-208 0,6-5-104 16,-6 3-376-16,1-7-972 0,1-2-1881 0,-5 9-1835 15</inkml:trace>
  <inkml:trace contextRef="#ctx0" brushRef="#br0" timeOffset="195888.199">28723 7299 12717 0,'0'0'3228'0,"0"0"-2260"0,0 0-508 0,0 0 532 15,0 0 320-15,0 0-40 0,0 0-432 16,0 0-499-16,0 0-341 0,0 0-48 15,0 0-317-15,75 16-283 0,-59-23-252 16,4-5-288-16,-4-1-1140 0,0 4-3188 16,4-11-4733-16</inkml:trace>
  <inkml:trace contextRef="#ctx0" brushRef="#br0" timeOffset="196291.085">29189 7194 8372 0,'0'0'5745'0,"0"0"-4241"0,-17 105-980 16,6-54 120-16,-6 12 720 16,2 4 616-16,-1 3-348 0,-4 4-543 0,4-2-505 15,4 1-224-15,0-4-56 0,8-1-172 16,0-11 60-16,4-7-144 0,0-6-48 16,16-8 0-16,0-7 0 0,8-10-12 15,0-4-36-15,-1-8-252 0,5-4-40 16,-4-6-120-16,4-10-132 0,-4-6 24 15,-4-4-237-15,-4-5-375 0,-4-1-280 16,-12-3-712-16,0-2-388 0,-4 2-124 16,-12-3-265-16,-4-3 273 0,-8 3 628 15,0-3 1020-15,0 3 1028 0,-4 4 680 0,1 5 780 16,7 10 844-16,4 10 564 0,4 2-411 16,0 4-861-16,9 10-344 0,-2 2-16 15,1 2-44-15,8-3-80 0,0 6-140 16,0-4-216-16,4-1-208 0,9-2-108 15,6-1-15-15,1-2 23 0,4-4-144 16,4-3-232-16,-1 0-72 0,6-6-280 16,-6-4-144-16,1-6-257 0,0 4-367 0,-4-4-360 15,0 0-848-15,4 0-2464 0,-12 7-2161 16,16-8 3221-16</inkml:trace>
  <inkml:trace contextRef="#ctx0" brushRef="#br0" timeOffset="196606.423">29567 7791 5684 0,'0'0'5433'0,"0"0"-1489"15,4 77-3052-15,-4-49-312 0,0 1 280 0,0-4 612 16,0-3-196-16,0-6-436 0,0-3-488 16,12-7-156-16,0-3-96 0,8-3-100 15,3-3-192-15,9-10-88 0,13-6-136 16,-2-3-48-16,5-6 88 0,-4 2-312 0,0-2 196 16,-4 2 368-16,-12 7 116 15,-4 0-16-15,-13 6 24 0,-3 1 208 0,-8 2 76 16,-4 7 24-16,-11 3 156 0,-5 3-156 15,-12 10-16-15,0 9-60 0,-8 7-24 16,0 6 120-16,0 5 84 0,4 2-11 16,1-1 51-16,7 1-56 0,4 2-116 15,8-6-40-15,4-3-68 0,12-6-76 0,0-4 24 16,12-3-36-16,11-6-72 0,9-4-12 16,13-5-120-16,2-7-220 0,13-3-276 15,-4-9-573-15,7-8-675 0,-14 1-2824 16,18-13-5857-16</inkml:trace>
  <inkml:trace contextRef="#ctx0" brushRef="#br0" timeOffset="196754.022">30926 8076 10152 0,'0'0'12366'15,"0"0"-9938"-15,0 0-1672 0,0 0-756 16,0 0-132-16,0 0-16 0,0 0 140 15,0 0-128-15,0 0-636 0,0 0-400 0,-68-63-1169 16,40 44-4643-16</inkml:trace>
  <inkml:trace contextRef="#ctx0" brushRef="#br0" timeOffset="208518.676">8414 10322 4592 0,'0'0'5604'0,"0"0"-4715"0,0 0-181 0,0 0 420 16,0 0 412-16,0 0-180 0,0 0-332 16,0 0-144-16,0 0-304 0,-19-64 24 15,46 57 488-15,6-5-360 0,10-1-184 0,0-2-96 16,10 3-27-16,-1 1-25 0,4 2-24 16,-5-1-172-16,5 0-60 0,-4 1-136 15,-1-4 4-15,1 1-12 0,-4-1-60 16,-4 0 52-16,-9 4-40 0,-7 2-304 15,-3 5-144-15,-10-3-97 16,-2 5-175-16,-10 5-220 0,1 4-584 0,-4 4-944 16,-4-4-2040-16,-12 10-2517 0</inkml:trace>
  <inkml:trace contextRef="#ctx0" brushRef="#br0" timeOffset="208750.669">8629 10312 5684 0,'0'0'5761'0,"0"0"-4669"16,0 0-312-16,-11 82 212 0,11-40 384 16,4 5-112-16,-1 11-148 0,5 8-140 15,1 8-300-15,2 4-236 0,-3 9-208 0,5 1-124 16,2 2-104-16,-2-11-4 0,-2-10-48 16,1-15-196-16,4-15 36 0,-4-14-72 15,-4-9-100-15,0-10-112 0,0-3-100 16,0-3-152-16,-4 0-312 0,-1-6-556 15,2-7-372-15,-5-5-701 0,0-5-1663 16,0 5 72-16</inkml:trace>
  <inkml:trace contextRef="#ctx0" brushRef="#br0" timeOffset="208899.969">8706 11030 560 0,'0'0'2180'0,"0"0"-1476"0,0 0 5168 16,0 0-4023-16,-13-73-373 16,26 60-24-16,6 0 12 0,5 4-296 0,4 2-196 15,0 1-132-15,4 0-240 0,3 3-144 16,1-4-188-16,-4 4-140 0,0 0-128 15,0-1-196-15,-4 4-404 0,0 0-288 0,-4 0-40 16,-4 0-248-16,-5 10-560 16,-2 3-740-16,-9-1-581 0,-4 1-1523 0</inkml:trace>
  <inkml:trace contextRef="#ctx0" brushRef="#br0" timeOffset="209091.145">8797 11237 1292 0,'0'0'6380'0,"0"0"-4640"0,0 0-296 15,0 0 61-15,0 0-61 0,0 0-152 16,0 0-476-16,0 0-200 0,0 0 320 16,0 0-120-16,28 37-76 0,12-43-164 0,3-4-244 15,2-2-176-15,-2-2-116 0,5 0-40 16,3 0-100-16,1 2-388 0,4-2-176 16,8 2 268-16,-4-1-840 0,0 4-1236 15,-21 2-2265-15,17-5-3291 0</inkml:trace>
  <inkml:trace contextRef="#ctx0" brushRef="#br0" timeOffset="210098.568">10044 10559 6916 0,'0'0'4653'0,"0"0"-3005"0,0 0-768 0,0 0 520 16,88-25 32-16,-53 22-140 15,1-3-384-15,5 3-256 0,-6-1-212 0,1 1-136 16,0 0-156-16,-5 0-40 0,1 0-108 16,-4 0-72-16,-7 0-60 0,3 3-320 0,-5 0-296 15,-6 0-212-15,-2 3-328 16,-7 3-908-16,-4 0-1917 0,-4 7-1959 0</inkml:trace>
  <inkml:trace contextRef="#ctx0" brushRef="#br0" timeOffset="210288.056">10184 10801 1864 0,'0'0'8012'0,"0"0"-6731"0,0 0-589 15,0 0 576-15,0 0 104 0,0 0 16 16,95 45-312-16,-63-45-108 0,4-3-200 15,3-8-388-15,2 3-196 0,2-9-128 16,1 4-56-16,0 1-96 0,-1-4-432 16,10 3-200-16,-6 4 192 0,5-1-764 0,0 4-892 15,-12 3-2201-15,12 3-3439 0</inkml:trace>
  <inkml:trace contextRef="#ctx0" brushRef="#br0" timeOffset="210591.643">11228 10122 404 0,'0'0'14389'0,"0"0"-12837"0,0 0-1128 0,95 12-264 16,-59-6 128-16,3 1 344 15,1-1 316-15,-3 0 172 0,-2-2-620 0,1-4-256 16,0 0-176-16,0-4-68 0,-1-2-96 16,-7 0-404-16,-8-1-248 0,-4 1-112 15,-4 3-168-15,-4 0-912 0,-8 3-2248 16,0 0-2349-16</inkml:trace>
  <inkml:trace contextRef="#ctx0" brushRef="#br0" timeOffset="210788.001">11502 10251 5184 0,'0'0'7369'0,"0"67"-5989"16,5-19-344-16,2 10 236 0,-3 8 272 15,0 1 0-15,0 0-384 0,0 2-404 16,-4-3-244-16,0 5-247 0,0-5-117 15,0-3-112-15,0-4-36 0,-4-12-208 0,4-12-229 16,-4-10-123-16,4-9-84 16,-4-10-288-16,4-3-532 0,-4-3-896 0,0-3-2236 15,-4-19-5005-15</inkml:trace>
  <inkml:trace contextRef="#ctx0" brushRef="#br0" timeOffset="210947.014">11470 10722 7688 0,'0'0'8005'0,"0"0"-7165"16,0 0-664-16,0 0 200 0,0 0 268 0,96 19 344 16,-69-16-300-16,1-3-260 15,9-3-172-15,3-4-180 0,-1-2-76 0,1-1-344 16,0 1-328-16,0-1-316 0,-5-3-264 16,-3 6-988-16,-8 5-2237 0,4 2-3763 0</inkml:trace>
  <inkml:trace contextRef="#ctx0" brushRef="#br0" timeOffset="211354.569">12766 10276 8020 0,'0'0'4385'0,"0"0"-3425"0,0 0-212 16,0 0-40-16,-92-18 212 0,68 31-16 15,0 6-204-15,0 9-68 0,8 13-4 16,0 11 60-16,4 8-48 0,8 10-200 16,4 7-64-16,0-2 16 0,4 1-16 0,8 1-120 15,0-11-87-15,8-6-69 0,0-8-96 16,8-8-4-16,4-12-68 0,3-7 56 16,9-9-329-16,8-7-255 0,4-2-232 15,4-4-200-15,3-3-440 0,-19 0-1428 16,16-3-3937-16</inkml:trace>
  <inkml:trace contextRef="#ctx0" brushRef="#br0" timeOffset="211988.003">13814 9975 8768 0,'0'0'3253'16,"0"0"-1885"-16,0 0-300 0,86 26 92 16,-58-1-180-16,-7 11 104 0,-6 11-272 0,-2 10-280 15,-6 9-92-15,-3 11-36 0,-4 6-60 0,0 1 316 16,-4-1-200-16,-7 1-228 15,-6-5-112-15,-7-9-112 0,1-11 68 0,-1-4 33 16,-4-11-97-16,0-12 32 0,0-7-44 16,4-8-169-16,-4-9-159 0,5-3-184 15,-1-5-84-15,0-7 92 0,3-5 212 16,6-7 68-16,-2-8-104 0,2-4-56 16,3-4 4-16,0 0 120 0,0-6 184 15,0 3-12-15,0 3 88 0,8 6 164 16,0 4-160-16,4 5 144 0,4 5 172 0,0 5-60 15,8 3 60-15,0 5-64 0,8 2-72 16,0 2 160-16,8 9-88 0,4 1 16 16,-1 7-28-16,5 3-16 15,0 7-8-15,-4-1-48 0,4 1-28 0,-9 2-144 16,5 2 0-16,-8-8 0 0,1 3-60 16,-1-5-136-16,-5 2-120 0,1-2-60 15,0 2 228-15,-4-7-180 0,-4 1-224 0,0-2-76 16,-4-7-148-16,-4-7-692 15,0-1-1500-15,-4-2-3249 0</inkml:trace>
  <inkml:trace contextRef="#ctx0" brushRef="#br0" timeOffset="212187.549">14371 10874 10092 0,'0'0'4689'15,"0"0"-4109"-15,0 0-216 0,-8 76 204 16,-4-44 552-16,0 0 120 0,0 0-468 0,0 0-416 16,0-4-260-16,0-3-96 0,4-3 0 15,1-6-168-15,2-7-348 0,1-2-172 16,4-7-180-16,0-3-400 0,0-10-1260 16,0 4-3377-16,13-17-1327 0</inkml:trace>
  <inkml:trace contextRef="#ctx0" brushRef="#br0" timeOffset="212357.839">14694 10801 8716 0,'0'0'6429'0,"0"0"-5345"16,0 0-532-16,0 0 92 0,0 0 176 15,0 0-328-15,0 0-456 0,0 0-36 0,0 0-540 16,0 0-216-16,0 0-276 0,76-37-988 15,-57 14-4141-15</inkml:trace>
  <inkml:trace contextRef="#ctx0" brushRef="#br0" timeOffset="212520.778">15447 10681 8584 0,'0'0'5417'0,"0"0"-4293"0,0 0-232 16,0 0 260-16,0 0-184 0,0 0-288 0,0 0-300 15,0 0-380-15,0 0-260 0,0 0-428 16,64-7-156-16,-49-2-392 0,5-1-932 0,-4 4-2617 16,16-11-2943-16</inkml:trace>
  <inkml:trace contextRef="#ctx0" brushRef="#br0" timeOffset="212655.001">16013 10604 4000 0,'0'0'7865'15,"0"0"-6493"-15,0 0-776 0,99 32 64 16,-67-22 740-16,0-1 832 0,-1-2-608 15,-6-1-696-15,3-3-488 0,-4-3-308 0,0 0-132 16,3 0-132-16,1 0-404 16,0-3-420-16,4-3-360 0,3 2-788 0,-7 1-2444 15,17-3-3049-15</inkml:trace>
  <inkml:trace contextRef="#ctx0" brushRef="#br0" timeOffset="213205.317">17853 9753 2480 0,'0'0'11045'0,"0"0"-9813"0,0 0-604 16,20 98-112-16,-20-43 352 16,0 8 348-16,-12 11-228 0,1 1-292 0,-10 6-120 15,1 3 60-15,-3 5-100 0,-5 1-272 16,-4-2-128-16,0-2-39 0,-1-13-41 15,6-10-56-15,3-11-12 16,4-14 12-16,5-13-8 0,6-6 8 0,-3-10 0 16,5-9-8-16,-6 0-80 0,5-9-145 15,-3-10-35-15,-2 0-72 0,6-10 120 16,3 1 52-16,4-7-224 0,0-4-48 16,0-2 108-16,0 0 40 0,0 4 20 0,4 1-120 15,3 7 168-15,6 7 88 0,2 9 136 16,2 7 0-16,-2 6 296 0,9 0 124 15,-4 13 96-15,4 6-52 0,4 0-48 16,-4 6-72-16,0 0 8 0,0-2-48 16,-1 3-72-16,1-1-112 0,0 0-76 15,1 4-44-15,2 2-84 0,-3 4 36 0,0-3-340 16,0-3-504-16,-8-4-196 0,0-6 40 16,0 0-404-16,0-9-1248 0,-5-7-2641 15,2 0-3270-15</inkml:trace>
  <inkml:trace contextRef="#ctx0" brushRef="#br0" timeOffset="213623.305">18303 10599 7036 0,'0'0'8125'0,"0"0"-6889"16,0 0-648-16,0 0-80 0,0 0 332 16,41 84 368-16,-41-42-244 0,-5-1-364 15,-7 4-224-15,1-1-132 0,-2 1-63 16,2-8-61-16,3-5-64 0,-1-6-56 15,9-14-12-15,0-1-76 0,0-9-32 16,0-2 11-16,13-2-87 0,-2-12 76 16,6-5 44-16,2-2-80 0,1-2-64 15,0-3 24-15,0 4 76 0,4 5 24 16,-4 6 80-16,-1 8-68 0,-2 3 36 16,-2 0 0-16,2 9 48 0,-6 7 152 15,2 6-16-15,-2 3-76 0,-7 5-60 0,4-5-128 0,-3 4 52 16,-1-4-192-16,0-3-440 0,3-6-352 15,1-4-700-15,1-5-2420 0,2-7-2689 0</inkml:trace>
  <inkml:trace contextRef="#ctx0" brushRef="#br0" timeOffset="214023.518">19388 10029 9460 0,'0'0'6553'0,"0"0"-5897"16,39 70-496-16,-20-38-84 0,-2 3 60 15,-2 0 636-15,2 3 460 0,-1 4-460 16,0-1-392-16,0 3-112 0,-4 8-48 0,-1-2-24 16,-2 4-40-16,-5-4-8 0,0 4-16 15,-4 1-80-15,-8-2-52 0,-9 5-132 16,-7-1 12-16,-8 0-296 0,-3 3-196 15,-5 0-36-15,-4-3-176 0,-3-3-212 16,-6-2-428-16,14-18-1124 0,-33 8-4629 0</inkml:trace>
  <inkml:trace contextRef="#ctx0" brushRef="#br0" timeOffset="214633.293">14893 11214 3056 0,'0'0'9081'0,"0"0"-7613"16,0 0-516-16,0 0 332 0,0 0-128 16,0 0-252-16,-28 92-148 0,12-64-216 0,4 7-208 15,-4 0-188-15,4 0-136 0,-4-3-8 16,8-3 0-16,-3-4-108 0,2-6-176 15,5 1-392-15,0-8-176 0,4 1-192 16,4-7-728-16,5 0-2040 0,10 1-2317 0</inkml:trace>
  <inkml:trace contextRef="#ctx0" brushRef="#br0" timeOffset="-214374.955">17283 11062 1316 0,'0'0'2024'0,"0"0"4796"0,0 0-6160 0,0 0-596 15,0 0 425-15,0 0 731 0,0 0 372 16,0 0-304-16,-63 75-444 0,59-62-208 16,4 3-100-16,-4 0-116 0,0 3-60 15,0 0-88-15,-5 4-88 0,6 2-136 16,-5 0-48-16,-4-3-116 0,4 4-528 15,-4 2-324-15,0-2-296 0,0-1-836 16,-12 13-3245-16</inkml:trace>
  <inkml:trace contextRef="#ctx0" brushRef="#br0" timeOffset="-210621.152">14088 11589 5500 0,'0'0'6217'15,"0"0"-5629"-15,0 0-576 0,0 0 664 16,0 0 380-16,0 0 248 0,36 76-36 16,-32-35-396-16,0 6-316 0,0 8-112 15,0 2-60-15,0 0-4 0,-4 4-108 16,0-5-100-16,0 5-76 0,0-4-52 16,-4 0-44-16,0-6-8 0,4-4-100 0,-4-12 8 15,4-6-32-15,0-14-80 16,0-9-68-16,-4-6-164 0,4 0-136 0,0-11-216 15,0-9-368-15,0-7-944 16,0-12-1157-16,0 7-1759 0</inkml:trace>
  <inkml:trace contextRef="#ctx0" brushRef="#br0" timeOffset="-210345.496">13996 11725 5244 0,'0'0'7281'0,"0"0"-6501"0,0 0-516 0,0 0 4 16,-87 89 404-16,59-57 588 0,0 0-328 15,0-4-472-15,4-2-460 0,9-5-116 16,-2-8-508-16,9-3-384 0,5-3-484 16,3-7-1076-16,0-5-1557 0,3-7 1377 15,9-4 652-15,4-6 320 0,0-3 1776 16,4 0 64-16,4 2 1216 0,-1 5 168 0,5 4 1312 16,0 7-536-16,4 5-568 0,0 2-351 15,0 2-369-15,5 8-336 0,-2 7-316 16,-3-2-68-16,4 8-128 0,-4-4-88 15,-1 6-52-15,-3 0-636 0,-3 1-608 16,-10-5-897-16,5 21-3531 0</inkml:trace>
  <inkml:trace contextRef="#ctx0" brushRef="#br0" timeOffset="-209775.831">13634 13195 7824 0,'0'0'5593'0,"0"0"-4513"0,0 0-500 16,0 0 188-16,0 0 376 0,0 0 32 15,0 0-360-15,0 0-364 0,-88-31-180 16,72 39-120-16,4 11-152 0,1 1-36 15,2 9 36-15,1 2 124 0,4 4 32 16,4 0 4-16,0 0-72 0,0-6 32 16,4-4-48-16,4-9-72 0,-4-7 0 0,8-9-96 15,0 0 96-15,1-9 8 0,2-10-8 16,5-10-48-16,0-5-260 0,-4-5-192 16,-1-2-40-16,2 0 0 0,3 2 56 15,-8 7 52-15,4 7 120 0,-4 10 76 0,-1 2 88 16,2 6 112-16,-2 7 36 0,-3 7 384 15,1 8 136-15,-2 9 36 0,1 4-124 16,-4 2-76-16,-4 3 16 0,4-1 16 16,-4-1-20-16,0-4-112 0,0-6-72 15,4-5-184-15,-4-6-40 0,5-7-96 16,-2-3-96-16,5-3-232 0,0-14-76 16,8-5 148-16,-4-6-288 0,4-10-508 15,4-3-732-15,-4-4-1240 0,-1 14-757 0,6-24-2739 0</inkml:trace>
  <inkml:trace contextRef="#ctx0" brushRef="#br0" timeOffset="-209602.3">14044 12649 5868 0,'0'0'2832'15,"0"0"1809"-15,0 0-3421 0,0 0-500 16,0 0 236-16,0 0-32 0,0 0-68 0,-20 79-16 16,16-38-92-16,4 6 12 0,0 8-4 15,0 2-260-15,0 1-179 0,9-1-109 16,-2 0-112-16,1-6-96 0,4-7-132 15,-4-3-417-15,4-2-219 0,0-8-196 16,0-9-140-16,4-3-568 0,0-8-1120 16,-1-9-2117-16,6-4-1483 0</inkml:trace>
  <inkml:trace contextRef="#ctx0" brushRef="#br0" timeOffset="-209158.207">14463 13068 744 0,'0'0'12525'15,"0"0"-10837"-15,0 0-920 0,0 0 0 16,-44 92 240-16,28-54 144 0,-8 0-304 16,8 4-300-16,-4-8-204 0,8 1-76 15,0-3-132-15,8-9-136 0,0-9-72 0,1-7-36 16,3-3-28-16,3-4-36 0,5-4-280 16,4-5 296-16,4-7-28 0,3-6-28 15,6 4-56-15,-1-6-152 0,0 9-24 16,4 5 124-16,-4 7 72 0,3 3 48 15,-3 13 40-15,4 7 160 0,-4 5 184 16,-4 6 140-16,-4 7-76 0,0 4 48 0,-8 5-36 16,0 1 60-16,-1 5-76 15,-3 1 4-15,-4 4-4 0,0-2 24 0,0 2 88 16,-7-8 48-16,-5-5-28 0,-1-6 52 16,-2-11-3-16,3-3-217 0,-8-9-76 15,0-3-48-15,4-7-12 0,-4-6-72 16,0 0-204-16,4-16-52 0,-4-3 23 15,9-6-7-15,-2-7-88 0,5 0 108 16,5-3-84-16,3 0 84 0,3 7 48 16,5-5 0-16,5 6-24 0,2-4 76 0,5-2 20 15,1-2-72-15,7 0-108 16,-1 1-92-16,5-4 128 0,4-1-16 0,4 1-980 16,-1 3-40-16,6-3-1532 0,-14 13-2001 15,13-14-2527-15</inkml:trace>
  <inkml:trace contextRef="#ctx0" brushRef="#br0" timeOffset="-208391.794">15049 13360 1004 0,'0'0'9484'15,"0"0"-7643"-15,0 0-665 0,0 0-504 16,0 0 440-16,0 0-16 0,0 0-248 16,0 0-104-16,79 0-252 0,-59-16-144 15,-1-3-152-15,2-6-196 0,-1-4-64 16,-5 1-144-16,-6-4-64 0,3 7 52 0,-9-3-4 16,1 4 100-16,-4 9-24 15,0 2 148-15,0 4 44 0,-4 2 80 0,-7 4-124 16,-2 3 12-16,2 3 0 0,-10 4-12 15,6 5 4-15,-5 4 56 0,4 6-12 16,4 7 140-16,0 6 56 0,4 3 4 16,0 6-52-16,4 4 76 0,4 0-16 0,0-4 76 15,0-2 96-15,4-8-236 0,4-11-192 16,0-11-136-16,4-9-8 0,4-6-152 16,3-16 52-16,6-13-64 0,3-12-60 15,-4-7-360-15,-5-6-348 0,5-3-416 16,-4 0-696-16,1-1-625 0,-10 20-1315 15,5-26-328-15</inkml:trace>
  <inkml:trace contextRef="#ctx0" brushRef="#br0" timeOffset="-208065.746">15387 12621 4832 0,'0'0'80'15,"0"0"6977"-15,0 0-5445 0,0 0-800 16,0 0-116-16,0 0 68 0,0 0 580 16,0 0-256-16,28 111-240 0,-20-54-196 15,0 10-4-15,-4 2 168 0,-1 4-256 16,1 0-291-16,1-3-161 0,-1-9-108 15,0-5-100-15,0-11-277 0,0-14-75 16,-1-5 160-16,5-17 96 0,-3-2-180 16,7-7-248-16,-5-7 292 0,6-4 196 0,-2-6 88 15,6 1 36-15,-2-3-36 0,2 3-16 16,-6 4-20-16,5 2-40 0,0 7 64 16,-4 0 60-16,-4 3 220 0,4 0 52 0,-4 9-76 15,-5 1 12-15,6 6 24 0,-9-1 0 16,0 7-84-16,0 2-40 0,-9 1-36 15,-2-3 4-15,-1 3-4 0,0-3-12 16,-8-3-12-16,4-3 16 0,4-3-52 16,-4-4 36-16,4-6-48 0,0-3-148 15,0-6-252-15,5-10-236 0,3-3-360 16,0-6-788-16,-1 2-2180 0,5-9-2181 0</inkml:trace>
  <inkml:trace contextRef="#ctx0" brushRef="#br0" timeOffset="-207822.114">15846 13183 7324 0,'0'0'7349'0,"0"0"-6049"0,0 0-720 16,0 0 464-16,0 0 300 0,83 15-80 15,-80-5 148-15,6 3-511 0,-5 2-357 16,4 1-244-16,-4 0-164 0,-1 0-88 0,-3 0-48 16,4-4-4-16,1 1-4 0,-5-4-64 15,0-2-136-15,0-1-44 0,0-6-52 16,0 0 24-16,0 0 52 0,4 0 120 15,-4-3-52-15,4 0 156 0,4-6-32 16,-1-1 36-16,2-6 96 0,6-3-96 16,-3-6-333-16,4-4-287 0,0 0-72 15,0-3-264-15,4 1-784 0,0-1-1232 16,-4 4-1869-16,-4 5-1799 0</inkml:trace>
  <inkml:trace contextRef="#ctx0" brushRef="#br0" timeOffset="-207676.454">16263 13144 6444 0,'0'0'5405'0,"0"0"-2801"15,12 77-1572-15,-12-46-300 0,5 4 328 16,-5-3 216-16,0 0 76 0,0-4-452 0,0-9-460 16,0-3-404-16,0-7-36 0,0-5-352 15,0-4-404-15,0 0-260 0,0-13-232 16,0 4-1148-16,0-17-3513 0</inkml:trace>
  <inkml:trace contextRef="#ctx0" brushRef="#br0" timeOffset="-207550.733">16243 12960 1408 0,'0'0'12437'0,"0"0"-10653"16,0 0-568-16,0 0 76 0,0 0-332 15,0 0 216-15,76 29-444 0,-55-27-512 0,-2 2-220 16,9-4-584-16,4 0-552 0,3-4-144 16,10 2-360-16,-13-4-2768 0,24-5-1629 0</inkml:trace>
  <inkml:trace contextRef="#ctx0" brushRef="#br0" timeOffset="-207375.851">16917 12958 5168 0,'0'0'2444'16,"0"0"3749"-16,0 0-4361 0,0 0-292 16,-12 65-152-16,0-39-172 0,0 3 152 0,-4 2-143 15,0 4-209-15,1 4-132 0,2-6-184 16,9 0-220-16,0-4-272 0,4-4-208 16,0-3-108-16,12-3 12 0,4 1-156 15,5-5-12-15,2-5-100 0,5-1-104 16,4-5-16-16,3-4-120 0,2 0-172 15,-14-7-1133-15,13-5-3527 0</inkml:trace>
  <inkml:trace contextRef="#ctx0" brushRef="#br0" timeOffset="-207247.747">18056 13081 12045 0,'0'0'9124'0,"0"0"-7763"0,0 0-1253 0,0 0-108 15,-95 3-1045-15,67-3-3 16,3 0-432-16,-14 0-3908 0</inkml:trace>
  <inkml:trace contextRef="#ctx0" brushRef="#br0" timeOffset="-195926.92">17777 11583 7600 0,'0'0'532'0,"0"0"40"16,0 0 164-16,0 0 248 0,0 0 33 15,0 0-157-15,0 0-232 0,0 0-284 0,0 0-140 16,0 0-24-16,-24 43 124 0,16-7 64 16,1 5-64-16,-5 6-152 0,3 4-28 15,-2 3-124-15,-1 3-24 0,0-3 24 16,-4 6-64-16,4-5 64 0,-4-4 0 15,4-4-136-15,0-10-68 0,4-4 12 0,0-11 16 16,4-6-16-16,0-3-136 16,0-7-80-16,4 0-40 0,0-6-36 0,0 0 60 15,0-6 0-15,0-10-649 0,8-6-491 16,4-9-396-16,0-9 436 0,0 12-912 16</inkml:trace>
  <inkml:trace contextRef="#ctx0" brushRef="#br0" timeOffset="-195755.738">17710 11764 2460 0,'0'0'5276'0,"0"0"-4044"0,0 0-756 16,0 0-100-16,-96 33 168 0,61-14 61 15,-1 8-61-15,-9-2 44 0,6 3-384 16,-1 1-152-16,0-1-44 0,8-5-8 16,9-8 0-16,3-5 0 0,7-10-76 15,9 0-500-15,4-12-16 0,0-11-673 0,13-2-483 16,6-7 108-16,1-6 80 0,8-3-84 15,-4-4-1408-15</inkml:trace>
  <inkml:trace contextRef="#ctx0" brushRef="#br0" timeOffset="-195640.835">17554 11620 1292 0,'0'0'1732'0,"0"0"-752"0,100-25 3076 15,-72 25-3188-15,-4 6 424 0,-4 7-463 0,7 3-185 16,-3 5-184-16,0 2-112 16,4 3-224-16,0-1 84 0,0-3-208 0,0 7-16 15,4-4-380-15,4 4-796 0,-4-1-577 16,-4-8-867-16,7 2-1696 0</inkml:trace>
  <inkml:trace contextRef="#ctx0" brushRef="#br0" timeOffset="-185143.433">11466 10179 432 0,'0'0'624'0,"0"0"68"0,0 0-288 16,0 0-404-16,0 0 0 0,4 70-352 0</inkml:trace>
  <inkml:trace contextRef="#ctx0" brushRef="#br0" timeOffset="-170358.194">20077 10636 4912 0,'0'0'6821'15,"0"0"-6077"-15,0 0-528 0,0 0 56 0,0 0 480 16,0 0 488-16,0 0-184 0,0 0-400 16,0 0-320-16,0 0-136 0,0-7-52 15,3 7 48-15,5 0 28 0,1 0 24 16,-1 3 24-16,3-3 12 0,6 4-12 15,-2-1-28-15,5 1-84 0,4-4-12 16,-1 3 0-16,5 0 0 0,4-3-136 0,5 2 72 16,3 2 52-16,-1-1 60 0,1-3-88 15,0 0-104-15,0 0 68 0,-1 0 4 16,-3 0-64-16,5-3-4 0,-2-1-8 16,-3 2-8-16,-4-4-40 0,-1 2-16 15,-3 1-56-15,-3-4-344 0,-1 2-212 16,-9-1-164-16,2-5-76 0,-6 5-324 15,-3-1-652-15,-8 1-1060 0,0 0-1873 16,0 0-1534-16</inkml:trace>
  <inkml:trace contextRef="#ctx0" brushRef="#br0" timeOffset="-170058.663">20709 10426 468 0,'0'0'5980'0,"0"0"-3900"0,0 0-1240 15,0 0-192-15,0 0 256 0,0 0 137 16,0 0-17-16,88-8-284 0,-67 8-232 16,-1 6-144-16,-1-1-20 0,1 2-44 15,1 3 144-15,-2-1-220 0,1 1-100 16,-4-1-48-16,0 4 0 0,-1 3-64 16,-6-1-4-16,-1 8 108 0,-4-5-104 15,0 11 60-15,-4-4-72 0,-8 5 0 0,0-2-8 16,-4 4 8-16,0-4-124 0,-1 0 20 15,-2 2-60-15,4-5 0 0,-6 0-60 16,6 1-16-16,-2-8-112 0,1 2-104 16,5-5-176-16,-2-2-132 0,1 0-248 15,4-7-505-15,1 3-579 0,-1-4-724 16,4-3-1592-16,-4-2 3916 0,4 0-323 0</inkml:trace>
  <inkml:trace contextRef="#ctx0" brushRef="#br0" timeOffset="-168327.359">22352 10185 536 0,'0'0'2216'15,"0"0"5804"-15,0 0-6863 0,0 0-721 16,0 0-36-16,0 0 504 0,0 0 288 16,0 0-100-16,0 0-248 0,88 3-272 0,-60 3-188 15,-2 1-88-15,2-1 64 0,0 0 120 16,4-6 84-16,-4 0-208 0,-4 0-208 15,4-2-64-15,-3-5-84 0,-2-3 0 16,-3 1-12-16,0 0-208 0,-1-4-380 16,-2 3-152-16,-6-3-276 0,2 4-448 15,-5 3-1012-15,-4-1-1609 0,-4 4-2719 0</inkml:trace>
  <inkml:trace contextRef="#ctx0" brushRef="#br0" timeOffset="-168094.249">22455 10363 4224 0,'0'0'3204'16,"0"0"-444"-16,-15 69-1727 0,10-36-393 15,1 5 308-15,0 0 428 0,0 6-12 16,0 0-408-16,4 1-332 0,-4-1-240 0,1 4-224 16,-6 4-36-16,1-8 40 0,4 3-52 15,-3-9-40-15,-1 0-68 0,3-3 4 16,5-9 4-16,0-1-12 0,0-6 0 15,0-3-112-15,0-7-148 0,0-2-344 16,0-4-196-16,0-3-220 0,0 0-420 16,0 0-964-16,0 0-1721 0,-4-6-1119 0</inkml:trace>
  <inkml:trace contextRef="#ctx0" brushRef="#br0" timeOffset="-167914.378">22387 10912 796 0,'0'0'10421'15,"0"0"-9101"-15,0 0-552 0,0 0-20 16,0 0 328-16,92-41 248 0,-64 35-256 16,-4 3-348-16,3-4-328 0,1 3-156 0,-4-1-140 15,4 2-96-15,0-4 0 0,-7 3-108 16,2 2-164-16,1-2-344 0,-4 2-340 16,-5 2-248-16,-2 0-436 0,-5 6-940 15,-4 7-2301-15,-4-1-1826 0</inkml:trace>
  <inkml:trace contextRef="#ctx0" brushRef="#br0" timeOffset="-167709.935">22431 11178 392 0,'0'0'10284'0,"0"0"-9007"0,0 0-829 0,0 0-92 16,0 0 308-16,0 0 556 0,0 0 16 15,0 0-196-15,0 0-332 0,0 0-248 16,88-6 8-16,-57-2 12 0,1 1 48 15,0-3-100-15,0 0-184 0,5 1-108 0,-5-4-136 16,3 4-60-16,1-1-120 0,-4 1-496 16,0 0-368-16,-1 2-220 15,-3 1-1008-15,-3-1-2837 0,3 0-4259 0</inkml:trace>
  <inkml:trace contextRef="#ctx0" brushRef="#br0" timeOffset="-165693.613">6024 10076 5380 0,'0'0'2524'0,"0"0"-736"0,0 0-1284 16,0 0 233-16,0 0 263 0,0 0 244 16,0 0-276-16,0 0-272 0,0 0-296 15,-80-27-184-15,72 40 24 0,-4 8-4 16,0 5 4-16,-4 9-72 0,0 9 56 16,0 7 0-16,1 6-24 0,-6 6-52 15,6 10-140-15,-2 7 44 0,-2 2-52 16,3 0-16-16,4 1-32 0,0-3-100 15,8-10 8-15,0-13-84 0,4-9 88 0,4-16 36 16,0-10-12-16,4-7-40 0,0-8 148 16,0-4-68-16,3-3 12 0,2 0-52 15,6-12-104-15,1 2-24 0,5-3-12 16,-5 1-60-16,3 3 96 0,-3 4 116 16,4 5 40-16,-4 11 60 0,4 4 188 0,0 10 432 15,-4 7-244-15,-1 10-100 0,2-2-88 16,-1 9 316-16,-5 1-216 0,2 4-76 15,-6-3-124-15,-3 3-84 0,0 0 44 16,1-6 4-16,-6-4-52 0,-3-6-120 16,4-6-180-16,0-10-404 0,0-6-112 15,0-6-180-15,5-7-736 0,-6-3-2149 16,-3-3-3163-16</inkml:trace>
  <inkml:trace contextRef="#ctx0" brushRef="#br0" timeOffset="-162278.261">7598 10525 11789 0,'0'0'3184'15,"0"0"-2980"-15,0 0-156 0,0 0 16 16,0 0 60-16,0 0 4 0,0 0-56 16,0 0-72-16,0 0-128 0,0 0-452 15,0 0-608-15,60 16-756 0,-60-7-1297 0,-4 4-2427 16,-5 0 2944-16</inkml:trace>
  <inkml:trace contextRef="#ctx0" brushRef="#br0" timeOffset="-162143.273">7594 10772 2936 0,'0'0'8529'0,"0"0"-7593"0,0 0-924 16,0 0 144-16,0 0 456 0,0 0 520 15,0 0-112-15,87 48-476 0,-71-48-444 16,0 0-100-16,4-2-856 0,-7-2-1264 0,6-3-4317 15</inkml:trace>
  <inkml:trace contextRef="#ctx0" brushRef="#br0" timeOffset="-160692.816">6455 10276 9700 0,'0'0'2129'0,"0"0"-1669"0,0 0-164 16,0 0 328-16,0 0 228 0,95-47-244 16,-59 47 0-16,7 3 20 0,5 14-84 0,3 5-172 15,2 10-160-15,-1 9-160 0,4 14 32 16,-9 8-80-16,1 3-4 0,-4 0-84 15,-5 2-56-15,-6-12 72 0,-6-2 68 16,-11-8 112-16,0-6-100 0,-7-8 100 16,-6-4-52-16,1-2-60 0,-4-6-76 0,0-6-148 15,-4-3 0-15,1-8 224 0,-1-3 100 16,-9 0 76-16,2-10-88 0,-2-8-88 16,-10-9 0-16,3-4 0 0,-8-7 124 15,-4-6-120-15,0-2 96 0,0-4-92 16,4-2-8-16,4 5-148 0,5-4 148 15,10 4 72-15,9-1-72 0,0 1-92 16,9-1-36-16,10 4-84 0,5 0 112 16,8 2-72-16,4-3 20 0,8 1 12 15,3 3-400-15,2 3-204 0,7-1-548 16,-17 14-960-16,25-7-2373 0</inkml:trace>
  <inkml:trace contextRef="#ctx0" brushRef="#br0" timeOffset="-158990.704">23351 10128 3412 0,'0'0'768'0,"0"0"2492"15,0 0-1960-15,0 0-228 0,0 0-400 16,0 0 49-16,0 0 51 0,0 0-156 16,0 0-284-16,0 0-256 0,-7-35-76 15,7 35-64-15,0 0 0 0,0 0 12 16,0 0 44-16,0 0 0 0,-4 0 0 0,4 0-44 15,0 0-12-15,0 0-12 0,0 0-40 16,0 0 80-16,0 3 36 0,0-3 116 16,0 0 72-16,0 0 56 0,0 0-40 15,0 0-24-15,0 0 12 0,0 0 72 16,0 0 92-16,0-3 76 0,0 3 8 0,0 0-12 16,0 0-48-16,0-3-56 15,0 3-8-15,0-3-40 0,4-3-64 0,-1-1-52 16,1-3-36-16,0 1-60 0,5 0 8 15,-5-1-20-15,3-2 8 0,1 1-52 16,1-1-4-16,-1-1-4 0,3 0 0 16,2 1-12-16,-2-1-36 0,1 7 44 15,0-4-108-15,0 7-88 0,-4 0 16 16,0 3 44-16,0 0 140 0,-4 0 0 16,4 0 0-16,0 0-72 0,-4 0-4 15,0 3 64-15,0 3 4 0,4 7 8 16,-5 3 56-16,-3 6-28 0,4 3-28 0,-4 8-140 15,0 2-8-15,-7 2 24 0,-1 2 60 16,0 5-80-16,0 1-56 0,0 2-60 16,-4 1 8-16,5-7-16 0,-2-5 268 15,1-11 52-15,0-6 0 0,5-5-40 16,-2-3 36-16,5-5-48 0,-4-3-56 0,4 1 4 16,0-1-48-16,0 0-116 0,0 3 68 15,0 0-68-15,0 1 112 0,4 2-8 16,4 4 60-16,0-1 52 0,4 5 116 15,0 1-52-15,0 6 124 0,4 1-88 16,0 3 128-16,0 7-128 0,-4 3 140 16,4 0 24-16,-1 6-148 0,-2 1-56 15,-1 2 4-15,-5-1 0 0,6-3-52 16,-5-4-4-16,-1-4 40 0,-3-4 52 0,0-6 52 16,0-2-8-16,1-5-72 0,-1-1-72 15,-4-5 0-15,0-1-100 0,0-9 52 16,0 1-360-16,0 0-120 0,-4-3-112 15,-5 0-200-15,-3 0-268 0,1 0-600 16,-2 0-785-16,-15 0-3691 0</inkml:trace>
  <inkml:trace contextRef="#ctx0" brushRef="#br0" timeOffset="-158343.911">24311 10674 3828 0,'0'0'6368'0,"0"0"-4719"15,0 0-345-15,0 0-220 0,0 0-60 16,0 0-120-16,0 0-228 0,0 0-352 0,0 0-212 15,0 0 260-15,52 2 12 0,-24-2 0 16,8 5-52-16,0-3-84 0,12-2-28 16,4 4-36-16,8-4-12 0,4 0-128 15,7 0-40-15,4 0 68 0,9-4 84 0,0-3-68 16,0 2-76-16,-1-1 48 0,-3-1-60 16,-4 0-8-16,-4-1-76 0,-8 1 76 15,-5-3-56-15,-7 2 56 0,-4-3-52 16,-9 5 48-16,-3-3-60 0,-8 2-152 15,-4 0-156-15,-7 1-112 0,-6 0-40 16,-3-1-136-16,-4 1-292 0,0 0-600 16,-4 0-1640-16,0-7-4169 0</inkml:trace>
  <inkml:trace contextRef="#ctx0" brushRef="#br0" timeOffset="-158119.694">25806 10353 6184 0,'0'0'5305'0,"0"0"-4789"0,0 0-236 16,0 0 220-16,0 0 276 0,0 0 176 16,84 13-68-16,-69-3-332 0,2-1 28 0,-2 0-92 15,2 4-216-15,-6 4-24 0,6-2-96 16,-10 4-56-16,-3 6-8 0,0 4-76 16,-4 6 76-16,0 6-88 0,-8 0 0 15,-3 1 160-15,-6-4-160 0,-3 0-172 16,-3-3-28-16,-1 1-60 0,0-3-100 15,-4-3-336-15,4-5-264 0,-4-6-88 16,12-7-836-16,-8-5-3573 0</inkml:trace>
  <inkml:trace contextRef="#ctx0" brushRef="#br0" timeOffset="-156143.875">24977 9626 8796 0,'0'0'5953'0,"0"0"-4617"0,0 0-444 0,0 0 332 15,-8 83 180-15,5-61-108 0,-1-3-616 16,-1 0-472-16,5-3-164 0,-4 0-44 16,4-4-4-16,0-1-68 0,0-6-52 0,0 2-44 15,0-7-40-15,0 0-72 0,0 0-72 16,4 0 48-16,5-7 32 0,-2-5-68 16,5-1 56-16,0-3-12 0,0 0 16 15,0-3 32-15,4 3 52 0,-1 1-28 16,-2 2 116-16,2 0 96 0,2 4-48 15,-6 3 60-15,2 1 4 0,-5 5 208 16,-1 0 44-16,-3 0 64 0,0 5-24 16,1 1 60-16,-1 3-12 0,-4 1-64 15,4 2 28-15,-4 4-76 0,0-3-12 0,0 0-124 16,0-1-96-16,0-2-56 0,0 0-20 16,-4-3-180-16,0-2-404 0,4-2-48 15,-5 1-168-15,5-4-388 0,0 0-1072 16,0-7-1753-16,5-9-1167 0</inkml:trace>
  <inkml:trace contextRef="#ctx0" brushRef="#br0" timeOffset="-155948.593">25340 9643 1332 0,'0'0'6956'0,"0"0"-4716"16,0 0-579-16,0 0-17 0,0 0-252 16,36 79 116-16,-36-54-204 0,0 0-244 15,-4 4-164-15,0 2-116 0,-5 1-168 0,-2 0-164 16,3 0-131-16,-5-1-125 0,2 2-108 15,-1-5-80-15,0 1-4 0,0-7-8 16,0 0-76-16,4-9-268 0,-4-1-85 16,5-8 37-16,-6-1-88 0,5-3-196 15,-8 0-360-15,0-3-464 0,0-7-1188 16,1-9-2189-16,2 7-3115 0</inkml:trace>
  <inkml:trace contextRef="#ctx0" brushRef="#br0" timeOffset="-155791.228">25368 9280 13865 0,'0'0'2232'0,"0"0"-1352"0,0 0-136 0,0 0-52 0,0 0-348 16,0 0-236-16,83-29-108 16,-67 21-124-16,5-3-540 0,2 3-580 0,-3 1-716 15,4 0-4373-15</inkml:trace>
  <inkml:trace contextRef="#ctx0" brushRef="#br0" timeOffset="-154628.111">26925 9999 640 0,'0'0'5988'16,"0"0"-3156"-16,0 0-1231 0,0 0-369 15,0 0-108-15,0 0 260 0,0 0-228 16,0 0-388-16,0 0-156 0,0 0-416 16,0 0-120-16,-56 12-72 0,33 32 96 15,-1 7 0-15,0 6-16 0,-4 4 28 16,9-2-100-16,-2 5 108 0,1-4-120 16,5-2-8-16,-2-1-40 0,6-10 40 15,3-9 8-15,3-6 0 0,1-9-48 0,4-11-124 16,0-3-16-16,0 1-144 0,4-3 84 15,1-1 48-15,3 3 88 0,3 1 100 16,6 2 8-16,-6 1-4 0,6 6 16 16,-6 4 32-16,6 3 48 0,-6 7 12 15,-3 3 360-15,4 2-252 0,-4 3-132 16,0-3-64-16,-4 4 0 0,0-1-12 0,0-3-12 16,0 1-172-16,0-2-240 0,-4-6 24 15,4-1-176-15,4-2-204 0,-4-6-408 16,4-6-916-16,0-3-2177 0,0-7-3259 15,-1-6 7384-15</inkml:trace>
  <inkml:trace contextRef="#ctx0" brushRef="#br0" timeOffset="-152009.954">27945 10150 3276 0,'0'0'340'16,"0"0"236"-16,0 0 2300 0,0 0-1448 15,0 0-392-15,0 0-132 0,0 0 77 16,0 0 159-16,0 0-180 0,0 0-324 16,0 0-232-16,16 35-52 0,-12-21-12 15,0 0 40-15,-4 2 20 0,4 4-120 16,-4 5-4-16,0 1-52 0,0 2-12 0,0 3-12 15,-4 4-128-15,-4 3 80 0,1 1-56 16,-6 2-88-16,2 0 116 0,-6 0 0 16,2 1-48-16,-2-4-12 0,2 0-16 15,2-6 52-15,-2 0-40 0,-1-4 88 0,0-6 36 16,4 1 76-16,-4-4 84 16,8-6-160-16,0-4-84 0,-4 1-16 0,8-7 4 15,4-3-4-15,-4 0 28 0,1 0-40 16,3 0-72-16,-9-3-244 0,5-4-100 15,-4-3 36-15,1 1-12 0,-1-3 88 16,3-4 32-16,-3 0-8 0,4 4 8 16,1-2 124-16,-1 2 28 0,0 2-64 15,4-3-12-15,0 3 12 0,0-2-12 16,0-1 76-16,0 1-4 0,4 2-48 16,0-2 40-16,3 2-16 0,1-4 76 15,1 6 0-15,-2-2 4 0,1 3 108 0,5 2 24 16,-2-2-36-16,1 4-24 0,0-1-68 15,4 4 40-15,0 0 28 0,0 4-72 16,4 3 4-16,0 1 92 0,0 3-40 16,0-2-60-16,-5 3 16 0,5 5-8 15,-8-5-8-15,4 1 12 0,-4 3 44 0,1 0-56 16,-6-1-112-16,-3 2 100 16,4-5-184-16,-4 1-140 0,1-1-88 0,-2 1-96 15,-3-3-80-15,0-1-184 0,4 1-448 16,-4-4-584-16,0 1-909 0,0-1-1703 15,0-3 1028-15</inkml:trace>
  <inkml:trace contextRef="#ctx0" brushRef="#br0" timeOffset="-151796.683">28352 10693 4956 0,'0'0'1144'16,"0"0"3384"-16,0 0-3923 0,0 0-413 0,0 0 372 16,-5 71 616-16,2-53 216 15,-1 1-552-15,4-2-528 0,-4-5-316 0,0 1-48 16,4-1-24-16,-4-2-384 0,4-7-352 16,-4 0-184-16,4-3-184 0,-4 0-845 15,0 0-3675-15</inkml:trace>
  <inkml:trace contextRef="#ctx0" brushRef="#br0" timeOffset="-151640.413">28340 10436 5612 0,'0'0'6193'0,"0"0"-6193"16,0 0-1093-16,0 0 525 0,0 0 244 0,0 0-660 15,0 0-3504-15</inkml:trace>
  <inkml:trace contextRef="#ctx0" brushRef="#br0" timeOffset="-150193.231">27675 10194 7372 0,'0'0'1752'0,"0"0"-680"0,0 0-3 0,0 0 51 15,0 0-264-15,0 0-412 0,-44 80-264 16,28-48-68-16,0 3 40 0,0 3-12 15,4 1-40-15,-4 1-100 0,4 2 0 16,-4 2-48-16,9 0 40 0,-2-3-80 16,5-5-4-16,4-5-44 0,0-5-44 15,0-7 28-15,0-1 152 0,13-1 4 0,-6-4-4 16,5-1-20-16,0-2 20 0,4 3 140 16,0-5-40-16,0 6 0 0,0-2 56 15,3 6-20-15,-2 6 56 0,-2 1 136 16,-2 3 404-16,-2 8 48 0,2-1-428 15,-2-1-140-15,-3 1-28 0,0 0-96 16,1 1-76-16,-2-3-12 0,-3-4 0 16,4 0-124-16,-4-6-248 0,4-5-196 0,0-5-184 15,0-7-300-15,4-2-652 0,0-8-1025 16,0-5-2699-16</inkml:trace>
  <inkml:trace contextRef="#ctx0" brushRef="#br0" timeOffset="-149856.884">28563 10262 7704 0,'0'0'4269'0,"0"0"-2673"0,0 0-1300 16,0 0-284-16,0 0 216 0,0 0 316 15,0 0 164-15,0 0-280 0,0 0-280 16,0 0-148-16,80 56 0 0,-69-37-36 15,6 3 36-15,-2 7 88 0,-2 1 152 16,-2-2-100-16,-2 2-16 0,-5 6-60 0,0-1 48 16,-1 0-40-16,1 1 4 15,0-3-28-15,4 3-48 0,-3-1-4 0,2 2 4 16,-3-2 0-16,0 1 0 0,0-1 0 16,-4 0 0-16,0-4 0 0,0 4 4 15,-4-6 72-15,-4 2-72 0,-4-2-4 0,0-1-200 16,1-2 64-16,-6-1-64 0,6-6-168 15,-6 4-144-15,-2-2-220 0,3 0-372 16,0-7-1032-16,0 0-3305 0,-8-2 165 0</inkml:trace>
  <inkml:trace contextRef="#ctx0" brushRef="#br0" timeOffset="-149288.098">29085 10665 496 0,'0'0'9912'0,"0"0"-8111"0,0 0-945 16,0 0-28-16,0 0 136 0,0 0 256 15,0 0-380-15,0 0-8 0,0 0 72 16,87 31-168-16,-51-21-236 0,8-4-120 16,0 0-36-16,0-2-16 0,0-1-72 15,0 0-172-15,-4-3-72 0,3 0-8 16,1-3-4-16,0-4-48 0,-5-5-148 16,-2-4-560-16,3-6-220 0,-9 0-172 15,-3 0-664-15,-12 2-2420 0,-4-2-2829 0</inkml:trace>
  <inkml:trace contextRef="#ctx0" brushRef="#br0" timeOffset="-149086.471">29623 10407 3220 0,'0'0'1944'0,"0"0"4169"0,0 0-4997 0,0 0-476 16,0 0 188-16,79 44 236 0,-51-27 52 15,-4 2-312-15,4 0-220 0,-4 3-84 16,0 0-120-16,-4 0-208 0,-4 7-108 15,0-1 8-15,-8 1-32 0,-4 6-40 16,-4 0-188-16,0 1-340 0,-12 1-56 16,0 1-52-16,-1-1-104 0,-2-1-128 15,3-4-384-15,0 0-872 0,4-13-2329 0</inkml:trace>
  <inkml:trace contextRef="#ctx0" brushRef="#br0" timeOffset="-148755.916">30153 10424 1540 0,'0'0'9389'0,"0"0"-6953"16,0 0-1232-16,0 0-320 0,115 0 212 16,-67 2 84-16,-4 1-428 0,3-3-284 15,-2 0-184-15,-6 0-112 0,1 0-172 0,-3 0-108 16,-2-5-344-16,-3-6-300 15,0 2-304-15,-13 4-876 0,9-12-3381 0</inkml:trace>
  <inkml:trace contextRef="#ctx0" brushRef="#br0" timeOffset="-148576.686">30595 10534 5472 0,'0'0'8005'0,"-4"70"-6965"0,4-31-468 16,0 8 408-16,4 4 768 0,-4 0 84 15,0-4-572-15,0-3-592 0,0-2-399 16,-4-1-149-16,0-6-120 0,0-4-84 16,-4-1-365-16,1-9-355 0,2 2-200 15,-3-10-100-15,0-4-432 0,4-3-1096 0,1-3-2757 16</inkml:trace>
  <inkml:trace contextRef="#ctx0" brushRef="#br0" timeOffset="-148294.877">30456 11014 3696 0,'0'0'7961'0,"0"0"-6605"0,0 0-856 16,84 6 248-16,-53-6 464 0,5 4-180 15,-4-4-248-15,-4 0-348 0,-4 2-344 0,-5-2-92 16,2 0-236-16,-10 4-324 0,-3-2 12 16,-3 5 28-16,-5 2-120 0,-5 8-40 15,-7-1 32-15,-3 3 76 0,-9 3 384 16,0-3 188-16,-4 0 108 0,4-1-4 15,0-1 60-15,4-5-152 0,9 1 256 16,2-3 12-16,9-3 60 0,0-1-124 16,9-1 48-16,6-5-48 0,9 3 72 15,8-3 128-15,4 0-12 0,7-8-152 16,2-3-92-16,7-3-108 0,-1-7-52 16,-3 0-372-16,8-2-432 0,-9 1-460 0,-7 3-1224 15,20 0-4089-15</inkml:trace>
  <inkml:trace contextRef="#ctx0" brushRef="#br0" timeOffset="-147459.879">31642 10207 12081 0,'0'0'664'0,"0"0"-664"15,0 0 0-15,0 0 448 0,60-76 532 0,-43 60-184 16,3 0-432-16,-5 4-136 0,6-1-52 15,-2 3-12-15,1 3-40 0,-8 1 68 16,4 4 48-16,-8 2-92 0,0 0-136 16,0 0-12-16,0 2-52 0,-4 4 52 15,-4 8 124-15,4 2 76 0,-4 9-52 16,-4 3-84-16,-4 11-4 0,-4 2-8 16,0 7-48-16,-3 2 56 0,-2 4-60 15,2 0 4-15,-2-4 108 0,6-4 148 0,2-2-24 16,1-9-36-16,5 0-156 0,3-9-44 15,0-5-48-15,0-1 48 0,3 2 48 16,5-3-36-16,1 3-4 0,2 4 0 16,6 0 4-16,-6 2 64 0,5 0-68 15,4 4 128-15,0-1-132 0,3 4 4 0,2-3-8 16,-5 3-72-16,4 0 64 0,-5-3 8 16,2 6-12-16,-6 0 12 0,-2 0 84 15,-2 4 88-15,-7-1 36 0,1 3-96 16,-5 1 36-16,-5 0 48 0,-3-1 100 15,-7-3-4-15,-2 1-60 0,-3-5-120 16,-3-1-40-16,3-8-72 0,-4-3-248 16,4-6-648-16,0-6-312 0,-4-3-764 0,5-5-2916 15,-13-5-5605-15</inkml:trace>
  <inkml:trace contextRef="#ctx0" brushRef="#br0" timeOffset="-135554.029">24603 9481 10244 0,'0'0'1081'16,"0"0"-1013"-16,0 0 288 0,0 0 364 15,0 0 176-15,-24 79-20 0,20-57-116 0,0 6-120 16,0 1-88-16,4 3-172 0,0 3-180 15,0-4 0-15,0 4-36 0,-4 0-156 16,4 4-16-16,0-4 20 0,0-1-12 16,0-5 0-16,0-1-60 0,-5-6-16 15,5-5 68-15,0-4-116 0,0-1-228 16,-3-9-212-16,3-3-180 0,0 0-176 0,-4-7-380 16,0-1-1037-16,-4-24-3691 0</inkml:trace>
  <inkml:trace contextRef="#ctx0" brushRef="#br0" timeOffset="-135380.8">24403 9131 6596 0,'0'0'6553'0,"0"0"-5305"15,0 0-744-15,0 0-48 0,0 0 32 0,0 0-200 16,48-76-288-16,-40 64-188 0,8 1-500 15,-4 5-412-15,-4 0-904 0,-3 3-4297 0</inkml:trace>
  <inkml:trace contextRef="#ctx0" brushRef="#br0" timeOffset="-123125.171">28894 12211 7220 0,'0'0'5333'15,"0"0"-4653"-15,0 0-184 0,0 0-92 16,0 0 320-16,0 0 676 0,0 0-292 16,0 0-428-16,0 0-332 0,-20-3-128 0,15 16 4 15,5 3 32-15,-3 5 16 16,-1 11-16-16,0 0 64 0,0 6-100 0,0 4 0 15,0 2-64-15,-1 0-32 0,2 7-4 16,-1 5-44-16,0 5-28 0,4 0-48 16,-4 3 12-16,4-4 36 0,0 3-48 15,0-3-76-15,0 4 76 0,4-1 0 16,0 2 12-16,0-2-12 0,-1-3 52 16,-3 3-52-16,5-2 0 0,-1-4 12 15,-4 0-12-15,4-4-8 0,0 2 0 16,0-8 4-16,3-2-8 0,-2-4 0 15,-1-6-48-15,4 0-52 0,-4-3 16 0,3-4-16 16,-3 4-44-16,1-3 96 0,-1-1 44 16,0 1-56-16,-4-7-12 0,0 0 20 15,4-3-20-15,-4-3-64 0,0 0 28 16,0-3 8-16,0-4-48 0,0 1 0 0,0-4 40 16,-4-3-28-16,0 0-24 0,0-3-112 15,-5 0-172-15,6-3-140 16,-9-2 0-16,4-2 24 0,-4-6-336 0,0 0-660 15,0-3-976-15,0-3-1705 0,-4-3-459 16,0 3 3572-16</inkml:trace>
  <inkml:trace contextRef="#ctx0" brushRef="#br0" timeOffset="-122861.25">28555 13989 468 0,'0'0'9264'0,"0"0"-7883"0,0 0-713 15,-8 63-144-15,12-34 308 0,4 2 340 16,4 1-316-16,4 7-252 0,0-1-108 16,3 3-36-16,2-3 76 0,-1-3-152 15,3-4-36-15,-3-2 48 0,1-10-16 16,3-3 52-16,-5-10 8 0,5-2-72 0,0-4-36 16,-1-10-16-16,5-6 0 0,4-9-96 15,5-4-40-15,-5-6-180 0,3-3-204 16,1-3-164-16,4 0-216 0,-5 0-176 15,6-1-224-15,-1 1-416 0,-5 6-872 16,-7 10-2281-16,8-5-2451 0</inkml:trace>
  <inkml:trace contextRef="#ctx0" brushRef="#br0" timeOffset="-115208.827">26830 15262 5988 0,'0'0'4977'15,"0"0"-4049"-15,0 0-212 0,0 0 140 16,0 0 412-16,0 0 40 0,0 0-316 15,0 0-248-15,0 0-40 0,0 0-100 16,59 12-124-16,-55 14-40 0,0 9-48 0,-4 3-28 16,0 7-228-16,-8 5 8 0,-3 1-92 15,-2 7-48-15,-6 5 56 0,-1-3-52 16,-8 1 40-16,4-4-40 0,1-3 64 16,-5-10 52-16,0-4-76 0,3-7-40 0,1-11 76 15,5-6 12-15,3-6-96 0,-5-4-72 16,6-6-84-16,2-6-16 0,6-4 16 15,-1-9-76-15,0 0 24 0,8-3 84 16,0-3 28-16,0-1 12 0,0 3-28 16,4 4 16-16,4 1-4 0,3 5 40 15,2 3-12-15,2 1-40 0,-2 6 112 16,6 3 116-16,-2 0-44 0,3 3-72 16,-1 3 0-16,1 7 60 0,1 3-56 15,-2 4 144-15,1 1-136 0,1 2 36 16,-10 2-12-16,5 0-36 0,-8-2-60 15,0 2-24-15,0-3-188 0,-4-3-80 0,-1 0-68 16,6-2-20-16,-5-6 44 0,4-1-148 16,-4-6-600-16,-1-4-532 0,6-4-368 15,-1-9-1017-15,-1-6-2351 0,-3 4 1636 16</inkml:trace>
  <inkml:trace contextRef="#ctx0" brushRef="#br0" timeOffset="-115044.988">27041 15881 1120 0,'0'0'7264'0,"0"0"-5232"15,0 0-823-15,0 0 215 0,0 0-12 16,32 70-116-16,-28-54-288 0,0 3-300 16,-4 0-224-16,0 0-212 0,0-3-272 15,0-4 0-15,0-5-532 0,0-1-600 0,0-6-392 16,0 0-672-16,-4-3-2165 0,0-3-3559 16,-4-13 7740-16</inkml:trace>
  <inkml:trace contextRef="#ctx0" brushRef="#br0" timeOffset="-114912.467">27105 15624 484 0,'0'0'7584'0,"0"0"-3427"0,0 0-3837 15,0 0 24-15,0 0 448 0,0 0 324 16,84-16-396-16,-65 10-720 16,5-5-696-16,0-1-964 0,0-1-1557 15,-4 8-5175-15,-4-5 6841 0</inkml:trace>
  <inkml:trace contextRef="#ctx0" brushRef="#br0" timeOffset="-114123.375">28480 15687 1240 0,'0'0'9120'16,"0"0"-7959"-16,0 0-545 0,0 0 36 15,-80-31 608-15,55 27 156 0,6 4-160 16,-1 0-436-16,0 10-236 0,0 2-40 16,4 7-52-16,-3 11-28 0,-2 3 0 0,5 9-108 15,4 3-124-15,1 3-24 16,2 3-148-16,5-4-56 0,0 1-4 0,4-11-60 16,0-2-76-16,8-9-8 0,1-7-40 15,2-10-84-15,6-5-248 0,-2-4-96 16,2 0-92-16,6-13-284 0,1-3-552 15,0-6-1120-15,8-1-2045 0,-4 2-415 16,-8 1 2004-16</inkml:trace>
  <inkml:trace contextRef="#ctx0" brushRef="#br0" timeOffset="-113611.979">28706 15977 1136 0,'0'0'704'0,"0"0"-392"0,0 0-24 0,0 0-184 15,0 0 40-15,0 0-16 0,0 0 2960 0,0 0-1732 16,0 0-1032-16,0 0-260 16,0 0 64-16,-4-10 252 0,1 10 216 0,3 0 12 15,0 0-12-15,0-4 60 0,0 4 105 16,0-2 99-16,0 2-40 0,0-5-56 16,0 5-192-16,0 0-180 0,0-2-92 15,0 2-20-15,-4 0 8 0,4 0 0 16,0 0 32-16,-4 0 40 0,-1 0 104 15,1 0 20-15,0 2-40 0,-3 3-96 16,-1-3-68-16,-1 5 28 0,2 0-12 16,-5 5 0-16,4 1 8 0,0 0 76 15,0 5 36-15,0 5-172 0,4 0-64 0,-1 2-56 16,2-3 8-16,-1 0-8 0,4 0-120 16,0-6-4-16,0-6-36 0,0-4-148 15,4-6-84-15,8-4 84 0,0-5-84 16,4-3 124-16,0-11-88 0,8 0-196 0,-9-2-52 15,5 0 48-15,1 3 52 16,-6 0 120-16,-2 6 88 0,-2 6 0 0,-3 1 8 16,-4 5 64-16,4 4 100 0,-4 0 52 15,0 0 320-15,4 10 48 0,-4 0-28 16,4 5-96-16,-4 1 84 0,0 3 12 16,-4 4-96-16,0-2 56 0,0 2-96 15,4-4-148-15,0 0-108 0,0-6-244 16,0-3-124-16,4-4-24 0,-4-6-232 0,4 0-164 15,-4-4-212-15,0-5-492 0,4-7-804 16,-4 4-1921-16,0-1-2447 0,0-6 3972 0</inkml:trace>
  <inkml:trace contextRef="#ctx0" brushRef="#br0" timeOffset="-113322.776">28957 15967 1160 0,'0'0'8036'0,"0"0"-5547"15,0 0-1105-15,0 0-200 0,0 0 344 16,4 76-52-16,-4-47-264 0,0 3-460 16,0-5-224-16,0 3-188 0,0-5-132 15,0-9-208-15,0 0-48 0,9-7-124 16,-5-6-48-16,-1 0-24 0,5-3-148 16,5-6 48-16,-6-6 72 0,5-7 12 0,4 3 28 15,-4-3 108-15,4 3-12 0,-4 2 48 16,0 6 80-16,-4 4 8 0,4 1 0 15,-4 3 284-15,-5 3 40 0,6 7-116 16,-1 3-12-16,-4 1-24 0,0 3-132 16,-1 2-40-16,1 4-124 0,1-5-284 15,-1 1-248-15,0 1-300 0,4-5-740 16,-1-4-2533-16,6 10-4075 0</inkml:trace>
  <inkml:trace contextRef="#ctx0" brushRef="#br0" timeOffset="-112785.421">30053 15938 6564 0,'0'0'3036'0,"0"0"-959"16,0 0-1381-16,0 0-264 0,8 89 384 16,5-60 640-16,-6-4-220 0,5 0-560 15,0-2-404-15,4-4-84 0,0-11-144 16,4-3-44-16,4-5 0 0,0-7 8 16,0-9-8-16,3-3-296 0,-3-9 8 15,0-1-160-15,-7-3 56 0,-2 4 164 16,-3 3 56-16,-8 2 172 0,0 7 104 15,-4 7 68-15,-4-1 4 0,-8 3-100 16,-7 1 104-16,-2 4-80 0,-3 2 0 16,4 0 112-16,-3 5 224 0,3 5-28 0,3 6-160 15,2 0 0-15,3 6 12 0,0 1-28 16,8-1-92-16,-4 0-140 0,8-3-148 16,0-4-172-16,0 2-656 0,0-4-340 15,4-8-576-15,0 2-1292 0,3-4-3589 0</inkml:trace>
  <inkml:trace contextRef="#ctx0" brushRef="#br0" timeOffset="-112341.151">30452 15944 6292 0,'0'0'3024'15,"0"0"1117"-15,0 0-3289 0,0 0-8 16,0 86 444-16,0-64 104 0,0 0-432 15,0 2-600-15,0-6-312 0,0-3-36 0,0 2-12 16,0-4-8-16,0-1-152 0,0-8-172 16,4-1-76-16,3-3-24 0,-3 0-64 15,5-3 100-15,-5-4-56 0,4 0 180 16,-5 0 140-16,-3 5 128 0,4-4 0 16,-4 6 0-16,4-3-32 0,-4 0 36 0,4-1 164 15,-4 1 24-15,5-3 112 0,-5 3 76 16,4-4-128-16,-1 4-88 0,1-1 16 15,0 1-16-15,-4 3-24 0,4 0 0 16,0 0 0-16,1 3 260 0,-1 4-128 16,3 3-156-16,-7-1 12 0,4 7 8 15,0-3-132-15,0 0-12 0,-4-1-108 16,4-2-80-16,-4-4-44 0,5-3-16 16,-2-3-48-16,-3 0-224 0,4 0-128 15,0-3-76-15,0-3 220 0,0 0 76 0,0 2-16 16,-4 4-48-16,0 0 160 0,0 0 128 15,0 0-192-15,4 10-52 0,-4-1 460 16,0 4 40-16,4 3-40 0,0 0-64 16,-4-7-500-16,4 5-889 0,-4-9-1795 15,0-2-3352-15,4 1 5932 0</inkml:trace>
  <inkml:trace contextRef="#ctx0" brushRef="#br0" timeOffset="-111378.53">30838 15909 10536 0,'0'0'1737'15,"0"0"-1213"-15,0 0 64 0,0 96 328 0,0-58 432 16,0 3-216-16,0 4-524 0,0 3-324 16,0-1-36-16,0 3-80 0,0-1-168 15,0-5-52-15,4-3 40 0,0-3-136 16,-4-5 48-16,4-8 52 0,0-3-52 16,0-3 24-16,0-8-8 0,0 0 76 15,-4-5 8-15,4 1-200 0,-4-7 12 0,0 0 64 16,0 0 124-16,0 0-72 0,0-4-152 15,0-2 12-15,0-1 60 0,-4-2-4 16,4-3-120-16,0-1 116 0,0-4-208 16,0 3 156-16,0 0 36 0,0 2 60 15,4 2 4-15,-1 0 104 0,-3 1-80 16,5-1-104-16,-1 1-252 0,0 0-24 16,0-1 20-16,4-2 0 0,-5-1 40 15,6 0-300-15,-1 0-233 0,3-3-15 16,-2 1 92-16,-1-2 228 0,3 2 232 0,-3 3 156 15,1-5 28-15,-1 1 220 0,-1 3 168 16,-3 4 224-16,1 0 124 0,-1 5 84 16,0-2-188-16,0 3-192 0,-1-3-156 15,1 6-48-15,0-4 72 0,0 1 120 16,1 0 52-16,-1 0-16 0,-1-3 28 16,5 2 9-16,0-2-85 0,-4 0-96 0,4 1-20 15,-4 3 100-15,0-1-64 0,0 3 48 16,0 0 4-16,0 3 24 0,-4 6 0 15,4-2 40-15,-4 6-28 0,0 0-36 16,0-1-68-16,0 1 80 0,0-1-168 16,0 1 76-16,0-3-84 0,0 2-4 15,0-1 0-15,0-3 0 0,0 3 100 16,0-5-100-16,-4 2-4 0,4 3 4 16,0-3 8-16,0 6 44 0,0-3 8 15,0 6 96-15,-4 3 72 0,0 2-76 16,4 0 24-16,-4 3-36 0,0 0 12 0,0 0 12 15,-4 8-24-15,4-5-136 0,0 7 96 16,-4 0-92-16,4 3-8 0,-3 0 0 16,-2 4 8-16,-2-1 80 0,3 3-80 15,-5 1 80-15,6 2 60 0,-1 1 68 0,-5 0-16 16,6-1-60-16,-1-2 160 0,0-4 116 16,-4-3 44-16,0-3-60 0,-4-7 84 15,4-5 168-15,-1-10-96 0,2-5-152 16,-5-8-148-16,8 0-256 0,-8-8-48 15,4-9 40-15,4-8-212 0,-4-3 60 16,5-7-60-16,2-6-100 0,1-5-100 16,4-1-12-16,0 0 24 0,0-1-92 15,4 4 16-15,8 2 16 0,-4 4 4 16,9 7 136-16,-2-1 92 0,1-3-56 16,8 4-276-16,0-7-412 0,0-4 72 0,4 1-132 15,0-1-277-15,4-2-327 0,-4-1-904 16,0 1-684-16,-5 3 1096 0,-3 9 1709 15,0-12 427-15</inkml:trace>
  <inkml:trace contextRef="#ctx0" brushRef="#br0" timeOffset="-111000.048">30787 15548 1788 0,'0'0'92'0,"0"0"7816"0,0 0-6491 16,0 0-657-16,0 0 148 0,0 0 380 16,0 0-24-16,-37 76-308 0,33-51-420 15,0 10-64-15,4 4-24 0,0 4-104 16,0 6-8-16,0-2-188 0,0 7-136 16,0-3-24-16,-4 3-28 0,4-1-364 15,-3 2-80-15,-1-7 64 0,0-1-316 16,4-9-184-16,0-2-404 0,4-11-612 15,3-3-1105-15,5-4-2131 0,-3-5 1012 0,2 0 4133 16</inkml:trace>
  <inkml:trace contextRef="#ctx0" brushRef="#br0" timeOffset="-110359.7">31532 15961 11961 0,'0'0'2196'0,"0"0"-1060"0,0 0 108 0,0 0 460 16,15 69-536-16,-15-34-384 16,4 4-432-16,-4-1-192 0,0 0-12 0,0-7-148 15,5-2 0-15,-2-7-184 0,5-5-36 16,0-9-120-16,-4-2-28 0,4-1-36 15,0-5 132-15,0-5 88 0,0-4-148 16,0-7 112-16,0 4 220 0,-4-4 12 0,0 0-4 16,3 0 4-16,-2 4-12 0,-1 2-12 15,0 4 8-15,0-1-4 0,0 7-44 16,-4 0 52-16,4 0 172 0,-4 0-36 16,3 0-36-16,-3 4-28 0,4-1 4 15,5 0-16-15,-9 3 40 0,4-6-88 16,0 0-12-16,3 0-52 0,2 0-56 15,-1 0 108-15,3-6 48 0,2-4 0 16,2 0-48-16,2 1-12 0,6 0 0 16,-3 2 12-16,0 0 12 0,4 5-4 15,0 2 116-15,-4 0 136 0,0 6-16 16,-4 7-60-16,0 0 12 0,0 3 24 16,-5 3-24-16,-2 0 12 0,2-1-204 0,-3 1 164 15,-4 1-160-15,5-5-8 0,-5 2-84 16,7-5-284-16,-2 1-108 0,-1-4-160 15,3-2-336-15,2-7-508 0,2 0-1112 0,1-7-1537 16,4-19-839-16</inkml:trace>
  <inkml:trace contextRef="#ctx0" brushRef="#br0" timeOffset="-110074.42">32269 16079 912 0,'0'0'6828'16,"0"0"-1623"-16,0 0-3513 0,0 0-472 15,0 0 344-15,0 0-140 0,0 0-432 16,0 0-296-16,0 0-108 0,-68 69-32 15,56-44 185-15,4-6-253 0,4 0-392 16,0-6-96-16,4-7-172 0,0 1-32 16,8-7-136-16,0 0 124 0,4-7 44 0,0-2-121 15,3-7-71-15,-2-3-76 0,7-4 16 16,-5 5 68-16,2 2 100 0,-6 3 84 16,5 3 160-16,-4 8-56 0,0 2 68 15,-4 0 132-15,0 2 176 0,0 8 108 0,-4 3-16 16,4 0-108-16,-4 1 12 0,-4 7-48 15,4-2 1-15,-4-4-13 0,4 4-244 16,0-6-24-16,0-4-160 0,-4 1-253 16,4-7-343-16,0-3-148 0,-1 0-300 15,2-3-672-15,3-7-808 0,-4 1-1473 16,4-13-1611-16</inkml:trace>
  <inkml:trace contextRef="#ctx0" brushRef="#br0" timeOffset="-109844.859">32579 16024 392 0,'0'0'1748'0,"0"0"7253"0,0 0-6909 16,0 0-1380-16,0 0 200 0,0 0 488 16,8 85-120-16,-12-49-328 0,0 5-164 15,0 3-52-15,1 10 68 0,-2 4-156 16,5 5-211-16,0 4 11 0,0 3 460 16,0-1-700-16,0-1-88 0,0-5-120 0,-4-3-220 15,0-3-32-15,4-12-136 0,0-7-60 16,0-10 72-16,0-12-1 0,0-9-47 15,0-7-128-15,0-7-436 0,0-12-464 16,0-10-520-16,4-9-296 0,-4 6-576 16,9-28-2833-16</inkml:trace>
  <inkml:trace contextRef="#ctx0" brushRef="#br0" timeOffset="-109668.032">32651 16084 3696 0,'0'0'664'0,"0"0"6497"16,0 0-6381-16,0 0-524 0,0 0 460 15,88-38 428-15,-68 38-196 16,-1 0-272-16,-2 0-268 0,-2 0-160 0,-6 6 28 16,-2 1-152-16,1 6-124 0,-8-1-240 15,0 4 68-15,-8 7-40 0,-4 2-104 0,-7 4-248 16,-9 2-320-16,-4 4-196 16,0 1-132-16,-8-3-96 0,0 0-141 0,8-11-715 15,-24 9-3660-15</inkml:trace>
  <inkml:trace contextRef="#ctx0" brushRef="#br0" timeOffset="-109083.149">26539 16917 2632 0,'0'0'10073'0,"0"0"-8901"0,0 0-552 15,0 0-176-15,0 0 700 0,76-24 540 16,-41 24-488-16,6-2-444 0,-2 2-360 15,1 0-172-15,0-4-100 0,-8 4-120 16,0-6-12-16,-4 0-392 0,-5-1-208 16,-3-2-188-16,1-4-136 0,-6 1-484 15,2-7-1352-15,-10 9-2453 0,-3-9-2679 0</inkml:trace>
  <inkml:trace contextRef="#ctx0" brushRef="#br0" timeOffset="-108877.761">26902 16665 5564 0,'0'0'988'16,"0"0"4165"-16,0 0-3925 0,0 0-16 16,-13 70 200-16,13-38 144 0,0 6-320 0,0 0-408 15,0 0-328-15,4 0-204 0,5-6-100 16,-5 0-192-16,7-7-4 0,-7-3-136 16,4-3-412-16,5-3-488 0,-2-6-312 15,2-6-308-15,-2-4-320 0,5-7-148 16,0-3-681-16,1-3-1947 0,-2 1 1632 15,5-1 2716-15,-4 7 137 0</inkml:trace>
  <inkml:trace contextRef="#ctx0" brushRef="#br0" timeOffset="-108694.01">27125 17018 184 0,'0'0'1916'16,"0"0"-1288"-16,0 0-252 0,0 0 5360 15,0 0-3832-15,67 73-643 0,-59-66-21 0,0-5 104 16,1-2-96-16,2 0-316 0,2-9-224 16,2-7-336-16,2-3-124 0,-6-7-124 15,5-2-124-15,-8 2-60 0,0 4 60 16,-8 6 8-16,0 4 44 0,0 5-44 0,-4 5-8 15,-8 2-80-15,-8 0-264 16,0 9 8-16,-8 0 160 0,4 4 92 0,-3 0-80 16,-1-1-308-16,4-2-196 0,0 2-60 15,3-5-336-15,6 2-888 0,-1 1-1905 16,8-4-1851-16,0 7 4444 0</inkml:trace>
  <inkml:trace contextRef="#ctx0" brushRef="#br0" timeOffset="-108144.498">28205 16961 940 0,'0'0'10669'0,"0"0"-9337"15,0 0-808-15,0 0 60 0,0 0 632 16,-80-13-60-16,64 23-256 0,0 2-144 15,0 4-312-15,4 6-88 0,4 7-24 16,4 2-12-16,0 1-16 0,4 3-20 16,0 0-176-16,4-3-108 0,4-4-60 15,0 1-160-15,0-9-100 0,0-1-232 16,4-7-148-16,0-3-104 0,0-9-216 16,4 0-480-16,-4 0-1208 0,12-19-3297 0</inkml:trace>
  <inkml:trace contextRef="#ctx0" brushRef="#br0" timeOffset="-107894.093">28379 17126 236 0,'0'0'11957'0,"0"0"-10109"15,0 0-1164-15,21 76 300 0,-18-51 468 16,6-3-264-16,-5-3-472 0,0-8-532 0,4-9-172 16,3-2 136-16,2 0 24 15,-2-13-172-15,2-3-100 0,-2-6-256 0,1-3-108 16,0 0 44-16,-4-1 112 0,-4 1 84 15,4 6-48-15,-8 0 72 0,0 7 200 16,0-5 36-16,-4 7 16 0,-4 5 132 16,-3 1-48-16,-2 1 52 0,-2 3 120 15,2 3 112-15,5 10-148 0,-3 3-140 16,2 5-8-16,1 3-24 0,1 4-16 0,-1-3 40 16,4 0-124-16,-1-3-44 0,5-2-216 15,0-5-504-15,0-2-312 0,5 1-592 16,-1-9-2368-16,4-5-3669 0</inkml:trace>
  <inkml:trace contextRef="#ctx0" brushRef="#br0" timeOffset="-107590.06">28738 17126 196 0,'0'0'11657'0,"0"0"-9677"16,0 0-1144-16,0 0 500 0,-4 69 324 15,0-47-252-15,-3-2-488 0,7 2-332 16,-4-6-40-16,4-4-160 0,0-6-388 0,0-1-172 15,0-5-312-15,8 0 140 0,-1-14 176 16,1 2-104-16,1-8-92 0,2-2-152 16,1 3 60-16,0 0 236 0,0 3 132 15,0 7-60-15,-4 3 24 0,0 3 124 16,0 3 64-16,-1 0 204 0,2 6 68 16,3 3 264-16,-5 1-244 0,-2-1-160 15,3 1 84-15,0 3-96 0,-1 2-124 16,-3 2 16-16,5-2-72 0,-5 2 8 0,-4-3-8 15,4 3-4-15,-4-1-428 0,4-4-320 16,-1 1-52-16,1-3-40 16,-4-7-288-16,9-3-712 0,-5 0-2081 0,4-6-1859 15,3-17 1524-15</inkml:trace>
  <inkml:trace contextRef="#ctx0" brushRef="#br0" timeOffset="-107395.037">29172 17275 3992 0,'0'0'416'0,"0"0"7441"0,17 67-6745 0,-17-36-732 15,0 8 396-15,0-2 632 0,0 8-264 16,0-1-252-16,0 4-128 0,0 0 36 16,-8 2 152-16,3 2-220 0,-2-2-260 15,-5 1-203-15,-1-4-121 0,2-5-136 16,-1-7 0-16,0-10 40 0,0-12-52 16,4-10-220-16,-4-3-377 0,-4-13-143 15,4-9-176-15,-4-9-216 0,-4-11-576 0,9 10-2888 16,-14-28-2685-16</inkml:trace>
  <inkml:trace contextRef="#ctx0" brushRef="#br0" timeOffset="-107257.057">29005 17081 5228 0,'0'0'8873'0,"0"0"-7913"0,0 0-592 0,0 0 396 15,80-63 224-15,-56 47-392 0,0-3-596 16,4 3-284-16,-4 0-412 0,4 0-308 15,-13 7-928-15,9 2-3309 0</inkml:trace>
  <inkml:trace contextRef="#ctx0" brushRef="#br0" timeOffset="-106709.212">29846 17402 4352 0,'0'0'480'0,"0"0"5973"16,0 0-5273-16,0 0-568 16,0 0 140-16,0 0 528 0,0 0-108 0,8 79-424 15,4-50-176-15,-4-1-16 0,3-2-76 16,-2-4-220-16,3-3-172 0,-1-3-88 15,-2-7-88-15,3-5 40 0,-1-4 40 0,2-4-68 16,2-5-96-16,1-10-272 0,-4-6 136 16,1-1 8-16,-2-2 64 0,1-1-48 15,-4 0 172-15,-4 7-188 0,0 0 224 16,-4 6 68-16,0 3-84 0,-8 7 92 16,-4 0 76-16,-7 6-68 0,-6 0 192 15,5 0-36-15,-4 9 96 0,5 4-36 16,-1 6-64-16,4 3-36 0,4 3-4 15,4 1-120-15,0-1-160 0,8-6-176 16,0-3-596-16,0 0-544 0,0-6-1544 16,4-1-3541-16</inkml:trace>
  <inkml:trace contextRef="#ctx0" brushRef="#br0" timeOffset="-106601.249">30097 17519 680 0,'0'0'11289'0,"0"0"-9385"0,0 0-704 0,95 7 472 16,-63-7 76-16,0-3-1008 0,0-8-520 15,-4-1-220-15,0-7-184 16,0-3-296-16,-4-3-432 0,0-1-268 0,-9-2-632 16,-2 6-2301-16,-5-7-3543 0</inkml:trace>
  <inkml:trace contextRef="#ctx0" brushRef="#br0" timeOffset="-106360.172">30233 17167 1828 0,'0'0'9505'0,"0"0"-7865"0,0 0-1104 15,0 0 264-15,-9 82 336 0,18-47-156 16,-1 7-144-16,-1-1 32 0,10 9-116 16,-6 1-4-16,6 4 36 0,-2-1-396 15,-2-1-280-15,-2 4-104 0,-3-2 4 16,-4-2-8-16,0 1 0 0,-4-5-4 16,0-5 8-16,0-6 32 0,-4 0-36 0,0-2-48 15,-4-9-196-15,0-2-172 0,-4-2-60 16,0-4-16-16,-4-6-84 0,-3-4-252 15,-2-6-192-15,-3 1-472 0,0-4-308 16,-3-7-632-16,7 1-1633 0,-20-13-1895 0</inkml:trace>
  <inkml:trace contextRef="#ctx0" brushRef="#br0" timeOffset="-105761.633">31264 17298 3980 0,'0'0'7885'16,"0"0"-7141"-16,0 0-588 0,0 0 608 15,80 63 364-15,-72-38 96 0,-8 4-296 16,0 5-416-16,-8 1-56 0,-4 4 248 16,-4-1-184-16,0 3-216 0,-3-6-56 0,-5 0-128 15,-1-3 4-15,1-5-40 0,1 0 40 16,-1-8-120-16,0-7-4 0,4-6-160 16,0-6-24-16,4 0-12 0,0-6-120 15,4-3 168-15,4-10-48 0,0 0 36 0,1-4 84 16,2-2 28-16,5 3 44 0,0-1 4 15,5 8 0-15,6 2 184 0,1 4 48 16,4 2-8-16,8 4 120 0,0 3-28 16,4 6 28-16,0 7-4 0,0 6 16 15,0 0-140-15,0 3-116 0,-1 1 32 16,1 2-20-16,4 0 192 0,-8-2-292 16,3-1-12-16,-2-3-184 0,-5-3-180 15,0-3-220-15,-4-4-224 0,0-3-184 16,-4-6-456-16,3 0-1100 0,-2-3-2529 15,-6-2-2875-15,5-19 7412 0</inkml:trace>
  <inkml:trace contextRef="#ctx0" brushRef="#br0" timeOffset="-105617.135">31663 17684 3696 0,'0'0'744'0,"0"0"6697"0,0 0-5425 16,0 0-788-16,0 0 68 0,0 0 36 16,0 0-244-16,84 52-240 0,-73-40-164 0,2 4-196 15,-2 0-112-15,-3-1-180 0,1-2-196 16,-5-3-80-16,-1-4-320 0,-3-3-296 15,0-3-124-15,0 0-200 0,-7 0-716 16,-2 0-3016-16,-6-9-4257 0</inkml:trace>
  <inkml:trace contextRef="#ctx0" brushRef="#br0" timeOffset="-105493.642">31762 17456 11201 0,'0'0'4328'16,"0"0"-4028"-16,0 0-112 0,0 0 128 0,0 0-316 15,0 0-588-15,0 0-912 0,76-29-1168 16,-68 26-3685-16</inkml:trace>
  <inkml:trace contextRef="#ctx0" brushRef="#br0" timeOffset="-94545.076">24137 17586 1068 0,'0'0'10669'0,"0"0"-8981"16,0 0-772-16,0 0-244 0,0 0 332 16,0 0 336-16,0 0-460 0,0 0-512 15,0 0-132-15,15 68-52 0,-6-31-36 16,-5 10 24-16,0 7-112 0,-1 1-60 0,-3 2 0 15,4 0 0-15,-4-6-4 0,0-1-144 16,0-8-120-16,-4-4 56 0,1-10-8 16,-1-6-64-16,4-6-64 0,-4-6-48 15,4-7-36-15,0-3-104 0,0-3-144 16,0-10-276-16,0-6 108 0,0-6 464 16,0-7-48-16,0-3-68 0,-5 0 68 0,5-3 148 15,0 0 284-15,0 6 0 0,0 0 104 16,0 4 24-16,0 5 204 0,9 4 140 15,-2 4-12-15,1-1 12 0,0 6-4 16,4-3-76-16,4 7 72 0,-4 0-84 16,4 3-116-16,0 3-76 0,-4-3-60 15,-1 3-128-15,2 0 4 0,-2 3 40 16,2 0 28-16,-5 0-8 0,-1 3-60 0,1 4 4 16,-8 0-8-16,5-1-112 15,-5 10 0-15,-5 0 20 0,-3 6-36 0,1 1 68 16,-5 6-40-16,0-4 36 0,0 4 52 15,0-7-100-15,0-3 112 0,4 1 36 16,0-11-32-16,0 2 48 0,4-8-48 16,4 0-8-16,-4-6-4 0,4 2-96 0,0-2-32 15,0 0-80-15,0 0-84 0,4 7 300 16,0 0 12-16,8-2 216 0,-4 6-16 16,4 1 116-16,0-2-64 0,0 3-128 15,-1-1-32-15,2-2 36 0,-5 3-56 16,-1-1 80-16,-3-3-4 0,1 5 92 15,-1-2-40-15,-4-3-28 0,0 4-48 16,0-3-36-16,0 0 0 0,-9 2-12 16,1-6-4-16,-3 4-84 0,-2-1-180 15,-2-5 4-15,2-1-132 0,-2-3-116 0,-1 0-188 16,0-3-80-16,0-3-164 0,4-7-60 16,1 0-548-16,2 1-569 0,5-2-687 15,4-2-1200-15</inkml:trace>
  <inkml:trace contextRef="#ctx0" brushRef="#br0" timeOffset="-94217.544">24459 18117 4396 0,'0'0'4216'0,"0"0"73"16,0 0-3321-16,0 0-284 0,24 72 300 16,-20-47 460-16,0 1-328 0,-4-4-416 15,4 0-304-15,1-5-260 0,-2-5-136 16,1-6-136-16,0-2 0 0,4-4 0 15,0 0-120-15,0-10 56 0,4-2-120 16,-1-8-28-16,-2-2-8 0,6 0-32 0,-7-3 28 16,5 5 84-16,-2 1 152 0,6 7 112 15,-6 2 12-15,2 4 500 0,-5 6-388 16,-1 0-112-16,-3 6 236 0,0 7 172 16,5 3-108-16,-2 6-4 0,-3 0 100 15,0 3-224-15,0-1-36 0,0 1 132 16,0-4-44-16,1 2-40 0,-2-4-136 0,-3-10-48 15,4-2-136-15,0-7-256 16,-4 0-324-16,8-13-88 0,-4-6 108 0,4-9-20 16,0-8-680-16,0-5-1384 0,-4-4-2853 15</inkml:trace>
  <inkml:trace contextRef="#ctx0" brushRef="#br0" timeOffset="-94029.496">24897 17764 992 0,'0'0'10505'0,"0"0"-8049"15,0 0-1356-15,0 0-20 0,0 0 236 16,28 95-132-16,-19-60-176 0,-2 2-348 16,1 5-60-16,0-1-100 0,4 1-212 0,-4-7-288 15,0-3 0-15,4-4-400 0,-8-6-280 16,0 0-80-16,0-9 76 0,-4 0 32 0,0-3-240 16,0-8-556-16,-4 2-568 0,-7-4-1004 15,-6 0-2453-15,2 0 705 0,2-4 4128 16,-11-2 640-16</inkml:trace>
  <inkml:trace contextRef="#ctx0" brushRef="#br0" timeOffset="-93893.667">24786 18112 652 0,'0'0'1616'0,"0"0"-1052"16,0 0 7000-16,0 0-5491 0,0 0-733 15,0 0 192-15,0 0-16 0,0 0-284 16,0 0-296-16,79-28-312 0,-51 25-36 16,0 1 12-16,0-2-212 0,8-3-388 15,0-2-100-15,4-1-328 0,0-2-280 0,3-1-384 16,-2 1-700-16,-10 5-2304 15,13-3-3113-15</inkml:trace>
  <inkml:trace contextRef="#ctx0" brushRef="#br0" timeOffset="-93426.247">25722 18231 4180 0,'0'0'7973'0,"0"0"-7013"0,0 0-872 15,0 0 268-15,0 0 472 0,0 0 320 16,0 0-144-16,-79-32-328 0,74 47 176 15,5 8-148-15,0 2-212 0,0 11-136 16,5-3-24-16,6-3 48 0,-3-5-112 16,5-9-268-16,-2-6 0 0,6-8-208 0,-6-2 48 15,5-6 12-15,-4-10 40 0,4-6-136 16,0-3-52-16,-4-7-60 0,0 3-72 16,-4 1 80-16,-4 3 16 0,0 2 156 15,0 7 40-15,-4 1 88 0,0 5-88 16,-4 1-24-16,-4 2 20 0,-4 4 80 15,4 3 60-15,-4 3 24 0,8 7 288 0,-3 2-228 16,2 7-84-16,1 1-12 0,4 1-72 16,0-5-92-16,0 3-296 0,0-6-648 15,9-3-1068-15,-6-3-877 0,1-4-1947 16,4-3 516-16,-4 0 4380 0,4-10-144 16,-4 0 208-16</inkml:trace>
  <inkml:trace contextRef="#ctx0" brushRef="#br0" timeOffset="-92928.315">25846 18221 1340 0,'12'-13'940'16,"3"7"-328"-16,2 3-220 0,-2 3 5392 15,-2 0-3679-15,-2 3-873 0,1 7-120 0,1-1-124 16,-6 7 24-16,-3 1 144 0,0-3-224 16,0 5-288-16,1 0-76 0,-5-2-52 15,4-4-200-15,-1-7-316 0,1-3-136 16,4-3-248-16,0 0 16 0,0-9 36 16,0-4 96-16,4-4-8 0,0-2-140 15,4 0-4-15,-4 7 140 0,0 3 88 0,3 5-28 16,-6 4 112-16,6 0 76 0,-6 11 88 15,3 1 100-15,-5 3 184 0,1 2 52 16,-3 2-64-16,3-5-40 0,-5 3-72 16,-3-1-40-16,8-7-96 0,-8 1-28 15,4-10-84-15,0 0-40 0,1 0-48 16,2-3-72-16,-3-7 0 0,4 1 48 16,-4-1 64-16,5 1-88 0,-2 3 36 15,1 1-20-15,0 5-16 0,0 0-16 0,0 5-28 16,4 1 180-16,0 7 100 0,0-1-4 15,-1 4 68-15,2 0-64 0,-1 4 8 16,0-2 40-16,0 1 64 0,-5 4-52 16,2 2-60-16,-1 0 108 0,-1 7-12 15,-3 3-24-15,-4 0-36 0,0 7-24 16,0-2 8-16,-7 2-8 0,-1-1 8 0,-5-4-32 16,2-4-28-16,-1-8 12 0,-4-6 16 15,4-9-88-15,-4-7-100 0,0-3-132 16,-4-10 148-16,4-5-112 0,0-8-76 15,5-3 16-15,-2-2-76 0,5 3-40 16,8-4-36-16,0 7-24 0,0 0 72 16,4 0 8-16,4 2-8 0,1-2-156 15,2 0-116-15,1-1-288 0,4-2-392 16,4-3-584-16,-4-2-845 0,8 0-1315 16,0-2-156-16,-4 10 4148 0,7-13 64 0</inkml:trace>
  <inkml:trace contextRef="#ctx0" brushRef="#br0" timeOffset="-92647.631">26607 17919 1160 0,'0'0'1072'15,"0"0"6572"-15,0 0-6019 0,0 0-1185 16,0 0-84-16,0 0 156 0,0 0 204 16,0 0-108-16,0 0-556 0,0 0-52 15,0 0-128-15,0 4-88 0,4-4 12 16,-4 0-12-16,0 0-164 0,0 0-156 16,0 0-80-16,0 3 88 0,0-3 140 0,0 5-49 15,0 0-91-15,0 1-704 0,0-3-1144 16,0 3-672-16,0-3 816 0,-8 4 1256 0,16-45 832 15</inkml:trace>
  <inkml:trace contextRef="#ctx0" brushRef="#br0" timeOffset="-92152.37">26173 17834 1252 0,'0'0'404'0,"0"0"5844"0,0 0-4164 0,0 0-959 15,0 0-125-15,0 0 180 0,0 0-116 16,0 0-152-16,11 92-236 0,-7-60-220 16,-4 2-168-16,4 4 112 0,-4 7-52 15,5-1-128-15,-1 4-84 0,-1-1-72 0,1 1-64 16,-4 3 0-16,4-6-284 16,-4-4-276-16,4-7-128 0,0-5-192 0,1-4-104 15,2-6-328-15,5-2-1189 0,-8-4-3011 16,8-4 624-16</inkml:trace>
  <inkml:trace contextRef="#ctx0" brushRef="#br0" timeOffset="-91702.55">26822 18364 704 0,'0'0'10465'0,"0"0"-8825"0,0 0-812 16,0 0 76-16,52 69 632 0,-29-53-348 15,1-6-296-15,4-7-360 0,0-3-300 16,4-8-72-16,4-15-160 0,-4-3-24 0,0-6-196 16,-1-5-372-16,-3-5-140 0,0 2-264 15,-7-2-348-15,-6 0-980 0,-6 10-2541 16,-5 0-2003-16</inkml:trace>
  <inkml:trace contextRef="#ctx0" brushRef="#br0" timeOffset="-91447.069">27057 17986 168 0,'0'0'10440'0,"0"0"-8907"16,0 0-1033-16,0 0 60 0,0 98 344 16,8-56 172-16,4 2-32 0,0 4-356 15,0 2-152-15,-1 1-92 0,2 3-148 16,-1 0-72-16,0 3-52 0,0-3-48 16,-9 0-12-16,5-2-52 0,-8-9 0 15,4-1-48-15,-4-4-4 0,0-6 80 16,0-7-84-16,-4-5-4 0,0-8-4 15,0-6-256-15,1-6 40 0,-1 0-236 0,-4-6-164 16,3-10-152-16,1-3-8 0,-3-3-212 16,7-7-212-16,-4-3-676 0,4 0-1293 15,0 7-1975-15,8-9 2440 0</inkml:trace>
  <inkml:trace contextRef="#ctx0" brushRef="#br0" timeOffset="-91278.689">27464 18342 1696 0,'0'0'8332'16,"0"0"-6067"-16,0 0-1409 0,7 70-280 16,-7-42 372-16,0 5 440 0,-7-2-524 15,3 3-416-15,-5-5-276 0,5-4-144 16,0-3-28-16,0-9-348 0,4-3-524 16,-3-7-328-16,3-3-520 0,0-3-1349 15,-4-10-3099-15,0 3 2072 0,-1-18 4092 0</inkml:trace>
  <inkml:trace contextRef="#ctx0" brushRef="#br0" timeOffset="-91142.921">27443 18192 1292 0,'0'0'10545'0,"0"0"-8617"0,0 0-1316 16,0 0-8-16,0 0 228 16,0 0-340-16,0 0-492 0,0 0-128 0,0 0-464 15,88-22-200-15,-76 19-680 0,0 0-1429 16,-4 3-3675-16</inkml:trace>
  <inkml:trace contextRef="#ctx0" brushRef="#br0" timeOffset="-90866.225">27647 18331 6412 0,'0'0'7393'0,"0"0"-5649"0,0 0-1344 16,0 0 68-16,15 77 444 0,-7-61 508 16,-3 4-316-16,-1-8-468 0,3 1-332 0,-3-3-240 15,4-5-64-15,1-2-268 0,-2-3-76 16,1 0 4-16,5-3 32 0,-6-6 52 15,5 0 84-15,1-3 0 0,-2-2 24 0,1 1 12 16,0 5 24-16,-4 1 112 16,4 3 52-16,-4 4-44 0,-4 0 188 0,4 0 12 15,-4 11 0-15,0-3 64 0,-1 5-16 16,2 3-48-16,-1-3 60 0,0 2-96 16,0-1-64-16,0-6-108 0,-4-1-40 15,0-1-140-15,4-6-152 0,-4 0-292 16,3-2-176-16,-3-5-52 0,4-5-104 15,5-7-452-15,-1-4-940 0,-1-6-2101 16,1 4-2171-16,5-16 5128 0</inkml:trace>
  <inkml:trace contextRef="#ctx0" brushRef="#br0" timeOffset="-90528.64">28105 17992 888 0,'0'0'11149'15,"0"0"-9117"-15,0 0-1552 0,0 0 100 16,8 74 668-16,-4-42 144 0,0 6-156 15,-4 3-404-15,7 0-196 0,2 3-40 0,-1 0 88 16,3 1-163-16,2-7-169 16,-2-6-352-16,1-4-292 0,1-4-353 0,-2-10-95 15,2 3 204-15,-6-8 400 0,-3-5-448 16,0-4-80-16,-4 0-312 0,0 0-564 16,-8-11-348-16,1 3-456 0,-6-6-881 15,-2 3-883-15,-9 0 2112 0,0-2 524 16,-1 4 1380-16,-3-4 92 0,1 0 1028 0,-1 1 536 15,0-1 248-15,8 4 620 0,5 2-140 16,2 1-223-16,13 6-377 0,0 0-468 16,0 0-376-16,8 3-128 0,4 0 16 15,4-3-32-15,4 0-236 0,4 0-212 16,0-3-108-16,3-6 84 0,1-1-232 16,0 1-96-16,0-4-384 0,0 3-172 15,0 1-4-15,0 3-488 0,4-4-744 16,-12 7-2473-16,12-1-4011 0</inkml:trace>
  <inkml:trace contextRef="#ctx0" brushRef="#br0" timeOffset="-89279.029">28635 18345 3464 0,'0'0'9045'16,"0"0"-7657"-16,0 0-932 0,0 0 204 15,0 0 612-15,0 0-324 0,0 0-452 16,79 41-296-16,-66-32-160 0,-6-2-40 0,5 3-64 16,-3-3-96-16,-6-2-164 0,1 2-24 15,-4-5-88-15,4-2-16 0,-4 0-24 16,4 0 24-16,4-2 60 0,-3-2 392 0,2 1 76 15,1 0 76-15,4 3 24 0,-4-2 76 16,4-3 112-16,-1 5 28 0,2 0-56 16,-1 0-24-16,0 5 12 0,0-3-28 15,-5 4-84-15,2 0-112 0,-5 5 24 16,4-1-40-16,-8-2-20 0,4 5 36 16,-4-1-52-16,0 2-48 0,3-5-88 15,1-2 28-15,0-1-16 0,1-6-20 16,7 3-68-16,-5-3 28 0,10 0-84 15,-2-7 96-15,5-2 72 0,1-3 44 16,2-2-104-16,-3 3 12 0,0 0 76 16,0 5 24-16,-4 4 88 0,-1 2-16 0,-2 0-56 15,-1 2 216-15,0 8-44 16,0-1-16-16,-5 3 100 0,6 5-256 0,-5-2 104 16,-1-3-8-16,1 2-112 0,1-4-148 15,-2-4-408-15,5-6-252 0,1 0-184 16,-2-6 124-16,6-7-44 0,2-3-144 0,-3-6-408 15,0 2-121-15,0-2 69 0,0 4 1232 16,-9 5 284-16,6 6 1268 0,-9 4-244 16,-4 3-71-16,0 0 139 0,0 10 144 15,0 3 296-15,-4 2-360 0,-4 1-348 16,-1 3-228-16,2 0-4 0,3-1 36 16,-4-1-64-16,4-1-196 0,4-7-160 15,-5-2-208-15,5-4-108 0,0-3-112 16,0 0 24-16,0 0-24 0,5 0 24 0,-1 0 84 15,4-3 64-15,0 0-12 0,4-4-28 16,0 4 44-16,4-3 40 0,0 6 8 16,0-3-8-16,-1 3 8 0,6-3-8 15,-6 3-36-15,5 0 40 0,-4 0 136 16,0 0 72-16,0 0-120 0,4 0-88 16,-9-4-60-16,6 1 0 0,-6 0 8 15,2 0 44-15,-1-1-128 0,-5-3-232 0,6 5 12 16,-5-1 84-16,-1 0 196 0,6-1 28 15,-5 2-28-15,-1-2-108 0,6 1-28 16,-6-1 52-16,5 4 156 0,1 0-8 16,-6 0 8-16,1 0-8 0,5 11 0 15,-2-2 12-15,1 3 272 0,-4 5 252 16,0-2-352-16,-4 7-172 0,0 5 0 16,0-2 0-16,-4 4 72 0,0-1 140 15,-4 2-64-15,-8 3 36 0,0-1 36 0,0-4 140 16,-8 4-104-16,4-7-60 0,-8-3-24 15,8-2-76-15,-3-7-20 0,2-7-76 16,6-3-344-16,-1-3-48 0,3-3 84 16,2-8 124-16,7-7-88 0,-4-1-12 15,4-6-36-15,0-4 0 0,8-3-140 0,4 1-128 16,0-1 12-16,12-3 124 0,4 3 200 16,4-6 36-16,3 0 216 0,9 3-76 15,-4-3-112-15,4 0-1664 0,-12 9-1285 16,11-9-3355-16</inkml:trace>
  <inkml:trace contextRef="#ctx0" brushRef="#br0" timeOffset="-88916.26">30942 18195 5640 0,'0'0'7437'0,"0"0"-6089"0,0 0-704 15,0 0 112-15,0 0 436 0,-84 78-52 16,72-41-192-16,0 4-224 0,8 3-16 16,0 1-84-16,4-1-200 0,0-9-192 15,8-6-232-15,0-4-136 0,4-9-288 16,4-6-268-16,0-7-152 0,-1-3-176 16,10 0-476-16,-1-13-728 0,4-6-932 15,-8 4-1525-15,12-11 581 0</inkml:trace>
  <inkml:trace contextRef="#ctx0" brushRef="#br0" timeOffset="-88241.856">31204 18459 1760 0,'0'0'1148'0,"0"0"-796"0,0 0 7361 0,0 0-5213 16,25 72-876-16,-22-45-128 0,-3-2-80 15,4-3-72-15,0-3-256 0,1-3-332 16,-1-7-244-16,0-9-211 0,0 0-301 16,3-5-24-16,6-8-193 0,-2-10 33 15,5-2 28-15,0-7-76 0,1 0-60 0,-10 4 12 16,5 3 108-16,-8 3 12 0,0 2-60 15,-4 4 0-15,0 3 96 0,-8 4 124 16,-4 3 0-16,-4 6 0 0,0 0 0 16,0 0 256-16,1 12 36 0,-2 4-200 15,6 3-92-15,-6 3-48 0,10 4-100 16,-1-3 60-16,4-4-56 0,-1-5-508 16,5 0-244-16,0-4-468 0,5-4-608 15,3-3-480-15,3-3-457 0,6-3 161 0,-2-3 1420 16,5-7 1328-16,1 2 664 0,2 3 468 15,-3-2 216-15,-4 1-120 0,4 3-39 16,-4 2-45-16,0 4 120 0,-4 0 80 16,0 0-20-16,-1 10 32 0,2 3-156 15,-2 1-356-15,-3 3-232 0,-3 2-100 16,-1 0-36-16,0-3-40 0,0 3-155 0,-1-7-281 16,-3-5-12-16,4-3-229 0,0-4-151 15,0 0-32-15,5-4 56 0,-2-5 164 16,1-1-32-16,5-6 16 0,-2 0 112 15,6 4 60-15,-6-4-124 0,5 0-60 16,0 2 116-16,-4 9 116 0,4-2 84 16,-8 5 140-16,-1 2-40 0,2 0-4 15,-5 0 116-15,0 6 56 0,0 0-132 16,0 1-120-16,-1 2-100 0,6 1-192 16,-1-4-212-16,0-3-292 0,8 0-188 15,-4-3-168-15,8 0 208 0,-1-6-1840 0,9-4-1809 16,-4 1 549-16,4-4 3828 0,0 3 104 15,-4 4 12-15,-1-1 456 0,-2 5 36 0,-1 2-296 16,-5 2 1000-16,2 11 1460 0,-9-1 205 16,-1 8-1505-16,-3 2-348 0,-4 7-252 15,0 2 40-15,0 5 196 0,-11-2-240 16,3 8-248-16,-9-1-28 0,2 4 76 16,-5 2 188-16,-1 1-143 0,2-1-197 15,-1-8-144-15,-4-18-256 0,4-7-12 16,4-11-244-16,1-3-325 0,2 0-359 15,-2 0-172-15,6 0-620 0,-3 0-984 16,9 0-2553-16,-1-6-2303 0</inkml:trace>
  <inkml:trace contextRef="#ctx0" brushRef="#br0" timeOffset="-88110.158">32026 18395 808 0,'0'0'14553'0,"0"0"-12673"0,0 0-1284 16,95-28 132-16,-59 19 340 0,-4-1-164 15,-1 0-904-15,-6 1-596 0,-9-1-1632 0,-4 1-3508 16</inkml:trace>
  <inkml:trace contextRef="#ctx0" brushRef="#br0" timeOffset="-87963.201">32810 18945 20173 0,'0'0'0'0,"0"0"-552"0,0 0-7572 15</inkml:trace>
  <inkml:trace contextRef="#ctx0" brushRef="#br0" timeOffset="-79217.042">22773 17526 10032 0,'0'0'1521'0,"0"0"-1225"0,-95 12-232 16,55-5 284-16,-7 2-144 0,-9 1 1032 16,0 3-740-16,-4-1-28 0,-3 4-124 0,3 0-20 15,-4 0-32-15,-3-4-284 16,3 4-8-16,4-2 4 0,0-2-8 0,8-2-4 15,5-1-120-15,10-2-956 16,9-5 564-16,9-2 520 0,11 4-64 0,8-4-316 16,4-4-1388-16,8-3-541 0,4 5-219 0,20-10-664 15</inkml:trace>
  <inkml:trace contextRef="#ctx0" brushRef="#br0" timeOffset="-78978.842">22586 17672 6320 0,'0'0'5649'0,"0"0"-4829"16,0 0-464-16,-92 86 4 0,53-61 312 15,-8 0 100-15,-2-3-156 0,-3-3-252 0,-3-3-100 16,-1-6 64-16,0-4-140 16,-3-3-76-16,3-3-60 0,0 0-52 0,1-5-176 15,3 1-36-15,3 1-180 0,6-1 64 16,3 4-96-16,4 0-144 0,9 0 176 15,3 7 60-15,3-3-660 0,6 1-2093 16,6 2-931-16,1-4 3104 0,8 1-676 0</inkml:trace>
  <inkml:trace contextRef="#ctx0" brushRef="#br0" timeOffset="-78679.171">21873 17030 9548 0,'0'0'1024'0,"0"0"-960"0,-75 51-64 16,39-20 0-16,-4 8 168 0,0 5 165 16,-3 8-37-16,2 1 52 0,2 8 164 15,3-1 12-15,0 10-164 0,4 0-168 16,4-1-92-16,8 2-88 0,5-5 216 15,6-6 28-15,9-3-256 0,4-5 0 16,8-8 0-16,13-3 124 0,3-3 52 0,3-6 52 16,5 0-12-16,4-4 24 0,-1-6-128 15,6 0-12-15,2-3-100 0,1-6-224 16,-1-3-436-16,2-4-164 0,-1-2-328 16,-12-4-869-16,3 0-3551 0</inkml:trace>
  <inkml:trace contextRef="#ctx0" brushRef="#br0" timeOffset="-77561.71">14733 17284 1720 0,'0'0'7108'16,"0"0"-6112"-16,0 0-504 0,0 0 181 15,-83 39-197-15,55-20-52 0,-4 3 88 0,0 3-244 16,-3 7-116-16,-2 1-36 0,5 4-24 15,4 3 48-15,1-1-136 0,3-1 72 16,4-3 12-16,8-3 0 0,4-3 28 16,4-7-12-16,4-3-56 0,12-3-48 15,8-7 4-15,8 1 36 0,3-4-28 16,10-3 76-16,2 0-84 0,1 4 88 16,4-1 72-16,-5 3 316 0,-2 4-12 15,-5 3-304-15,-8 6 0 0,-9 0 0 16,-3 1-76-16,-8 5 48 0,-4-2 216 15,-4-1-120-15,-8 4-160 0,-3-7 0 0,-6 0-68 16,-2-3-8-16,-5-6-164 0,-4-3-112 16,4-4 144-16,0-4-64 0,0 3-40 15,0-5 40-15,0-5-472 0,4-1-60 16,4-2-416-16,4-9-496 0,4 4-1397 16,4-15-1515-16</inkml:trace>
  <inkml:trace contextRef="#ctx0" brushRef="#br0" timeOffset="-77303.064">14833 17898 5108 0,'0'0'1988'0,"0"0"-260"0,0 0-356 16,76 82 737-16,-56-54-1109 0,-1 1-468 15,2-7-148-15,-5-6-32 0,-5-7-212 16,1-6 12-16,4-3 12 0,-8-3 76 16,5-6 12-16,-2-10-52 0,-3-3-24 15,5-4-116-15,-10-5 32 0,1-4-80 0,0 3 52 16,-4 1-64-16,0 8 4 0,-4 1 72 15,-8 6-8-15,-4 6-8 0,-4 7-48 16,-4 0-12-16,1 3-108 0,-1 6-20 16,3 7 16-16,2 0-40 0,3 7-8 15,4-2-32-15,3 1-260 0,6 2-80 16,3-2-24-16,0-2-232 0,12-7-444 0,4-4-377 16,0-3-1279-16,12-3-2660 0</inkml:trace>
  <inkml:trace contextRef="#ctx0" brushRef="#br0" timeOffset="-76995.873">15762 17659 13001 0,'0'0'1628'0,"0"0"-1324"0,0 0 376 16,0 0 200-16,91 45-232 0,-59-45-288 16,0 0-124-16,4-6 12 0,-1-8-64 15,1-5-92-15,0-3-92 0,0-3-88 16,-8-1-280-16,-1 1-392 0,-6 3-216 15,-5 0-308-15,-4 9-816 0,-5-6-2945 0</inkml:trace>
  <inkml:trace contextRef="#ctx0" brushRef="#br0" timeOffset="-76789.948">15829 17319 12537 0,'0'0'1644'0,"-11"93"-1076"0,11-40 100 15,0 13 256-15,0 11 220 0,0-4-180 16,0 0-360-16,3-3-332 0,5-10-172 16,9-8-100-16,-2-11-124 0,9-16-340 15,0-15-216-15,-1-10 136 0,5-17 84 16,0-14 60-16,0-16-328 0,0-8-392 16,-7-12-632-16,-6 1-789 0,-2 16-1571 15,-6-30 1036-15</inkml:trace>
  <inkml:trace contextRef="#ctx0" brushRef="#br0" timeOffset="-76229.529">16040 16783 11237 0,'0'0'1680'0,"0"0"-1616"15,0 0 344-15,36 101 152 0,-28-40 340 16,1 9 304-16,-6 8-172 0,-3 9-16 16,4 5-104-16,0 3-348 0,0 0-208 15,0 1-228-15,4-11-128 0,4-16-60 0,0-14-148 16,0-17-60-16,0-16 20 0,3-6 52 15,-2-12 48-15,2-4-72 0,2-13-88 16,-2-9 12-16,5-10-76 0,-3-10-12 16,-6 2-64-16,6 1 48 0,-6 7 96 15,-3 4 80-15,5 12 108 0,-6 6 56 16,1 7-92-16,0 6 152 0,0 10 224 16,0 6 292-16,0 3-68 0,0 7-196 0,0-1-80 15,0-2-48-15,0-5-4 0,4 2-120 16,-4-7-12-16,4-6-52 0,0-4-60 15,0-3 0-15,-1-3 28 0,-2-3-304 16,3-6-404-16,-1-4-268 0,2 0-552 16,-6 0 76-16,5 4 103 0,4 3-43 15,-4 0 60-15,4 1 724 0,0 3 704 16,-4 2 392-16,0-4 700 0,-4 4 240 16,0-2 64-16,-4-1 121 0,4-4-73 15,-4-3-240-15,-4-6-288 0,4-3-272 0,-1-6-308 16,-3-4-136-16,5-2-136 0,-5-2-56 15,0 6 40-15,0 2 24 0,0 5-68 0,-8 8 68 16,0 2 36-16,-9 10-108 0,2 6-36 16,-1 13-112-16,-4 10 72 0,0 11-60 15,5 2 132-15,-2 6 4 0,2-4 136 16,6-3-36-16,1-2-56 0,8-4-44 16,0-7-60-16,4-6-76 0,13-9-16 15,-2-2-48-15,9-9-12 0,0-2-252 16,4-7 36-16,0-5 24 0,4-7-364 15,4 0 260-15,0-3-228 0,3 3 148 16,5-1 584-16,0-1 4 0,0-9-1905 16,-8 11-2359-16,15-12-236 0</inkml:trace>
  <inkml:trace contextRef="#ctx0" brushRef="#br0" timeOffset="-75977.155">17212 17249 4364 0,'0'0'4264'0,"0"0"-1379"16,0 0-1925-16,0 0 252 0,0 0 508 16,0 0-548-16,88 82-152 0,-77-46-80 15,2-1-152-15,-6 6-252 0,-3-3-240 16,4 0-164-16,-4-3-132 0,0-3-12 15,-4-4-96-15,5-2-368 0,-2-7-276 16,-3-3-244-16,0-7-212 0,0-6-452 16,0-3-752-16,-3-8-1921 0</inkml:trace>
  <inkml:trace contextRef="#ctx0" brushRef="#br0" timeOffset="-75829.186">17287 17117 5884 0,'0'0'8689'0,"0"0"-7793"15,0 0-680-15,0 0 352 0,0 0 40 16,0 0 176-16,0 0-276 0,88-17-428 16,-72 15-80-16,7-3-136 0,2-1-620 15,-1 3-520-15,0 0-564 0,-9 1-2669 16,-2 4-4495-16</inkml:trace>
  <inkml:trace contextRef="#ctx0" brushRef="#br0" timeOffset="-75432.643">17571 17306 7644 0,'0'0'7017'0,"0"0"-6209"16,0 0-632-16,27 80 252 0,-22-54 188 16,2-8 316-16,-3-1 192 0,0-5-532 15,0-6-472-15,0-3-120 0,4-3 0 16,0 0-96-16,4-9-52 0,-5-7 0 16,6-6-160-16,-1-7-172 0,0 1 84 15,0-1 12-15,-1 6 112 0,2 4 160 0,-2 7 12 16,-3 10-24-16,5 2 124 0,-6 0 44 15,6 8 156-15,-5 5 124 0,-4 4-64 16,-1 1-200-16,5 1-48 0,-4 0 152 16,1-3-116-16,-1-3-48 0,0-7-4 15,-1 1-108-15,1-7-12 0,0 0 28 16,0-3 96-16,5-7 112 0,-2-3-112 16,5-3 52-16,-4 7-52 0,4-4 8 15,-4 7-8-15,0 3-12 0,0 3-28 16,4 0 40-16,-4 3 100 0,0 3 148 0,4 4 12 15,-4 2-40-15,-1 1 4 0,2 0-4 16,3 3-12-16,-1-4 392 0,-2 1-336 16,-1-4-264-16,-1 1 0 0,-3-4-8 15,1 1-324-15,3 0-268 0,-1-2-524 16,10 2-176-16,-2-4 368 0,9-3-796 0,-8 0-4213 16,16-13-1323-16</inkml:trace>
  <inkml:trace contextRef="#ctx0" brushRef="#br0" timeOffset="-75112.228">18395 17176 404 0,'0'0'1316'0,"0"0"6956"16,0 0-5775-16,0 0-789 0,0 0-56 16,0 0-184-16,0 0-120 0,0 0-524 15,0 0-200-15,0 0-88 0,-79 64 208 16,55-20 45-16,3 1-353 0,2-7-184 16,6-6-164-16,6-10-88 0,7-9-160 0,0-7-68 15,0-3-4-15,7-3 76 0,2-3 48 16,7-10 8-16,4-2-93 0,3-11-87 15,-3 1-48-15,8-1-28 0,-4 1 104 16,-4 2 80-16,0 8 84 0,0 2 4 16,-4 3 72-16,-4 4 0 0,0 6 12 0,-5 0 76 15,2 9 192-15,-5 7 100 0,4 3-76 16,-4 4-84-16,-1 2-76 0,5 4-24 16,5-4-8-16,-2-2-64 15,6-5-36-15,2-5-196 0,1-7-108 0,0-6-72 16,4 0-272-16,-4-6-108 0,0-10-304 15,4-3-300-15,-4-3-624 0,0-3-1224 0,-5 2-1957 16,6-5-263-16</inkml:trace>
  <inkml:trace contextRef="#ctx0" brushRef="#br0" timeOffset="-74727.129">18913 17062 5412 0,'0'0'5929'0,"0"0"-4365"0,0 0-532 15,0 0 208-15,0 0 44 0,0 0-140 16,0 0 140-16,0 0-460 0,-84 13-348 15,65 18-172-15,-5 11-132 0,-1 5-64 0,6 1-100 16,-1-4 140-16,8-5-148 0,4-4-24 16,4-16-112-16,4-4-20 0,4-5-164 15,-1-7-68-15,10-3 44 0,2-13 12 16,-2-9-12-16,6-3 72 0,-2-4-24 16,2-3 64-16,-3 4 120 0,5 3 104 0,-6 6 0 15,2 9-44-15,-2 4 48 0,-3 6-108 16,4 6 112-16,-5 10 100 0,2 10 88 15,2 6 44-15,-2 8-32 0,2 5-52 16,-2 6 72-16,-5 2 12 0,-1 5 88 16,-3 5 48-16,0 4-24 0,-4 3 8 15,0 6-108-15,-8 1-36 0,-3-5-60 16,-2-2-64-16,-2-10-80 0,-5-10-4 16,4-8 0-16,0-13-52 0,0-10-24 0,0-13 4 15,1-6-36-15,-2-19-100 0,2-9-172 16,-2-21 52-16,6-10-124 0,2-14-140 15,1-14-320-15,4-4-392 0,4-4-1152 16,0 18-2245-16,12-24-651 0</inkml:trace>
  <inkml:trace contextRef="#ctx0" brushRef="#br0" timeOffset="-74478.06">19096 17098 1488 0,'0'0'10169'16,"0"0"-8109"-16,0 0-492 0,0 0-112 15,0 0-572-15,0 0-316 0,0 0-232 16,80 47-188-16,-68-47-28 0,4-7-68 15,4-8 8-15,-4-10 40 0,3-11-100 16,5-2-52-16,-3-3-192 0,3-4 72 16,-9 7 120-16,-3 6-440 0,-7 10-240 15,-5 10 124-15,-17 12 268 0,-7 3-12 16,-4 19 124-16,-4 6 228 0,0 11 296 16,1 8 196-16,3 4-104 0,0 6 48 0,8 0 48 15,0 4 32-15,5-1-144 0,6 0-52 16,5-6-124-16,4-6-196 0,4-7-172 15,12-5-232-15,9-8-324 0,2-6 32 16,5-9 72-16,8-7-192 0,3-6-232 16,6-6 404-16,-14-4-1680 0,17-22-3101 0</inkml:trace>
  <inkml:trace contextRef="#ctx0" brushRef="#br0" timeOffset="-74156.798">19985 16356 6624 0,'0'0'7221'16,"0"0"-5741"-16,11 81-544 0,-11-39-112 0,0 5-68 15,-3 3 32-15,-9 1 256 0,4-6-444 16,0-7-428-16,0-3-172 0,8-13-148 16,0-3-500-16,0-6-224 0,4-10-152 15,3-3-456-15,2-16-1072 0,-1 0-2281 16,-4-25-2959-16</inkml:trace>
  <inkml:trace contextRef="#ctx0" brushRef="#br0" timeOffset="-74029.271">19981 16112 10408 0,'0'0'4377'0,"0"0"-4377"0,0 0 0 0,0 0-8 15,0 0-32-15,92-31-264 0,-68 18-760 16,-5 4-1529-16,13-13-3419 0</inkml:trace>
  <inkml:trace contextRef="#ctx0" brushRef="#br0" timeOffset="-73773.604">20467 16112 6612 0,'0'0'8345'0,"0"0"-7301"0,-32 68-376 16,16-37-8-16,-4 4 56 0,-3-2 224 15,6-2-192-15,2-3-456 0,6-3-216 16,5-5-76-16,4-5-48 0,8 2-12 0,8-5 60 15,5-2 72-15,7-1 28 0,7-3-92 16,1-2 4-16,0-1-12 0,-1 0-56 16,-3 0-16-16,-4 0 68 0,-7 3 0 15,-2 1-68-15,-7 3 60 0,-4 3-124 16,-4-1-24-16,-4 7 28 0,-12 0-76 0,-4 7-188 16,-8-1-96-16,-8 4-100 0,0-4-80 15,-4 0-60-15,-3-5-164 0,-1-5-836 16,12-8-1381-16,-20-2-4087 0</inkml:trace>
  <inkml:trace contextRef="#ctx0" brushRef="#br0" timeOffset="-73315.428">21172 15898 6536 0,'0'0'6837'0,"0"0"-5517"0,0 0-616 0,0 0-152 15,-83 75-120-15,66-40 40 0,2 0 52 16,-5 6-128-16,8-6-172 0,-1 0 0 16,10-9-132-16,3-4-92 0,0-9-172 15,7-4-52-15,6-6 4 0,2-3 96 16,6-3 124-16,3-10-4 0,4-2-48 16,4-8-120-16,7 1-176 0,-3 2 112 15,8 5 96-15,-8 5 128 0,3 4 0 16,1 6-88-16,-3 0-192 0,-5 6 80 15,-1 4 212-15,1 5 8 0,-5 8 104 16,-7 0 104-16,1 2 48 0,-10 3 72 0,2-2-36 16,-2-1-200-16,-3-6-100 0,-4-7-92 15,0-5-368-15,1-7-472 0,-1-7-300 16,-1-1-932-16,1-24-2509 0</inkml:trace>
  <inkml:trace contextRef="#ctx0" brushRef="#br0" timeOffset="-73126.132">21690 15811 7884 0,'0'0'7365'0,"0"0"-6217"15,0 0-376-15,0 0 480 0,76 68 28 16,-57-56-376-16,5-5-416 0,4-5-320 16,0-2-156-16,8-13-4 0,0-6-8 15,4-6-264-15,-4-10-224 0,0-3-36 16,-1-6-76-16,-7-1-312 0,0-3-360 0,-7 4-1000 15,-2 3-912-15,-11 9-1829 0,-8-5-1707 0</inkml:trace>
  <inkml:trace contextRef="#ctx0" brushRef="#br0" timeOffset="-72896.712">21941 15319 10888 0,'0'0'1877'0,"0"0"-1049"16,-27 67-156-16,22-29-64 0,1 6 312 15,4 7 284-15,0 3-200 0,0 0-216 16,13 10-48-16,-2 1-140 0,6 9-200 0,-6 2-120 15,5 7-60-15,-4 2-96 0,0 4-112 16,-5-3-12-16,-2 0-8 0,-1 0-4 16,-4-9 12-16,0-5-48 0,-9-5-16 15,2-11 4-15,-5-4 52 0,0-11-140 16,4-12-104-16,0-10-128 0,4-13-84 16,0-6-28-16,1-16-296 0,3-15-288 15,0-17-276-15,0-13-360 0,3 11-648 0,1-46-2197 16</inkml:trace>
  <inkml:trace contextRef="#ctx0" brushRef="#br0" timeOffset="-72735.738">22316 15821 1172 0,'0'0'8260'0,"0"0"-5079"0,0 0-1805 0,0 0-236 0,0 0 108 16,83 38-300-16,-70-25-72 0,2 6-96 15,-7-4-304-15,4 8-216 0,0-8-16 16,0 2-244-16,-4-5-60 0,0-2-308 15,-4-4-284-15,-4-6-260 0,3 0-480 16,-3-3-876-16,0-3-1665 0,-15-11-2903 0</inkml:trace>
  <inkml:trace contextRef="#ctx0" brushRef="#br0" timeOffset="-72576.47">22387 15459 3696 0,'0'0'7241'0,"0"0"-4309"0,0 0-2172 15,0 0-408-15,0 0-60 0,0 0-140 16,0 0-76-16,0 0-76 0,0 0-124 16,81 6-280-16,-66-6-304 0,1 3-396 0,0 1-204 15,-5 3-741-15,2 5-687 0,-5-3-1216 16,-1 20 1320-16</inkml:trace>
  <inkml:trace contextRef="#ctx0" brushRef="#br0" timeOffset="-72299.737">22567 15726 1644 0,'0'0'3024'15,"0"76"1180"-15,0-38-2484 0,4 9-99 16,0 4-165-16,3-3 340 0,-3-7-740 15,5-9-680-15,2-7-52 0,1-5-140 16,4-12-48-16,0-8 276 0,8 0-264 16,-4-14-36-16,8-10-112 0,0-10-76 15,0-4-232-15,0-3-228 0,-1-8 64 16,-3 9 348-16,-3-2-300 0,-10 3 32 0,2 11 28 16,-9 6 364-16,3 10 0 0,-7 6 136 15,0 6 164-15,0 3 144 0,-4 9-8 16,1 6-48-16,-6 5 8 0,1 3 24 15,4 2-36-15,-3 1 0 0,3 2-116 0,0-1-8 16,-5-2 32-16,5-2-48 0,0-5-120 16,1-4-124-16,3-5-44 0,0-9-140 15,0 0-148-15,0-3-368 0,0-3-40 16,7-6 108-16,1-4-240 0,5-6-640 16,-2 0-980-16,-3 3-1769 0,1-12-1631 0</inkml:trace>
  <inkml:trace contextRef="#ctx0" brushRef="#br0" timeOffset="-71961.997">23204 15640 7716 0,'0'0'5509'0,"0"0"-4037"0,0 0-416 0,-4 91 348 15,0-49-104-15,-4 0-68 0,4-1-220 16,-3-6-404-16,7-3-388 0,0-7-220 15,0-10-36-15,0-1-100 0,0-5-104 16,4-9-308-16,-1 0-284 0,1-9-212 16,4-12-368-16,5-4-1160 0,-6 0-2873 15,-3-19-3818-15</inkml:trace>
  <inkml:trace contextRef="#ctx0" brushRef="#br0" timeOffset="-71296.555">23204 15377 8308 0,'0'0'5201'15,"0"0"-4873"-15,0 0-328 0,0 0-608 0,0 0 248 16,0 0 220-16,0 0-40 16,44-77-716-16,-28 56-805 0,4-9-243 0,4 5 124 15,0-3-524-15,3-2 464 0,-3-1 708 16,0 5 381-16,0 1 791 0,-8 6 1327 16,0 6 1697-16,-4 10-384 0,-8 3-212 15,4 3-683-15,-4 13-361 0,-4 9-56 16,4 14-316-16,-4 1-332 0,0 12-228 15,0 5 92-15,4 3 412 0,0 4-16 16,-4-1-64-16,8 2-120 0,0-7-156 16,0 0-308-16,7-7-24 0,6-3-208 15,-1-10-60-15,8-6-364 0,-5-4 36 16,5-9 156-16,0-3-48 0,-4-6-316 0,4-8-80 16,-8 3-208-16,-4-5-404 15,0 0-392-15,-12-7-276 0,0 0 732 0,-4-5-1129 16,-13-1-323-16,-6-6 1276 0,-9-3 1340 0,-4-7 448 15,-12-6-292-15,0-3-156 0,-4-6-112 16,1-4-436-16,-1 3-492 0,4 10 1040 16,12 7 872-16,12 12 1364 0,5 9-64 15,6 5-831-15,9 2-661 0,0 0-308 16,0 0-156-16,5 0-100 0,3 6 52 16,7-3 8-16,5 1 28 0,4-4 192 15,8 0 84-15,-4-4-72 0,8-5-244 16,0-1-164-16,-5 1-128 0,5-1-228 15,-8-3-72-15,4 7 8 0,-8 0-88 16,0 6 72-16,0 0 76 0,-8 0 4 0,0 0 48 16,-4 0-40-16,-1 0 136 15,-2 0 212-15,3 0 196 0,-5 0 292 0,6-7 216 16,-2 1-156-16,6-7-176 0,2-2-132 16,1-4 460-16,1 0-500 0,2-2-152 15,-3 0-44-15,0 2 56 0,-8 1-60 0,0-2 0 16,-9 7-544-16,-3 4 148 0,-11 5 104 15,-9 4-28-15,0 13 52 0,-8 13 268 16,0 11 308-16,-4 12 480 0,1 7 0 16,6 2-136-16,5 3 272 0,1-5-228 15,11-2-420-15,3-10-276 0,5-5-84 16,5-11-92-16,11-9-472 0,4-3-244 16,12-14-448-16,0-2-780 0,-4-2 203 15,7-17-2979-15</inkml:trace>
  <inkml:trace contextRef="#ctx0" brushRef="#br0" timeOffset="-70579.336">23132 16291 4548 0,'0'0'4292'15,"0"0"-1579"-15,0 0-1533 0,0 0-312 0,77-70 96 16,-66 67 144-16,-7 3-240 0,0 0-168 16,-4 0 156-16,0 6 32 0,-4 7-288 15,-8 6-256-15,0 4-212 0,-7 4-56 16,2 5-16-16,-2-3 0 0,-1 0-60 15,7-4-8-15,1 0-124 0,5 1 20 16,3 0-36-16,4-5 28 0,0-2-4 0,8-3-12 16,3-3-20-16,2 0-4 15,6-7-52-15,1-3-8 0,4 1 72 0,1-4 76 16,-2 0 72-16,-3 0-4 0,0 3-8 16,-8-1 12-16,-5 2 16 0,2 5 92 15,-9 4 64-15,0 3 76 0,-5 6-40 0,-10 0-84 16,-1 6-52-16,-4-2-20 0,0-3-52 15,-4-4-48-15,5-3-184 0,2-10-112 16,2-3-52-16,2-3-172 0,2-6-236 16,7-10-424-16,0-9-704 0,4-10-460 15,0 5-1881-15,4-23-2691 0</inkml:trace>
  <inkml:trace contextRef="#ctx0" brushRef="#br0" timeOffset="-70293.826">23463 16402 6764 0,'0'0'6149'0,"0"0"-4457"15,0 0-436-15,0 0-164 0,60 66 40 16,-52-55-12-16,-1-6-228 0,-3-2-400 0,5-3-444 16,3 0-48-16,4-6 84 0,7-7-84 15,1-9-36-15,4-6-316 0,-4-4-176 16,1 0-24-16,-6 1-12 0,-7 6 120 16,-4 6 136-16,-8-1 108 0,0 7 188 0,-16 4-64 15,-4 2-48-15,-8 7 116 0,-7 0 8 16,-1 7 64-16,-1 8 36 0,2 12 8 15,7 4 44-15,0 13 92 0,5 4 4 16,6 6 24-16,9 2 36 0,1-1 12 16,7-1 8-16,7-10-120 0,9-9-208 15,4-9-52-15,8-10-68 0,4-13-104 16,7-6-132-16,6-20-220 0,-2-9-216 16,9-12-452-16,-4-10-1188 0,-8 13-1881 15,15-28-1039-15</inkml:trace>
  <inkml:trace contextRef="#ctx0" brushRef="#br0" timeOffset="-70118.154">24292 15898 6520 0,'0'0'8217'0,"0"0"-6229"0,0 0-1228 15,0 0-276-15,-4 104-16 0,-1-50 688 0,-6 2-32 16,7 2-440-16,0-1-211 16,4-5-121-16,0-2-208 0,0-9-120 0,8 0-24 15,0-6-96-15,0-7-340 0,0 2-113 16,0-8-155-16,-5-6-116 0,1-2-16 15,-4 0-348-15,0-4-828 0,-11-1-1028 16,3-2-1825-16,-20-1-695 0</inkml:trace>
  <inkml:trace contextRef="#ctx0" brushRef="#br0" timeOffset="-69984.133">23845 16504 1200 0,'0'0'5856'0,"0"0"-4804"16,-51-74-468-16,51 49 48 15,0-4 288-15,12 4 265 0,12 3-145 16,4-1-120-16,8 4 120 0,-1-3-192 0,5 6-320 15,0-3-316-15,0 7-212 0,3 2-184 16,-2-2-256-16,-5 5-608 0,-5 1-848 0,5 0-4065 16</inkml:trace>
  <inkml:trace contextRef="#ctx0" brushRef="#br0" timeOffset="-69829.402">24818 16535 5928 0,'0'0'11237'0,"0"0"-9273"16,0 0-1252-16,0 0-248 0,0 0-464 16,0 0-952-16,0 0-392 0,-84-9-1040 15,69-1-3145-15,-13-13-4295 0</inkml:trace>
  <inkml:trace contextRef="#ctx0" brushRef="#br0" timeOffset="-35130.625">17519 3873 3156 0,'0'0'392'0,"0"0"-392"0,0 0 4464 16,0 0-2652-16,0 0-711 0,0 0-329 16,0 0-56-16,0 0-36 0,0 0-120 0,0 0-320 15,0 4-24-15,4-2 152 0,3 3 212 16,6-3-140-16,-2 1-112 0,1 0-164 15,4 0 88-15,-4 0 0 0,0-3 8 0,4 0-96 16,0 0-80-16,4 0-80 16,4 0-8-16,0 0 8 0,4 0 96 0,8-3-100 15,-1 0-88-15,5 3 80 0,0 0-68 16,4 0-24-16,0 0-36 0,3-3-64 16,2 0-36-16,-2 1 28 0,5-5 20 15,-5 0 28-15,5-3 152 0,-3 1 8 16,2 3-140-16,-7-4 140 0,3 4-64 15,-10 0-60-15,3-1 12 0,-5 1 112 16,-3 3 0-16,8-1 0 0,-5 2-64 0,2-3-64 16,3 3 16-16,-5 2 36 0,1-3 64 15,5 3 8-15,-6 0 4 0,1 0-52 16,0 0 52-16,-4 0 12 0,3 0 64 16,-3-3-88-16,0 3 12 0,4-4 0 15,-4-3 64-15,0 5-64 0,4-5-24 16,-4 4-144-16,0-3 156 0,0-1-192 15,-1 1 52-15,1 2-12 0,0 2 152 0,-4-1-64 16,0 0-188-16,4 3 264 0,-8 0-40 16,3 0 40-16,1 0-100 0,-4 3 100 15,0 0 0-15,4-1-616 0,0 2-576 16,0-4 1192-16,4 0 180 0,-4 0-180 16,-5 0-668-16,-3-4-569 0,-3 4 925 15,2 0 236-15,-2 0 76 0,2 0 76 0,-7 0-76 16,0 0-348-16,-8 0-1896 0,-4 0 204 15,0 4-2724-15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8:42:35.204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15745 5277 1384 0,'0'0'1432'0,"0"0"-700"0,0 0-16 0,0 0-220 16,0 0-104-16,0 0 36 0,0 0-52 15,0 0-76-15,0 0-24 0,-19 15 20 16,19-15 84-16,0 0-20 0,0 0-112 0,0 0 364 16,0 0 888-16,0 4 49 15,0-4-677-15,0 0-272 0,0 0 88 0,0 0 152 16,0 0-44-16,0 0-20 0,0 0-32 16,4 0-36-16,-4 0-28 0,0 0-124 15,0 0-64-15,4 0 12 0,-4 0 20 16,0 0-36-16,4 0-60 0,-1 0-40 15,5 0 61-15,1 2 51 0,-1-2-188 16,3 5-140-16,5-5-40 0,4 2-60 16,4-2 36-16,8 0-12 0,3 0 4 15,2 0-52-15,3 0-40 0,-1 4-4 16,6-4 8-16,-2 2-4 0,0 1-4 0,2 4-4 16,2-4-4-16,1 4-4 0,8-2 0 15,0 2 0-15,4-3-64 0,4-1-28 16,3 0 88-16,5-3-36 0,-1 0 36 15,5 0 4-15,0 0-52 0,-4 0 60 16,-4 0-48-16,-5 3 40 0,-3 0-4 0,0 4-84 16,-8-5 36-16,-5 5-48 0,-2-4-40 15,-6 4-32-15,-3-1 96 0,0-3-40 16,-8 4-80-16,0-5 20 0,-4 2-21 16,-9-1-111-16,5 0-88 0,-4 0 88 15,-4-3 84-15,0 0-132 0,0 4-152 16,-4-4-108-16,0 0-328 0,0 0-524 15,4 3-652-15,-8 0-1965 0,8 0-3275 0</inkml:trace>
  <inkml:trace contextRef="#ctx0" brushRef="#br0" timeOffset="950.19">18857 5607 2896 0,'0'0'4768'16,"0"0"-695"-16,0 0-2741 0,0 0 28 0,0 0-84 15,0 0 4-15,0 0-424 16,0 0-264-16,0 0-124 0,0 0-160 0,0 0-40 16,36 0 28-16,-16 0 20 0,0 0 88 15,12 3-48-15,0 3-4 0,0-2-72 16,7-1-48-16,10 0-15 0,-2-3-57 16,9 0 44-16,4 0-44 0,7-6 56 15,9-1 4-15,0-3-64 0,4 5-60 16,3-5-96-16,-3 7 0 0,0-1 4 15,-1 4-8-15,1 0-36 0,-5 0 40 16,5 4 12-16,-4 2-12 0,4 1 0 0,-5 2-60 16,1-3 52-16,-4 1 4 0,-1-4 4 15,-6 0 0-15,-7 0 4 16,-5 0-4-16,-5-3-12 0,-9 3-36 0,1-3-12 16,-4 0 48-16,-5 0-64 0,2 0 72 15,-1 0 0-15,-5 0-68 0,-3 0 60 16,0 4-36-16,-3-4 0 0,-2 0-24 15,-3 3-36-15,0-3-16 0,0 0 4 0,0 3-12 16,-4-3 20-16,0 0-33 16,0 0-27-16,-4 0 4 0,0 0-52 0,-4 0-60 15,-1 0-24-15,1 0-12 0,-4 0-112 16,0 0-112-16,0 0-160 0,-4 0-476 16,-7 3-952-16,-6 6-868 0,2-2-2917 15,-17 2-582-15</inkml:trace>
  <inkml:trace contextRef="#ctx0" brushRef="#br0" timeOffset="29184.884">2832 7569 10312 0,'0'0'1277'0,"0"0"-689"16,0 0 908-16,0 0-4 0,0 0-80 16,0 0-492-16,0 0-140 0,0 0-104 15,0 0-120-15,-52-38-204 0,48 38-168 16,1 5-184-16,-1 9-112 0,-4 5 24 0,-5 9-44 16,-2 13 56-16,2 10 4 0,-2 7-28 15,2 2 4-15,-2 4-100 0,7-4-124 16,0-9 84-16,0-7 28 0,0-6 132 15,4-12 36-15,4-5 32 0,-4-4-32 16,4-2-60-16,0-5-36 0,0 0 12 16,0-4-124-16,4 0-48 0,4 1 96 15,4-4 12-15,-4 0-24 0,0 3-60 16,4-3 108-16,-4 4 100 0,0-1 64 16,0 8 8-16,-1 0 40 0,-3 9 116 15,-4 6 20-15,5 9-68 0,-5 3 156 16,4 7 88-16,-4-1-172 0,0 7-28 15,0-6-148-15,4-1 0 0,-4-5 48 0,4-7-60 16,0-10-8-16,-1-6-104 0,-3-6 0 16,4-7-12-16,1-3-236 0,-5-3-352 15,4 0-196-15,4-6-240 0,-1-3-276 0,6-11 104 16,-1-2-873-16,-5 6-1919 0,6-22-1179 0</inkml:trace>
  <inkml:trace contextRef="#ctx0" brushRef="#br0" timeOffset="29427.962">3151 7893 3284 0,'0'0'10993'0,"0"0"-9241"0,0 0-1520 16,0 0 204-16,0 0 904 0,0 0-44 15,0 0-440-15,0 0-248 0,95 32-96 16,-67-32-84-16,0 0-247 0,4 0-121 16,-4-7-60-16,4-5-181 0,-4-1-259 0,-4 0-264 15,0-3-188-15,-5 1-412 0,-2 2-960 16,-6 3-2748-16,-11 1-3929 0</inkml:trace>
  <inkml:trace contextRef="#ctx0" brushRef="#br0" timeOffset="29615.537">3306 7997 768 0,'0'0'11229'0,"0"0"-9209"0,-4 83-620 0,4-45 816 16,-4 7-452-16,1-1-736 0,-1 0-504 16,0-2-404-16,0 3-120 0,-1-4-136 15,1-7-292-15,4-2-244 0,-4-6-76 16,4-10-176-16,0-4-552 0,0-3-1072 0,0-5-1865 15,0-4-2231-15</inkml:trace>
  <inkml:trace contextRef="#ctx0" brushRef="#br0" timeOffset="29741.969">3410 8328 4256 0,'0'0'1328'16,"0"0"3532"-16,0 0-3223 0,0 0-65 15,79-10 8-15,-70 10-556 0,3-3-576 16,-5 3-400-16,1 0-48 0,-8 0-460 15,5 0-572-15,-5 10-476 0,0-1-1308 16,-16 13-2905-16</inkml:trace>
  <inkml:trace contextRef="#ctx0" brushRef="#br0" timeOffset="29901.092">3354 8636 4060 0,'0'0'560'0,"0"0"4852"0,0 0-3327 0,0 0-385 16,0 0 184-16,84 19 264 15,-61-19-1024-15,5-4-500 0,0-4-316 0,0-6-152 16,4-5-156-16,-4 0-556 0,0-3-552 16,0-6-516-16,-8 9-732 0,4-10-3777 0</inkml:trace>
  <inkml:trace contextRef="#ctx0" brushRef="#br0" timeOffset="30077.218">3932 8175 10949 0,'0'0'5476'0,"0"0"-5012"15,0 0-92-15,0 0 300 0,0 0-240 16,0 0-224-16,0 0-208 0,0 0-224 16,0 0-416-16,0 0-304 0,44 49-364 0,-44-41-1128 15,0 15-4181-15</inkml:trace>
  <inkml:trace contextRef="#ctx0" brushRef="#br0" timeOffset="30231.61">3916 8525 680 0,'0'0'440'0,"0"0"6884"16,0 0-5204-16,0 0 117 0,0 0 75 0,0 0-440 16,0 0-644-16,0 0-452 0,88 3-300 15,-77-16-252-15,10-3-224 0,-5-3-436 16,-1-4-400-16,6-2-404 0,-10 3-1044 15,10-19-3837-15</inkml:trace>
  <inkml:trace contextRef="#ctx0" brushRef="#br0" timeOffset="30432.569">4502 7908 8536 0,'0'0'6669'0,"0"0"-5349"0,0 0-720 0,0 0 936 15,95 7-52-15,-67-7-168 16,0-7-611-16,0-2-365 0,8-7-148 0,-1-3-96 16,1-2-96-16,1-5-152 0,-1 0-284 15,-5 4-137-15,1 0-279 0,-4 6-320 16,-4 3-1148-16,-8 3-2364 0,-5 8-2641 0</inkml:trace>
  <inkml:trace contextRef="#ctx0" brushRef="#br0" timeOffset="30649.123">4661 8026 5216 0,'0'0'8129'0,"0"70"-6505"15,4-35-1132-15,4 9 416 0,-4 5 732 16,0-2 48-16,0 0-432 0,0 1-319 16,3-1-233-16,-2-3-148 0,-1-2-328 15,-4-7-228-15,4-6-216 0,0-7-60 16,0-6-136-16,-4 0-172 0,4-7-61 15,-1-3-207-15,-3 0-300 0,0-6-552 0,0 0-688 16,0-6-1532-16,0 0-1297 0,-3-16-778 0</inkml:trace>
  <inkml:trace contextRef="#ctx0" brushRef="#br0" timeOffset="30798.451">4769 8363 7292 0,'0'0'5053'0,"0"0"-3585"0,0 0-936 16,0 0 468-16,0 0 444 0,92 9-32 15,-81-9-228-15,6 0-316 0,2 0-196 0,1-3-248 16,0-6-424-16,3-4-60 0,5-3-440 16,-3-3-388-16,-1 0-364 0,4-3-820 15,-13 0-2532-15,17-10-4617 0</inkml:trace>
  <inkml:trace contextRef="#ctx0" brushRef="#br0" timeOffset="31315.558">5518 7454 6520 0,'0'0'6837'16,"0"0"-5957"-16,0 0-792 0,0 0-88 16,76-66 620-16,-61 50 72 0,2 3-88 15,-2 1-188-15,2 6-168 0,-10 1-148 0,5 5-100 16,0 11-188-16,-8 5 188 0,0 12 148 16,-4 10 216-16,0 11-364 0,-4 7 60 15,-8 7-24-15,-4 4-36 0,0 3-36 16,0 0 36-16,-4-3 100 0,5-4 184 15,-2-6 164-15,6-3-32 0,7-13-120 16,-5-2-112-16,9-8-176 0,0-5-8 16,0-7-60-16,9-3 52 0,2-1-76 15,6 2 20-15,2-5-20 0,5 3 84 16,4-1-8-16,0 2 8 0,0-4-76 0,0 8 64 16,-5-5 0-16,5 4 12 0,-7 0 56 15,-1 3 20-15,-5 3 268 0,-2 5-100 16,2-1-36-16,-7 2 64 0,1-3 92 15,-9 4-44-15,0 0-236 0,0-1-24 0,0 1-60 16,-9 0 4-16,-3 0-4 16,1-7 12-16,-6 0 72 0,-3-2-84 0,1-11-172 15,-1-1-72-15,-1-11-88 0,2 0-32 16,-1-17-608-16,4-8-684 0,0-1-1556 16,-4-21-3521-16</inkml:trace>
  <inkml:trace contextRef="#ctx0" brushRef="#br0" timeOffset="31511.068">6322 7975 6612 0,'0'0'10993'0,"0"0"-9413"16,0 0-748-16,92 26 216 0,-64-23-267 15,0 3-381-15,4-3-96 0,0-3-208 16,3 0-72-16,6 0-24 0,-2-3-268 15,1-3-593-15,-8-4-247 0,-4 7-300 0,-4 0-1268 16,-9 3-2777-16,-15 0-5303 0</inkml:trace>
  <inkml:trace contextRef="#ctx0" brushRef="#br0" timeOffset="31664.853">6434 8306 7008 0,'0'0'8773'0,"0"0"-7609"0,0 0-1112 0,0 0 380 15,0 0 288-15,0 0 120 0,107-13-92 16,-66-4-372-16,-2-2-376 0,5 0-432 16,0-2-708-16,8 5-660 0,-16 3-2288 15,32 0-2977-15</inkml:trace>
  <inkml:trace contextRef="#ctx0" brushRef="#br0" timeOffset="32008.758">7793 7947 8352 0,'0'0'6545'0,"0"0"-5437"0,0 0-428 16,0 0 672-16,99-22-56 0,-51 3-88 16,5-1-416-16,1 2-376 0,6-5-123 15,0 2-53-15,-4 4-144 0,-4-2-96 16,-1 0-96-16,-2 3-304 0,-10 4-317 15,-3-1-235-15,-12 7-164 0,-8 2-464 16,-12 4-2460-16,0 7-1553 0,-15 11-2279 0</inkml:trace>
  <inkml:trace contextRef="#ctx0" brushRef="#br0" timeOffset="32181.427">7937 8257 444 0,'0'0'10332'0,"0"0"-8163"16,0 0-921-16,0 0 532 0,51 68 204 15,-15-65-152-15,12-6-404 0,4-10-371 16,8-9-341-16,-1-7-320 0,1-6-224 16,0-3-160-16,-9-7-12 0,-3 1-316 15,-4-4-300-15,-5 1-209 0,-6 3-187 0,-6-5-712 16,-7 16-2464-16,-3-13-3509 0</inkml:trace>
  <inkml:trace contextRef="#ctx0" brushRef="#br0" timeOffset="32414.58">8103 7296 12405 0,'0'0'4560'0,"0"0"-3948"0,8 98-68 16,1-40 624-16,-1 14 412 15,-1 14-399-15,1 12-385 0,-3 11-348 0,3 10-216 16,-5 9-76-16,1 5-84 0,0-2-72 15,0-8-92-15,0-8-100 0,8-17-4 16,0-18-216-16,4-23 40 0,4-15-64 0,0-28 19 16,-4-14-215-16,4-12-368 0,0-20-376 15,-1-12-632-15,-6 3-2008 0,7-44-2805 0</inkml:trace>
  <inkml:trace contextRef="#ctx0" brushRef="#br0" timeOffset="32620.425">8450 7156 6260 0,'0'0'8593'0,"0"0"-7589"0,0 93-472 15,0-39 216-15,0 12 788 0,0 14-28 16,0 5-400-16,5 10-523 0,-1 1-257 16,3 8-88-16,-3 1-200 0,4 4-40 15,-4-5-136-15,1 0-128 0,2-8-129 16,1-11-263-16,0-11-160 0,8-11-276 0,-4-12-488 15,8-14-1200-15,-5-14-2229 0,13-4-3447 0</inkml:trace>
  <inkml:trace contextRef="#ctx0" brushRef="#br0" timeOffset="33154.388">9741 7478 10768 0,'0'0'2833'0,"0"0"-2073"15,0 0-568-15,0 0 312 0,0 0 428 16,0 0 480-16,0 0-456 0,-28 65-612 16,12-23-184-16,-4 5-64 0,-4 7 76 15,5-4-52-15,-5-1-120 0,3-5-8 16,6-2 8-16,2-7 4 0,6-7 44 15,-1-2-48-15,4-1 0 0,4-3-48 16,0-3 36-16,0 4-100 0,8-4-32 16,0 3 80-16,4-4 56 0,3 2-52 0,-2 2 60 15,2 0-4-15,2 0 4 0,-2 3 4 16,2 1 92-16,-2 0 4 0,-2 0-16 16,2-1-72-16,2 3 200 0,-6-3-28 15,6 7-12-15,-2-1-88 0,-3 7 40 16,0 4 120-16,0 3 96 0,-5 5 284 15,2-1-384-15,-5-3-240 0,4-1-36 16,-5-7-36-16,6-5-148 0,-5-12-204 0,4-2-312 16,-1-12-380-16,1-4-652 0,-8-3-2764 15,5-12-5413-15</inkml:trace>
  <inkml:trace contextRef="#ctx0" brushRef="#br0" timeOffset="36114.526">10283 7906 28 0,'0'0'6556'0,"0"0"-3716"16,0 0-1159-16,0 0-449 0,0 0-72 15,0 0 160-15,0 0-200 0,0 0-228 16,0 0-232-16,0 0-152 0,0 0-88 16,4-3-88-16,-4 3-12 0,0 0-60 0,4 0-40 15,0 0-12-15,0-4 48 0,0 4 100 16,4 0 8-16,0-3-108 0,0 3-72 0,4-3-16 15,-4 3-32-15,-1-4-16 16,6 1 4-16,-5 0-28 0,-1 0-11 0,6 1-73 16,-1-2 84-16,-5 1-32 0,6 0-56 15,-5-1 40-15,-1 1-36 0,1-1 60 16,1 4-68-16,-5 0 4 0,-1-3 0 16,-3 3 40-16,4 0-40 0,-4 0 0 15,0 0 40-15,0 0-40 0,0 0 0 16,0-2 0-16,0 2 4 0,4 0 36 15,-4 0-44-15,0 0 0 0,0 0-4 0,0 0 12 16,0 0-4-16,0 0 0 0,0 0 4 16,0 0 0-16,0 0 0 0,0 0-8 15,0 0 4-15,0 0 4 0,0 0 36 16,0 0-36-16,0 0 36 0,0 0-36 16,0 0 36-16,0 0-36 0,0 0 36 15,0 0-40-15,0 0-8 0,0 0 0 16,0 0-8-16,0 0-52 0,4 0 0 0,0 0-4 15,8-3 64-15,4 3 8 0,0-4 112 16,4 4-72-16,8-2 12 0,-4-3 64 16,4 3-116-16,0-2 4 0,0 1 60 15,0 0-24-15,-4-4 60 0,-5 5 24 16,1-5 112-16,-4 4-148 0,-4-3-84 0,0 2 0 16,-8-2-12-16,3 6 0 0,-7-3-328 15,0 3-144-15,0 0-240 0,-3 0-285 16,-5-3-519-16,0 3-1024 0,0-3-1928 15,-8 3-1261-15</inkml:trace>
  <inkml:trace contextRef="#ctx0" brushRef="#br0" timeOffset="36414.126">10618 7868 588 0,'0'0'6312'0,"0"0"-3396"16,0 0-1587-16,0 0-185 0,0 0 148 0,0 0 100 15,0 0-272-15,0 0-492 0,-24 73-180 16,24-54-64-16,-4 3-60 0,4 6-28 16,0 0-84-16,0 8-52 0,0 1-12 15,0 5-36-15,0-1-16 0,0 1-96 0,0-2 8 16,0-4-12-16,4-1 8 16,3-10-4-16,1-3 76 0,5-3-28 0,-6-6 12 15,6-3 52-15,2-1 392 0,-3-5-164 16,4-2-156-16,0-2-36 0,4 0-28 15,0-8-56-15,5-6-60 0,-2 2-4 16,1-8-156-16,4-2-272 0,0 0-272 16,-4-3-196-16,4-2-580 0,-5 0-1232 15,-3 2-1949-15,-3 5-1227 0,-2-12 2456 0</inkml:trace>
  <inkml:trace contextRef="#ctx0" brushRef="#br0" timeOffset="36603.074">11251 7915 40 0,'0'0'12557'16,"0"0"-10877"-16,0 0-1440 0,0 0 508 16,0 0 372-16,0 0-200 0,0 0-532 15,0 0-352-15,0 0-36 0,0 0-548 16,0 0-616-16,16 70-904 0,-23-54-3305 0</inkml:trace>
  <inkml:trace contextRef="#ctx0" brushRef="#br0" timeOffset="36764.291">11267 8255 10184 0,'0'0'1957'0,"0"0"-349"0,0 0 540 0,0 0-524 0,0 0-448 16,0 0-576-16,0 0-428 0,0 0-172 15,92 19-464-15,-68-22-672 0,-9-4-836 16,10 0-2916-16</inkml:trace>
  <inkml:trace contextRef="#ctx0" brushRef="#br0" timeOffset="37184.684">11845 7657 10528 0,'0'0'3269'0,"0"0"-1977"15,0 0-600-15,83-5 596 0,-42 10 324 16,-2 2-240-16,1 0-308 0,-4 0-384 16,0-2-291-16,0-2-209 0,-4 0-144 15,0-3-36-15,-1 0-108 0,-3-6-353 16,0-3-391-16,-4-4-392 0,0 1-468 0,-8-1-2148 16,-8 1-2281-16</inkml:trace>
  <inkml:trace contextRef="#ctx0" brushRef="#br0" timeOffset="37366.111">12171 7766 9440 0,'0'0'3873'0,"0"0"-3125"0,-4 108 352 16,4-54 860-16,0 6 92 0,0 3-292 0,0-3-715 16,0 4-497-16,0-7-260 0,0-6-288 15,0-9-12-15,0-7-276 0,0-13-224 16,4-7-121-16,0-8-255 0,0-1-300 15,1-6-936-15,-1 0-2340 0,0-3-2541 0</inkml:trace>
  <inkml:trace contextRef="#ctx0" brushRef="#br0" timeOffset="37519.803">12271 8163 10516 0,'0'0'4205'0,"0"0"-3585"0,0 0 208 0,84 6 684 16,-56-6-316-16,-4 0-240 0,4 0-236 15,0 0-524-15,-9-3-196 0,5-3-140 0,-7 6-424 16,-2-4-316-16,-7 4-232 0,0 4-652 16,-8 2-2188-16,-3 13-1993 0</inkml:trace>
  <inkml:trace contextRef="#ctx0" brushRef="#br0" timeOffset="37677.58">12267 8493 4252 0,'0'0'1248'0,"0"0"2916"0,0 0-2547 15,0 0-209-15,0 0 424 0,0 0 36 16,88 45-340-16,-60-45-332 0,0-10-408 16,3-3-360-16,1-5-260 0,0-5-64 0,-4-6-104 15,0 1-612-15,0-7-616 16,-9 6-828-16,9-16-3845 0</inkml:trace>
  <inkml:trace contextRef="#ctx0" brushRef="#br0" timeOffset="37859.372">12968 8049 15705 0,'0'0'3840'16,"0"0"-3436"-16,0 0 364 0,84 2 192 16,-52-8-291-16,0-3-133 0,8-8-116 15,-1 2-248-15,2-11-172 0,-2 1 0 16,1 0-580-16,4-7-428 0,-8 4-369 15,-8 5-1091-15,4-5-3764 0</inkml:trace>
  <inkml:trace contextRef="#ctx0" brushRef="#br0" timeOffset="38100.912">13375 7626 7824 0,'0'0'6721'0,"0"0"-5261"0,0 0-916 15,0 0 128-15,87 45 60 0,-63-36 264 16,-3 4 36-16,-2 0-408 0,-3-1-392 16,-4 6-232-16,1 6 0 0,-6 7-12 15,-3 4-52-15,-4 7-68 0,0 1 20 16,-8 9-44-16,-8-2-128 0,1 1-68 16,-6 0-80-16,-3-3-204 0,5-4-204 15,-1-2-204-15,3-11-568 0,2-10-940 16,-2 3-2861-16</inkml:trace>
  <inkml:trace contextRef="#ctx0" brushRef="#br0" timeOffset="38420.944">13945 7725 6048 0,'0'0'7785'0,"0"0"-6205"0,0 0-672 15,116 35-8-15,-73-23 572 0,5-2-184 16,-8-1-192-16,-1-6-584 0,1-3-280 0,-3 0-232 16,-2-9-52-16,-3-7-312 0,0-3-492 15,-4 0-268-15,0-6-600 0,-9 8-2324 16,-2-8-2693-16</inkml:trace>
  <inkml:trace contextRef="#ctx0" brushRef="#br0" timeOffset="38598.191">14339 7925 7128 0,'0'0'6141'0,"-8"82"-4681"16,8-40-828-16,-4 5 748 0,4 7 676 15,0 0 88-15,-4-3-623 0,0-7-689 0,4-2-552 16,0-14-196-16,0-6-84 0,0-9-240 16,0-4-148-16,0-5-84 0,0-4-52 15,0 0-105-15,0-4-263 0,0 1-612 16,0-3-1276-16,-8-10-3861 0</inkml:trace>
  <inkml:trace contextRef="#ctx0" brushRef="#br0" timeOffset="38738.466">14276 8188 8172 0,'0'0'5229'16,"0"0"-3845"-16,0 0-628 0,87 0 412 16,-56 0 52-16,1-6-188 0,5-7-304 15,2-6-400-15,-3-6-328 0,0-4-248 16,4-3-600-16,-8 0-288 0,0 1-180 15,-5-1-764-15,-10 6-2829 0,-6-6-4567 0</inkml:trace>
  <inkml:trace contextRef="#ctx0" brushRef="#br0" timeOffset="38984.089">13853 7449 4788 0,'0'0'8913'16,"0"0"-7241"-16,0 0-616 0,0 0 796 15,0 0-168-15,111-32-332 0,-67 22-547 0,9 0-369 16,2-2-136-16,8-4-80 0,10 0-88 16,-2-3-84-16,9-4-48 0,-1 1-40 15,1 4-68-15,-1-1-352 0,-2-1-292 16,-6 7-257-16,-3 4-607 0,-20 6-2596 15,8 0-4673-15</inkml:trace>
  <inkml:trace contextRef="#ctx0" brushRef="#br0" timeOffset="39524.83">15602 6943 6976 0,'0'0'5309'0,"0"0"-3917"0,0 0 116 16,0 0 200-16,36 76-24 0,-24-36-28 0,-5 4-220 15,2 6-463-15,-1 14-297 0,0 5-108 16,-1 11 36-16,2 8 36 0,3 11-232 16,-5 5-216-16,2 5-44 0,3 5-40 15,4 3-108-15,-4 1-76 0,3-1 12 16,1-2-152-16,5-11-48 0,-6-8-144 15,5-11-208-15,0-5-120 0,-4-13 72 16,4-3-272-16,0-14-513 0,-4-2-955 0,-4-14-1944 16,4 4-1133-16</inkml:trace>
  <inkml:trace contextRef="#ctx0" brushRef="#br0" timeOffset="40513.763">16518 7601 4104 0,'0'0'5628'16,"0"0"-1023"-16,0 0-3053 0,0 0-672 15,0 0 64-15,0 0 316 0,0 0-60 16,92 44-396-16,-57-35-440 0,10 1-132 16,-6-6-36-16,6-4-75 0,-6 0-61 15,1-4-52-15,-4-8-8 0,0-2-44 16,-4 2-249-16,-5-4-363 0,-3-3-160 15,-3 3-240-15,-1 4-560 0,-12-1-2216 0,-5-1-2213 0</inkml:trace>
  <inkml:trace contextRef="#ctx0" brushRef="#br0" timeOffset="40697.788">16857 7699 4852 0,'0'0'1912'0,"0"0"2369"0,-23 70-2501 16,14-38-72-16,5-1-8 0,4 5-404 15,0-5-356-15,0 1-288 0,8-3-60 16,0 2-188-16,0-3-124 0,4-2-96 16,-4-3-56-16,8-5-128 0,-4-8-72 15,4-5-16-15,4-5-32 0,-1-2-272 16,6-14-24-16,3-3-284 0,0-9-248 16,-4-1-484-16,-1-6-1380 0,-7 6-2853 15,4-15-2398-15</inkml:trace>
  <inkml:trace contextRef="#ctx0" brushRef="#br0" timeOffset="40943.572">17403 7106 6232 0,'0'0'7009'0,"0"0"-5969"0,0 0-496 0,0 0 416 15,-44 69 676-15,36-40-128 0,-4 9-440 16,4 6-468-16,1 4-152 0,-2 9 16 15,5 6 193-15,-3 7-221 0,-1 3-244 16,-1 8-92-16,1-3-96 0,1 4-4 16,3-2-8-16,-5 3-80 0,5-8-164 15,0-4-4-15,1-1-156 0,-1-11-37 0,4-7-331 16,0-8-160-16,0-6-588 16,4-10-1292-16,-1-4-1853 0,1-10-1951 0</inkml:trace>
  <inkml:trace contextRef="#ctx0" brushRef="#br0" timeOffset="41867.78">17523 8163 3968 0,'0'0'248'0,"0"0"2916"0,0 0-392 15,0 0-1031-15,0 0-349 0,0 0 220 16,0 0-276-16,0 0-312 0,0 0-368 0,0 0 0 16,52-7 180-16,-21 14-76 0,5 2-200 15,0 1-168-15,0-1-88 0,-5-6-28 16,5 0 29-16,1-3-133 0,-2 0-100 16,-7-6-68-16,-1 0-4 0,1-4-84 15,-3-2-305-15,-9-1-87 0,-1 4-192 16,-7-1-164-16,1 4-188 0,-5 3-560 15,-4-4-920-15,0 7-1637 0,-13-4-3215 0</inkml:trace>
  <inkml:trace contextRef="#ctx0" brushRef="#br0" timeOffset="43485.274">18303 7760 6400 0,'0'0'948'0,"0"0"132"16,0 0 3249-16,0 0-2953 0,0 0-248 16,0 0 56-16,0 0-104 0,0 0-188 0,96 9-288 15,-76-6-200-15,4-3-120 0,-5 3 20 16,2-3-60-16,3 0-36 0,-4-3-96 16,-1-3-104-16,2 0-8 0,-6-1-44 15,1-3-160-15,0 3-520 0,-8-1-272 16,0 5-216-16,-8 0-464 0,4 3-1008 15,-4 0-2097-15,-4 0-1951 0</inkml:trace>
  <inkml:trace contextRef="#ctx0" brushRef="#br0" timeOffset="43714.441">18323 7978 1748 0,'0'0'6608'0,"0"0"-4392"0,0 0-1007 0,0 0-197 0,0 0-68 16,0 0-84-16,0 0 212 0,0 0 48 16,84 0-276-16,-52-3-260 0,0 0-300 15,0-3-88-15,-4 3-112 0,-5-4-84 16,1 4-40-16,-4 0-84 0,-4 0-380 16,0-1-216-16,-4 4-252 0,0-2-260 15,0 2-732-15,-4 0-2029 0,0 0-2475 0</inkml:trace>
  <inkml:trace contextRef="#ctx0" brushRef="#br0" timeOffset="47981.103">17634 8255 6564 0,'0'0'3012'16,"0"0"-883"-16,0 0-861 0,0 0-236 0,0 0 40 16,0 0 76-16,0 0-76 0,0 0-240 0,0 0-180 15,0 0-124-15,-4 0-120 0,4 2-152 16,0 2-120-16,0 6-52 0,4 2 112 15,-4 6 12-15,4 9-40 0,0 5-68 16,0 2-16-16,-4 8 64 0,0 2-64 16,0 4 12-16,0 3-84 0,-4-1-4 15,0 1-4-15,0-3-4 0,0-7-60 16,4-3-12-16,0-7-12 0,0-7-40 16,0-6-120-16,4-8-156 0,0-4-104 0,0-3-72 15,0 1-200-15,0-4-248 0,0-4-328 16,-4-8-540-16,4-4-1100 0,-1 2-1589 15,2-14-1895-15</inkml:trace>
  <inkml:trace contextRef="#ctx0" brushRef="#br0" timeOffset="48154.624">17710 8553 872 0,'0'0'9320'16,"0"0"-6827"-16,0 0-1841 0,0 0-192 0,0 0 464 15,0 0 160-15,0 0-144 0,80 3-80 16,-65-3-144-16,6 4-60 0,3-4-104 15,-1 0-272-15,5-7-180 0,4 1-100 16,-1-3-124-16,1-1-476 0,0 0-372 16,0 0-296-16,-8 1-904 0,8-3-3181 0</inkml:trace>
  <inkml:trace contextRef="#ctx0" brushRef="#br0" timeOffset="49099.335">19272 7317 1356 0,'0'0'5884'0,"0"0"-3652"0,0 0-1016 15,0 0-495-15,0 0 99 0,0 0 304 16,0 0-56-16,0 0-120 0,0 0-256 15,-28 42-176-15,24-42-104 0,4 0-76 0,0 0-52 16,0 0-24-16,4 0-88 0,4 0-36 16,-1 4 100-16,10-4 416 0,3 6 12 15,3-6-300-15,1 3-104 0,4-3-92 16,-4 0-68-16,0 0-40 0,-4 0 88 16,0 0-28-16,-5-3-60 0,2 3 16 15,-6 0-4-15,2-3-68 0,-5 3 0 0,-1-3 0 16,-3 3 4-16,5-4 40 0,-1-2 0 15,3 0-40-15,6 0-8 0,-6-7-4 16,6 0-152-16,-2 1-112 0,-2 1-28 16,-2 2 68-16,-3 3-44 0,-4 0 4 15,0 2-24-15,0 4-28 0,-4 0-24 0,0 0-64 16,0 0-60-16,0 0-68 0,-4 0-36 16,0 4-64-16,0 2-184 0,-4-3-264 15,1 6-444-15,-2-2-501 0,1 0-483 16,-3-2-672-16,7-2-1564 0</inkml:trace>
  <inkml:trace contextRef="#ctx0" brushRef="#br0" timeOffset="49564.695">19570 7343 3344 0,'0'0'4'0,"0"0"4328"0,0 0-3308 16,0 0-132-16,0 0 28 0,0 0 301 15,0 0-17-15,0 0-84 0,0 0-244 16,0 0-260-16,0 0-176 0,44-57-60 16,-40 57-44-16,-4 0-72 0,0 6-16 15,0 5 100-15,0 8 160 0,0 2-128 16,0 11-108-16,-4 0-52 0,-3 6-48 0,-2-1-24 16,-3 5-60-16,1 3 8 0,-6-4 64 15,6 3-100-15,-2-2-8 0,6-7 32 16,-1-3 16-16,4-7-96 0,4-6 176 0,0-2-32 15,4-9-48-15,0-2-40 0,3-1 12 16,6-5 112-16,-1 0 156 0,-1-11-144 16,6 3-52-16,-2-12-76 0,5 1-68 15,1-6-280-15,-2-4-220 0,5-3-148 16,-4-6-212-16,-1 3-432 0,2-3-808 16,-5 6-2340-16,-4-13-2969 0</inkml:trace>
  <inkml:trace contextRef="#ctx0" brushRef="#br0" timeOffset="49737.499">19725 7071 6340 0,'0'0'6649'0,"0"0"-5505"16,0 0-420-16,0 0 92 0,0 0 252 0,0 0-60 16,0 0-292-16,0 0-444 15,84-67-272-15,-63 60-120 0,-1 7-136 0,3 0-300 16,5 0-276-16,0 3-412 0,-8 1-920 15,8 9-3333-15</inkml:trace>
  <inkml:trace contextRef="#ctx0" brushRef="#br0" timeOffset="50215.487">20192 7528 5716 0,'0'0'8325'16,"0"0"-6997"-16,0 0-664 0,0 0 240 0,0 0 336 15,-80 35-352-15,60-29-212 0,5 3-212 16,-6 4-136-16,6 0-72 0,-2 9-108 16,2 4-28-16,-1 0 100 0,4 2-48 15,4 0 120-15,3-2 109 0,2-1-125 16,3-6-176-16,0-6-28 0,0-4 0 16,3-3-72-16,10-2 0 0,-1-4-64 0,0-4 64 15,7-9 0-15,6-9-56 16,3-6-140-16,3-7-156 0,1-3-61 0,4-6 1 15,-4-1-28-15,0 1 64 0,-1-8-40 16,5 2-24-16,-4-4-40 0,-4-3 36 16,0-4 36-16,-4-2 24 0,-8 3 100 15,0 0 184-15,-8 6 100 0,0 9 64 16,0 4-52-16,-4 9 272 0,-4 9 136 0,0 4 12 16,4 7-60-16,-4 5 92 15,0 4 52-15,0 3-76 0,-4 0-112 0,0 14-168 16,-4 1-88-16,0 8 64 0,-4 8 80 15,0 7-20-15,0 9 12 0,0 4-3 16,-4 10-45-16,1 2-52 0,-2 7 60 16,2 0-108-16,-6-4-8 0,6-3-52 15,-1-4-88-15,4-6 16 0,3-9-24 16,5-4-60-16,1-7-52 0,3-8-25 16,0-1-47-16,3-6-180 0,5-5-100 0,5-3-116 15,-2-7-304-15,6-3-692 16,-6 0-1276-16,13-10-2829 0</inkml:trace>
  <inkml:trace contextRef="#ctx0" brushRef="#br0" timeOffset="50947.514">20898 7067 5472 0,'0'0'6077'0,"0"0"-5049"16,0 0-468-16,0 0-240 0,0 0 112 15,91-85 164-15,-68 66 288 0,2-1-168 0,-1 5-136 16,-5 2-8-16,1 4-236 0,-3 6-140 16,-2 3-20-16,-7 6 20 0,-3 13-12 15,-5 6 152-15,-5 7 180 0,-7 9-248 0,-8 7 28 16,-3 2-200-16,-5 4 100 0,-4 0-72 16,0 3-40-16,0 1-80 0,-4-1 84 15,9-4-84-15,-1-4 8 16,4-8-12-16,7-6 8 0,6-7 76 0,7-2-84 15,0-8 0-15,4 2 0 0,0-5 12 16,8-1-4-16,3-6-8 0,2 3-48 16,2-2-12-16,5-4-4 0,1 2 16 15,-2-3 40-15,5 2-88 0,-4 1-28 16,3 5-12-16,-2 1 64 0,-1 3 24 16,-5 7-76-16,2 5 112 0,-6 9 12 15,1 2 160-15,-3 5-64 0,-5 1-8 0,-1 2 8 16,-3 0 148-16,0-2-84 15,4 0-160-15,-4-1-8 0,0-2-32 0,0-4 40 16,-7-3 8-16,3-4 64 0,-5-2-12 16,-3-4-8-16,5-6-52 0,-1-3 84 0,-5-3-36 15,6 0 8-15,-5-7-56 0,0 0-328 16,4 1-468-16,-4-7-504 0,-4 0-412 16,4 0-1088-16,-4-3-3105 0</inkml:trace>
  <inkml:trace contextRef="#ctx0" brushRef="#br0" timeOffset="54431.918">2825 12843 2672 0,'0'0'1488'15,"0"0"4060"-15,0 0-3803 0,0 0-313 0,0 0-120 16,0 0 116-16,0 0-272 0,0 0-224 15,0 0-168-15,-9-39-220 0,9 39-76 16,5 4-4-16,-1-1 36 0,0 2 36 16,-1 6-12-16,1 1-75 0,4 5-49 15,-4 2-72-15,4 9-12 0,0 8-88 16,-4 4-44-16,4 8-52 0,0 6-48 16,-4 4-76-16,0 5 28 0,0 6-32 15,0 4-8-15,4 6-4 0,-8 1 0 16,4 0-76-16,0-1 12 0,0-2-64 0,-4-11-32 15,4-9 0-15,-4-10-16 16,4-9-68-16,0-13-148 0,0-6 35 0,-1-8-71 16,2-5-124-16,3-6-212 0,-4 0-220 15,4-6-216-15,4-7-488 0,-4-4-984 16,3 3-2185-16,2-19-3095 0</inkml:trace>
  <inkml:trace contextRef="#ctx0" brushRef="#br0" timeOffset="54781.155">3669 13169 9488 0,'0'0'5085'0,"0"0"-4037"0,0 0-444 15,0 0 496-15,0 0 368 0,0 0-92 16,0 0-364-16,0 0-295 0,0 0-97 15,0 0-272-15,-79-44-236 0,59 60-40 16,-5 9-60-16,1 7 96 0,5 10-96 16,-1 2-12-16,4 4 8 0,4 6 76 0,4 3-36 15,8 6 24-15,0 1 16 0,4-1 32 16,12-2 12-16,0-8 0 0,0-5-8 16,3-13-64-16,2-7-48 0,-1-9 64 15,-1-6-76-15,-2-6-12 0,-2-7-48 16,5 0 60-16,-4-3-4 0,0-7 4 15,0-3-196-15,-4-6-116 0,0-3-88 16,0-3-96-16,-8 3-72 0,0-3-189 16,-4 6-399-16,0-1-896 0,0 7-2120 0,-20-3-2321 0</inkml:trace>
  <inkml:trace contextRef="#ctx0" brushRef="#br0" timeOffset="54943.093">3486 13658 12297 0,'0'0'4112'0,"0"0"-3600"0,0 0-236 15,0 0 604-15,0 0 424 0,0 0-168 16,0 0-220-16,76-31-467 0,-53 12-217 0,-3 2-172 16,0-2-60-16,0 0-292 0,0 0-257 15,0 1-243-15,-4-1-148 0,0 3-400 16,0 3-868-16,-4 0-1652 0,-4 4-1289 16,0 6-1203-16</inkml:trace>
  <inkml:trace contextRef="#ctx0" brushRef="#br0" timeOffset="55063.929">3772 13477 80 0,'0'0'1928'0,"0"0"132"0,9 74 5493 0,-5-42-5785 15,-4-1-840-15,4 4 120 0,-1-3 284 16,-3-1-212-16,4-2-120 0,0 0-340 16,1-4-192-16,-1-4-212 0,4-4-256 15,-5-4-172-15,5-7-488 0,5 0-200 16,-6-6-156-16,5 0-448 0,-3-3-1264 16,2-19-3341-16</inkml:trace>
  <inkml:trace contextRef="#ctx0" brushRef="#br0" timeOffset="55326.415">4230 13090 9896 0,'0'0'6129'16,"0"0"-5361"-16,0 0-680 0,-51 74 396 15,31-40 320-15,0 4 280 0,4 7-240 16,5-1-148-16,2 7 36 0,5 0-111 15,4 6-113-15,0 3-168 0,8-2-52 16,5-2-104-16,-2-5-64 0,5-7-108 16,0-2 60-16,4-10-68 0,4-4 32 15,-4-9-36-15,4-6-144 0,-8-6-64 16,7-4-116-16,-2-3-100 0,3-13-144 16,-9-3-421-16,5-6-535 0,-8-3-1020 15,1 2-2228-15,-10-11-2301 0</inkml:trace>
  <inkml:trace contextRef="#ctx0" brushRef="#br0" timeOffset="55513.313">4339 13353 6004 0,'0'0'9205'16,"0"0"-8157"-16,0 0-512 0,0 0 1064 0,0 0 264 16,79 13-524-16,-55-10-575 0,-4-3-281 15,8 0-156-15,-4-5-156 0,-1-6-172 16,1 2-96-16,1-3-120 0,-5-4-208 15,-1 0-256-15,-2-3-281 0,-6 3-283 16,1 0-540-16,-4 7-844 0,-4-1-1700 16,-4 10-757-16</inkml:trace>
  <inkml:trace contextRef="#ctx0" brushRef="#br0" timeOffset="55667.083">4541 13376 6536 0,'0'0'5701'0,"0"0"-3989"0,0 82-1092 0,5-47 152 16,3 6 608-16,-8-3 356 0,4 1-312 15,-1-4-444-15,1-4-592 0,0-2-308 16,1-7-80-16,-1 3-216 0,0-6-396 0,-4-2-388 16,0-4-344-16,0-4-1088 15,-4-4-3137-15,-9 0-3475 0</inkml:trace>
  <inkml:trace contextRef="#ctx0" brushRef="#br0" timeOffset="55959.036">4633 13602 9168 0,'0'0'5229'0,"0"0"-4461"0,0 0-352 16,0 0 456-16,80-63 208 0,-69 49-372 16,2 5-412-16,-1-1-296 0,0 1-4 15,0 2-144-15,-5 1 60 0,1 3-888 0,-3 3-428 16,-5 0-196-16,0 9-480 0,-5 10-521 16,-6 4-603-16,-5 5-2108 0,0 1 4544 15,-5 5 548-15,2-2 220 0,-1 0 128 16,4 0 1296-16,0-4-616 0,5 2 3556 0,2-9-27 15,5-3-2885-15,4-1-420 16,0-1 8-16,4-7 168 0,5-2 20 0,2-4-160 16,5-3-220-16,8 0-148 0,-4-10 44 15,4-5-244-15,4-5-184 0,0-1-280 16,0-11-36-16,-1-3-228 0,5-1 20 16,1-5-60-16,-6-1-844 0,1 2-960 15,-8 8-2368-15,8-15-2373 0</inkml:trace>
  <inkml:trace contextRef="#ctx0" brushRef="#br0" timeOffset="56197.616">5302 12995 220 0,'0'0'9988'0,"0"0"-5243"16,0 0-4265-16,0 0-168 0,-59 86 468 15,39-51 640-15,4 9-104 0,-4 4-200 0,0 2-336 16,0 8-320-16,5 5-95 0,-9 4-121 15,-1 9-40-15,1 4-20 0,-4-1-52 16,-4 4-84-16,4-4-48 0,1-3-4 16,3-9-260-16,4-7-184 0,5-9-89 15,2-13-59-15,5-9-40 0,5-14-132 16,3-11-280-16,0-4-872 0,0-17-2008 0,0-5-1225 16,3 0-1519-16,5-23 6232 0</inkml:trace>
  <inkml:trace contextRef="#ctx0" brushRef="#br0" timeOffset="56373.581">5223 13602 8896 0,'0'0'6825'0,"0"0"-5745"15,0 0-880-15,83-11 124 0,-55 9 504 16,0-1 452-16,0-7-192 0,4 0 56 0,0-3-219 16,4-6-417-16,-1 1-436 0,-3-8-72 15,5 4-228-15,-5-6-112 0,0 2-256 16,-4 1-277-16,-5 2-263 0,-3 4-424 15,-9 6-652-15,-2 4-812 0,-5 6-2149 16,-12 3-2639-16</inkml:trace>
  <inkml:trace contextRef="#ctx0" brushRef="#br0" timeOffset="56566.187">5407 13528 3192 0,'0'0'9093'15,"0"67"-7229"-15,4-26-1092 0,-1 10 588 16,5 9 32-16,-4 7 188 0,4-4-284 15,-4-1-332-15,-4-3-343 0,4-5-269 16,-4-3-268-16,4-7-84 0,-4-8-136 16,0-8-80-16,4-6-161 0,-4-6-195 0,4-10-340 15,-4-2-228-15,4-4-600 0,-4-13-1108 16,0-6-280-16,0-10-2481 0,0 8 217 16</inkml:trace>
  <inkml:trace contextRef="#ctx0" brushRef="#br0" timeOffset="56707.159">5510 13808 6856 0,'0'0'6013'0,"0"0"-3805"16,0 0-1452-16,0 0-364 0,0 0 208 16,88 13 616-16,-73-7-80 0,2-3-340 15,-6-3-380-15,6 0-196 0,-2-7-172 16,1-2-48-16,4-3-368 0,4-7-96 16,0-4-248-16,8-2 84 0,3-1-620 15,-7 4-2872-15,12-10-3105 0</inkml:trace>
  <inkml:trace contextRef="#ctx0" brushRef="#br0" timeOffset="57295.595">6227 13078 3284 0,'0'0'8265'0,"0"0"-6881"15,0 0-696-15,0 0 48 0,72 82 200 16,-49-51 160-16,-2 8-12 0,-1 2-232 16,-1 0-112-16,5 7-88 0,-7 3 164 15,2 3-216-15,-6-3-332 0,-6-1-100 0,-3-2-36 16,-4 0 17-16,0-1-137 0,-4-9-4 15,-3-2-4-15,-6-8 8 0,1-3-12 16,-4-9-241-16,4 0-231 0,-4-10-152 16,4-3-144-16,-4-3-28 0,4 0-392 0,1-9-392 15,-2-10-884-15,6-7-1821 0,3 5-2835 16,-4-23 5840-16</inkml:trace>
  <inkml:trace contextRef="#ctx0" brushRef="#br0" timeOffset="57982.785">6829 12709 4248 0,'0'0'128'0,"0"0"5048"0,0 0-3896 16,0 0-571-16,0 0 99 0,0 0 316 16,0 0 144-16,0 0-96 0,0 0-332 15,0 0-252-15,8 19-132 0,-5-13-20 16,1 4 32-16,5-1-100 0,-5 4-60 0,0 0-64 15,0 3-60-15,3 0-48 0,-7 3-124 16,4 0-8-16,0-3 56 0,-4 0-60 16,5 0-8-16,-1-4 4 0,0 4 0 15,-1 0 4-15,1 1 8 0,4-3 4 16,-4 3-4-16,5-2-4 0,-6 2 0 16,1-2-4-16,0-2 0 0,4-4 0 15,-4 4 0-15,-4-3 0 0,5-1 0 0,-5 1 4 16,3-4 8-16,-3 0 0 0,0-2-8 15,4 2 0-15,-4-6-4 0,0 3 0 16,0 0 0-16,0-3 0 0,0 0-4 16,0 0-8-16,0 0 0 0,0 0-48 15,0 0 12-15,0 4 40 0,0-4-4 16,0 0 0-16,0 2 4 0,4 5 8 0,-4-1 96 16,0 7-12-16,0-1-20 15,0 7-4-15,0 6-52 0,4 2 76 0,-4 5 16 16,8 5 72-16,-3 4-52 0,-2 8-12 15,5 1-8-15,0 7-28 0,-1 4-72 16,-2-1 8-16,3 4-4 0,-4-5-4 16,0 2 4-16,0-4 0 0,-4-3-4 15,3-2-72-15,-3-6 72 0,4-1-4 16,-4-4-8-16,5-6-48 0,-5-7-100 16,4-9-168-16,-4-8-124 0,0-11-200 15,4 0-308-15,-4-7-180 0,0-9-592 16,0-3-1364-16,0 3-3445 0,0-19 945 0</inkml:trace>
  <inkml:trace contextRef="#ctx0" brushRef="#br0" timeOffset="58391.39">7705 13364 4060 0,'0'0'10365'16,"0"0"-8261"-16,0 0-920 0,95 0-172 15,-63 0 8-15,4 0-216 0,-8 0-264 16,4-4-300-16,-4-3-168 0,0 1-72 15,0-7-8-15,-4-2-68 0,-4 2-544 16,-4-3-260-16,0 4-432 0,-8 5-1116 16,-4 1-2981-16,-4 6-2915 0</inkml:trace>
  <inkml:trace contextRef="#ctx0" brushRef="#br0" timeOffset="58548.657">7905 13643 8384 0,'0'0'7261'0,"0"0"-6417"0,0 0-744 15,0 0 524-15,0 0 712 0,0 0 40 0,88 47-376 16,-65-47-368-16,5 0-243 0,7-6-121 16,6-4-180-16,-5-2-88 0,7-1-497 15,1 4-319-15,0-4-284 0,4 2-732 16,-12 6-3008-16,11-4-5025 0</inkml:trace>
  <inkml:trace contextRef="#ctx0" brushRef="#br0" timeOffset="58899.914">9004 13246 7928 0,'0'0'6481'0,"0"0"-5005"0,0 0-400 16,80-6-132-16,-41 2 68 0,2-2-16 15,2-1-180-15,-3-2-184 0,0-3-316 16,0-4-107-16,-4-4-65 0,-5 1-128 0,5-3-16 15,-4-3-12-15,-4 0-437 0,-4 5-319 16,-12 1-208-16,0 10-140 0,-8 5-404 16,-4 4-1232-16,-4 7-2641 0,-12 15-1059 0</inkml:trace>
  <inkml:trace contextRef="#ctx0" brushRef="#br0" timeOffset="59064.512">9116 13551 432 0,'0'0'5460'0,"0"0"841"0,0 0-4861 15,20 70-524-15,-1-58 356 0,9 1 356 16,0-7 0-16,8-3-364 0,0-3-484 16,4-12-296-16,0-8-252 0,-1-1-123 15,2-9-109-15,-6-1-113 0,1-4-119 0,-4 0-328 16,-8-6-340-16,0 0-132 0,-5-1-412 16,-2 14-1324-16,-9-16-3213 0</inkml:trace>
  <inkml:trace contextRef="#ctx0" brushRef="#br0" timeOffset="59298.358">9283 12783 9924 0,'0'0'4897'16,"0"0"-4201"-16,0 95-396 0,8-39 268 15,-4 14 764-15,4 10 148 0,-1 5-352 16,2 11-484-16,-1-1-280 0,0 0-120 15,3 3-148-15,-2-8-96 0,-1-8-4 0,-1-12-68 16,2-16-304-16,-5-16-308 0,4-16-156 16,-1-12-60-16,1-10-184 0,1-13-372 15,-5-12-832-15,3-13-2525 0,-3 3-3647 16,-4-34 7765-16</inkml:trace>
  <inkml:trace contextRef="#ctx0" brushRef="#br0" timeOffset="59496.291">9458 12646 6280 0,'0'0'7969'0,"0"0"-6897"15,17 107-808-15,-10-46-48 0,1 9 400 16,0 10 764-16,0 2-60 0,4 4-436 16,-4 5-408-16,4 2-316 0,0-1-120 0,4 3-40 15,-4-3-72-15,4 0-16 0,0-7-120 16,0-8-524-16,3-7-276 0,-2-12-352 15,-2-14-800-15,2-13-1664 0,-6-12-1957 16</inkml:trace>
  <inkml:trace contextRef="#ctx0" brushRef="#br0" timeOffset="60059.306">10857 12744 352 0,'0'0'9776'16,"0"0"-8423"-16,0 0-545 0,0 0 36 16,0 0 388-16,0 0 256 0,0 0-272 15,0 0-744-15,0 0-348 0,0 0-36 0,-91 77 0 16,70-33 48-16,1 7 12 0,-4 5-144 15,5 2 44-15,-2 2-48 0,-3-3-96 16,9-2 32-16,-6-5-20 0,14-9 32 16,-5-9-72-16,7-10 64 0,2-9 60 0,3-7-52 15,0-6-8-15,0 3-16 16,0-3-96-16,8 0 20 0,4 3 104 0,-5 1 36 16,10 3-32-16,-6-1 44 0,2 10 96 15,-1 6 128-15,-1 6-12 0,-2 7-136 16,-1 14-72-16,-5 1 0 0,1 10 244 15,0 0 96-15,0 1-160 0,5-4-8 16,-2 0-4-16,5 0-172 0,4-7 0 16,0-1-148-16,4-8-224 0,0-6-384 15,0-7-336-15,0-8-800 0,-8-12-3193 16</inkml:trace>
  <inkml:trace contextRef="#ctx0" brushRef="#br0" timeOffset="61897.372">11378 13198 2952 0,'0'0'80'0,"0"0"-80"0,0 0 4996 16,0 0-2728-16,0 0-507 0,0 0-289 0,0 0-128 15,0 0-24-15,0 0-156 0,0 0-176 16,37-38-160-16,-18 36-144 15,5-3-120-15,12 5-76 0,0 5-76 0,8 1-96 16,-4 9-23-16,4 4-73 0,-4 4-76 16,-1 2-12-16,-3 7-44 0,-4-1-88 15,-4 4 0-15,-4 7-60 0,-4 2-88 16,-5 1 4-16,-2-1-16 0,-9 3-45 16,0-2-75-16,-4-1-48 0,0-5 120 15,0-8 136-15,-4-3-136 0,0-9-60 0,-5-2 12 16,2-8 12-16,-1 1 60 0,0-7 108 15,-4-3 28-15,4 0 12 0,-5-9 36 16,2-4 0-16,-1-4-96 0,-4-8 48 16,4-6 44-16,-4-4-36 0,4-6 40 15,1-4 120-15,6 3-120 0,1-5 0 16,4 6 44-16,0-1-44 0,9 2 0 0,2 1-60 16,5 1-16-16,4 3 76 0,0 0 68 15,8 7 40-15,-5 3-100 0,1 2-8 16,1 4-108-16,-1 3 8 0,-5 3 28 15,5 4-64-15,-4-4-136 0,0 4-292 16,0-1-316-16,4 1-532 0,-5-1-1040 0,-2 4-2005 16,3 0-2371-16</inkml:trace>
  <inkml:trace contextRef="#ctx0" brushRef="#br0" timeOffset="62075.925">12422 13360 5744 0,'0'0'9125'16,"0"0"-7637"-16,0 0-1040 0,0 0-112 0,0 0 60 15,0 0 248-15,37 70-88 0,-33-67-556 16,-4 0-196-16,7 1-596 0,-3-1-452 16,-4 0-860-16,0 3-2925 0,0-3-3547 15,-4 0 8144-15</inkml:trace>
  <inkml:trace contextRef="#ctx0" brushRef="#br0" timeOffset="62210.723">12403 13655 4408 0,'0'0'8817'0,"0"0"-7701"0,0 0-952 15,0 0 192-15,0 0 412 0,32 67 700 16,-25-61-652-16,5-2-580 0,4-4-236 16,0 0-136-16,4-4-520 0,4-5-620 15,-8-1-1580-15,4-5-6021 0</inkml:trace>
  <inkml:trace contextRef="#ctx0" brushRef="#br0" timeOffset="62608.392">13112 13014 1552 0,'0'0'10989'16,"0"0"-8537"-16,83 26-788 0,-39-20-348 15,0-3-72-15,0 0-192 0,4-3-368 0,-8-6-284 16,0-7-228-16,-5-4-160 0,5-1-12 16,-8-4-328-16,4-1-112 0,-9 2-72 15,-2-2-160-15,-5 1-236 0,-5 10-280 16,-6-1-524-16,-5 7-732 0,-4 2-1909 15,-4 4-1659-15</inkml:trace>
  <inkml:trace contextRef="#ctx0" brushRef="#br0" timeOffset="62779.906">13447 13016 5084 0,'0'0'416'0,"0"0"5073"16,-13 68-4193-16,13-36-400 0,0 12 360 16,8 0 256-16,-3 7 64 0,6 0-240 15,-3 1-268-15,-4-2-164 0,5-3-296 16,-5-2-328-16,-1-4-244 0,1-10-36 15,-4-1-184-15,4-11-252 0,-4 0-188 0,0-4-84 16,0-5-164-16,0-4-248 0,0-3-816 16,0-3-964-16,-8 0-1673 0,5 0-2931 15,-14-6 7320-15</inkml:trace>
  <inkml:trace contextRef="#ctx0" brushRef="#br0" timeOffset="62928.296">13451 13506 3160 0,'0'0'8765'0,"0"0"-7293"15,0 0-596-15,0 0 212 0,83-6 20 16,-59 6-100-16,0-3-144 0,0-1-344 16,0 1-312-16,-1 0-160 0,5-3-48 15,-7 2-268-15,-1 2-460 0,-1-2-328 0,-6 4-460 16,-6 0-1020-16,-3 4-2973 0</inkml:trace>
  <inkml:trace contextRef="#ctx0" brushRef="#br0" timeOffset="63100.322">13539 13805 6232 0,'0'0'5873'0,"0"0"-4061"0,0 0-1456 16,0 0-64-16,0 0 844 0,0 0 304 15,0 0-252-15,95 11-472 0,-63-19-260 16,7-5-52-16,1 1-16 0,1-5-168 16,-2-2-220-16,-3 0-36 0,3 3-600 15,-7-2-332-15,0 1-328 0,0 2-668 16,-12 5-2032-16,4-9-2673 0</inkml:trace>
  <inkml:trace contextRef="#ctx0" brushRef="#br0" timeOffset="63296.753">14387 13440 7416 0,'0'0'9797'0,"0"0"-8325"0,0 0-872 16,0 0-24-16,0 0-108 0,91 9 44 15,-67-9 288-15,1-3-335 0,3-7-201 16,-1-5-132-16,5-1-132 0,4-6-436 16,-4-1-297-16,0-3-167 0,0 1-288 15,-8-3-860-15,-5 9-2836 0,-3-13-3573 0</inkml:trace>
  <inkml:trace contextRef="#ctx0" brushRef="#br0" timeOffset="63517.293">14749 13097 6584 0,'0'0'6537'0,"0"0"-5709"16,0 0-284-16,0 0 164 0,84 35-16 15,-64-26 336-15,-4 3 28 0,3-1-352 0,-2 1-152 16,3 3-148-16,-4 2-160 16,-4 5-72-16,4 0-36 0,-5 7-88 0,-2 2-36 15,-5 4-12-15,-4 7-84 0,-4-1-224 16,-9 4 64-16,-2-1-64 0,-5 3-60 15,-1-2-76-15,2-4-136 0,-1-6-224 16,4-6-500-16,4-10-1048 0,4-10-3089 16,0-9-2570-16</inkml:trace>
  <inkml:trace contextRef="#ctx0" brushRef="#br0" timeOffset="63859.903">15466 12919 3616 0,'0'0'10869'0,"0"0"-8941"0,0 0-808 16,100 25-536-16,-60-18-188 0,4 0-40 16,-9-5 72-16,6-2 28 0,-1-2-176 15,-5-9-232-15,5-4-48 0,-4-1-684 16,0-3-436-16,-8 0-180 0,-5 3-700 15,-10 0-2157-15,-5 3-3299 0</inkml:trace>
  <inkml:trace contextRef="#ctx0" brushRef="#br0" timeOffset="64029.646">15758 13176 732 0,'0'0'11989'0,"0"82"-10713"0,0-40-708 0,0 5 428 0,0 1 720 16,0-3 100-16,0-8-676 0,0-2-760 15,0-6-380-15,0-6-80 0,0-4-492 16,0-4-264-16,-4-2-224 0,-1-8-640 16,1 2-2744-16,-7-7-4837 0</inkml:trace>
  <inkml:trace contextRef="#ctx0" brushRef="#br0" timeOffset="64176.393">15769 13481 11129 0,'0'0'4152'0,"0"0"-3560"16,0 0-268-16,77 3 144 0,-50-6 128 0,1-3 172 16,-4-4-520-16,0-3-248 0,0 1-320 15,-5 2-388-15,2 1-508 0,-10 2-712 0,-2 4-1325 16,-9 6-3607-16</inkml:trace>
  <inkml:trace contextRef="#ctx0" brushRef="#br0" timeOffset="64358.407">15726 13798 12657 0,'0'0'3868'0,"0"0"-3268"16,0 0-56-16,0 0 644 0,0 0-196 15,0 0 132-15,107 18-344 0,-71-29-391 16,4-3-197-16,8-5-192 0,-4 0-24 16,3-2-633-16,-2-5-267 0,-2-3-188 0,4-2-696 15,-14 6-3040-15,22-13-5193 0</inkml:trace>
  <inkml:trace contextRef="#ctx0" brushRef="#br0" timeOffset="64647.164">16877 12214 4028 0,'0'0'8289'16,"0"0"-6785"-16,0 0-908 0,0 105 100 15,4-48 640-15,0 13 860 0,0 9-516 16,4 7-560-16,0 6-499 0,4 7-113 0,-4 2-24 16,4 7-148-16,-4 0-284 0,4 3-40 15,7-2 108-15,6-2 84 0,-1-2-204 16,4-4-276-16,0-6-404 0,-5-6 148 15,9-6 47-15,-4-11-27 0,3-4-280 16,1-8-196-16,0-7-60 0,0-11-912 0,-12-13-2044 16,4-4-2701-16</inkml:trace>
  <inkml:trace contextRef="#ctx0" brushRef="#br0" timeOffset="65583.225">18140 13078 4456 0,'0'0'64'0,"0"0"5528"0,0 0-3683 0,0 0-465 15,0 0 92-15,92-32-164 0,-64 44-104 0,0 8-216 16,4 5-268-16,-1 6-184 0,-3 7-184 16,-4 6-84-16,-4 5-16 0,-4 2-88 15,-8 2-44-15,-8 5-76 0,0-1-20 16,-4 6-80-16,-9-5-8 0,2-5-8 16,-1-5-56-16,0-13 56 0,4-4 8 15,0-12-4-15,1-5 0 0,-2-5-248 16,1-7-164-16,1-2 148 0,-2 0 72 15,-3-8-36-15,5-5-96 0,-1-5 96 16,-1-8 48-16,1-9-60 0,5-7-88 16,3-5-64-16,0-4 148 0,3-3 16 15,14 0 96-15,-2 7-12 0,6 5 60 16,3 4-24-16,3 3-72 0,1 7-140 0,0-1-300 16,-4 1-444-16,4 2-592 0,0 0-360 15,-4 1-625-15,-5 6-1419 0,9-6-971 16</inkml:trace>
  <inkml:trace contextRef="#ctx0" brushRef="#br0" timeOffset="65878.615">19061 12456 6716 0,'0'0'376'0,"0"0"3961"16,0 0-3117-16,0 0 116 0,0 85 308 15,0-47 20-15,0 6-80 0,0 4-432 16,0 6-408-16,0 10-108 0,3 5 189 16,1 5-353-16,-4 5-304 0,0 3-152 15,0 4-16-15,0-3-8 0,0 2-80 0,-4-2-164 16,1-1 8-16,3-3-325 15,-4-5-15-15,4-7-260 0,0-13-160 0,0-7-648 16,0-18-1380-16,0-1-3281 0</inkml:trace>
  <inkml:trace contextRef="#ctx0" brushRef="#br0" timeOffset="66314.501">19148 13506 2660 0,'0'0'8865'0,"0"0"-6945"16,0 0-424-16,0 0 40 0,92 28-232 16,-56-21-132-16,3-1-188 0,6-2-264 15,-2-4-208-15,-3 0-112 0,4-7-132 16,-4-3-147-16,-5 1-121 0,1-4-52 15,-4-2-253-15,-4-1-155 0,0 0-164 16,-4 0-120-16,-4 0-312 0,-4 4-292 0,-9-1-860 16,-2 7-932-16,-5-1-1993 0,-9 7-1754 15</inkml:trace>
  <inkml:trace contextRef="#ctx0" brushRef="#br0" timeOffset="66451.933">19502 13598 3068 0,'0'0'7220'0,"0"0"-5931"0,-24 96-597 0,20-55-64 0,4 13 604 15,-3-3 448-15,3-1-104 0,0 1-412 16,0-6-452-16,0-1-184 0,0-3-160 16,0-6-188-16,3-2-180 0,-3-12-76 15,4-4-240-15,1-8-372 0,-1-6-24 16,0-3-180-16,0-6-364 0,3-7-700 16,-3-6-1080-16,1 7-2757 0,-5-18 297 0</inkml:trace>
  <inkml:trace contextRef="#ctx0" brushRef="#br0" timeOffset="66591.212">19455 13897 4804 0,'0'0'7733'0,"0"0"-6749"0,0 0-488 15,0 0 300-15,0 0 200 0,75 12 132 16,-54-12-84-16,7 0-376 0,0-10-288 0,4-5-156 16,3-4-224-16,5 0-308 15,-5-4-788-15,1-2-460 0,-8 10-1188 0,13-15-3573 16</inkml:trace>
  <inkml:trace contextRef="#ctx0" brushRef="#br0" timeOffset="66931.024">20363 13240 7948 0,'0'0'5381'0,"0"0"-4265"0,0 0-408 15,108 0 184-15,-64 0 164 0,4 0-276 16,-5 0-312-16,-3 3-256 0,0-3-148 16,-4 0-64-16,-4 0-108 0,0 0-424 15,-8 0-200-15,-1-3-240 0,-7 3-616 16,-4 0-1488-16,-7 0-3049 0</inkml:trace>
  <inkml:trace contextRef="#ctx0" brushRef="#br0" timeOffset="67084.069">20627 13446 6856 0,'0'0'4337'0,"0"0"-3001"0,0 0-696 16,0 0 96-16,0 0 440 0,0 0 112 15,0 0-8-15,99 44-264 0,-71-44-392 0,4-3-156 16,3-7-296-16,5-2-172 0,1-7-224 16,-2 0-304-16,1-6-336 0,4-1-784 15,-12 8-1548-15,7-15-4445 0</inkml:trace>
  <inkml:trace contextRef="#ctx0" brushRef="#br0" timeOffset="67300.165">21343 13202 9500 0,'0'0'6349'0,"0"0"-4809"16,0 0-1056-16,0 0-272 0,21 88-52 15,-17-59 468-15,-4-1 572 0,0-3-588 16,0 1-452-16,0-1-160 0,0-2-4 0,0-4-84 16,0 0-180-16,0-3-108 0,0-7-188 15,-4 1-248-15,4-7-336 0,0-3-1196 16,0-3-2481-16,-4-23-4051 0</inkml:trace>
  <inkml:trace contextRef="#ctx0" brushRef="#br0" timeOffset="67453.685">21387 12941 8372 0,'0'0'4825'15,"0"0"-4125"-15,0 0-332 0,0 0 100 0,0 0-100 16,0 0-80-16,91-2-288 0,-66 4-64 16,3-2-516-16,3 3-712 0,-10-3-2745 15,11 0-4951-15</inkml:trace>
  <inkml:trace contextRef="#ctx0" brushRef="#br0" timeOffset="67880.498">21961 13090 6472 0,'0'0'3052'0,"0"0"833"16,0 0-2741-16,0 0 152 0,-99 70 172 16,71-39 52-16,0 1-88 0,0 0-348 15,7 3-315-15,6-3-237 0,3-1-132 16,4-5-172-16,8-3-80 0,0-9-28 0,3 0-120 15,6-8-60-15,7 1-12 0,4-7-40 16,4-7-116-16,4-13-16 0,4-7-44 16,0-9-124-16,0-5-53 0,3-6 17 15,-3-2 96-15,4-1 60 0,-4 0-112 16,-1-1 36-16,1-6 24 0,-4 0 28 16,0-1 32-16,-7-2 160 0,-2-1 124 15,-3 1 52-15,-8 0 24 0,3-1 36 0,-2 9 44 16,-5-3 32-16,0 10 20 0,0 10 108 15,0 10 52-15,-1 10-12 0,6 4-16 16,-9 8-24-16,0 3-84 0,0 0-40 16,0 3 5-16,0 10-17 0,0 7-68 15,0 5 116-15,0 13-20 0,0 10-100 0,0 5-12 16,0 11-92-16,-9 0-4 0,2 2-4 16,-5 6-68-16,-4 2-84 0,0 0-244 15,-4-2 11-15,4-5 73 0,4-4-184 16,4-6 12-16,5-2 24 0,3-14-64 15,3-7 88-15,9-8-1240 0,1-7-2288 16,-2-9-193-16,13-10-3599 0</inkml:trace>
  <inkml:trace contextRef="#ctx0" brushRef="#br0" timeOffset="68481.39">22850 12293 5184 0,'0'0'7193'0,"0"0"-5713"0,0 0-1076 16,0 0-88-16,0 0 204 0,0 0 432 16,0 0 52-16,84-35-408 0,-61 26-420 15,1 3-176-15,-4 0-4 0,-1 2-108 16,-2 4-12-16,-1 0 0 0,-8 13-40 0,-4 9 52 15,-4 13-12-15,-17 9 0 0,-2 17-112 16,-13 9 60-16,0 5 104 0,1 5 72 16,-1-1 8-16,4-2-4 0,4-8 84 15,7-2 12-15,2-9 108 0,7-8 4 16,-1-5 0-16,5-7-100 0,4-7-68 16,0-6-44-16,4 1 0 0,5-3 4 15,3-4 0-15,-1-1 216 0,6 2-56 16,-2-1-40-16,5-4-40 0,1 5-32 15,3-1-40-15,-5 2-12 0,5 2 4 16,-8-2 8-16,4 6 72 0,-4-2 16 16,-4 0 72-16,4 1-108 0,-4 2-16 0,3 1-44 15,-6 3 0-15,-1 0 128 0,3-1-20 16,-7 7-28-16,1-3-32 0,-5 4-4 0,0-1 100 16,0-1 144-16,-5 2 468 0,1-4-404 15,-4-7-356-15,1 1-244 0,-1-7-308 16,-1-6-72-16,-2-3-264 0,3-4-1012 15,-12-6-4437-15</inkml:trace>
  <inkml:trace contextRef="#ctx0" brushRef="#br0" timeOffset="68610.049">23069 13964 17893 0,'0'0'2312'16,"0"0"-2068"-16,0 0-244 0,0 0-1384 15,-88-29-832-15,52 13-2676 0</inkml:trace>
  <inkml:trace contextRef="#ctx0" brushRef="#br0" timeOffset="71860.371">14399 7838 2980 0,'0'0'624'0,"0"0"2912"0,0 0-1888 16,0 0-636-16,0 0-224 0,0 0 125 15,0 0-25-15,0 0-136 16,0 0 0-16,-8-47-40 0,11 44-32 0,2 0-40 15,-1-4-96-15,4 4-108 0,0-3-40 0,4 3-24 16,-4-3-36-16,7-1 12 0,2-3-92 16,-2 3-84-16,9 2-36 0,0-1-60 15,4-1-28-15,0 0 36 0,0 2-32 16,4 2-40-16,-4-1-12 0,-1 1-4 16,-3 0 0-16,-4-1-48 0,1 1-8 15,-6 0-172-15,2 0-448 0,-10 1-100 16,1 2-240-16,0-4-468 0,-8 4-1084 15,0-3-2417-15,-4 3-1811 0</inkml:trace>
  <inkml:trace contextRef="#ctx0" brushRef="#br0" timeOffset="72333.381">14211 7741 1252 0,'0'0'1396'0,"0"0"1756"0,0 0-384 16,0 0-1292-16,0 0-159 0,0 0-189 15,0 0-232-15,0 0-56 0,0 0-44 16,0 0-216-16,0 0-144 0,5 9-68 16,-5-3-80-16,-5 7-40 0,1 3-124 0,0 0 16 15,4 2 32-15,-3 1-12 0,3 0-96 16,0-2 48-16,0 2-12 0,0-1-4 0,0 5 28 16,3-1-60-16,-3 4-16 15,0-1 52-15,0 4-92 0,0-1 0 0,0 4 88 16,0 0-96-16,0-4 0 0,0 1 0 15,0-1 0-15,0-3-12 0,0-2-48 16,4-4-28-16,-4 0 80 0,4-6-100 16,-4 0-16-16,0-4-52 0,0 0-72 15,0-2-36-15,0-4 48 0,0 0-224 16,0 1-96-16,0-4-200 0,0 0-192 16,0 3-80-16,0-3-84 0,0 0-213 15,0 0-535-15,0 0-908 0,0-3-2552 0</inkml:trace>
  <inkml:trace contextRef="#ctx0" brushRef="#br0" timeOffset="73033.428">14295 7871 1996 0,'0'0'952'0,"0"0"-940"0,0 0 4184 16,0 0-2524-16,0 0-248 0,0 0-407 16,0 0-361-16,0 0 36 0,0 0-64 15,0 0-208-15,-28 9-12 0,24-6 20 0,4 3-60 16,0 1-4-16,-4 0 4 0,4-2-4 16,-4 5 0-16,4 0 0 0,-3 3-16 15,-1 2-48-15,-1 4-28 0,1 3 36 16,4 0-24-16,-4 8-108 0,4-3-40 15,-4 3-28-15,4 0-56 0,0 3 44 16,0 2-44-16,0-3-44 0,0 0-4 0,0-3-4 16,0-4 4-16,0-4-8 0,4-1-20 15,-4-1 24-15,4-4 60 0,-4-2-60 16,0 1-48-16,4-9-76 0,-4-2-12 16,0-3-48-16,0 4-28 0,0-4-72 15,0 0-88-15,5 0 12 0,-5-4 88 16,4-2 108-16,-4 0 40 0,3-7-188 0,1 0-220 15,0-2-296-15,0-4-252 0,-4 0-168 16,0 0-256-16,0-2 35 0,0 0-75 16,0-4-1120-16,0-1-216 0,0-2 360 15,0-1 2509-15</inkml:trace>
  <inkml:trace contextRef="#ctx0" brushRef="#br0" timeOffset="73621.703">14267 8004 80 0,'0'0'1328'0,"0"0"-324"15,0 0-508-15,0 0-352 0,9-73-140 16,-5 60 792-16,-4 1 936 0,0 2-808 0,0-3 0 15,0 4 48-15,-4-4 52 0,-1 4 12 16,1 0-107-16,4-5-313 0,-4 9-232 16,4-6 48-16,0 5 156 0,0 3 24 15,0 3-56-15,0-3-76 0,0 3-128 16,0 0-124-16,0 0-88 0,0 3-128 0,0 6 36 16,4 4 140-16,0 6 392 0,-4 7-180 15,5 2-116-15,-5 1-60 0,0 6-60 16,0 3 8-16,0-1-96 0,0 5 20 15,0 3-32-15,0-1-64 0,0 4 40 16,0-4-36-16,0 3-8 0,0-5-16 16,4-1 20-16,-1-3 48 0,-3-5-40 15,4-5 44-15,-4-3-44 0,4-9 88 16,0-6-84-16,0-4-12 0,0-6-60 16,1 0 56-16,2 0 4 0,-3-9 148 15,8-7 72-15,0-7-48 0,-4-2-172 0,7-4-64 16,-6-6 56-16,-1 4-64 0,0-7-16 15,-5 3 28-15,2-3-40 0,-5-4-136 16,0-2-24-16,-5-2 52 0,2 3-16 16,-5-5-112-16,0 4-48 0,4-1 72 15,-4 7 44-15,4 6-20 0,0 3 200 16,0 10 88-16,4 7 100 0,-4 3 12 0,4 5 52 16,-4 1-60-16,4 0 108 0,0 3 0 15,0 0-60-15,-4 0-4 0,4 0 0 16,0 0-88-16,-4 0-60 0,4 6-112 15,-4 0 0-15,4 7 112 0,-4 7 100 16,4 2 36-16,-4 3-48 0,4 7 60 16,0 3 36-16,0 6-48 0,0 3-48 15,-4 6-36-15,4 5 20 0,-4-1-72 16,0 0 0-16,-4-3-100 0,4 0 92 0,0-7 8 16,0-9-8-16,0-4-52 0,4-8 48 15,0-4 4-15,0-6-68 0,0-3-284 16,0-4-212-16,0 0-44 0,0-6-76 15,0 3-252-15,0 1-568 0,0-4-941 16,0 0-2591-16</inkml:trace>
  <inkml:trace contextRef="#ctx0" brushRef="#br0" timeOffset="75657.384">14458 8207 1096 0,'0'0'1172'15,"0"0"-924"-15,0 0 1356 0,0 0 1640 16,0 0-1416-16,0 0-912 0,0 0 93 16,0 0-137-16,0 0-216 0,0 0-184 15,-8-66 0-15,8 59-28 0,-3 1-140 0,3 0 140 16,0-1 72-16,0 3-188 0,-4 4-92 15,4-3 16-15,0 3-20 0,0 0-72 0,0 0-48 16,0 0-60-16,0 0-40 16,0 0 36-16,0 0-40 0,4 0 44 0,-1-2 8 15,5-5 92-15,5 4 72 0,2-7-40 16,1 4 76-16,5-3-72 0,-6 2-88 16,5-3-28-16,-4 1-8 0,0 0-52 15,4 2-12-15,-8-3 0 0,4 4 0 16,-4-3 8-16,4 6-8 0,-9-4-4 15,2 1-4-15,-1 3-4 0,-4 0-40 16,3-4-72-16,-3 4-184 0,1 0-200 16,-1 0-204-16,0 3-260 0,-4 0-352 0,0 0-848 15,0 0-2217-15,0 6-2543 0</inkml:trace>
  <inkml:trace contextRef="#ctx0" brushRef="#br0" timeOffset="76647.832">15024 9651 2904 0,'0'0'116'0,"0"0"-116"0,0 0 3012 15,0 0-1376-15,0 0-144 0,0 0-392 16,0 0-15-16,0 0 55 0,0 0 24 16,0 0-188-16,0 0-156 0,4-47-104 15,-4 50-52-15,0 3-164 0,0 1-56 16,0 2 40-16,4 1-28 0,-4 6-76 15,4-3-12-15,0 6-96 0,1 0-88 16,-1 0 36-16,-1 3-112 0,1 6 40 16,0 1-76-16,0 3-60 0,0 8-8 0,0 2 0 15,1 6 40-15,-5 3-44 0,0 3 0 16,3 0 4-16,-3 6 0 0,0 1 4 16,0 5-8-16,0-2 52 0,0-4-44 15,0 0 0-15,0-3-4 0,0 1-4 0,0-4 4 16,4-4-4-16,0 1-40 0,0-3-12 15,0 0 48-15,4-4-4 0,0-6-32 16,0-6 32-16,4-1 4 0,-4-6 0 16,0-2-4-16,0-7 8 0,-1 0-8 15,-3-3-4-15,5-7 0 0,-1 0-36 16,-4 1 0-16,-1-4-4 0,-3-3-20 16,4 3-52-16,-4-3-60 0,0 0-24 15,0 0-12-15,0 0 24 0,0-3 0 16,-4 0-48-16,1-4-104 0,-1 1-108 15,-4-4-28-15,-1 1 0 0,5 0-64 16,-3-4-132-16,-1-1-768 0,-5 0-760 16,2-3-2361-16,3 4-2439 0</inkml:trace>
  <inkml:trace contextRef="#ctx0" brushRef="#br0" timeOffset="77013.416">14817 10843 836 0,'0'0'9424'0,"0"0"-8211"0,0 0-429 16,0 0-312-16,0 0 320 0,0 0 464 16,0 0-136-16,0 0-340 0,16 75-172 0,-8-65 52 15,0 3-92-15,4-1-200 16,4 4-48-16,0 0 36 0,4 0 120 15,-4 1-108-15,3 2-100 0,2-1-72 16,-1 1-64-16,-1 0-8 0,1 3-40 0,1-3-12 16,-2 0 88-16,1 4-148 0,0-7 36 15,-4-1-48-15,0 1-4 0,-4-7 4 0,3 2 72 16,-2-8 24-16,2-1 28 0,-2-2 337 16,2-9 35-16,2-10-144 0,-2-6-100 15,9-13-104-15,4-10-52 0,0-3-96 16,4-6-8-16,4 3-112 15,-1-3-220-15,6 6-204 0,-2 4-148 0,1 5-353 16,-4 4-459-16,-12 16-1408 0,4-3-3529 0</inkml:trace>
  <inkml:trace contextRef="#ctx0" brushRef="#br0" timeOffset="82237.804">16359 9969 808 0,'0'0'8896'0,"0"0"-7063"0,0 0-409 16,0 0-420-16,0 0 260 0,0 0 196 15,0 0-192-15,104 16-296 0,-68-13-296 16,-4-3-224-16,3 0-144 0,-3 0-76 0,0 0-76 16,0-3-68-16,-4-3-88 0,-4 2-8 15,-5-2-128-15,-2 0-340 0,-2 0-220 16,-6 2-140-16,-1 1-288 0,-8 0-828 15,0 3-2132-15,-8 0-2117 0</inkml:trace>
  <inkml:trace contextRef="#ctx0" brushRef="#br0" timeOffset="82432.013">16538 10090 1420 0,'0'0'9240'0,"0"0"-7707"0,0 82-449 0,4-47-4 15,-4 9 284-15,4-2-136 0,-4-1-232 16,0-3-552-16,0 1-444 0,0-7 0 16,0-7-200-16,0-3-468 0,0-6-264 0,0 0-440 15,0-7-744-15,0-3-2213 0,0 1-2611 16,-4-7 6000-16</inkml:trace>
  <inkml:trace contextRef="#ctx0" brushRef="#br0" timeOffset="82576.305">16542 10399 4912 0,'0'0'7133'16,"0"0"-6081"-16,0 0-456 0,0 0 304 15,0 0 224-15,92-11-292 0,-72 8-384 16,4-3-264-16,-1-1-184 0,-2 4-120 0,-1-3-516 16,-5 2-584-16,-2 4-516 15,-5 0-1213-15,-8 7-2887 0</inkml:trace>
  <inkml:trace contextRef="#ctx0" brushRef="#br0" timeOffset="82746.796">16514 10636 5956 0,'0'0'352'0,"0"0"4425"0,0 0-3721 16,0 0-620-16,0 0 380 0,0 0 440 16,0 0-248-16,0 0-188 0,76 0-436 15,-48-10-320-15,4-3-64 0,0-1-336 16,0-3-356-16,0 1-328 0,0 3-784 15,-8 1-2781-15,-1-1-3902 0</inkml:trace>
  <inkml:trace contextRef="#ctx0" brushRef="#br0" timeOffset="84249.448">18710 10179 5640 0,'0'0'6885'0,"0"0"-5737"0,0 0-464 0,0 0-24 16,0 0 244-16,0 0 12 0,0 0-132 15,-96 25-312-15,73-5-200 0,2-1-64 16,1 2-36-16,1 5-60 0,2-4-40 16,6-3-20-16,3-3-48 0,3-4-4 15,5 1-124-15,5-3-48 0,3 0 0 0,3-3 48 16,10 1 116-16,-6-2 0 0,2 1-4 15,3-1-76-15,-5 0 88 0,5 1 0 16,-8 3-8-16,4-1 0 0,-8 1 8 16,4-2 72-16,-5 9 128 0,-2-7-28 15,-1 2-36-15,4 1-64 0,-4 0-24 16,-4-4-44-16,0 0-4 0,0 1-4 16,0-1-8-16,-4 5-48 0,-4-2 0 15,-4 2-40-15,-8 0-136 0,0 3-156 0,-4-1-28 16,-4-5-52-16,0 3-64 0,1-8-296 15,3 1-580-15,0-4-920 0,0-3-1829 16,8-3-1519-16,0-7 4728 0</inkml:trace>
  <inkml:trace contextRef="#ctx0" brushRef="#br0" timeOffset="84808.7">19016 10258 5532 0,'0'0'5885'16,"0"0"-3581"-16,0 0-1356 0,0 0-592 16,-4 79 212-16,0-37 312 0,1 5 412 15,-5 8-316-15,0 8-224 0,3 0-192 0,-2 11-20 16,-1-2 44-16,-4 5-244 15,4-4-184-15,0 0-56 0,-4-6-100 0,4-4 0 16,4-5-8-16,0-8-116 16,0-13-156-16,4-7 160 0,0-11-100 0,0-10-256 15,0-6-168-15,0-3-204 0,0-9-176 16,0-11-468-16,0-5-1028 0,4-1-2593 0,-4-21-3199 0</inkml:trace>
  <inkml:trace contextRef="#ctx0" brushRef="#br0" timeOffset="85027.946">19040 10192 5184 0,'0'0'6801'0,"0"0"-6069"16,0 0-452-16,0 0 52 0,0 0 204 0,0 0 236 16,0 0 136-16,77-7-256 15,-66 16-160-15,1 4-132 0,-4 4-208 0,4-2-80 16,-12 4-60-16,4 4 88 0,-4 2-100 15,-4 0-72-15,-4 1-340 0,0-4-316 16,-4-7 0-16,4 2-196 0,4-15-268 16,-3-2-728-16,7-6-1945 0,0-2-2415 0,0-25 5472 15</inkml:trace>
  <inkml:trace contextRef="#ctx0" brushRef="#br0" timeOffset="85247.418">19502 9820 4636 0,'0'0'7889'0,"0"0"-6461"0,0 0-720 16,-7 83 212-16,-1-42 548 0,-5 3-4 15,2 4-284-15,-1 6-412 0,0 0-232 16,0 3-108-16,0 0-100 0,4-3-187 16,4-3-141-16,4-13-85 0,0-7-291 0,0-5-308 15,12-13-96-15,0-3 8 0,0-8-152 16,4-2-628-16,3 0-864 0,-2-12-652 15,3-4-1585-15,-4-3-943 0,4 1 4609 0,-9 1 987 16</inkml:trace>
  <inkml:trace contextRef="#ctx0" brushRef="#br0" timeOffset="85385.199">19639 10359 1892 0,'0'0'1016'0,"0"0"28"15,0 0 5969-15,0 0-5153 0,0 0-192 16,0 0-232-16,0 0-268 0,27 80 120 16,-27-61-180-16,0 4-204 0,0-4-284 15,0-4-228-15,0-2-212 0,0 0-180 16,0-7-36-16,0-3-148 0,0-3-360 15,0 0-336-15,4 0-104 0,4-9-124 16,0-4-728-16,-1 3-2220 0,2-15-2685 0</inkml:trace>
  <inkml:trace contextRef="#ctx0" brushRef="#br0" timeOffset="85546.237">19758 10199 4592 0,'0'0'8841'0,"0"0"-7677"16,0 0-1136-16,0 0-28 0,0 0-192 16,0 0-312-16,0 0-528 0,0 0-920 15,59-81-2737-15,-35 56-1527 0</inkml:trace>
  <inkml:trace contextRef="#ctx0" brushRef="#br0" timeOffset="85928.309">20303 9712 5836 0,'0'0'3156'0,"0"0"45"16,0 0-1885-16,0 0-200 0,0 82 432 16,-15-37 0-16,-2 9-156 0,2 3-252 15,-9 4-272-15,4 4-91 0,0 3-61 16,0 6-196-16,0-2-268 0,4 1-140 16,0-7-36-16,8-8-76 0,4-11 0 15,4-9 8-15,4-9 40 0,8-10-40 0,0-3 76 16,4-9-84-16,0-1-264 0,0-6-184 15,4-6-60-15,-4-8-16 0,0-4-33 16,-5-1-163-16,-2-4-784 0,-5 1-660 16,-4-3-476-16,-13 3 228 0,-2-2-529 15,-9-1-295-15,0 0-900 0,-4 0 2469 16,-4 0 1667-16,0 2 207 0,0 7 445 16,4 7 1200-16,9 3-324 0,2 6 1464 0,10 0-852 15,3 0-692-15,4 3-251 0,0 0-97 16,15 0 500-16,13 0 12 0,17-3-104 15,6 0-128-15,17-9-252 0,8-7-168 16,4-3-632-16,-1-3-328 0,5 0-152 16,-9 0-652-16,1-1-812 0,-24 7-2720 15,20-10-6921-15</inkml:trace>
  <inkml:trace contextRef="#ctx0" brushRef="#br0" timeOffset="86063.583">21690 10211 18525 0,'0'0'3020'16,"0"0"-2279"-16,0 0-741 0,0 0-813 0,0 0-199 15,0 0 412-15,0 0-428 0,-92-64-2816 16,64 45-5001-16</inkml:trace>
  <inkml:trace contextRef="#ctx0" brushRef="#br0" timeOffset="97591.601">17423 10172 10981 0,'0'0'1768'0,"0"0"-708"15,0 0-288-15,0 0-88 0,0 0 220 16,0 0-40-16,0 0-192 0,-40 71-180 16,40-40-144-16,0 1-16 0,4 3-76 15,0 0-68-15,0-4-4 0,0 5-100 16,0-8-84-16,-4-3-64 0,4-6 0 0,0-6-108 16,-1-4-184-16,2-5-196 15,-5-1-216-15,4-3-316 0,-4-3-628 0,0-4-872 16,0-12-2893-16</inkml:trace>
  <inkml:trace contextRef="#ctx0" brushRef="#br0" timeOffset="97764.605">17483 9846 10424 0,'0'0'1045'0,"0"0"-941"16,0 0-92-16,0 0 152 0,0 0-72 15,0 0-92-15,0 0-308 0,0 0-593 0,79 18-535 16,-66-11-1068-16,2 5-2016 0</inkml:trace>
  <inkml:trace contextRef="#ctx0" brushRef="#br0" timeOffset="98030.903">17666 9972 3968 0,'0'0'1940'0,"0"0"-312"16,0 0-216-16,0 0-364 0,0 0 129 15,-20 79-241-15,12-62-244 0,0-2-244 16,0 5-104-16,0-5-128 0,4 4-216 15,-3 1 0-15,2-1-4 0,1-3-40 16,4-1 44-16,0-2 64 0,0-4 128 16,0 1-40-16,0 2 0 0,0-5 24 0,9 3 40 15,-6-2-104-15,5 3-36 0,0 2 116 16,4-4-16-16,-4 4 24 0,4-1-124 16,0-2 48-16,0 3-120 0,-1-1 112 15,-2 1-68-15,3-1 116 0,-8 1-52 16,-1 0-108-16,1 3 100 0,-4 3 24 15,-4 0 72-15,-3 7 496 0,-5-8-512 16,-4 1-184-16,-5 1-308 0,2-8-452 0,3 1-300 16,0-7-484-16,4 0-1325 15,-4 1-3339-15</inkml:trace>
  <inkml:trace contextRef="#ctx0" brushRef="#br0" timeOffset="99804.373">22603 10103 8160 0,'0'0'1696'16,"0"0"969"-16,0 0-1873 15,0 0-460-15,0 0 492 0,0 0 588 0,0 0-160 16,3 89-360-16,1-55-288 0,0 8-172 0,0 2-76 15,-4 7 84-15,0-1-36 0,0 2-184 16,-8-8-132-16,8-6-88 0,-4-7-48 16,4-8-24-16,0-11-112 0,0-5-280 15,0-3-284-15,0-4-240 0,4 0-400 16,0-6-1196-16,0-1-1997 0,-4-16-2947 0</inkml:trace>
  <inkml:trace contextRef="#ctx0" brushRef="#br0" timeOffset="99971.399">22550 9887 10032 0,'0'0'2637'0,"0"0"-1209"0,0 0-844 16,0 0 208-16,0 0 340 0,0 0-284 0,77-25-440 16,-58 25-356-16,5 0-52 0,0 0-272 15,-3 9-436-15,-2 1-296 0,-3-1-876 16,-4 13-2569-16</inkml:trace>
  <inkml:trace contextRef="#ctx0" brushRef="#br0" timeOffset="100307.889">22917 10290 12029 0,'0'0'1904'0,"0"0"-1144"16,0 0 84-16,0 0 412 0,0 69 156 0,0-49-488 15,0 0-540-15,0-1-276 0,0-1-100 16,0 1-8-16,4-3-72 0,-4-4-52 16,4 1-120-16,1-9-124 0,2-1-16 15,1-3 40-15,4-3-40 0,4-10-28 0,0-3-72 16,0 0-16-16,-1 0 108 0,-2 1 268 16,-5 2 60-16,4 3 64 0,-4 3-100 15,0 5 100-15,-1-2 0 0,2 4 224 16,-5 0 92-16,4 0-12 0,-5 6-16 15,1 1 36-15,0-1 8 0,0 5-56 16,1-3-16-16,-5 5-52 0,4-1 40 16,0 5 148-16,-4-4-288 0,0 2-52 15,0 1-56-15,0-3-212 0,0-1-640 16,0 1-352-16,0-6-656 0,0-5-1392 16,11-2-3389-16</inkml:trace>
  <inkml:trace contextRef="#ctx0" brushRef="#br0" timeOffset="100546.633">23523 10376 3940 0,'0'0'7629'0,"0"0"-6669"0,0 0-436 15,19 67 264-15,-14-39 720 0,-5 4 160 16,0 2-440-16,0 5-528 0,-5-2-132 0,-2 5 56 16,-1 3-148-16,-4 2-232 0,0 0-124 15,-4 2-72-15,-4-5-36 0,4-6 52 16,0-4-60-16,-4-8 44 0,8-10 0 15,1-3-40-15,-2-9-8 0,-2-4-220 16,2-4-232-16,-2-9-108 0,-5-6-88 16,4-6-16-16,-4-7-352 0,0-6-532 15,-4-10-1040-15,8 10-2145 0,-4-29-1399 0</inkml:trace>
  <inkml:trace contextRef="#ctx0" brushRef="#br0" timeOffset="100698.376">23344 10001 13149 0,'0'0'2120'0,"0"0"-1112"0,0 0-100 16,0 0 592-16,80-35-432 0,-61 28-212 16,5-2-332-16,-4 3-376 0,8-1-148 15,-1-2-120-15,1-1-64 0,4 4-364 0,5 3-504 16,-1-3-564-16,-8 6-2252 0,7 0-3777 0</inkml:trace>
  <inkml:trace contextRef="#ctx0" brushRef="#br0" timeOffset="101048.863">23909 10341 13905 0,'0'0'1708'0,"0"0"-1244"0,0 0-160 0,20 66 396 15,-12-49 376-15,5-5-104 16,2-5-552-16,1-4-212 0,0-3 60 0,8-3-48 15,0-11-84-15,4-2-136 16,0-5-268-16,-1-8-148 0,-3 0-76 0,0 1-12 16,-3-2 24-16,-6 12 144 0,-11-1 88 15,0 6-36-15,-4 5-4 0,-8-6-24 16,0 4 164-16,-12 1 136 0,5 6 12 0,-6 0 188 16,1 3 148-16,1 13 24 0,-2 6-88 15,6 6 64-15,-5 7 44 0,3 6 16 16,2 3-16-16,3 0 12 0,-4 3-36 15,8-5-76-15,4-1-176 0,4-10-104 16,0-6-220-16,8-5-308 0,4-8 0 16,12-9 48-16,0 0 60 0,8-13-236 15,3-9-716-15,-10 3-2412 0,14-19-4625 0</inkml:trace>
  <inkml:trace contextRef="#ctx0" brushRef="#br0" timeOffset="101246.634">24618 10218 7312 0,'0'0'7985'16,"0"0"-7117"-16,0 0-364 0,-71 82 476 0,39-48 624 16,0 8 168-16,4 0-399 15,0-2-561-15,13-5-340 0,2-6-224 0,9-4-248 16,4-6-168-16,8-3-48 0,5-6-160 16,11-8 36-16,8-2 52 0,3-9-124 15,9-13-137-15,4-7-95 0,-1-9-284 16,5-7-472-16,0-5-868 0,0-1-732 15,-12 10-1777-15,11-22-1099 0</inkml:trace>
  <inkml:trace contextRef="#ctx0" brushRef="#br0" timeOffset="101430.816">25076 9662 12805 0,'0'0'2600'0,"0"0"-1580"16,0 0-384-16,-15 66 124 15,3-25 572-15,-4 7-120 0,-4 9-276 0,1 3-255 16,2 0-145-16,2 3-148 0,6 5-220 15,5-8-112-15,4 4-56 0,0-7-144 16,8-4-148-16,4-5 0 0,-4-9-180 16,4-11-49-16,0-9-3 0,0-9-112 0,0-7-172 15,-4-3-556-15,-4 0-1148 0,-4-3-2112 16,-4-13-2497-16</inkml:trace>
  <inkml:trace contextRef="#ctx0" brushRef="#br0" timeOffset="101567.697">24762 10276 13093 0,'0'0'2240'0,"0"0"-1280"16,0 0-384-16,0 0-268 16,0 0 436-16,0 0 540 0,99-25-392 0,-58 13-524 15,2-1-112-15,6-6-256 0,-2 0-96 16,5-3-248-16,-5 3-548 0,-2-3-600 16,-14 6-1260-16,9-10-4465 0</inkml:trace>
  <inkml:trace contextRef="#ctx0" brushRef="#br0" timeOffset="101730.011">25495 10249 12045 0,'0'0'2156'0,"0"0"-1108"0,-4 66 412 0,1-40 128 16,-6-1 424-16,1-3-584 0,4-6-787 16,4-7-641-16,-4-2-220 0,4-1-121 15,0-3-303-15,0-3-260 0,0 0-368 16,0 0-1660-16,0-16-3729 0</inkml:trace>
  <inkml:trace contextRef="#ctx0" brushRef="#br0" timeOffset="101889.168">25547 9896 5976 0,'0'0'10625'15,"0"0"-9309"-15,0 0-796 0,0 0-88 0,0 0 8 16,0 0 88-16,76 13-160 0,-61-10-368 15,-2 3-128-15,2 4-128 0,-2 2-628 16,-2 5-360-16,2-2-896 0,-9 1-2440 16,3 7-3085-16</inkml:trace>
  <inkml:trace contextRef="#ctx0" brushRef="#br0" timeOffset="102062.927">25802 10226 5380 0,'0'0'5104'0,"0"0"-3391"0,4 86-565 15,0-54-80-15,4 3 1412 0,-5-1-560 16,-3-8-804-16,5-3-56 0,-5-11-135 15,4-3-77-15,0-5-376 0,0-4-276 0,7 0-64 16,6-6 12-16,-2-4-96 0,9-10-48 16,4 1-156-16,-4-6-184 0,1 3 4 15,-6 0 68-15,1 0-36 0,0-1-108 16,0-2-133-16,-4 0-299 0,0-7-908 16,-4 7-2724-16,-8-20-4161 0</inkml:trace>
  <inkml:trace contextRef="#ctx0" brushRef="#br0" timeOffset="102379.831">26420 10224 8188 0,'0'0'5169'15,"0"0"-4593"-15,0 0-208 0,0 0 212 16,0 0 768-16,0 0 160 0,0 0-312 0,0 0-532 16,95 12-396-16,-63-35-256 0,-4 2-12 15,0-5-68-15,-4 0 68 0,-5 4 48 16,-6 0 4-16,-2-3-44 0,-11 5 136 15,0 1 28-15,-11 4 12 0,-6-1-52 16,-7 14 112-16,-4 2-24 0,-7 8-84 16,-5 14-124-16,1 11-12 0,-6 4 72 0,9 8 136 15,1-1 144-15,3 7 193 0,12-3-133 16,4 2-144-16,12 1-16 0,4-7 52 16,16-5-136-16,8-4-168 0,4-7-112 15,4-5 104-15,0-4 0 0,3-3-224 16,5-7-152-16,8-3-224 0,-1-2-97 15,2-4-143-15,-1-4-632 0,-12 1-2936 0,11-9-6681 16</inkml:trace>
  <inkml:trace contextRef="#ctx0" brushRef="#br0" timeOffset="102516.49">27539 10576 18321 0,'0'0'2476'15,"0"0"-1804"-15,0 0-672 0,-75-17-124 0,43 8-264 16,0 0-64-16,4-4-796 0,4 3-2600 16,-12-2-6321-16</inkml:trace>
  <inkml:trace contextRef="#ctx0" brushRef="#br0" timeOffset="111147.215">21551 10194 1016 0,'0'0'2416'0,"0"0"-944"0,0 0-300 16,0 0 516-16,0 0 36 0,0 0-624 15,-80 10-223-15,68-1-289 0,0 2 948 16,0-3-724-16,1-1-192 0,2 0-28 16,5-4 64-16,0-3 16 0,4 0-64 15,0 0-136-15,0 0-248 0,8 0-112 0,4 0-28 16,8 2 300-16,11-2 180 16,6 7 144-16,-1-3-304 0,3 2-160 0,1 0-132 15,1-4-4-15,-6 5-64 0,5-3-44 16,-8-4-52-16,3 0 44 0,1 0 4 15,-3 0-144-15,-1-4-352 0,0-3-36 16,-9 2-76-16,5-2-164 0,-12 1-428 16,-1 3-664-16,-6-1-1092 0,-9-1-3045 0</inkml:trace>
  <inkml:trace contextRef="#ctx0" brushRef="#br0" timeOffset="111360.357">21427 10462 8564 0,'0'0'1696'16,"0"0"-819"-16,0 0 215 0,0 0 388 15,0 0-136-15,79 34-236 0,-54-27-244 16,3-7-292-16,0 0-128 0,3 0-136 0,1-3-120 16,-4-4-92-16,4-3-28 0,-4 1-68 15,0-3-100-15,0 1-84 0,0-1-584 16,-5-1-288-16,-3-2-128 0,-3 3-572 0,-6-2-2277 15,-3-5-3635-15</inkml:trace>
  <inkml:trace contextRef="#ctx0" brushRef="#br0" timeOffset="111629.374">21865 9979 10576 0,'0'0'1057'0,"0"0"-493"15,0 0 216-15,0 0 328 0,104 0-248 0,-73 6-28 16,1 3-40-16,0 4-244 0,5 4-288 16,6 5-212-16,-3 0 28 0,4 3-76 15,-4 4 0-15,-5 2-48 0,-3 1 44 16,-15 3-76-16,-10 3 80 0,-7 4 88 16,-7 5-88-16,-17 5-64 0,-8 0 64 15,-4 6 0-15,-12-1 0 0,-3 3 132 16,-5-3-120-16,0-3-12 0,-4 1-84 15,0-8-464-15,8-5-308 0,1-5-452 0,19-11-1032 16,-12-4-4273-16</inkml:trace>
  <inkml:trace contextRef="#ctx0" brushRef="#br0" timeOffset="113728.972">13610 9843 572 0,'0'0'7588'0,"0"0"-6268"16,0 0-312-16,0 0 997 0,0 0-905 16,0 0-376-16,0 0-40 0,0 0-68 0,0 0-204 15,0 0-108-15,-16 33-128 0,12-3 24 16,0 1 36-16,-4 7-148 0,0 7-24 15,-4 6-52-15,0 3-12 0,-4 3-60 16,0-3-88-16,0-3-28 0,8-13 104 16,-3-10 56-16,2-9-20 0,9-9-12 15,0-4-116-15,0-6-128 0,0 0 52 0,0 0 28 16,5-6-52-16,6-4 264 0,1-3 24 16,8 1 64-16,1 2-88 0,-2-2-48 15,1 5-48-15,-4 4 92 0,0 3 8 16,-1 0-4-16,-2 7 124 0,-1 2 16 15,-5 1 8-15,-2 2 68 0,3 1-28 16,-8 0 64-16,4 2-28 0,-4-2 4 16,0-2-80-16,0 0-24 0,0-4 36 15,-4 0 40-15,0-1 24 0,-5-4-52 16,2 2-72-16,-5-1-92 0,-1-3-8 0,-2 0-60 16,3 0-52-16,0-3-188 0,0-3-356 15,5 0-324-15,-2-5 88 0,5-1-388 16,0-1-512-16,4 5-1137 0,0-12-2579 0</inkml:trace>
  <inkml:trace contextRef="#ctx0" brushRef="#br0" timeOffset="113882.163">13805 10251 8384 0,'0'0'1748'0,"0"0"-715"0,0 0 251 15,0 0 348-15,0 0-268 0,-8 71-484 16,4-52-516-16,0-7-240 0,-4 1-124 15,8 0-188-15,-4-4-564 0,4-3-648 16,0 1-448-16,0-7-1149 0,0 0-2371 0</inkml:trace>
  <inkml:trace contextRef="#ctx0" brushRef="#br0" timeOffset="114208.98">13829 10166 236 0,'0'0'8172'0,"0"0"-6424"16,0 0-199-16,0 0-141 0,0 0-428 0,0 0-384 15,0 0-280-15,0 0-260 0,0 0-56 16,84-16-340-16,-72 16-560 0,0 0-312 16,0 9-533-16,-1-2-1363 0,-2 6-1680 15,-1-4 1868-15,-1 4 2920 0,-3-1 2284 16,0 1-356-16,0 4-208 0,1 2-108 16,2 2 60-16,1 2 729 0,0 2-1069 15,-3 1-732-15,2-1-16 0,1 0 212 16,-4 4 668-16,0 0-868 0,0-1-272 15,1 1-16-15,-5 2 484 0,0 4-300 0,-5-3-308 16,1 3-72-16,-4-3-52 16,0-4 28-16,1 1 12 0,-6-7-40 0,5-6 0 15,1-6-12-15,-2-3 16 0,-3-7-64 16,5 0-172-16,-6 0-308 0,2-14-272 16,-1-2-200-16,0-3-312 0,-4-9-552 15,4 6-1236-15,-8-20-3169 0</inkml:trace>
  <inkml:trace contextRef="#ctx0" brushRef="#br0" timeOffset="114343.952">13893 10055 10856 0,'0'0'1889'0,"0"0"-829"0,0 0 368 16,63-67 56-16,-42 48-216 0,-6 3-368 16,5 0-532-16,1 1-368 0,-2-1-4 15,1 3-240-15,4 1-312 0,4 2-508 0,-8 3-916 16,8 5-3537-16</inkml:trace>
  <inkml:trace contextRef="#ctx0" brushRef="#br0" timeOffset="116778.716">16546 11576 7200 0,'0'0'2244'0,"0"0"17"15,0 0-969-15,0 0-132 0,0 0 252 0,0 0-528 16,0 0-264-16,0 0-132 0,0 0 16 16,84 47 80-16,-64-59-156 0,0-4-132 15,0-7-172-15,0 1-52 0,-1-3-72 0,-2 0-12 16,-2-4-136-16,-2 4-84 0,-5 2-112 15,-1 1 60-15,-7 6 100 0,0 3-28 16,0 5 76-16,-4-3 24 0,-7 5-48 16,-6 0 24-16,-3 2 36 0,1 1 28 15,-5 3 72-15,3 3-8 0,2 7-140 16,-1 7 148-16,4 4 64 0,0 8 120 16,4 3 4-16,0 6 60 0,4 0-16 15,4 4-44-15,0-2-28 0,4 2 12 16,0-1-24-16,0-6 36 0,4-7-184 15,0-6-36-15,4-9-160 0,4-6 24 0,-4-7-76 16,4 0-136-16,4-7-100 0,0-9-484 16,4-3-708-16,-4 3-1536 0,4-12-3065 15</inkml:trace>
  <inkml:trace contextRef="#ctx0" brushRef="#br0" timeOffset="116939.714">16845 11458 10016 0,'0'0'1457'0,"0"0"-585"0,0 0 340 15,0 0 196-15,0 0 152 0,56 83-216 16,-40-57-272-16,0-4 68 0,3 0-248 16,2-3-516-16,-1-3-364 0,-1 0-12 15,5-7-96-15,-3-2-268 0,6-7-356 16,-2 0-124-16,2-10-192 0,1-3-728 16,-8 1-1456-16,0-11-3121 0</inkml:trace>
  <inkml:trace contextRef="#ctx0" brushRef="#br0" timeOffset="117099.893">17148 11439 4956 0,'0'0'2368'0,"0"0"2037"16,0 0-3509-16,0 0-28 0,-88 45 364 15,64-20 152-15,0 3-256 0,1 7-260 16,-1 1-252-16,0 2-100 0,3-3-184 16,2-4-132-16,7-6-200 0,4-2-208 0,8-7-556 15,0-7-360-15,4-5-584 0,4-4-836 16,4-4-1413-16,8-21-2751 0</inkml:trace>
  <inkml:trace contextRef="#ctx0" brushRef="#br0" timeOffset="117312.718">17506 11197 12721 0,'0'0'1732'0,"0"0"-912"16,-23 96 188-16,7-45 400 0,0 2-76 15,4 5-144-15,-4-4-432 0,7-3-304 16,6-3-272-16,3-1-180 0,0-6-84 0,3-5-172 16,6-8-304-16,-1-12 36 0,3-3 144 15,-2-7 0-15,3-6-172 16,-1 0-388-16,2-10-712 0,-5 3-1336 0,-5-11-3077 0</inkml:trace>
  <inkml:trace contextRef="#ctx0" brushRef="#br0" timeOffset="117475.156">17248 11515 11761 0,'0'0'1852'16,"0"0"-708"-16,0 0 24 0,0 0-12 15,0 0-128-15,0 0-140 0,0 0-396 16,0 0-52-16,0 0 0 0,87-3-40 0,-51 3-252 16,-4 0-148-16,4-3-188 15,-1-3-32-15,6-4-440 0,-5 1-420 0,3 3-452 16,-3-1-360-16,-8 1-2649 0,7-4-2187 0</inkml:trace>
  <inkml:trace contextRef="#ctx0" brushRef="#br0" timeOffset="117629.021">17805 11490 1736 0,'0'0'10149'0,"0"0"-8005"15,0 0-756-15,-4 77-304 0,1-49-100 16,-5 3 192-16,-1-2-12 0,5 0-332 16,-3-4-200-16,3 0-84 0,4-6-255 15,-4-5-293-15,4-3-128 0,0 0-177 16,0-5-179-16,0-4-88 0,0-2-160 15,0 0-288-15,0 0-848 0,0-5-2200 16,-4-11-4661-16</inkml:trace>
  <inkml:trace contextRef="#ctx0" brushRef="#br0" timeOffset="117778.523">17742 11322 13729 0,'0'0'2384'0,"0"0"-1904"0,0 0-204 0,0 0-80 15,0 0 164-15,0 0 124 0,0 0-484 16,80-35-72-16,-61 31-352 0,1-1-544 16,0 5-660-16,-8 0-1136 0,8 0-3777 0</inkml:trace>
  <inkml:trace contextRef="#ctx0" brushRef="#br0" timeOffset="118129.009">18017 11618 1632 0,'0'0'10925'0,"0"0"-9509"16,0 0-464-16,0 0 384 0,-21 75 96 16,21-65-112-16,0-7-524 0,0 0-552 15,4-3-108-15,5 0 48 0,-1-3 108 16,3-3-84-16,6-4-208 0,-2 1-356 16,-2-4-84-16,2 3-12 0,1-2-24 15,0-1-56-15,-4 3-72 0,-4-2 36 0,0 2 108 16,0 4 84-16,-4-4 88 0,-4 1 188 15,0 0 100-15,0 2 48 0,0-3 40 16,0 4 148-16,-4-1-24 0,0 1-88 16,-4 3-120-16,0 0 8 0,0 3 140 15,0 0-28-15,-4 3-124 0,1 3-84 16,-2 1 84-16,-2 5 80 0,-2-1 104 0,2 1 4 16,-2 1-28-16,2-5 0 0,2-1-132 15,2 3-28-15,3-4-76 0,-1-3-48 16,6 4-124-16,-1-4-276 0,0 1-212 15,4-4-624-15,0 2-672 0,0 2-1057 16,0-1-1807-16</inkml:trace>
  <inkml:trace contextRef="#ctx0" brushRef="#br0" timeOffset="118461.588">18320 11478 3676 0,'0'0'7545'16,"0"0"-5993"-16,0 0-992 0,0 0 116 15,0 0 336-15,-25 86 696 0,18-58-428 16,-6 0-464-16,5 1-204 0,1-7-196 16,3-3-340-16,4 0-76 0,-4-6-76 15,4-3-68-15,0-5-92 0,0-1-180 0,4-4-136 16,0 0 20-16,0-4 0 0,3-1-180 16,6-8-256-16,-2 0-392 0,1-6-680 15,4 3-769-15,-8 3-1099 0,9-6 912 0</inkml:trace>
  <inkml:trace contextRef="#ctx0" brushRef="#br0" timeOffset="118779.622">18415 11553 3404 0,'0'0'1928'0,"0"0"-808"0,0 0-364 0,0 0-316 0,0 0 120 15,0 0 360-15,0 0-224 0,0 0-372 16,0 0-220-16,0 0 76 0,-8 14-172 16,8-9-4-16,-4 1 72 0,0-1-76 15,4-3 0-15,0-2 12 0,0 0 104 16,0 0 205-16,0 0 67 0,0 0 24 15,0 0-4-15,0 0 80 0,0 0 48 16,4 0 36-16,-4-2-12 0,4-3-220 16,0 3-112-16,4-2 52 0,-4 1 48 15,3 3-80-15,-2-2-48 0,3 2 4 0,0 0 36 16,-1 0-40-16,2 0-52 0,-1 0-20 0,0 2 84 16,-1 5 72-16,-2 0-12 0,-1 2 16 15,0 0-4-15,0 4-124 16,-4 3 72-16,0 0-132 0,0 0-52 0,-4 0-48 15,0-1-64-15,0-2-480 0,4-4-188 16,0-2-100-16,0-4-252 0,0-3-520 16,8 0-940-16,-4-3-1489 0,7-13-1519 0</inkml:trace>
  <inkml:trace contextRef="#ctx0" brushRef="#br0" timeOffset="120453.675">19395 11578 6584 0,'0'0'1544'0,"0"0"1289"16,0 0-1777-16,0 0-596 0,0 0 140 16,0 0 444-16,0 0 20 0,0 0-424 0,0 0-412 15,0 0-228-15,0 0-148 0,-24-9-40 16,20 9 24-16,4 0 0 0,0 0 12 16,0 0-12-16,0 0 40 0,0 0 36 15,0 0 88-15,0 0 96 0,0 0 104 0,0 0 40 16,0 0 0-16,0 0-16 15,0 0 52-15,0 0 16 0,0 0-4 0,0 0-12 16,0 0-104-16,4 3-172 16,4 3 12-16,1 5 264 0,2-3-116 0,5 3-36 15,0-1-48-15,-1-5-72 0,6-2-4 16,-5 1-212-16,0-1-584 0,4-3-208 16,-5-3-220-16,2-7-516 0,-2 4-1465 15,2-13-3943-15</inkml:trace>
  <inkml:trace contextRef="#ctx0" brushRef="#br0" timeOffset="120696.281">19523 11262 10484 0,'0'0'1457'0,"0"0"-1125"0,0 0-100 15,0 0 532-15,-24 75 596 0,16-36-52 16,4 5-440-16,-5 7-384 0,2 6-100 15,-1 7-48-15,0 2-40 0,-4-5-84 0,0-2-116 16,4-4-96-16,0-14-60 0,8-9-64 16,0-10-36-16,0-13-76 0,8-5-160 15,4-4-64-15,8-16-272 0,3-6-364 16,5-10-628-16,4-6-1057 0,-12 9-2043 0,16-25 444 0</inkml:trace>
  <inkml:trace contextRef="#ctx0" brushRef="#br0" timeOffset="121213.564">19869 11157 11057 0,'0'0'1756'0,"0"0"-940"16,0 0-636-16,0 0 440 0,0 0 744 0,-11 89 176 15,-2-48-364-15,1 6-352 16,1 4-236-16,-6 1 32 0,2 1-32 0,2-2-272 16,2 3-184-16,-6-6-132 0,10-4-36 15,3-6-12-15,0-13-112 0,4-6-80 16,0-10-80-16,4-4-116 0,7-5 128 15,6 0 64-15,-2-11 12 0,9-4-40 16,1-1-72-16,3 0 112 0,-9 3 60 16,5 4 60-16,-8 2-48 0,0 4 36 0,-4 3 100 15,0 3 24-15,-1 4 344 0,-2 2 16 16,-1 1-44-16,0 2 28 0,-5-2 0 16,1-1-12-16,1 2-76 0,-1-3-196 15,4-2-60-15,-4-1-144 0,3 1 32 16,6-3 100-16,-5 2 4 0,3-1-52 15,2 3-4-15,-2-1-32 0,2 0-16 16,-2 0 104-16,5 1-4 0,-4-3-96 16,4-2-40-16,0-2 0 0,3 0 12 0,2-2-36 15,-1-12 40-15,4-1-68 0,-1-4-68 16,5-3-40-16,-4 2 8 0,-3-2 28 16,-2 3 160-16,-3 3 28 0,-4 0 84 15,-3 7 8-15,-2-1 76 0,-3 6 56 16,0 4 92-16,-4 0 152 0,0 4 72 15,-8 6-172-15,1 3 156 0,-2 5-168 0,-3-2-40 16,5 0-24-16,2-7-72 0,5 1-136 16,0-7-88-16,0 0 88 0,5 1 48 15,2-1 172-15,1 1-60 0,5-1-88 16,-2-3-68-16,5 0-4 0,4 0-12 16,0 0-340-16,3 0-260 0,1 0-260 15,12-3-252-15,5-1-948 0,-13 1-2580 16,27-4-4385-16</inkml:trace>
  <inkml:trace contextRef="#ctx0" brushRef="#br0" timeOffset="121506.239">21252 11544 10828 0,'0'0'4777'0,"0"0"-3849"15,0 0-688-15,0 0 320 0,0 0 480 16,84 6 468-16,-49-6-336 0,9 0-624 16,4 0-183-16,4-3-25 0,3 0-208 15,1-4-132-15,-4 1-60 0,0 0-12 16,-4-4-220-16,-4 1-217 0,-8-1-111 0,-8 1-176 15,-9 3-280-15,-6 3-792 0,-13 3-1984 16,0 0-1337-16,-17 9-1119 0</inkml:trace>
  <inkml:trace contextRef="#ctx0" brushRef="#br0" timeOffset="121662.756">21387 11732 9880 0,'0'0'5869'0,"0"0"-4601"0,0 0-1092 0,0 0 220 16,0 0 172-16,96 9 664 0,-48-18-20 15,4-11-580-15,8-2-340 0,3-6-160 16,-7-1-132-16,-1-3-132 0,-3 0-232 16,-3 0-380-16,-6 1-248 0,-4-1-412 15,-2 1-1156-15,-18 8-2369 0,6-5-2835 0</inkml:trace>
  <inkml:trace contextRef="#ctx0" brushRef="#br0" timeOffset="121871.399">21969 11157 7704 0,'0'0'6693'0,"0"0"-5745"0,0 0-572 16,0 0 88-16,0 0 352 0,0 0 372 16,0 0-212-16,0 0-292 0,100 61-168 0,-81-40-52 15,2 2-28-15,-6 2-168 16,1-3-160-16,-8 3-108 0,0 1-48 0,-3 3-12 16,-5 0-12-16,0 1-136 0,-13 3-132 15,-6 1 36-15,-1 1 48 0,-8 0-40 16,0 0-120-16,0 0-72 0,-4 0-68 15,0-6-208-15,0-1-884 0,12-8-2272 16,-12-4-3545-16</inkml:trace>
  <inkml:trace contextRef="#ctx0" brushRef="#br0" timeOffset="122403.872">23439 11192 7352 0,'0'0'2036'0,"0"0"353"0,0 0-1021 16,0 0-324-16,0 0-32 0,0 0 184 16,0 0 112-16,0 0-504 0,0 0-388 15,0 0-280-15,-52 28-88 0,29 3-48 16,-1 5 76-16,0-1 8 0,12 0-72 0,3-3 0 15,5-3 0-15,4-4-8 16,9-3 72-16,-1 0-76 0,7-3 0 0,2-3 0 16,2-4 0-16,-3-2 0 0,5-4 72 15,-6 1 4-15,2 0 20 0,-2-2-88 16,-2-2 44-16,-2 3-40 0,-3-1 48 0,-4 1 24 16,1 0 28-16,-5 7 72 0,-5-1 36 15,-3 7-28-15,-7 0-32 0,-6-3-64 16,1 3-88-16,1-6-8 0,-2 0-8 15,5-7-308-15,4 1-196 0,5-7-88 16,7 0-64-16,0-4-212 0,0-9-680 16,0-6-528-16,7 1-996 0,10-14-3217 0</inkml:trace>
  <inkml:trace contextRef="#ctx0" brushRef="#br0" timeOffset="122712.72">23785 11451 9168 0,'0'0'4885'0,"0"0"-3773"0,0 0-104 15,0 0 268-15,0 0-140 0,73 83 496 0,-73-64-292 16,0 4-319-16,0-4-173 0,0-3-244 16,0-4-292-16,0-5-312 0,0 0-76 0,4-5-68 15,0-2-64-15,7 0-104 16,2-9-4-16,6-7 124 0,5-3-172 0,0-7-144 16,0-2-101-16,-4 2-107 0,0 1 128 15,0 0 76-15,-4-3-52 0,0 2-88 16,-4 4 172-16,-5 5 456 0,2 5 24 15,-5 2 172-15,0 10 172 0,3 0-36 16,-3 3 148-16,0 8-28 0,0 3 12 16,-4 3-36-16,0 6-40 0,0-2-60 15,0 5 36-15,0-4-11 0,-4 0-13 16,-4-3-72-16,5-3-168 0,-1 0-76 0,0-7-172 16,4-6-288-16,0 1-245 15,0-4-259-15,0 0-248 0,0 0-1640 0,8-12-3033 16</inkml:trace>
  <inkml:trace contextRef="#ctx0" brushRef="#br0" timeOffset="122994.007">24399 11420 13997 0,'0'0'1616'0,"0"0"-784"0,0 0 112 16,0 0-372-16,0 0 636 0,0 0-72 15,0 0-560-15,0 0-332 0,0 0-100 16,80 67-8-16,-72-48-28 0,-4 3-36 15,5 3-68-15,-6 7 120 0,-3 1 45 16,0-2-169-16,-3-2-77 0,-10-1-155 16,5-2-84-16,-4-8 96 0,4-4 88 15,4-6-4-15,-4-2 136 0,5-1 0 16,-1-5 160-16,4 0 168 0,0-11 0 0,0-1-328 16,4-14 4-16,3-2-4 0,9-7-8 15,0-3-124-15,4-3-88 0,4-1-220 16,4 4-120-16,-1 0-260 0,1 1-524 0,4 1-1276 15,-4 13-2341-15,8-2 101 0</inkml:trace>
  <inkml:trace contextRef="#ctx0" brushRef="#br0" timeOffset="123284.475">25057 11614 10332 0,'0'0'5553'0,"0"0"-5113"0,0 0-276 0,0 0 224 15,0 0 616-15,0 0 940 0,12 70-700 16,-12-39-660-16,-4 7-143 0,-4 10 43 0,0 2 96 16,-4 5-216-16,0 5-148 0,-4 0-84 15,1-2-120-15,-2-3-12 0,6-5-56 16,-2-12 56-16,1-3 0 0,5-13-4 15,2-6-4-15,1-7-64 0,4-6-132 16,0-3-136-16,0-9-180 0,0-10-172 16,0-9-269-16,0-12-455 0,0-4-1088 15,0 6-2744-15,-4-28-4125 0</inkml:trace>
  <inkml:trace contextRef="#ctx0" brushRef="#br0" timeOffset="123420.896">25029 11265 8732 0,'0'0'7665'0,"0"0"-6369"16,100-19-816-16,-65 12 176 0,5 0-324 16,-3 5-100-16,-10-2-232 0,1 4-124 15,-4 0-464-15,0 0-972 0,-9 6-2592 16,2 5-8353-16</inkml:trace>
  <inkml:trace contextRef="#ctx0" brushRef="#br0" timeOffset="123572.336">26029 12023 18081 0,'0'0'5621'0,"0"0"-4813"0,0 0-808 0,0 0-480 16,0 0-308-16,0 0 352 0,-92-34-24 16,64 17-961-16,5 5-3887 0,-25-11-7117 0</inkml:trace>
  <inkml:trace contextRef="#ctx0" brushRef="#br0" timeOffset="129846.24">4215 9674 444 0,'0'0'1864'16,"0"0"5452"-16,0 0-5935 0,0 0-673 15,0 0 228-15,0 0 212 0,0 0-60 16,0 0-120-16,0 0-212 0,0 0-220 16,-24 7-16-16,24 18-84 0,0 6-192 0,8 11-8 15,4 11 36-15,0 14-40 0,4 9 40 16,3 13-64-16,2 10-100 0,-1 14-20 15,-5 12-28-15,6 5-12 0,-10 10-40 16,6-4 192-16,-10-2-200 0,-3-10-72 16,4-13-24-16,-4-19 88 0,1-16 8 15,2-19 8-15,-3-12-8 0,0-13 0 0,-4-17-48 16,4-8-136-16,0-7-452 0,0-16 132 16,0-10 108-16,0-18-124 0,-4-17-324 15,4-14-276-15,-4-14-624 0,0-7-952 16,0 17-1673-16,-4-42-1215 0</inkml:trace>
  <inkml:trace contextRef="#ctx0" brushRef="#br0" timeOffset="130096.249">4442 9832 4668 0,'0'0'6345'16,"0"0"-4881"-16,0 0-864 0,0 0 0 0,0 0 124 15,0 0 360-15,0 0 112 0,0 0-240 0,7 77-448 16,-2-36-64-16,3 8-48 0,4 3-28 15,-4 9-76-15,4 6-48 16,-1 5-60-16,2 11-72 0,2 7-40 0,2 8-8 16,-2 9-56-16,-2-2 100 0,2 4-108 15,-2-5-104-15,-2-5-116 0,1-8 96 16,1-5-84-16,-6-3 12 0,5-4-24 16,-4-6-28-16,0-6-144 0,4-14 60 15,-8-8-248-15,4-6-364 0,-4-14-752 16,0-9-1164-16,0-4-2877 0</inkml:trace>
  <inkml:trace contextRef="#ctx0" brushRef="#br1" timeOffset="205576.616">22778 4188 9672 0,'0'0'2973'15,"0"0"-2309"-15,0 0-348 0,0 0 308 16,0 0 448-16,-100-39-24 0,68 36-436 15,-8 3-328-15,1-4 88 0,-6 4 36 16,-2 0-24-16,-1-2-148 0,-3 2-64 0,-5 0 96 16,-4 0-44-16,0 0-80 0,-3 0 64 15,-5 0-156-15,-1-3 144 0,-2 3 96 16,-4 0-108-16,-1 0-88 0,0 3 4 16,0 3-4-16,-3 1-12 0,-5-1-84 15,4 1-120-15,-8 2 72 0,-4-2-76 16,2-1 124-16,-7 2-48 0,-2-1 44 15,3 3 0-15,1-4 4 0,-4 4-4 16,7-4-4-16,-4 1 16 0,5-1-80 16,-1 0 60-16,0 0-56 0,1 1 68 0,-1-1 0 15,-7 0-84-15,-2 1 84 16,2-1 4-16,-4 0 4 0,-2 1-4 0,-5 2 4 16,-2-2 44-16,4 3-48 0,-3-1-8 0,-1-3 8 15,1 4 12-15,3-5-16 0,-3 0-132 16,-1 0 88-16,0 2 40 0,1-1-52 15,-5 4 56-15,0-1 12 0,5-2 80 16,-4 6-84-16,3-4 32 0,-3 4-28 16,-1-1-12-16,4 1-60 0,-4 1-16 15,1 0 28-15,4-3-84 0,-1-3 80 16,5 3-64-16,3-5 112 0,0 0-140 16,5 1 144-16,-1 2-84 0,5-4 72 15,-2 2-52-15,7 3-8 0,-2 0 72 16,0-1 0-16,4 1 100 0,1-1-100 15,3 1 0-15,5-4 12 0,-1 0-12 0,4 4-60 16,-4-4 48-16,9 0 24 16,-5 4-12-16,4-3 60 0,1 2-56 0,-5 3-4 15,4 1-12-15,-4 4 12 0,4-3 0 16,1 5 64-16,3 1 156 0,-4 0-60 16,9-1-148-16,-1 3 60 0,0 0 148 0,4 0-148 15,-3 3-68-15,3 4 60 0,0-1 44 16,4 1-48-16,4 0-52 0,1 2 4 15,6-2-4-15,2 2-4 0,3-1 8 16,4 1-12-16,4 1 0 0,5-4-4 16,-1 1-8-16,4 2 0 0,7-1-60 15,6-2 68-15,7 1 0 0,4-1-8 16,0-3-48-16,12 1-16 0,4-1 28 16,8 1 36-16,8-1 16 0,4 1-4 15,3 2 100-15,9 1-100 0,0 5-12 0,8-2-40 16,3 7 48-16,9-1-44 0,3 6 48 15,6 0 0-15,7 0-96 0,2 1 96 16,15-7 0-16,2-9-40 0,9-7 40 16,11-9 16-16,9-7 104 0,11-6-72 15,4-9 72-15,5-4-120 0,3-3 0 0,9 0 108 16,7 0-44-16,0 1 44 0,9-1 40 16,3-3-64-16,4-1-84 0,1 1-48 15,3-3-52-15,0 0 32 0,8 0 68 16,0-4 60-16,1-2 28 0,-1-4-88 15,4 1-52-15,0-5-8 0,4 2 60 16,1-5 4-16,-6 7 8 0,2 0-12 16,-5 7-84-16,1 0 84 0,-6 3 8 15,1 3 52-15,1 0-48 0,-1 3-12 0,-8 0-152 16,-3-3 88-16,3 0 56 0,-4-6 0 16,-7-1 8-16,-1-6 4 0,-8 1-4 15,-11-8-120-15,-5 4 60 0,-12-2 52 16,-7-2 8-16,-8 1-4 0,-8 0 4 15,-6 0 12-15,-10 0-12 0,-5 3-48 0,-11 3-72 16,-11 4-16-16,-10 3 16 16,-15 2 44-16,-9 1 76 0,-11 3 8 0,-11-3 116 15,-10 5 60-15,-7-4-136 0,-7-5 48 16,-18-2 8-16,-3-4-104 0,-11-3-124 16,-13-4 76-16,-4 1-60 0,-12 0-40 15,-7-3 36-15,-9 0 108 0,-8-1-116 16,-11 4 56-16,-13-3 40 0,-7 3-48 15,-12 1 72-15,-13-3 36 0,-3 7-32 16,-12-6-8-16,-1 4-100 0,-7 3 28 16,-9 0 16-16,1 7-444 0,-4 3 108 0,-1 3-132 15,5 6-280-15,-1 10 60 0,10 3-72 16,2 9 256-16,5 7-616 0,7 4-724 16,44-1-2153-16,-43 10-743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8:48:14.111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25770 3534 9044 0,'0'0'1989'0,"0"0"-817"0,0 0-200 16,0 0 20-16,0 0 308 0,0 0 56 0,0 0-388 15,0 76-396-15,0-48 4 0,4 7-60 16,4 4 196-16,0 1-104 0,-4 4-300 16,4 5-92-16,0 1-44 0,3 8-4 15,-6 2-68-15,3 4-28 0,-4 5 25 16,4 4-97-16,-1 6-12 0,-2 7-36 15,-1 3 35-15,0 6-47 0,3 4 4 16,-3 0 56-16,5 5 0 0,-5 1 4 16,4 4 40-16,-1 1-44 0,1 1 48 15,1 4-48-15,-2 1-68 0,5 5 16 16,-3 3 48-16,2 6-56 0,-3 1 48 16,5 5-48-16,-2 3 48 0,-3 3-84 0,8-1-88 15,-4 6 28-15,0 2-4 0,0 4-24 16,-4 2-20-16,4 0 152 0,0-3-20 15,-1 1 60-15,2 0-196 0,2-4 100 16,-2 0 20-16,2 0-48 0,2 0 16 16,-2 1 116-16,5-5-120 0,-4 2-8 0,0-5-4 15,0 5 36-15,4-1-84 0,-4 0 36 16,0 3 16-16,0-3 56 0,4-3 4 16,-4 0-64-16,3-3 24 0,-2 3 24 15,-2-7 84-15,5 0-44 0,1-2 40 16,-6-8-4-16,5 1-52 0,1-3 60 15,-2-3 4-15,1-3-52 0,-1-1 52 16,2-3 12-16,-1-2-4 0,-1-1 68 16,1-3-76-16,-3-3-76 0,-2-1 68 0,2-2-4 15,-6 0 8-15,6 3-44 0,-2-4-40 16,-3 0 88-16,0 1 12 0,4-4 32 16,-4 4-44-16,0-4-12 0,0-2-92 15,0 2 104-15,0-3 64 0,-4 1-60 16,0-4-8-16,0 3 8 0,-4-3 24 15,-1 0-20-15,1 0 52 0,1-3-60 0,-1 0-112 16,-4 0 112-16,0 0-88 0,4 0 88 16,-4 3 0-16,0-7 0 0,4 5 52 15,-4-5-4-15,3 1-48 0,1 0 0 16,0-7 48-16,1 4-48 0,3-7-44 16,-4 0 36-16,3 0-80 0,-3-3 88 15,0-3 0-15,1-3 4 0,3-1 8 16,-5 1 48-16,1-3-56 0,4 2 52 0,-4-2-56 15,-4 3-12-15,5-1 12 0,-1 1 44 16,-1 3 4-16,-3-4-48 0,4 4 8 16,-4-3-8-16,4-1 60 0,-4-2-52 15,4-4-12-15,-4 1 8 0,4-7 68 16,-4-7-24-16,4 1 64 0,-4-7-52 16,5-5 40-16,-5-5-100 0,3-6 48 0,-3-6-32 15,0-6-16-15,4-6-72 0,-4-4-16 16,0-3 76-16,0 0-60 0,0 0-4 15,0 0-84-15,0-7-136 0,0 1-40 16,0-10-160-16,-4-3-544 0,1-10-676 16,-6-9-1168-16,5 3-2821 0</inkml:trace>
  <inkml:trace contextRef="#ctx0" brushRef="#br0" timeOffset="1168.582">27057 3777 12305 0,'0'0'2128'15,"0"0"-864"-15,0 0-124 0,0 0 116 16,0 0-172-16,0 0-436 0,-59 71-292 16,42-33-88-16,2 13 12 0,2 6-120 15,-2 9-152-15,2 8 40 0,2 5-48 0,-1 6-104 16,-1 8-252-16,-2-7 124 0,6-7-24 15,2-12 132-15,-1-17-20 0,4-14 140 16,4-17-108-16,0-13-8 0,0-4-224 16,0-2-76-16,4-8-136 0,4-11-112 0,3-11-192 15,6-7-760-15,-6-14-220 0,6-6-597 16,-10-7-527-16,1-3-1764 0,-3 0 1976 16,-5 4 2596-16,0 3 40 0</inkml:trace>
  <inkml:trace contextRef="#ctx0" brushRef="#br0" timeOffset="1467.505">26934 4057 332 0,'0'0'1288'0,"0"-73"-280"0,0 45-712 0,8 12 4860 15,-8 4-2696-15,3 1-903 0,1 8-405 16,0 3-72-16,9 0-184 0,-2 0-104 0,10 7 36 16,-2 12-204-16,1 6 104 0,4 13 0 15,-1 7-176-15,-2 9-380 0,-1 3-100 16,-5 3-72-16,-2-2-456 0,-2-7-184 16,-3-11 184-16,-4-5 208 0,1-9 152 15,-5-4-192-15,0-3-356 0,-9-3-724 16,-2 0-608-16,-6-4-316 0,-2 2-253 15,-9-6-755-15,0-4 484 0,0-2 428 16,0-2 2181-16,0-8 207 0,0-2 1199 16,5-5 93-16,-5-2 1508 0,8 2-28 0,3-2-752 15,10 8-395-15,-1 0-77 0,8-1-292 16,0 4-308-16,8-4 84 0,4 1 24 16,11-2-236-16,1-1-232 0,4-4-108 15,8 4-88-15,0-2-136 0,0 6-108 16,4-5-148-16,3 1-232 0,-2 1-504 0,-2 5-308 15,1 3-596-15,-4 0-1532 16,4 3-3317-16</inkml:trace>
  <inkml:trace contextRef="#ctx0" brushRef="#br0" timeOffset="3924.061">29982 4153 12389 0,'0'0'2784'15,"0"0"-1980"-15,0 0-668 0,0 0 344 16,0 0 600-16,0 0 144 0,0 0-280 16,103 6-392-16,-71-3-100 0,4 1-52 15,-4-4-144-15,3 0-112 0,-3-4-132 0,0-2-12 16,0-4-80-16,0-2-380 0,-1-8-372 16,-3 1-160-16,0-3-264 0,0 0-788 15,-11 6-2332-15,-2-12-2097 0</inkml:trace>
  <inkml:trace contextRef="#ctx0" brushRef="#br0" timeOffset="4249.035">30280 3759 11821 0,'0'0'1940'0,"0"0"-1256"0,0 0 416 0,0 0 280 15,-19 83-116-15,19-52-364 0,4 5-224 16,7 8-200-16,1-1-96 0,0 12-112 15,0-1-148-15,0 3 16 0,4 4-56 0,-4 0-76 16,0 4 40-16,0 2 28 0,0 6 112 16,0-3-28-16,-1 0-56 0,-2-7-52 15,-1-6 49-15,-1-3-13 0,-3-6 28 16,-4-7 32-16,5-5 24 0,-5-8 16 16,0-6 288-16,0-6-280 0,0-3-96 15,-5-7-32-15,-2-6-64 0,-1 0 0 16,-5-3-292-16,-2-10 40 0,-5-6-52 15,-4-3-96-15,-4-10-73 0,0 0-187 16,0-6 16-16,1-3-236 0,6 3-300 0,2-3-632 16,6 5-180-16,10 5-800 0,3 6-2161 15,3-7-1858-15</inkml:trace>
  <inkml:trace contextRef="#ctx0" brushRef="#br0" timeOffset="4492.5">30926 4042 8584 0,'0'0'5769'16,"0"0"-4733"-16,0 0-152 0,0 0 548 15,-40 95 428-15,20-57-516 0,4 3-456 16,0 0-391-16,4 7-109 0,5-4-84 16,2 1-136-16,5-4-60 0,0-3-96 0,8-6 72 15,4-3-84-15,4-4-8 0,4-9-88 16,4-7-12-16,0-2 24 0,0-7-48 15,-1 0-196-15,5-13-108 0,-4 1-137 16,0-7-155-16,-4-4-176 0,-4-3-544 16,-4 5-892-16,-4 1-2312 0,-8-5-2949 0</inkml:trace>
  <inkml:trace contextRef="#ctx0" brushRef="#br0" timeOffset="4666.311">30783 4284 2520 0,'0'0'8989'0,"0"0"-7289"15,0 0-364-15,0 0 976 0,0 0-464 16,0 0-364-16,0 0-508 0,83 40-223 16,-59-40-281-16,4-7-264 0,-4-1-208 15,4-9-24-15,-9 2-412 0,5-2-257 16,-3-1-223-16,-2 2-392 0,-3 3-1204 16,0-6-3889-16</inkml:trace>
  <inkml:trace contextRef="#ctx0" brushRef="#br0" timeOffset="4830.355">31352 3937 8372 0,'0'0'7493'0,"0"0"-6113"16,0 0-624-16,0 0 904 0,80-20-144 16,-57 12-423-16,1-6-461 0,4-2-332 15,0-6-300-15,0 3-60 0,-4-3-436 16,4 2-401-16,-4-1-211 0,-4 5-544 15,-5 3-2320-15,-2 1-2493 0</inkml:trace>
  <inkml:trace contextRef="#ctx0" brushRef="#br0" timeOffset="4998.56">31476 3991 3300 0,'0'0'8505'0,"0"66"-6165"15,0-31-464-15,0 7 564 0,0 6-328 16,0 2-471-16,0-3-661 0,0 2-544 0,0-11-312 15,-4-3-124-15,0-7-216 0,0-3-268 16,0-6-96-16,4-3-201 0,0 0-347 16,0-10-848-16,0 0-2312 0,0-6-2761 0</inkml:trace>
  <inkml:trace contextRef="#ctx0" brushRef="#br0" timeOffset="5157.321">31479 4368 7928 0,'0'0'7481'15,"0"0"-6185"-15,0 0-300 0,84-28 804 16,-52 16-420-16,-4-2-516 0,4-2-123 16,-4 2-221-16,-4 0-296 0,-5 1-224 0,-2 4-144 15,-6-1-268-15,1 7-156 0,-3 0-249 16,2 3-195-16,-7 0-336 0,0 10-632 16,-4-1-764-16,-8 17-4833 0</inkml:trace>
  <inkml:trace contextRef="#ctx0" brushRef="#br0" timeOffset="5318.143">31543 4638 3788 0,'0'0'9273'0,"0"0"-7521"0,0 0-832 16,0 0 460-16,0 0 128 0,0 0 16 15,84-6-416-15,-48-13-524 0,3 0-171 16,2-3-61-16,-2-3-60 0,1-1-292 16,-4 3-28-16,-8-2-308 0,3 3-517 15,-3-3-267-15,0 0-188 0,-3 6-2404 16,3-14-4721-16</inkml:trace>
  <inkml:trace contextRef="#ctx0" brushRef="#br0" timeOffset="5505.448">32117 3898 15821 0,'0'0'2036'0,"0"0"-1652"15,0 0 440-15,44 90 1060 0,-24-55-207 16,0-1-433-16,3-2-532 0,1 0-372 15,1 0-184-15,-1-3-156 0,4-8-24 16,-5-1-108-16,5-5-364 0,0-8-168 16,-4-7-156-16,4 0-224 0,0-10-417 15,-4-9-1319-15,-9 4-3148 0,6-15-4089 0</inkml:trace>
  <inkml:trace contextRef="#ctx0" brushRef="#br0" timeOffset="5652.57">32416 3921 13149 0,'0'0'2120'0,"0"0"-1492"0,-72 82 612 16,40-40 688-16,-4 8-180 0,5 1-407 16,-1-1-493-16,0-4-488 0,8-4-360 0,0-5-48 15,8-9-568-15,4-9-196 0,8-3-41 16,4-12-111-16,0-8-888 0,8-2-2380 16,8-26-2973-16</inkml:trace>
  <inkml:trace contextRef="#ctx0" brushRef="#br0" timeOffset="5967.545">32707 3692 13609 0,'0'0'1292'0,"0"0"-684"0,0 0-420 16,0 0 992-16,0 0-212 0,80-69-32 16,-57 56-236-16,1 3-428 0,0 4-212 15,0 3 0-15,-1 3 112 0,-2 5 12 16,-1 9-36-16,-5 2-60 0,2 6-80 15,-9 7 32-15,-1 3-28 0,-3 5 64 16,1 8-64-16,-5 2-8 0,0 4 0 16,0 6 4-16,-5 4 0 0,1-1 40 0,0 3 24 15,1-2 172-15,-5-4 36 0,4 0-144 16,-5-6 8-16,2-4 64 0,3-2-3 16,0-7-81-16,0-3-88 0,0-7-36 15,-5-2-232-15,-2-7 51 0,-6 0-199 16,2-3-144-16,-1-3-108 0,-8-4-116 0,0-3-184 15,-7 1-284-15,-5-1-852 0,8-3-1736 16,-36 1-3433-16</inkml:trace>
  <inkml:trace contextRef="#ctx0" brushRef="#br0" timeOffset="8178.244">31496 4413 280 0,'0'0'636'0,"0"0"-112"16,0 0 100-16,0 0 44 0,0 0 36 16,0 0-212-16,0 0-320 0,0 0-4 15,0 0 4-15,0 0 20 0,0 0 4 16,4 3 820-16,-4-3-40 0,0 0-340 16,0 0 40-16,0 0 52 0,0 0-44 15,0 0 80-15,0 7-91 0,0-4-185 16,0 0-272-16,4 0-204 0,-4 3 128 0,3-2-128 15,-3-1-12-15,4 0-64 16,-4 0-12-16,4 0-28 0,-4 0-36 0,0-3 24 16,0 0-76-16,0 3-145 0,0-3-127 0,0 4-4 15,0-4 120-15,0 0 248 0,0 0 100 16,0 0 80-16,0 0 48 16,0 0 236-16,0 0 72 0,0 3 57 0,0-3-29 15,0 0-104-15,0 3 64 0,0-3-16 16,0 3 52-16,0 1 36 0,0-2 12 15,0 5 0-15,0-1-28 0,0 7-40 16,-4-1-36-16,0 2-36 0,4 2-8 16,-3 3-96-16,3-1-40 0,0 1-124 15,0 1-4-15,0-1-32 0,-4-1-56 16,4-1 0-16,0-2-8 0,0-5-8 16,0-1-92-16,0-3-36 0,0-2-336 0,0-4-536 15,0 0-504-15,0-7-1548 0,0-9-6369 16</inkml:trace>
  <inkml:trace contextRef="#ctx0" brushRef="#br0" timeOffset="8854.534">26910 6191 4576 0,'0'0'8725'16,"0"0"-7265"-16,0 0-792 0,0 0 108 16,0 0 448-16,0 0 88 0,0 0-380 15,43 82-308-15,-26-50-220 0,-6 3-184 0,1 0-168 16,-4-3-52-16,-4-10-108 0,0-3-172 15,-4-8-224-15,4-6-268 0,-4-2-260 16,0-3-580-16,0-3-1484 0,0-13-3753 0</inkml:trace>
  <inkml:trace contextRef="#ctx0" brushRef="#br0" timeOffset="9006.253">26934 5813 13013 0,'0'0'1944'0,"0"0"-1264"0,0 0 576 0,0 0 208 16,0 0-456-16,0 0-692 0,0 0-316 16,0 0-108-16,0 0-236 0,0 0-604 0,95-9-540 15,-75 9-1260-15,12 0-3089 0</inkml:trace>
  <inkml:trace contextRef="#ctx0" brushRef="#br0" timeOffset="9298.875">27380 5940 8292 0,'0'0'1440'0,"0"0"-187"0,0 0 403 16,-16 82 48-16,0-50-204 0,-1 3-356 16,-2 4-436-16,3-4-240 0,0-1-96 15,0-5-100-15,8-3-164 0,4-8-96 0,0-2-12 16,4-6-8-16,4-1-88 16,8 1 32-16,0-1 64 0,8-2 0 0,0-2 76 15,0-1 32-15,8 3 104 0,-5-7 20 16,5 3 48-16,-4-3-44 0,1 3-44 15,-6 0-8-15,1 0-24 0,0 4-24 16,-8 2 168-16,4 1-184 0,-8 2-112 0,-4 1-8 16,-4 3-108-16,0 3-28 0,-8-3-96 15,0 0-120-15,-4-1-4 0,-3-2-84 16,2-1-188-16,-2-1-184 0,-2-5-420 16,6-4-416-16,-2 3-1264 0,-2-10-3217 0</inkml:trace>
  <inkml:trace contextRef="#ctx0" brushRef="#br0" timeOffset="9796.141">28751 5873 8200 0,'0'0'8033'15,"0"0"-6933"-15,0 0-976 0,0 0 248 16,-104 67 392-16,72-39 344 0,4 4-280 16,-4 3-400-16,8-3-184 0,1-1-76 0,10-5-164 15,1-7-4-15,9-3-48 0,3-6-72 16,7-4-100-16,5-6 76 0,8 3 132 16,8-3-60-16,4 0 68 0,4-3-52 0,-4-3-40 15,-1 3 96-15,1 0 40 0,-4-1-40 16,0 4 60-16,-8 0-12 0,0 7 28 15,-8 2 68-15,-4 4 40 0,-4 6 32 16,0 3 16-16,-4 1-24 0,-4 2-51 16,-4 1-145-16,-4-1 24 0,-4 0-36 15,0-3-217-15,-4-3-15 0,4 0-96 16,1-6-112-16,-2-7-256 0,6-3-72 16,-2-3-120-16,2-6-660 0,3-10-1020 0,-5 3-2309 15,6-15-2591-15</inkml:trace>
  <inkml:trace contextRef="#ctx0" brushRef="#br0" timeOffset="10015.553">29065 6070 13225 0,'0'0'2152'0,"0"0"-1488"0,28 77 252 16,-20-36 856-16,4 13 92 0,-9 2-479 16,6 5-489-16,-1 9-376 0,-4 4-132 15,3 1-60-15,-3 6-136 0,5-4-132 16,-1-3-60-16,3-4 0 0,2-9-48 15,-2-11-24-15,2-15-36 0,-5-9-52 16,-5-14-188-16,-3-9-172 0,0-3-220 0,0-13-97 16,-7-9-443-16,-6-6-868 0,9 2-2352 15,-11-24-2533-15</inkml:trace>
  <inkml:trace contextRef="#ctx0" brushRef="#br0" timeOffset="10249.929">29069 6128 13981 0,'0'0'1856'0,"0"0"-1556"0,40-77 156 16,-20 52 304-16,-1-4 244 0,2 7-256 16,3 3-292-16,-4 6-224 0,3 6-40 0,1 7-188 15,-4 4-4-15,0 12 108 0,-8 9 88 16,0 7-100-16,-8 9-96 0,-4 8 0 16,-4 1-72-16,-8 1-16 0,0-3-20 15,-4-8 20-15,4-8 80 0,0-9-76 16,4-11-224-16,1-5-180 0,-2-7-104 0,5-10-384 15,0-10-384-15,4-7-900 0,-4 2-2597 16,4-30-3311-16</inkml:trace>
  <inkml:trace contextRef="#ctx0" brushRef="#br0" timeOffset="10417.56">29479 5531 860 0,'0'0'13845'16,"0"0"-11933"-16,0 0-1264 0,17 82 292 15,-14-44 868-15,1 7-64 0,4 2-375 16,-4 4-461-16,5 3-332 0,-6 3-104 16,5 4-4-16,-4-1-276 0,0-2-192 0,-4-2-72 15,0-5-276-15,0-10-268 16,4-6-228-16,1-13-72 0,-2-6-273 0,5-16-615 16,4 0-1068-16,-4-7-2556 0,8-18-2949 0</inkml:trace>
  <inkml:trace contextRef="#ctx0" brushRef="#br0" timeOffset="10554.245">29802 6064 12913 0,'0'0'3224'16,"0"0"-2368"-16,0 0-272 0,4 76 552 15,-4-47 544-15,-7 2-268 0,2-5-455 16,1 0-449-16,0-11-316 0,0-5-192 16,4-3-184-16,-4-7-420 0,4 0-305 15,-4-7-419-15,1-3-1328 0,-1-15-3976 0</inkml:trace>
  <inkml:trace contextRef="#ctx0" brushRef="#br0" timeOffset="10699.395">29778 5826 10332 0,'0'0'6549'0,"0"0"-5705"0,0 0-300 0,0 0 856 0,0 0 4 16,0 0-367-16,0 0-553 0,79-16-484 15,-58 3-216-15,-1-3-353 0,4-9-271 16,3-7-320-16,6-6-1192 0,-10 9-2348 15,18-25-3137-15</inkml:trace>
  <inkml:trace contextRef="#ctx0" brushRef="#br0" timeOffset="10916.967">30328 5381 7656 0,'0'0'8281'0,"0"0"-7137"16,-16 105-824-16,8-57 608 0,0 12 648 15,0 0 20-15,4 8-163 0,4 1-529 0,4 4-252 16,4-1 96-16,4-4-244 15,1-8-332-15,2-15-164 0,-3-11 32 0,4-11-40 16,-1-11-72-16,2-9-40 0,-2-3-68 16,-2-3-264-16,-2-9-64 0,-2-7-68 0,-1-6-104 15,-4-8-44-15,-4 1-625 0,0 4-1219 16,-12-4-1804-16,0 13-433 0,-20-9-2815 0</inkml:trace>
  <inkml:trace contextRef="#ctx0" brushRef="#br0" timeOffset="11035.661">30065 5807 11145 0,'0'0'3236'0,"0"0"-1900"0,0 0-444 16,0 0 204-16,0 0 320 0,0 0-92 16,0 0-336-16,0 0-331 0,88 44-185 15,-56-47-36-15,3-6-160 0,1-4-276 16,1-3-24-16,-9 0-532 0,3 3-401 16,1 0-639-16,-12 4-2212 0,24 0-2785 0</inkml:trace>
  <inkml:trace contextRef="#ctx0" brushRef="#br0" timeOffset="11721.604">27105 7922 10392 0,'0'0'2481'15,"0"0"-1309"-15,0 0 116 0,0 0 408 16,0 0-208-16,0 0-128 0,59 79-272 16,-51-42-396-16,1 1-251 0,-5 4-117 15,0-4-104-15,-4-3-124 0,0-7-96 16,0-2-108-16,0-7-316 0,-4-9-185 15,0-4-207-15,-5-3-268 0,1-3-1188 16,1-3-3424-16,-10-9-5125 0</inkml:trace>
  <inkml:trace contextRef="#ctx0" brushRef="#br0" timeOffset="11882.501">27037 7797 13209 0,'0'0'2384'0,"0"0"-1492"0,0 0 636 15,0 0 268-15,0 0-272 0,0 0-575 16,0 0-477-16,96-3-336 0,-76 3-136 16,-5 0-148-16,6 0-384 0,-6 0-333 0,1 3-231 15,0 10-1240-15,-7-4-3372 0,-2 17-5641 0</inkml:trace>
  <inkml:trace contextRef="#ctx0" brushRef="#br0" timeOffset="12037.385">27455 8178 12645 0,'0'0'2048'16,"0"0"-792"-16,0 0 1324 0,80 26-424 16,-56-26-707-16,4 0-625 0,-4-16-464 15,3-3-236-15,1-9-116 0,-4-5-8 0,4-1-472 16,-7-8-244-16,-2 1-121 0,-3 0-591 16,-4 2-1396-16,-4 11-2852 0,-8-3-3413 0</inkml:trace>
  <inkml:trace contextRef="#ctx0" brushRef="#br0" timeOffset="12265.552">27555 7715 11369 0,'0'0'1832'0,"0"0"-940"0,0 0 712 0,0 0 184 15,-12 95-344-15,20-60-304 0,4 3-368 16,3 10-176-16,6 3 145 0,3 12-173 16,0 7-228-16,-1 6-208 0,-3 7-24 15,1 3-48-15,-6-1-56 0,-6-2-4 16,-2-7-4-16,1-4-44 0,-4-4 40 15,-4-11 8-15,0-7 0 0,0-8 0 0,-4-7-12 16,0-13-216-16,-3-9-160 16,-2-7-72-16,1-6-185 0,-3-9-231 0,3-10-188 15,-5-10-388-15,2-9-728 0,-2 7-2012 16,-2-33-2993-16</inkml:trace>
  <inkml:trace contextRef="#ctx0" brushRef="#br0" timeOffset="12616.981">28375 7643 14765 0,'0'0'4476'16,"0"0"-3592"-16,0 0-300 0,0 0 352 16,0 0-59-16,84 14-45 0,-56-14-240 15,0-5-372-15,8-4-148 0,0-5-72 16,4 2-76-16,-4-4-396 0,0 3 132 15,-8 3-20-15,-4 1 80 0,-5 9 28 0,1 3 80 16,-8 16 88-16,0 7 84 0,-4 9 168 16,0 6 76-16,-8 9 60 0,0 1-28 15,0 7-72-15,4 1-20 0,-4 2-88 16,0 5-12-16,0 2 0 0,4 1 24 0,-4-1-20 16,3-3 44-16,-3-4-12 0,5-6 0 15,-1-15 0-15,-4-5 0 0,4-9-84 16,-4-10-36-16,4-7-60 0,-4-6 0 15,0-3-12-15,0 0-276 0,0-3-280 16,0-6-136-16,-8-4 24 0,-1-3-477 16,-2-3-1183-16,-5 2-2224 0,-12-8-3053 0</inkml:trace>
  <inkml:trace contextRef="#ctx0" brushRef="#br0" timeOffset="12779.08">28340 8251 10468 0,'0'0'6057'0,"0"0"-4441"0,0 0-948 15,0 0 176-15,0 0 172 0,0 0 261 16,88-38-173-16,-49 26-488 0,2-7-304 16,2 3-152-16,-3 0-160 0,-4 0-4 15,-4 4-180-15,-9 1-284 0,1 6-356 0,-7 0-161 16,-6 5-327-16,-3 5-888 0,-4 0-2328 16,-4 20-1997-16</inkml:trace>
  <inkml:trace contextRef="#ctx0" brushRef="#br0" timeOffset="12931.988">28495 8512 7352 0,'0'0'7321'0,"0"0"-5493"0,0 0-980 0,0 0-56 16,0 0 328-16,0 0 360 0,0 0-287 15,0 0-465-15,0 0-172 0,92 16-156 16,-64-32-400-16,7-6-156 0,-7-4-232 16,4-2-216-16,0-1-333 0,-8 1-843 15,-4 9-3480-15,4-7-7769 0</inkml:trace>
  <inkml:trace contextRef="#ctx0" brushRef="#br0" timeOffset="19398.424">30248 7624 6052 0,'0'0'1328'0,"0"0"-564"15,0 0 832-15,-35-64 569 0,23 40 31 16,3 6-680-16,9 6-436 0,-4-2-320 15,4 4 316-15,0 6-8 0,0 0-332 16,0 4-248-16,4 0-308 0,9 0 40 16,-2 6 36-16,6 6 36 0,-2 7-63 0,5 6-33 15,-8 8-28-15,-4 8-32 0,-3 6-64 16,-5 7-60-16,-5 4-4 0,-7 2-8 16,-3 0 0-16,-5-2-48 0,-1-4 40 15,2-4 8-15,-5-8 8 0,-4-4-8 16,4-3-52-16,-4-7-96 0,0-5-68 15,5-8-185-15,-2-4 45 0,5-5 40 0,5-6 316 16,2-4-8-16,6-9-260 0,-1-2-132 16,4-11 192-16,-1-5 196 0,1-1 4 15,4-6-140-15,0-1 112 0,0 5 36 16,0 5 0-16,13 4 12 0,-5 5 48 16,3 5 148-16,5 5 12 0,5 3-24 15,-6 4-148-15,9 3 24 0,0 0 148 16,0 10 24-16,4 0-84 0,-4 5-16 15,0 2 28-15,4 1-27 0,-4 1-133 16,-5 3 24-16,1 2-36 0,-4 1-60 0,0 0-49 16,-4-3-355-16,-3 4-204 0,-2-4-104 15,1-7-184-15,0 1-864 0,0-9-1200 16,-4-4-2561-16,0-3-2886 0</inkml:trace>
  <inkml:trace contextRef="#ctx0" brushRef="#br0" timeOffset="19566.256">30575 8064 3332 0,'0'0'3084'16,"0"0"2281"-16,0 0-4185 0,0 0-316 15,0 0 540-15,4 70 244 0,-4-51-420 16,0-3-512-16,0 0-336 0,0 0-296 16,0-7-84-16,0 5-148 0,0-9-232 15,0 2-484-15,8-7-416 0,-4 0-556 16,0-4-2369-16,4-11-3243 0</inkml:trace>
  <inkml:trace contextRef="#ctx0" brushRef="#br0" timeOffset="19731.127">30910 7878 5988 0,'0'0'7205'16,"0"0"-6037"-16,0 0-180 0,0 0 416 0,0 0-384 15,0 0-548-15,0 0-472 0,0 0-52 16,0 0-564-16,0 0-668 0,64-33-964 16,-49 24-3469-16</inkml:trace>
  <inkml:trace contextRef="#ctx0" brushRef="#br0" timeOffset="19888.428">31277 7908 10708 0,'0'0'1349'16,"0"0"-553"-16,0 0 1440 0,0 0-44 15,0 0-620-15,0 0-224 0,0 0-324 16,0 0-343-16,95 0-209 0,-79-9-292 16,8-7-180-16,-4 1-412 0,3-4-369 0,1-4-239 15,4 1-576-15,-7 6-1516 16,7-12-3985-16</inkml:trace>
  <inkml:trace contextRef="#ctx0" brushRef="#br0" timeOffset="20282.037">31973 7341 5136 0,'0'0'2796'16,"0"0"1157"-16,0 0-3057 0,0 0 312 0,0 0 900 16,49 78-336-16,-38-52-332 0,2 0-484 15,-5 6-296-15,-1 6-52 0,1-1 205 16,-8 9-413-16,0 1-156 0,0 4-28 15,-8-1-36-15,-3 4-168 0,-10-6 36 16,1 0-48-16,-3-10 0 0,-1-1-8 16,4-8-80-16,0-4-188 0,4-8-52 15,-1-5-12-15,6-6-96 0,3-2-37 16,0-4-111-16,0-4 96 0,0-6 120 0,0-5-144 16,1-1 132-16,2-10 84 0,-3-2-24 15,0 0 120-15,4-1 4 0,4 3 60 16,0 4 76-16,0 10 60 0,4 2 72 15,4 3 212-15,0 7 12 0,4 0 24 16,4 4 12-16,0 3-12 0,0-1-16 16,4 3 52-16,-4 1 36 0,0 0-88 15,4-2-144-15,-5-1-160 0,2 3-52 0,-2-4-80 16,2 1-284-16,-2-1-524 0,2-3-760 16,-6 0-3344-16,2 4-5285 0</inkml:trace>
  <inkml:trace contextRef="#ctx0" brushRef="#br0" timeOffset="20575.841">32424 7922 10965 0,'0'0'4520'0,"0"0"-4092"16,0 0 316-16,-13 79 968 0,6-48 128 16,-1-2-488-16,0-4-515 0,8-3-377 15,0-5-240-15,0-8-196 0,0-2-24 16,8-5-12-16,4-2-36 0,4 0-60 15,-1-7 20-15,10-7-20 0,-5-7-72 0,4 3-52 16,-9-1 4-16,6 0 20 0,-10 6 51 16,1 5-3-16,-4 1 16 0,-4 3 32 15,4 4-8-15,-4 0 120 0,-4 0 36 16,9 0 124-16,-6 6 32 0,1 4-44 16,0-1-27-16,4 7-25 0,-4 1-96 15,0-2-88-15,-4 7-193 0,0-2-107 0,0 2-368 16,0 3-480-16,0 1-1088 0,-8-8-2152 15,-4 14-2337-15</inkml:trace>
  <inkml:trace contextRef="#ctx0" brushRef="#br0" timeOffset="21616.213">28033 9601 7476 0,'0'0'504'0,"0"0"3793"15,0 0-2993-15,0 0-316 0,0 0 336 16,0 0-72-16,0 0-296 0,0 0-452 16,-92 0-208-16,77 12-172 0,-2 7 0 15,2 4-52-15,2-2-12 0,6-1-48 16,-1-1-12-16,4-6-4 0,4-1-104 15,0-2-140-15,16-3 88 0,0 2 148 16,7 0 12-16,5 1 60 0,4-1-60 0,0 1-88 16,1-1 88-16,-2 2 12 0,-7-3-12 15,0 6 12-15,-4-3 64 0,-5 6 84 0,-2 2 24 16,-5-3-12-16,-5 3-64 16,-3 3-20-16,0-3 8 0,-3 4-20 0,-5-2-36 15,-5-2-40-15,2 4-12 0,-2-7-88 16,2-4-120-16,3-2-148 0,0-4-36 15,3-6-116-15,2 0-260 0,-1-6-292 16,0-6-744-16,0 2-1352 0,0-18-2781 0</inkml:trace>
  <inkml:trace contextRef="#ctx0" brushRef="#br0" timeOffset="21764.505">28300 9940 7748 0,'0'0'2616'0,"0"0"-931"0,0 0 67 15,4 84 4-15,-4-57-112 0,0-4-592 16,0-4-632-16,0-3-420 0,0-7-88 0,4-2-208 16,4-7-200-16,8-13-336 15,4-6-244-15,3-17-604 0,-6 8-1388 0,15-26-5009 16</inkml:trace>
  <inkml:trace contextRef="#ctx0" brushRef="#br0" timeOffset="21959.022">28814 9344 4092 0,'0'0'6893'0,"0"0"-5481"0,0 0 336 16,0 0 560-16,-4 92-472 0,0-54-460 15,0 0-372-15,0 0-176 0,4 0 57 0,0-2-1 16,0-5-544-16,8 1-236 0,-4-4-104 16,4-3-12-16,0 1-72 0,4-4-12 15,-9-6-136-15,6-3-276 0,-5-6-60 16,0-2-77-16,-4 2-111 0,0 0-256 15,0-1-1192-15,0-4-2372 0,-17 9-2449 0</inkml:trace>
  <inkml:trace contextRef="#ctx0" brushRef="#br0" timeOffset="22116.504">28508 9740 9200 0,'0'0'2593'0,"0"0"-1337"16,0 0 256-16,0 0 304 0,0 0-584 0,86-41-476 15,-53 29-424-15,-1-1-184 0,8 1-148 16,-5-1-88-16,5 0-292 0,4 1-388 16,4-2-604-16,-8 5-1064 0,24-7-2169 0</inkml:trace>
  <inkml:trace contextRef="#ctx0" brushRef="#br0" timeOffset="22793.377">32986 7350 4832 0,'0'0'1136'0,"0"0"2996"0,0 0-3071 0,0 0 427 16,0 0 104-16,0 0-380 0,-84-3-204 15,68 12-176-15,-4 4-160 0,1 6-104 16,-2 0-52-16,5 3 48 0,1 3-172 15,2 3 48-15,5-2-36 0,1 2-176 0,3 5-72 16,4-8-152-16,0 5 52 0,0-9-44 16,4 2-4-16,3-5-8 0,1-5 0 15,1-1-56-15,-2-1-16 0,5-5 0 16,1-3-260-16,2-3-312 0,1 0-240 16,0 0-460-16,0-9-940 0,-4 2-2132 15,-5-5-3033-15</inkml:trace>
  <inkml:trace contextRef="#ctx0" brushRef="#br0" timeOffset="22966.41">32858 7678 5884 0,'0'0'740'0,"0"0"4425"0,0 0-3605 16,0 0 368-16,0 0-48 0,0 0-492 16,0 0-480-16,0 0-492 0,88 28-120 15,-69-28 20-15,2-10-48 0,7 0-156 16,-4-5-104-16,0 1-8 0,-1 0-404 0,1-3-380 15,-4 1-356-15,-4 3-448 0,-4 4-1232 16,0-4-4381-16</inkml:trace>
  <inkml:trace contextRef="#ctx0" brushRef="#br0" timeOffset="23226.627">33077 7518 3676 0,'0'0'900'0,"0"0"-612"0,0 0 104 0,0 0-184 16,0 0 64-16,0 0 2588 0,88-44-1076 15,-68 34-1047-15,-4 3-121 0,0 2 104 16,0-2 236-16,4-2 36 0,-9 2-44 16,6 2-68-16,2-2-192 0,-6-3-192 15,2 0-160-15,2 1-240 0,-2 3-96 0,-3-4-76 16,0 1-8-16,0-1-104 0,0 4-472 15,0 0-408-15,-5 1-240 16,2 3-384-16,-5 2-933 0,-4 0-2071 0,0 0-751 0</inkml:trace>
  <inkml:trace contextRef="#ctx0" brushRef="#br0" timeOffset="23715.901">33257 7515 3040 0,'0'0'1304'0,"0"0"-1084"16,0 0 156-16,0 0 4444 0,0 0-3127 15,0 0-641-15,0 0-96 0,0 0 160 16,0 0 284-16,0 0-260 0,7 67-296 16,-3-48-168-16,-4 4-36 0,4-2-52 0,-4 5 12 15,0-1-232-15,0-3-248 0,0 1-120 16,0-4-44-16,5-7-68 0,-1 1-116 16,0-7-264-16,3 0-192 0,1-2-116 15,1-1 12-15,2-3-20 0,-3 0-336 16,0 0-328-16,-3 0-224 0,-1 0-89 15,-1-3-243-15,-3-1 56 0,0 1 644 16,0 0 780-16,0 0 548 0,-3 0 1092 16,3 0 548-16,0-1 60 0,0 1 93 0,3-3-393 15,5 3-368-15,8-3 84 0,0-1 16 16,4-3-264-16,-1 3-236 0,6 2-36 16,-1 2-16-16,0-7-208 0,-5 7-320 15,-6-1-52-15,-2 1-88 0,-3 3-84 16,-3 0-72-16,-5 0-524 0,0 3-588 15,-5 4-496-15,-3 9-684 0,-3-7-1961 0,-10 11-1599 16</inkml:trace>
  <inkml:trace contextRef="#ctx0" brushRef="#br0" timeOffset="23897.741">33201 7994 6080 0,'0'0'4224'0,"0"0"-2703"15,0 0-177-15,0 0 316 0,0 0 92 16,0 0-260-16,0 0-556 0,0 0-396 15,84-28-248-15,-65 15-168 0,1 1-124 16,-3-1-100-16,-2 3-168 0,-3 0-308 0,0 1-212 16,-4 3-216-16,-4 2-236 0,-4 1-448 15,0 0-852-15,0 0-1765 0,0 3-1683 0</inkml:trace>
  <inkml:trace contextRef="#ctx0" brushRef="#br0" timeOffset="24248.889">32902 7607 4760 0,'0'0'2888'0,"0"0"-1372"0,0 0-480 15,0 0 33-15,0 0 151 0,0 0-260 0,0 0-276 16,-32 67-200-16,28-42 72 0,0 1 60 16,0 2-36-16,4 4-44 0,0-4-100 15,0 4-116-15,4-6 16 0,4-4-16 16,0-4-120-16,8-1-64 0,4-4-136 15,-1-4-40-15,6-3-8 0,3-2-360 16,3 2-224-16,5-6-288 0,-4 0-248 16,4 0-312-16,4 0-128 0,-12 0-1497 15,8 0-4455-15</inkml:trace>
  <inkml:trace contextRef="#ctx0" brushRef="#br0" timeOffset="27285.498">27958 11319 5896 0,'0'0'7269'0,"0"0"-5973"15,0 0-340-15,0 0 404 0,91 34-120 16,-63-27-192-16,0-1-420 0,4-3-300 0,-4-3-132 16,4-5-24-16,0-6-100 0,0-5-72 15,-4-2-84-15,3-8-432 0,1-2-328 16,-9-5-56-16,2 5-628 0,-5-4-1084 16,-9 13-2545-16,-3-12-2667 0</inkml:trace>
  <inkml:trace contextRef="#ctx0" brushRef="#br0" timeOffset="27698.931">28208 10972 3268 0,'0'0'2892'0,"0"0"-1876"0,0 0 3529 16,0 0-2921-16,0 0-568 0,0 0-148 0,0 0-40 16,0 0-152-16,0 0-108 15,0 0-224-15,0 0-160 0,-39 54 108 0,47-37 100 16,-5 2-16-16,9 6 52 0,-3 0-112 15,2 7-40-15,-3 2-36 0,5 6-108 16,-2 4-52-16,-3 0 4 0,4 7-76 16,-4 3 12-16,-4 0 12 0,4 3 4 15,0-1 20-15,-4-1-88 0,0-4 52 16,4-3-12-16,-4-4-48 0,0-6 12 16,0-3 112-16,-4-3-3 0,4-4-25 15,-4 0 40-15,0-5 240 0,0 0 8 16,0-5-164-16,-4-3-52 0,0-1-72 0,-4-5 4 15,0 1-28-15,-3-1 0 0,-2-2-24 16,1-4 36-16,0 0-12 0,0-3-12 16,-4 0-52-16,0 0 4 0,-4-6 28 15,5-1-40-15,-5-2-192 0,-1-3 0 16,-2-2-112-16,3-1 40 0,0-2-136 0,4 2-124 16,5-1-69-16,-2 3-79 0,5-2-132 15,8-2-204-15,0 2-708 0,4-4-988 16,4 3-2157-16,4-6-2955 0</inkml:trace>
  <inkml:trace contextRef="#ctx0" brushRef="#br0" timeOffset="27911.03">28786 11347 12805 0,'0'0'2200'16,"0"0"-1296"-16,0 0 412 0,0 0 92 16,0 0-20-16,0 0-620 0,0 0-460 15,0 0-224-15,88 25-76 0,-72-33-8 16,4-3-304-16,-5-1-416 0,2 2-284 0,-6-2-540 16,-3 5-1556-16,-3 1-5001 0</inkml:trace>
  <inkml:trace contextRef="#ctx0" brushRef="#br0" timeOffset="28114.479">28798 11509 10768 0,'0'0'3241'0,"0"0"-1649"16,0 0 60-16,0 0-108 0,0 0-84 16,0 0-424-16,0 0-379 0,76 13-233 15,-53-13-132-15,2-3-136 0,-1-4-144 16,0-2-12-16,4-4-288 0,-1 1-380 15,-3-1-209-15,4-4-235 0,0 8-720 16,-4 0-2440-16,16-1-4077 0</inkml:trace>
  <inkml:trace contextRef="#ctx0" brushRef="#br0" timeOffset="29332.458">29806 11039 4712 0,'0'0'1496'0,"0"0"-832"0,0 0 3613 16,0 0-2377-16,0 0-388 0,0 0-164 15,0 0-344-15,0 0 124 0,0 0-300 16,0 0-360-16,-76-2-200 0,68 4-48 16,1 5 24-16,3-5-12 0,-5 1 12 15,9 1-60-15,-4-1-12 0,0 4-28 16,1-1-8-16,-1 1-28 0,0 8-36 0,0 4 40 15,0 3-4-15,4 10-12 0,0-1 28 16,0 4 9-16,0 4-61 0,4-4 16 16,4 3-40-16,-4 0-36 0,7-2-8 15,2-3 0-15,-2 0-8 0,2-5-44 16,-2-3 36-16,6-2-88 0,-6-7-69 16,5-3-243-16,-4-5-28 0,4-1 12 15,0-3-144-15,-4-4-52 0,4 0-176 0,3-7-352 16,-2-2-488-16,-6-5-748 0,2 3-1965 15,2-6-2023-15</inkml:trace>
  <inkml:trace contextRef="#ctx0" brushRef="#br0" timeOffset="29748.522">30025 11176 6596 0,'0'0'572'0,"0"0"3897"0,0 0-3293 0,0 0-244 15,0 0 360-15,0 0 132 0,0 0-232 16,0 0-264-16,0 0-228 0,0 0-124 16,84 72-48-16,-64-42 20 0,4 1-136 15,-4 1-84-15,-1-1 113 0,2-2-117 16,-5-4-188-16,-1-3-136 0,-3 1-4 15,0-7-80-15,-4-3-88 0,0-7-252 16,1 0-137-16,-2-6-243 0,-3 0-88 16,4-6-372-16,1-4-676 0,-2-8-1052 15,5 2-2693-15,-4-16-1459 0</inkml:trace>
  <inkml:trace contextRef="#ctx0" brushRef="#br0" timeOffset="29932.6">30376 11112 3676 0,'0'0'1344'0,"0"0"5161"15,0 0-4929-15,0 0-928 0,0 0 48 0,0 0 468 16,0 0 176-16,-83 89-344 16,62-60-492-16,5 6-196 0,1 0 12 0,-6-4-48 15,6 2-76-15,2-2-64 0,-2-3-132 16,2-3-72-16,6-2-136 0,-1-4-332 16,4-3-236-16,0-3-316 0,4-7-480 15,0 0-872-15,0-3-1673 0,0-3-1335 0</inkml:trace>
  <inkml:trace contextRef="#ctx0" brushRef="#br0" timeOffset="30107.394">30439 11290 2964 0,'0'0'7612'0,"0"0"-5699"0,0 0-293 0,0 0 552 0,80 13-568 15,-63-10-556-15,2 0-324 16,1-3-356-16,0 0-148 0,0 0-160 0,4-3-60 15,-5-3-84-15,5-4-272 0,-3-2-256 16,-1-1-360-16,-1-4-580 0,-2 8-1360 16,7-12-4157-16</inkml:trace>
  <inkml:trace contextRef="#ctx0" brushRef="#br0" timeOffset="30530.131">31030 10818 7656 0,'0'0'4209'0,"0"0"-2761"16,0 0 36-16,0 0 528 0,19 78 68 0,-15-52-488 15,0 2-688-15,1 4-335 0,-2 0-33 16,1 2 44-16,-4 5-156 0,0 2-136 0,0 3-96 16,-4 4-80-16,-4-3-68 0,-4-1-44 15,-3-3-72-15,2-6-4 0,-2-2-80 16,2-12-96-16,6-5-88 0,-1-9 4 15,4-4 32-15,-5-3-36 0,5-3 0 16,1-11-13-16,-5-1-23 0,4-7 168 16,-5-7-36-16,5-3 12 0,1-3-36 15,-1 3 148-15,0 0 92 0,4 7 28 16,0 6 100-16,0 4-100 0,0 5 232 16,0 6 0-16,4 2 48 0,0 2-84 15,3 0 32-15,2 2-8 0,3 5 12 0,-1 3 25 16,6-1 43-16,-6 7-20 0,6-4-36 15,-2 4-76-15,-3-2-24 0,0-2-72 16,1 1-72-16,-6-4-68 0,5 1-40 16,-4-1-232-16,0-2-156 0,0 2-209 15,0-3-243-15,4 1-608 0,-4-4-1452 16,0 0-2869-16,-1-3-4247 0</inkml:trace>
  <inkml:trace contextRef="#ctx0" brushRef="#br0" timeOffset="30685.894">31392 11319 4500 0,'0'0'896'0,"0"0"396"16,0 0 3721-16,0 0-2349 0,0 0-544 16,0 0-480-16,20 78-336 0,-20-57-192 15,0-2-172-15,0-1-247 0,0 1-233 0,0-3-192 16,4 0-180-16,-4-3-88 0,4-7-124 16,-1 3-188-16,1-6-224 0,1 1-217 15,3-4-223-15,0 0-100 0,-1-10-564 16,-2 1-1080-16,7-17-3101 0</inkml:trace>
  <inkml:trace contextRef="#ctx0" brushRef="#br0" timeOffset="30915.274">31739 10978 104 0,'0'0'6480'0,"0"0"-2428"0,0 0-2587 15,0 0-289-15,0 0 940 0,0 0 76 0,0 0-440 16,55 77-712-16,-46-54-296 0,-2-1-64 15,1 0 49-15,0 3-233 0,-3 4-184 16,-2-1-128-16,-3 5-76 0,0 1-96 16,-3 1-12-16,-10 0-104 0,-2 0-248 15,-2 3-168-15,-3-4-124 0,1 2-49 16,-5-1-59-16,-1-4-168 0,-3 2-568 16,-3-5-1020-16,7-6-1616 0,-16 7-1925 0</inkml:trace>
  <inkml:trace contextRef="#ctx0" brushRef="#br0" timeOffset="31287.508">29882 12439 10756 0,'0'0'2577'0,"0"0"-1597"0,0 0 92 16,0 0 248-16,0 0-352 0,0 0-336 15,0 0-224-15,0 0-212 0,0 0-184 16,0 0-12-16,84-18-356 0,-68 11-520 0,-1 1-556 16,-3 0-1096-16,4-5-4441 0</inkml:trace>
  <inkml:trace contextRef="#ctx0" brushRef="#br0" timeOffset="31534.148">30356 12350 7188 0,'0'0'5025'0,"0"0"-4053"0,0 0-68 16,0 0 700-16,0 0-212 0,0 0-428 16,0 0-492-16,0 0-472 0,0 0-112 15,79 0-208-15,-62-9-164 0,-2 0-224 16,6-1-472-16,-6 0-248 0,1 7-264 15,1-3 192-15,-2 6 543 0,2 0 609 16,-6 0 348-16,5 0 772 0,-4 3 285 16,0 3-5-16,-5 1 60 0,6-4-36 0,-9 3-144 15,4-2-252-15,-5-2-344 0,6 3-272 16,-1-5-64-16,-4 0-524 0,7 0-900 16,-2 0-1172-16,-1-7-4689 0</inkml:trace>
  <inkml:trace contextRef="#ctx0" brushRef="#br0" timeOffset="31969.673">31120 12106 7292 0,'0'0'2748'16,"0"0"-1251"-16,0 0-217 0,0 0 248 15,0 0 60-15,0 0-184 0,-79-16-624 16,72 26-360-16,-6 5-28 0,5 2 40 16,5 8 8-16,-1 3-120 0,0 8-112 15,4 5 8-15,4 0 40 0,3 3 136 0,5 0 116 16,0 1-203-16,0 0-145 0,4-1-28 16,0-3-36-16,4-3-8 0,-4-6-76 0,4-6-12 15,-4-4-44-15,0-9-80 0,0-4-288 16,0-9-97-16,0 0-331 0,-4-6 92 15,4-7-344-15,-4-6-1188 0,-5 3-2760 16,1-13-3521-16</inkml:trace>
  <inkml:trace contextRef="#ctx0" brushRef="#br0" timeOffset="32156.348">31392 12334 2612 0,'0'0'7824'0,"0"0"-6279"16,0 0-61-16,0 0 376 0,0 0-28 15,68 80-248-15,-52-64-552 0,0 0-336 16,3 0-124-16,-2 0 172 0,2-7-211 16,-7 1-381-16,4-1-152 0,-7-3-124 15,2-3-216-15,-3 1-305 0,0-4-327 0,0 0-44 16,-4-7-340-16,4-8-916 16,-4 2-2256-16,0-9-3153 0</inkml:trace>
  <inkml:trace contextRef="#ctx0" brushRef="#br0" timeOffset="32333.356">31631 12202 6928 0,'0'0'5177'16,"0"0"-3313"-16,0 0-928 0,0 0 124 0,-47 69 440 15,30-43-140-15,6 2-440 0,-6 4-360 16,6 0-180-16,-6 0-52 0,6-4-72 16,-2 1-132-16,2-1-124 0,3-2-80 15,0-8-368-15,3 1-336 0,1-2-184 16,4-8-164-16,0 0-876 0,0-5-1960 15,0-1-2013-15</inkml:trace>
  <inkml:trace contextRef="#ctx0" brushRef="#br0" timeOffset="32526.084">31758 12452 6280 0,'0'0'5425'0,"0"0"-3865"0,0 0 492 16,0 0 116-16,0 0-292 0,80 0-408 15,-64 0-496-15,4 0-367 0,0 0-229 0,0 0-108 16,-4 0-184-16,3-3-84 0,-2 0-72 16,-2 3-184-16,-2-3-300 0,-2-1-257 15,-3 4-79-15,1 0-156 0,-5 0-492 16,-1 0-1236-16,-3 0-2857 0,0 0-3914 0</inkml:trace>
  <inkml:trace contextRef="#ctx0" brushRef="#br0" timeOffset="32981.552">32233 12004 6988 0,'0'0'5925'0,"0"0"-4449"0,0 0-264 0,0 0 540 16,43 86-96-16,-31-54-296 0,1-1-264 15,-6 5-343-15,1-2-329 0,1 5-12 16,-6-1-124-16,-3 3-104 0,0 1-76 16,0 2-60-16,0 0-36 0,-8-3-12 15,4-3-8-15,-8-2-40 0,5-6-12 16,-2-7-12-16,1-6-52 0,-3-5-152 16,3-6-112-16,-5-6-12 0,2 0 60 15,-2-9 11-15,-2-4 89 0,-2-6-52 16,2-3-28-16,2-3 128 0,2-4 32 0,-1-3-12 15,4 7 52-15,4-1-52 16,4 8 124-16,0 1 48 0,4 5 8 0,-1 6 124 16,6-1 40-16,-1 4 36 0,3 0-12 15,6 3 132-15,-2 0 0 0,6 0 12 16,-1 0 13-16,-1 6-97 0,1 3 48 16,1-2-52-16,2 6-44 0,-7-4-64 0,4 1-60 15,0-4-84-15,-4 4 0 0,0-4-12 16,0 0-240-16,-4 4-232 0,4-4-76 15,-1 3-241-15,-2-5-163 0,-1 2-608 16,-5-6-1280-16,2 0-1692 0,-1-6-1129 0</inkml:trace>
  <inkml:trace contextRef="#ctx0" brushRef="#br0" timeOffset="33276.191">32615 12503 6552 0,'0'0'5841'0,"0"0"-4653"0,0 0-464 16,0 0 460-16,12 83 472 0,-12-61-132 0,0 0-432 15,0-3-372-15,0-3-172 0,0-3-48 16,0-7-135-16,0-6-193 0,0 0-112 16,0 0-4-16,0-6-56 0,4-7-148 15,4-6 40-15,4-4-49 0,-5-5 9 0,6 2-120 16,-1 1 28-16,0 6 68 0,-4 3 124 16,3 7-64-16,-2 2-32 0,-1 4 44 15,0 0 100-15,-1 3 252 0,-3 0 140 16,1 3 56-16,-1 4-47 0,0 2-97 15,-4 4-36-15,4 0 72 0,-4-1-28 16,0 4-92-16,0-4-88 0,0-1-72 16,0-3-60-16,0-4-56 0,0-4-296 15,-4 0-228-15,4 0-64 0,0 0-85 16,-4 0-219-16,0-6-1092 0,4 0-2524 0,0-11-2841 16</inkml:trace>
  <inkml:trace contextRef="#ctx0" brushRef="#br0" timeOffset="33485.002">33113 12128 11685 0,'0'0'2720'0,"0"0"-1964"15,0 0 36-15,0 0 1072 0,0 0 228 16,0 0-580-16,16 80-663 0,-12-55-329 16,-4 0-180-16,0 1-12 0,0 5-148 15,-4 1-84-15,-4 0-48 0,0 3-48 16,-4 0-8-16,-4 0-76 0,1 0-132 15,-2-4-184-15,-2 5-168 0,-5-6-125 16,-4 3-159-16,-4 2-308 0,0 0-1096 0,4-10-1944 16,-20 3-5005-16</inkml:trace>
  <inkml:trace contextRef="#ctx0" brushRef="#br0" timeOffset="39447.477">27428 3791 9580 0,'0'0'2181'16,"0"0"-929"-16,0 0 172 0,0 0-288 16,0 0 284-16,0 0-156 0,0 0-232 15,0 0-432-15,0 0-96 0,0 0 68 0,60 5 72 16,-41 25-231-16,1 4-109 0,-4 4-108 16,0 4-52-16,0 0-108 0,-4-8-36 15,-4 1-48-15,0-7-120 0,0-5-184 16,-4-8-1-16,4-4 73 0,0-5-120 15,-5-6-124-15,1 0-28 0,5 0 64 16,-5-10-4-16,0-2-64 0,0-8-12 16,-1 1 12-16,1-3 120 0,0-3 176 0,1 0 148 15,-5 2 112-15,4-2 60 0,-4 0 40 16,0-5-24-16,0 9 72 0,0-5-36 16,0 7 112-16,0 3 64 0,4 1-68 15,-1 5-8-15,1 3-4 0,4 5-84 16,-3 2-12-16,3 0 0 0,-5 0 84 15,1 9-12-15,0 1 28 0,0 2 32 0,0 1-132 16,1-1-112-16,-1-5-8 16,-1-1-104-16,-3-6-12 0,4 0 64 0,-4 0-40 15,4 0 16-15,0-3 84 0,0-3 60 16,0-1 100-16,1-2-160 0,-2-1-8 16,5 1-40-16,-4 3 36 0,4-1-124 15,0 7-84-15,0 0 84 0,4 0 136 16,-4 9 184-16,4 1-88 0,-4 3 16 0,-1 3 108 15,2-1 16-15,-1 1-28 16,0-3-36-16,-5-1-28 0,1-5-56 16,1 2-80-16,-5-6 0 0,0 1-4 0,4-1 8 15,-4-3 72-15,0 0 4 0,0 4-4 16,0-4 12-16,0 0-88 0,0 0-8 16,0 0-168-16,0 0-224 0,0 0-296 0,0 0-232 15,0-4-308-15,8-3-1184 16,-4 4-2233-16,3-9-3123 0,-26 34 5464 0</inkml:trace>
  <inkml:trace contextRef="#ctx0" brushRef="#br0" timeOffset="39814.777">28105 3714 11009 0,'0'0'2320'0,"0"0"-1468"15,0 0-4-15,0 0 548 0,0 0-28 0,-5 70-380 16,5-58-556-16,0 2-336 0,5-5 16 16,3-2-36-16,0-4-76 0,-4 0-52 15,3 0-56-15,2-3-4 0,-5 0-12 16,4-3 44-16,-1-3 76 0,-2-4-152 16,3-3-140-16,-1-2-76 0,-3 2-8 0,0-3-92 15,0-1 72-15,1 5 128 0,-5-1 32 16,0 1-36-16,-5 2 276 0,-3-3 68 15,1 4 20-15,-5 0 124 0,0 2-124 16,-4 1 64-16,4 3 144 0,0 3-144 16,-1 0 32-16,6 9-36 0,-1 1-8 15,0 5-32-15,4 8-32 0,0-5 24 16,4 1-100-16,0-2-88 0,0-1-96 16,0-3-240-16,4 0-412 0,0-4-636 15,4-3-1148-15,-4-3-2101 0,4-3-2071 0</inkml:trace>
  <inkml:trace contextRef="#ctx0" brushRef="#br0" timeOffset="40158.214">28296 3641 6280 0,'0'0'2944'0,"0"0"-1211"0,0 0 91 15,0 0 132-15,0 0-228 0,0 0-648 16,20 64-448-16,-16-52-248 0,0 1-124 15,0-3-120-15,-4 2-140 0,4-5-144 16,-4-1-104-16,4-3-136 0,0 0 16 16,-4-3-4-16,4 0-128 0,-1 0-160 15,2-6-96-15,3-3 124 0,0-7 128 16,-1-1-92-16,6-1-56 0,-5-1 168 0,3 3 280 16,2-3 164-16,-5 6 40 0,3 1 536 15,-2 2 64-15,-2 7-40 0,-3 0-16 16,0 0 140-16,0 3-160 15,-4 0-80-15,0 3-44 0,4 6 260 0,-4 1 20 16,0 2-184-16,5 4-164 0,-5 0 72 16,0 0 40-16,0-3-52 0,0-1-296 0,0 1-96 15,0-3-160-15,-5-1-400 0,5-3-228 16,0 1-140-16,0-7-276 0,0 0-596 16,0 0-940-16,5-7-2513 0</inkml:trace>
  <inkml:trace contextRef="#ctx0" brushRef="#br0" timeOffset="40309.568">28691 3616 8552 0,'0'0'2649'0,"0"0"-1917"0,0 0 244 0,0 0 728 16,8 79 184-16,-8-62-472 0,0-2-772 16,-4-2-528-16,4-4-116 0,-4-2-136 15,-1 0-668-15,1-5-440 0,4-2-596 16,-11 0-2577-16</inkml:trace>
  <inkml:trace contextRef="#ctx0" brushRef="#br0" timeOffset="40483.44">28563 3419 12685 0,'0'0'2060'0,"0"0"-1804"15,0 0 472-15,0 0 652 0,0 0-180 16,0 0-692-16,0 0-508 0,0 0-12 0,87-31-284 15,-66 25-372-15,-1-5-352 0,-1 5-512 16,5 0-1108-16,-7 3-2665 0,2-4-1351 0</inkml:trace>
  <inkml:trace contextRef="#ctx0" brushRef="#br0" timeOffset="40660.017">28878 3384 6036 0,'0'0'4356'0,"0"0"-3695"0,0 0 31 15,-9 70 808-15,2-42 124 0,-5 2-236 16,3-2-380-16,2 0-200 0,7-5-32 0,0-1-76 15,0-6-432-15,0-4-268 0,12-2-60 16,0-4-40-16,4 1-32 0,4-7 20 16,8 0-232-16,0 0 36 0,-1-7 24 0,5 1-656 15,-4 0-356-15,-4 2-520 0,-8-2-2365 16,4 3-4243-16</inkml:trace>
  <inkml:trace contextRef="#ctx0" brushRef="#br0" timeOffset="41045.095">27878 4610 10949 0,'0'0'2092'0,"0"0"-732"15,0 0 16-15,24 63 224 0,-17-31-204 16,1 3-364-16,1 0-348 0,-2 6-232 16,1 0-52-16,-4-2-168 0,5-1-136 0,-5 0-96 15,-1-9-68-15,5-4-100 16,-4-3-344-16,0-9-160 0,1-4-24 0,-1-6-80 16,-4-3-248-16,0 0-700 0,0-6-1172 15,0-10-2053-15</inkml:trace>
  <inkml:trace contextRef="#ctx0" brushRef="#br0" timeOffset="41265.284">28009 4594 11997 0,'0'0'1840'0,"0"0"-1180"16,0 0 528-16,0 0 452 0,0 0-564 16,80-22-276-16,-69 22-164 0,2 3-24 15,-1 6 204-15,-5 1-316 0,2 3-259 16,-5-1-117-16,0 7-64 0,-4 0-12 15,0 3-8-15,-8 4-40 0,-1 0-280 16,-2-1-193-16,-1-6-135 0,3-3-112 0,2-4-136 16,-1-8-252-16,4-1-244 15,0-3-396-15,0-7-1036 0,0-2-1449 0,4-10-703 0</inkml:trace>
  <inkml:trace contextRef="#ctx0" brushRef="#br0" timeOffset="41510.644">28216 4603 8460 0,'0'0'2008'0,"0"0"-759"0,0 0 339 0,0 0 300 16,0 0-20-16,52 67-504 0,-44-58-464 16,-4-4-424-16,5-3-304 0,-2-2-168 15,1-2 4-15,4-9 76 0,-4-2-80 16,4-5-4-16,-1-5-184 0,2-2-232 16,-5-1 0-16,-1 5-4 0,-3 5 64 15,-4-1 148-15,0 8 56 0,0 2-20 16,0 1-64-16,-7 6 124 0,-1 0 112 15,-4 0 224-15,4 10-88 0,-4 2-124 0,0 2 76 16,4 5 0-16,0-5-16 0,0 3-8 16,1-1-64-16,2-7-4 0,-3-2-308 15,8-4-580-15,-4-3-832 0,0 0-2096 16,4-3-2917-16</inkml:trace>
  <inkml:trace contextRef="#ctx0" brushRef="#br0" timeOffset="41742.702">28519 4146 10496 0,'0'0'3941'0,"0"0"-2893"0,0 0-16 16,12 77 596-16,-12-36 144 0,0 4-260 16,0-1-491-16,0-1-441 0,0-1-220 15,0-7-360-15,0-3-132 0,8-6-340 16,0-4-48-16,4-3-1 0,0 0-163 0,0-7-400 15,4-5-908-15,0-7-1784 0,-4 0-577 16,4-13-1987-16</inkml:trace>
  <inkml:trace contextRef="#ctx0" brushRef="#br0" timeOffset="42064.719">28841 4477 11241 0,'0'0'2252'0,"0"0"-1324"0,0 0-68 15,0 0 548-15,0 0 168 0,13 79-384 16,-9-67-444-16,0 2-396 0,0-2-156 15,8-3-108-15,0 1-16 0,-1 0 24 16,6-1-8-16,3 1-16 0,-1-1-12 16,1 0-48-16,1 1 36 0,-6-1 0 0,2 4-40 15,-6-3 44-15,6 2-44 0,2 8 0 16,-3-1 40-16,4 3 537 0,-8 0 211 16,-4 1-648-16,-8-5-148 0,0 1-120 15,-8 3-240-15,-4 2-76 0,-8-3 83 16,0 4 97-16,0-6 72 0,-3 1 16 15,-2-5-4-15,5-5 24 0,1-3 124 16,3-7 24-16,-5-10 160 0,6-6-160 0,2-6-36 16,2-7-52-16,7-3-44 0,4-6 60 15,0 0 8-15,8 0-20 0,12 0 24 16,-1-4-52-16,9 2 4 0,9-5-16 16,-2 1-72-16,9-2-96 0,-5 2-952 0,-2 13-1700 15,10-13-3497-15</inkml:trace>
  <inkml:trace contextRef="#ctx0" brushRef="#br0" timeOffset="42215.883">29782 4375 18781 0,'0'0'2496'0,"0"0"-2108"15,0 0-388-15,0 0-556 16,0 0 44-16,0 0 244 0,0 0-552 0,-75-16-1428 15,59 16-4145-15</inkml:trace>
  <inkml:trace contextRef="#ctx0" brushRef="#br0" timeOffset="57047.416">27846 3092 2272 0,'0'0'968'0,"0"0"5352"0,0 0-5004 0,0 0-683 16,0 0 239-16,0 0 352 0,-92-25-68 15,68 25-312-15,1 0-280 0,-5 3-72 16,0 6-144-16,0 1-36 0,-4 6 8 16,4 2-72-16,-4 5-88 0,0 2 16 0,0 7-52 15,1 3-116-15,-1 0-8 0,0 9 8 16,0 2-8-16,4 1 0 0,0 3-4 15,4 4-84-15,5 3-48 0,2 1 36 16,10-1-8-16,3-1 20 0,4 3-24 16,4-6-24-16,11 2-40 0,5-5 64 15,4-2 68-15,8-1 40 0,8-6 4 16,3 1-76-16,5-4-12 0,5-6 80 16,2-4 8-16,4-3 0 0,5-6 68 15,5-6-68-15,2-7 0 0,9-6 96 16,-1-6-96-16,9-13 4 0,4-3 0 15,-5-6-4-15,5-4 4 0,0-3-52 0,-1 0 36 16,-8-7-76-16,-2-2-36 0,-5-3-100 16,-9-1-28-16,-3-6 104 0,-4-3 96 15,-9 3-276-15,-3-4 4 0,-8 1 324 0,-5 0 0 16,-3 0-308-16,-8-7 104 16,-7 1 92-16,-9 0 112 0,-8-1 100 0,0 1 128 15,-16 5 12-15,-8 1-64 0,-8 10 172 16,-12 3-144-16,-4 5 12 0,-8 4-132 15,-3 7 4-15,-9 5-88 0,-8 4-4 16,-3 10-132-16,-5 6 72 0,-4 3 16 16,0 9-64-16,0 7 24 0,5 6-80 15,3 1-20-15,5 3-112 0,3 5 36 16,8-2 48-16,8 5-88 0,5-2-164 16,11 0-292-16,4 3-428 0,13-7-1025 0,2-5-1015 15,14 2-1744-15</inkml:trace>
  <inkml:trace contextRef="#ctx0" brushRef="#br0" timeOffset="57442.494">28906 2209 4092 0,'0'0'6032'0,"0"0"-4847"15,0 0-733-15,0 0 212 0,0 0 536 16,0 0 484-16,0 0-200 0,0 0-552 15,0 0-488-15,0 0-256 0,0 0 68 16,-9-9 64-16,-2 41 24 0,-1 6-120 16,-4 9-16-16,-4 7-64 0,0 3-92 0,-4 4-48 15,0 2-4-15,-4 4-100 0,0 0-96 16,0-4-124-16,1-5-84 0,11-11 24 16,-5-15 68-16,14-10-120 0,3-7-112 15,0-11-256-15,4-4-396 0,0 0-512 16,0-6-1205-16,-4-20-3739 0</inkml:trace>
  <inkml:trace contextRef="#ctx0" brushRef="#br0" timeOffset="57652.35">28439 2626 3696 0,'0'0'0'0,"0"0"0"0,0 0 3888 0,0 0-2112 15,0 0-444-15,0 0-419 0,0 0 11 16,-43 82 60-16,43-57-20 0,4 5-332 15,3-2-344-15,2 2 64 0,3 6-152 0,-1-7-60 16,5-4 0-16,5-9 60 16,2-6-24-16,5-7-28 0,8-3-148 0,8-3-12 15,3-11-300-15,1-5-380 0,5-3-276 16,-2-3-316-16,1 0-416 0,-13 3-1269 16,14-11-3031-16</inkml:trace>
  <inkml:trace contextRef="#ctx0" brushRef="#br0" timeOffset="57915.451">29419 2270 3940 0,'0'0'7629'0,"0"0"-6505"0,0 0-840 16,0 0 468-16,0 0 652 0,0 0-68 15,-31 69-280-15,23-39-324 0,4 1-204 16,-4-3-108-16,3 4-76 0,2-3-148 16,-1-4-196-16,4-6-44 0,0 0-68 15,0-6-12-15,4-3-340 0,4-4-92 0,4-3-236 16,3-3-300-16,2-7-812 0,7-5-1016 16,-9 3-2169-16,5-14-1439 0</inkml:trace>
  <inkml:trace contextRef="#ctx0" brushRef="#br0" timeOffset="58180.934">29631 2473 3252 0,'0'0'7789'0,"0"0"-6661"16,0 0-820-16,0 0 712 0,0 0 968 15,20 76-84-15,-16-62-936 0,0-6-512 0,0-2-260 16,3 1-100-16,2-3-20 16,3-4-64-16,-1 0 96 0,2-7 80 0,6-3-44 15,-3-3-144-15,1-6-332 0,-2 4-144 16,-3-5-8-16,0 5 116 0,-8-1 56 15,0 3 176-15,-4 4 0 0,0 3 136 0,-8-4-12 16,-4 3 24-16,0-2 64 16,-8 3-16-16,4-4-60 0,-4 3 12 0,5 5 100 15,-5-1 112-15,4 3-88 0,4 0-24 16,0 3-112-16,-1 3-212 0,6 4-120 16,-5 1 8-16,3 3-212 0,6 2-756 15,-5 0-1144-15,4-4-2485 0,0 1-1795 0</inkml:trace>
  <inkml:trace contextRef="#ctx0" brushRef="#br0" timeOffset="58580.93">29913 2421 5824 0,'0'0'8469'0,"0"0"-7481"0,0 0-712 16,0 0 620-16,0 0 520 0,0 0-292 16,0 0-536-16,41 68-332 0,-26-65-96 15,6-3-24-15,3 0-52 0,-5-6 0 16,9-4-84-16,-4-6-24 0,0-3-488 16,-1-1-88-16,-2 2 68 0,-5-1 40 15,-4 0-52-15,-5 3-4 0,-3 4 152 16,-4 2 168-16,0 0 28 0,-7 4 108 15,-9-1 92-15,0 1 168 0,-5 0-68 16,2 3-12-16,3 3 172 0,-4 0-8 0,4 9-92 16,1 4-152-16,-2 3 68 0,2 9 160 15,2 0 160-15,2 5 112 0,-2-2-152 16,9-3-72-16,-3 1-124 0,7-8-160 16,0-1 0-16,3-8-136 0,10-2-24 0,-2 0 60 15,10-7 4-15,2 0-536 0,5-11-172 16,4-1-812-16,-12 2-1224 0,4-12-2673 0</inkml:trace>
  <inkml:trace contextRef="#ctx0" brushRef="#br0" timeOffset="58730.927">30284 2421 7808 0,'0'0'5801'0,"0"0"-5281"16,0 0 280-16,0 0 836 0,0 0-24 15,0 0-440-15,0 0-488 0,88 39-340 16,-68-39-136-16,4-12 48 0,4-4-256 15,4-6-244-15,-5-7-528 0,6-3-492 0,-10-3-720 16,-3 7-2332-16,0-10-3441 0</inkml:trace>
  <inkml:trace contextRef="#ctx0" brushRef="#br0" timeOffset="58931.514">30439 2073 4912 0,'0'0'8285'0,"0"0"-7433"0,0 0-612 15,-7 90 1076-15,3-57 856 0,0 9-408 16,0 2-688-16,-5 7-564 0,2 7-220 16,-1 2-100-16,-9 0-80 0,6 4-100 15,-5-7-12-15,0 0-72 0,4-7-72 16,0-5-88-16,4-8-204 0,4-4-224 16,0-11 48-16,4-6-52 0,0-6-372 0,4-8-672 15,4-2-1136-15,0-6-2009 0,0-19-1435 16</inkml:trace>
  <inkml:trace contextRef="#ctx0" brushRef="#br0" timeOffset="59075.469">30568 2498 5744 0,'0'0'8445'0,"0"0"-7597"0,0 0-456 0,0 0 464 16,90 0 252-16,-69-9 168 0,3-1-404 15,4-9-764-15,0-3-108 0,0-3-672 16,0-4-452-16,-5-6-332 0,-7 10-1096 15,3-17-3817-15</inkml:trace>
  <inkml:trace contextRef="#ctx0" brushRef="#br0" timeOffset="59264.455">30731 2111 5004 0,'0'0'7489'0,"0"0"-6657"0,-4 80-260 16,0-45 1048-16,-1 9 344 0,-3 7-468 0,1 2-664 15,-5 11-452-15,-4 2-244 16,-1 5-136-16,-2 2 0 0,-1-4-68 0,8-5-248 16,0-4-348-16,8-6 12 15,0-9-76-15,4-10-852 0,0-14-2472 0,0-4-1349 0</inkml:trace>
  <inkml:trace contextRef="#ctx0" brushRef="#br0" timeOffset="59881.886">31515 2324 3464 0,'0'0'7545'0,"0"0"-6005"15,0 0-480-15,13 76 220 0,-9-44 44 16,-1-4-76-16,1-2-372 0,-4-8-480 16,4-5-396-16,0-3-60 0,0-4-40 15,4-6 28-15,0 0 56 0,4 0-56 16,0-9-396-16,8-7-228 0,-4 0 12 16,-1-3-8-16,-2-3 12 0,-5 6-92 0,-1 0 112 15,-7 4-180-15,0 1-288 0,-3 3 71 16,-9 1 425-16,-4 0 632 0,-4 2 853 15,4 1-185-15,-8 2-24 0,8-3 124 16,0 5 172-16,4 0-192 0,5 0-332 0,-2 7-240 16,5-1-176-16,0 4-112 15,4 3-128-15,0 3-88 0,4-5-536 0,5 0-156 16,2-5-260-16,10-6-309 16,-2 0-443-16,9-10-624 0,0-2 208 0,4-4 988 15,0 4 1460-15,3-2 884 0,1 3 944 16,-3 0 228-16,-1 5-184 0,-1-1-136 15,-4 1-263-15,1 0-305 0,0 0-412 16,0-1-372-16,-3-3 124 0,3-2-496 16,0-7-12-16,-1 0-764 0,-3-7-696 15,-8 7-1093-15,-1-16-3031 0</inkml:trace>
  <inkml:trace contextRef="#ctx0" brushRef="#br0" timeOffset="60059.925">31998 1974 4548 0,'0'0'544'15,"0"0"240"-15,0 0 2228 0,0 0-1380 0,0 0-319 16,-32 89 107-16,28-54-36 0,0 4 52 16,4 5-196-16,-4 7-228 0,-1 6-272 15,-2 3-420-15,-1 7-208 0,-9 3-48 16,6 2-64-16,-6-2-124 0,2 0-84 16,-1-5-64-16,4-7-180 0,-8-3-280 15,4-4-312-15,0-7-512 0,1-12-1692 16,-10 3-4057-16</inkml:trace>
  <inkml:trace contextRef="#ctx0" brushRef="#br0" timeOffset="60749.413">29575 3359 11161 0,'0'0'2048'16,"0"0"-1460"-16,0 0 300 0,0 0 256 15,0 0 96-15,0 0-260 0,0 0-264 16,0 0-308-16,72-80-336 0,-56 49-72 16,0-4-428-16,-1-1-68 0,-2 3 16 15,-1 0 20-15,-5 1 12 0,1 1 12 16,-3 2 132-16,-1 1 104 0,-4 0 116 0,-9 2 84 15,1 6 12-15,-3 1 0 0,-6 3 140 16,6 4-152-16,-1 2 204 0,0 7-40 16,4 0-16-16,0 3 0 0,4 0-68 15,-1 3-80-15,2 10 0 0,-1 3 0 16,4 2 12-16,-4 11 88 0,4 3 136 16,0 3 64-16,0 6-64 0,0 4 12 0,4 2-52 15,-4 4-48-15,4 3-72 0,-4 0-76 16,0 0-4-16,3-6 4 0,2-10 4 15,-1-6-4-15,4-10-96 0,0-10-88 16,-1 2 108-16,2-9-48 0,3-5-260 16,-1 0-260-16,9-8-200 0,-3-6-744 0,-6 1-1052 15,10-15-2449-15</inkml:trace>
  <inkml:trace contextRef="#ctx0" brushRef="#br0" timeOffset="61140.974">29882 3264 7432 0,'0'0'1504'0,"0"0"-376"15,0 0 533-15,0 0 219 0,3 73-308 0,2-61-580 16,-5-2-476-16,4-4-80 0,-4 0-140 16,4-6-196-16,0 0-100 0,4 0 0 15,-1-2 64-15,2-4-4 16,6-8-60-16,-2-5-520 0,2 0-40 0,-2-3 80 15,-2 0 116-15,-3 3-12 0,-4 0-92 0,0 3-12 16,-4-1 164-16,0 3 316 0,-12 1 152 16,1 2 48-16,-6 2-60 0,6 4 200 15,-6 1-24-15,6 4-12 0,-2 0-228 16,2 4-16-16,-1 8-60 0,3 7 76 16,-2 2 48-16,3 6 92 0,-1 4 0 15,2 1 36-15,3 3 8 0,0 0-72 16,0-3-140-16,4 3 32 0,0-7-72 15,0-3 20-15,8-6-28 0,0-5-160 16,4-6 36-16,4-4 36 0,4-4-36 16,4 0 24-16,4-4-228 0,0-8-340 0,-1-4-404 15,5-3-440-15,4-3-889 0,-12 3-1883 16,16-14-1328-16</inkml:trace>
  <inkml:trace contextRef="#ctx0" brushRef="#br0" timeOffset="61447.639">30288 3200 4012 0,'0'0'1304'0,"0"0"2956"0,0 0-2815 0,0 0-697 0,0 0 492 16,-96 57 288-16,81-28-356 0,-5-1-256 16,8 2-68-16,-1-5-20 0,10-6-236 15,-1 0-292-15,4-10-300 0,0 1-248 16,0-4-156-16,7-6 84 0,6 0-76 16,2 0-88-16,6-13-104 0,-1-3-328 15,-1-3-392-15,2-2-272 0,-1-2 68 16,-9 4 351-16,5 0 205 0,-8 3-108 15,-4 3-12-15,0 4 672 0,0 2 404 16,-4 7 940-16,0 0 384 0,0 0-172 0,0 3-83 16,0 4-285-16,0 2-144 0,0 4 268 15,0 3-196-15,-4 0-120 0,4 0 264 16,0-4-100-16,0 2-632 0,0-6-124 0,8-2-348 16,1-1-436-16,2-5 156 0,9-5-156 15,0-3-604-15,0-5-697 0,16-13-2635 0</inkml:trace>
  <inkml:trace contextRef="#ctx0" brushRef="#br0" timeOffset="61899.418">30603 3226 3148 0,'0'0'220'0,"0"0"408"16,0 0 1480-16,0 0 1968 0,-44 69-2095 16,40-59-169-16,0-6-144 0,4-2-436 0,0-2-736 15,0 0-484-15,0-2-12 16,8-5-8-16,1-6-204 0,-2-6-48 0,9-3-316 15,0-3-256-15,0-4-188 0,0 0-72 16,-1 1 120-16,2-1-144 0,-2-3-125 16,2 1-115-16,-10 2 604 0,6 1 752 15,-5 5 220-15,-1 7 672 0,-3 4 68 0,0 5-7 16,-4 7-129-16,0 0-16 0,0 0-28 16,0 10-4-16,0-1-460 0,-4 7 140 15,0 3 8-15,4 4-48 0,-3 2 228 16,-1 0 300-16,4 4-248 0,0-4-376 15,0 4-220-15,0-4-100 0,0-2 0 16,4-4-96-16,-1-3 96 0,9-4 160 16,1 1-68-16,2-1-92 0,1 1-64 15,8 0-8-15,0-1 68 0,4 1 4 16,-4-1-88-16,0 2-72 0,0 1 112 0,-9 2 44 16,-2 2-432-16,-1-4 128 0,-9 5 228 15,1-2 72-15,-4 1-68 0,0 0-236 16,-7 0 24-16,-5 0-72 0,-4-2-48 15,-5-5-204-15,6-2-148 0,-5-3-24 0,4-2 260 16,0-5 268-16,0-3 144 0,4-6 60 16,-4-7-128-16,0-7-176 0,4-2 148 15,1-3-100-15,2-7-681 0,5 0-395 16,4 4 88-16,4 2-264 0,16-10-1316 0</inkml:trace>
  <inkml:trace contextRef="#ctx0" brushRef="#br0" timeOffset="62120.545">31344 2749 11985 0,'0'0'1700'0,"0"0"-1344"0,0 0 708 16,-4 92 1044-16,1-57-72 0,3 0-688 15,0 0-556-15,0-4-392 0,0 2-183 16,7-2-217-16,1-5 0 0,0-1-169 0,0-6-243 15,4-3-4-15,-4-6-36 0,-1-3-144 16,-2-2-176-16,3-2-240 0,-8 1-564 16,0-2-1404-16,0-2-2385 0,-20 5-1547 0</inkml:trace>
  <inkml:trace contextRef="#ctx0" brushRef="#br0" timeOffset="62279.926">31148 3092 3008 0,'0'0'6736'0,"0"0"-5431"0,0 0-369 15,0 0 1008-15,0 0-264 0,84-28-464 16,-52 21-260-16,0 1-200 0,0-7-228 16,-4 3-320-16,0-2-144 0,4-1-64 15,-4-2-260-15,0-2-600 0,-4 2-468 16,-1-1-544-16,-10 6-2044 0,2 1-1957 0</inkml:trace>
  <inkml:trace contextRef="#ctx0" brushRef="#br0" timeOffset="62584.356">31492 2984 5488 0,'0'0'5857'0,"0"0"-5217"0,0 0-188 16,-9 67 732-16,9-45 688 0,0-3-140 16,9-3-508-16,-1-3-572 0,7-4-160 0,-2-6 60 15,6 1-224-15,-3-4-192 0,5-7-52 16,2-2-84-16,-3-7-208 0,4-3-244 16,-5-3-220-16,2-1-92 0,-5 5-52 15,-4-2 84-15,-5 5 208 0,-7-2 32 16,0 9-20-16,0 1 8 0,-7-3 300 15,-10 8 204-15,2-5 316 0,-2 3-100 16,-2 1-80-16,3 3 192 0,0 3 140 16,4 10-168-16,-4 4 12 0,4 4 72 15,0 8 64-15,1-1 156 0,2 4 124 16,-3-3-40-16,5 2-152 0,3-6-204 16,4-1-296-16,0-6-36 0,0-2-208 0,8-6-84 15,7-7-40-15,1-3 28 0,5-3-92 16,-2-10-540-16,5-4-452 0,0-4-1208 15,-8 2-2737-15,4-7-1655 0</inkml:trace>
  <inkml:trace contextRef="#ctx0" brushRef="#br0" timeOffset="62864.513">31814 3045 10544 0,'0'0'1597'0,"0"0"-1289"16,0 0-80-16,0 0 744 0,8 72 748 15,-4-52-376-15,1-1-388 0,-2-6-64 16,1 2-584-16,4-5-244 0,-4-4-64 15,0 1-96-15,0-4-164 0,4-3-96 16,4 0-192-16,-1-7 4 0,2-5 232 16,2-2 124-16,2-5-60 0,-2 1-44 15,2-1 16-15,-2-4 100 0,-2 1 24 0,2 0 28 16,-6 0 8-16,2 0-8 0,-3 3 124 16,-4 3 104-16,1 4-40 0,-5 1-60 15,0 3-4-15,0-3-76 0,0 8-152 16,-5 3-88-16,1 0 88 0,-4 0 152 15,1 0-48-15,3 0-256 0,-5 3-244 0,1 1-296 16,5 3-184-16,-5-2 275 0,4 2 41 16,-1-5-740-16,-3 9-1464 0</inkml:trace>
  <inkml:trace contextRef="#ctx0" brushRef="#br0" timeOffset="63614.733">31889 2873 9760 0,'0'0'1509'0,"0"0"-1081"15,0 0 632-15,0 0 684 0,0 0 36 16,0 0-596-16,0 0-740 0,0 0 4 16,0 0 116-16,17 73 4 0,-13-42-68 0,0-1-108 15,-1 1-4-15,2-2-44 0,-5-1-76 16,0 0-88-16,0 1-84 0,0 3-32 15,-5-3-16-15,2-4-48 0,-1-3-52 16,4-6 48-16,-4-3-48 0,4-4 4 16,0-5 36-16,0-1-60 0,0-3-24 0,0 0-4 15,0-3 16-15,4-7 84 0,3-3 0 16,6-9 96-16,-1-6 64 0,4-7-112 16,3-7-36-16,2 1 24 0,-1 3-36 15,3-3-108-15,-3 3 48 0,0 2-88 16,0 5-144-16,-4 6-72 0,0-1-76 15,-4 7-36-15,0 0-64 0,-5 7-176 16,-2-1-224-16,3 7-436 0,-8 2-728 0,4 1-1057 16,-4 3-2639-16</inkml:trace>
  <inkml:trace contextRef="#ctx0" brushRef="#br0" timeOffset="64030.884">32181 2889 8172 0,'0'0'5349'16,"0"0"-4753"-16,0 0-252 0,0 0 940 0,0 0 876 16,8 67-544-16,-8-48-736 15,0 2-452-15,0 2-112 0,0-4-136 0,-4 0-180 16,4-3-48-16,0-3-48 0,0-4-64 16,0 1-180-16,0-7-88 0,0 0-72 0,4 0 32 15,-1-3 88-15,6 0 84 0,-1 0 36 16,-4-3 200-16,3 0 60 0,1 3 8 15,-3-3-8-15,-1 3-100 0,0 0 100 16,-4 0 28-16,4 3 180 0,-4-3 16 16,0 3-64-16,3-3-92 0,-3 3-68 15,8-3-48-15,-3 0-4 0,3 0-108 16,-1-6-36-16,10-4 96 0,-6 1 100 16,5-4 72-16,-4 1-24 0,4-1-36 15,-4 0 0-15,0 3-4 0,-4 5 68 16,0 1 120-16,-4 1 52 0,0 3-4 0,0 0 28 15,-4 0-40-15,4 3 24 0,-4 1-120 16,0-1-88-16,4-1-48 0,-4 2-104 16,3 2-116-16,-3-3-72 0,5 1-152 15,-1-1-220-15,8 0-288 0,-1 3-448 16,10 1 848-16,-1-4-240 0,-9 0-4277 0,14-3-3479 0</inkml:trace>
  <inkml:trace contextRef="#ctx0" brushRef="#br0" timeOffset="64230.806">32535 2917 13953 0,'0'0'2020'16,"0"0"-2008"-16,0 0 728 0,0 0 192 0,96-25 144 15,-72 15-132-15,4 4-528 0,0-3-288 16,0-1-128-16,-4 4-160 0,-5-4-304 15,1 7-360-15,-8-3-288 0,0 2-688 16,-8 4-2020-16,-4 0-2465 0</inkml:trace>
  <inkml:trace contextRef="#ctx0" brushRef="#br0" timeOffset="64383.416">32619 3082 8836 0,'0'0'3881'0,"0"0"-3409"16,0 0 696-16,0 0 752 0,0 0 80 15,88 7-476-15,-64-17-680 0,4-5-540 16,0-4-304-16,-1-7-160 0,1 1-400 16,-4-6-160-16,0-2-476 0,0 1-816 15,-8 7-2340-15,4-10-3273 0</inkml:trace>
  <inkml:trace contextRef="#ctx0" brushRef="#br0" timeOffset="64716.016">33038 2673 9896 0,'0'0'6881'0,"0"0"-6013"16,0 0-860-16,0 0-8 0,4-66 644 15,-1 36 48-15,5-1-360 0,1-4-272 16,2-3-52-16,1-3 100 0,4 3-108 16,0 0-112-16,-4 3 0 0,0 6 108 15,-4 13 4-15,0 7 80 0,-4 5 28 16,0 4 52-16,-4 0-24 0,0 0 108 15,0 10-12-15,4 3 12 0,0-1 48 16,0 11-84-16,-1 2-36 0,6 0 56 16,-9 7-8-16,4 3 0 0,0 0-15 15,-4 6 27-15,4 3 240 0,0 1 180 16,-4 6-144-16,3-1 0 0,-3 2-220 0,0-1-164 16,0-7-112-16,0 0-12 0,-3-9-52 15,-1-2-92-15,0-8-144 0,4-3-292 16,-4-9-316-16,0 2-48 0,0-5-29 0,-1-1-299 15,-2-2-848-15,-1 2-1752 0,4-3-1565 16,-12 7-1719-16</inkml:trace>
  <inkml:trace contextRef="#ctx0" brushRef="#br0" timeOffset="64860.008">33070 3146 4484 0,'0'0'5956'16,"0"0"-5271"-16,0 0-221 0,0 0 1188 15,0 0 776-15,0 0-104 0,0 0-356 16,0 0-516-16,82-23-347 0,-57 17-297 15,-9-3-420-15,3-1-364 0,2-2-24 0,-1-1-412 16,-1-6-580-16,5 3-297 0,-7 4-1379 16,6-4-5037-16</inkml:trace>
  <inkml:trace contextRef="#ctx0" brushRef="#br0" timeOffset="85898.241">796 3311 5108 0,'0'0'5240'0,"0"0"-3863"16,0 0-1045-16,0 0 168 0,0 0 344 16,0 0 476-16,0 0-88 0,0 0-164 0,0 0-312 15,4-63-320-15,4 63-240 0,1 9 88 16,6 7 120-16,5 3 272 0,0 10-124 16,0 6-28-16,4 5-256 0,-5 12-136 15,2 5-36-15,3 6-88 0,-9 4 56 16,6 3-64-16,-6 0-4 0,1-13-96 15,-4-10-20-15,0-12 108 0,-4-12-48 16,-4-7 8-16,4-10-80 0,-3-2 36 0,2-4-76 16,-3 0-48-16,0-10 112 15,4-9 108-15,4-13 136 0,0-6-136 0,-4-10-120 16,0-5-40-16,0-5-12 0,-4 4-24 16,0-3 88-16,3 3-16 0,-2 0-84 15,3 6 24-15,0 6 24 0,-1 11 24 16,2 6 64-16,-1 12-28 0,-4 3-96 0,0 10-40 15,3 0 188-15,2 10 48 16,3 9 480-16,4 10 0 0,-1 9-208 0,2 9-40 16,2 10-76-16,-3 8-44 0,0-2-4 15,0 1 4-15,-4-8 24 0,0-8-4 16,-4-16 136-16,0-7-72 0,0-11-12 16,0-9-76-16,-4-2 0 0,-4-3-44 15,0 0 20-15,4 0 48 0,-4-6 28 16,4-7 145-16,-4-6 43 0,4-6-68 15,3-8-172-15,-3 2-32 0,1-11-16 16,-1 5-56-16,0-1-4 0,0 0-72 16,3 5-28-16,-3 2-32 0,0 6-124 0,1-4-216 15,3 1-197-15,-1-1-231 0,6 1-352 16,-1-2-412-16,-5 9-1400 0,6-14-2753 0</inkml:trace>
  <inkml:trace contextRef="#ctx0" brushRef="#br0" timeOffset="86096.862">1757 3248 8612 0,'0'0'5429'0,"0"0"-4809"15,0 0-404-15,0 0 628 0,0 0 524 16,0 0-156-16,0 0-252 0,87 12-200 16,-71-12-272-16,4 0-168 0,0-3-116 15,0-3-152-15,4 0-52 0,-4-4-8 16,4 1-284-16,-1-1-416 0,-2 4-272 15,-1-1-216-15,-5 4-456 0,-2 3-1220 0,-2 0-1921 16,-7 0-1575-16</inkml:trace>
  <inkml:trace contextRef="#ctx0" brushRef="#br0" timeOffset="86283.045">1960 3305 5548 0,'0'0'5164'0,"0"0"-3735"0,0 0-969 0,0 0 344 15,-28 70 796-15,24-42-80 0,-1 1-400 16,5-1-56-16,0 4-132 0,0 3-256 15,0 1-252-15,-3 1-204 0,3 1-112 16,0 3-104-16,0-3-4 0,0-6-156 16,-4-4-64-16,4-2-132 0,0-10-188 15,0-3-136-15,0-3-24 0,0-4-216 16,0-3-192-16,4 0-692 0,-4-3-932 16,3 0-1689-16,-3-3-1095 0</inkml:trace>
  <inkml:trace contextRef="#ctx0" brushRef="#br0" timeOffset="86682.96">2254 3321 2936 0,'0'0'508'16,"0"0"6028"-16,0 0-5439 16,0 0-697-16,0 0 204 0,0 0 688 0,0 0 104 15,0 0-228-15,0 0-300 0,0 0-296 16,21-4-276-16,-14 1 104 0,1 3 116 15,9 0 124-15,-2 0-224 0,5 0-132 16,4-3-4-16,0 3 0 0,3-2-36 16,1-2-120-16,-3 1-52 0,3-1-24 0,-4-2-40 15,0 3-8-15,-1-4-12 0,-3 1-48 16,-3 3-40-16,-6 0-216 0,1 0-280 16,-4 0-152-16,0 3-140 0,-4 0-164 15,-4 0-580-15,0 0-836 0,0 0-773 16,-4 3-1835-16</inkml:trace>
  <inkml:trace contextRef="#ctx0" brushRef="#br0" timeOffset="87946.832">2422 3317 432 0,'0'0'10092'0,"0"0"-8831"0,0 0-953 15,0 0 292-15,0 0 640 0,0 0 160 16,0 0-316-16,0 0-272 0,0 0-292 15,0 0-248-15,0 0-160 0,-56-22 48 16,49 32-148-16,-6-1-12 0,1 0-52 0,-4 5 0 16,5 1 48-16,-1 2-8 0,3 2-112 15,-2-4 76-15,3 1 0 0,-1 0-4 16,5 0 44-16,-3 0-40 0,3-4-16 16,4 1 12-16,0-3 44 0,0 0 8 15,4-5-76-15,3 5 76 0,1-3 96 16,5 1 16-16,2 2 12 0,2 1-112 15,3-3-4-15,3 3 176 0,5-2-84 0,0-4-92 16,-4 2 92-16,4 0-16 0,0-1 80 16,-5 1-92-16,5-1-12 15,-4 3-52-15,0 1 116 0,-3-4-36 0,-6 4-40 16,1-1 0-16,-4 0-36 0,-4-2 64 16,0 2-28-16,0 2-36 0,-4-3 100 15,0 2-4-15,0-3 40 0,-4 1 96 0,0 6-60 16,0-5-24-16,0 1-24 15,-4 3-40-15,-4-5 40 0,-4 6 20 0,0-5-56 16,-3 4 8-16,-6-3-12 0,-3-1-8 16,0 0 68-16,-4 1-144 0,-4-1 72 15,0-2-44-15,-3-1-40 0,-1 0-52 16,4 1-152-16,-4-3-124 0,1 1-28 16,3 2-96-16,4 0-88 0,0-1-72 15,0 0 44-15,8 0-260 0,0 1-332 16,0-1-592-16,4 0-976 0,0 4-2849 0</inkml:trace>
  <inkml:trace contextRef="#ctx0" brushRef="#br0" timeOffset="88389.247">1079 4378 11401 0,'0'0'3112'0,"0"0"-2644"0,0 0-316 16,0 0 100-16,0 0 632 0,0 0-60 15,0 0-180-15,0 0-272 0,0 0-164 16,0 0-20-16,52-10 92 0,-16 3 16 16,4 2-76-16,8-2-60 0,3 4 48 15,5-3 124-15,4 0-28 0,3 0-44 0,5-1-116 16,0 0-84-16,4-2-52 0,-1-1 0 16,2 1 52-16,2 2-56 0,1 1-8 15,-1-3 0-15,1 5 4 0,-4 1 0 16,-4 0-8-16,-1 3-8 0,-7 0-44 15,-4 0-12-15,-4 3-136 0,-9 0 64 0,-3-3-40 16,-3 4 12-16,-10-4-48 0,1 0-236 16,0-7-156-16,-4-2-80 0,-4-7-276 15,3-6-864-15,-6 3-1272 0,-2-16-3513 0</inkml:trace>
  <inkml:trace contextRef="#ctx0" brushRef="#br0" timeOffset="88593.209">3031 3801 14381 0,'0'0'1460'16,"0"0"-1408"-16,0 0 276 0,0 0 496 15,0 0-228-15,0 0-40 0,80 25-148 0,-72-22-208 16,4 3-200-16,0 1-64 15,0-1-440-15,-4 0-552 0,0 0-372 0,0 1-1012 16,-4 5-3733-16</inkml:trace>
  <inkml:trace contextRef="#ctx0" brushRef="#br0" timeOffset="88781.583">3175 4130 15409 0,'0'0'2636'0,"0"0"-2400"0,0 0-52 0,0 0 384 0,0 0 240 16,0 0 144-16,0 0-500 0,0 0-452 16,0 0-40-16,0 0-44 15,0 0-52-15,80 23-192 0,-65-23-480 0,-2-4-420 16,2 1-644-16,-3-3-2636 0,-3 0-5953 0</inkml:trace>
  <inkml:trace contextRef="#ctx0" brushRef="#br0" timeOffset="89518.505">4294 3219 12269 0,'0'0'2672'0,"0"0"-2372"0,0 0-292 16,0 0 660-16,92 10 300 0,-56-10-24 0,-4 3-240 15,4-3-212-15,0 0-172 16,-4 0-100-16,-1-6-112 0,-3 3-108 0,0-4 0 16,-4 1-144-16,-4-1-176 0,0 0-368 15,-5 2-228-15,-2-2-392 0,-1 5-824 16,-9-3-2057-16,-3 5-2623 0</inkml:trace>
  <inkml:trace contextRef="#ctx0" brushRef="#br0" timeOffset="89728.612">4541 3279 3860 0,'0'0'2944'0,"0"0"1873"0,0 0-4045 16,0 0-260-16,0 0 708 0,-4 86 360 15,13-55-176-15,-1 11-228 0,-1 2-140 16,1 4-216-16,1 4-332 0,-5-5-244 16,0 3-172-16,-1-2-72 0,-3-4-172 0,0-5-192 15,0-4-52-15,0-7-100 0,0-6-60 16,0-3-112-16,-3-3-192 0,-1-4-660 15,-4-1-968-15,3-1-1561 0,-10-2-1511 0</inkml:trace>
  <inkml:trace contextRef="#ctx0" brushRef="#br0" timeOffset="89888.473">4322 3965 9624 0,'0'0'1933'0,"0"0"-841"0,0 0 104 0,0 0 60 15,0 0-264-15,0 0-176 0,0 0-196 16,0 0 12-16,0 0 120 0,0 0-40 15,84 0-184-15,-56 0-200 0,4-2-156 16,0-5-124-16,-4-3-48 0,4-2-4 16,-1-8-180-16,1 4-352 0,-4-5-296 15,0-2-204-15,0 1-492 0,-9 6-1212 16,9-12-2721-16</inkml:trace>
  <inkml:trace contextRef="#ctx0" brushRef="#br0" timeOffset="90063.635">4916 3664 3360 0,'0'0'10357'0,"0"0"-9093"16,0 0-836-16,0 0 1044 0,87 41 236 0,-63-32-392 0,1-6-304 15,3-3-160-15,-4 0-379 0,8-8-341 16,-4-9-132-16,3-2 0 0,-3-3-120 16,4 0-244-16,-9-4-305 0,5-2-307 15,-4 2-456-15,-3-2-976 0,-6 5-2480 16,-2-5-3945-16</inkml:trace>
  <inkml:trace contextRef="#ctx0" brushRef="#br0" timeOffset="90363.237">5119 3203 12765 0,'0'0'1716'16,"0"0"-1464"-16,0 0 416 0,0 0 592 15,-4 70 180-15,8-41-332 0,4 6-288 16,4 3-136-16,0 3-148 0,4 0-220 0,0 11-48 15,0-2-159-15,-4 7-49 0,0 0-52 16,0 4-4-16,-4-1 0 0,-1-3-4 16,2-3 8-16,-1-3 0 0,-4-6-8 15,-1-8-72-15,-3-2 72 0,0-3-48 16,0-7 40-16,0-6 8 0,-3 0 0 16,-5-9 72-16,0 0-72 0,-4-7-68 15,-8 0 8-15,0-1 51 0,0-2-75 16,-8 0-88-16,-4 0-96 0,-4-5-96 15,1-2-88-15,-9-2-160 0,4-4-304 16,-4 0-368-16,5-2-656 0,7-2-1204 0,-9-14-3149 0</inkml:trace>
  <inkml:trace contextRef="#ctx0" brushRef="#br0" timeOffset="91013.339">6191 3276 6808 0,'0'0'6461'0,"0"0"-5141"15,0 0-524-15,0 0 76 0,0 0 248 0,0 0-56 16,0 0-240-16,0 0-260 0,0 0-232 15,40 73-188-15,-20-66-56 0,0 0-4 16,3-7-36-16,1 0-40 0,4 0-8 16,0-11-12-16,0-1 0 0,0-1-48 15,0 3 56-15,0 4-116 0,-5 6-40 0,-2 3 36 16,-1 10 4-16,-5 12 44 0,2 11 68 16,-9 8 8-16,3 10 8 0,-7 6 80 15,1 7 8-15,-5 2-96 0,0 5 4 16,0-1-4-16,0-4 0 0,0-2 0 15,0-13 12-15,-5-9 0 0,5-11 76 16,-4-15-88-16,4-6-100 0,0-9-108 16,0-4-208-16,-4 0-52 0,0-4-136 15,-3-5-384-15,-6-7-852 0,5 3-1324 0,-7-15-2889 0</inkml:trace>
  <inkml:trace contextRef="#ctx0" brushRef="#br0" timeOffset="91168.118">6255 3803 13313 0,'0'0'1876'0,"0"0"-1776"0,0 0 652 16,0 0 900-16,91-7-556 0,-59 2-308 15,-4-2-164-15,4-2-308 0,0-1-264 0,-8 1-52 16,0-1-272-16,-5 1-336 0,-2 2-180 16,-2 4-360-16,-6 3-812 0,-1 0-2284 15,-8 10-3129-15</inkml:trace>
  <inkml:trace contextRef="#ctx0" brushRef="#br0" timeOffset="91348.2">6255 4092 9924 0,'0'0'1717'15,"0"0"-1065"-15,0 0 192 0,0 0 732 16,0 0 12-16,0 0-192 0,0 0-224 16,95 36-168-16,-54-43-268 0,-2-2-152 15,5-5-196-15,0-5-228 0,3 0-160 16,-2-3 0-16,-2 0-304 0,6-3-428 15,-2-3-244-15,1 2-700 0,-12 3-2348 16,11-5-4497-16</inkml:trace>
  <inkml:trace contextRef="#ctx0" brushRef="#br0" timeOffset="91690.28">7497 3295 11597 0,'0'0'2680'0,"0"0"-1844"0,0 0-32 0,37 68 548 16,-29-40 60-16,-4 7-308 0,0-1-236 16,-1 4-212-16,1 1-180 0,-4 8-183 15,0 4-161-15,0 6-60 0,-4 0 60 16,-7 1-80-16,-6-8-52 0,-6-9 108 16,-1-2-108-16,-4-8-56 0,0-5-140 0,0-10 40 15,0-3-52-15,4-4 75 0,1-9-3 16,-1 0 40-16,4-3 96 0,0-10 76 15,4 0-76-15,4-6-72 0,0-2-96 16,12 0 56-16,0 7-32 0,4-2 20 16,12-1 124-16,8 6 160 0,-1 0 60 15,5 5-52-15,0 3 16 0,4 3-3 0,0 0-57 16,-4 3-116-16,0 3 0 0,-4 0-8 16,0 1-88-16,-1-4-68 0,-2 0-345 15,-1 0-251-15,-5-3-276 0,-2 0-772 16,-5 3-2484-16,-5 1-4645 0</inkml:trace>
  <inkml:trace contextRef="#ctx0" brushRef="#br0" timeOffset="92440.301">5250 3070 3040 0,'0'0'1848'16,"0"0"-452"-16,0 0 512 0,0 0-404 0,0 0-420 15,0 0-27-15,0 0-21 0,0 0-220 16,0 0-168-16,0 0-52 0,0 0-120 15,-79-13 4-15,68 20-12 0,-2-1-32 16,2 3-200-16,-6 1-148 0,6-1-40 16,-2 4-36-16,1-1-12 0,5 2 0 15,-6-2-80-15,9 2-44 0,-3-2-4 16,3 1-8-16,-4-1-76 0,8 1 112 16,-4 3-48-16,-1-4-84 0,5 1-208 15,0 0-176-15,0-1-408 0,5 1-468 0,-1 0-1033 16,4-1-2615-16</inkml:trace>
  <inkml:trace contextRef="#ctx0" brushRef="#br0" timeOffset="93125.392">8339 3241 10516 0,'0'0'1273'15,"0"0"-681"-15,0 0 160 0,0 0 228 16,0 0 68-16,-96 38-92 0,76-15-52 0,-4 2-60 16,0 4-176-16,5 6-176 0,2 3-172 15,2 6-52-15,7 0-24 0,3 7-12 16,1 4-108-16,4 1-40 0,4 2-72 16,9-4-12-16,-2-3 8 0,6-7 52 0,2-9 24 15,1-10 0-15,1-6-84 0,2-6 0 16,1-3-60-16,-4-10 52 0,4 0-4 15,-5 0-108-15,6-10-28 0,-9-3-12 16,-1-3-256-16,2 1-148 0,-6-5-224 16,-3 1-352-16,-4 1-504 0,0-2-864 15,-4 8-1689-15,0-7-931 0</inkml:trace>
  <inkml:trace contextRef="#ctx0" brushRef="#br0" timeOffset="93291.373">8208 3686 6884 0,'0'0'2556'15,"0"0"-683"-15,0 0-361 0,0 0-172 0,0 0-180 16,0 0-224-16,0 0-288 0,0 0-28 16,0 0 36-16,0 0-52 0,0 0-172 15,95-9-112-15,-68 5-188 0,1-5-132 16,0-1 0-16,0-6-72 0,0 4-396 16,0-4-492-16,0 0-616 0,-12 4-1468 0,8-7-4637 15</inkml:trace>
  <inkml:trace contextRef="#ctx0" brushRef="#br0" timeOffset="93480.314">8769 3451 11009 0,'0'0'2640'0,"0"0"-1564"0,0 0-92 16,0 0 556-16,100 0-180 0,-72 0-180 15,0-6-472-15,3-7-352 16,5 0-212-16,0-3-140 0,-1-5-4 0,1-2-256 15,1 1-452-15,-5-1-260 0,0 1-252 16,-4 3-492-16,-9 3-1144 0,1 0-3225 0</inkml:trace>
  <inkml:trace contextRef="#ctx0" brushRef="#br0" timeOffset="93665.584">9024 3470 6340 0,'0'0'5677'15,"0"0"-4513"-15,0 0-452 0,-8 82 492 16,8-50 356-16,0 0-132 0,0 6-396 16,0 0-392-16,0 0-372 0,-4 0-268 15,4 1-36-15,-3-4-172 0,-2 0-356 16,-3 0-212-16,4-7-336 0,0-3-292 0,0-6-324 16,-4 0-364-16,4-9-833 0,0 3-2811 0</inkml:trace>
  <inkml:trace contextRef="#ctx0" brushRef="#br0" timeOffset="93829.823">9004 3842 12285 0,'0'0'2076'0,"0"0"-1480"0,0 0 676 0,0 0 420 16,0 0-456-16,84-26-356 0,-64 23-148 16,-1-7-292-16,1 1-256 0,1-1-184 15,2-3-76-15,-3-2-348 0,0 1-272 16,-4 2-184-16,0 5-340 0,-4 1-724 15,-4 3-2260-15,-8 6-3405 0</inkml:trace>
  <inkml:trace contextRef="#ctx0" brushRef="#br0" timeOffset="94011.895">9056 4073 10556 0,'0'0'4297'15,"0"0"-3805"-15,0 0-420 0,0 0 708 16,0 0 656-16,0 0-176 0,0 0-228 15,0 0-192-15,0 0-48 0,76-16-303 16,-49 1-297-16,1-4-128 0,0-3-64 0,0-1-192 16,4-2-333-16,0 0-71 0,3-5 12 15,2 5-236-15,-1 3-1052 0,-8 3-2088 16,11 0-3249-16</inkml:trace>
  <inkml:trace contextRef="#ctx0" brushRef="#br0" timeOffset="94668.149">10410 3400 12525 0,'0'0'1604'0,"0"0"-1272"0,0 0 108 15,0 0 468-15,0 0 308 0,0 0-348 16,-91 76-424-16,59-43-232 0,0 4-100 0,0 5-4 16,4-1-56-16,0-3-4 0,8-3 48 15,1-7 16-15,11-9 60 0,-1-5 88 16,9-9-4-16,0 2-256 0,0-5 48 16,9 5-48-16,6 0 48 0,2-2 40 15,2 2-80-15,5 0 52 0,-3-1-12 16,2-3-48-16,-3 4 52 0,0-4-48 15,-8 3 92-15,4 1 52 0,-8-1-52 16,0 3 16-16,-1 1 20 0,-2 0 16 16,-5 2-4-16,0 4-20 0,0-4-16 15,-5 5-108-15,-2-2 0 0,-1-1-268 0,-4-6-232 16,4 3-184-16,0-5-100 0,4-3-240 16,0-3-320-16,4 0-820 0,0-3-2713 15,0-17-3035-15</inkml:trace>
  <inkml:trace contextRef="#ctx0" brushRef="#br0" timeOffset="94827.675">10558 3807 9804 0,'0'0'3137'0,"0"0"-2293"15,0 0-148-15,0 0 980 0,56 79-280 16,-52-60-84-16,-4-3-136 0,0 0-308 16,0-4-408-16,0-2-396 0,4-6-64 15,-4-2-232-15,4-2-292 0,-1-9-368 16,10-7-116-16,2-10-376 0,2-4-1008 15,-2-3-3109-15,13-22-3487 0</inkml:trace>
  <inkml:trace contextRef="#ctx0" brushRef="#br0" timeOffset="95033.66">10940 3264 9472 0,'0'0'6085'0,"0"0"-4989"0,0 0-624 16,0 0 124-16,0 0 144 0,-32 105 368 15,17-61 100-15,2 7-308 0,2-1-291 16,3-1-137-16,4 1-84 0,4 1-96 15,0-3-112-15,8 3-112 0,0-7-68 16,3-6-60-16,6-4-24 0,-6-11-12 16,6-8-100-16,-6-4-44 0,6-5-52 15,-6-6-108-15,2 0-157 0,-2-10-111 16,-3 0-100-16,-4-2-264 0,-4-4-1040 16,0 7-2396-16,-8-11-3077 0</inkml:trace>
  <inkml:trace contextRef="#ctx0" brushRef="#br0" timeOffset="95197.221">10682 3752 12357 0,'0'0'2796'0,"0"0"-2216"15,0 0-492-15,0 0 468 0,0 0 588 16,0 0 216-16,79 4-304 0,-47-11-472 16,8-5-292-16,0-2-292 0,3 0-24 0,-2-6-632 15,2-2-400-15,-11 6-948 0,16-6-3900 0</inkml:trace>
  <inkml:trace contextRef="#ctx0" brushRef="#br0" timeOffset="95348.613">11769 3965 17905 0,'0'0'3080'0,"0"0"-2179"0,0 0-345 16,0 0-252-16,0 0-24 0,0 0-280 15,0 0-268-15,0 0-713 0,0 0-251 16,0 0-704-16,0 0-2904 0,-60-31-6029 0</inkml:trace>
  <inkml:trace contextRef="#ctx0" brushRef="#br0" timeOffset="100533.283">27097 848 9248 0,'0'0'532'16,"0"0"3853"-16,0 0-3413 0,0 0-556 0,0 0 188 15,0 0 372-15,0 0 460 0,0 0-232 16,0 0-436-16,67 47-340 0,-42-37-136 15,-6-1 0-15,5 1-12 0,0-1-59 16,4-3-101-16,-4-3-60 0,4-3-60 16,0 0-8-16,4 0-4 0,-5-5-60 15,5-5-136-15,-4-3-413 0,0-6-135 16,0 0-160-16,-4 0-536 0,-4-3-564 16,-8 6-1860-16,-4-7-2921 0</inkml:trace>
  <inkml:trace contextRef="#ctx0" brushRef="#br0" timeOffset="100910.353">27436 600 9836 0,'0'0'2229'0,"0"0"-1461"0,0 0-208 0,0 0 444 16,0 0 544-16,0 0-320 0,0 0-408 16,0 0-388-16,0 0-160 0,0 0-4 15,-56 83 76-15,48-58 64 0,0 0-68 16,0 0-132-16,-4 5-72 0,4-2-52 15,0 0-36-15,0 1 40 0,0-1-16 16,4 8 0-16,-4-2-72 0,4 4 112 16,0 1-4-16,0 2-96 0,4 0-4 15,-4-2-8-15,4-6-8 0,0 3 8 16,0-4-8-16,0-4 0 0,0 1-40 16,0-4 44-16,4-3 0 0,-4-6 4 0,0 3 0 15,0-7 0-15,0-1-4 0,0 1 0 16,0-5 0-16,0-1 4 0,0 0 0 15,-4-2 0-15,0-1-100 0,0 0-20 16,1 0 12-16,-10-3-16 0,5 0-20 0,-3 0-28 16,-2-3-48-16,-2-3-160 15,-6-7-148-15,1 0-152 0,1-2-360 0,-5-4-436 16,4-4-940-16,0 8-2437 0,-4-15-2379 0</inkml:trace>
  <inkml:trace contextRef="#ctx0" brushRef="#br0" timeOffset="102725.177">12442 3657 1892 0,'0'0'4820'0,"0"0"-1876"16,0 0-1175-16,0 0-193 0,0 0-228 0,0 0-136 16,0 0-44-16,0 0-296 0,0 0-304 15,0 0-308-15,0 0 24 0,-31 20 208 16,55-2 108-16,4 4-136 0,4-2-132 16,-1-5-224-16,1-2-48 0,0-7-60 15,-4-2-8-15,4-4-76 0,-8 0 12 16,3-7-40-16,-3-2-168 0,-4-4-244 15,1-3-92-15,-6 0-208 0,2-6-404 16,-2 3-704-16,-7 0-1148 0,0-6-2677 0</inkml:trace>
  <inkml:trace contextRef="#ctx0" brushRef="#br0" timeOffset="103065.219">12658 3410 6764 0,'0'0'1844'0,"0"0"-356"0,0 0 137 16,0 0-357-16,0 0-260 0,0 0-248 15,0 0-208-15,0 0-48 0,-32 85 140 16,32-50-20-16,4 0-116 0,3 3-52 16,2 7-72-16,-1 2-188 0,0 4-72 15,-5-1-12-15,6 2-28 0,-5-2-72 16,0-2-12-16,3 0 0 0,-3-7 0 16,0-6 8-16,-4-7 80 0,4-2-80 15,-4-4 40-15,0-6 4 0,0-7 20 16,0 2-12-16,-4-5 52 0,-4 2 12 15,-3-3-4-15,2-3-108 0,-2-2 0 16,-1 0 40-16,0 0-48 0,-4-2-4 0,0-5-8 16,-4-3-80-16,0 1-96 0,-4-4-36 0,0 0-12 15,1 1-288-15,6-1 88 16,2-2 12-16,6 1 72 0,9 3-212 0,0-6-344 16,4-2-420-16,9-3-596 0,-2 3-1369 15,9-13-2491-15</inkml:trace>
  <inkml:trace contextRef="#ctx0" brushRef="#br0" timeOffset="103291.813">13088 3432 10796 0,'0'0'2185'0,"0"0"-1053"15,0 0-308-15,0 0 268 16,0 0 88-16,0 0-276 0,-28 66-300 0,20-41-160 15,4 4 20-15,1 7-60 0,3-1-84 16,0 6-152-16,0 4 4 0,3-2-172 0,5-1 0 16,0-4-84-16,0-6-52 15,0-7 4-15,0-5-140 0,4-8-120 0,-4-3-132 16,4-2-180-16,-1-4-188 0,2-3-556 16,2-3-924-16,-6 0-3021 0,7-17-2719 0</inkml:trace>
  <inkml:trace contextRef="#ctx0" brushRef="#br0" timeOffset="103679.62">13507 3400 11745 0,'0'0'1972'0,"0"0"-1440"0,0 0 668 16,0 0 456-16,0 0-148 0,15 70-364 15,-15-42-472-15,0 11-308 0,-4-1-132 16,-7 3-120-16,2 3 32 0,-3 1-144 15,-4 2-104-15,1-5-92 0,2-4-96 0,-2-6 156 16,-2-4 64-16,6-3-184 0,-1-8-112 16,0-5-12-16,-4 1-48 0,7-7 36 15,-2-6 108-15,3 3 12 0,-4-3 60 16,4-5 52-16,0-5-40 0,4-9 76 16,-8-3-124-16,4-6 88 0,4-8 60 15,0 4-44-15,0 0 144 0,4 7 88 16,4 3 88-16,4 2 60 0,8 12 36 15,0 1 40-15,8 7-28 0,0 0 0 16,4 7 24-16,0 1 0 0,-5 5 24 16,5 3-52-16,-4 3 40 0,0-2-136 15,-4 4-88-15,4-1-8 0,-4-1-16 0,-4-1-72 16,-4-5-196-16,0-2-136 0,-5-6-204 16,2-2-276-16,-1-3-388 0,3-3-784 15,-7 0-1968-15,1-13-1961 0</inkml:trace>
  <inkml:trace contextRef="#ctx0" brushRef="#br0" timeOffset="103902.241">13941 3502 8112 0,'0'0'3193'0,"0"0"-1845"0,0 0-380 15,0 0 740-15,64 82-372 0,-53-59-168 16,-3-1-428-16,-3 0-200 0,-1 4-268 15,-4 6-124-15,0-1-76 0,-4 4-72 0,-9 3-72 16,-2 0-200-16,-2-3 28 0,-3 7 36 16,1-7-128-16,-5-4-84 0,0-2-24 15,-1-4-92-15,6-6-124 0,-5-7-220 16,0 1-648-16,8-7-1224 0,-8-2-2601 0</inkml:trace>
  <inkml:trace contextRef="#ctx0" brushRef="#br0" timeOffset="104374.917">14216 3816 11985 0,'0'0'1688'0,"0"0"-1016"0,0 0-392 16,0 0 300-16,0 0 828 0,0 0 120 15,0 0-556-15,103 3-368 0,-71 1-252 16,-4-4-168-16,4 0-72 0,-4 0-112 15,-4 0-48-15,-1-7-28 0,1 1-96 16,0-1-476-16,-3 0-248 0,-6-1-168 16,-3 4-540-16,-4 2-796 0,-4 2-2165 15,-4 2-2023-15</inkml:trace>
  <inkml:trace contextRef="#ctx0" brushRef="#br0" timeOffset="104530.759">14431 3946 312 0,'0'0'9084'0,"0"0"-7547"15,0 0-421-15,0 0 392 0,0 0 140 16,0 0-4-16,0 0-500 0,0 0-404 16,0 0-212-16,75 57-208 0,-54-57-212 15,-6 0-108-15,5-9-148 0,4-3-404 16,0-2-460-16,4-8-732 0,-8 10-2072 16,8-17-2461-16</inkml:trace>
  <inkml:trace contextRef="#ctx0" brushRef="#br0" timeOffset="104812.007">14873 3889 8836 0,'0'0'3265'16,"0"0"-2381"-16,0 0-400 0,12 86 872 15,-9-65 744-15,-3-4-576 0,5-7-600 16,3-4-460-16,0 0-168 0,3-6-52 16,2 0 36-16,2-9 48 0,6-4-168 0,-5-6-52 15,3-4-108-15,5-2-132 16,-3 0 72-16,-6-4 60 0,1 4 4 0,-4 3 4 15,0 0-4-15,-8 2 72 0,0 1-76 16,-4 3-104-16,-4 4 100 0,-8-4 4 16,-4 3-12-16,-4 3-60 0,-8-2-76 15,0 5-32-15,-4 4 104 0,1 0-56 16,-1 3 36-16,0 3-224 0,4 4 76 16,-4 3-136-16,4-1-24 0,4 0-188 15,-3 3-536-15,7 5-840 0,3-5-2164 16,-11 11-2517-16</inkml:trace>
  <inkml:trace contextRef="#ctx0" brushRef="#br0" timeOffset="105632.26">15873 3864 1892 0,'0'0'9305'0,"0"0"-7725"16,0 0-1352-16,0 0 272 0,0 0 500 15,0 0 536-15,0 0-344 0,0 0-240 16,-24 73-396-16,12-54-272 0,0 0-136 15,0-3-64-15,4-4-84 0,0-2 0 0,4-4-72 16,1 1-28-16,3-7-220 0,-4 0-172 16,4 0-252-16,0 0-264 0,0-3-200 15,0-7-524-15,4 0-780 0,3-11-2841 0</inkml:trace>
  <inkml:trace contextRef="#ctx0" brushRef="#br0" timeOffset="105833.158">16407 3492 12913 0,'0'0'1640'0,"0"0"-1020"16,0 0 44-16,0 0 268 0,0 0 432 16,96 31-180-16,-72-31-304 0,8-6-428 15,3-6-320-15,1-4-56 0,7-6-76 0,-6-4-92 16,3-2-432-16,-1-3-220 0,-3 1-440 15,1-1-416-15,-10 8-1020 0,4-5-3385 0</inkml:trace>
  <inkml:trace contextRef="#ctx0" brushRef="#br0" timeOffset="106068.297">16602 3095 11625 0,'0'0'1920'15,"0"0"-1044"-15,0 0-344 0,0 0 184 0,0 0 352 16,-36 96 200-16,32-55-232 0,4 3-276 16,0 7-196-16,0 10-188 0,0-1-20 15,0 6-52-15,0 2-136 0,-3-5-124 16,-1-3-44-16,-1-6-84 0,5-10-24 16,0-9-284-16,0-13-20 0,5-9-4 0,2-13-196 15,9-3-212-15,4-16-212 0,4-6-600 16,4-13-916-16,-8 9-2361 0,4-25-1631 0</inkml:trace>
  <inkml:trace contextRef="#ctx0" brushRef="#br0" timeOffset="106830.275">16901 2991 11701 0,'0'0'2004'0,"0"0"-1216"0,0 0-104 16,0 0 436-16,0 0 360 0,0 0-172 15,0 0-484-15,0 0-300 0,4 85-60 16,-4-38-52-16,4 7 40 0,-4 7 9 15,0 3-133-15,0 5-220 0,0-2-56 16,-4 0-52-16,0-4-12 0,0-5-60 16,0-7 60-16,4-14-60 0,0-9-28 15,0-7-80-15,4-9-160 0,4-3-49 16,0-5 37-16,-1-4-40 0,6-4 16 0,2-5 204 16,2-7-12-16,-6-6 64 0,10-1-16 15,-10 1 88-15,6 3-40 0,-6 3 28 0,2 10-76 16,-9 3-96-16,3 3 232 15,-3 0 236-15,0 9 232 0,4 7 56 0,-3 6-24 16,-2 4-172-16,1 2-36 0,-4 0-23 16,4 2-13-16,0-8-4 0,-4 0 16 15,8-6-76-15,-3-6-68 0,2-3-52 16,1-5 0-16,0-2 72 0,4 0-36 16,0-9-32-16,-1-4-76 0,6-3-184 15,-2-3-152-15,2 0-28 0,-1 0 0 16,0 3 23-16,-5 0-71 0,6 3-64 15,-6 1-108-15,6-1-128 0,-6 4-196 16,2-1-80-16,-6 0-356 0,1 4-104 16,-4-3-188-16,5 2 60 0,-6 1-733 0,1 2-403 15,4 4 1332-15,-4 0 1380 0,4 7 28 16,-4 3 1196-16,4 2-200 0,-4 1 56 16,4-1 20-16,-4-3 101 0,-1 2 135 15,6-5-8-15,-5 0 40 0,0-6-56 16,-4 0-108-16,4 0-200 0,0 0-56 0,3-4-412 15,2-4-156-15,-1-5-52 0,3-3-84 16,6-3-132-16,-6 0-112 0,2-3-88 16,-2 3 28-16,1 0-100 0,1 0-132 15,-10 6 0-15,5-3 72 0,-8 3 84 16,0 4 136-16,0 2-60 0,-4-2 60 16,0 2 0-16,1 5 36 0,-1 2 12 15,-5 0 172-15,1 0-12 0,1 2-208 16,-5 7-280-16,-1 2 280 0,2 4 0 0,-6 7 100 15,2 3-4-15,2 2 76 0,2 4 96 16,-1-3-36-16,0 2-52 0,4-5-104 16,0-3-16-16,4-6-60 0,4-3-12 15,0-5-72-15,0 3 72 0,0-5-36 0,8 0 48 16,0 1 0-16,3-1 0 16,2 0-156-16,-1-2-100 0,0-1-12 0,4-3-88 15,0 0-108-15,-1 0-88 0,6 0-288 16,-2-7 108-16,-3-5-768 0,1 5-2916 15,2-11-2089-15</inkml:trace>
  <inkml:trace contextRef="#ctx0" brushRef="#br0" timeOffset="107174.657">17773 3512 11821 0,'0'0'2472'16,"0"0"-1748"-16,0 0-248 0,0 0 332 15,0 0 884-15,0 0-140 0,-7 79-540 16,3-54-364-16,-5 4-112 0,1 3-183 0,1-4-161 16,-1 1-96-16,4-4-96 15,-1 0-48-15,1-6-84 0,4 1-124 16,0-11 51-16,9-3-51 0,-1-6-316 0,0 0 204 16,3-6 140-16,6-7-68 0,3-5 52 15,-5-6-12-15,6 3-112 0,-6-5-16 0,5 5 140 16,-4 1 108-16,-4 4 84 0,4 3 44 15,-4 7 8-15,-4 3 148 16,0 0 248-16,-5 3 8 0,2 3 76 0,-5 3-16 16,4 1 0-16,-4 6 0 15,0 2-136-15,0 2-36 0,0 1-111 0,0 1-173 16,0 0-8-16,0 4-56 0,0-1-505 16,0 0 137-16,8 0-652 0,-4 1-348 15,0-11-1180-15,3 1-2737 0</inkml:trace>
  <inkml:trace contextRef="#ctx0" brushRef="#br0" timeOffset="109767.687">18786 3692 7524 0,'0'0'104'0,"0"0"4001"16,0 0-3093-16,0 0-28 0,0 0 80 16,0 0 108-16,0 0-96 0,0 0-320 15,0 0-236-15,0 0-184 0,11 0-80 16,6 3 432-16,7 0-64 0,4-3-76 15,-1 0-168-15,1 0-164 0,0 0-128 16,0 0-28-16,0-9-52 0,0 2 28 16,0-5-36-16,3-4-84 0,-3 0-304 0,4-6-284 15,-8 2-172-15,4 1-424 0,-8 1-756 16,-4 5-1824-16,-4-10-1777 0</inkml:trace>
  <inkml:trace contextRef="#ctx0" brushRef="#br0" timeOffset="110113.476">19085 3270 6260 0,'0'0'4344'0,"0"0"-2683"0,0 0-717 0,0 0-180 16,0 0 100-16,0 0-72 0,0 0-124 16,-17 67-156-16,17-41 36 0,8 7-128 0,1 3-60 15,-2 5-52-15,1 0-12 0,0 4-48 16,-3 6-76-16,2-4-40 0,-7 5 4 15,4 2-24-15,0-1 8 0,0 1 52 16,-4-3-36-16,0-1-64 0,4-2 64 16,-4-3-28-16,0-4-8 0,0-6 8 15,0 0-32-15,0-7-4 0,0-2 0 16,0-4-64-16,-4-3 76 0,0-5-20 16,0-6 20-16,0-2 12 0,1-2 76 15,-1-4 120-15,-9 0-112 0,2 0-180 16,-6-7-84-16,2-2-244 0,-9-4-160 0,3-3-156 15,-2-6-104-15,3 0-200 0,0-3-288 16,4-4-468-16,0-2-656 0,12 8-1573 16,0-9-1331-16</inkml:trace>
  <inkml:trace contextRef="#ctx0" brushRef="#br0" timeOffset="110629.24">20164 3413 13033 0,'0'0'2104'0,"0"0"-1312"0,0 0-100 16,0 0 228-16,0 0 356 15,0 0-52-15,0 0-440 0,0 0-384 0,0 0-280 16,-76 3-120-16,57 10-68 0,-5 6 56 16,-4 0 8-16,4 6 0 0,4-3-4 15,0 1-40-15,4-4 40 0,8-4-88 16,0-2-28-16,8-1-60 0,0 2 88 15,0-1 24-15,0-1 8 0,8-2 16 16,3 2-24-16,2 1 72 0,2-4 0 16,10 1 84-16,-5-1-84 0,4 2 0 15,-5-3-4-15,5 2-80 0,-7-3 72 0,2 1 4 16,-6 2-52-16,-2 3 60 16,-3-1 24-16,0 2 96 0,-8 2 16 0,0 3-28 15,0 0 40-15,0 0 72 0,-8 1-76 16,-4 1-72-16,0-5 16 0,-4 3-76 15,5-6 40-15,-6-1-52 0,6-6-256 16,-2 1-184-16,2-7-72 0,3 0-100 0,-5-3-220 16,10-7-456-16,-1-6-576 15,0 1-540-15,4-2-2601 0,4-8-2795 0</inkml:trace>
  <inkml:trace contextRef="#ctx0" brushRef="#br0" timeOffset="112405.469">20475 3594 980 0,'0'0'4760'16,"0"0"521"-16,0 0-4085 0,0 0-440 16,0 0-260-16,0 0 368 0,0 0 160 15,-4 83-4-15,4-46-336 0,0 8-172 16,0 6-56-16,0 6-72 0,0 4 24 15,0 2-40-15,-4 3-148 0,-1 1-96 16,-2 0 8-16,3-7-132 0,-4-9-4 16,4-7-104-16,4-8 96 0,-4-15-52 15,4-8-80-15,0-6-276 0,4-7-320 0,0 0-252 16,0-4-272-16,4-8-364 0,-1-1-808 16,2-15-3261-16</inkml:trace>
  <inkml:trace contextRef="#ctx0" brushRef="#br0" timeOffset="112635.649">20518 3568 8292 0,'0'0'2693'0,"0"0"-1565"0,0 0-588 16,0 0 300-16,28-76 204 0,-15 66 28 16,-1 4-168-16,3 3-456 0,-2 3-208 15,2 0-4-15,-2 3-112 0,2 7-76 16,-6 2 112-16,-2 7 4 0,-7 4 80 15,0 5-20-15,-3 4-52 0,-10 6-164 0,-2 1-8 16,-6 1-208-16,6-1-200 0,-5-7-236 16,8-4-280-16,-1-6-296 0,6-9-188 15,7-10-368-15,0-3-709 0,0-16-2947 0</inkml:trace>
  <inkml:trace contextRef="#ctx0" brushRef="#br0" timeOffset="112862.952">20898 3108 6472 0,'0'0'5513'0,"0"0"-4921"15,0 0-300-15,0 0 588 0,0 0 816 16,0 0 20-16,11 92-352 0,-11-54-540 0,0 0-288 16,0 7-20-16,-4 3-52 0,1 2-196 15,-6 4-100-15,5-4-168 0,-4 2 0 16,1-4-12-16,-1-4-84 0,3-2-232 15,5-11-260-15,0-6-192 0,5-8-96 16,3-8-360-16,3-6-744 0,6-3-720 16,-6-6-1833-16,9-17-1331 0</inkml:trace>
  <inkml:trace contextRef="#ctx0" brushRef="#br0" timeOffset="113006.398">21160 3641 8944 0,'0'0'2057'0,"0"0"-1005"0,0 0 36 16,0 0 132-16,0 0 196 0,0 0 124 0,32 80-280 15,-32-59-312-15,-4 2-300 0,0-4-272 16,-3 0-204-16,2-6-172 0,1-3-68 0,0-4-224 16,0-3-564-16,4-3-204 15,-4 0-576-15,0-3-844 0,1-13-4897 0</inkml:trace>
  <inkml:trace contextRef="#ctx0" brushRef="#br0" timeOffset="113178.923">21164 3382 9472 0,'0'0'4849'0,"0"0"-3965"0,0 0-344 16,0 0 504-16,0 0 100 0,0 0-456 15,0 0-392-15,80-7-296 0,-56 1-284 16,3-11-628-16,6-5-676 0,-1-3-896 0,-9 2-2913 16,18-14-2595-16</inkml:trace>
  <inkml:trace contextRef="#ctx0" brushRef="#br0" timeOffset="113345.129">21671 3054 1852 0,'0'0'10833'16,"0"0"-9201"-16,-4 67-1012 0,-5-32 72 16,1 12 664-16,-3 4 204 0,-2 0-124 15,5 7-388-15,1-2-135 0,3 4-113 16,-1-2-208-16,-3 1-252 0,1-4-220 16,3-8-116-16,0-8-4 0,4-11-180 15,0-9-136-15,0-7-92 0,0-7-116 16,4-3 40-16,3-2-101 0,-3-2-183 15,0-5-124-15,-4-5-520 0,0-5-1184 16,0 4-3277-16,-8-9-3507 0</inkml:trace>
  <inkml:trace contextRef="#ctx0" brushRef="#br0" timeOffset="113475.087">21371 3502 8172 0,'0'0'5617'15,"0"0"-4593"-15,0 0-608 0,0 0-188 16,0 0 72-16,0 0 284 0,0 0-200 15,104-38-384-15,-69 25-612 0,2-3-820 16,-9 4-936-16,12-4-3277 0</inkml:trace>
  <inkml:trace contextRef="#ctx0" brushRef="#br0" timeOffset="113710.663">21869 3454 11461 0,'0'0'2352'15,"0"0"-1720"-15,0 0 52 0,-32 76 788 16,21-50 168-16,-2-7-384 0,9 0-644 0,1-3-516 15,3-3-96-15,0 2-4 16,11-5 4-16,-2 2 84 0,6-2-84 0,2-3-108 16,-2-2-40-16,2 2-24 15,-2-1 76-15,1 1 24 0,-4-4 64 0,1 6-4 16,-6-2-72-16,-3 6 84 0,-4-1 108 16,0 5 72-16,-4-3-32 0,-3 5-148 0,-6-2-152 15,-6 2-212-15,2-6-152 0,-3 2-64 16,1-2-164-16,-5-2-460 0,12-6-864 15,-16-2-2977-15</inkml:trace>
  <inkml:trace contextRef="#ctx0" brushRef="#br0" timeOffset="114101.324">22535 3476 12257 0,'0'0'1772'0,"0"0"-1416"16,-9 83 100-16,5-46 436 0,1 12 612 15,-5-8-268-15,4-4-472 0,4-1-456 16,0-7-308-16,0-4-36 0,4-3-76 15,0-6-48-15,3-7-404 0,6-2-476 16,-1-7-268-16,-1-3-724 0,9-23-2877 0</inkml:trace>
  <inkml:trace contextRef="#ctx0" brushRef="#br0" timeOffset="114263.79">22606 3279 13001 0,'0'0'2108'0,"0"0"-1808"0,0 0 16 16,0 0 240-16,0 0-244 0,0 0-312 16,77-19-24-16,-62 16-656 0,2 3-772 15,-6-3-736-15,5 3-3353 0</inkml:trace>
  <inkml:trace contextRef="#ctx0" brushRef="#br0" timeOffset="114516.71">22829 3616 12197 0,'0'0'1568'0,"0"0"-1288"0,-19 66 228 0,10-39 700 16,-2-2 816-16,-1 0-360 0,7-9-648 16,1-3-564-16,4-5-452 15,0-8-72-15,9 5 60 0,3-5-88 0,8-10 100 16,8-6-96-16,-1-7-112 0,5-2-160 16,1 3 88-16,-6-1 60 0,1 8 84 0,-4 5-24 15,0 4-24-15,-9 6 0 0,6 3 184 16,-5 7 172-16,-1 3 76 0,-3 5 80 15,-3 1 28-15,2 1-100 0,-7 2-72 16,5-3-12-16,-5 0-100 0,0 0-72 16,-1-6 0-16,5-1-136 0,-4-5-300 15,5-1-460-15,-2-6-384 0,5-6-1096 16,-4-4-2713-16,8-15-4731 0</inkml:trace>
  <inkml:trace contextRef="#ctx0" brushRef="#br0" timeOffset="114778.29">23415 3282 16025 0,'0'0'2760'0,"0"0"-2032"0,0 0-560 16,0 0 360-16,0 0 108 0,0 0 469 15,0 0-305-15,92 74-388 0,-61-67-156 16,5-5 20-16,5 2-60 0,-2-4-80 15,5-6-52-15,0-1-84 0,-4-3-84 16,-1-2-160-16,-6 1-68 0,-1 2-136 16,-13 0 12-16,-2-1-36 0,-6 7-53 15,-3-3-119-15,-8 6-160 0,0 0-372 16,0 0-632-16,-8 0-780 0,-16 3-2753 0</inkml:trace>
  <inkml:trace contextRef="#ctx0" brushRef="#br0" timeOffset="114972.252">23538 3448 10392 0,'0'0'4329'0,"0"0"-3421"16,-3 69-496-16,3-37 344 0,0 7 684 0,-4-1 108 16,4 0-460-16,-4 0-444 0,0 0-340 15,4-1-159-15,-4-1-141 0,-4 2-4 16,4-3-84-16,-4 0-341 0,4-3-391 15,0-10-260-15,0-1-328 0,4-7-1128 16,0-8-2164-16,0-6-1785 0</inkml:trace>
  <inkml:trace contextRef="#ctx0" brushRef="#br0" timeOffset="115152.108">23515 3816 11297 0,'0'0'3004'0,"0"0"-1692"0,0 0-708 0,0 0 208 16,0 0 500-16,0 0-8 0,0 0-228 15,96-34-380-15,-73 27-332 0,5 0-195 16,0-2-169-16,-4 2 0 0,4-3-72 0,-8 5-125 16,0 2-359-16,0-1-324 15,-5 4-88-15,-2 0-164 0,-2 4-384 0,2 4-496 16,-9 9 1072-16,0-1-848 0,-4 12-4729 0</inkml:trace>
  <inkml:trace contextRef="#ctx0" brushRef="#br0" timeOffset="115328.643">23559 4168 5684 0,'0'0'9245'0,"0"0"-8101"16,0 0-992-16,0 0 148 0,0 0 200 16,91-15 60-16,-70 4 96 0,-2 6-324 15,5-2-332-15,0-2-104 0,0 2-152 16,-1 2-624-16,5 1-336 0,4 4-888 15,-8 0-492-15,12 0-5401 0</inkml:trace>
  <inkml:trace contextRef="#ctx0" brushRef="#br0" timeOffset="115529.248">24551 4292 19173 0,'0'0'2893'16,"0"0"-2193"-16,0 0-516 0,0 0-52 16,0 0 208-16,0 0 44 0,0 0-252 15,0 0-132-15,0 0-480 0,0 0-392 16,0 0-501-16,-24 3-1679 0,0-3-8489 0</inkml:trace>
  <inkml:trace contextRef="#ctx0" brushRef="#br0" timeOffset="125827.755">2406 5156 4440 0,'0'0'6765'0,"0"0"-5673"0,0 0-616 0,0 0 276 15,0 0 464-15,0 0-120 0,0 0-440 16,0 0-320-16,0 0 64 0,0 0 292 16,67-9 124-16,-35 9-324 0,0-4-232 15,5 1-40-15,-5 3-52 0,-4-4-116 16,-1 2-4-16,-3-1-56 0,0 0 8 16,-4-1-12-16,-1 1-256 0,-2-4-396 15,-2 4-272-15,-6 1-120 0,3-2-460 16,-12 4-792-16,0 0-1733 0,0 0-191 0,0 0-703 15,-17 0 4935-15</inkml:trace>
  <inkml:trace contextRef="#ctx0" brushRef="#br0" timeOffset="126012.424">2637 5161 1684 0,'0'0'1160'0,"0"0"1472"0,0 0-252 0,0 0-992 16,0 0-32-16,0 0 49 16,-59 84-113-16,55-56-112 0,-1 8-172 0,5 5 188 15,0 3-264-15,0 0-288 0,0 4-224 16,-4-3-360-16,4-1-60 0,0-3-184 15,-4-9-112-15,4-3 60 0,0-10-236 16,0-4-136-16,0-2-168 0,0-3-56 16,0-1-200-16,-4-2-344 0,1-1-588 15,-1-3-337-15,0 1-739 0,-9-4-1400 0</inkml:trace>
  <inkml:trace contextRef="#ctx0" brushRef="#br0" timeOffset="126169.068">2434 5747 496 0,'0'0'1448'0,"0"0"-1020"0,0 0 2000 16,0 0 1516-16,0 0-2444 0,0 0-235 15,0 0-73-15,0 0-60 0,0 0-128 16,0 0-176-16,0 0-96 0,-4-25 16 16,16 25-176-16,0-5-92 0,4 3-156 15,0-2-216-15,-1 2-92 0,6-2-16 16,-1-3 0-16,3-2-236 0,-3 0-468 0,4-4-168 16,4 0-772-16,-12 4-2224 0,8-13-3489 0</inkml:trace>
  <inkml:trace contextRef="#ctx0" brushRef="#br0" timeOffset="126347.183">2995 5461 5216 0,'0'0'7565'16,"0"0"-6685"-16,0 0-144 0,0 0 664 0,0 0 116 16,0 0-480-16,92 35-592 0,-72-35-220 15,4 0-52-15,0-4-108 0,4-9-64 16,3-2-232-16,-3-4-372 0,4-3-324 15,-4-4-116-15,0 1-1152 0,-7 6-2593 16,-2-10-3351-16</inkml:trace>
  <inkml:trace contextRef="#ctx0" brushRef="#br0" timeOffset="126611.93">3186 5114 5460 0,'0'0'8521'16,"0"0"-7469"-16,0 0-988 0,0 0 740 15,0 0 348-15,-23 89-24 0,23-63-312 0,4 9-352 16,12-1-216-16,-4 8-104 0,7 6-20 16,-2 6-112-16,3 2 136 0,-1 2-148 15,-2-1 0-15,-2-3-4 0,-7-6 4 16,1-7 0-16,-5-6 48 0,-4-4 60 16,0-2-96-16,0-3-12 0,-8 0-4 15,-1-7-128-15,-2-1-112 0,-6-5-64 0,2 0-84 16,-6-4-160-16,-2-3-104 15,-1-6 36-15,0 0-200 0,-4-13-188 0,0-2-520 16,0-4-848-16,9 0-893 0,-5-16-2335 16</inkml:trace>
  <inkml:trace contextRef="#ctx0" brushRef="#br0" timeOffset="127128.022">4211 6245 6260 0,'0'0'5229'16,"0"0"-3781"-16,0 0-1204 0,0 0-236 0,0 0 412 15,0 0 128-15,0 0-120 0,-67-73-288 16,46 37 36-16,5-8-160 0,1-6-4 15,-10-11-12-15,5-5-64 0,1-4-36 16,2 0-4-16,6 0 28 0,7 4 64 16,4 5 12-16,0 7 304 0,8 7 60 15,3 2-36-15,6 10 0 0,-2 4 76 16,-2 5-16-16,2 3-16 0,-2 11-48 0,-6 3-100 16,1 2-88-16,-4 4-100 0,1 3-36 15,-5 0-136-15,4 3 136 0,-4 11 40 16,4-3 232-16,-4 6-220 0,0 2-44 15,0-8 60-15,0 3 28 0,0-8-20 16,0-2-76-16,0-1-96 0,0 0-52 16,3 0-112-16,5 0 112 0,8 3 148 15,0 4 100-15,4 0 36 0,-1 2 36 16,6 1 28-16,-1 0 20 0,-4 5-84 0,-1-1 100 16,-2-2 20-16,-2 5-96 0,-6-4 0 15,-1 3 60-15,-5 0 12 0,-3-1 0 16,0-1-36-16,0 2-100 0,-7-7-96 0,-6 4-112 15,2-3-96-15,-6-1-196 16,2-1-100-16,-6-3-160 0,-3-2-176 0,1 5-204 16,-1-8-316-16,-4-3-1024 0,8 0-2613 15,-12-3-2743-15</inkml:trace>
  <inkml:trace contextRef="#ctx0" brushRef="#br0" timeOffset="127682.141">5155 5089 3908 0,'0'0'9241'16,"0"0"-8157"-16,0 0-884 0,0 0 308 0,0 0 436 15,-79 61 20-15,55-33-92 0,3 7-268 0,2 3-184 16,6 3-88-16,2 7-72 0,3 3-40 15,4 0-36-15,4-4-40 0,4-2-132 16,8-7 48-16,-1-7 12 0,6-5 16 16,-1-10-40-16,-4 0-48 0,3-10 0 15,-2 0-4-15,2-2-8 0,-2-4-88 16,2 0 16-16,-2-4-40 0,-2-2-228 16,1-4-288-16,0-2-300 0,-4-1-312 15,-4 1-788-15,0-1-1917 0,-4 0-2311 0</inkml:trace>
  <inkml:trace contextRef="#ctx0" brushRef="#br0" timeOffset="127824.485">4999 5445 5732 0,'0'0'5144'0,"0"0"-3359"0,0 0-777 0,0 0 424 16,0 0 128-16,0 0-468 16,0 0-164-16,0 0-144 0,105-3-256 0,-77 3-296 15,0-4-232-15,-1 1-100 0,4-3-316 16,1 0-444-16,1-4-588 0,-10 4-1224 15,18-7-4481-15</inkml:trace>
  <inkml:trace contextRef="#ctx0" brushRef="#br0" timeOffset="128012.743">5705 5232 7736 0,'0'0'6721'0,"0"0"-6017"15,0 0-212-15,0 0 752 0,0 0 516 16,0 0-352-16,0 0-380 0,88 13-408 15,-68-10-379-15,-1-3-129 0,5 0-112 16,-3-3-4-16,3-4-156 0,-1 1-349 0,-3-3-259 16,0 2-212-16,-4 1-324 0,-4 3-656 15,-4 3-1268-15,-4 0-2841 0,-4 6-819 0</inkml:trace>
  <inkml:trace contextRef="#ctx0" brushRef="#br0" timeOffset="128195.688">5796 5381 9488 0,'0'0'2157'0,"0"0"-1361"15,0 0 108-15,-19 67 520 0,19-38 188 16,0 3-120-16,0 2-184 0,0 1-120 16,8 3-192-16,-4 0-215 0,0 0-237 15,-4-2-336-15,3-8-208 0,-3-3-60 16,0-9-132-16,4-3-136 0,-4-10-144 16,0 0-257-16,4-3-271 0,-4 0-300 15,5-6-832-15,-1-4-1012 0,-4 1-1737 16,0-10-1495-16</inkml:trace>
  <inkml:trace contextRef="#ctx0" brushRef="#br0" timeOffset="128329.205">5785 5588 9108 0,'0'0'2569'0,"0"0"-1313"15,0 0 396-15,0 0-116 0,84-35-372 16,-61 29-136-16,1-1-188 0,8-2-376 16,-4-5-280-16,4 0-176 0,-4-3-8 15,0-5-340-15,0 3-212 0,-9-3-212 16,-3 2-164-16,0 2-312 0,-7 5-896 0,-9-3-3265 0</inkml:trace>
  <inkml:trace contextRef="#ctx0" brushRef="#br0" timeOffset="128564.88">5402 4988 11009 0,'0'0'2092'0,"0"0"-1292"0,0 0 932 16,0 0 280-16,80-27-520 0,-52 22-560 15,4-4-260-15,3 2-232 0,5 1-172 16,1 0-176-16,6-1-92 0,1 0 0 16,-1 2-8-16,9-1-4 0,-4-5-84 0,4 5-196 15,-8 4-332-15,4-3-304 0,-5 3-464 16,-10 2-1176-16,6 0-3925 0</inkml:trace>
  <inkml:trace contextRef="#ctx0" brushRef="#br0" timeOffset="129084.235">7008 5401 272 0,'0'0'11629'0,"0"0"-9637"0,0 0-1308 0,0 0 112 15,0 0 972-15,0 0-124 0,0 0-552 16,20 95-420-16,-17-63-232 0,-3-1-88 16,0 1-120-16,0-3-148 0,0-4-84 15,0-3-60-15,0-5-108 0,0-9-344 16,0-2-136-16,0-1-148 0,0-5-260 15,0 0-692-15,0 0-1180 0,-11-14-4041 0</inkml:trace>
  <inkml:trace contextRef="#ctx0" brushRef="#br0" timeOffset="129246.118">6952 5166 11865 0,'0'0'1740'0,"0"0"-1028"0,0 0 736 0,0 0-68 15,88-35-672-15,-69 32-708 16,6-4-48-16,-1 0-412 0,4 4-388 0,0 1-676 16,-9 2-2617-16,9 0-4287 0</inkml:trace>
  <inkml:trace contextRef="#ctx0" brushRef="#br0" timeOffset="129497.15">7497 5298 7672 0,'0'0'2232'0,"0"0"-1328"0,0 0 445 0,0 0 567 15,-35 83 88-15,23-61-408 0,1-2-508 16,2-5-348-16,1 1-264 0,8 0-120 16,0-2-200-16,0-6-100 0,8 5-56 15,8-3 0-15,0-1 8 0,0-2 36 16,3-2-44-16,6-1-52 0,-5-1 52 16,0 1 112-16,-1-4 32 0,6 3 40 15,-5 0 36-15,-1 3-136 0,-2 1-76 0,-10-1-4 16,1 3-4-16,-4 1-48 0,-4 2-196 15,0 5-156-15,-12 2-4 0,1-4 48 16,-6 1-48-16,2 0-172 0,-9-4-140 16,0 1-212-16,-1-2-716 0,6-5-2228 15,-18 0-2873-15</inkml:trace>
  <inkml:trace contextRef="#ctx0" brushRef="#br0" timeOffset="130125.187">8474 5515 6836 0,'0'0'2596'0,"0"0"-1136"16,0 0-47-16,0 0 287 0,0 0-324 15,-84-10-256-15,69 20-112 0,-6 3-228 16,6 2-212-16,-2 8-52 0,2 2 12 0,6 4-112 16,2 2-88-16,7-2-144 0,0 0-184 15,3-7-28-15,1-6-92 0,9-4-16 0,-2-5 40 16,2-7 36-16,2 0 12 15,6-10 44-15,-2-10-204 0,5-1-260 0,-4-5-192 16,-4-2 68-16,0 2 60 0,-4-2 196 16,0 9 140-16,-4-1 48 0,0 8 8 15,0 6-8-15,-4 6-28 0,0 0 176 16,0 0 152-16,4 9 492 0,-4 4-112 16,-1 3-124-16,6 3-100 0,-5 0-36 15,0 3-40-15,0 0-20 0,3-3 32 16,-3 1-48-16,5-5-92 0,-5-5-104 15,0-4-184-15,0 1-60 0,3-4 48 16,6-3 36-16,-5 0-48 0,7-7-480 0,-2-2-340 16,2-1-300-16,-2-5-804 15,-6 4-2093-15,5-7-1919 0</inkml:trace>
  <inkml:trace contextRef="#ctx0" brushRef="#br0" timeOffset="130396.624">8872 4928 4364 0,'0'0'6801'0,"0"0"-5325"0,0 0-812 15,0 0 428-15,0 0 632 0,12 69-260 16,-7-37-376-16,3 6-364 0,-5 6-172 15,5 6 44-15,-8 12 196 16,4-1-352-16,1 5-275 0,-5 4-165 0,0-4-96 16,0-2-101-16,4-4-423 15,0-13-124-15,7-12-24 0,2-12-44 0,2-14-164 16,5-9-848-16,-4 0-884 0,12-21-2313 0</inkml:trace>
  <inkml:trace contextRef="#ctx0" brushRef="#br0" timeOffset="130715.275">9279 5343 8080 0,'0'0'6301'15,"0"0"-5609"-15,0 0-236 0,0 0 324 16,-60 70 676-16,44-48-208 0,0 4-440 16,1-3-304-16,2-4-152 0,5-5-132 15,1 0-216-15,7-5-4 0,0-2-112 0,0-1-32 16,7-3 44-16,6 2 92 0,6 0-4 15,1-3 8-15,5 5 0 0,3-4-4 16,-5 0-64-16,1 4 12 0,0-1 12 16,-5 0 40-16,1 4 8 0,-3 0 12 15,-6 2 96-15,1-2 160 0,-3 2-84 16,-5 1 12-16,-4 4 8 0,0-5-32 0,-4 1-64 16,-9 0 12-16,-2-4-120 0,-2 0-72 15,2 1-108-15,-5-4-40 0,4-3-72 16,0-3-112-16,4 0-156 0,0-9-360 15,4-7-548-15,4-7-660 0,0 8-1112 16,4-20-2617-16</inkml:trace>
  <inkml:trace contextRef="#ctx0" brushRef="#br0" timeOffset="130947.062">9554 5559 1788 0,'0'0'11521'0,"0"0"-9673"15,0 0-980-15,0 0 508 0,0 0 244 16,59 73-468-16,-55-66-348 0,0-4-476 15,1 0-240-15,-1-3-84 0,4 0 0 16,-1-6 52-16,1-4 28 0,1 1-72 0,-2-4-12 16,1-3-132-16,-4 6-64 15,0 1 24-15,-4 3 116 0,0 1 56 0,-4 3 104 16,-8 2-104-16,-4-3-100 0,-7 3-68 16,-1 0-76-16,-8 0-24 0,-4 5 8 15,1 6-104-15,-2-2-80 0,5 4-132 0,0-4-340 16,9 4-656-16,3-6-1104 0,3 5-3177 0</inkml:trace>
  <inkml:trace contextRef="#ctx0" brushRef="#br0" timeOffset="131528.821">10642 5515 10556 0,'0'0'1265'0,"0"0"-817"0,0 0 292 15,0 0 292-15,0 0 308 0,0 0-120 16,0 0-248-16,0 0-280 0,0 0-200 15,-84 13-72-15,72 12-100 0,0 10-28 16,0 0-36-16,4 3 28 0,0-3-40 16,4-3-76-16,4-10-84 0,0-9-84 0,0-8-172 15,8-1-84-15,8-4 84 16,0-4 124-16,4-8 48 0,8-10-184 0,-4-7-220 16,-1-3-36-16,-3 4 44 0,-3-1 176 15,2 7 84-15,-6 3-36 0,2 10-40 16,-2 2 52-16,-2 7 148 0,1 0 12 15,0 7 248-15,4 5 120 0,-4 4 4 16,4 3-152-16,0 3-48 0,0-3-168 16,0 4 108-16,-1-2-112 0,2-2-40 15,2-2-132-15,1-1-380 0,1-3-276 0,2-8-464 16,-3 2-1248-16,4-1-3921 0</inkml:trace>
  <inkml:trace contextRef="#ctx0" brushRef="#br0" timeOffset="132016.69">11288 5531 11129 0,'0'0'1924'0,"0"0"-1224"0,0 0 304 0,0 0 392 16,0 0-396-16,90-47-244 0,-70 36-200 15,5 2-48-15,-5-1 8 0,3 7-128 0,-3 3-204 16,-4 0-48-16,0 0-88 0,-4 10-40 15,-4-1 40-15,-4 5 16 0,-4 0-16 16,0 5 8-16,-4 7-56 0,-8-1-120 16,4 1 8-16,-8 0 52 15,4-1-64-15,1 0-84 0,-2-6 76 0,5-3 68 16,4-6 52-16,1 3-72 0,3-5-52 16,0 3-48-16,7-2 172 0,1-2 12 15,5 2 256-15,2-3-20 0,1 4 56 16,0-4-60-16,0 0 24 0,0-2 0 15,0-1-12-15,3-3 60 0,2 0 148 0,-1-7-259 16,-1-2-193-16,5-7-181 16,-3 4-223-16,-2-11-192 0,1 5-148 0,4-6-248 15,-3 6-440-15,-6-5-732 0,1 11-988 16,4-4-2781-16</inkml:trace>
  <inkml:trace contextRef="#ctx0" brushRef="#br0" timeOffset="132367.008">11997 5503 11997 0,'0'0'1600'0,"0"0"-864"0,0 0 212 0,0 0 520 15,0 0 72-15,0 0-236 0,55 65-668 16,-43-55-380-16,0-3-172 0,-1-4-84 16,2-3-12-16,2 0-96 0,6-13-76 15,-5-1-48-15,3 0-148 0,-2-9-136 0,-2 2 0 16,-2-3 96-16,-6 6-24 0,-3 2 220 15,-4 0 112-15,0 3-20 0,0 7 132 16,-15-1 112-16,-2 1 124 0,-3 3 112 16,-8 0-100-16,1 3-164 0,-1 0 52 15,4 6 88-15,0 7 84 0,4 6-64 16,4 3-144-16,5 6-16 0,2 4 40 0,1 4 180 16,4 2 64-16,1 0 36 0,3-4-4 15,0-2-8-15,0-6-16 0,0-5-179 16,3-4-197-16,5-7-145 0,5-5 9 15,2-5-92-15,2 0-224 0,2-5-96 16,5-11-272-16,-4-3-260 0,3-6-532 0,-2-5-1576 16,-5 11-3001-16,7-12-1107 0</inkml:trace>
  <inkml:trace contextRef="#ctx0" brushRef="#br0" timeOffset="132779.022">12335 5423 10768 0,'0'0'2781'0,"0"0"-1513"0,0 0-148 16,0 0-264-16,0 0 64 0,0 0 276 15,44 75-396-15,-40-45-336 0,0 1 72 16,-1 4 96-16,1-6-216 0,1-1-235 0,-5 1-181 16,4-4-8-16,0-6-52 0,3-3-61 15,-3-6-39-15,0-7-32 0,5-3-152 16,-1 0-300-16,3-6 240 0,6-7 112 16,-2-6-100-16,1 0-164 0,0-4-256 15,0 1-356-15,0 0-340 0,4 0-204 16,-4 3-216-16,0 3 315 0,0 10 485 0,0-1 1128 15,0 7 236-15,0 2 1997 16,-4 9-401-16,-4 2-1196 0,-1 2 188 0,-3 1 524 16,0 3-220-16,5-6-124 0,-1 0-264 15,3-4-324-15,-3-6 200 0,8-3 212 16,-4 0-584-16,4-9-244 0,-4-7-60 16,4 0-112-16,-4-6-96 0,0 0 12 15,-4 2 60-15,-4 5 124 0,-4 5 68 16,0 1-8-16,-4 3 0 0,-8 2-124 15,-4 4 136-15,-8 0 112 0,0 0-52 0,-4 0 72 16,1 7-8-16,-1-4-4 0,0 6-120 16,4-2-8-16,-4 2-104 0,8 4 4 15,0-4-224-15,4 4-344 0,4-4-332 16,0 1-532-16,4 3-1048 0,4-7-2165 16,0 7-2867-16</inkml:trace>
  <inkml:trace contextRef="#ctx0" brushRef="#br0" timeOffset="140517.762">13650 5559 8384 0,'0'0'5153'0,"0"0"-4277"0,0 0-344 15,0 0 224-15,0 0 448 0,0 0-200 16,0 0-88-16,-52 67-376 0,52-42-260 15,0 4-8-15,4 0 20 0,8-4-36 16,-4-3-48-16,4-3-48 0,0-9-152 0,-1-1-4 16,2-9 40-16,2 0-40 15,2 0-4-15,3-13 96 0,-5-2-96 0,2-4-24 16,-2-6-268-16,5-5-256 0,-8 2-4 16,1-1 96-16,-2 4 52 0,-7 3 60 15,0 2 180-15,-4 5-20 0,0 5-24 0,-12 1 84 16,0 3 24-16,-4-1 100 0,-8 7 84 15,4 0-32-15,-3 0 36 0,2 3 208 16,1 7 0-16,5-4-196 0,2 7-40 16,6-5-60-16,-1 3-72 0,4-2-100 15,4-2-208-15,0-1-704 0,0 0-1240 16,4-3-2553-16,0 4-2983 0</inkml:trace>
  <inkml:trace contextRef="#ctx0" brushRef="#br0" timeOffset="140678.603">13992 5667 1580 0,'0'0'8464'0,"0"0"-6735"16,0 0-309-16,92 10 836 0,-64-14-912 15,0-5-684-15,0-4-364 0,0-9-196 16,0 0-96-16,3-7-4 0,1-2-324 16,-4-1-560-16,0 3-548 0,-8-3-240 15,0 4-1329-15,-12 9-3167 0</inkml:trace>
  <inkml:trace contextRef="#ctx0" brushRef="#br0" timeOffset="140945.238">14196 5270 848 0,'0'0'1824'0,"0"0"2632"15,0 0-2084-15,0 0-551 0,0 0-257 16,0 0-404-16,0 0-32 0,-40 83-176 0,40-58-72 16,0 7-172-16,4 3 20 0,-4 6-124 15,4 7-248-15,0-1-88 0,-4 11-108 16,4 1-72-16,-1 9 92 0,-3 1-80 15,4-1 36-15,1 1-88 0,-1-2 48 16,0-3-8-16,0-8 104 0,0-5 40 16,-1-7 132-16,-3-2-156 0,0-10-136 15,0-7-72-15,0-6-4 0,-3-6 4 16,-1-7-4-16,-4-3-48 0,-1-3-192 16,2 0-108-16,-5-9-124 0,-4-4-120 15,4-12-116-15,-4-5-188 0,4-7-524 16,4-4-856-16,4 6-1989 0,4-22-2263 0</inkml:trace>
  <inkml:trace contextRef="#ctx0" brushRef="#br0" timeOffset="141150.353">14813 5645 8764 0,'0'0'5385'0,"0"0"-4137"15,0 0 260-15,0 0 200 0,88 28-236 16,-64-28-396-16,-1 0-480 0,9-9-331 16,-4-7-205-16,4 0-60 0,0-6-76 0,0 0-313 15,-1-7-255-15,-3 1-296 0,0 0-484 16,-3-2-832-16,-9 8-2024 0,-4-3-2613 16</inkml:trace>
  <inkml:trace contextRef="#ctx0" brushRef="#br0" timeOffset="141432.17">15077 5238 3324 0,'0'0'628'0,"0"0"3788"0,0 0-3588 0,0 0 104 0,-28 65 345 15,24-37 43-15,4 2 68 0,0 6-112 16,0 2-232-16,0 4-96 0,0 2-8 16,4 7-408-16,-1 0-176 0,-3-1-72 15,0 5-152-15,0-5-20 0,0 1 8 16,0 0-112-16,0 0 92 0,0-4-92 15,0-3 76-15,-3 1-32 0,-1-3 8 16,-1-8 88-16,1-2-16 0,-4-7-48 0,1-6 52 16,-6-3-52-16,1-6 64 0,1-3-112 15,-5-5-36-15,-5-2-304 0,2-2 36 16,-1-5-184-16,-4-6-200 0,0-3-320 16,-4-6-168-16,0-3-752 0,0-10-2681 0,8 10-3647 15,-8-27 5940-15</inkml:trace>
  <inkml:trace contextRef="#ctx0" brushRef="#br0" timeOffset="149565.413">15470 6264 784 0,'0'0'10329'0,"0"0"-8609"0,0 0-716 0,0 0-192 15,0 0 208-15,0 0 36 0,0 0-220 16,0 0-440-16,-43 76-300 0,35-63-96 16,-1 0-72-16,2-1-188 0,-1-2-348 15,-5 2-192-15,10-5-156 0,-5 3-500 16,0-8-1228-16,0 5-3661 0</inkml:trace>
  <inkml:trace contextRef="#ctx0" brushRef="#br0" timeOffset="150696.131">16287 5407 5136 0,'0'0'172'0,"0"0"348"16,0 0-80-16,0 0 2352 0,0 0-1136 16,0 0-471-16,0 0-57 0,0 0-36 0,0-71-80 15,0 69-120-15,0-4-100 0,4 2-72 16,-4 1-52-16,0-1-100 0,0 4-136 15,0-3-64-15,4 0-112 0,-4 3-72 16,4-2-60-16,-4 2-124 0,9-4-48 0,-5 4 0 16,-1 0-12-16,1 0 0 0,0 6 48 15,4 4-52-15,1 3 56 0,-6 6 8 16,5 9 8-16,-4 1-4 0,0 6-8 16,0 6-4-16,-4 1 0 0,4-2-40 15,-4 2-12-15,4-4-16 0,0-6 16 16,4-3 60-16,0-4 4 0,-1-6-4 15,2-4 0-15,-1 2-68 0,3-8 64 16,-2 4 0-16,7-7 4 0,-4 1 12 16,0-5 60-16,3 2-64 0,2-4 80 15,3 0 20-15,-5-4 76 0,9-2-48 16,-3-3-40-16,2-4-36 0,-3-3-60 0,4 1 0 16,0-8-4-16,-4-2-92 0,0-4-236 15,-1 0-280-15,-2 1-212 0,-1-1-280 0,-4 1-724 16,-5 6-2572-16,-7-4-3617 0</inkml:trace>
  <inkml:trace contextRef="#ctx0" brushRef="#br0" timeOffset="150995.67">16710 5172 6128 0,'0'0'1584'0,"0"0"3029"0,0 0-3809 0,0 0-408 15,0 0 316-15,0 0 360 0,0 0-152 16,-52 76-296-16,52-54-248 0,0 4-40 16,0 2-28-16,0 7-124 0,0 3 4 15,-4 7-52-15,4 2-64 0,0 4-72 16,-4 7 8-16,4 1-8 0,-5 6-8 16,2-2 8-16,3 3-84 0,-4-2-16 0,4-4 24 15,0 0 28-15,0-6-88 0,0-7-24 16,0-5-40-16,4-7-108 0,-1-9 120 15,2-4-84-15,-1-10-128 0,4 1-180 16,-4-7-176-16,3 0-356 0,-2-6-560 16,-1 0-917-16,0 0-2307 0</inkml:trace>
  <inkml:trace contextRef="#ctx0" brushRef="#br0" timeOffset="153254.691">17128 5750 6432 0,'0'0'244'0,"0"0"2096"0,0 0-672 16,0 0-395-16,0 0-85 0,0 0-156 15,0 0-184-15,12 89-156 0,-12-64-176 16,0 3-152-16,-4 2-52 0,0 1-12 16,-4 1-28-16,0-1-72 0,-4 4 8 0,0-2-96 15,-4-6 12-15,0 2 0 0,5-3 36 16,-6-7-36-16,2-4 36 0,2-2-36 16,2-7-52-16,2-3 16 0,-2-3-88 15,7 0-40-15,-4-3-292 0,-1-3-36 16,2-7 32-16,3 1 140 0,0-7-64 15,-4 0 48-15,4-3 48 0,-1-1 104 16,2-2 8-16,-1 2 44 0,0 5 0 16,4 1 0-16,0 5-52 0,0 6 60 0,4-1 76 15,0 4 48-15,4 0 16 0,4 3-56 16,3 0 4-16,2 6 124 0,-2 4 12 16,2-1 48-16,3 7-16 0,-5 3-68 15,2-3-16-15,-2 1-48 0,1-3 8 16,0 3-80-16,0-1 20 0,0-7-64 15,-4 4-8-15,4-3-4 0,-4-4-68 16,0 0-16-16,3 0-244 0,-2 1-372 16,-2-4-164-16,6-3-60 0,-6 0-848 0,6 0-1084 15,-9 0-2493-15,7-10-758 0</inkml:trace>
  <inkml:trace contextRef="#ctx0" brushRef="#br0" timeOffset="153412.219">17403 6092 3860 0,'0'0'5960'0,"0"0"-4399"15,0 0-905-15,0 0 124 0,0 0 420 0,0 0 112 16,4 83-240-16,-4-61-360 0,-4 3-252 16,0-2-200-16,4 2-64 0,-4-3-36 15,0-3-160-15,4 1-68 0,-4-4-268 16,4-4-520-16,0 1-560 0,0-4-852 16,0 4-2997-16</inkml:trace>
  <inkml:trace contextRef="#ctx0" brushRef="#br0" timeOffset="153929.658">17714 6903 5228 0,'0'0'9553'0,"0"0"-8485"16,0 0-660-16,0 0-84 0,0 0 372 15,0 0 208-15,0 0-384 0,0 0-300 16,-60-86-208-16,60 44-12 0,0-9-100 16,0-3-84-16,0-3-28 0,0-6 16 15,0-3-76-15,0-1 0 0,4 3-76 16,-1-3 112-16,6 7 60 0,3 0 112 16,-5 3 64-16,2 2 0 0,3 11 8 15,-5 2 32-15,6 8 108 0,-1 5 140 0,-5 1-4 16,6 5 40-16,-5 4-64 0,-1 4-40 15,2 5 4-15,-5 0-16 0,0 7-60 16,-4 0-108-16,4 3-40 0,-4 0-4 16,0 0 4-16,0 3 12 0,0 0 64 15,0 7 32-15,0 2 4 0,0 1 24 16,0 0-76-16,0 0-12 0,0-1-48 16,0-1-8-16,3-3-52 0,1-2 48 0,4 5 0 15,1-3-52-15,-2-1 4 0,5 3 48 16,-3-1 12-16,2 1 0 0,1 3 96 15,-4-1-20-15,0 1-28 0,0-4 0 16,-4 4-36-16,0-4 52 0,-1 1 20 16,-3 0 4-16,0-1-4 0,0 1 0 0,-3-1-20 15,-9 7-64-15,-4-4-60 0,-4 7-184 16,0-2 12-16,-4-1-124 0,-3-3-124 16,-6 2-148-16,1-5-176 0,-3 2-512 15,-1-2-600-15,4-7-1244 0,-11 6-3733 0</inkml:trace>
  <inkml:trace contextRef="#ctx0" brushRef="#br0" timeOffset="186792.646">16260 4909 496 0,'0'0'8564'0,"0"0"-6239"0,0 0-785 15,0 0-256-15,0 0-160 0,0 0-64 16,0 0-200-16,0 0-264 0,0 0-164 15,-4-39-48-15,15 23-40 0,6-3-12 0,-2-6-52 16,13-1 52-16,0-2-148 0,4 3-40 16,7-1-56-16,-2 7-16 0,3 3 0 15,-1 6 40-15,1 4-112 0,0 3-24 16,0 3 24-16,-4 0 12 0,3 0 36 16,-2 9-48-16,-2 1-36 0,-3 6 36 15,0 3 4-15,-8 4-4 0,4 5-4 0,-8 4-44 16,0 3-16-16,-5 3 16 15,2-3-124-15,-2-3 88 0,2-7 12 0,3-3 64 16,-1-9-56-16,9-4-44 0,0-3 108 16,8-2 60-16,-1-4-60 0,2-4-8 15,3-5-88-15,-5-4 20 0,1-2-304 16,4-2-232-16,4-1-180 0,3-4-412 16,-6 9-944-16,19-10-3165 0</inkml:trace>
  <inkml:trace contextRef="#ctx0" brushRef="#br0" timeOffset="187087.255">18375 5785 16041 0,'0'0'1872'16,"0"0"-1736"-16,0 0-36 0,0 0 208 16,0 0 136-16,0 0 60 0,0 0-272 15,0 0-232-15,0 0-108 0,0 0-40 16,76 22-256-16,-72-22-360 0,-1 3-328 15,-3 0-576-15,0 0-1548 0,-7 13-3141 0</inkml:trace>
  <inkml:trace contextRef="#ctx0" brushRef="#br0" timeOffset="187228.815">18323 6051 13373 0,'0'0'2076'0,"0"0"-1636"0,0 0-12 0,0 0 124 15,0 0 292-15,76 47 56 0,-56-40-408 16,4-3-244-16,4-2-164 0,4-2-84 15,4 0-624-15,-1-6-564 0,-7-1-736 0,12-2-3301 16</inkml:trace>
  <inkml:trace contextRef="#ctx0" brushRef="#br0" timeOffset="187592.502">18817 5423 6320 0,'0'0'6085'0,"0"0"-4745"15,0 0-1212-15,0 0 784 0,80 3 508 16,-36 3 164-16,-1-3-300 0,9-3-524 16,1 0-296-16,-2-6-180 0,1-7-104 15,0-6-116-15,0 0-64 0,-5-3-52 16,-2 0-324-16,-10-1-320 0,1-2-44 15,-8 6-208-15,-4 0-380 0,-8 3-1104 16,-9 7-2981-16,-7 6-3031 0</inkml:trace>
  <inkml:trace contextRef="#ctx0" brushRef="#br0" timeOffset="187760.273">19216 5445 11925 0,'0'0'1420'15,"0"0"-1024"-15,-12 89 12 0,12-48 212 0,0 7 812 16,0-1 180-16,4 0-356 0,0 2-532 15,4-5-236-15,-4 3-168 0,3-1-240 16,-2-2-80-16,-5-3-84 0,0-7-272 16,0 1-208-16,0-8-148 0,0-6-160 15,0-2-284-15,0-7-776 0,-5-1-2409 16,-2-2-3407-16</inkml:trace>
  <inkml:trace contextRef="#ctx0" brushRef="#br0" timeOffset="187945.151">19120 5988 11069 0,'0'0'3172'0,"0"0"-2476"0,0 0 260 16,0 0 384-16,104-13-28 0,-76 10-316 15,3-1-8-15,1 2-292 0,0-1-380 0,4-7-160 16,-4 0-156-16,4 1-72 16,0-3-340-16,-8-5-208 0,4 4-260 0,-9 5-300 15,1 1-868-15,-11 0-2452 0,-6 7-3565 0</inkml:trace>
  <inkml:trace contextRef="#ctx0" brushRef="#br0" timeOffset="188095.195">19240 6363 11461 0,'0'0'2592'0,"0"0"-2248"0,0 0-280 0,0 0 452 15,79 9 116-15,-47-18 100 0,5-4-248 16,2-6-260-16,1-1-120 0,4-5-104 15,-4 3-236-15,3 0-680 0,-2 2-508 16,-10 8-1072-16,9-7-4657 0</inkml:trace>
  <inkml:trace contextRef="#ctx0" brushRef="#br0" timeOffset="188507.651">20065 5922 12953 0,'0'0'2020'0,"0"0"-1076"16,0 0-668-16,0 0 64 0,0 0 196 15,0 0 484-15,0 0 100 0,103 12-324 16,-56-10-284-16,6-2-204 0,3 0-128 0,0 0-80 15,-1-2-96-15,-3-4-4 0,0-7-4 16,0-6-60-16,-5 0-56 0,1-7-220 16,0-3-420-16,-4-2-256 0,-8-1-284 15,-8 4-628-15,-13 6-2484 0,-11-1-4001 0</inkml:trace>
  <inkml:trace contextRef="#ctx0" brushRef="#br0" timeOffset="188711.006">20630 5588 3892 0,'0'0'9793'16,"0"0"-8981"-16,0 0-636 0,0 0 40 0,0 0 476 16,0 0 216-16,79 60 312 0,-58-38-480 15,7 4-52-15,-4 0-84 0,0 2-164 0,-1-3-208 16,-6 4-136-16,-2 2 4 0,-6 1-100 16,-2 4-4-16,-7-3-72 0,0 9-264 15,-11 0-148-15,-9 2 8 0,3 1-24 16,-6-4-88-16,-1 0-240 0,4-6-508 15,4-9-1148-15,-8 2-3757 0</inkml:trace>
  <inkml:trace contextRef="#ctx0" brushRef="#br0" timeOffset="189108.156">21068 5629 12793 0,'0'0'2448'0,"0"0"-1980"0,0 0-104 0,0 0 900 16,77 22 48-16,-38-19-136 0,5 4-380 15,4-7-348-15,-1 0-168 0,-2 0-108 16,-2-4-132-16,-7-2-40 0,4 0-4 15,-8-7-80-15,0 1-356 0,0-1-388 16,-13 0-276-16,1 0-476 0,-8 4-936 16,-3 5-2077-16,-9 2-2015 0</inkml:trace>
  <inkml:trace contextRef="#ctx0" brushRef="#br0" timeOffset="189280.561">21383 5673 1032 0,'0'0'11193'0,"0"0"-9633"16,0 0-1144-16,-4 95 104 0,8-53 424 15,0 5 860-15,-4 5-212 0,5-2-536 16,-5 1-300-16,4 3-172 0,-4-3-280 0,0-3-211 16,0-4-93-16,0-6-73 0,0-10-195 15,0-5-172-15,0-10 40 0,0-7-176 16,0-4-364-16,0-2-692 0,3-6-1276 16,-3 0-1421-16,0-13-1215 0</inkml:trace>
  <inkml:trace contextRef="#ctx0" brushRef="#br0" timeOffset="189443.68">21371 6004 11969 0,'0'0'1904'0,"0"0"-1336"0,0 0 420 0,0 0 68 15,100 0 12-15,-72 6-128 0,0-6-272 16,7 0-288-16,1 0-124 0,0-10-252 16,1-2-4-16,-2-4-320 0,1-6-256 15,-4 0-212-15,0-3-380 0,-8-1-464 16,-9 6-1328-16,-6-5-4109 0</inkml:trace>
  <inkml:trace contextRef="#ctx0" brushRef="#br0" timeOffset="189696.928">21029 5305 12357 0,'0'0'2192'0,"0"0"-1336"16,0 0-664-16,0 0 344 0,0 0 580 16,0 0 308-16,92 0-260 0,-53 0-404 15,4 0-212-15,6 0-160 0,3 0-96 0,4-2-99 16,4-3-81-16,-2-1-112 0,2-2-8 16,4-3-164-16,-4 2-337 0,3-4-455 15,-7 0-212-15,0 1-588 0,-16 2-2008 16,12-3-3377-16</inkml:trace>
  <inkml:trace contextRef="#ctx0" brushRef="#br0" timeOffset="196133.455">17216 7843 5460 0,'0'0'1012'15,"0"0"4573"-15,0 0-4189 0,0 0-672 0,0 0-80 16,0 0 188-16,4-74-100 0,16 52-120 15,4 0-204-15,3 3-120 0,1 2 56 16,4 6-60-16,-4 4-148 0,0 7-84 0,-4 0 20 16,-4 7 64-16,-1 8-88 0,-2 3 64 15,-6 7 96-15,2 2-48 0,-5 1-36 16,-4 5-116-16,-1-3 4 0,1 5 0 16,0 1-8-16,5-5 4 0,-1 1-4 15,3-1 0-15,2-5-4 0,2-3 296 16,1-11-64-16,0 1-24 0,0-10-76 15,4-3 52-15,4 0-60 0,0-10-76 16,-4-5 8-16,-1-5-56 0,6-5-352 16,-5-4-248-16,-5-2-236 0,6-1-288 15,-6-3-316-15,-3 0-580 0,-4 7-2301 16,0-7-2171-16</inkml:trace>
  <inkml:trace contextRef="#ctx0" brushRef="#br0" timeOffset="196361.942">17702 7613 7900 0,'0'0'4489'0,"0"0"-3633"0,0 0-524 0,0 0-28 0,-32 70 252 16,32-42 392-16,0-3 148 0,0 8-312 15,0 2-276-15,4-1-24 0,4 6-40 16,-1 0-40-16,2 2-96 0,-1 5-100 16,-4-3-92-16,0 4-116 0,-1 3-4 15,6-4-48-15,-5 5 40 0,4-4-108 16,-1-4-64-16,-3-3-208 0,5-6-140 15,-1-3-184-15,3-10-92 0,2-6-172 16,-5-4-456-16,-1-8-1088 0,6-4-3261 0</inkml:trace>
  <inkml:trace contextRef="#ctx0" brushRef="#br0" timeOffset="196800.054">18132 8051 7432 0,'0'0'4721'0,"0"0"-3597"16,0 0-752-16,0 0 60 0,0 0 160 15,0 0 228-15,20 83 76 0,-16-51-324 16,-4 3-236-16,4-4-72 0,-4 1 8 16,0 1-112-16,-4-5-36 0,-4-3-76 15,0-6-48-15,-4 0 0 0,0-6-168 16,0-7-56-16,-4-3 64 0,4 0 96 0,-4-3-84 16,4-6-24-16,1-4 8 0,-2 1 112 15,6-4 44-15,-1-2-36 0,4-2-28 16,-1 2-4-16,5-5 68 0,0 9 8 15,0-6 148-15,9 8 104 0,-1-1 68 16,3 4-60-16,6 6 28 0,-2 0 68 16,5 0 76-16,0 0-64 0,5 6-72 15,-6 4 20-15,-3-5-72 0,4 6-48 16,0-1-132-16,-5-6-64 0,6 3-112 0,-5 0-316 16,-1 0-468-16,6-4-264 0,-2 0-676 15,-6-3-2312-15,6 0-3921 0</inkml:trace>
  <inkml:trace contextRef="#ctx0" brushRef="#br0" timeOffset="197212.789">18674 8617 1604 0,'0'0'10269'0,"0"0"-8489"0,-8 79-588 15,0-54-72-15,0 1 8 0,-4-7-28 16,0 0-372-16,0-10-372 0,0-2-24 0,5-7-12 15,-6 0-176-15,5-10-144 0,-3-6 0 16,2-6-60-16,1-10 56 0,1-2-104 16,3-10 92-16,0-8-116 0,0-1-88 15,-1-2-236-15,1-4-48 0,4 4 132 16,0 1 128-16,13 3 120 0,-2 11 72 16,10 4-44-16,-6 8 32 0,5 4 64 15,-4 10 12-15,-4 7 136 0,-4 0 16 16,-4 7-80-16,0 0 88 0,0 7 164 15,-4 3 80-15,0 6-96 0,0-4-60 16,-4 7-100-16,0-3 84 0,-4-3 12 16,8-1-48-16,-4 1-184 0,4-3-24 15,0 5-72-15,0-2 60 0,0 6 12 0,0-3 0 16,0 0 0-16,0 3 0 16,0-3 4-16,0-3-4 0,0-4 8 0,0 1-8 15,-4-7 0-15,1-3-404 0,-2 0-64 0,-3 0-268 16,-3-6-76-16,-6-1-260 15,2-2-192-15,-9-1-596 0,7 4-1101 0,-15-7-2275 16</inkml:trace>
  <inkml:trace contextRef="#ctx0" brushRef="#br0" timeOffset="197700.174">17112 7417 8732 0,'0'0'2341'16,"0"0"-825"-16,0 0 40 0,0 0-92 16,0 0-224-16,0 0-268 0,0 0-404 15,0 0-188-15,0 0-84 0,32-76-24 16,-9 52-64-16,2-1-12 0,6 0-52 16,5 3-56-16,5 3 20 0,-2 3 28 15,5 6-52-15,-4 4 88 0,0 6-60 16,-5 0-100-16,-3 0-12 0,-4 10-12 0,-4-4-76 15,0 8 88-15,-4 0 0 0,-8 6 12 16,4 2 0-16,-9 4-12 0,6-1 0 16,-5 3-52-16,-1-2-32 0,6-7 72 15,-1 1-76-15,0-12-44 0,7-2-40 0,9-6 148 16,0 0 16-16,8-9 8 0,4-3-184 16,4-11-320-16,3-2-84 0,2-1-140 15,-1 0-240-15,3 1-640 0,-11 7-1136 16,12-2-3849-16</inkml:trace>
  <inkml:trace contextRef="#ctx0" brushRef="#br0" timeOffset="201223.005">19626 7953 5744 0,'0'0'9785'0,"0"0"-8145"0,0 0-1380 16,0 0-84-16,0 0 296 0,0 0 292 16,0 0 252-16,0 0-464 0,0 0-344 15,0 0 72-15,0 0-36 0,95 0-16 16,-63-3-32-16,9 3-64 0,-2-3-20 0,1-1-63 16,4 2-37-16,-4-5 0 15,3 4-12-15,-2-6 0 0,-2-2-61 0,-3 3 13 16,0-2-64-16,-4-3-164 0,-1 1-284 15,1-2-236-15,-4 5-184 0,-4-4-304 16,-3 5-952-16,-6 1-1760 0,-2 0-2465 0</inkml:trace>
  <inkml:trace contextRef="#ctx0" brushRef="#br0" timeOffset="201510.492">20582 7492 14909 0,'0'0'2112'0,"0"0"-1688"16,0 0 144-16,0 0-36 15,80 0 216-15,-60 0 284 0,0 0-388 0,4 0-304 16,4-3-132-16,0 3-136 0,0-7-72 0,0 3 0 15,0-3 0-15,4-3-108 16,-5 1-320-16,4-5-240 0,2 2-200 16,-6-1 8-16,-3 0-492 0,-7-2-1360 0,-6 5-2853 15,-11-2-3323-15</inkml:trace>
  <inkml:trace contextRef="#ctx0" brushRef="#br0" timeOffset="201726.826">20782 7524 12569 0,'0'0'1808'0,"0"0"-1228"15,-4 77-352-15,4-42 436 0,0 3 840 0,0 3-84 16,0 0-608-16,0 0-420 0,0 5-196 16,8-6-48-16,-4 2-88 0,-1-4-60 0,1-4 0 15,0-5-12-15,1-6-124 16,-1-8-328-16,0-3-212 0,0-5-196 0,-1-4-172 15,1 1-296-15,0-4-732 16,-4-4-704-16,4 1-1517 0,-4-9-2247 0</inkml:trace>
  <inkml:trace contextRef="#ctx0" brushRef="#br0" timeOffset="201991.665">20718 7947 12117 0,'0'0'2244'0,"0"0"-1684"0,0 0-196 16,0 0 228-16,0 0 448 0,0 0 472 15,100 6-380-15,-72-9-448 0,0-4-196 16,3-2-196-16,1 3-156 0,0-7-128 16,-8 1 4-16,4-2-12 0,-5 3-8 15,-2-3-104-15,-1 2-288 0,-1 3-88 0,-6-2-112 16,-2 5-212-16,-3-1-260 0,-4 7-416 15,-4-2-692-15,0 2-2117 0,0 2-2287 0</inkml:trace>
  <inkml:trace contextRef="#ctx0" brushRef="#br0" timeOffset="202194.995">20806 8293 12897 0,'0'0'2108'0,"0"0"-1404"16,0 0-316-16,0 0 328 0,0 0 416 16,0 0 356-16,79 0-412 0,-51 0-464 15,0-6-248-15,0 2-172 0,0-3-116 0,-4 2-76 16,3-5-12-16,-7-2-256 16,1-1-232-16,-2 1-132 0,-3-5-128 0,0 1-384 15,-4 0-768-15,-8 7-2316 0,0-4-3145 0</inkml:trace>
  <inkml:trace contextRef="#ctx0" brushRef="#br0" timeOffset="202563.265">19658 7629 744 0,'0'0'8200'0,"0"0"-4051"0,0 0-3325 15,0 0-228-15,0 0 276 0,0 0 412 16,0 0-92-16,0 0-180 0,0 0-276 0,80-19-136 16,-48 10-100-16,3-1-136 0,5 4-72 15,1-4-72-15,2 1-72 0,5-1-76 16,-4-3-68-16,4 4-4 0,-1-3 0 16,-2-2-96-16,2 2-16 0,-8 2-460 15,-2 2-316-15,-1 1-228 0,-8 0-504 16,-9 7-1240-16,-3 0-3421 0</inkml:trace>
  <inkml:trace contextRef="#ctx0" brushRef="#br0" timeOffset="-167437.063">15435 8632 7232 0,'0'0'4289'0,"0"0"-1989"0,0 0-1048 16,-68-91-356-16,52 53 56 0,0-8 40 15,5-1-64-15,6-10-388 0,1 1-232 16,4-5-76-16,0 3 72 0,4 2-48 15,1 5 12-15,2-1 0 0,1 8 60 16,0 0-96-16,0-1-72 0,4 4-88 0,0 0 85 16,0 0-33-16,4 0-76 0,0-1-48 15,3 0-4-15,2 1-96 0,3 4 52 16,4 5 40-16,-4 3-40 0,-1 8-73 16,-3 4 9-16,0 8 52 0,-4 2-12 15,-5 7-60-15,-2 0-16 0,-1 7 4 0,0 5 144 16,-8 10 52-16,0 0-4 0,0 6-36 15,-4 5 84-15,-4-1-88 0,0-4 0 16,-4 0-4-16,4-2 60 0,-4-3-52 16,8-4 60-16,-4-1-72 0,4-1-56 15,4-5-116-15,0 1-32 0,8-1-4 16,8 1 196-16,0 1-64 0,4-2 76 16,0 1 0-16,-1-1-68 0,2-2 68 0,-6 2 72 15,2-2 4-15,-6 3 32 0,-2-4 28 16,-1 4 32-16,-8 0 4 0,3-4 32 15,-3 4 5-15,0-1-13 0,-3-2-52 16,-5-1-24-16,-9 1 28 0,2-1-52 16,-9 2-84-16,0-3-12 0,-4 5-56 15,-4-4-152-15,0 1 4 0,4-3-52 16,-4-2-61-16,4-1-59 0,4-4-4 16,5 3-108-16,2-3-148 0,10 0-320 0,3 0-456 15,4 0-768-15,0 0-1900 0,8-7-3721 16</inkml:trace>
  <inkml:trace contextRef="#ctx0" brushRef="#br0" timeOffset="-167141.87">16287 7661 7644 0,'0'0'4837'15,"0"0"-3765"-15,0 0-44 0,0 0 640 16,0 0-112-16,0 0 132 0,0 0-396 15,0 0-536-15,-12 82-379 0,0-53-121 16,1 6-124-16,-2 1-48 0,-2 1-20 16,-2 1-64-16,6 7-12 0,3-1 0 15,-1 0-48-15,6 1 48 0,3-7-48 0,0 0 12 16,7-6 48-16,2-7 0 0,6-3-48 16,2-5 44-16,2-9 0 0,1-1-4 15,1-7 8-15,3 0-48 0,-5-12-88 16,5-8-8-16,0-2-101 0,-4-6-143 15,0-4-88-15,0-3-232 0,-8 7-332 16,-5-2-940-16,-3 8-1836 0,-4 4-1657 0,-7-1-2258 16</inkml:trace>
  <inkml:trace contextRef="#ctx0" brushRef="#br0" timeOffset="-166971.971">16108 8029 6432 0,'0'0'1116'0,"0"0"3365"0,0 0-2477 16,0 0-640-16,0 0-168 0,0 0-64 15,0 0-144-15,0 0 8 0,0 0 236 16,96-5-492-16,-52-15-299 0,-1 1-165 0,6-6-104 16,-6-1-172-16,0-2-88 15,-2 0-228-15,2 2-461 0,-7 0-259 0,5 7-496 16,-18 3-2772-16,9 0-5569 0</inkml:trace>
  <inkml:trace contextRef="#ctx0" brushRef="#br0" timeOffset="-148826.596">1207 8522 10997 0,'0'0'3948'0,"0"0"-3532"0,0 0-404 15,0 0 164-15,0 0 340 0,0 0 112 16,0 0-116-16,0 0 552 0,76 6-484 15,-41-3-224-15,-3-3-232 0,8 3 96 16,-1-3-12-16,2 0 24 0,-1 0-36 16,-5 0-76-16,1 0-60 0,-4-6-60 15,-8 3 0-15,0-4-64 0,-4 1-32 16,-4 2-136-16,0 2-332 0,-8-1-296 0,0-1-268 16,-8 4-524-16,0 0-700 0,-4 4-857 15,-13 8-2183-15</inkml:trace>
  <inkml:trace contextRef="#ctx0" brushRef="#br0" timeOffset="-148655.107">1330 8699 4288 0,'0'0'5384'0,"0"0"-4200"0,0 0-215 15,0 0 55-15,0 0 172 0,0 0-120 16,0 0-72-16,0 0-12 0,76 4-284 16,-40-1-264-16,0-3 100 0,3 0-16 15,-3 0-200-15,1-7-144 0,-2 1-184 16,-3-4-60-16,0-2 12 0,0-8-308 15,4-2-308-15,-8-3-672 0,-1-7-868 16,-6 7-2745-16,-6-14-3215 0</inkml:trace>
  <inkml:trace contextRef="#ctx0" brushRef="#br0" timeOffset="-148378.239">1649 8043 9624 0,'0'0'3125'0,"0"0"-2793"15,0 0 268-15,0 0 136 0,0 0 512 16,96 28-56-16,-64-16-48 0,7 4-500 16,1 7-300-16,4-2-172 0,0 5-164 15,-5 2-8-15,-2 4 0 0,-5 3 0 16,-9 0 8-16,1 7 32 0,-11-1 20 16,-6 1 124-16,-3 5-84 0,-4 0-92 15,-4 1 60-15,-12-1-68 0,0 2-52 16,-4-5 44-16,-4-6 8 0,1-7-48 15,-5 1-76-15,4-10-120 0,0-6-164 16,3-6-96-16,-2-3-252 0,3-7-176 0,0 0-592 16,4-7-572-16,9-3-885 0,-6-9-2067 0</inkml:trace>
  <inkml:trace contextRef="#ctx0" brushRef="#br0" timeOffset="-148037.421">2498 8141 13149 0,'0'0'1284'15,"0"0"-1180"-15,0 0 500 0,0 0 440 16,87 12 168-16,-63-5-332 0,-4-4-80 16,4 0-224-16,8 0-244 0,0 0-136 15,-1 0-60-15,1-3-136 0,0 3-8 16,-4 1-40-16,-4-1 0 0,-4 3 40 0,-4 4-4 15,0-1 0-15,-4 10 12 16,-4 1 84-16,0 7 40 0,-8 9 72 0,0 8 8 16,0 1-116-16,0 5-4 0,-5 5-12 15,2-5 232-15,-1-2-204 0,-4-9 32 16,0-11-36-16,4-6-72 0,0-7-24 0,-4-5-48 16,4 0 36-16,0-7-292 0,-4 0-120 15,0-3-248-15,-4 0-260 16,-8-6-224-16,1-4-472 0,-9-2-868 0,7 2-2437 15,-26-10-3439-15</inkml:trace>
  <inkml:trace contextRef="#ctx0" brushRef="#br0" timeOffset="-147897.488">2434 8497 7200 0,'0'0'6233'0,"0"0"-5485"16,0 0-12-16,75-23 432 0,-42 17 356 15,3-5-560-15,-1 3-252 0,1-5-208 0,-4 3-224 16,4 1-256-16,-8 2-24 0,0-2-232 15,-8 5-332-15,-5 1-296 0,2 3-376 16,-10 3-988-16,-3 7-3029 0,-4 12-3967 0</inkml:trace>
  <inkml:trace contextRef="#ctx0" brushRef="#br0" timeOffset="-147739.238">2522 8851 8140 0,'0'0'5705'16,"0"0"-4601"-16,0 0-552 0,0 0 680 15,0 0-36-15,0 0-224 0,0 0-28 16,0 0-368-16,99-57-332 0,-71 38-244 16,4 0-12-16,4 1-184 0,-5 1-868 0,-6 8-624 15,10 0-3612-15</inkml:trace>
  <inkml:trace contextRef="#ctx0" brushRef="#br0" timeOffset="-146506.136">3605 8128 8232 0,'0'0'648'0,"0"0"1989"0,0 0-1509 15,0 0-276-15,0 0 468 0,40-67-276 16,-32 57-276-16,0 4-304 0,4 4-156 15,0-5-96-15,0 7-132 0,4 0-80 16,0 0 0-16,0 13 8 0,0-1 128 0,-5 13-88 16,6 7 16-16,-10 13 8 15,6 5-72-15,-5 8-56 0,-5-1-156 0,1 0-136 16,4-4 40-16,-3-8-4 0,-1-6 236 16,0-11 64-16,-1-6 8 0,1-9-4 15,0-7-92-15,0-3 36 0,0-3 64 16,1 0 100-16,2-3 212 0,1 0 136 0,5-6-40 15,-2-4-36-15,1-3-40 16,0-3-60-16,4-4-24 0,-4-2-52 0,4-1-60 16,-9-5-4-16,6-1-44 0,-5 1-28 15,3-1-52-15,-6 0 68 0,3-6-68 16,0 3 4-16,-5 0-12 0,1 0 0 16,-4 4 60-16,0 2-60 0,0 1-4 15,-4 5-144-15,-3 2-60 0,-1 4 48 16,-1 4 24-16,-2 4-144 0,-1-1-140 15,3 7 64-15,-2-3-80 0,3 6-96 0,-1 0-168 16,6 0-296-16,-1 0-572 0,0 6-1028 16,0 0-1861-16,0 7-1735 0</inkml:trace>
  <inkml:trace contextRef="#ctx0" brushRef="#br0" timeOffset="-141319.953">5024 8032 5328 0,'0'0'744'16,"0"0"-740"-16,0 0 2852 0,0 0-944 15,0 0-815-15,0 0-61 0,0 0 96 16,0 0 132-16,0 0-180 0,0 0-152 15,0 0-152-15,20-25-384 0,-33 37-308 16,2 5-88-16,-6 4-16 0,6 5-56 0,-5 6 24 16,4-4 44-16,0 1-44 0,4-7 44 15,4-3 4-15,4-3-72 0,0-2-4 16,4-2 64-16,4-3 12 0,4 1 36 16,0-1-24-16,8 1-4 0,0-4-8 15,0 3 60-15,-1-2-52 0,2 3 4 16,-6-4-12-16,2 1 12 0,-6-4-12 0,2 3 88 15,-6 0 96-15,-3 1 12 0,0 2-12 16,-4 1-12-16,0-1 24 0,0 4-12 16,0 3 0-16,-8-1-12 0,-4 2-60 15,-4-2-76-15,5 1-36 0,-2-3-88 16,2-3-204-16,-2-1-160 0,5-6-4 16,1 0 12-16,-1-3-224 0,4-3-364 15,4-6-704-15,0 0-1164 0,4-12-2977 0</inkml:trace>
  <inkml:trace contextRef="#ctx0" brushRef="#br0" timeOffset="-141135.365">5319 8280 9792 0,'0'0'2125'0,"0"0"-1329"0,0 0 552 16,0 0 220-16,0 0 208 0,0 0-476 0,0 0-316 16,-17 76-264-16,10-60-196 0,3 0-232 15,0-3-292-15,4-4-108 0,0-2-236 16,4 0-228-16,4-7-336 0,3 0-124 15,9-14-320-15,1-5-836 0,-2-3-2501 16,13-19-2607-16</inkml:trace>
  <inkml:trace contextRef="#ctx0" brushRef="#br0" timeOffset="-140935.045">5757 7807 4528 0,'0'0'9189'0,"0"0"-7117"0,0 0-1256 0,0 0-32 16,0 0 404-16,-40 92 176 0,28-50-204 15,0 5-287-15,0 8-241 0,4-2-232 16,4 7-148-16,0 1-32 0,4-2-16 16,0-1-148-16,12-10-56 0,0-10-60 15,4-7-48-15,0-11-36 0,0-4-112 0,4-4-132 16,-5-8-24-16,2-1-60 0,-6-3-13 16,6 0-27-16,-6-7-112 0,-2 1-344 15,-1-7-572-15,-1 1-924 0,-7 1-1476 16,0-10-2157-16</inkml:trace>
  <inkml:trace contextRef="#ctx0" brushRef="#br0" timeOffset="-140766.591">5465 8185 5792 0,'0'0'7197'16,"0"0"-5989"-16,0 0-764 0,0 0 312 15,0 0 376-15,0 0-48 0,0 0-192 0,92-19-56 16,-60 6-324-16,5 1-228 15,2-1-284-15,1 0-88 0,4-3-32 0,0 3-88 16,4 1-420-16,-1 2-580 0,-11 3-1116 0,16 1-3337 16</inkml:trace>
  <inkml:trace contextRef="#ctx0" brushRef="#br0" timeOffset="-139961.005">7024 8106 7112 0,'0'0'4257'0,"0"0"-3253"15,0 0-252-15,0 0 568 0,0 0-96 16,0 0-32-16,-75-26-320 0,58 26-180 0,6 3-164 16,-2 7-108-16,1 3-88 0,1 9-88 15,2 6-36-15,5 7 0 0,0 10 0 16,1 9-28-16,3 3-56 0,3 6 8 15,1 3-44-15,9 5-40 0,-2-5-48 16,5-5 0-16,0-7-12 0,0-10 4 0,-4-9-92 16,4-10 4-16,-4-6-16 0,0-8-128 15,0-9-92-15,4-2-268 0,0-2 196 16,0-15-148-16,4-4-464 0,-5-6-932 16,-2 5-2656-16,2-19-3789 0</inkml:trace>
  <inkml:trace contextRef="#ctx0" brushRef="#br0" timeOffset="-139750.951">7250 8290 7644 0,'0'0'5149'0,"0"0"-4357"0,0 0-272 0,0 0 780 16,0 0 172-16,0 0-344 0,77 22-68 16,-53-6-264-16,4-1-184 0,4 8 388 15,-4-1-539-15,-1 7-193 0,1-1-184 16,-4 3-80-16,0 5-4 0,-9-5-56 15,6-2-88-15,-10 0-149 0,2-4-171 0,-2-8-252 16,-3-3-92-16,1-7-124 0,-5-7-416 16,-1 0-1068-16,1 0-2325 0,-4-19-2583 15</inkml:trace>
  <inkml:trace contextRef="#ctx0" brushRef="#br0" timeOffset="-139570.967">7630 8194 8128 0,'0'0'5229'16,"0"0"-4313"-16,0 0-496 0,-60 80 512 0,40-48 508 16,-5 3-224-16,-3 6-540 0,2 1-280 15,1-2-128-15,-3 2-108 0,4-1-160 16,-4-3-76-16,9-3-36 0,-1-4-156 16,8-6-436-16,0-5-148 0,8-8-192 15,0-5-640-15,4-7-1488 0,0-3-4297 0</inkml:trace>
  <inkml:trace contextRef="#ctx0" brushRef="#br0" timeOffset="-139373.04">7781 8457 12477 0,'0'0'2368'0,"0"0"-1476"0,0 0 588 15,0 0 212-15,0 0-184 0,0 0-412 16,83 11-415-16,-59-11-257 0,4-4-108 0,4-3-184 15,4-1-132-15,-1-3 0 0,2 2-132 16,-1 4-340-16,-4-2-309 0,0 3-119 16,-1 1-380-16,-3 3-1140 0,-8 0-3248 15,4 0-5553-15</inkml:trace>
  <inkml:trace contextRef="#ctx0" brushRef="#br0" timeOffset="-138936.174">8646 7960 12973 0,'0'0'4284'0,"0"0"-4136"16,0 0-96-16,0 0 404 0,28 83 484 16,-24-55 544-16,-1 7-620 0,1 2-392 0,0 8-203 15,-4 3-73-15,0 6-112 0,-8 3-76 16,1 0-8-16,-10-4 0 0,2-4-4 15,-2-8 4-15,2-6-96 0,-1-7 36 16,0-6-88-16,0-5-133 0,4-9-59 16,-4-1-132-16,0-3-68 0,4-4 16 15,-4-6-16-15,0-7-52 0,1-4-60 0,2-5-68 16,-2-6 24-16,2-1 192 0,1-6 112 16,5 7 4-16,-2 0 36 0,9 4 352 15,0 10 36-15,5 0 268 0,3 5 72 16,3 5 100-16,6 4-60 0,-2 0-4 15,9 7 36-15,-4 6-12 0,8-1-4 16,-1 2 72-16,1 0 36 0,0 3-84 16,0 2-112-16,0-4-152 0,-4 5-92 15,1-5-100-15,-2 2-48 0,-3-2 40 0,0-2-176 16,0 3-232-16,0 0-344 0,0-4-204 16,-1 1 72-16,2-3-424 0,-6-3-1584 15,-2-7-5757-15</inkml:trace>
  <inkml:trace contextRef="#ctx0" brushRef="#br0" timeOffset="-138677.971">9172 8099 3740 0,'0'0'10433'0,"0"0"-9421"0,0 0-572 0,0 0 176 15,0 0 296-15,75 83 264 0,-63-61-336 16,4 3-352-16,4 7-228 0,-5 4-104 16,2 5 164-16,-6 3-76 0,-3 0-148 15,-3 1-84-15,-5-1 36 0,-5 1-48 16,-3-1-52-16,-3-3 4 0,-6 1-184 16,2-4-244-16,-5-3 0 0,-4-4 8 15,1-5-136-15,-2 0-200 0,-3-7-404 16,-3-7-1072-16,10-3-2653 0,-14-9-4278 0</inkml:trace>
  <inkml:trace contextRef="#ctx0" brushRef="#br0" timeOffset="-137989.166">9713 7511 5124 0,'0'0'600'0,"0"0"4725"0,0 0-3697 15,0 0-252-15,0 0 4 0,0 0-236 16,0 0 24-16,0 0-168 0,32 71-152 0,-20-36-164 16,0 12-172-16,-4 7-108 15,4 6-76-15,0 7-108 0,-5 6-3 0,6 10 3 16,-5-1-64-16,-1 7-84 0,-2 0-12 16,3 0-56-16,-4-3-4 0,0-7 0 15,-1-9-64-15,5-4 4 0,1-9 0 16,-5-9-60-16,3-7-52 0,1-12-145 15,1-4-107-15,-5-12 24 0,0-3 44 16,-4-10-8-16,0 0 20 0,3-3-120 16,1-13-152-16,0-7-820 0,0-8-1200 0,-4 2-2449 15,0-22-3079-15</inkml:trace>
  <inkml:trace contextRef="#ctx0" brushRef="#br0" timeOffset="-137799.154">10160 8251 8292 0,'0'0'5037'0,"0"0"-3881"0,0 0-148 15,0 0 460-15,103-8 132 0,-71 1-212 16,0-3-548-16,3-6-316 0,2-3-172 16,-1-3-192-16,3-6-160 0,1-5-64 15,-4 1-108-15,0 1-204 0,-8-1-476 16,4 1-360-16,-9-1-616 0,-7 10-2220 15,0-7-2565-15</inkml:trace>
  <inkml:trace contextRef="#ctx0" brushRef="#br0" timeOffset="-137471.197">10435 7772 4012 0,'0'0'9229'0,"0"0"-7845"0,0 0-868 0,0 0 216 15,0 0 420-15,-13 73 52 0,13-50-268 16,5 8-348-16,3 4-196 0,3 3-64 16,2 7-36-16,-2 6-96 0,1 3-112 15,0 2-32-15,-4 2-44 0,4 5 40 16,4 1-40-16,-4-1 40 0,0 4 0 16,0 0 0-16,4-7-40 0,-8-4 0 15,0-1 56-15,-5-7-56 0,5-1 4 16,-3-5 0-16,-5-7-8 0,4-4-4 0,-4-2 0 15,0-7 0-15,0-6 4 0,0-4 0 16,0-1-4-16,0-9 0 0,-4 1-4 16,-9 0-228-16,2-3-172 0,-9 0-204 15,-8 0-104-15,0-6-84 0,-8-3-168 16,-7-1-548-16,-2-3-744 0,9 7-2269 0,-27-10-2291 16</inkml:trace>
  <inkml:trace contextRef="#ctx0" brushRef="#br0" timeOffset="-136968.594">10869 7975 4052 0,'0'0'676'0,"0"0"6573"0,0 0-5269 16,0 0-500-16,0 0-64 0,0 0-456 15,0 0-232-15,-45 99 60 0,42-55-32 16,-1 7 4-16,0-1-152 0,4 2-135 15,0-5-121-15,8 4-72 0,0-10-4 16,0 0-92-16,4-5-112 0,0-11-72 16,0-3-4-16,-1-3-56 0,2-12-48 0,-2-1-124 15,6-6-216-15,-6-6-293 16,6-4-199-16,-2-6-452 0,-7-6-1360 0,1 7-2817 16,-2-14-2935-16</inkml:trace>
  <inkml:trace contextRef="#ctx0" brushRef="#br0" timeOffset="-136737.999">11060 8280 3828 0,'0'0'3112'0,"0"0"2797"0,0 0-4749 0,0 0-148 16,0 0 660-16,0 0-392 0,0 0-220 15,0 0-216-15,80-44-364 0,-61 25-224 16,5-1-172-16,4 1-84 0,0 1-72 16,0 5 60-16,0 2-64 0,0 6-140 15,-5 5 68-15,2 3 148 0,-5 6 64 16,4 11 180-16,-5 2-24 0,-6 6-60 15,-2 4 72-15,-3 6 108 0,1 1-172 0,-9-1-120 16,4 3-40-16,-4-6-8 0,0-9-328 16,3-5-388-16,1-11-240 0,-4-4-48 15,4-6-568-15,0 0-1236 0,0-23-3161 0</inkml:trace>
  <inkml:trace contextRef="#ctx0" brushRef="#br0" timeOffset="-136564.973">11526 8013 5764 0,'0'0'6689'0,"0"0"-3957"16,0 0-1868-16,-60 88-108 0,41-48 460 15,-2 1 140-15,-3 1-84 0,5 2-516 16,-5-4-392-16,4 2-219 0,4-7-145 16,0-3-329-16,0-4-423 0,8-2-228 15,0-10-136-15,4-4-904 0,0-8-2500 16,4-8-3373-16</inkml:trace>
  <inkml:trace contextRef="#ctx0" brushRef="#br0" timeOffset="-136324.072">11889 7893 8160 0,'0'0'6621'0,"0"0"-5109"0,0 0-900 16,0 0 8-16,0 0 148 0,39 82 512 15,-30-56-240-15,-1 5-468 0,-1 1-256 16,-3 3-72-16,4 2-63 0,-8 9-73 16,0-2-44-16,0 4-4 0,-4 0-12 15,-8-1-48-15,1 1 0 0,-6-1-48 16,2 1-293-16,-5-4-147 0,-4 1-120 16,0-1-136-16,-4-2-52 0,1-1-340 0,-10-3-832 15,14-10-2616-15,-26 16-3897 0</inkml:trace>
  <inkml:trace contextRef="#ctx0" brushRef="#br0" timeOffset="-134622.281">9004 7454 1564 0,'0'0'9340'0,"0"0"-7515"16,0 0-613-16,0 0 216 0,0 0-72 15,0 0-188-15,0 0-240 0,0 0-328 0,0 0-232 16,0 0-124-16,0 0-12 0,32 3-12 16,-20 1-24-16,3 6-36 0,2 1-40 15,-2 3-108-15,-2 5 36 0,2 2-36 16,-6 6-12-16,-1 4-60 0,-1 4 56 0,-3 0-44 16,0 4 44-16,-4-6-204 0,0 3-24 15,0-7 24-15,0-4 112 0,0-6 20 16,0-3 28-16,0-3-36 0,0-7-76 15,0 0-24-15,0-6 64 0,0 3-52 16,4 1 48-16,5-4 116 0,-2 0 8 16,1 0 68-16,0 0-4 0,1-7 8 15,2-1 64-15,1-9 8 0,4-1-44 16,-4-8-16-16,0-3-72 0,0 1-8 16,0-4 36-16,0 3-40 0,-1-6-12 0,2 3-88 15,-5-3 4-15,-1 1-40 0,-3 2-208 16,0 0 172-16,1 0 48 0,-5 7-8 15,0 2 32-15,0 1-84 0,-9 7-28 16,2-1-196-16,-5 3-100 0,-1 1-364 16,-2-1-524-16,-1 2-788 0,4 2-1057 15,-4 0-3555-15</inkml:trace>
  <inkml:trace contextRef="#ctx0" brushRef="#br0" timeOffset="-127038.624">6036 9992 3244 0,'0'0'7544'16,"0"0"-6319"-16,0 0-737 0,0 0 672 15,0 0 196-15,0 0-96 0,-84-52-200 16,68 52-232-16,9 0-236 0,-6 0 48 15,9 7-28-15,-3 5-304 0,-2 4-236 16,1 10-68-16,4 2 4 0,4 11 100 16,0 5-96-16,8 3-8 0,1 1 0 0,2-6-4 15,1-8-4-15,0-11-80 0,0-11-112 16,0-5-12-16,4-7 204 0,0-3 4 16,4-10 0-16,0-6-156 0,-1-7-272 0,1-6-48 15,1-1 8-15,-6-7-16 0,-2-1 76 16,-2 4 160-16,-3 2 124 0,1 6 112 15,-2 4-52-15,-3 5 56 0,0 7 8 16,-4 7 8-16,4 6 4 0,0 0 164 16,1 6 132-16,-1 7-20 0,3 7 68 15,-3 1 4-15,4 9-40 0,-4 1-28 16,4 1-56-16,-4-1-92 0,4-2-44 16,-4-3-100-16,3-7-48 0,-2-6-88 15,3-11-120-15,0-2-408 0,-1 0-68 16,2-8-224-16,3-11-928 0,-5-4-1232 15,2 4-1441-15,-1-13-1247 0</inkml:trace>
  <inkml:trace contextRef="#ctx0" brushRef="#br0" timeOffset="-126749.412">6318 9947 2540 0,'0'0'676'0,"0"0"2492"0,0 0-92 16,0 0-1760-16,0 0-131 0,0 0 311 0,0 0-100 16,0 0-176-16,0 0-244 15,4 82-204-15,-4-60-44 0,0 1-124 0,0-1-236 16,0 0-184-16,0-3-184 0,0-3-84 15,0-3-48-15,0-3-128 0,0-10-120 16,9 0-4-16,-1-4 64 0,3-11 24 16,6-5-52-16,-2 1-48 0,2-6 60 15,2 3-28-15,-3 2 84 0,0 8 80 16,0-1 152-16,-4 4-80 0,0 9 40 16,0-4 88-16,-1 4 128 0,-2 4 148 15,-1 3 28-15,-1 1-44 0,2 6 40 16,-5-3-164-16,0 6-8 0,0-1 32 0,0 0 36 15,-1 3 28-15,-3 0-60 0,8 3-164 16,1 0-4-16,-1 1-232 0,3-5-624 16,9-8-772-16,1-3-612 0,2-7-985 0,-3-7-2655 15</inkml:trace>
  <inkml:trace contextRef="#ctx0" brushRef="#br0" timeOffset="-126337.721">6889 9940 1120 0,'0'0'1308'0,"0"0"5216"0,0 0-4287 15,0 0-813-15,0 0-108 0,-28 99-168 16,15-64-12-16,2 0-248 0,3-4-256 16,-1-2-148-16,5-10-200 0,4-6-284 15,0-3-100-15,0-10-172 0,4 0 100 16,5-4 172-16,-1-11 276 0,3-5-276 0,2-8-188 16,2-7-244-16,2-3-152 0,-2-1 112 15,1 1 52-15,0-3-132 0,0 3-128 16,0-3 48-16,0-1 112 0,-4 2 204 15,4-2 212-15,-8 1 104 0,-1-4 132 16,-3 7 96-16,-4 4 28 0,-4-1-40 0,1 6 328 16,-5 7 248-16,0-1-32 0,-1 8-148 15,2 4-68-15,3 5-20 0,-4 4 104 16,4 2 136-16,1 0-216 16,-2 0-228-16,1 6-124 0,4 7-76 0,-4 0 40 15,4 5-28-15,0 5 40 0,0 2-112 16,4 0 28-16,0 4-16 0,-4 6-72 15,5 3-4-15,-2 6-8 0,-3 4-36 16,4 3-112-16,-4 3-328 0,4 3 136 16,-4 0 32-16,4-3-108 0,0-3-100 15,0-4-112-15,-1-5-180 0,2-3-532 0,-1-8-384 16,4-6-612-16,-4-3-1693 0,0-9-1719 16</inkml:trace>
  <inkml:trace contextRef="#ctx0" brushRef="#br0" timeOffset="-120974.591">8358 10163 4592 0,'0'0'6957'0,"0"0"-5737"15,0 0-696-15,0 0 252 0,0 0 424 16,0 0-216-16,0 0-212 0,80-48-324 15,-40 39-100-15,0 2-4 0,4-2-60 16,4 2-124-16,-8 5-84 0,3-3-76 0,-7 3-136 16,-4-1 88-16,-1-4-64 0,-7 5-160 15,1-5-360-15,-5 3-240 0,-5-4-284 16,-2 1-820-16,-5 0-1921 0,-5-2-1927 0</inkml:trace>
  <inkml:trace contextRef="#ctx0" brushRef="#br0" timeOffset="-120704.13">8706 9696 4396 0,'0'0'104'0,"0"0"4540"15,0 0-3340-15,0 0-91 0,0 0 375 16,0 0-180-16,-77-22-360 0,73 29-168 16,4 5-332-16,0 7-200 0,0 6 72 15,8 10 136-15,1 10-12 0,2 9-212 0,1 3-172 16,1 7-160-16,-2-5 0 0,2 2-4 15,2-7-4-15,2-2 0 0,2-8-52 16,1-6-24-16,-4-10 72 0,4-9-64 16,-4-9-132-16,3-8-76 0,2-2-24 0,-2-12-88 15,1-1-136-15,1-3-152 0,-2-2-244 16,1-8-636-16,0 3-768 0,-4 4-1697 16,0-9-1547-16</inkml:trace>
  <inkml:trace contextRef="#ctx0" brushRef="#br0" timeOffset="-120118.668">9355 10087 28 0,'0'0'492'0,"0"0"8576"0,0 0-7956 16,0 0-531-16,-60-74 331 0,44 62 416 15,-4-1-224-15,4 7-120 0,4 3-168 16,-4 3-168-16,4 0-136 0,5 9-44 16,-2 7-48-16,1 4-48 0,1 7-176 15,3 9 48-15,4-1-120 0,-4 0-12 16,4-4-104-16,0-6 4 0,0-9-12 15,4-6-88-15,0-6-8 0,3-4 84 0,1-11 12 16,5-3 0-16,2-10-212 0,1-7-8 16,0-1-136-16,-4-3-40 0,4 3 64 15,-8 4-16-15,4 5 136 0,0 9 124 16,-5 0 76-16,6 11 0 0,-5 3 12 0,-1 3 52 16,2 11 232-16,-1 4 124 15,-4 8-12-15,3 5-112 0,-3 1-88 0,1-1 4 16,-1-2 32-16,0-1-108 0,0-2-40 15,-1-3-84-15,1-11-84 0,0-5-88 16,5-7 0-16,-5 0-272 0,3-7-172 16,1-9-192-16,0-5-484 0,1-9-1084 15,-6 5-2385-15,5-16-1619 0</inkml:trace>
  <inkml:trace contextRef="#ctx0" brushRef="#br0" timeOffset="-119906.785">9570 9613 4212 0,'0'0'7461'0,"0"0"-6601"16,0 0-336-16,0 0 632 0,8 86 460 16,-8-45 96-16,0 7-548 0,0 3-328 0,0 3-224 15,0 6-196-15,0 0-188 16,0 3-160-16,0 5-68 0,0-8-184 0,0-9-232 16,4-6-244-16,3-20 48 0,6-9 32 15,2-10-124-15,2-6-468 0,7-16-740 16,-5-3-1228-16,5-6-1513 0,0-4 381 15,1-5 1713-15</inkml:trace>
  <inkml:trace contextRef="#ctx0" brushRef="#br0" timeOffset="-119687.838">9892 10071 1720 0,'0'0'1148'0,"0"0"224"15,0 0 4748-15,0 0-4267 0,0 0-205 16,0 0-436-16,0 0-492 0,0 0-52 16,0 0 16-16,0 0-100 0,-79 63-152 0,63-50-252 15,0-1-180-15,4-5-8 0,4-1 4 16,4 1 0-16,4-4 0 0,0 3-120 15,0 0 124-15,4 7 100 0,8 0 172 16,0-1 36-16,4 5 60 0,-4-2 12 0,4-3-60 16,0 5-52-16,-1-7-84 0,6-1-40 15,-2-3-36-15,-3 1-108 0,9-7-60 16,-6 0-100-16,5 0-244 0,4-7-120 16,4 1 92-16,-4-6-700 0,4-5-716 15,-4 8-2836-15,7-14-3557 0</inkml:trace>
  <inkml:trace contextRef="#ctx0" brushRef="#br0" timeOffset="-119305.544">10570 9893 6808 0,'0'0'6045'16,"0"0"-5625"-16,0 0-356 0,84-61 76 15,-49 49 584-15,-3 5 100 0,-4 7-84 16,0 0-56-16,-4 16-224 0,-4 4 12 16,0 7-260-16,-4 6 12 0,-8 5-112 15,0 3 36-15,-5 3 60 0,-3 0-36 16,0 5-24-16,0-8 0 0,0-6 24 15,0-10 124-15,0-8 328 0,4-11-292 16,0-4-184-16,1-2-52 0,-1-5 52 16,4-12 180-16,-1-1-60 0,6-11-256 0,-2-6-12 15,1 0-56-15,1-3-128 0,-6 0 88 16,5-4-172-16,-7 1-76 0,-1 0-156 16,-1 5-92-16,-3 3-144 0,-3 1-216 15,-6 9-352-15,-3 1-684 0,1 6-800 0,-2 3-1701 16,2 4-1895-16,-6 6 5889 0</inkml:trace>
  <inkml:trace contextRef="#ctx0" brushRef="#br0" timeOffset="-118606.202">11709 9569 4360 0,'0'0'5896'16,"0"0"-4787"-16,0 0-365 0,0 0 372 16,0 0 228-16,0 0-32 0,0 0-172 15,0 0-296-15,0 0-128 0,0 0-64 0,4 95-172 16,-4-50-200-16,0 3-108 0,0 2-76 16,-4-2-28-16,4-4-68 0,-4-6-12 15,4-3-76-15,0-8 40 0,0-13-40 16,0-3 84-16,0-9-92 0,4-2-28 15,4 0-56-15,1-6 132 0,2-1 48 16,9-2 4-16,-4 4-4 0,4 0-60 0,0 3-52 16,0 2 52-16,0 0 48 0,-5 7 4 15,2-2-52-15,-2 8 32 0,-6-4 28 16,2 8 100-16,-7-5-40 0,0 4 100 16,-4-4 36-16,0 4-36 0,-4-3-40 15,-7 3-20-15,-2 0-52 0,-2-3 12 16,-5-1 16-16,0 1-76 0,-4-7-100 15,4 0-20-15,1-1-124 0,2-5-76 16,-3-5-12-16,8-4-96 0,1-7-216 16,-2-3-136-16,9-6-432 0,0-1-664 0,4 1-868 15,4 2-2381-15,13-4-1075 0</inkml:trace>
  <inkml:trace contextRef="#ctx0" brushRef="#br0" timeOffset="-118289.444">12068 9975 6900 0,'0'0'5265'0,"0"0"-3593"16,0 0-456-16,0 0 144 0,0 0-264 0,0 0-92 16,0 0-328-16,0 0-396 0,0 0-144 15,0 0 108-15,79 24-108 0,-66-44-136 16,2-6-272-16,2 4-36 0,-2-6 112 16,1 1 24-16,0 6 72 0,-4 2-316 15,-8 7 20-15,-4 5-36 0,0 7 244 16,-7 0-84-16,-10 0-176 0,-2 0 112 15,-5 7 148-15,0 1 180 0,0 6-112 0,4 4 20 16,0 8 100-16,4 2 64 0,4 4 204 16,0 3 92-16,8 4-48 0,0 1 88 15,4 5-44-15,0-4 228 0,0 1-192 16,8-8-220-16,4-5-72 0,3-10-96 0,2-10 4 16,7-9 56-16,4 0 72 15,8-12-136-15,-1-10-12 0,1-7-392 0,5-6-128 16,-2-3-296-16,1 0-356 0,-12 5-1052 15,11-7-2877-15</inkml:trace>
  <inkml:trace contextRef="#ctx0" brushRef="#br0" timeOffset="-117108.507">12972 9871 7916 0,'0'0'4149'0,"0"0"-3049"0,0 0-428 16,0 0-64-16,0 0 568 0,0 0 228 15,0 0-376-15,0 0-272 0,0 0-168 16,0 0 48-16,80 0-232 0,-68 19-160 16,-4 6-240-16,-4 0 40 0,0 1-44 15,0 0 0-15,-4-5-60 0,4-2-124 0,-4-5-192 16,0-5-16-16,4-7-16 0,0-2 16 15,3-8 172-15,6-9-128 0,-1 2-32 16,0-10 32-16,4 2 64 0,0 1-52 16,-1 0 124-16,2 6 88 0,-6 0 124 15,2 6 100-15,-5 8 48 0,-1-3 40 0,-3 5-28 16,-4 5 16-16,4 4 56 0,-4 4-68 16,0 2 32-16,-4 4-48 0,0 1-60 15,-3-2-16-15,3-1-4 0,0-8-68 16,4-3-136-16,0-6 60 0,0 0 76 15,0-3 124-15,8-7-68 0,3-2-56 16,2-7-100-16,6 0 40 0,-3 0 48 16,4 0 4-16,-4 6 8 0,3 1 52 15,-2 2 32-15,-1 7 116 0,0-1 44 16,-5 4-32-16,2 4-16 0,2 4 72 16,-2 6 28-16,-2 2-16 0,2 0 160 0,-5 2-208 15,3-1 12-15,-3 1-72 0,4-1 68 16,-4 2-44-16,0-1-12 0,1 2-39 15,2-7-133-15,-3-1-12 0,4-5-36 16,0-5-85-16,4 2-3 0,-4-4-264 16,3-4-184-16,6-8 8 0,3-8-304 0,0-7-848 15,-5 7-2560-15,17-15-3173 0</inkml:trace>
  <inkml:trace contextRef="#ctx0" brushRef="#br0" timeOffset="-116783.81">14044 9760 6624 0,'0'0'8757'16,"0"0"-7797"-16,0 0-264 0,-71 69 484 16,43-34 160-16,0 0 188 0,0 3-423 0,4-6-401 15,8 0-224-15,4-9-56 0,8-4-280 16,4-5-144-16,0-3-40 0,0-8-44 16,8-3-60-16,0 0-36 0,8-3-4 15,0-8-68-15,3-3 32 0,-2-5-116 16,3-4-88-16,-4 4 31 0,0-6-7 15,3 2-76-15,-2-2 64 0,-2 3-40 0,1-1-100 16,-4 8 120-16,1-2 200 0,-6 11 160 16,1 4 72-16,0 2 232 0,0 5 64 15,0 9 24-15,-4 0 20 0,4 5-8 16,-1 4 84-16,-2 3-40 0,-1-1 0 16,0 4 112-16,-4-7-99 0,4 1-221 15,-4-4-168-15,4-7-104 0,0-5-296 16,4-5-137-16,-4-2-71 0,4-7-12 15,3-4-484-15,2-9-1448 0,-5 5-2924 16,-1-14-3669-16</inkml:trace>
  <inkml:trace contextRef="#ctx0" brushRef="#br0" timeOffset="-116601.88">14335 9683 3496 0,'0'0'8265'0,"0"0"-6693"0,0 0-416 16,0 0 368-16,68 83 52 0,-52-55 188 0,-4 2-236 15,4-5-592-15,-5 2-379 0,2-4-265 16,-2 0-292-16,2-8-72 0,-2-2-340 16,-3-6-365-16,8-5-63 0,0-2 92 15,0-12-256-15,4-7-1068 0,-4 3-1852 16,4-15-1937-16</inkml:trace>
  <inkml:trace contextRef="#ctx0" brushRef="#br0" timeOffset="-116444.79">14618 9655 5168 0,'0'0'4352'0,"0"0"405"0,0 0-3973 0,0 0-116 16,0 0 188-16,-88 82 324 0,64-47 80 16,-4 4-208-16,0-1-292 0,0 0-252 15,5 0-116-15,-5-6-211 0,4-1-181 0,4-2-85 16,1-3-327-16,6-5-344 16,1-9-160-16,9-1-376 0,3-8-1336 0,0-3-2865 15,3-9-2271-15,5-15 5193 0</inkml:trace>
  <inkml:trace contextRef="#ctx0" brushRef="#br0" timeOffset="-116271.066">14781 9706 5076 0,'0'0'8741'0,"0"0"-7061"0,0 0-560 16,0 0 112-16,-4 82 100 0,-8-53 268 15,4-7-515-15,-3 1-565 0,3-4-472 16,-1-7-48-16,2 1-288 0,3-4-297 15,0-2-255-15,0-4-296 0,-1-3-564 16,1 0-2688-16,0-13-5165 0</inkml:trace>
  <inkml:trace contextRef="#ctx0" brushRef="#br0" timeOffset="-116116.186">14749 9503 12105 0,'0'0'5240'0,"0"0"-4808"15,0 0-60-15,0 0-88 0,0 0 244 0,0 0 420 16,0 0-548-16,0 0-400 0,0 0-232 16,88-39-500-16,-72 37-364 0,0-3-656 15,-8 5-2388-15,3 0-3645 0</inkml:trace>
  <inkml:trace contextRef="#ctx0" brushRef="#br0" timeOffset="-115654.643">15024 9693 7628 0,'0'0'4429'0,"0"0"-3137"16,0 0-400-16,-20 70 872 0,12-51 72 16,-3-2-16-16,2-5-416 0,2-6-563 0,7-3-441 15,-4-3-204-15,4 0-124 0,0 0-72 16,0 0-44-16,4-7-164 0,3-2-120 16,2-1 23-16,2-5-11 0,-3 2-24 15,5-3-148-15,-2 6 88 0,-3 4 116 0,1 0 152 16,-2 0 8-16,1 2-24 0,-4 1-12 15,9-3 64-15,-6 3 84 0,1 0 12 16,4-1 4-16,-4 1 56 0,-4 3 28 16,0 0 20-16,0 0 112 0,-4 0 52 15,0 3 92-15,0 4-104 0,0 5 104 16,0 4-72-16,-4 0-84 0,-4 0-64 16,4 0 4-16,0-6-148 0,4-1 0 15,-4-3-88-15,4-6 4 0,0 0 24 16,4 0-24-16,0-3-404 0,8-7 160 15,0-2 120-15,4-4-76 0,-1 0-44 0,2 0-16 16,-2 4 36-16,-2 2 76 0,-2 7 84 16,-3 0 48-16,1 3 100 0,-5 3 284 15,-4 3 136-15,4 4-4 0,-4 2 48 0,0 4-12 16,0 0-148-16,-4 3-84 16,4-3-88-16,0 4 136 0,0-8 1 0,0-2-269 15,4-5-37-15,-4 1-327 0,3-6-464 16,1 0-408-16,0 0-516 0,0 0-2404 15,8-8-1737-15</inkml:trace>
  <inkml:trace contextRef="#ctx0" brushRef="#br0" timeOffset="-115205.868">15578 9681 4940 0,'0'0'6597'0,"0"0"-3953"0,0 0-1796 15,0 0 120-15,0 0 496 0,-16 66 152 0,4-44-12 16,-4-3-496-16,8 0-439 15,-3-2-285-15,-2-5-200 0,9-2-136 0,0-5-44 16,1 1-4-16,3-6-60 0,0 0-48 16,0 0-100-16,0 0-192 0,0 0 96 15,3-2 15-15,1-2 33 0,0-1 196 0,5-2-40 16,-5 4-68-16,3-4-28 0,-3 2 84 16,4-2 52-16,-3-3-36 0,2 4-64 15,-3-3 28-15,4-1 120 0,-4 3 12 16,0 1-8-16,1 3 0 0,-5 3-56 15,0 0 64-15,0 3 148 0,0 7 108 16,0 5 96-16,0 4 16 0,0 4-16 16,0 3-99-16,0 2-9 0,0-6-52 15,3 0-80-15,1-3 20 0,4-6 12 16,0-4-144-16,0-5-8 0,4-4-184 16,3 0-28-16,-2-10-104 0,7-9-225 15,0-3-171-15,-4-3-48 0,3-2-76 0,-2 0-412 16,-6 2-436-16,2 2-88 0,-5 1 12 15,-1 0-69-15,1 5-39 0,-8 2 996 16,5 2 880-16,-5 10 296 0,0 0 676 16,0 3-168-16,-5 0-264 0,-3 0-227 0,4 0-313 15,-3 0-165-15,-1 0 101 0,3 0-352 16,1 0-796-16,0-7-2100 0,4-9-1896 0</inkml:trace>
  <inkml:trace contextRef="#ctx0" brushRef="#br0" timeOffset="-114992.236">15932 9128 3392 0,'0'0'8565'15,"0"0"-6905"-15,0 0-1088 0,0 0 276 0,0 0 244 16,0 0 484-16,0 0-184 0,-31 85-436 16,31-47-236-16,-4 4 132 0,4 5-75 15,-4 7-205-15,4 3-52 0,-4 4-76 16,-4 6-152-16,4-3-280 0,-4-1-12 0,4-3-132 15,0-2-172-15,4-11-8 16,0-9-184-16,8-3-196 0,0-10-145 0,-4-2-187 16,4-4-432-16,0-4-824 0,-1-2-2512 15,-2-6-4369-15,-5-7 6501 0</inkml:trace>
  <inkml:trace contextRef="#ctx0" brushRef="#br0" timeOffset="-114357.854">16686 9820 1108 0,'0'0'12133'16,"0"0"-10445"-16,0 0-920 0,0 0 0 15,0 0 312-15,0 0 340 0,0 0-216 16,15 95-472-16,-11-57-332 0,-4 3-144 16,5 4 0-16,-1-1-63 0,4-2-9 15,-4-1-136-15,-1 4-40 0,-3-5-8 16,4 2-4-16,0-1-68 0,-4 1 0 15,0 0-185-15,0-2-35 0,0 2-36 16,-4-1-148-16,-3-6-96 0,3-7-88 16,4-6-68-16,-4-5-232 0,4-5-560 15,0-12-700-15,0 0-876 0,0-12-1733 16,0-2-623-16,0-21 4745 0</inkml:trace>
  <inkml:trace contextRef="#ctx0" brushRef="#br0" timeOffset="-114099.995">16789 9801 8248 0,'0'0'5437'0,"0"0"-4525"0,0 0-280 16,0 0-140-16,0 0 152 0,0 0 612 16,0 0-168-16,80-48-448 0,-56 45-260 15,0 3-172-15,0 0-112 0,-4 7-84 16,-1 2 88-16,-6 7-52 0,-5 3 36 15,-5 4-80-15,-3 8 8 0,-3 1-12 16,-14 3-128-16,2 0-156 0,-9-4-20 16,4-2-88-16,0-3 48 0,0-7-124 0,4-7-188 15,4-5-188-15,0-5-540 0,8-2-1100 16,0-9-3481-16,4-1-71 0,0-8 5033 0</inkml:trace>
  <inkml:trace contextRef="#ctx0" brushRef="#br0" timeOffset="-113805.383">17144 9804 5076 0,'0'0'936'0,"0"0"4629"16,0 0-4477-16,16 72-80 0,-12-39 600 15,-4-2 384-15,0-2-236 0,0-4-544 16,0-8-640-16,0-4-352 0,0-8-180 16,0-5-40-16,3 0-96 0,6 0 88 15,3-9 0-15,-1 0-112 0,6-10-136 16,-6-1-88-16,6 1-96 0,-6 0 84 15,-2 3 76-15,-1 4 44 0,-4 2 52 0,-4 1 124 16,0 3-48-16,-4 1 108 0,-9 0 0 16,2 2 48-16,-5-1 4 0,-4 4-52 15,0 0-64-15,4 0-96 0,0 10-36 16,0-1-28-16,0 1 16 0,4 3-4 0,5-1-284 16,2-2-644-16,-3 2-792 15,4 1-764-15,4-3-2217 0,-4-1-1091 0,4 4 5573 0</inkml:trace>
  <inkml:trace contextRef="#ctx0" brushRef="#br0" timeOffset="-113453.729">17694 9760 13997 0,'0'0'2348'0,"0"0"-1640"0,0 0-284 15,-88 34-40-15,64-17 392 0,-4-2 232 16,8-5-528-16,12 0-300 0,1-5-180 0,7 1-100 16,0-1-60-16,4 1 100 15,3 2 48-15,6-1 0 0,2 3 0 0,2-4-112 16,-2 1-36-16,1-1 160 16,-4 0 0-16,0 1-4 0,0-1 0 0,-4 0 4 15,-4 4 8-15,0-4 104 0,-4 4 132 16,0-1 24-16,0 4-24 0,-4-4-48 15,-4 4-60-15,-4 0-64 0,0 3-12 16,-4-1-56-16,0-2-4 0,1 4-84 16,-6-2-244-16,5-5-148 0,4-1-4 0,5-6-156 15,-1-3-68-15,8 0-260 0,0-6-640 16,4-10-204-16,7-4-656 0,10-5-1449 16,3-2-859-16,-5 4 2712 0,21-6 1353 0</inkml:trace>
  <inkml:trace contextRef="#ctx0" brushRef="#br0" timeOffset="-113318.807">17897 9871 2568 0,'0'0'1240'0,"0"0"3768"16,0 0-1987-16,0 0-1245 0,0 0-468 16,11 66-12-16,-18-44-60 0,-9 4 136 15,0 0-232-15,-3-1-288 0,2-4-316 0,2 3-232 16,-5-6-192-16,8-5-112 0,-1-3-316 16,10-7-392-16,-1-3-232 0,4-7-200 15,0-8-1424-15,0-1-3837 0</inkml:trace>
  <inkml:trace contextRef="#ctx0" brushRef="#br0" timeOffset="-113124.585">17957 9610 10904 0,'0'0'5285'16,"0"0"-4481"-16,0 0-124 0,0 0 384 15,0 0 324-15,0 0-148 0,0 0-631 16,0 0-609-16,0 0-305 0,0 0-179 15,0 0-136-15,-8-6-324 0,8-4-136 16,0 1-820-16,0 3-2192 0,0-7-2321 0</inkml:trace>
  <inkml:trace contextRef="#ctx0" brushRef="#br0" timeOffset="-112098.304">17973 9632 3408 0,'0'0'484'0,"0"0"5540"0,0 0-4771 16,0 0-173-16,0 0-60 0,0 0 148 16,0 0-256-16,0 0-4 0,0 0-172 15,-65 83-192-15,50-58-120 0,-1 4-92 16,0 1-72-16,5-5-16 0,-2 0-32 15,5-3-28-15,1 0-12 0,3-6-36 16,4-3 20-16,0-1-32 0,4 1 12 16,3-3 72-16,5 2-28 0,4 1 28 0,0-3 0 15,0-1-72-15,3-3-16 0,-6 0-76 16,-1-2-44-16,0 3-4 0,-4-2 0 16,-4 2 4-16,0 0 0 0,-4-1 0 0,0 2 88 15,0 6 20-15,0-2-24 0,-4 1-36 16,-4 0 4-16,0 3-40 0,-4-4-12 15,-4 4-104-15,4 0-16 0,-4-3-16 16,4-1-80-16,0-5-176 0,1-1-208 16,6-2-60-16,1-4 68 0,4-4 60 15,0-9-632-15,0-5-824 0,9-5-1080 16,2-2-2173-16,5 3-1015 0,8-10 6248 0</inkml:trace>
  <inkml:trace contextRef="#ctx0" brushRef="#br0" timeOffset="-111939.059">18152 9915 4136 0,'0'0'156'15,"0"0"6112"-15,0 0-4711 0,0 0-301 16,0 0 276-16,0 0-220 0,12 84 84 16,-20-59-160-16,-8 0-280 0,1 0-224 15,-2-3-196-15,1 0-228 0,4-9-220 16,1 0-88-16,7-10-244 0,-1-3-412 0,1 0-472 16,4-10-424-16,-4-2-3232 0,4-14-4173 0</inkml:trace>
  <inkml:trace contextRef="#ctx0" brushRef="#br0" timeOffset="-111777.301">18236 9509 3800 0,'0'0'10225'0,"0"0"-8873"0,0 0-536 0,0 0 336 16,0 0 12-16,0 0 76 0,0 0-728 15,0 0-512-15,0 0-404 0,0 0-344 16,7 13-248-16,-2-10-620 0,-1 0-2884 15,-4 0-5525-15,0-3 8489 0</inkml:trace>
  <inkml:trace contextRef="#ctx0" brushRef="#br0" timeOffset="-111083.925">18467 9306 8220 0,'0'0'7017'0,"0"0"-5981"0,0 0-776 16,0 0 16-16,0 0 372 0,0 0 956 16,8 79-340-16,-8-35-448 0,0 10-356 15,0 0-167-15,-8 3-25 0,-1-2-4 16,-2 5-152-16,-9-3-28 0,4 1-80 0,-4-6-4 15,4 0-72-15,0-11-136 16,5-9-56-16,7-9 32 0,-5-8-13 0,9-8-95 16,0-4-160-16,0-3-48 0,9-3 144 15,2-4 284-15,6 0-76 0,2-1 60 0,1-3 124 16,4 5-76-16,-1 0 40 0,-2-1 8 16,-1 7 40-16,-5 0 132 0,-2 0 116 15,-5 7 68-15,-1-1 64 0,-7 4 48 16,0 2 48-16,0 5-148 0,0-1-84 15,-11-2-51-15,-2 6-85 0,2-4-32 16,-10 0-28-16,10-4-40 0,-6-2-8 16,6-1-252-16,3-9-209 0,4 0-123 15,4-2-4-15,0-15-144 0,0-11 8 16,12-8-364-16,-1-14-484 0,10-10-840 16,3-7-1469-16,4-6-1135 0</inkml:trace>
  <inkml:trace contextRef="#ctx0" brushRef="#br0" timeOffset="-110766.745">18758 9490 2540 0,'0'0'1184'0,"0"0"5564"0,0 0-4411 16,0 0-973-16,7 73-416 0,-14-35-208 16,-1 7 168-16,-9 2 444 0,6 7-84 15,-1-2-300-15,0 0-276 0,4 3-240 16,0-4-172-16,8-4-111 0,0-5-169 0,4-5-4 16,8-5 0-16,4-7-80 0,7-6-37 15,5-6-123-15,4-6 12 0,0-7-84 16,0-7 12-16,0-8 36 0,-1-5-124 15,-3-2-24-15,-3-3 108 0,-1 3 64 16,-4-3 36-16,-5 6 60 0,-7-1 148 16,1 4 140-16,-9 0 120 0,0 7 12 15,-13-1 156-15,2 4 60 0,-6 6-24 16,-2 0-172-16,-5 12-24 0,0 8-156 0,-4 8 8 16,0 4 0-16,5 5 4 0,2 2 69 15,1-1-97-15,9-3-4 0,-2-5-92 16,9-9-100-16,4-2-93 0,0-6-271 15,13-8-20-15,2 2-128 0,5-7-84 16,8 0-276-16,0-7-700 0,-5-1-2904 0,18-9-3149 16</inkml:trace>
  <inkml:trace contextRef="#ctx0" brushRef="#br0" timeOffset="-110294.559">19865 9728 3300 0,'0'0'8117'0,"0"0"-6669"15,0 0-124-15,0 0-48 0,75 89 116 16,-58-42-88-16,-6 14 0 0,-6 8-312 16,-5 5-356-16,-5 5-236 0,-2 3-47 15,-1 1-1-15,-8 4 192 0,4-5-132 16,0-13-280-16,4-8-132 0,0-17-24 16,8-12-180-16,0-13-232 0,0-10-12 15,0-9-101-15,0-3-203 0,0-13-224 0,8-9-500 16,-4-10-1368-16,0-2-2637 0,-4 4-4067 15,0-18 9001-15</inkml:trace>
  <inkml:trace contextRef="#ctx0" brushRef="#br0" timeOffset="-110077.011">19973 9874 4136 0,'0'0'1784'0,"0"0"3777"0,0 0-4317 0,0 0-8 15,0 0 320-15,0 0-188 0,87 19-204 16,-74-6-336-16,-6-1-240 0,5 1-132 15,-7 6-128-15,-1 0-108 0,-4 0-60 16,0 6-80-16,-4 1-80 0,-13 6-12 16,2-4-268-16,-5 4-88 0,-4-4-108 15,3 1-124-15,-2-6-168 0,7-8-24 16,0-5-128-16,4-3-276 0,8-7-144 16,4-7-744-16,0-9-2169 0,4-10-1839 0,3 8 6024 15,14-24-1391-15</inkml:trace>
  <inkml:trace contextRef="#ctx0" brushRef="#br0" timeOffset="-109822.057">20243 9928 1108 0,'0'0'352'0,"0"0"8224"0,0 0-6747 16,0 0-369-16,21 73-12 0,-21-48 52 15,0 0 140-15,-4-2-260 0,4-7-424 16,-4-3-380-16,4-10-324 0,0-3-200 16,4 0-52-16,7-7-112 0,2-9 64 15,2 1-196-15,2-7-144 0,-2-4-80 16,-2 5-8-16,-2-3 192 0,-3 8-8 15,-4 4-32-15,-4 2-8 0,0 4-40 16,-12 0 40-16,1 3 156 0,-6-1 128 16,-3 4 44-16,1 0-220 0,-5 10 12 15,3 2 76-15,6 5 36 0,-1 1 12 16,4 1 12-16,4 4-36 0,0-8-4 16,4 2-312-16,4-4-1404 0,0-4-1020 0,0-4-2157 15,0 2-363-15,0-7 4720 0</inkml:trace>
  <inkml:trace contextRef="#ctx0" brushRef="#br0" timeOffset="-109469.629">20459 9794 4116 0,'0'0'352'0,"0"0"1340"15,0 0 1592-15,0 0-1103 0,0 0-565 16,0 0-168-16,68 82-180 0,-64-52-76 16,-4-5-152-16,0 3-92 0,0-2-76 15,0-4-152-15,0-5-292 0,0-5-296 16,0-5-132-16,4-4-44 0,-4-3 36 15,4 0 4-15,3-7-128 0,6-6 32 16,2-2-156-16,6-8 0 0,-2-2-84 16,-3 2-128-16,0-2 152 0,0 3 108 0,-4 5 72 15,0 3-48-15,0 7 60 16,-4 1-24-16,0 6 148 0,0 0 60 0,-4 6 112 16,4 3 52-16,-5 1-4 0,1-1 12 15,5 4 16-15,-9-3 32 0,4-4-24 0,0 0 0 16,-4-2-24-16,0-4-24 15,4 0-12-15,-1 0 48 0,-3-4-88 0,9-5-60 16,-1-1 52-16,3-6-148 0,-3-3-124 16,1 1-116-16,-1-2-140 0,-5 5-180 15,1-2-184-15,0 5-104 0,-4-1-312 16,0 4-976-16,-4-1-1800 0,0 4-1717 16,-3 2-215-16</inkml:trace>
  <inkml:trace contextRef="#ctx0" brushRef="#br0" timeOffset="-108521.934">21172 9750 3088 0,'0'0'9333'0,"0"0"-8093"0,0 0-808 16,0 0 164-16,0 0 484 0,0 0 300 15,0 0-300-15,0 0-344 0,0 0-168 16,0 0-276-16,0 0-156 0,56 7-136 16,-32-36-112-16,0 0-168 0,-5 4-40 15,1 0 112-15,-3 2 36 0,-6 7 72 16,-3 0 16-16,-4 7 0 0,-4-1 84 0,0 4 124 15,-12 0-64-15,5 0 28 0,-10 6 108 16,2 0-36-16,-2 0-36 0,-2 12-120 16,-1 7 8-16,0 13 160 0,0 3 48 15,0 9 108-15,0 7-20 0,4 0 92 16,-4 3 332-16,9-6-219 0,-2-1-165 16,5-12-92-16,4-9-172 0,4-11-84 0,0-12-108 15,12-3-24-15,4-3-148 0,5-12-181 16,6-11-159-16,9-6-272 0,0-12-492 15,0-1-1148-15,-8 10-2388 0,7-19-677 0</inkml:trace>
  <inkml:trace contextRef="#ctx0" brushRef="#br0" timeOffset="-108295.725">21542 9474 536 0,'0'0'9880'16,"0"0"-8567"-16,0 0-261 0,0 0 448 0,0 0 64 15,0 0 152-15,45 73-336 16,-38-48-508-16,1 2-140 0,1 0 112 0,-5 2-263 15,-4 3-217-15,0 3-84 0,0 0-160 16,-4 2-60-16,0-2-56 0,-1-7 44 16,1-2 52-16,0-6 44 0,0-11-24 15,4-6-48-15,0-3 0 0,8 0-12 0,5-12-56 16,2-1 40-16,2-9-44 0,11-3 0 16,-5-1-196-16,5-6-44 0,-4 4-52 15,4 2-60-15,-4 1-168 0,0 2-245 16,-1 2-199-16,-6 5-388 0,-6 2-1532 15,-7 6-4853-15</inkml:trace>
  <inkml:trace contextRef="#ctx0" brushRef="#br0" timeOffset="-108141.201">22303 9876 17445 0,'0'0'0'0,"0"0"-140"0,0 0-5876 0,0 0-4661 16</inkml:trace>
  <inkml:trace contextRef="#ctx0" brushRef="#br0" timeOffset="-106606.937">4163 8394 9852 0,'0'0'4869'0,"0"0"-3913"16,0 0-592-16,0 0 240 0,0 0 492 15,0 0-208-15,0 0-344 0,0 0-312 16,0 0-72-16,0 0-24 0,52 30 20 0,-33-22-68 15,2 3-28-15,-1-3-52 0,-5-2 76 16,2-1-80-16,-2 1 48 0,-2-3-44 16,-2-3-8-16,-3 5 0 0,1-5-4 15,-5 4-72-15,-4-1-92 0,3-3-80 16,-3 4 52-16,0-1 76 0,0 4-16 16,0 2 48-16,-7 3 88 0,-2 1 76 15,-3 6-64-15,-4 0 60 0,1 3-72 0,-6 0-52 16,2 3 40-16,-1-1-88 0,-4-3-120 15,4-1-64-15,8-8 0 0,0-2 76 16,4-4-4-16,0-3-60 0,8-3-284 16,-4 0-232-16,4 0-448 0,0 0-1140 15,8-6-2169-15,0-1-1243 0,0 4 3480 16</inkml:trace>
  <inkml:trace contextRef="#ctx0" brushRef="#br0" timeOffset="-106422.418">4391 8651 1488 0,'0'0'1760'16,"0"0"2676"-16,0 0-2908 0,0 0-156 16,0 0 261-16,0 0-253 0,-56 80-352 0,39-61-296 15,2 0-268-15,-2 0-112 16,-2 0-136-16,3 0-4 0,-5-2-136 16,2-3-76-16,3 0 0 0,0-5-252 0,0 1-252 15,4-4-236-15,0-3-272 0,4-3-340 16,0 0-921-16,8-6-4443 0,0-7 3576 0</inkml:trace>
  <inkml:trace contextRef="#ctx0" brushRef="#br0" timeOffset="-106176.337">4486 8417 4772 0,'0'0'5744'0,"0"0"-3255"15,0 0-977-15,0 0-124 0,0 0-184 16,0 0-152-16,0 0-176 0,0 0-348 0,0 66-224 16,4-41-72-16,0 5-84 0,0 1-88 15,0 1-60-15,-1 5-4 0,1 5-8 16,5-1-96-16,-1 7-148 0,-1 0-320 16,-3 3 208-16,5-4-324 0,-5-2-248 15,4-4-524-15,-5 1-112 0,1-9-864 0,0 0-2193 16,-4-8-2103-16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8:54:16.66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3796 12719 6308 0,'0'0'5157'0,"0"0"-4233"0,0 0-284 15,0 0 20-15,0 0 356 0,-15-67 280 16,15 48-380-16,8 0-284 0,-1-4-172 16,10 1-128-16,-6 0-60 0,10 3-24 15,-6 3-112-15,1 1-28 0,5 5-56 0,-6 1-52 16,1 5-12-16,0 1-88 0,-5 3-48 16,2 0-60-16,-1 10 60 0,0-1 36 15,0 7 112-15,-1 3-48 0,2 3 48 16,-2 10 12-16,2 3 36 0,-5 3-36 0,-1 7-12 15,5-1 4-15,-3 1 4 0,2-1-4 16,2-6-4-16,-2-6-8 0,1-7-40 16,4-6 48-16,0-5 8 0,4-8 80 15,-5-6 108-15,10 0 24 0,-1-13-60 16,0-6-160-16,0-4-160 0,3-8-332 16,-3-4-164-16,0 0-276 0,-3-7-172 15,-2 4-624-15,-3-3-1437 0,-8 10-2311 16</inkml:trace>
  <inkml:trace contextRef="#ctx0" brushRef="#br0" timeOffset="252.64">4294 12389 3008 0,'0'0'352'0,"0"0"3628"0,0 0-884 16,0 0-1395-16,-23 76-297 0,19-51-324 15,-1 4-148-15,1 5-76 0,4 4-220 16,0 7-224-16,0 3-92 0,0 2-48 15,0 11-72-15,4 0-128 0,-4 5-60 0,5 3 136 16,-5 2-84-16,0-8-56 0,0 3-4 16,0-8-4-16,0-1 0 0,0-10-4 15,0-2-44-15,0-10-4 0,0-6-280 16,0-7-212-16,0-9-92 0,0-4 24 16,4-9 32-16,0 0-60 0,0 0-424 15,-4-13-412-15,4-5-685 0,-4-5-2595 16,3 1-296-16</inkml:trace>
  <inkml:trace contextRef="#ctx0" brushRef="#br0" timeOffset="772.748">3753 12256 5532 0,'0'0'364'0,"0"0"4388"0,0 0-3107 16,0 0-353-16,0 0 52 0,0 0 16 16,0 0-388-16,0 0-352 0,0 0-176 15,0-73-36-15,15 47-88 0,9-6-76 16,1 0-20-16,3 4-40 0,0 0-28 15,-1 5-92-15,1 4-16 0,-4 7-48 16,4 5-124-16,-4 3 28 0,0 4-28 16,0 6-60-16,-1 11 148 0,-3 2 36 15,5 4 0-15,-6 2 56 0,-3-3-52 16,4 0 0-16,-4-3 4 0,4-3 4 16,-1-4 48-16,6-5-60 0,-1-3-12 0,4-4-36 15,0 0-40-15,4-4-268 0,3-6-200 16,5-1-220-16,-5 0-444 0,10-2-1200 15,-13 4-2545-15,11 3-3983 0</inkml:trace>
  <inkml:trace contextRef="#ctx0" brushRef="#br0" timeOffset="1251.857">4833 13021 3232 0,'0'0'1496'0,"0"0"1580"15,0 0-1468-15,0 88-252 0,0-53 301 16,0 0 79-16,0 2-472 0,-4 2-396 0,-4-1-256 15,-1-3-188-15,2 1-92 0,-5-9 4 16,-4 3-4-16,4-11-60 0,-1-4-124 16,-2-5-12-16,2-4 36 0,-2-2-172 15,-1-4-112-15,0-4-132 0,0-2-28 16,-3-7-48-16,2-3 48 0,2-6-124 16,-2-1 148-16,2-4 20 0,2 2 44 15,6-5 108-15,-1 5-48 0,8 6 48 0,0 3 52 16,0 3 24-16,4 7 260 0,0-1-36 15,7 7-60-15,6 0-28 0,-2 0 64 16,5 0 60-16,4 7 12 0,0 3-12 16,0 2-76-16,0-2-36 0,-4 3-24 15,-5-1-120-15,6 1-4 0,-10-4-12 16,6 4-124-16,-6-3-432 0,2-1-252 16,-5 1-192-16,3 3-488 0,-2-8-1252 15,-1 9-3533-15</inkml:trace>
  <inkml:trace contextRef="#ctx0" brushRef="#br0" timeOffset="1417.845">5151 13398 5168 0,'0'0'8873'0,"0"0"-6805"0,0 0-1652 16,0 0 48-16,-12 89 304 0,5-70 416 15,2 7-508-15,-3-5-420 0,0-2-256 16,5 4-104-16,-1-2-288 0,0 3-480 15,4-2-168-15,-5 0-436 0,1 0-1344 16,0-9-2961-16,-3 3-823 0</inkml:trace>
  <inkml:trace contextRef="#ctx0" brushRef="#br0" timeOffset="1875.65">5450 14122 8068 0,'0'0'8781'0,"0"0"-7577"16,0 0-868-16,0 0 192 0,-92-16 220 15,72-9-24-15,5-7-200 0,-6-9-392 16,6-9-132-16,-1-11-8 0,4-6-184 16,-1-5-236-16,10-5 12 0,3 1-48 15,0 3 256-15,3 6 36 0,14 7 28 16,-2 6 144-16,6 3 60 0,-1 9 0 15,-1 5 88-15,-2 5 100 0,3 7-28 16,-9 5-136-16,1 4-72 0,-3 7-12 16,-5 6-72-16,-1 3-76 0,1 0-36 15,-4 6 76-15,0 4-16 0,0 5 124 0,0 2 112 16,0 5-108-16,-4-4-4 0,1-1-52 16,3-5 52-16,0-2-8 0,0-7-100 15,3 3-64-15,5-6 48 0,8 6 116 16,0-6 8-16,4 4 4 0,-1-1-4 0,2 0-4 15,3-3 4-15,-5 3 56 0,1 1-8 16,-3-1 12-16,-6 3-60 0,1 0-4 16,-3 4 4-16,-9-1 308 0,0 7-112 15,-4 0-76-15,-9 3-108 0,-7 0-12 16,1 4-48-16,-5-4-196 0,-1-4-124 16,2 1-212-16,-5-6-260 0,4-4-676 15,-4-3-1376-15,0-3-2361 0,8-6-1567 16,-12-26 5733-16</inkml:trace>
  <inkml:trace contextRef="#ctx0" brushRef="#br0" timeOffset="2171.784">5952 12125 7272 0,'0'0'5513'0,"0"0"-4481"16,-51 70-92-16,27-28 808 0,3 5-72 16,6 1-516-16,-2 3-488 0,6-1-136 15,7 4-108-15,-1 3-160 0,5 3-96 16,5 1-64-16,3-1 12 0,-1 1-44 16,6-8-4-16,2-5-60 0,2-3-12 15,2-5-60-15,1-8 8 0,1-6-20 16,-2-7-220-16,5-3-60 0,-4-3-220 0,7-4-124 15,-3-6-188-15,1 0-316 16,3-3-928-16,3-3-2168 0,-6-3-3121 16,14-13 4401-16</inkml:trace>
  <inkml:trace contextRef="#ctx0" brushRef="#br0" timeOffset="2574.742">6423 12553 9880 0,'0'0'5005'0,"0"0"-3897"0,0 0-580 16,0 0 172-16,90 93 464 0,-69-52 140 15,-1 4-108-15,-5 2-504 0,2 1-267 16,-6-4-205-16,6 1-16 0,-2-3-192 15,-2-9-12-15,-2-1-96 0,1-6-132 16,-3-10-261-16,-2-6-95 0,5-7-172 0,-3-3 0 16,2-7-68-16,1-12-376 0,0-3-1544 15,-4-10-2837-15,0 6-2971 0</inkml:trace>
  <inkml:trace contextRef="#ctx0" brushRef="#br0" timeOffset="2766.701">6853 12484 8808 0,'0'0'5293'0,"0"0"-4585"0,0 0-444 16,0 0 392-16,-92 88 600 16,59-52-192-16,2 2-396 0,-5 0-324 0,0 6-100 15,1 0-20-15,-1 5-120 0,4 1-104 16,4-5-120-16,4-3-40 0,9-9-320 16,2-3-248-16,5-8-176 0,4-7-460 0,4-5-784 15,0-3-853-15,4-7-2995 0,0 0 1265 16,13-7 4731-16</inkml:trace>
  <inkml:trace contextRef="#ctx0" brushRef="#br0" timeOffset="2948.752">7119 12734 12149 0,'0'0'4052'0,"0"0"-3312"15,0 0 564-15,0 0 452 0,0 0-292 0,77 0-407 16,-58 0-321-16,5 0-336 15,0-6-148-15,8-3-128 0,0-4-124 0,0 0-108 16,3-6-228-16,1 1-208 0,0-2-124 16,-8 0-193-16,3 8-443 0,-10-1-1068 15,-1 5-2776-15,-8 1-3645 0</inkml:trace>
  <inkml:trace contextRef="#ctx0" brushRef="#br0" timeOffset="3803.996">8060 12214 4316 0,'0'0'104'16,"0"0"6048"-16,0 0-4967 0,0 0-737 0,0 0 152 16,0 0 292-16,0 0-16 0,0 0-168 15,0 0-268-15,0 0-316 16,0 0 24-16,60-54-148 0,-60 54 0 0,0 0-8 16,4 0 8-16,0 4 0 0,-1-2 148 15,1 4 84-15,4 1 28 0,-3-1 52 16,3 4 36-16,-5-3-12 0,5 5 24 15,0-3-52-15,-3 1-12 0,-1 6 24 16,3 0 0-16,-3 6 12 0,0 6-52 16,5 7-108-16,-9 6 48 0,0 7-132 15,0 6-4-15,0 0-12 0,0 7-68 0,-9-1 44 16,-3-3 28-16,5-10-68 0,-2-3-4 16,-3-8 8-16,1-10 36 0,2-7-8 15,1-4-40-15,-3-5-132 0,-2-4-296 16,6-2-100-16,-10-4 24 0,6 0-12 15,-1-7 72-15,-4-2-24 0,4-1-44 16,-1-9 104-16,2 0 156 0,-1-6-36 0,4-4 40 16,4-2 244-16,0-5-144 0,4 8-40 15,0 2 188-15,0 7 212 0,4 10 40 16,5 0-72-16,2 5 84 0,1 4-4 16,8 4 40-16,0 2 8 0,3 6 40 15,1 1 100-15,1 3-92 0,-1 0 0 16,-1 4-148-16,1-6-100 0,-4 5-108 15,4-5-48-15,-4-3-112 0,0-4-232 16,4 0-152-16,-1-7-152 0,1 0-248 0,-3-3-1136 16,3-10-3661-16</inkml:trace>
  <inkml:trace contextRef="#ctx0" brushRef="#br0" timeOffset="4026.471">8737 12391 8384 0,'0'0'4957'16,"0"0"-4397"-16,0 0-28 0,28 83 720 16,-16-48 624-16,-4 6-484 0,-1 0-432 15,6 4-228-15,-5 3-280 0,-1-4-260 16,-2 4-80-16,-1-1-100 0,-4-2-12 0,0-4-60 16,-4-3 48-16,-5-9-72 0,2-3-196 15,-5-7-268-15,4-7-112 0,-8-5 8 16,4-7-12-16,-4 0-336 0,0-10-1256 15,8 1-2501-15,-11-17-2367 0</inkml:trace>
  <inkml:trace contextRef="#ctx0" brushRef="#br0" timeOffset="4719.516">8893 11585 484 0,'0'0'9516'0,"0"0"-7143"15,0 0-805-15,0 0-164 0,0 0-272 16,79 4-272-16,-63 4-216 0,-4 9-112 0,4 2-140 16,-8 6-108-16,0 1-28 0,-4 5-132 15,0 4-32-15,-4 4-92 0,-4-5-72 16,0 1-148-16,-4-6 36 0,4-4 108 16,0-12 28-16,4-4 48 0,0-6-12 15,0-3 12-15,4 0 56 0,4-3 312 16,4-6-36-16,4-10-112 0,4-3-148 0,3-11-72 15,-6 2-44-15,3-6-64 16,-5-2 60-16,2 1-64 0,-10 0-180 0,-3 0-28 16,0 0-88-16,-4 3-60 0,-8 3-136 15,1 3-268-15,-10 7-144 0,2 6-712 16,-5 6-816-16,8 5-2033 0,-16 5-1887 0</inkml:trace>
  <inkml:trace contextRef="#ctx0" brushRef="#br0" timeOffset="7045.034">10032 12583 1044 0,'0'0'9796'0,"0"0"-6619"16,0 0-2013-16,0 0-600 0,0 0 456 0,0 0 456 16,0 0-344-16,0 0-264 0,83-4-356 15,-55 4-196-15,0-7-144 0,0 1-128 16,0 0-44-16,0-4-96 0,0 1-416 15,-4 0-284-15,-4 2-148 0,0 1-300 0,-13 6-1036 16,6 0-2921-16,-13 0-4451 0</inkml:trace>
  <inkml:trace contextRef="#ctx0" brushRef="#br0" timeOffset="7216.525">10163 12789 4864 0,'0'0'3292'16,"0"0"981"-16,0 0-3353 0,0 0-28 15,0 0 920-15,0 0-200 0,0 0-448 16,88 8-452-16,-52-8-224 0,0-8-232 16,3-2-244-16,2-5-12 0,-2-2-352 15,6-2-260-15,-2 0-324 0,1-3-552 0,-13 6-2388 16,18-6-3669-16</inkml:trace>
  <inkml:trace contextRef="#ctx0" brushRef="#br0" timeOffset="7999.888">11159 12423 3724 0,'0'0'9633'0,"0"0"-7389"16,0 0-1264-16,0 0-196 0,0 0 232 15,0 0 76-15,0 0-184 0,0 0-700 16,0 0-208-16,48-66 0 0,-23 43-4 16,-2-2 0-16,5 6-72 0,0 3-20 0,-4 4 96 15,4 6 72-15,-8 2 0 0,3 4-56 16,-3 6 116-16,1 7-36 0,-2 6 184 15,1 3 28-15,-4 5 56 0,0 0-71 0,-4 2-125 16,4 3-12-16,-8-1-20 16,4-2-28-16,-4 3-12 0,0-1-48 0,0-2-48 15,0-4-8-15,-4-2-40 0,0-7-144 16,4-3-160-16,-4-4-161 0,3-3-215 16,2-3-224-16,-5-3-252 0,7 0-804 15,-7-6-2360-15,5-13-2581 0</inkml:trace>
  <inkml:trace contextRef="#ctx0" brushRef="#br0" timeOffset="8199.325">11709 12278 5308 0,'0'0'8409'16,"0"0"-7205"-16,0 0-640 0,0 0 256 16,-84 54 424-16,57-22 56 0,-9 6-332 15,0 3-308-15,-4 6-208 0,1 7-76 16,-2-1-132-16,2 6-60 0,-1-6-88 15,8-2-96-15,4-7-44 0,0-5-80 0,8-4-140 16,5-7-420-16,2-6-172 16,5-3-40-16,4-2-124 0,4-12-588 0,0-5-1144 15,8 0-2705-15,1-3-2555 0</inkml:trace>
  <inkml:trace contextRef="#ctx0" brushRef="#br0" timeOffset="8392.842">11833 12515 10616 0,'0'0'5193'0,"0"0"-4237"15,0 0-88-15,0 0 504 0,0 0-184 16,0 0-128-16,0 0-391 0,0 0-293 16,91 4-168-16,-67-11-124 0,4 1-84 15,4-7-120-15,0 1-356 0,0 2-497 0,0-3-223 16,0 4-500-16,-12 3-2892 15,3-1-4645-15</inkml:trace>
  <inkml:trace contextRef="#ctx0" brushRef="#br0" timeOffset="9016.309">12654 13103 11117 0,'0'0'5328'16,"0"0"-4360"-16,0 0-432 0,0 0-144 0,0 0-96 16,-32-89 112-16,32 58 228 0,0-8-364 15,0-5-272-15,0-4-4 0,4-7 0 16,4-1-108-16,4-4-32 0,4-5-240 15,0 6 68-15,3 5 92 0,1 7 116 16,-4 7 96-16,4 7-140 0,0 3 44 16,-4 5 60-16,4 3 48 0,-4 0 12 0,0 9 40 15,-4 0-44-15,-4 4 4 0,-4 6 0 16,-4 0-12-16,0 3-64 0,0 0-84 16,0 0 148-16,0 6 28 0,0-3 20 15,4 3 0-15,-4 4 88 0,4-4-72 16,0 1-60-16,3-4-4 0,6 0 12 0,6-3 60 15,1 0-20-15,8 0-52 0,0 0-100 16,0 0 16-16,0 0-92 0,-4 3 40 16,-8 4-72-16,-4 5 20 0,-4 4 188 15,-8 6 76-15,0 0 148 0,-8 6-64 16,-4-2-48-16,-4 3 36 0,0-3 48 16,-8-1-36-16,5-3-48 0,-9-3-100 15,0-3-12-15,-4-4-460 0,-5 2-432 16,-2-5-620-16,11-2-1472 0,-27 5-3825 0</inkml:trace>
  <inkml:trace contextRef="#ctx0" brushRef="#br0" timeOffset="9508.979">10833 12062 1120 0,'0'0'7340'0,"0"0"-4367"0,0 0-1589 0,0 0-236 15,0 0 104-15,-80 79-192 0,68-48-188 16,0 5-88-16,8 8-144 0,0 4-148 16,4 9-24-16,0 2-140 0,13 12-108 15,-2 2-132-15,1 3-4 0,4 3-8 16,4 1-72-16,4-4-4 0,4-6 0 16,3 0-196-16,5-6-368 0,5-7-260 0,2-10-128 15,9-5-164-15,4-8-380 0,-1-11-764 16,-10-8-1905-16,30-15-2015 0</inkml:trace>
  <inkml:trace contextRef="#ctx0" brushRef="#br0" timeOffset="9854.95">13594 11964 9108 0,'0'0'4993'0,"0"0"-4185"0,0 0-216 15,0 0 100-15,76 75 236 0,-56-43 644 16,-5 3-576-16,-3 6-376 0,1-3-288 15,-6 7-64-15,-3-1-72 0,0 4-148 16,-4 2-48-16,-8 8 0 0,-12-1 0 0,-3 6-8 16,-5-2-40-16,-8 2-100 0,0-5-204 15,-4-7-188-15,0-7-144 0,1-9-104 16,2-10-128-16,2-6-264 0,-1-9-912 16,0-7-2201-16,12-3-2363 0,-16-10 3552 0</inkml:trace>
  <inkml:trace contextRef="#ctx0" brushRef="#br0" timeOffset="10433.451">12798 12243 1108 0,'0'0'1136'0,"0"0"1824"0,0 0 1480 16,0 0-2827-16,0 0-573 0,0 0-156 15,-17-77 68-15,17 68 124 0,0-4-196 0,8 3-264 16,4-2-180-16,4 2-76 0,0 1-64 15,0-1-60-15,4 4-36 0,-1 0 32 16,2 3-20-16,-1-1 56 0,-1 1-32 0,1 3-16 16,-3 0-84-16,-2 0-64 15,-2 3-64-15,-2 4 0 0,-3 2 4 16,0 1 52-16,0 2-64 0,-4 4-52 16,-4 0-104-16,0 0-44 0,0 7 80 0,-7-4-140 15,-2 2 52-15,-3-1-88 0,1 2-12 16,-6-3-40-16,1 0-36 0,0-3-112 15,0-3-236-15,1 2-384 0,-2-5-840 16,2-1-1117-16,7-6-2247 0,-4-3 1088 0</inkml:trace>
  <inkml:trace contextRef="#ctx0" brushRef="#br0" timeOffset="10933.581">13833 11426 3044 0,'0'0'468'16,"0"0"6448"-16,0 0-4947 0,0 0-577 15,0 0 416-15,0 0-492 0,0 0-324 0,80-18-248 16,-61 21-216-16,2 4-160 15,-1 5-100-15,3 1-108 0,-3 6 0 0,-3 3-28 16,-2 3 40-16,-7 3-12 0,-3 7-88 16,-5 4-72-16,0-1-60 0,0-3 48 15,-9-7-52-15,5-3 56 0,0-9-4 16,4-2 0-16,0-12 8 0,0-2-8 16,8 0 12-16,8-5 196 0,4-12-28 15,4-5-168-15,4-7-124 0,0-5-156 16,-4-5-88-16,4-1-96 0,-9-2 12 15,-3-3-92-15,-8 0-108 0,-4 2-168 16,-4-1-496-16,-4-1-424 0,-11 7-420 16,-6 5-533-16,5 11-2603 0</inkml:trace>
  <inkml:trace contextRef="#ctx0" brushRef="#br0" timeOffset="14416.669">12909 12157 288 0,'0'0'1812'0,"0"0"-1576"15,0 0-68-15,0 0-156 0,0 0-12 0,0 0 564 16,0 0 2224-16,0 0-1384 0,0 0-484 16,0 0 16-16,35-45 44 0,-31 45-115 15,-4-3-77-15,5 3-108 0,-5 0-92 16,0 0-56-16,0 0 40 0,0 0 76 15,0 0-108-15,0 0-36 0,0 0-152 16,0 0-148-16,0 0-104 0,0-3-100 16,0 0-8-16,0 0-144 0,0 0 64 15,0-1-4-15,0 1 92 0,0 3 52 16,0 0 16-16,0 0-8 0,0 0 52 0,0 0-24 16,0 0-12-16,0 0 200 0,0 0 96 15,-5 0-88-15,5 0-108 0,-4 0-76 16,4 0-16-16,0 0-76 0,-4-3 4 0,4 3 40 15,0 0-4-15,-4-3 0 0,1 3-44 16,-1 0 0-16,-4 0 84 16,-1 6 84-16,2 1-172 0,-5-1-64 0,-4 6-36 15,4 1 88-15,-4 3-36 0,0 4 40 16,0 1-80-16,-3 5-24 0,-2 0 64 16,1 5-76-16,5 1 36 0,-6 2 40 15,6 1-176-15,-2 4-112 0,2-4-52 16,6 0-88-16,-2-4-416 0,7-1-448 15,0-3-476-15,4-4-709 0,-5-1-1871 16,5-6-296-16</inkml:trace>
  <inkml:trace contextRef="#ctx0" brushRef="#br0" timeOffset="17867.03">16387 12049 1160 0,'0'0'10625'0,"0"0"-8937"16,0 0-952-16,0 0 24 0,64-80 448 16,-40 61-144-16,4 1-148 0,0 1-248 15,0 8-204-15,-5 3-84 0,1-1-60 16,-4 7-148-16,-1 7-124 0,-2 5-40 0,-1 8 116 16,-4 1 108-16,-1 9-40 0,-2 1-20 15,-5 4-12-15,0 6-152 0,0 3 4 16,-4 7 44-16,0 1-56 0,0 1 0 15,4-2-12-15,-1-1 0 0,10-8 12 16,-1-7 4-16,8-6 240 0,-1-7 20 16,5-9-116-16,0-6-136 0,4-7 73 15,-4 0-73-15,8-14-4 0,4-8-8 0,0-7-173 16,-1-2-191-16,1-4-160 0,0-4-184 16,-4 2-284-16,-4 2-280 0,-8-4-836 15,-9 14-2032-15,-2-17-2229 0</inkml:trace>
  <inkml:trace contextRef="#ctx0" brushRef="#br0" timeOffset="18106.658">17008 11969 6704 0,'0'0'2312'0,"0"0"-15"0,0 0-1257 0,-32 68-144 16,21-37 512-16,-2 4 76 0,6 9-168 15,-1 4-428-15,0 3-272 0,-1 6-60 16,2 6-216-16,3 4-68 0,-4 3-188 15,0-1-84-15,0 2 0 0,-4-5-8 16,4-3 8-16,-4-8-60 0,4-4-112 0,0-10-368 16,5-7 160-16,-2-8-64 0,-3-3-12 15,8-11-76-15,-4-5-200 0,4-5-372 16,0-4-400-16,0-11-392 0,0-12-1249 16,0 6-2227-16</inkml:trace>
  <inkml:trace contextRef="#ctx0" brushRef="#br0" timeOffset="18432.95">16582 11783 5548 0,'0'0'5557'0,"0"0"-4901"0,0 0-348 16,60-77 408-16,-36 55 784 0,4 3-148 0,-4 3-508 16,4 6-344-16,-4 1-128 0,-1 5-100 15,-3 4-48-15,1 0-76 0,-6 11-36 16,1 1 0-16,0 4-4 0,-4 0 4 16,0 6 0-16,-4 0 48 0,4 3-48 0,0-3-40 15,-1-5-68-15,6-2-4 0,2-3 0 16,5-5 44-16,8-4 56 0,4-3-92 15,0 0-8-15,4-6-4 0,3-6-68 16,2-1-396-16,-6-4-388 0,6-1-464 16,-6 5-800-16,-15 3-2533 0,3 1-3747 0</inkml:trace>
  <inkml:trace contextRef="#ctx0" brushRef="#br0" timeOffset="18893.056">17300 12616 7372 0,'0'0'3184'16,"0"0"-2035"-16,0 0-613 0,0 0 16 15,31 74 532-15,-27-45 384 0,-4 3-348 16,0 0-336-16,-7 1-224 0,-2 0-20 16,1 2-44-16,-3 0-152 0,-6 4-136 15,2-6-36-15,-5 3-36 0,-1-8-76 0,6-5-48 16,-5-4-4-16,8-7 40 0,-4-5 28 16,4-7-76-16,0 0-300 15,-4-7-204-15,4-5 64 0,-4-7 20 0,4-4 84 16,4-5-148-16,0-4-188 0,4-5 300 0,4 1-8 15,0 4 52-15,4 7-200 0,4 3 228 16,4 9 120-16,0 4 180 16,0 4 76-16,4 5 292 0,0 0 60 0,0 5-16 15,-4 4-4-15,4 0-48 0,0 4 52 16,-4 0-4-16,-1 3-24 0,2 0 12 16,-2-1-124-16,-3 5-156 0,5-5-116 15,-6 4-60-15,1 1-104 0,1-4-404 16,-1 3-348-16,-1-4-440 0,1-2-1012 15,4 0-2821-15</inkml:trace>
  <inkml:trace contextRef="#ctx0" brushRef="#br0" timeOffset="19351.454">17575 13668 6520 0,'0'0'7993'0,"0"0"-6693"0,0 0-556 16,0 0 64-16,0 0 564 0,0 0 16 16,0 0-388-16,0 0-552 0,0 0-412 15,0 0-36-15,-21-73-144 0,33 22 20 16,1-9-116-16,-2-8-224 0,5-1 60 16,0 0-84-16,0-1 44 0,0 3 76 15,4 10 100-15,0 6 92 0,-4 7 68 16,0 8 40-16,0 5 68 0,-5 9 8 15,-2 3 56-15,-1 6 96 0,-1 3 100 16,-3 1-40-16,1 6-112 0,-1 0-8 16,-4-1-100-16,4 4 0 0,-4 0-124 0,4 0 4 15,-4 0-64-15,3 4 184 0,1 2 108 16,0 3 40-16,5 1-12 0,-5 3-64 0,0 3-64 16,3-4-8-16,1 4-72 15,1-2 60-15,-2-2-52 0,5-3 4 0,0 0 12 16,0-2-64-16,-4 3 40 0,-1-5 72 15,-2 6 0-15,-5-2 60 0,0 3 28 16,0 1 96-16,-8 6-64 0,-8 1 80 16,-4-2-20-16,-4 5-108 0,-3-5-72 15,-1 1-76-15,0-3-192 0,0-6-296 16,4-6-228-16,0-4-612 0,8-11-1180 16,4 3-2089-16,4-28-3099 0</inkml:trace>
  <inkml:trace contextRef="#ctx0" brushRef="#br0" timeOffset="19753.71">18511 11925 7968 0,'0'0'936'0,"0"0"-328"0,0 0 400 15,0 0 137-15,0 0-325 0,0 0-436 16,0 0-332-16,0 0 12 0,0 0 180 16,0 0 124-16,-16 64 104 0,11-45 208 15,1-4 4-15,1-5-132 0,-1 0-72 16,4-4-168-16,0-6-140 0,0 0-84 16,0 0-80-16,0 0 0 0,0 0-4 0,0 0 72 15,4 0 60-15,-4 0-60 0,3 0 160 16,1-3 12-16,1 0 24 0,-1 3-52 15,4-4 52-15,-4 2 0 0,3-5 60 0,6 3-52 16,2-6-20-16,9 2-52 0,4-5-24 16,4 3-100-16,4-3-76 15,3 1-8-15,2 5-60 0,-5 1-4 0,3 3-56 16,-7 0-64-16,0 3-344 0,-4 0-260 16,-8 0-224-16,-4 0-124 0,-8 0-464 15,0 0-1188-15,-8 0-3285 0</inkml:trace>
  <inkml:trace contextRef="#ctx0" brushRef="#br0" timeOffset="20133.351">18730 11753 6916 0,'0'0'5297'15,"0"0"-4761"-15,0 0-408 0,0 0 640 16,0 0 524-16,0 0-124 16,0 0-452-16,0 0-304 0,-8 93-4 0,4-52 100 15,0 6 72-15,0 8 36 0,-1 5-52 16,-2 0-212-16,-1 3-156 0,0 2-100 0,0 1-84 16,-4 0-12-16,4-5 4 15,0-1-4-15,4-3 12 0,4-7-8 0,0-1-4 16,0-2-4-16,0-8-8 15,0-2-100-15,0-4 40 0,0-8-52 0,0-3-84 16,0-6-36-16,0 0-48 0,0-7-16 16,0-2 60-16,-4-4 52 0,0-3 0 15,-4 0-40-15,-4 0-108 0,0-7 184 16,-8-2-76-16,-3 0 60 0,-5-8-8 16,0-5-176-16,-8 0-52 0,4-9-432 15,0-5-648-15,12 8-1769 0,-8-23-2399 0</inkml:trace>
  <inkml:trace contextRef="#ctx0" brushRef="#br0" timeOffset="20538.523">19435 11881 1684 0,'0'0'4304'0,"0"0"705"16,0 0-3329-16,0 0 152 0,0 0-16 0,-88 88-296 16,69-53-56-16,2 10-336 0,6 3-420 15,-6 2-64-15,10 5 277 16,-6 1-245-16,5 1-324 0,5-6-60 0,3-3-128 16,0-10-164-16,0-6-92 0,7-4 88 15,10-8-140-15,-6-5 0 0,10-9-240 16,-6-2-136-16,9-4-172 0,-4-7-185 15,4-9-523-15,-4-3-1052 0,0-3-1720 16,-5 0-625-16,6-6-2359 0</inkml:trace>
  <inkml:trace contextRef="#ctx0" brushRef="#br0" timeOffset="20737.006">19530 12202 5244 0,'0'0'404'0,"0"0"6809"0,0 0-5637 16,0 0-516-16,0 0-64 0,0 0-212 15,21-70-40-15,-6 63-76 0,2 1-360 16,7 2-148-16,-1 4-52 0,5 0 28 0,-4 7-48 15,4 3 32-15,0 5 16 16,-4 2 96-16,-5 2 136 0,-2 0 216 0,-6 2-244 16,-3-1-168-16,-3 2-160 0,-1-3-12 15,-4-3-56-15,0-1-360 0,0-5-204 16,0-1-140-16,4-2-248 0,-1-7-328 16,9 0-808-16,1-9-348 0,-2-1-649 15,6-15-1635-15</inkml:trace>
  <inkml:trace contextRef="#ctx0" brushRef="#br0" timeOffset="20900.694">19949 12043 4484 0,'0'0'588'0,"0"0"4460"16,0 0-3463-16,0 0-689 0,0 0 112 15,-88 96 248-15,60-59 52 0,-3 1 140 16,-5 4-188-16,4-1-292 0,-4-4-136 16,4-2-356-16,5-7-416 0,2-2-60 15,14-10-524-15,-2-6-268 0,13-10-20 16,0 0-272-16,13-13-1136 0,2-2-2520 0,21-20-2621 0</inkml:trace>
  <inkml:trace contextRef="#ctx0" brushRef="#br0" timeOffset="21069.643">20228 12037 3892 0,'0'0'9449'0,"0"0"-8305"0,0 0-388 15,0 0 256-15,12 82 468 0,-20-54 208 16,0 1-368-16,-1 3-648 0,-2-1-384 15,-1 1-115-15,-4 3-117 0,1-2-56 0,-10-3 0 16,5-2-72-16,-8 5-269 0,-4-7-315 16,0-1-236-16,-3-3-176 0,-1-3-292 15,4-7-1272-15,-28 1-2925 0</inkml:trace>
  <inkml:trace contextRef="#ctx0" brushRef="#br0" timeOffset="21966.26">18108 11560 5904 0,'0'0'328'0,"0"0"5405"0,0 0-4237 0,0 0-504 15,0 0 4-15,0 0 124 0,0 0-200 16,0 0-128-16,0 0-164 0,-71 83-124 0,58-48-76 16,2 2-12-16,-2 12-72 0,5 1-128 15,1 4-8-15,3 10-108 0,4 1-16 16,0 9-24-16,0 2-48 0,0 0 136 15,0 1-148-15,8-8-44 0,8-2-20 16,3-3-92-16,13-7-344 0,9-6 36 16,6-7 24-16,9-6-112 0,8-13-136 15,3-6-280-15,5-9-492 0,0-3-660 16,-16-7-668-16,27-4-2233 0</inkml:trace>
  <inkml:trace contextRef="#ctx0" brushRef="#br0" timeOffset="22348.668">20455 11732 8552 0,'0'0'4081'0,"0"0"-3533"15,0 0 316-15,0 0 276 0,0 0-20 16,76 28 236-16,-64-16-256 0,4 11-240 0,-4 8-224 16,3 11-24-16,-2 2-40 0,-6 8-172 15,1 0-131-15,1 6-29 0,-9-4-8 16,0 3-40-16,0 4-96 0,-13-1-44 15,2 0-52-15,-6 4-8 0,-6-4 8 16,-5 0-88-16,0-6-176 0,-8 0-136 0,0-6-101 16,-4-7-95-16,1-5-132 0,-1-5-180 15,-4-2-668-15,12-14-1416 0,-24 2-3053 0</inkml:trace>
  <inkml:trace contextRef="#ctx0" brushRef="#br0" timeOffset="27582.684">18984 11553 3696 0,'0'0'3256'0,"0"0"-2088"16,0 0 232-16,0 0 665 0,0 0-645 0,0 0-72 16,0 0-148-16,0 0-332 0,0 0-156 15,-7-69-140-15,7 59-80 0,-4 1-120 16,0-1-76-16,4 1-28 0,-4 0-44 0,0 2-16 15,0 0-24-15,-1 4-36 0,-2 1-76 16,-1-2-64-16,-5 4-4 0,2 0-4 16,-1 0-8-16,-4 6-80 0,-3 4-20 15,-2-1-16-15,1 3 28 0,1 5 8 16,-1-4 28-16,3-1-24 0,2 1 20 16,3 0 4-16,-4 2-52 0,4-2 4 15,0 0 20-15,4 3 28 0,0 0-52 16,4 0-36-16,-1 2 24 0,2 2 52 0,3 2 60 15,0 0-124-15,0 0 60 16,0 3-96-16,0-2-64 0,0 0-136 0,0-5-140 16,3 1-240-16,2-2-368 0,-1-3-592 15,4-3-596-15,-4-2-965 0,0 1-2943 0</inkml:trace>
  <inkml:trace contextRef="#ctx0" brushRef="#br0" timeOffset="28417.323">21093 12090 11701 0,'0'0'1600'16,"0"0"-1168"-16,0 0 36 0,0 0 356 16,91 3 292-16,-72-3-12 0,2 0-484 15,3 0-408-15,-4-6-52 0,3 0-160 16,1-1 0-16,-3-2-52 0,-2 2-144 0,-3 1-388 15,-4 3-336-15,-3-3-340 0,-2 6-692 16,-7 0-2329-16,0 3-2383 0</inkml:trace>
  <inkml:trace contextRef="#ctx0" brushRef="#br0" timeOffset="28616.326">21145 12339 8680 0,'0'0'1800'0,"0"0"-459"0,0 0 3 16,0 0-64-16,0 0 8 16,0 0-132-16,0 0-424 0,0 0-272 0,75 0-192 15,-51-11-144-15,0-2-124 0,-1-2-156 0,5-1-324 16,-4 0-192-16,8-3-304 16,0 7-560-16,0-9-1076 0,-4 13 551 0,15-11-4383 15</inkml:trace>
  <inkml:trace contextRef="#ctx0" brushRef="#br0" timeOffset="28850.225">21849 12172 4744 0,'0'0'6221'0,"0"0"-4869"0,0 0-420 0,0 0 124 16,0 0 404-16,100-3 8 0,-72-2-368 15,4-2-420-15,0-3-188 0,4 2 80 16,3-6-192-16,-3 4-308 0,0-2-72 16,4-4-48-16,-4 0-148 0,0-3-304 15,-5 0-420-15,1-3-292 0,0-4-536 0,-12 7-1356 16,5-13-3713-16</inkml:trace>
  <inkml:trace contextRef="#ctx0" brushRef="#br0" timeOffset="29216.02">22268 11547 7824 0,'0'0'1724'0,"0"0"-716"16,0 0-119-16,0 0 407 0,0 0 232 0,-80 61-380 16,68-46-520-16,4 8-196 15,1-1-8-15,2 3 48 0,5 4 60 0,-4 2-12 16,4 1-124-16,0 3-64 0,0 3-76 15,0 0 28-15,4 3 104 0,1 5 248 16,-5-3-296-16,7 2-156 0,1-1 48 16,0 1-88-16,4 3-60 0,4 0 28 0,0-1-108 15,0 0 45-15,4 5-1 0,-5-2-40 16,2-2-8-16,-6-4 4 0,2 1-4 16,-2-1 60-16,-3-3 4 0,1 0-60 15,-1-3 80-15,-1 0 180 0,-7-6-176 16,0 1-48-16,0-5-36 0,-7-3-4 15,-1 0 12-15,-1-1-8 0,-2-6-4 16,-6 1-92-16,-2-3-128 0,-1 0-48 16,-12-3-85-16,-4-1 137 0,-12-2 68 15,1-4-156-15,-9 1-172 0,-4-4-196 0,4-3-176 16,-4 0-484-16,17-7-1236 0,-17-6-3017 16</inkml:trace>
  <inkml:trace contextRef="#ctx0" brushRef="#br0" timeOffset="29885.687">22634 12087 6520 0,'0'0'2496'16,"0"0"-844"-16,0 0-683 0,0 0 31 15,0 0 300-15,0 0 152 0,0 0-280 16,0 0-376-16,16 85-176 0,-7-49-64 16,-6-1-40-16,5 3-36 0,-4 0-52 15,0 0-136-15,1-6-168 0,-1-5-36 0,-1-4-88 16,5-4-60-16,-4-6-24 0,0-3-76 16,0-4-172-16,1-3-244 0,2-3-172 15,1 0-156-15,-4-6-352 0,4-7-1156 16,0 4-2525-16,-4-10-3403 0</inkml:trace>
  <inkml:trace contextRef="#ctx0" brushRef="#br0" timeOffset="30149.468">22818 12237 6080 0,'0'0'2520'0,"0"0"-760"16,0 0-127-16,0 0 31 0,0 0-296 15,0 0-312-15,91-68-416 0,-70 56-216 0,2-4-100 16,5 3-16-16,0-3-8 15,4 4 8-15,3 2-88 0,-3 4-108 0,0 6 36 16,0 0 60-16,-4 13 224 0,0 2 164 16,-4 7-276-16,4 4-112 0,-4-1-28 15,-5 6-20-15,2-1 36 0,-6 2-148 16,1-1-44-16,-4-1-4 0,-3-5-48 16,-2-6-100-16,1-5-364 0,-4-7-124 15,0-3-12-15,-4-4-116 0,5-4-276 16,-5-9-736-16,4-2-2588 0,-1-17-1933 0</inkml:trace>
  <inkml:trace contextRef="#ctx0" brushRef="#br0" timeOffset="30346.085">23355 12016 6716 0,'0'0'3992'0,"0"0"-3243"15,0 0-57-15,-71 93 676 0,43-58 516 16,0 4-64-16,0-6-680 0,5 3-524 15,-1-4-188-15,3-4-208 0,6-1-220 16,-2-6-516-16,10-5-260 0,-1-6-336 16,8-5-480-16,0-5-992 0,0 0-2289 15,8-19-2999-15</inkml:trace>
  <inkml:trace contextRef="#ctx0" brushRef="#br0" timeOffset="30548.865">23682 11833 1252 0,'0'0'9164'0,"0"0"-7695"0,0 0 267 0,0 0-760 15,96 32-228-15,-76-16 160 0,-1 3-88 16,2 6-432-16,-1 0-180 0,-1 3 16 0,-2 8-136 16,-6-1-88-16,-3 3-4 0,-8 3-72 15,0 3-48-15,-4 0-208 0,-11 2-92 16,-6 1-88-16,-7 1-92 0,-7-1-200 15,-1-2-324-15,-4 3-4 0,-8-1-36 16,-4-2-121-16,1-1-67 0,10-9-736 16,-26 6-2800-16</inkml:trace>
  <inkml:trace contextRef="#ctx0" brushRef="#br0" timeOffset="34905.791">2056 15852 6340 0,'0'0'7213'0,"0"0"-6449"15,0 0-760-15,0 0 716 0,0 0 564 0,0 0-88 16,4 67-440-16,3-32-336 0,-3 7-64 16,5 8 24-16,-2 8-36 0,1 5-28 15,0 7-192-15,1 3-112 0,-2 6 48 16,-3-3-32-16,4 1-28 0,-4-8-12 16,0-5-36-16,0-16 48 0,0-8-84 15,-4-14-40-15,4-7-144 0,-4-9-148 16,0-7-136-16,0-3-104 0,0-3-36 15,-4-10-232-15,0-9-1216 0,0 2-1040 0,-8-31-2405 0</inkml:trace>
  <inkml:trace contextRef="#ctx0" brushRef="#br0" timeOffset="35146.431">2032 16056 2568 0,'0'0'4336'15,"0"0"-3400"-15,0 0 1188 0,0 0-987 16,91-73-405-16,-63 63 12 0,0 0 20 15,0 3 0-15,0 7-196 0,-1 0 0 16,1 5-88-16,-8 4-116 0,-3 7 88 16,-2 0-76-16,-7 6 8 0,1-3-108 15,-9 6 192-15,0-2 88 0,-5-2-308 16,-3 5-112-16,-7-1-136 0,-2 1-112 16,-2 3-172-16,-1-4-184 0,-1-3-276 15,-3 0 24-15,5-3-276 0,-5 1-492 16,4-8-488-16,4-2-861 0,-12-7-2519 0</inkml:trace>
  <inkml:trace contextRef="#ctx0" brushRef="#br0" timeOffset="35616.097">2569 15418 8520 0,'0'0'3013'0,"0"0"-2089"16,0 0-248-16,0 0 632 0,0 0 192 16,0 0-372-16,0 0-492 0,0 0-168 15,5 82 4-15,3-49-20 0,-5 0 140 16,1 12-152-16,0 6-172 0,4 6-124 15,0 7 40-15,-4 5-60 0,4 8-120 0,-4-1 4 16,5 3 0-16,-2-2-8 0,-3-1-92 16,4-3 92-16,-4-7-108 0,4-5-28 15,-4-7-56-15,0-10 56 0,0-9-144 16,0-7-52-16,-4-11-136 0,4-5-220 16,-4-9-276-16,0-3-400 0,0 0-716 15,0-3-836-15,0-16-2925 0</inkml:trace>
  <inkml:trace contextRef="#ctx0" brushRef="#br0" timeOffset="38165.407">3131 15996 1120 0,'0'0'1488'0,"0"0"3404"16,0 0-2608-16,0 0-879 0,0 0-441 16,0 0 188-16,-31-70 168 0,18 56-348 0,5 2-332 15,1 3-88-15,-6-1-168 0,2 3 16 16,-1-2 80-16,-1 6-72 0,2-3-172 16,-2 2-52-16,6 4-48 0,-5 0 96 15,-1 4-48-15,2 5 12 0,7 7-196 16,-4 3 0-16,3 10-104 0,5 3 104 15,0 3 0-15,5-1 0 0,3 1 0 16,0-7-52-16,-1-5-168 0,2-10 36 16,3-4-100-16,-5-9-60 0,6 0-12 15,-1-3 120-15,-5-6 172 0,10-11 60 16,-6 1-268-16,-3-6 24 0,1 0 136 0,-2 3 112 16,-3 3 8-16,0 3-8 15,0 6-112-15,1 3-76 0,-1 7 104 0,-1 0 84 16,1 4 224-16,0 9 72 0,0 3-8 0,4 3 72 15,-3 6-128-15,2 3-60 16,-3 2 64-16,4 3-136 0,-4 6 84 16,4 6-12-16,-4 5 0 0,0 1 48 0,0 6-12 15,0 0-36-15,0 4-72 0,0-4-96 16,-4-7-4-16,3 4 0 0,2-8-12 16,-5-6-40-16,4-2-20 0,0-9-208 15,-4-4-64-15,4-6-100 0,-4-6-112 16,0-7-88-16,0-2-288 0,0-4-604 15,4 0-544-15,-4-10-389 0,0 4-823 16,-4-13-3364-16</inkml:trace>
  <inkml:trace contextRef="#ctx0" brushRef="#br0" timeOffset="38893.394">4015 16154 9864 0,'0'0'1561'16,"0"0"-777"-16,0 0 252 0,0 0 272 0,0 0-364 16,0 0-452-16,0 0-136 0,0 0 140 15,97 0 76-15,-62 0-148 16,1 0-188-16,-4 0-28 0,4 0-120 0,-8-3-40 16,0-3-36-16,-9-1-4 0,1 4-8 15,1-3-112-15,-10 3-420 0,2-4-224 16,-6 7-220-16,-3-3-500 0,-4-1-1148 15,0 4-2933-15</inkml:trace>
  <inkml:trace contextRef="#ctx0" brushRef="#br0" timeOffset="39084.997">4175 16342 2508 0,'0'0'2804'0,"0"0"1668"0,0 0-3107 16,0 0 23-16,0 0 180 15,87 6-280-15,-63-12-468 0,1-5-268 0,-1 3-204 16,-5-5-136-16,1-4-172 0,-3 3-40 16,-2-9-512-16,1 4-364 0,-8-3-664 15,0 5-1008-15,-4-4-4029 0</inkml:trace>
  <inkml:trace contextRef="#ctx0" brushRef="#br0" timeOffset="39349.603">4294 15881 5156 0,'0'0'4544'0,"0"0"-3912"0,0 0-23 16,0 0 611-16,0 0 124 0,84 19-216 16,-60-13-296-16,0 0-392 0,-1 1-72 0,5 5-108 15,4 1-160-15,0 4 12 0,1 2 76 16,-1 3-176-16,-9 0-24 0,-3 3-36 15,-4 0-140-15,-4 7-36 0,-8-3 112 16,0 6-108-16,-4 3 48 0,0-3-32 16,-8 3 200-16,-4 0 0 0,-4-3 0 15,0 0-260-15,-3-3-224 0,-2-4-412 16,-7-5-360-16,4-2-536 0,1-4-869 16,3-8-2243-16,-12-2 2140 0</inkml:trace>
  <inkml:trace contextRef="#ctx0" brushRef="#br0" timeOffset="42407.042">4980 15719 1772 0,'0'0'1880'15,"0"0"3008"-15,0 0-3324 0,0 0-479 16,0 0-57-16,0 0 108 0,0 0-208 15,88-13-68-15,-65 19-156 0,-3 5-136 16,8 1-120-16,-7 7-108 0,2 0-68 16,-3 6-148-16,0 4 12 0,-4 0-12 15,-5 6-36-15,2 0-40 0,-2 0-48 16,-7-4 0-16,5 1 12 0,-5-7-4 16,-4 0 40-16,0-6-44 0,0-6 8 15,0 0-4-15,0-6 40 0,0-4 0 0,0-1 40 16,-8-2-16-16,3 0-72 15,1 0 100-15,-3-2 24 0,-5-4-124 0,0-5-96 16,0 3 24-16,-1-9 68 0,2-2-156 0,3 0 60 16,0-3 40-16,4 0 52 15,0 0 0-15,4 0 4 0,0 3 4 0,8-4 64 16,-4 4-52-16,4 0-12 0,4 0 0 16,-4 3-100-16,4 3-48 0,-1 1 12 15,-2-1 12-15,3 3-136 0,-5 1-300 16,2-1-80-16,-1 4-116 0,0-1-316 15,-1 2-660-15,-3 5-1229 0,5-5-2435 0</inkml:trace>
  <inkml:trace contextRef="#ctx0" brushRef="#br0" timeOffset="42688.434">5518 15509 3928 0,'0'0'680'15,"0"0"2940"-15,0 0-2284 0,0 0-588 0,0 0 257 16,0 0 303-16,0 0-32 16,0 0-260-16,0 0-376 0,0 0-76 0,0 0-84 15,-4 57-68-15,0-32-128 0,0 5-96 16,0 1-40-16,4 4-36 0,-4 4 12 16,4 5-12-16,0 1-12 0,0-4-88 15,0 1 0-15,4-5-12 0,4-5 0 16,0-1 0-16,-1-5-56 0,6-4 56 15,-5-6 0-15,3-4-252 0,2-5-244 0,-6-4-188 16,5 0 4-16,1-3-100 0,2-3-432 16,-2-2-1012-16,-6-2-2109 0,5-3-3054 0</inkml:trace>
  <inkml:trace contextRef="#ctx0" brushRef="#br0" timeOffset="43437.021">5888 15802 872 0,'0'0'9560'0,"0"0"-8295"0,0 0-957 16,0 0 472-16,0 0 544 0,0 0 92 15,0 0-324-15,0 0-480 0,0 0-140 16,13 85-76-16,-6-49-52 0,-3 2-60 16,4 3-12-16,1 0-64 0,2 7-36 15,-3 3-76-15,0-1 28 0,0 4-52 16,4-2-72-16,-8-5 0 0,3-6-4 15,-2-6-80-15,-5-10-88 0,4-9-24 16,0-6-112-16,-4-8-196 0,0-2-152 16,0 0-76-16,-4-12-220 0,0 2-1360 15,-4-21-3365-15</inkml:trace>
  <inkml:trace contextRef="#ctx0" brushRef="#br0" timeOffset="43668.862">5936 15789 5092 0,'0'0'4700'16,"0"0"-3487"-16,0 0-929 0,0 0 472 16,0 0 344-16,0 0-108 0,0 0-368 15,79-33-44-15,-62 33-156 0,-2 7 44 16,-2 0-268-16,-2 2-100 0,2 8-36 16,-5-2 48-16,-4 7 136 0,-1 1-48 15,-3 5-128-15,0 0-72 0,-7 2-264 16,-1-5-184-16,-5 4-80 0,2-7-24 15,-6 0-204-15,6-6-364 0,-6-4-400 16,6-1-297-16,-1-9-631 0,-4-4-440 0</inkml:trace>
  <inkml:trace contextRef="#ctx0" brushRef="#br0" timeOffset="43900.596">6243 15535 5672 0,'0'0'300'16,"0"0"4088"-16,0 0-3447 0,0 0-69 16,0 0 876-16,0 0 196 0,0 0-740 15,68 70-468-15,-61-51-196 0,1 9-20 16,1 1-128-16,-5 6-220 0,-4 3-124 16,0 4-48-16,0-1-48 0,-8 1-124 15,-1-5-320-15,2-5-196 0,-1-7-156 16,-5-2-348-16,2-14-864 0,3-6-2045 0,-5-3-2951 15</inkml:trace>
  <inkml:trace contextRef="#ctx0" brushRef="#br0" timeOffset="44186.667">6546 15191 3220 0,'0'0'10805'0,"0"0"-9489"16,0 0-840-16,0 0 580 0,0 0 468 15,4 83-344-15,4-48-460 0,-1 4-232 16,1 9-72-16,5 2-112 0,2 8-136 0,-2 1-116 16,2 8-48-16,2 1 8 0,-2-3 24 15,-2 5-36-15,2-3 0 0,1-4-8 16,-4-2-80-16,-1-4-56 0,-2-7-100 15,-5-4-120-15,4-5-52 0,-4-7-156 16,4-5-128-16,-4-6-172 0,0-11-468 16,-4-5-1124-16,4-4-2457 0,-4-6-3551 0</inkml:trace>
  <inkml:trace contextRef="#ctx0" brushRef="#br0" timeOffset="45223.661">6952 15579 4984 0,'0'0'6433'0,"0"0"-4781"0,0 0-900 16,0 0 36-16,0 0 532 0,0 0-28 15,0 0-352-15,104-28-236 0,-76 38-140 16,3 2-96-16,5 6-116 0,0 2-84 15,-4 2-72-15,-1 1-12 0,6 2 168 16,-9 3-96-16,-5 4-124 0,-2 0-44 16,-6 6-76-16,-2 0 92 0,-6 0-104 15,1-2-4-15,-8-5-68 0,0-5 72 16,0-4 0-16,0-6 8 0,-4-4-8 16,-4-5-112-16,5-7-20 0,-5 0 96 0,-1-4 36 15,-2-5 0-15,3-4-148 0,-5-6 40 16,6-3-24-16,-5-6-4 0,3-2-8 15,2-1 8-15,3 2-72 0,4-2 0 16,0 1 24-16,0 2 16 0,7 3 92 16,2 6 28-16,3 0-100 0,-5 3-156 15,6 0-28-15,-1 4-64 0,-1-1-84 0,2 0-300 16,-6 1-584-16,5 2-604 0,-3 4-680 16,2-5-2265-16</inkml:trace>
  <inkml:trace contextRef="#ctx0" brushRef="#br0" timeOffset="45485.314">7654 15468 7248 0,'0'0'4829'16,"0"0"-3677"-16,0 0-888 0,0 0 196 15,0 0 440-15,0 0 472 0,0 0-224 16,0 0-428-16,-17 93-240 0,14-65-100 15,3 4-96-15,0 6-52 0,-4 3-24 0,4 3 64 16,0 3-16-16,0-1-24 0,0-2-160 16,0-6-68-16,4-6-4 0,3-6-96 15,1-5-64-15,8-4-156 0,0-8-100 16,0-6-272-16,5-3-312 0,2-6-432 16,-7-4-1308-16,12-15-3017 0</inkml:trace>
  <inkml:trace contextRef="#ctx0" brushRef="#br0" timeOffset="45832.603">8008 15668 5732 0,'0'0'8001'0,"0"0"-6837"15,0 0-884-15,0 0 584 0,0 0 588 16,-80 88 116-16,61-53-244 0,6 7-324 16,5-3-407-16,1-5-229 0,3-9-156 0,4-2-208 15,0-10-80-15,0-3-92 0,4-10-120 16,3 0-37-16,6-10 77 0,-5-9 44 15,7-3-180-15,1-11-296 0,-4-1-52 16,4-4-52-16,-4 3 36 0,1 3 108 16,-2 7 232-16,-3 5 176 0,-1 9 100 15,2 4 60-15,-1 3 76 0,-4 4 204 0,0 4 268 16,-1 9 100-16,1 2 8 0,1 10-72 16,-1 4-40-16,-4 3-112 0,4 3 36 15,0 6-16-15,0 7 16 0,-4 0-4 16,3 5-68-16,1 1-44 0,-4 0-67 15,0 0-125-15,4-6-80 0,-4-4-4 16,5-9-96-16,-1-6-61 0,-4-14-283 16,4-2-84-16,-4-6-72 0,4-7-212 15,-4-3-252-15,0-14-604 0,3 5-2112 16,-3-20-2329-16</inkml:trace>
  <inkml:trace contextRef="#ctx0" brushRef="#br0" timeOffset="46069.293">8330 15519 4744 0,'0'0'8317'0,"0"0"-7325"16,0 0-812-16,0 0 528 0,24 89 484 16,-20-60 272-16,1-1-684 0,-1 5-472 15,0 0-88-15,0 6-72 0,-1 2-108 16,-3 4-40-16,0 5-4 0,0 0 0 15,0 2-52-15,-3 2-44 0,-5 0-120 16,-5 0-200-16,2-6-88 0,3-1-48 16,-8-8-180-16,4-5-96 0,-4-2-440 0,4-13-1116 15,-8 0-2637-15</inkml:trace>
  <inkml:trace contextRef="#ctx0" brushRef="#br0" timeOffset="49717.071">3362 15116 9924 0,'0'0'2473'0,"0"0"-2473"0,-92-73-988 16,53 48 988-16,-6-2 308 0,2 6 728 15,-4 2-420-15,-5 3-324 0,-4 6-140 16,-4 4-140-16,0 6 104 0,0 0 328 16,-3 0 680-16,3 0 104 0,-4 6-492 15,-3 4-564-15,-5 2-172 0,-4 4 8 16,-3 4 192-16,6 2 24 0,-6 0-104 15,3 3-112-15,1 2-8 0,-5 1-4 0,-4 2 4 16,5 5 60-16,-1 4 100 16,0 2-160-16,0 0 4 0,0 7-40 15,1 0 36-15,-5 6-4 0,5 0-4 0,-5 7-92 16,0 2-48-16,-4 7 0 0,1 2-124 16,0 5 84-16,3-5 64 0,4 2 72 15,12-4 52-15,5-7 8 0,10 4 64 0,10-1-60 16,11 5 0-16,4 4 148 15,4 6-72-15,9 3-88 0,2 2 0 0,9 7-12 16,0-1-52-16,4 0 4 0,4 3-16 16,9-4 76-16,2-1 84 0,5-1-84 15,8-4-4-15,8-2-12 0,8 0-32 16,12-7 48-16,11-7 12 0,13-2-12 16,16-9 4-16,7-5-4 0,17-1 52 15,7-11 60-15,13 0 36 0,4-10-88 16,2 1-60-16,6-3 0 0,7-8-4 15,5 5 8-15,7-10-4 0,0 0 88 0,4-6-84 16,1-4-4-16,3-3-24 16,5-3 24-16,3-3 8 0,11-6-8 0,2-4 84 15,12-3 64-15,-5-1-132 0,12-4-4 16,4-5-12-16,4 1 8 0,4-4 4 0,0-2 36 16,-3-4-48-16,2-3-48 0,2-4 48 15,-2 1 136-15,2-3-128 0,-5-4 128 16,-1-5-132-16,2-2-4 0,-5-2 0 15,-4-3 84-15,-8-4-84 0,-3 4-12 16,-10-4-100-16,-6 1 52 0,-4-1 60 16,-14 1 4-16,-6-4 4 0,-16 1-16 15,-10-4-128-15,-14 0-40 0,-9-6 168 16,-7 0-132-16,-12-4 40 0,-9-2 92 16,-7-7-92-16,-12 3 96 0,-9-7-68 15,-14 5 72-15,-10-5 60 0,-11 5 28 0,-12-5-40 16,-11 2-48-16,-5 2-12 15,-9-3 12-15,-14 3-88 0,-5-2 8 0,-13 1 76 16,-6 1-128-16,-13-3-8 0,-7 3-44 16,-10 3 60-16,-10-3-40 0,-9 4 156 0,-7-2-116 15,-9 5 88-15,-3 6 36 0,-8 6 12 16,3 7 64-16,-4 9 36 0,-4 6 184 16,1 8-256-16,-8 8 20 0,0 2-60 15,-5 8 8-15,-8 3 68 0,0 4-76 16,-7 5 12-16,-4 1-12 0,-4-2-60 15,0 6 56-15,-9-2-128 0,-4 0 124 16,2 1-40-16,-2-2-148 0,0-3 196 16,-3-1 0-16,1-1 0 0,-6 0-4 15,1 1-76-15,0-1 80 0,7 6 8 16,5 1 68-16,7 3 72 0,5 3-148 0,0 0 0 16,3 6-24-16,1 7 32 0,4 3-8 15,-1 6 112-15,4 4-36 0,1 6-16 16,4-1-60-16,3 4-148 0,5 0 136 15,4-1-176-15,2 1 28 0,15-2-288 16,2-8 168-16,12 0-8 0,5-2-104 0,11-5 52 16,12-2 152-16,9-2-140 15,11-5-76-15,12-3-232 0,12 0-308 0,4-2-144 16,16-1-913-16,3 1-803 0</inkml:trace>
  <inkml:trace contextRef="#ctx0" brushRef="#br0" timeOffset="51284.996">12861 15161 7900 0,'0'0'1284'0,"0"0"-172"15,0 0 433-15,0 0-445 0,0 0 172 16,0 0-8-16,0 0-444 0,0 0-372 16,0 0-136-16,0 0-64 0,-72 63 28 15,64-28 20-15,4 3 24 0,0 13-48 16,1 3 36-16,-1 6 12 0,4 4 48 16,0 1-24-16,4 0 0 0,3-2-136 0,5-9-208 15,4-6-12-15,4-10-160 0,0-13 48 16,4-16-192-16,0-9-348 0,-1-14-184 15,1-16-420-15,0-4-1120 0,-3 5-2413 16,11-26-1191-16</inkml:trace>
  <inkml:trace contextRef="#ctx0" brushRef="#br0" timeOffset="51506.363">13232 15326 7112 0,'0'0'2604'0,"0"0"-707"0,0 0-105 0,0 0-80 0,0 0-128 16,63 72-340-16,-43-52-492 16,0-5-164-16,4 1-132 0,0 0-164 0,-1-2-164 15,2-2-120-15,-5 1 44 0,4-1-52 16,-5 1-12-16,1-1-60 0,-4 1-356 16,-4-1-348-16,0 1-172 0,-8-1-72 15,5 2-196-15,-6-4-880 0,-3-7-2041 16,4-3-1627-16</inkml:trace>
  <inkml:trace contextRef="#ctx0" brushRef="#br0" timeOffset="51681.803">13610 15304 9684 0,'0'0'1805'0,"0"0"-997"0,0 0-220 0,0 0 368 16,0 0 640-16,-88 54-328 0,60-33-508 0,0 5-364 15,-4 6-136-15,-3 3-64 16,-1 2-84-16,-4 5-100 0,0-2-12 15,0 2-12-15,1-1-112 0,7-3-148 0,4-9-544 16,8-4-424-16,4-5-564 0,4-8-916 16,8-2-2497-16</inkml:trace>
  <inkml:trace contextRef="#ctx0" brushRef="#br0" timeOffset="52165.342">14100 15570 9080 0,'0'0'2645'0,"0"0"-561"0,0 0-716 0,0 0-136 15,0 0-124-15,0 0-32 0,0 0-448 16,88-4-248-16,-60-4-208 0,4-2-76 16,0-3-8-16,-1 1-88 0,5-2-108 15,-4 5-76-15,4 0-488 0,-1 2-416 16,-3 4-328-16,-8 1-1312 0,8-3-3221 0</inkml:trace>
  <inkml:trace contextRef="#ctx0" brushRef="#br0" timeOffset="52650.345">14738 16433 14941 0,'0'0'2008'0,"0"0"-1200"0,0 0-648 16,0 0-48-16,0 0 208 0,0 0 312 16,0 0 212-16,-84 13-796 0,76-35-48 15,-4-13-4-15,0-6 4 0,4-14 0 16,0-1-124-16,-4-11-48 0,4-3-284 16,0-3 4-16,0 0 264 0,4 0-256 15,4 3 84-15,0 3 164 0,0 7-88 16,4 0 172-16,8 6 100 0,0 0 4 15,4 3-164-15,4-3 172 0,4 4 160 16,0-2 16-16,8 5-4 0,-4 6 76 16,4 6 76-16,-5 3 20 0,1 10-36 15,-4 2-12-15,-8 12-100 0,-4 4-184 16,-4 4-4-16,-5 7 4 0,-3 8 172 0,0 10 48 16,-7 0-84-16,-5 11-104 0,-4-4-40 15,0 7 0-15,0-9 92 0,0 2-32 16,4-10-56-16,4-2-8 0,0-7 0 0,8-7-124 15,0 0-72-15,0 0-72 0,8 1 8 16,4 2 152-16,4-2 92 0,4-1-20 16,-4 3 36-16,4-2-72 0,-8 2 20 15,0 2 4-15,-4-3-24 0,-4 5 72 16,0 3 136-16,-4 1-40 0,0 4 16 16,-8-2-4-16,-5-1-20 0,2-1 12 15,-5-1-100-15,0-3 0 0,1-7-456 16,-2-3-200-16,6-3-208 0,-6 0-512 15,9-6-1292-15,-8-10-2765 0</inkml:trace>
  <inkml:trace contextRef="#ctx0" brushRef="#br0" timeOffset="52891.757">15227 15132 8264 0,'0'0'3101'0,"0"0"-1129"0,0 0-132 16,0 0-384-16,0 0-248 0,72 79-24 16,-60-60-400-16,1 3-368 0,-10 5-184 15,1-2-148-15,-4 0-8 0,-4 7 8 0,-8 3-80 16,-4 2 4-16,-4 2-8 0,-4 1-84 16,1-1-124-16,-5-7-124 0,0-4-168 15,4-6-40-15,0-6-64 0,0-6-396 16,4-7-680-16,4-3-2620 0,0-3-3865 0</inkml:trace>
  <inkml:trace contextRef="#ctx0" brushRef="#br0" timeOffset="53435.18">15363 14690 2660 0,'0'0'7660'0,"0"0"-5563"0,0 0-669 0,0 0-60 16,0 0-8-16,88-54-116 0,-76 48-208 16,-1 6-336-16,2 0-236 0,-2 3-84 15,6 7-52-15,-6 2-12 0,6 7-84 16,-6 7 0-16,6 3-64 0,-10 2-20 15,-3 7 33-15,0 7-33 0,-4-4-40 0,0 4-24 16,0-4-24-16,0-3-60 0,0-6 0 16,0-10-12-16,0-3 0 0,0-10 0 15,0-2-36-15,12-7 0 0,0 0 40 16,4-4 8-16,4-8 0 0,0-4-12 16,3-9-36-16,1-4-108 0,1-3 20 15,-5-6-57-15,3 4-3 0,-3-5-132 16,-3 1-36-16,-2 4-52 0,-2 2-72 15,-6 0-52-15,-3 0-112 0,0 4 24 16,0 2-328-16,-4 7-72 0,-4 3-228 0,-4 7-840 16,1 5-721-16,-2 4-375 15,-7 0-2604-15</inkml:trace>
  <inkml:trace contextRef="#ctx0" brushRef="#br0" timeOffset="53819.599">16479 14430 9984 0,'0'0'2189'0,"0"0"-705"0,0 0-40 0,0 0 116 15,-8 73-24-15,4-44-340 16,0 5-536-16,4 2-268 0,0 11-64 0,0 4-24 16,0 9-60-16,0 10 84 15,0 9 77-15,0 3-33 0,0 6-128 0,0-1-180 16,4 2-64-16,-4 0 0 0,0-3 0 15,4 0-8-15,-4 0-52 0,0-4-84 16,4-5-136-16,0-1-121 0,3-7-243 16,6-8-112-16,-5-10-236 0,-1-13-472 15,-3-13-1500-15,5-6-3821 0</inkml:trace>
  <inkml:trace contextRef="#ctx0" brushRef="#br0" timeOffset="54472.339">17053 15370 1408 0,'0'0'10725'0,"0"0"-8393"0,0 0-972 0,0 0-344 15,0 0 80-15,99 41-100 0,-67-38-112 16,0-3-296-16,3 0-320 0,1-12-172 16,1-4-24-16,-5-4-72 0,3-5-76 15,-7-4-300-15,-1 4-260 0,-3-3-224 0,-3 2-224 16,-6 1-488-16,-6 8-1360 0,-5-2-3149 16</inkml:trace>
  <inkml:trace contextRef="#ctx0" brushRef="#br0" timeOffset="54799.335">17311 14925 6168 0,'0'0'4224'0,"0"0"-2675"16,0 0-209-16,0 0 160 0,0 0-40 16,0 0-248-16,-15 77-460 0,15-46-292 15,8 1-116-15,-1 10 36 0,6-2 96 16,-6 4-48-16,5 8-84 0,-4-2-4 0,0 5-24 15,0-1-12-15,-4 3-132 0,4-4-15 16,-4 1-85-16,0-2 28 0,0-2-52 16,0 1-48-16,-4-7 48 0,4 1-36 0,-4-7 48 15,4 0-12-15,-4-10-36 0,0-2 48 16,0-8-52-16,0-4-4 0,-8-4 8 16,4-4 76-16,-8 0-88 0,-4-6-172 15,-8 0-180-15,0 0-109 0,-4-6-75 16,-4-3-12-16,0-7-88 0,4-7-200 15,-3 1-136-15,3-7-456 0,4 1-792 16,0 2-536-16,12 4-1337 0,0-3 81 0</inkml:trace>
  <inkml:trace contextRef="#ctx0" brushRef="#br0" timeOffset="55107.495">17786 15090 7020 0,'0'0'3989'0,"0"0"-2053"16,0 0-284-16,0 0-176 0,-28 71-40 15,19-41-76-15,2 6-356 0,-1 2-356 16,0 1-172-16,-1 1-100 0,6-1-72 15,-1 2-119-15,4-3-17 0,0-7-44 16,0 2-64-16,4-8-8 0,3 1-52 16,10-7-4-16,-6-7-80 0,6-2-112 0,3-10 112 15,-5 0-125-15,6-13-179 16,2-3-148-16,-7-7-256 0,4-2-288 0,-8-4-392 16,0 4-1084-16,-4 6-1949 0,-4-9-1575 0</inkml:trace>
  <inkml:trace contextRef="#ctx0" brushRef="#br0" timeOffset="55348.545">17929 15243 8112 0,'0'0'2032'0,"0"0"-935"15,0 0 315-15,0 0 128 0,0 0-124 16,0 0-276-16,84-35-540 0,-60 25-280 16,8 1-20-16,-1-3 44 0,1 1-96 15,8 8-100-15,-8 1 36 0,3 2 100 16,-3 2 8-16,-4 7 200 0,-4 5-76 15,-8 2-88-15,-4 6-72 0,0 3-48 16,-8 0-4-16,-4 8-20 0,0-5-64 16,-4 0-28-16,-4-2-92 0,4-4-124 0,-3-6-348 15,7-6-356-15,-5-7-152 0,5-3-116 16,0-7-420-16,5-12-1368 0,2 3-1853 16,5-19-1699-16</inkml:trace>
  <inkml:trace contextRef="#ctx0" brushRef="#br0" timeOffset="55517.466">18443 15068 9532 0,'0'0'4333'0,"0"0"-3057"16,0 0-560-16,-44 83 4 0,24-48 424 15,-4 3 116-15,0 3-368 0,0 1-340 16,-3-1-136-16,3 0-64 0,-4-6-108 16,8-7-220-16,0-1-24 0,4-13-160 15,8-7-328-15,0-3-280 0,8-4-140 0,0-7-284 16,0-11-708-16,0 4-1904 0,4-18-1353 0</inkml:trace>
  <inkml:trace contextRef="#ctx0" brushRef="#br0" timeOffset="55766.002">18778 14954 7416 0,'0'0'2720'0,"0"0"-659"16,0 0-9-16,0 0-300 0,0 0-276 15,0 0-424-15,0 0-476 0,83 48-304 16,-67-36-188-16,4 4-32 0,0 3 32 16,4 0-12-16,-8 0-68 0,4 3-8 15,-13 4-40-15,2 2-40 0,-5 5-100 0,-4-2-12 16,-4 7 72-16,-12 1-48 0,0-2-24 16,-4 5-64-16,-8 2 0 0,-4-3-12 15,0 3-52-15,-3 2-160 0,-10-2-532 16,2 0-620-16,7-11-940 0,-20 11-2421 0</inkml:trace>
  <inkml:trace contextRef="#ctx0" brushRef="#br0" timeOffset="72339.014">3936 8671 236 0,'0'0'336'0,"0"0"44"0,0 0 196 0,0 0 164 16,0 0 4-16,0 0-132 0,0 0-208 15,0 0-192-15,28-74-148 0,-24 59-64 16,4 2-8-16,-4 0-8 0,-1 4-140 16,6 0 0-16,-5 2 52 0,8 1 96 15,-9-1 4-15,6 7-140 0,-1-3 140 16,0 3-216-16,-1-3-264 0,-3 3 184 15,1 0-12-15,3-6 160 0,-4 3 152 16,-1-3 0-16,-3-1 0 0,4-3-16 0,0 1 16 16,-4 0 184-16,4-2 56 15,-4 3-240-15,0-3-312 0,5-1-392 0,-5 2-28 16,0-3-64-16</inkml:trace>
  <inkml:trace contextRef="#ctx0" brushRef="#br0" timeOffset="72831.457">4163 7868 5016 0,'0'0'1224'0,"0"0"-432"0,0 0-376 15,0 0 92-15,0 0 76 0,0 0 2337 16,0 0-1257-16,0 0-812 0,0 0-280 16,0 0-4-16,-24-16 200 0,20 16 184 15,0 0-192-15,4 0-168 0,-4 2-84 16,4 1-92-16,0 1-60 0,0 3-72 16,0 5-64-16,0 4 0 0,0 6-36 15,4 3-16-15,4 4-20 0,0 3-52 16,-4 0-32-16,4-4-64 0,-4 4 0 0,4-6-64 15,0 2 16-15,-4-6-12 0,0 0 12 16,4-6-28-16,-4 0-104 0,-1-6-324 16,2-3-232-16,-1-7-212 0,4 0-140 15,0-7-456-15,-5-3-1284 0,6-15-2553 0</inkml:trace>
  <inkml:trace contextRef="#ctx0" brushRef="#br0" timeOffset="73235.082">4307 7686 8916 0,'0'0'3965'0,"0"0"-3669"15,0 0-244-15,0 0-52 0,0 0 724 16,0 0 148-16,0 0 212 0,39 70-404 16,-22-48-332-16,-6 4-124 0,6-1-136 15,-2 0-24-15,1 4-16 0,-8-4 0 16,4 3 40-16,-5 2-40 0,-2-5 4 0,-5 3-44 15,0 2 40-15,0-5-36 0,-8 0 88 16,0-2-4-16,0-4-96 0,-4-7-136 0,0-2-88 16,1-4-36-16,2-6 12 15,-3 0 60-15,1 0 76 0,-2-13-264 0,2-2 136 16,3-1-136-16,-1-8 112 0,1-1 88 16,8 0 72-16,0 3 28 0,0 0 4 15,4 6 72-15,0 3 60 0,5 4 144 16,-1 3 8-16,-5 3-24 0,5-1 0 15,5 4 0-15,-6 0 32 0,5 0-72 16,4 4 16-16,0 5-28 0,0-3-36 16,0 1 0-16,-4 2 0 0,4 1-88 15,0-1 0-15,-4-2-12 0,-5 2-4 16,6-3-144-16,-5-2-340 0,-1-4-268 0,-3 0-352 16,5-7-816-16,-5-3-2125 0,0-18-2631 0</inkml:trace>
  <inkml:trace contextRef="#ctx0" brushRef="#br0" timeOffset="73446.077">4669 7643 10997 0,'0'0'1796'16,"0"0"-1400"-16,0 0-128 0,0 0 228 16,0 0 604-16,55 72 212 0,-46-56-492 15,3 0-396-15,-1 3-212 0,-2 3-88 16,-1 0-52-16,-4 0-72 0,-1 3-8 15,-3 4 4-15,0 0-8 0,-7 3-160 0,-5-1-64 16,0 4-24-16,-8 1-164 0,-4-2-88 16,0 1-156-16,-4-3-328 0,-4-7-400 15,4-6-1453-15,-7 4-4231 0</inkml:trace>
  <inkml:trace contextRef="#ctx0" brushRef="#br0" timeOffset="74581.644">9658 7029 7612 0,'0'0'1792'0,"0"0"-876"0,0 0 77 16,0 0 35-16,-45 74 44 0,38-43-156 16,-1 7-232-16,-5 3-80 0,10 4-40 15,3 0-112-15,-4 2-16 0,4-3 12 0,4 0-136 16,3-2-64-16,6-7-140 0,2-3-12 15,2-7-96-15,-2-6-76 0,2-3 4 16,-2-6-16-16,1-3-120 0,5-7-340 16,-6 0-136-16,2-11-160 0,2-5-312 15,1-9-756-15,-12 6-1177 0,8-19-2691 0</inkml:trace>
  <inkml:trace contextRef="#ctx0" brushRef="#br0" timeOffset="74948.03">9992 6969 5320 0,'0'0'3224'0,"0"0"-1644"0,0 0-239 15,12 73 323-15,-12-44-36 0,0 6-396 16,0 0-492-16,0-1-252 0,0 4-168 0,0 1-132 16,-7-2-104-16,2 2-84 0,1-4-4 15,-4-7-44-15,0-6 44 0,5-9 4 16,-6-3-136-16,1-4-148 0,0-6-4 15,1 0 52-15,-2 0 12 0,-3-6-168 16,1-6 80-16,-2-2 84 0,2-8 76 16,-2 3-24-16,2-3 0 0,3-1 56 15,0 7 120-15,3 4 0 0,5 2 228 0,0 4-152 16,0 3-76-16,5 3 0 0,-1 0 116 16,8 0 124-16,4 0 196 0,3 0-156 15,2 0-80-15,7 0 76 0,0 3-76 16,0 3 8-16,-1 0-56 0,5 1-140 15,0-3 72-15,0 1-20 0,0-2 108 16,-4 3-172-16,-5-1-120 0,5-3-88 16,-8 2-592-16,1-4-128 0,-2-4-424 0,-3-3-956 15,0-7-2717-15</inkml:trace>
  <inkml:trace contextRef="#ctx0" brushRef="#br0" timeOffset="75155.189">10442 6963 8624 0,'0'0'1992'16,"0"0"-1099"-16,0 0 107 0,0 0 452 0,28 72 204 15,-20-53-152-15,5 4-600 0,-6-1-436 16,5 3-120-16,-3 4-128 0,-6 0-160 16,-3 2-56-16,0 8-4 0,-3-2-96 15,-14 5-236-15,2-1-200 0,-9 0-72 16,-1-2-44-16,-6-5-104 0,-1 2-544 15,-4-8-1008-15,8-3-2469 0,-20 4-2875 0</inkml:trace>
  <inkml:trace contextRef="#ctx0" brushRef="#br1" timeOffset="108458.392">16044 14725 5868 0,'0'0'1208'0,"0"0"1388"16,0 0-1592-16,0 0-319 0,0 0 279 15,0 0-56-15,0 0-68 0,0 0-172 16,0 0-164-16,0 0-60 0,-35 77-96 0,31-58-80 16,4 3-80-16,0 3 24 0,0 0-48 15,0 1-16-15,0 2-60 0,0-3 24 16,0 1-112-16,0 0 12 0,4-1-112 15,0-6 76-15,-1 0 20 0,1-2-8 16,0-9-200-16,0-1-152 0,1-1-164 16,-1-6-176-16,3 0-156 0,1-9-128 15,5-7-420-15,-6-3-1081 0,5 3-2483 0</inkml:trace>
  <inkml:trace contextRef="#ctx0" brushRef="#br1" timeOffset="108847.004">16232 14643 2248 0,'0'0'1368'0,"0"0"4124"0,0 0-4456 0,0 0-119 16,0 0 523-16,0 0-216 0,0 0-224 15,0 0-168-15,0 0-192 0,55 66-172 16,-51-43-60-16,0-1-132 0,-4 3-28 16,0 1-236-16,0 6 36 0,-8-1-48 15,1 1-48-15,-6 0-176 0,2-3-24 16,-2-4-112-16,5-3 120 0,-3-3 116 15,3-6 64-15,-4-4 60 0,4-3 0 16,0-2-68-16,-1-1-36 0,2-3 28 16,-1 0 68-16,0-3 0 0,0-4-156 15,4-2 0-15,-4-1 164 0,4 1 44 16,0-4-44-16,4 0-128 0,0 1 68 0,-4 3 60 16,4-2 0-16,0 6 4 0,0-2 8 15,0 4 52-15,8 3-52 0,0 0 88 0,0 0 112 16,8 7-36-16,-1 1-32 0,2 3-72 15,-2-2 68-15,6 3-80 0,-5-2-60 16,-1 0 0-16,-3-1 0 0,0-3-124 16,-4 1-192-16,0-4-100 0,1-3-36 15,-2 3-128-15,-3-3-216 0,0 0-712 16,-4 0-1313-16,4 0-2667 0,-4-6 1377 0</inkml:trace>
  <inkml:trace contextRef="#ctx0" brushRef="#br1" timeOffset="109052.727">16387 14849 3188 0,'0'0'324'0,"0"0"1592"15,0 0 440-15,0 0-1228 0,0 0-196 16,0 0 112-16,0 0 25 0,0 0-85 16,20 83-320-16,-16-61-296 0,0 3-88 15,0 4-128-15,0 3 112 0,-4 0 28 16,0 0-240-16,0-1-52 0,-4 0-216 0,-4 1-292 15,0-3-136-15,-4-7-8 0,0 1 64 16,0-5-132-16,0 1-785 0,-3-2-1179 16,2-8-2132-16</inkml:trace>
  <inkml:trace contextRef="#ctx0" brushRef="#br1" timeOffset="115965.65">11877 17304 468 0,'0'0'7316'0,"0"0"-5528"0,0 0-612 16,0 0-187-16,0 0 227 0,0 0 60 15,0 0-240-15,0 0-284 0,0 0-220 16,0 0-108-16,-20 0-116 0,28 0 16 0,0 0 12 16,4 0-40-16,3 0 0 0,5 0 96 15,1 0-184-15,2 0-8 0,5 0-80 16,0-4 140-16,8-5 20 0,0-1-96 15,0 1-64-15,0-4-68 0,-1 3-52 0,-3-2 48 16,0 5-48-16,-8 1-36 0,4-1-52 16,-4 1-44-16,-4 3-224 0,0-3-84 15,0 6-276-15,-8-3-136 0,3 3-292 16,-6 0-668-16,-5 3-1324 0,-1 3-3365 0</inkml:trace>
  <inkml:trace contextRef="#ctx0" brushRef="#br1" timeOffset="116198.618">12001 17417 2700 0,'0'0'784'0,"0"0"4956"0,0 0-4228 0,0 0-671 16,0 0 271-16,0 0 420 15,0 0-460-15,0 0-204 0,79 39-128 0,-51-36-80 16,4-3-192-16,-5 0-196 0,5-3-260 15,-4-4 88-15,0-2-100 0,-4-1-4 16,1 1-8-16,-2-4-384 0,-3 0-248 16,-5 1-216-16,-2-1-148 0,-1 4-496 15,-5 2-1192-15,-7-2-3053 0</inkml:trace>
  <inkml:trace contextRef="#ctx0" brushRef="#br1" timeOffset="116465.758">12160 17047 484 0,'0'0'7160'15,"0"0"-5512"-15,0 0-420 0,0 0 249 0,95 0 35 16,-63 2-396-16,0 5-348 0,4-1-340 16,-1 4-188-16,1 2-168 0,1 2 8 15,-2 0 60-15,1 5-140 0,-12 1 12 16,0 2-24-16,-12 4-76 0,0 5 20 15,-9 4-144-15,-3 6-104 0,0 4 4 16,-11-1 172-16,-1 4 140 0,-4-4 0 16,0-2 76-16,-8-1-76 0,0-6-112 15,0-3-396-15,1-7-300 0,-1-6-368 0,-4-6-697 16,11-3-819-16,-11-10-2368 0</inkml:trace>
  <inkml:trace contextRef="#ctx0" brushRef="#br1" timeOffset="120565.005">14132 17100 2904 0,'0'0'7716'16,"0"0"-6323"-16,0 0-701 0,0 0-28 16,0 0 248-16,0 0 88 0,20-66-160 15,-12 59-360-15,4 1-304 0,-5 6-28 16,2 0 0-16,3 0-8 0,-1 3 44 15,-2 7 76-15,2-1-72 0,-3 4-52 16,5 3-12-16,-6 3 60 0,1 0-36 16,5 2-140-16,-6 2 0 0,-3 6 68 15,0-1-16-15,4 4-60 0,-3 4-108 0,-5 2-76 16,3-4-12-16,1-2 144 0,0-3 48 16,-4-4-44-16,4-3 40 0,0-6-40 15,4 0-64-15,0-7 48 0,-4 1 64 0,8-8 40 16,-5 3-40-16,6-5 0 0,-1-5 80 15,0-3 92-15,0-9 28 0,4 2 72 16,-4-8 12-16,3-2-76 0,-2 0-112 16,-2-1-20-16,6-2-4 0,-10 0-64 15,5-2 80-15,0-1-88 0,-4 2 4 16,0 1-4-16,1-1 4 0,-6 4 4 16,1-3-8-16,0 2-88 0,-4 3-96 15,0 2-48-15,-4-2-88 0,0 7 48 16,1 1 12-16,-2 2 0 0,1 3-88 15,-4 4-160-15,4 3-116 0,0 0 16 16,1 3 16-16,-1 0-456 0,-1 0-852 0,5 9-2141 16,-4 0-1487-16</inkml:trace>
  <inkml:trace contextRef="#ctx0" brushRef="#br1" timeOffset="120925.276">14976 17131 5580 0,'0'0'728'0,"0"0"3296"0,0 0-2963 16,0 0-137-16,0 0 416 0,0 0 4 15,-79 61-152-15,67-38-376 0,4 2-308 0,0 0-84 16,4 10-116-16,4 0-48 16,0 6-52-16,0 4-72 0,4-1-12 0,0 1-40 15,4-1 28-15,4-9-64 0,0-3-48 16,-1-10-112-16,6-3-8 0,-2-13-64 15,6-2 36-15,-1-4-112 0,3-13-360 0,-3-9-236 16,4-7-448-16,-3-2-1232 0,-6 5-3669 16</inkml:trace>
  <inkml:trace contextRef="#ctx0" brushRef="#br1" timeOffset="121346.415">15292 16986 6764 0,'0'0'5253'0,"0"0"-3849"16,0 0-512-16,0 0 256 0,0 0 384 0,0 0-20 16,0 0-616-16,63 82-420 0,-51-57-180 15,0 5-52-15,0 1-12 0,-4 7-148 16,0 4-80-16,-5 3-4 16,-3 2 36-16,0 0-36 0,-3 1 0 0,-5-7 84 15,-4-3-76-15,4-2 4 0,-4-11-12 16,0-3-4-16,-4-3-60 0,8-9-104 0,-8-4-4 15,4-6 28-15,1 0-176 0,-6-6-96 16,1-11 108-16,1 2 28 0,-2-7 8 16,6-5-60-16,-1 2 24 0,3 3 8 15,2 0 152-15,7 7 0 0,0 2 24 16,0 0-24-16,3 4 60 0,6 2 88 16,7 1 216-16,-5 6 104 0,9 0-44 15,1 0 20-15,3 3-36 0,-1 7-88 16,5-1 96-16,0 7 64 0,-4-4-36 15,4 1-136-15,-4 4-4 0,-5-2-68 16,6-3-16-16,-5 1-48 0,-5-3-24 0,2-1-232 16,-6 1 12-16,-3 0-148 0,1-4-100 15,-6 3-248-15,1-5-348 0,-4-1-756 16,0 0-1428-16,0-6-3429 0</inkml:trace>
  <inkml:trace contextRef="#ctx0" brushRef="#br1" timeOffset="121591.963">15741 17158 536 0,'0'0'10585'0,"0"0"-8765"16,0 0-748-16,0 0 228 0,0 0-4 16,0 0-252-16,0 0-312 0,88 28-288 15,-76-12-124-15,-4 3 60 0,-4 3-172 16,0 3 24-16,-4 7-124 0,0-1-20 0,-4 5-16 15,-3-1-64-15,-2 3-8 16,-3 1 48-16,-4-6-44 0,0 0 4 0,0-5-8 16,-3-2-108-16,2-4-200 0,-3-6-132 15,5-4-196-15,-2 1-44 0,6-7-400 0,-5-2-412 16,4-4-1452-16,-4 0-4029 0</inkml:trace>
  <inkml:trace contextRef="#ctx0" brushRef="#br1" timeOffset="122262.872">16806 16859 4252 0,'0'0'964'0,"0"0"3576"0,0 0-2899 15,0 0-157-15,0 0 232 0,0 0-12 0,0 0-160 16,0 0-336-16,0 0-532 16,0 0-384-16,-60 76-96 0,32-50-124 0,0 2-72 15,-4 4 0-15,0-4 0 0,4 2-12 16,-4-3 12-16,4 2-72 0,0-3 72 16,0-1-72-16,9-6 20 0,-1 0 40 15,3 0-48-15,2-6 52 0,7-1-52 16,0-1-4-16,8-6-20 0,0 2-40 15,12 0 124-15,4 1 44 0,8 3 100 0,4-2 64 16,7 0 52-16,1 1-4 0,5-4-52 16,-6-3-80-16,5-3 20 0,-4 0-80 15,-5 0-64-15,1 0-4 0,-4-3 0 16,-8-3-48-16,0-1-44 0,-8 4-320 16,-4-3-168-16,0 3-152 0,-8 3-176 15,0 0-412-15,0 0-676 0,-4 0-1184 0,-12 0-3465 16</inkml:trace>
  <inkml:trace contextRef="#ctx0" brushRef="#br1" timeOffset="122459.578">16415 17443 3348 0,'0'0'300'0,"0"0"5768"0,0 0-4519 0,0 0 235 15,0 0-184-15,0 0-264 0,0 0-248 16,88 38-156-16,-60-28-116 0,0-3-192 15,0-1-120-15,-1 0-152 0,1-4-156 16,0 3-48-16,3-3-148 0,-3 2-72 16,4-1 72-16,-4-3-112 0,4 0-476 15,0 0-196-15,0 0-264 0,0 0-368 16,-8 0-1080-16,4 0-3221 0</inkml:trace>
  <inkml:trace contextRef="#ctx0" brushRef="#br1" timeOffset="123318.004">17335 16980 3728 0,'0'0'224'0,"0"0"5168"16,0 0-3623-16,0 0-241 0,0 0-240 15,0 0-152-15,0 0-256 0,92 0-136 0,-77 3-60 16,6 7-100-16,-1-1-128 0,-5 0-160 16,6 7-160-16,-6 0 36 0,2 3-88 15,-6 3 40-15,-2 0-112 0,-1 7 76 16,-5 0-40-16,-3 2 0 0,4 4-48 16,-4 0-8-16,0 0-40 0,-4-4 0 15,4-1 40-15,-3-2-4 0,3-2-48 16,0-4 36-16,0-5 20 0,0-6 4 15,3 3-112-15,1-9-60 0,-4-2 0 16,4-3 76-16,4 0 96 0,-3-3 0 16,2-2 244-16,5-9 4 0,0-2-92 0,-4 1-44 15,8-7-64-15,-4-1 4 0,0 1-52 16,0-3 48-16,4-5-40 0,-5 2 4 16,6 0-12-16,-6-4 0 0,2 3-12 15,-2 1-148-15,-3-1-24 0,1 3-24 0,-5 1 0 16,-4 0-16-16,0 0-48 0,0 3-96 15,-4 0 20-15,-9-1-48 0,2 7-152 16,-2 0-84-16,-2 1-60 0,3 4-340 16,-4 3-320-16,4 4-829 0,3 4-1795 15,2 0-464-15</inkml:trace>
  <inkml:trace contextRef="#ctx0" brushRef="#br1" timeOffset="123830.215">18228 16986 3696 0,'0'0'376'0,"0"0"3316"16,0 0-1540-16,0 0-683 0,0 0-45 15,0 0-288-15,0 0-276 0,0 0-52 0,0 0-40 16,-84 63-168-16,76-40-32 0,0 3-96 16,5 5-136-16,3 4-68 0,0 3-80 15,0 3-140-15,0 0 112 0,0 4-160 0,7-4-4 16,1-3-60-16,0-6 60 0,4 0-140 15,0-10 132-15,-4-4-320 0,8-4-12 16,-4-9-16-16,4 2-12 0,-1-7-136 16,2-2-208-16,2-11-292 0,-2-4-624 15,3-2-1153-15,-9 4-2995 0</inkml:trace>
  <inkml:trace contextRef="#ctx0" brushRef="#br1" timeOffset="124358.387">18682 17901 3464 0,'0'0'9597'0,"0"0"-8377"0,0 0-752 16,0 0-52-16,0 0 264 0,0 0 288 15,0 0-384-15,-80 44-336 0,76-66-184 16,-3-10-52-16,3-5 148 0,-1-15-12 16,-3-2-148-16,8-10 0 0,-4 1-84 15,4-4-16-15,0 0-12 0,4 7 12 16,4 6-48-16,5 4 144 0,-6 6 4 16,10 2 4-16,-6 4 44 0,1 3-48 15,4 2 0-15,3 6 4 0,-2 2 8 16,-1 5 112-16,0 4 28 0,-5 7 8 0,-2 2-160 15,-1 4-64-15,-4 3-44 0,-1 0 108 16,-3 6 60-16,0 4 64 16,0-1 136-16,-3 7-52 0,-5 0-60 0,0 1-84 15,-1-3-20-15,6 0-44 0,-1-2-8 16,4-5-68-16,0-1-84 0,0-3-72 16,4 1 60-16,3-1 48 0,6 0 124 0,2 0-12 15,-2 0 12-15,2 0-8 0,2 4-20 16,-2 2 28-16,2-3 76 0,-10 7 84 15,5 0-72-15,-3 3 108 0,-9 3 112 16,0 4-124-16,0-2-108 0,0 5-4 16,-13-1-24-16,1 0 48 0,-4 1-96 15,1-7-232-15,2-3-140 0,-2-6-96 16,3-3-100-16,3-7-156 0,-2-5-328 16,7-7-996-16,-4-8-2405 0,3 5-2823 15,1-26 6076-15</inkml:trace>
  <inkml:trace contextRef="#ctx0" brushRef="#br1" timeOffset="124555.998">19212 16849 5564 0,'0'0'7481'0,"0"0"-6173"0,0 0-296 16,0 0 220-16,0 0-148 0,0 0-108 0,47 82-472 15,-43-62-384-15,-4 5-52 0,0 1-68 16,-4 6-260-16,-7 2-232 0,-6 8-136 15,-2 6 8-15,-9 2 160 0,-4 1-408 16,0 2-568-16,-12 5-560 0,1-4-2037 16,7-13-2407-16,-24 20 5060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8:56:48.529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1318 930 7552 0,'0'0'4225'0,"0"0"-2957"15,0 0-632-15,0 0 76 16,0 0 624-16,0 0 92 0,0 0-412 0,0 0-336 15,28-67-188-15,-12 58-148 0,4 3-112 16,0 0-36-16,7 2-52 0,5 1 88 0,0 3 124 16,1 0-140-16,-1 0-164 0,-5 0-40 15,6 7 60-15,-10-1-72 16,1 3-84-16,-4 4-16 0,-4 3 28 0,-4 3-88 16,-4 9 112-16,0 8 0 0,-8 4 48 15,0 8-340-15,0 3-128 0,-4-1 164 16,0-1 108-16,0-12-32 0,0-8 224 15,-1-10 8-15,5-9-8 0,0-4 0 16,0-3-96-16,5-3 92 0,-1 0-84 16,4 0 92-16,3 0 172 0,6-6-12 15,-6-1-24-15,10-5 0 0,-6-1 84 16,1-3-60-16,1-3-28 0,-2-3 4 0,2 0-136 16,-6-3-36-16,1-5-88 0,0 2 28 15,-4-4 88-15,4 1 0 0,-9 2-56 16,6-2-44-16,-5-2-64 0,0 2-48 15,-4-1 108-15,4 0-48 0,-4 4-48 0,0-2-52 16,-4 2-96-16,-4 6-52 0,-1 0-164 16,-2 0 76-16,-1 6-16 0,-4 3-348 15,4 1 192-15,0 5 0 0,4 1-352 16,0 6-172-16,4 0 11 0,-3 3-671 16,2 3-1332-16,1 1-2467 0</inkml:trace>
  <inkml:trace contextRef="#ctx0" brushRef="#br0" timeOffset="501.875">2350 838 3332 0,'0'0'7092'0,"0"0"-5419"15,0 0-905-15,0 0 36 0,0 0 564 16,0 0 156-16,0 0-368 0,-79-42-280 16,66 42-348-16,-2 6-184 0,-2 1 24 15,-2 5-36-15,7 9-88 0,0 0 84 16,-1 5-132-16,10 5-52 0,-1 4-44 0,4 4-88 16,0-1 60-16,4 0-4 15,8 0-68-15,0 0-8 0,4 0-40 0,-4-6 48 16,4-7-96-16,0 1 84 0,0-10-100 15,-1-4-56-15,-2-5-16 0,-1-4-72 16,-1-3-160-16,5-3-108 0,0-7-68 16,-4-6-260-16,4-3-536 0,-4-6-704 0,0 6-1925 15,-4-17-2727-15</inkml:trace>
  <inkml:trace contextRef="#ctx0" brushRef="#br0" timeOffset="952.66">2582 542 5540 0,'0'0'224'0,"0"0"4880"0,0 0-4347 16,0 0-153-16,0 0 648 15,0 0 168-15,0 0-476 0,0 0-224 0,0 0-112 16,71 54 200-16,-55-29-216 0,-4 11-112 0,-1 2-64 15,-2 6-48-15,-5 7-172 0,4 1 24 16,-8-2-96-16,0 0-52 0,0-2 0 16,0-3-64-16,-4-7 92 0,0-3-40 15,-4-6 12-15,-4-1 28 0,0-5-4 16,4-4 12-16,-4-7-20 0,0 1-88 16,0-7-88-16,0-3-20 0,4-3 12 15,0 0 44-15,0-3-20 0,0-7-136 16,-3 1-48-16,2-8 48 0,1 3-96 15,5-5 36-15,-1-4 132 0,0 4-24 16,4 3-12-16,0 0 72 0,4 4 100 16,3 2 8-16,1 3-4 0,5 2 96 15,-2 1 12-15,1 4 20 0,4 0 64 16,1 0-48-16,-2 4-24 0,1 5 8 0,0-3-32 16,4 4-28-16,-4 2 4 0,4 1-4 15,-5 3 12-15,6 1-32 0,-1 1-40 16,-5-3-16-16,6 4 4 0,-10-6 0 0,2-1-112 15,-2-1-8-15,-3-2-116 0,-4-2-116 16,1-4-128-16,-2 0-136 0,-3-3-484 16,0 0-984-16,0 0-2441 0,0-3-3159 0</inkml:trace>
  <inkml:trace contextRef="#ctx0" brushRef="#br0" timeOffset="1203.114">3020 879 5824 0,'0'0'5921'16,"0"0"-4129"-16,0 0-1256 0,0 0 436 15,0 0 640-15,80 70-76 0,-65-48-400 16,9 3-476-16,0 4-208 0,-1 3 388 16,2 3-267-16,-5 0-329 0,-5 0-184 15,-6-1-48-15,-5 2-12 0,0-5-36 0,-4 4-160 16,-8-6 124-16,-1-4-113 0,-6-3-179 15,-2-2-48-15,-2-5 20 0,3-5-72 16,-4-8-208-16,4-2-460 0,1 0-924 16,-6-12-980-16,5-3-1681 0,4-2-1071 15,-4-11 3988-15</inkml:trace>
  <inkml:trace contextRef="#ctx0" brushRef="#br0" timeOffset="1399.199">3362 977 8656 0,'0'0'7225'0,"0"0"-6309"16,0 0 116-16,92 0 788 0,-68 0-340 15,-4 4-543-15,-1-4-333 0,2 0-288 16,-1 0-224-16,3 0-92 0,-3-4-132 0,1 1-16 16,-6 0-504-16,1 3-261 15,-8 0-87-15,-8 0-448 0,0 3-1360 0,0 6-2152 16,-11 15-2129-16</inkml:trace>
  <inkml:trace contextRef="#ctx0" brushRef="#br0" timeOffset="1561.768">3430 1232 5776 0,'0'0'8089'0,"0"0"-6109"0,0 0-1560 16,0 0 328-16,0 0 776 0,0 0 144 16,0 0-376-16,0 0-431 0,80 19-229 15,-65-19-148-15,9-7-184 0,-3 1-228 16,-1 0-72-16,3-5-144 0,1 3-232 15,0-3-264-15,12 5-148 0,3 0-65 16,14 0 245-16,-1-1-1008 0,-9 1-3912 0,13 0-4461 16</inkml:trace>
  <inkml:trace contextRef="#ctx0" brushRef="#br0" timeOffset="2485.533">4318 914 196 0,'0'0'12865'0,"0"0"-10909"16,0 0-928-16,0 0 448 0,0 0 68 15,0 0-356-15,0 0-468 0,0 0-160 16,0 0-159-16,88-35-13 0,-68 39-156 16,0 5-136-16,-4 0-96 0,-1 10 60 15,-2 0-60-15,-1 7 56 0,-9 5-56 16,-3 8 0-16,0 2-12 0,0 0-316 0,-3-3-84 16,-1-3 95-16,0-16 161 0,0-2 60 15,4-11-52-15,0-6-44 0,0 0 32 16,0 0 76-16,0-6 8 0,0-1-116 15,8-5-128-15,-1-1 188 0,2-4 132 16,3-5 92-16,3 4-84 0,-2-2 92 16,2 1-4-16,2 4 172 0,-6 2 0 15,2 4-84-15,-2 2-76 0,6 1 0 16,-10 2 64-16,5 1-40 0,0 3-44 16,-4 0-88-16,0 0-52 0,-4 3 36 0,3 1-56 15,-2 5-24-15,-5 0 48 16,4 4 48-16,-4-3 84 0,4 3-84 0,-4-1 8 15,0-6-8-15,4 1-4 0,-4-1-92 16,4-6-4-16,0 0-8 0,-1 0-60 0,6 0 56 16,3-6 64-16,-1-4 44 15,6-2 4-15,-2-1 8 0,2 0 4 0,-1 4 44 16,-4 0-56-16,-1 2 0 16,6 7 132-16,-6 0 24 0,6 0 4 0,-2 0 108 15,1 7 9-15,0-2-117 0,-4 5-100 16,-4 0 60-16,4-1 124 0,-4 1-88 15,-4-1-48-15,0 1-8 0,4-1-92 16,-4 2 40-16,-4-6-48 0,3 1-60 16,-3 4-40-16,0-4-248 0,0 4-140 15,0-1 39-15,-3-3-183 0,3 0-184 0,-4 1-584 16,4 0-1524-16,-4-2-3597 0</inkml:trace>
  <inkml:trace contextRef="#ctx0" brushRef="#br0" timeOffset="2901.408">5386 870 13517 0,'0'0'1720'0,"0"0"-1192"15,0 0 392-15,0 0 876 0,0 0-628 16,-87 3-580-16,66 7-308 0,6 2-96 15,-5 10-124-15,4 0-12 0,0 10 4 0,8-1 56 16,4 5 16-16,0 2-76 16,4-6 60-16,0-1-96 0,4-5 0 0,4-7-12 15,0-7-36-15,0-6-72 0,0-1 8 16,4-5 28-16,4-5-100 0,-1-7-20 16,2-7-40-16,2 0-136 0,-2-6 0 15,-2-4 64-15,1 4 8 0,-4-4 88 16,4 4 132-16,-4 2 64 0,1 8-88 0,-6 3 76 15,5 5 24-15,-4 0 236 0,0 7 168 16,0 0 0-16,3 0-24 0,-2 7-60 16,7 2 56-16,-4 1-72 0,4 3-60 15,0 0 180-15,3 5 233 0,2-2-137 16,-1 4-276-16,-1-5-124 0,-2-2-120 16,-2-7-300-16,-6-3 8 0,-2-3-96 0,1-3-209 15,-4-3-203-15,4-4-412 0,-3-6-1204 16,-2 4-2660-16,1-11-2409 0</inkml:trace>
  <inkml:trace contextRef="#ctx0" brushRef="#br0" timeOffset="3070.737">5705 848 2736 0,'0'0'6964'0,"0"0"-2327"16,0 0-4105-16,0 0 236 0,0 0 896 16,0 0-68-16,56 72-236 0,-45-50-128 15,6-2-383-15,3-1-277 0,-1 2-272 0,2-4-8 16,3-1-292-16,-5-7-136 0,-3-2-384 15,0-4-24-15,0-3-149 0,4-6-195 16,0-7-444-16,4-1-928 0,4-5-280 16,-13 7-508-16,6-13-7885 0</inkml:trace>
  <inkml:trace contextRef="#ctx0" brushRef="#br0" timeOffset="3222.506">6075 752 13837 0,'0'0'2120'0,"0"0"-1328"0,0 0 428 16,0 0 504-16,0 0-492 0,-88 44-456 15,61-19-371-15,0 8-201 0,-5 5-72 16,0 3-44-16,-5 7-88 0,5-4-48 16,-3 1-52-16,3-1-152 0,0-6-201 0,8-2-227 15,1-5-208-15,2-6-452 0,14-6-1596 16,-10 1-4349-16</inkml:trace>
  <inkml:trace contextRef="#ctx0" brushRef="#br0" timeOffset="3950.447">6868 574 5396 0,'0'0'6381'0,"0"0"-5189"16,0 0-276-16,0 0 124 16,0 0 680-16,0 0 68 0,0 0-548 0,0 0-492 15,0 0-188-15,0 0-84 0,0 0-236 16,-56 7-176-16,41 14-64 0,-1 15-76 0,-4 5-8 16,4 10 72-16,4 2-36 15,0 2 44-15,4 2-4 0,0-6-104 0,8-3 0 16,-3-7-8-16,3-10-40 0,0-11 76 15,0-4 72-15,3-7-136 0,1-6-168 16,4 0-36-16,0 0 32 0,4-3 160 16,4 0 88-16,4 0-16 0,-5 0 76 15,2 0-44-15,-2 0 56 0,2 0 0 16,-6 0-8-16,2 0 8 0,-6 7 4 16,1 3 120-16,1 2 144 0,-1 4-72 15,-1 7-48-15,-3-2-64 0,4 8 52 16,-8 3-64-16,5 3 48 0,-5-3-120 0,0 0-100 15,4-1-268-15,-4-3-316 0,0-2-288 16,3-7-864-16,1-3-2348 0,0-7-3601 16,-4-2 3405-16</inkml:trace>
  <inkml:trace contextRef="#ctx0" brushRef="#br0" timeOffset="6135.516">7418 562 5764 0,'0'0'4044'0,"0"0"-2803"0,0 0-277 15,0 0 200-15,0 0 168 0,0 0-284 16,0 0-252-16,0 0-300 0,0 0-132 15,0 0-92-15,-3 32 24 0,6-17 52 16,5 7-4-16,-4 4 16 0,5 3 92 16,-5 5-60-16,3 1-72 0,1 6-112 15,-4 5-36-15,5 1-52 0,-9 6-24 16,3 5-96-16,-3 3-64 0,0-5-20 0,0-2-24 16,0-9 56-16,0-10 48 0,0-13 0 15,0-6 4-15,0-7-12 0,0-2-208 16,0-7-36-16,0 0-64 0,0 0-84 15,0-3-12-15,0-7-92 0,0-3 160 16,0-3 40-16,0-9 136 0,0 0 164 16,0-7 8-16,0 0 88 0,0 3-12 15,0 1 36-15,4 2 148 0,4 4 24 0,0 3-76 16,4 1-84-16,0 1 48 0,4 1 28 16,0 4-40-16,0 2-52 15,-1 4-104-15,2-1-4 0,-6 5 0 0,1 2 0 16,-3 0-60-16,-5 0-100 0,-4 5-100 15,0 8 124-15,0 1 124 0,0-2-272 0,-8 7-196 16,-1 0 108-16,1 0 84 0,-3-3-84 16,-2 0-28-16,6-3 32 0,-5-4 164 15,3-3 204-15,2-2 160 0,-1 2-8 16,4-6 52-16,0 0 24 0,-1 0-32 16,5 0 132-16,0 3-68 0,0-3-48 15,0 0-64-15,0 3-60 0,5 0-80 16,3 4 128-16,3 2 260 0,6 2-40 15,-6 0 52-15,6 3-28 0,-2-2-48 16,2-3-76-16,-6 3-48 0,6-5-24 16,-2 3-184-16,2-3-4 0,-6-1-8 0,6 0-52 15,-6-3-144-15,6 0-304 0,-2-3-116 16,5 0-48-16,-1 0-180 0,6 0 96 16,-5 0-800-16,-1-6-3377 0,-2-4-3487 15,-2-2 6721-15</inkml:trace>
  <inkml:trace contextRef="#ctx0" brushRef="#br0" timeOffset="6705.098">8279 483 92 0,'0'0'10528'0,"0"0"-8471"15,0 0-821-15,0 0-44 0,0 0 380 16,0 0-208-16,0 0-292 0,0 0-372 16,0 0-344-16,0 0-16 0,12 69 28 0,-5-40 8 15,2 6 100-15,-1 3-63 16,-1 6-113-16,1 0-68 0,5 8-148 0,-6-2-24 16,1 11 40-16,-3 3-96 0,3 2-4 15,-8 1-148-15,4-4-192 0,-4 0 52 16,3-5 8-16,-3-7 35 0,0-7-11 15,4-9 4-15,-4-7 32 0,4-5-292 16,0-11-480-16,-4-2-624 0,5-4-1048 16,-1-3-2349-16,-4-3-3347 0,0 0 7628 0</inkml:trace>
  <inkml:trace contextRef="#ctx0" brushRef="#br0" timeOffset="7352.177">9063 825 6248 0,'0'0'2716'15,"0"0"405"-15,0 0-1729 0,0 0-108 16,0 0 464-16,0 0-108 0,0 0-496 16,0 0-432-16,0 0-284 0,0 0-172 15,0 0-72-15,-75 99-16 0,75-54-32 0,4-1 32 16,4 6 4-16,4-2-100 0,0 3-60 15,4-4 0-15,4 1-12 0,-4 0-12 16,3-9 0-16,2-9-60 0,-1-4-12 16,-1-5 8-16,1-4-8 0,1-7-256 15,-2-1-112-15,-3-9-148 0,0 0-160 0,4-3-432 16,-8-7-1120-16,8-13-3441 0</inkml:trace>
  <inkml:trace contextRef="#ctx0" brushRef="#br0" timeOffset="7609.206">9450 962 5156 0,'0'0'6277'0,"0"0"-4241"16,0 0-1096-16,0 0 172 0,0 0 380 16,0 0-412-16,0 0-404 0,0 0-172 15,0 0-124-15,96-23-120 0,-68 23-128 16,4 7 112-16,3 2 320 0,1 5-332 0,-8 5-160 15,4 2 48-15,-8 8-112 0,0 6-4 0,-4 0 52 16,-4 1-56-16,-5-3-240 16,-2-1 20-16,-1-3-60 0,0-10-64 15,-5-3-192-15,1-3-152 0,0-7-360 16,-4-3-848-16,5-3-1000 0,-5-3-2081 0,0-3-1375 16</inkml:trace>
  <inkml:trace contextRef="#ctx0" brushRef="#br0" timeOffset="7805.392">9868 809 6988 0,'0'0'4521'0,"0"0"-2081"15,0 0-1744-15,0 0-104 0,0 0 456 0,-67 80 308 16,51-49-352-16,-8 4-316 16,4 6-284-16,1-2-136 0,-6 5-96 0,1-3-64 15,0 4-56-15,5-3-52 0,-5-1-64 16,3-6-44-16,6-1-248 0,3-7-160 15,0-6-84-15,4-5-252 0,4-3-392 16,4-7-656-16,0-4-1200 0,0-2-3493 0</inkml:trace>
  <inkml:trace contextRef="#ctx0" brushRef="#br0" timeOffset="8026.198">10223 1032 6156 0,'0'0'7797'0,"0"0"-6697"0,0 0-268 15,0 0 704-15,0 0 156 0,0 0-452 0,76 38-496 16,-56-38-308-16,0 0 13 0,3-4-157 16,1-5-280-16,0 0-12 0,1-4-304 15,-1-1-145-15,-5 2-147 0,1-1-320 16,1 0-532-16,-6 4-1544 0,1-3-4269 0</inkml:trace>
  <inkml:trace contextRef="#ctx0" brushRef="#br0" timeOffset="8467.277">10976 638 9292 0,'0'0'7613'0,"0"0"-7229"0,0 0-320 0,0 0 296 16,56 89 580-16,-48-54 444 0,4 5-224 15,-8 2-407-15,4 6-293 0,-8-1-96 16,4 4-108-16,-4 3-100 0,0 4-84 16,-4-8-68-16,-4-2-4 0,-8-7-4 15,0-6-116-15,0-6-132 0,0-7-76 16,0-5 48-16,-3-9 24 0,2-2-109 0,2-6-231 15,-2 0 60-15,2-6-12 0,2-7 168 16,-2-2-88-16,-1-7-36 0,4-4 112 16,-4 1 20-16,4-5 88 0,4 5 172 15,4 3-4-15,4 6 116 0,0 4 320 16,0 3 92-16,8 5 56 0,0-2 0 16,8 6-112-16,0 0-64 0,4 0 52 15,4 6 96-15,-1 0 0 0,5 4 8 16,0 3 4-16,-4-4 57 0,4 4-61 0,0-3-132 15,-5 3-184-15,2-4-88 0,-5 1-44 16,4-1-72-16,-9-3-268 0,6 1-72 16,-10-1-193-16,2 1-211 0,-2-5-124 15,1-2-580-15,-7 0-2288 0,2-2-3177 0</inkml:trace>
  <inkml:trace contextRef="#ctx0" brushRef="#br0" timeOffset="8700.57">11466 933 4212 0,'0'0'8629'0,"0"0"-6233"0,0 0-1740 15,0 0 60-15,0 0 1416 0,80 74-732 0,-64-53-536 16,-4 5-172-16,0-1-215 0,0 7-149 16,0 1-148-16,-8 0-72 0,3 3-24 15,-7-1-72-15,0-4-12 0,0 4-52 16,-3-5-140-16,-9-3-88 0,-1-2-72 15,-2 0-97-15,-1-5-135 0,0 0-112 16,-8-8-368-16,4 1-788 0,0-7-2016 16,-15 0-3693-16</inkml:trace>
  <inkml:trace contextRef="#ctx0" brushRef="#br0" timeOffset="9847.538">11825 479 3100 0,'0'0'2176'0,"0"0"2972"16,0 0-3243-16,0 0-653 0,0 0 216 0,0 0 128 15,0 0-164-15,0 0-400 16,0 0-272-16,0 0-48 0,24 73-128 0,-16-37-184 16,-4 1-83-16,3 8-25 0,-7-1-52 15,0 4-56-15,0-3-40 0,0-1-132 16,0-3-12-16,0-6-4 0,-3-4-128 15,-1-8-36-15,4-4-4 0,0-10-72 16,0-5-109-16,0-4-107 0,0 0-16 16,0 0 76-16,0-6 44 0,0-5-120 0,0-2 20 15,4-5 136-15,4-5 72 16,0 1 164-16,0-3-152 0,8 0 64 0,-4 3 172 16,8 6 60-16,-5 0 212 15,6 2 12-15,-6 8 36 0,-2 0 12 0,-2 6-108 16,-3 0-80-16,1 0-132 15,-6 0 52-15,-3 6-64 0,0-2-40 0,0 5-128 16,0-2 92-16,-8 5-120 0,-4-2-172 0,1 3-152 16,-2-1-36-16,1-2 12 0,0-4-28 15,0-2 28-15,1 2-20 0,2-6 72 16,-3 0 392-16,5 0 100 0,3 0 252 16,0 0 188-16,4 0-52 0,0 0-80 15,0 0-124-15,4 0 4 0,4 6 112 16,3 0 160-16,2 1 160 0,2 2-140 15,5 1 0-15,1-4 0 0,-2 3-124 16,-3-2-88-16,4-1-36 0,-4-3-140 16,0 1-92-16,0-4-180 0,-1 0-324 15,-2 0-132-15,2 0-128 0,2-10-312 0,-2 0-716 16,-2 1-2833-16,2-10-3103 0</inkml:trace>
  <inkml:trace contextRef="#ctx0" brushRef="#br0" timeOffset="10166.155">12467 473 4060 0,'0'0'9297'0,"0"0"-7293"15,0 0-1400-15,0 0 12 0,0 0 600 0,0 0 116 16,0 0-412-16,0 0-516 0,0 0-148 15,15 66 0-15,-6-31 120 0,2 10 52 16,-3 6 21-16,0 3-157 0,4 3-88 16,-4 4-96-16,-4 2-104 0,5 1-4 15,-2-1-36-15,-3 3-96 0,0 1-88 16,0-4-32-16,0-5-101 0,0 0-35 0,0-12-28 16,-4-4 4-16,4-11-52 15,0-5-112-15,0-4-296 0,0-9-636 0,-4-7-1056 16,0-3-2445-16,0-3-3615 0,0-13 7625 0</inkml:trace>
  <inkml:trace contextRef="#ctx0" brushRef="#br0" timeOffset="10686.952">12833 1216 8068 0,'0'0'6153'0,"0"0"-5017"0,0 0-496 0,0 0 476 16,76 41 220-16,-49-35-276 0,5-6-448 15,4 0-380-15,-4-6-112 0,4-10-112 16,0-4-8-16,-4-5-76 0,0 0-280 15,0-7-132-15,-4-2-188 0,-5 2-260 0,1-3-344 16,-8 4-912-16,-8 7-2021 0,-4-4-2607 0</inkml:trace>
  <inkml:trace contextRef="#ctx0" brushRef="#br0" timeOffset="10998.215">13131 769 220 0,'0'0'1996'0,"0"0"7697"0,0 0-7953 0,0 0-700 15,0 0 168-15,0 0 8 16,-28 69-300-16,28-44-176 0,0 7-136 0,9 6-104 16,3 3-108-16,0 1-12 15,0 8-64-15,3 1-120 0,6 3 8 0,-10 1-80 16,5 2 8-16,1-1-48 0,-6 1-20 16,1-2-56-16,1-4 4 0,-6-1 73 0,5-6-37 15,-3-5 160-15,-2-4-52 0,-3-7-12 16,0-6 40-16,-4-5-16 0,0-2-108 15,0-5-8-15,0-3-48 0,-8-5-4 16,-4 1 0-16,0 0-124 0,-3-3-56 16,-2 0-64-16,-3-3-20 0,1-6-117 15,-1-7-31-15,-5-6-76 0,6-3-48 16,-5-4-100-16,4-6-308 0,8-1-344 16,0 3-540-16,8 1-144 0,4 0-821 15,0 10-2263-15</inkml:trace>
  <inkml:trace contextRef="#ctx0" brushRef="#br0" timeOffset="11238.338">13606 914 3572 0,'0'0'8385'0,"0"0"-5989"16,0 0-1044-16,0 0 152 0,0 0 28 15,0 0-304-15,0 0-336 0,4 63-332 16,0-33-172-16,4 4 61 0,-5 4 155 15,10 0-240-15,-1 7-156 0,0-5-52 16,4 6-80-16,0-8-76 0,3 0-60 16,-6-7-160-16,6-9-140 0,-3-3 32 15,-4-8 12-15,4-9-180 0,0-2-197 16,4-2-223-16,-4-11-504 0,0-4-1096 16,-8 2-2516-16,4-10-3833 0</inkml:trace>
  <inkml:trace contextRef="#ctx0" brushRef="#br0" timeOffset="11435.157">13885 1009 11421 0,'0'0'2352'0,"0"0"-960"15,0 0 468-15,0 0-188 0,0 0-420 16,0 0-336-16,0 0-308 0,75 19-183 16,-55-12-73-16,1 2-60 0,2 4-16 15,-3 0-104-15,-3 0-172 0,-6 6-108 16,-3-1-160-16,0 1-276 0,-4-3-237 15,0 0-207-15,-4-6-88 0,4-3-256 16,-4-5-940-16,4-2-2665 0,-4-2-2539 0</inkml:trace>
  <inkml:trace contextRef="#ctx0" brushRef="#br0" timeOffset="11609.852">14112 962 1656 0,'0'0'1124'0,"0"0"6936"15,0 0-5659-15,0 0-917 0,0 0 56 16,0 0-24-16,0 0-144 0,0 0-504 15,0 0-244-15,-79 59-224 0,62-29-120 16,2 2-48-16,-2-1-48 0,2 1-172 0,2-4-12 16,-2 0-104-16,2-2-344 0,2-6-296 15,3-1-208-15,-1-7-72 0,6-5-388 16,3-4-732-16,0-3-1897 16,0-6-2775-16,0-10 4496 0</inkml:trace>
  <inkml:trace contextRef="#ctx0" brushRef="#br0" timeOffset="11819.597">14343 870 6552 0,'0'0'3036'0,"0"0"833"0,0 0-2729 16,0 0 72-16,0 0 428 0,32 69-84 16,-28-50-492-16,0 0-488 0,-4 6-272 15,4 1-144-15,0 0-160 0,-4 3-68 16,0-1 56-16,0 0-96 0,-4-2-296 0,-4-3-72 15,-5-2-88-15,2 2-172 0,-5-4-76 16,4-7-444-16,-4 1-748 0,0-6-1108 16,8-4-2405-16,-8-3 181 0</inkml:trace>
  <inkml:trace contextRef="#ctx0" brushRef="#br0" timeOffset="12466.79">14725 583 5308 0,'0'0'6873'0,"0"0"-4601"15,0 0-1668-15,0 0 28 0,0 0 884 16,0 0-20-16,0 0-488 0,0 0-448 16,0 0-216-16,0 0-64 0,0 0-60 15,84-63-124-15,-76 63-48 0,-4 4 88 0,5 8-76 16,-6 7 60-16,1 3 16 0,-4 14 57 16,0 8-73-16,-7 7-112 0,-6 10 4 15,-2 2 56-15,-2 0-68 0,6-9-12 16,-2-7-88-16,5-11 44 0,4-7 52 15,4-11 4-15,0-2-121 0,0-6 117 0,4-1 4 16,0-3 0-16,4 1-40 0,4-4-36 16,0 0 64-16,4 1-60 0,-4-2 12 15,8 3-12-15,0-5-52 0,0 5 76 16,4 1 48-16,0 4 0 16,-1 2 136-16,1 1-64 0,-3 4 12 0,-6 2 100 15,1-1 73-15,-4 5-41 0,-3 2-84 16,-5 0-132-16,-1 4-8 0,-3-4 0 15,0 0-52-15,0 5-24 0,-7-5 0 16,-6 3-124-16,2-2-37 0,-10-1 29 16,1-3-88-16,-3 0-220 0,-1-2-184 0,-8-5-632 15,12-3-1436-15,-20 2-4297 0</inkml:trace>
  <inkml:trace contextRef="#ctx0" brushRef="#br0" timeOffset="14682.24">14821 1013 220 0,'0'0'2180'0,"0"0"-1900"0,0 0-272 0,0 0 152 16,0 0 4460-16,0 0-2832 0,0 0-728 16,0 0-363-16,0 0 35 0,0 0 64 15,-36 12-68-15,36-9-80 0,-4-3-100 16,4 4 8-16,-4-1-16 0,4-3-124 0,0 3-136 16,0 0-32-16,0 0 28 0,0 1 84 15,4-1 36-15,0 3 4 0,0-2-8 16,0 1 76-16,-4-1 12 0,4-1-76 15,-4-3-60-15,0 3-48 0,0-3-16 16,0 0-36-16,5 0-16 0,-5 0-56 16,3 0-12-16,-3 0-40 0,8 0 24 15,0 0 16-15,4 0 61 0,0 0 163 16,8-3 16-16,-4 0-192 0,4-4-148 16,-1 1-52-16,-2 3 4 0,3-3-8 15,-5-1 8-15,-2 1-12 0,-2 3-120 16,-3-1-160-16,0 1-96 0,4-1-108 0,-8-1-137 15,4 2-195-15,-4-1-260 0,1 2-588 0,-1-3-1080 16,-4 3-2905-16</inkml:trace>
  <inkml:trace contextRef="#ctx0" brushRef="#br0" timeOffset="16086.156">16252 1476 4772 0,'0'0'7513'16,"0"0"-5485"-16,0 0-1572 0,0 0-396 15,0 0 444-15,0 0 432 0,0 0 24 16,0 0-328-16,0 0-300 0,0 0-196 15,0 0-24-15,-45 79-68 0,38-63-44 16,-5 1-8-16,3-5-4 0,6-3-308 16,-5-2-360-16,4-2-244 0,0 2-320 0,4-7-668 15,0 0-2125-15,4 0-2643 0,8-15 4712 0</inkml:trace>
  <inkml:trace contextRef="#ctx0" brushRef="#br0" timeOffset="16546.178">16881 765 6976 0,'0'0'7745'0,"0"0"-6181"15,0 0-1564-15,0 0 76 0,0 0-52 16,0 0 924-16,16 89 264 0,-16-51-180 16,0 3-336-16,4 3-364 0,-4 0-112 15,0 1 60-15,0-3-28 0,-4-1-68 16,0-2-100-16,4-8-72 0,-4-2-12 16,4-4-48-16,0-9-72 0,0-7-172 0,0-2-88 15,0-4-168-15,-4-3-124 16,4 0-76-16,0 0-128 0,0 0-444 0,0-3-604 15,-4-4-968-15,4-5-2109 0,-4 5-755 16,4-9 5064-16</inkml:trace>
  <inkml:trace contextRef="#ctx0" brushRef="#br0" timeOffset="17312.566">16897 774 3036 0,'0'0'324'0,"0"0"-324"15,0 0 4148-15,0 0-3044 0,0 0-740 16,0 0-132-16,0 0 260 0,0 0 232 16,0 0-15-16,0 0-117 0,0 0-144 15,0-3-48-15,4 1-20 0,-4 2 4 16,4 0-16-16,-4 0-60 0,0-4-44 0,0 4-24 15,0 0-36-15,0 0-28 0,0 0-36 16,0 0 0-16,0 0-40 0,0 0-100 16,0 0-4-16,0 0-96 0,0 0-92 15,0 0-8-15,0 0-16 0,0 0-24 16,0 0-52-16,0 0-64 0,0 0-64 16,0 0-40-16,0 0-40 0,0 0-12 0,0 0-52 15,0 0-57-15,-4 0-39 0,4 4-64 16,0-4-80-16,0 0-348 0,-4 2-268 15,4 1-144-15,0 0-208 0,-4 1 388 16,0-2 1320-16,4-2-156 0,-4 5-236 0</inkml:trace>
  <inkml:trace contextRef="#ctx0" brushRef="#br0" timeOffset="18848.515">16925 727 2720 0,'0'0'52'0,"0"0"92"0,0 0-12 0,0 0 2436 15,0 0-1528-15,0 0-636 0,0 0-236 16,0 0-76-16,0 0 116 0,0 0 24 16,0-13-136-16,0 13-96 0,0 0-88 0,0 0 88 15,0 0 196-15,0 0 168 0,0-3 140 16,0 3 28-16,0 0-16 0,0 0 68 15,0 0 49-15,0 0 19 0,0 0-60 16,0 0-120-16,0 0-48 0,0 0 60 16,0 0-52-16,0 0-28 0,0 0-36 15,0 0-16-15,0 0-52 0,0 0-72 16,0 0-4-16,0 0 20 0,0 0-20 16,0 0 0-16,0 0 12 0,0 0 4 15,0 0-20-15,0 0-8 0,0 0-12 16,0 0-52-16,0 0-12 0,0 0 0 15,0 0 0-15,0 0-12 0,0 0-28 0,0 0-44 16,0 0-44-16,0 0-8 16,0 0-4-16,0 0-4 0,0 0-8 0,0 0 4 15,0 0 4-15,0 0 8 0,0 0 12 0,0 0 64 16,0 0-4-16,0 0-20 0,0 0-4 16,0 0 0-16,0 0 4 0,0 0-4 15,0 0-36-15,0 0 48 0,0 0-48 16,0 0-8-16,0 0-4 0,0 0-12 15,0 0-72-15,0 3 8 0,0-3-32 16,0 0 8-16,0 0 28 0,0 0-4 16,0 0 64-16,0 0-36 0,0 0 40 15,0 0 0-15,4 0 8 0,-4 0 8 16,0 0 0-16,0 0 40 0,0 0-40 16,0 0 0-16,0 0-8 0,0 0 0 15,0 0-12-15,0 0 0 0,0 3 0 0,0-3 0 16,0 3 12-16,0-3 8 0,0 0 40 15,0 4 16-15,0-1-4 0,0 0 12 16,0 0-8-16,0 6-16 0,-4 1 40 16,4 3 32-16,-5 3-44 0,2-1 8 0,-1 5 4 15,0 2-40-15,0 3 12 16,0 10 4-16,0 0-64 0,4 9 0 0,-4 4-76 16,4 3 72-16,0 0 4 0,0-4-12 15,0 0 4-15,0-5 8 0,0-7-8 16,4-6 16-16,0-7-4 0,4-9 4 15,-4-4 92-15,3-3-52 0,-2-2 0 16,7-4-36-16,-4 0 52 0,4-10-4 16,4-3 136-16,0-6-196 0,3-6-48 0,2-3-136 15,-1-1 48-15,-1-2-108 0,1 1 48 16,1-4 60-16,-6 2-100 0,-3-3-72 16,4 1-36-16,-4-6-28 0,-4 0 76 15,0 1-64-15,0-2 124 0,-4 0-240 16,-1 2 136-16,6 1-88 0,-5 7 240 15,4 6-252-15,-4 3 364 0,-4 6 76 0,3 3 48 16,-3 4 180-16,0 5 252 0,0 4-32 16,0 0-28-16,0 0-84 0,0 0-248 15,0 4-80-15,0 2 64 0,-3 4 40 16,-1 2 40-16,0 4-28 0,0 6-24 16,0 0-92-16,4 6 36 0,-5 5 44 0,5 2-16 15,0 9 104-15,0 3-116 16,0 1-56-16,5 6-4 0,-1-3 4 0,0 0-28 15,0-7 24-15,0-6-36 0,3-5 24 16,-2-11-52-16,3-7-60 0,3-5-100 16,-3-4-84-16,5-3-256 0,-6-3-252 15,5 0-356-15,1-9-1440 0,-6 3-2533 16,6-10-1715-16</inkml:trace>
  <inkml:trace contextRef="#ctx0" brushRef="#br0" timeOffset="19249.348">17614 790 5916 0,'0'0'6357'0,"0"0"-5169"0,0 0-1088 16,0 0 68-16,0 0 592 0,0 0 476 15,0 0-168-15,-67 86-520 0,46-61-312 16,1 1-232-16,5 2 4 0,-6 7 68 15,2 0 12-15,3-3 0 0,0 0-76 16,8-7 64-16,4-2 20 0,0-11-8 16,4 1-40-16,0-4-40 0,4-3 68 15,3 1-28-15,6-3-40 0,-1-2-4 16,0 4-4-16,7-2 4 0,2-2 60 16,-1 3 20-16,3-3-72 0,-6 2 0 15,3-1 0-15,-9 2-12 0,1 6 0 0,-3-5 0 16,-2 7 76-16,-3-3 48 0,0 2-28 15,-4 4 16-15,0 0 60 0,-4-1-24 0,-7 2 0 16,-2-5-52-16,2 1 28 16,-2-4-60-16,1 1-64 0,5-7-316 0,-6 1-152 15,5-4-148-15,5 0-140 0,-1-11-240 16,4-1-312-16,0-4-720 0,0-9-1005 16,7-4-1935-16,10-3 360 0,-9 10 4053 15</inkml:trace>
  <inkml:trace contextRef="#ctx0" brushRef="#br0" timeOffset="19392.396">17758 1083 4152 0,'0'0'144'16,"0"0"5512"-16,0 0-4315 0,0 0-545 16,0 0-52-16,0 0 108 0,0 0 276 15,60 72 104-15,-60-53-76 0,0 3-328 16,0 3-184-16,-9-5-204 0,5 0-244 16,0-5-196-16,1-2-36 0,-5-4-380 0,8-5-252 15,0-4-112-15,0 0-416 0,0-4-1088 16,0-11-3681-16</inkml:trace>
  <inkml:trace contextRef="#ctx0" brushRef="#br0" timeOffset="19816.418">18020 969 3968 0,'0'0'8945'0,"0"0"-8053"0,0 0-676 16,0 0 444-16,0 0 360 0,0 0 332 15,0 0-148-15,0 0-612 0,0 0-296 16,0 0-164-16,21 72-132 0,-21-62-52 15,0 0-48-15,0-1 40 0,0 0 60 16,4 1 8-16,-1-1-8 0,1 1-68 0,4-1 68 16,5 1 4-16,-2-4 56 15,9 5-48-15,4-3 64 0,4 2 120 16,-1-3 120-16,5-2-316 0,-8 2-340 16,1-4 192-16,3 3 96 0,0 6-32 0,0-1 84 15,-1 4 208-15,-7 5-208 0,0-1-48 16,-8 6 48-16,0 0 368 0,0 7 0 0,-8 0 412 15,-4 3-220-15,0 0-244 0,-8 3-47 16,-12 3-113-16,-4 3-32 0,-4-2-40 16,-3 5-24-16,-1-5-56 0,0-1 4 15,0-10 4-15,8-1 0 0,4-11-4 16,4-7 76-16,4-6-20 0,0-6-56 16,8-3 40-16,0-10-12 0,0-2-36 15,4-10-72-15,0-11-124 0,0-2-8 16,8-3-16-16,0-4-85 0,7 1-95 15,2 4-4-15,3 1-192 0,-1-3-384 0,6 5-536 16,-5 1-1076-16,-5 11-1909 0,9-10-2379 0</inkml:trace>
  <inkml:trace contextRef="#ctx0" brushRef="#br0" timeOffset="20351.437">19495 765 704 0,'0'0'10120'0,"0"0"-8463"0,0 0-1233 15,0 0 212-15,0 0 480 0,0 0 8 16,0 0-408-16,84-60-280 0,-60 53-200 0,-5 1-84 16,5 6-152-16,-4 0-48 0,4 3-88 15,-4 13 124-15,0 3-72 0,-4 9 84 16,0 8 112-16,-8 8 36 0,-1 4 52 16,1-1-40-16,-3 8-148 0,3-5-4 15,-1-2 152-15,5-7 236 0,1-10 48 16,2-5-212-16,5-10 64 0,4-7-52 15,0-9-24-15,3 0 64 0,6-13-100 16,-1-6-184-16,4-9-88 0,-4-7-328 0,3-3-260 16,-7-3-160-16,0 0-156 15,-5 2-336-15,-6-2-1064 0,-6 13-2701 0,-6-16-2583 0</inkml:trace>
  <inkml:trace contextRef="#ctx0" brushRef="#br0" timeOffset="20550.445">20024 683 3524 0,'0'0'4664'16,"0"0"-1547"-16,0 0-1565 0,-3 91-304 15,3-56 244-15,0 4-200 0,0 2-128 16,0 3-300-16,0 4-348 0,-4 3-244 16,4 3-104-16,-4 4-116 0,-4 0-52 15,-1 3-52-15,6 0-8 0,-5-8-272 16,4-4-208-16,4-12-184 0,0-2-120 15,0-9-88-15,4-11-480 0,7-5-1132 16,-7-4-3093-16,13-12 145 0</inkml:trace>
  <inkml:trace contextRef="#ctx0" brushRef="#br0" timeOffset="21011.15">20515 1002 10384 0,'0'0'1689'16,"0"0"-413"-16,0 0-92 0,24 81-112 15,-24-50-16-15,0 7-112 0,-4 4-188 16,-9-1-116-16,2 0-200 0,-10 3-84 16,2-2-124-16,-1-4-60 0,-4-6-88 15,1-1-84-15,2-8-4 0,1-7-228 0,5-4-36 16,-2-6 48-16,6-6 24 0,-2 0-76 16,5-6-36-16,1-3-48 0,3-4 108 15,0-6 4-15,-1-3-20 0,5-1 32 16,0-3-44-16,5 1 116 0,3 0-4 15,-1 6 64-15,6 6 100 0,2 4 164 16,2 6 208-16,-2 3 124 0,6 0 24 16,-2 6-52-16,1 4-124 0,0-1 12 15,-4 2-48-15,0 0 60 0,0-1-40 16,0-1 24-16,-4-2-168 0,0-4-184 0,0 1-48 16,3-4-256-16,-2 0-296 0,2 0-280 15,5-7-504-15,-8 0-1128 0,4-2-3329 0</inkml:trace>
  <inkml:trace contextRef="#ctx0" brushRef="#br0" timeOffset="21168.057">20881 1346 6432 0,'0'0'5781'0,"0"0"-3589"16,0 0-1584-16,8 67 8 0,-8-48 628 0,0 0 8 15,0 3-428-15,-4-9-492 0,4 3-328 16,-4-1-4-16,0-2-320 0,1 3-444 15,-1-4-388-15,0 4-568 0,-5-2-2352 16,1 0-5021-16</inkml:trace>
  <inkml:trace contextRef="#ctx0" brushRef="#br0" timeOffset="21633.435">21029 2216 7688 0,'0'0'9261'0,"0"0"-7749"0,0 0-1104 15,0 0-52-15,0 0 244 0,0 0-12 16,-36-64-224-16,40 20-156 0,8-7-208 16,4-10-12-16,-1-8-292 0,6-4-208 15,-2-7 32-15,5 1 76 0,-4-3-60 16,5 8-104-16,-6 8 184 0,1 9 112 15,-5 10 208-15,2 11 56 0,-6 11 8 0,-2 6 76 16,-5 6 120-16,0 7 200 0,-4 3 24 16,4 3-24-16,-4 0-92 0,0 6-144 15,0 7-96-15,-4 3 92 0,0 2-20 16,0 6 84-16,-5-3-48 0,6-2 12 16,-1-1-28-16,0-1-68 0,4-4-80 15,0-1 40-15,4 1 48 0,3 0 16 16,2-4-108-16,3 1 0 0,4-1 4 15,-4 1 88-15,3-1-8 0,2 1-76 0,-1 0 0 16,-8-1 60-16,-1 0-24 0,-3 5 12 16,-4-6-12-16,0 6 28 0,-4-3 8 15,-11 0-24-15,-1 2 0 16,-5-4-60-16,-2-3-252 0,-5-3-140 0,0-3-32 0,-4 0-164 16,1-9-368-16,-10-5-452 0,-2 2-1060 15,11-1-2453-15,-32-14-3803 0</inkml:trace>
  <inkml:trace contextRef="#ctx0" brushRef="#br0" timeOffset="22082.891">19527 542 5852 0,'0'0'1768'15,"0"0"2817"-15,0 0-3525 0,0 0-336 16,71-79 544-16,-51 60-12 0,4-4-408 15,4 4-352-15,-5 0-100 0,5 1-40 16,4 5-48-16,-4 3-60 0,0 1-52 16,0 9-76-16,0 0-8 0,0 6-64 0,0 10-40 15,0 0 44-15,0 9-40 16,0-2-4-16,-1 6 0 0,1-4 40 0,4 0 76 16,0-6 20-16,0 0 16 0,4-6 36 15,4-4-76-15,3-5-8 0,2-1 44 16,2-3-8-16,5-3-112 0,0-7-36 15,-1-3-196-15,1 1-180 0,-3-1-88 0,-6-3-40 16,-7 7-148-16,3-1-236 0,-2 1-368 16,-5-1-756-16,-9 6-2637 0,14-1-4019 0</inkml:trace>
  <inkml:trace contextRef="#ctx0" brushRef="#br0" timeOffset="22794.96">22109 1133 3740 0,'0'0'2176'0,"0"0"3941"0,0 0-4585 16,0 0-580-16,0 0 424 0,79-22-24 15,-55 19-200-15,8 3-244 0,-1 0-232 0,10 0-176 16,-1 3-156-16,-1-3-188 0,1 0-60 16,4-3-96-16,-4-3 8 0,4-4-8 15,-4-3-12-15,-1 0-180 0,2-5-124 16,-9 2-212-16,-1 0-180 0,-4 0-192 15,-6 4-264-15,-9-2-452 0,-4 9-1620 16,-12 1-2909-16</inkml:trace>
  <inkml:trace contextRef="#ctx0" brushRef="#br0" timeOffset="23015.543">22077 1330 3816 0,'0'0'1276'0,"0"0"1716"0,0 0-880 16,0 0-323-16,0 0 63 0,111 22-208 0,-67-25-360 16,3-7-416-16,5 1-188 0,-3-7-40 15,2 0-84-15,-3 1-204 0,-1-5-240 16,-2 1-112-16,-6 1-4 0,-7 1-156 16,0-2-392-16,-4 3-236 0,-4 0-112 15,-4 2-284-15,-4-3-848 0,-5 7-1821 16,-2-5-4351-16</inkml:trace>
  <inkml:trace contextRef="#ctx0" brushRef="#br0" timeOffset="23302.355">22471 781 1212 0,'0'0'10817'0,"0"0"-9373"0,0 0-960 15,100-19 364-15,-65 15 224 0,5 4-208 16,4 0-116-16,0 0 228 0,4 7-336 0,-1 5-392 16,-6 1-176-16,-5 4-72 0,-5 4-8 15,-3 2-52-15,-8 2-28 0,-4 4-156 16,-8-1 24-16,-4 8-64 0,-4 2-52 16,-12 3 52-16,-8 3 0 0,-8 3 12 15,0 4-40-15,-8 3-100 0,0 0 88 16,1 0-80-16,-5-4-240 0,4-1-24 0,4-5 340 15,9-6 36-15,2-6-420 0,5-6-1673 16,4-10-2263-16,5-4-256 0</inkml:trace>
  <inkml:trace contextRef="#ctx0" brushRef="#br0" timeOffset="24942.405">23703 549 2788 0,'0'0'1132'0,"0"0"4712"0,0 0-3743 16,0 0-793-16,0 0 0 0,0 0 316 15,0 0-460-15,86-13-296 0,-65 13-252 16,3 6-220-16,0 1-80 0,-5 2-192 0,-2 4-40 16,-2-1-84-16,-6 5-8 0,-2 2 8 15,-3 6-12-15,-4 4-36 0,0 3-60 16,-4 2 56-16,-3 8-84 0,-2-4-96 16,-3 6-36-16,-4 1-80 0,1-4 16 15,3 0 36-15,3-6 132 0,2-9 164 16,3-4 0-16,4-6 100 0,0-7-24 15,7-2 132-15,1-4-8 0,1-3-52 16,2 0 148-16,6-10 24 0,-2-2-40 16,6-8-68-16,-2-5-16 0,1 0-40 15,0-8-44-15,0 2-100 0,0-1-12 0,0-5-4 16,-1-2 0-16,-2-3-44 0,-2 5-64 16,2-4-120-16,-10 3 108 0,1 3-180 15,1 3 32-15,-9 7 100 0,0 2-112 16,0 10-12-16,0 1 36 0,0 2-76 0,-9 4-60 15,5 3-40-15,0 0-40 0,4-1-328 16,-3 4-360-16,3 0-748 0,-4 0-1129 16,4 0-1995-16</inkml:trace>
  <inkml:trace contextRef="#ctx0" brushRef="#br0" timeOffset="25192.72">24348 520 3556 0,'0'0'7000'16,"0"0"-5019"-16,0 0-1101 0,0 0 200 15,0 0 256-15,0 0-80 0,-52 82-352 16,39-46-288-16,-2 2-196 0,3 3-16 16,4 0 48-16,0 3 40 0,8 5-212 15,0-5 96-15,4 0-120 0,8-6-256 16,-4-6-44-16,4-6-40 0,0-7 76 0,4-3-68 15,4-7-80-15,-1-5-236 0,1-4-144 16,1 0-200-16,3-10-324 0,3-6-916 16,-7 0-2380-16,4-12-3529 0</inkml:trace>
  <inkml:trace contextRef="#ctx0" brushRef="#br0" timeOffset="25556.631">24790 552 4700 0,'0'0'8765'0,"0"0"-7409"16,0 0-812-16,0 0 476 0,0 0 572 16,0 92-212-16,0-66-428 0,0 2-424 15,4 4-188-15,-4-4 0 0,0 8-108 16,0-5-75-16,0 1-153 0,-4 3-4 0,-8-3-169 16,0-1-75-16,-4-5 12 15,-4 2-24-15,0-5-120 0,1-4-308 0,-2 0-88 16,1-6 120-16,5-7 180 0,-2-3-72 15,6-3-88-15,3 0 44 0,-1-3 132 16,1-7 204-16,5-3-60 0,-1-5 72 16,4-2 236-16,0-1 8 0,0 2 244 15,0 0 104-15,7 5-64 0,6 1 80 0,-1 8 8 16,4 5 84-16,-1 0 48 16,6 0 36-16,-2 9-88 0,5 0 12 0,0 1 60 15,0-1 144-15,0 0-184 0,-4 2-168 16,4-5-200-16,-5 1-120 0,5-5-96 15,-3-2-284-15,-1 0-340 0,-1-9-236 16,1-1-412-16,-4-3-1592 0,-4-6-4101 0</inkml:trace>
  <inkml:trace contextRef="#ctx0" brushRef="#br0" timeOffset="25782.146">25185 683 7020 0,'0'0'4681'15,"0"0"-2801"-15,0 0-1232 0,0 0 248 16,35 69 788-16,-27-47-196 0,0 0-292 16,4 3-404-16,-8 2-304 0,4-2-256 15,-4 0-184-15,-4 4-48 0,0-1-108 0,-8-2-232 16,-4 6 8-16,-4-4-8 0,-3 4-128 16,-2-3-84-16,-7-1-64 0,0 0-112 15,0-5-120-15,0-2-92 0,1-2-460 16,-1-2-728-16,8-7-2457 0,-12-4-2483 0</inkml:trace>
  <inkml:trace contextRef="#ctx0" brushRef="#br0" timeOffset="26348.782">26085 679 6536 0,'0'0'5581'0,"0"0"-3589"15,0 0-1232-15,0 0 84 0,0 0 620 16,0 0-136-16,0 0-124 0,0 0-388 16,0 0-560-16,0 0-208 0,-60 45-48 15,28-23 0-15,-4 1 0 0,-3 4 8 16,-2 2 4-16,2 0-4 0,7 0 0 16,4-1 0-16,8-2-8 0,4-8-8 0,12 1 8 15,4-3 4-15,0 1 68 0,8-3 12 16,9 0 16-16,6 2 20 0,5-6-48 15,0-1 28-15,7-3 44 0,-3-3-36 16,0-3-16-16,0 0-92 0,5 0 0 0,-10 0-112 16,-3-3-288-16,-8 0-392 15,-4 3-172-15,-8-3-344 0,-4 3-1200 0,0 0-2777 16,-20 3-4227-16</inkml:trace>
  <inkml:trace contextRef="#ctx0" brushRef="#br0" timeOffset="26516.207">25710 1196 1552 0,'0'0'6472'0,"0"0"-3535"16,0 0-921-16,0 0 432 0,0 0-308 15,0 0-476-15,96 32-368 0,-64-28-344 16,7-4-259-16,2 0-281 0,2 0-336 0,-3-4-76 16,8 2-256-16,-4-3-449 0,-4 5-119 15,3 0-128-15,-7 0-636 0,-8 5-2352 16,12-3-3013-16</inkml:trace>
  <inkml:trace contextRef="#ctx0" brushRef="#br0" timeOffset="27049.424">26451 873 1068 0,'0'0'10029'0,"0"0"-8441"16,0 0-628-16,0 0 396 0,96-6 16 16,-68 15-364-16,-4 1-252 0,8 5-188 15,-4 4-188-15,0 3-184 0,4 5-96 16,-9-2 24-16,-3 6-76 0,0 5 112 16,-12 1-160-16,-4 4-24 0,-4 1-160 15,-4 3-100-15,-7-1 12 0,-6 0 28 16,1-3-4-16,0-2 88 0,5-7 160 15,-2-10 64-15,9-7 56 0,4-5 4 0,0-7-72 16,0-3-4-16,0 0 88 0,12-9 72 16,0-1 368-16,0-9-48 0,8-3-224 15,4-10-156-15,4-3-88 0,-4-6-56 16,4-4-4-16,-4-2 0 0,0 0-136 16,-5-5-204-16,-3 5 48 0,0 2-64 15,-4 8-36-15,-4 1-212 0,-4 4 160 0,-4 10-76 16,0 7-116-16,0 2-228 0,-4 3-332 15,-4 7-672-15,-4 3-505 0,-4 0-735 16,0 3-3200-16</inkml:trace>
  <inkml:trace contextRef="#ctx0" brushRef="#br0" timeOffset="27462.332">27312 1000 5312 0,'0'0'6857'0,"0"0"-6013"0,0 0-576 16,0 0 584-16,0 0 764 0,0 0-88 15,0 0-340-15,0 0-484 0,0 0-276 16,0 0-172-16,-60-31-12 0,49 50-48 16,-2 6 60-16,2 10 12 0,-2 6 52 15,5 3 152-15,1 4-203 0,-1 3-73 16,3-4-88-16,1 4-48 0,4-4-52 15,0 2-8-15,0-5 0 0,0-6-72 0,9-7-24 16,2-5-149-16,10-7-167 16,2-9-112-16,5-8-124 0,8-2-256 0,0-8-540 15,-4-6-1432-15,11-8-4253 0</inkml:trace>
  <inkml:trace contextRef="#ctx0" brushRef="#br0" timeOffset="27954.456">27547 1933 10076 0,'0'0'7437'0,"0"0"-6029"0,0 0-1200 16,0 0 76-16,0 0 488 0,0 0 436 16,0 0-419-16,0 0-521 0,0 0-268 15,0 0-112-15,-27-82 16 0,38 31 0 16,5-3-357-16,0-7-67 0,-1-5-52 15,6-1 20-15,-9 1 124 0,4-1 84 0,-5 3-12 16,2 1 72-16,-2 6 40 0,-3 6 236 16,1 11 8-16,-2 4 36 0,1 11 52 15,1 5 8-15,-1 8 76 0,-1 5 64 16,-3 4 72-16,0 3-64 0,0 0-96 16,1 0-4-16,-5 7 128 0,4-1 8 0,-4 1-120 15,0-2 20-15,3 2-80 0,1-4-40 16,0 0-48-16,0 1-8 0,4-1 8 15,0 0 0-15,0 0 48 0,4 7-12 16,4-1 4-16,-4 4-44 0,4 0 52 16,-4-1 24-16,4 4-72 0,-4 0 48 15,-1-1-60-15,-2-2 4 0,3-1 8 16,-9 2-8-16,5-1 8 0,-3 0 4 16,-5-4-16-16,0 0 0 0,0 4-52 15,0-7 40-15,-5 4-120 0,-3-1 36 16,-3-2 8-16,-2-1 80 0,-2 3-4 0,-5-2-196 15,0-1-84-15,0-3-60 0,-4 0-64 16,5-3-148-16,-2 0-76 0,5-6-388 16,0-9-1292-16,9-8-2073 0,-2 4 505 15,9-25-2576-15</inkml:trace>
  <inkml:trace contextRef="#ctx0" brushRef="#br0" timeOffset="28152.453">28292 889 4516 0,'0'0'8533'16,"0"0"-7401"-16,0 0-828 0,0 0 364 16,0 0 568-16,0 0 72 0,55 66-520 15,-55-50-492-15,0 3-208 0,-11 4-84 16,-9 2 80-16,-4 3-44 0,-7 4-40 16,-10 0-284-16,1 0-148 0,-8 0 60 0,-3 0 12 15,-5-1-160-15,0 1-496 16,-7-1-760-16,-5-2-2277 0,20-7-2483 0,-28 3 3692 0</inkml:trace>
  <inkml:trace contextRef="#ctx0" brushRef="#br0" timeOffset="29226.827">27802 883 3024 0,'0'0'160'0,"0"0"-44"16,0 0 3956-16,0 0-2000 0,0 0-984 16,0 0-547-16,0 0-101 0,0 0 72 0,0 0 40 15,0 0-120-15,0 3-176 0,0-3-180 16,0 0-68-16,0 0 148 0,0 0 20 15,0 0-36-15,0 0-116 0,-4 3-24 16,4-3-392-16,-4 3-284 0,0 0-312 16,-4 3-301-16,4 1-339 0,0-1-268 15,4-3 8-15,-4 4-352 0,4-4 728 16,0-3 1512-16,4 0 184 0,0 0 132 16,0 0 308-16,0 0-24 0,0 0 1096 15,-4 0-356-15,4 0-236 0,-4-3 144 16,0 3 100-16,0 0-123 0,0 0-53 0,0-4-112 15,0 4-196-15,0 0-232 0,0 0-36 0,0 0-20 16,0 0 4-16,0 0-20 16,0 0-136-16,0 0-140 0,-4 0-84 0,4 0-28 15,0 0-24-15,0 0-36 0,0 0 84 16,0 0 28-16,0 0 8 0,0 0 24 16,0 0 128-16,0 0 56 0,4-3-112 15,-4 0 0-15,4 3-108 0,-4-3-144 16,4 0-76-16,4-4 0 0,0 4-64 15,0-3 16-15,0 0-24 0,4-1-64 16,-5 7 4-16,6-3 84 0,-1 0-4 16,-5 3 48-16,2 0-8 0,-1 0-72 15,-4 0 0-15,-1 0 8 0,1 3 16 16,-4 4 48-16,4-1-88 0,-4 3 4 0,0 1 36 16,0 2-28-16,0 5 40 0,-4-2-48 15,-3 2 84-15,-1-3 0 0,0 3-88 16,-1-1-144-16,2 3-4 0,-5-6-20 15,0 2-52-15,0 1-28 0,-4-3-8 0,0 0-80 16,0-1-100-16,0 1-116 0,0-4-116 16,-3 1-76-16,-2-4-440 0,6 1-96 15,-5-4-229-15,3 1-619 0,-2-4-492 16,3 0-2324-16,4 0 4741 0</inkml:trace>
  <inkml:trace contextRef="#ctx0" brushRef="#br0" timeOffset="32756.322">3733 2682 8960 0,'0'0'5421'0,"0"0"-4525"0,0 0-620 0,0 0 64 16,0 0 700-16,0 0-120 0,0 0-156 15,0 0-160-15,0 0-212 0,0 0-136 16,24-19 184-16,8 19 112 0,7-3-200 0,9 0-144 16,0 3-152-16,4 0-52 0,-4 0-8 15,-1 0 0-15,-2 0-44 0,-6-3-220 16,1 0 36-16,-8 0-120 0,-1-4-188 16,-6-2-268-16,-5-2-388 0,-5 0-860 15,-7 4-2532-15,-3-8-4125 0</inkml:trace>
  <inkml:trace contextRef="#ctx0" brushRef="#br0" timeOffset="32985.112">3920 2381 7384 0,'0'0'5601'0,"0"0"-4773"15,0 0-764-15,0 0 404 0,-12 89 516 16,16-48 436-16,8 11-300 0,-4 1-316 15,4 10-376-15,4 4-232 0,0 3-196 0,-5 0-4 16,10-4-80-16,-9-11-64 16,4-17-392-16,0-10 96 0,-4-15-104 0,3-13-72 15,1 0-108-15,1-13-152 0,-2-9-180 16,2-6-724-16,-6-13-793 0,1-4-1527 16,-8 6-580-16</inkml:trace>
  <inkml:trace contextRef="#ctx0" brushRef="#br0" timeOffset="33582.309">4247 2174 5136 0,'0'0'1056'16,"0"0"4281"-16,0 0-4133 0,0 0-476 16,0 0 416-16,0 0 240 0,0 0-232 15,0 0-408-15,0 0-496 0,0 0-40 16,0 0 116-16,28 42 20 0,-20-1-112 16,-1 6-72-16,2 5-100 0,3 5-56 15,-1 6-4-15,6 7-36 0,-2 0 32 0,5-4-68 16,-3 1-188-16,2-13-196 15,-3-12 176-15,-4-14 156 0,-1-9 120 0,-2-7-120 16,-1-8-136-16,0-4 48 0,0 0 64 16,0-10-112-16,0 1-104 0,-1-4-32 15,6 0 76-15,-1 1 108 0,-5-1 0 0,10 3 48 16,-10 1 52-16,6 6-64 0,-1 0 176 16,-1 3 24-16,2 3 316 0,-2 2-52 15,10 12 4-15,-6-1 196 0,5 3-64 16,-4 0-140-16,4-3-108 0,-4 3 172 15,0-6-104-15,0-1-156 0,0-1-76 16,0-5 36-16,-1-4-48 0,6 2 4 16,-2-4 48-16,1 0 8 0,-3-6-60 15,-2-5-108-15,1-3-28 0,-4-3 52 16,-4 1 32-16,0-6-32 0,-4-4-16 16,4-2-72-16,-8 0 60 0,4 2 36 0,-4-3 76 15,0 7 76-15,0 0-76 16,-4 6-40-16,-4 3-68 0,0 4 108 0,0 2 96 15,0 7 116-15,4 0 40 0,-3 0-252 16,2 10-236-16,-3 3 28 0,-3 5 68 16,2 2 136-16,-3 5 4 0,5 1 8 0,3 2 8 15,0 1 120-15,-1-4 136 0,5-3-12 16,0 1-88-16,0-8-112 0,0 1-44 16,5-3 68-16,3-1 28 0,-1-1-112 15,5-3-48-15,0 6 32 0,4-5 12 16,0 1 0-16,4-1-4 0,4 0 8 15,4-5-208-15,0-1 108 0,7-3-120 16,1-9-252-16,1-7 36 0,6-6-124 16,-3-3-384-16,0-1-980 0,-8 6-2533 15,4-11-4339-15</inkml:trace>
  <inkml:trace contextRef="#ctx0" brushRef="#br0" timeOffset="40015.484">6446 2963 8052 0,'0'0'2148'15,"0"0"-1476"-15,0 0-363 0,-19-81 307 0,19 62-12 16,7 7 1964-16,1-1-1436 16,5 3-664-16,-2 8-220 0,1 2 88 0,8 0 0 15,-5 6 48-15,6 10 60 0,3 3-36 16,-4 6 12-16,-1 4-264 0,2 2-20 16,-1 8-36-16,-5-4-92 0,-3-1 0 15,4 1-4-15,-8-7 8 0,0-2-12 16,-3-10 8-16,-2 1-4 0,1-11 4 15,-4 0 40-15,0-6-36 0,0 0 100 16,0 0 24-16,0-6-28 0,0-7-68 16,0-6-40-16,0-4-60 0,0-5 0 0,0-4 52 15,0 0 4-15,4 1-48 0,8-2 4 16,-4 2-72-16,8 2-16 0,-4 1-72 16,8-1-296-16,-4 1-312 0,-1 3-224 15,6 2-504-15,-10 8-1236 0,10-5-2585 0</inkml:trace>
  <inkml:trace contextRef="#ctx0" brushRef="#br0" timeOffset="40298.797">7063 2944 1084 0,'0'0'8984'0,"0"0"-7539"0,13 79-473 16,-9-51 888-16,0 3-196 0,3-5-488 15,2-7-628-15,-1-6-324 0,3-9-64 16,2-4-24-16,-2 0-12 0,10-14-40 15,-6-2 40-15,2-6-112 0,-2-6-12 16,-2-1-48-16,2-3-136 0,-7 4 8 16,0-1 28-16,0 6 76 0,-8 8 68 0,0 5-32 15,-8 7 24-15,-4 3 24 0,-7 0-24 16,-6 9-72-16,-3 1 8 0,-3 3 16 16,3 0 60-16,0-1-64 0,3 5 52 15,6-4-160-15,7 1-28 0,4 3 24 0,8-2-72 16,0-2-76-16,8-3-268 0,8-1-388 15,3-2-440-15,-2-1-940 0,7-3-2293 0</inkml:trace>
  <inkml:trace contextRef="#ctx0" brushRef="#br0" timeOffset="40654.095">7594 2898 12553 0,'0'0'1392'0,"0"0"-1164"0,0 0 920 0,0 0 512 16,0 0-520-16,-88 65-364 0,76-51-372 16,-4 3-132-16,9-1-124 0,-2 0-28 15,1-1-44-15,4 1-16 0,4-3-60 16,0-4-96-16,0-6-112 0,4 1 0 16,4-4 100-16,-4 0-4 0,8-4 72 0,-4 1 40 15,3-6 60-15,2-4-60 16,-1 1-256-16,-5-1 44 0,6 0 92 0,-5 4-16 15,-1 2 24-15,2 4-48 0,-1 3 0 16,3 0 36-16,-2 10 124 0,-1 3 0 16,-1 2 196-16,-3 1-48 0,4 3 28 15,-3-6-44-15,3-1 44 0,-5-2 32 16,1-7-36-16,4 0-148 0,-3-3-24 0,3-3-88 16,-1-6 84-16,1-7-192 0,1-3-124 15,-2-3-196-15,1 0-180 0,-4-5-324 16,4 2-352-16,0 0-1032 0,-4 9-2553 15</inkml:trace>
  <inkml:trace contextRef="#ctx0" brushRef="#br0" timeOffset="43349.787">7342 2428 4468 0,'0'0'1980'0,"0"0"-876"0,0 0-52 15,0 0 488-15,0 0-7 0,0 0-213 16,0 0-312-16,0 0-224 0,0 0-104 16,0 0-76-16,0 0-64 0,-15-32-40 15,15 32-116-15,0 4-100 0,0 3-72 16,0-1-100-16,0 7-40 0,0 6-8 16,0 3 60-16,7 13-76 0,6 2 100 15,-5 8 60-15,3 3-48 0,2 9-72 16,-5 0-4-16,3 7-80 0,-3 2-4 0,1-2-12 15,-2-1-48-15,1-2 48 0,1-4-100 16,-5-7-72-16,-1-5-76 0,5-10-60 0,-4-7 48 16,4-12-148-16,-3-6-128 15,2-10-156-15,5-3-124 0,-5-10-460 16,10-12-988-16,-9 6-2429 0</inkml:trace>
  <inkml:trace contextRef="#ctx0" brushRef="#br0" timeOffset="43715.386">7649 3007 10164 0,'0'0'2089'0,"0"0"-1453"0,0 0 168 16,0 0 604-16,0 0-188 0,0 0-556 16,0 0-440-16,0 0-4 0,0 0 68 15,0 0-64-15,0 0-200 0,72-44-24 16,-60 25-224-16,1-4-88 0,-6 0 28 15,-3 4 60-15,0 3 12 0,0 4 212 16,-4 2 0-16,0 4 148 0,-4-1 64 16,-4 7 64-16,1 0-128 0,-10 0-144 15,6 0 96-15,-10 4-100 0,5-1-4 0,0 7-4 16,5-4-84-16,-6 10 92 0,6 3 48 16,2 3 28-16,5 7 48 0,0 3 48 15,4-5 28-15,0 9 8 0,0-4-72 16,4-4 0-16,9 3-136 0,-2-5-48 15,6 0-52-15,6-7 52 0,5-6-64 0,4-7 52 16,0-6-224-16,3 0 148 0,6-13-116 16,-5-3-104-16,3-3-168 0,1-2-232 15,4-2-808-15,-16 7-1232 0,15-10-2401 0</inkml:trace>
  <inkml:trace contextRef="#ctx0" brushRef="#br0" timeOffset="44083.361">8622 2914 9864 0,'0'0'5313'0,"0"0"-4609"0,-40 82-364 16,24-50 584-16,4 7 488 0,-1-1-296 16,6-3-248-16,7-10-208 0,0-2-248 0,7-8-364 15,10-5-48-15,-2-7-60 0,6-3 0 16,3-3 12-16,0-10 48 0,4-5 36 15,-5-8-36-15,1-7-4 0,0 2-384 16,-4-7-112-16,0 0 36 0,-4-1 0 16,-4 6-16-16,-1 3 112 0,-6 5 60 15,-1 6 36-15,-4 3 24 0,-9 7 164 16,2 2 84-16,-9 4 184 0,0 3 88 16,-4 0 24-16,-4 6-148 0,8 4-24 15,-3 9-120-15,-2 3-4 0,5 3 12 16,1 4 84-16,2 2 28 0,1-1-64 15,5-5-60-15,3-6-136 0,4 0-72 0,0-7-260 16,0-5-472-16,8-1-1000 0,3-6-1220 16,-2 0-2225-16,10-16-315 0</inkml:trace>
  <inkml:trace contextRef="#ctx0" brushRef="#br0" timeOffset="44215.36">8984 2923 10436 0,'0'0'4669'0,"0"0"-3397"15,79 0-228-15,-54 0 184 0,3 0-320 16,-4 0-396-16,-5-6-240 0,1-7-4 15,4-2-100-15,-4-7-156 0,4-7-12 16,-4-2-376-16,-4-7-592 0,-4 2-708 16,-8-2-600-16,-4 6-564 0,0 10-433 15,-8-3-1515-15</inkml:trace>
  <inkml:trace contextRef="#ctx0" brushRef="#br0" timeOffset="44400.786">9067 2588 8188 0,'0'0'2616'0,"0"0"-1651"0,0 0-465 0,0 0 268 16,-35 72-56-16,35-43 328 0,0 3 128 15,0 3-76-15,4 0-196 0,4 6-84 16,4 3-72-16,-5 3-216 0,10 7-180 0,-9 4-88 16,8 2 12-16,-4 3 12 0,-5 5-124 15,2-2-68-15,-1-2-4 0,-8-1-72 16,0-6-8-16,0 1-4 0,0-10-60 16,-4-1 0-16,-5-9-88 0,1-7-436 15,-3-2-188-15,-2-10-172 0,-2-6-340 16,-2-7-628-16,2-3-1204 0,-5-8-3889 0</inkml:trace>
  <inkml:trace contextRef="#ctx0" brushRef="#br0" timeOffset="44947.316">10203 2511 768 0,'0'0'10253'0,"0"0"-8189"0,0 0-780 0,72 102-84 16,-56-55 168-16,-4 7 120 0,-8 9-540 16,-4 1-336-16,0 3-320 0,-8 0-36 15,-4-4-84-15,0-9-68 0,0-6-104 16,-4-13-84-16,4-10-148 0,0-9-144 15,-4-3-52-15,4-10 72 0,1 0 108 0,-6-3-60 16,6-9-124-16,-6-4 100 0,2-4 36 16,-2-4 36-16,2-5 48 0,-1-2 200 15,0 2 12-15,0 4 4 0,8 3 144 16,4 6 124-16,4 4 176 0,0 9-116 16,0 0-232-16,12 0-88 0,8 6 220 15,-1 1 64-15,5 5 60 0,8 4 60 0,-4-3 24 16,4 3-60-16,-4-4-64 0,0 1-168 15,-4 0-148-15,0-1-104 0,0-1-52 16,-4-5-236-16,4 2-416 0,0-1-260 16,-1-3-328-16,-3-1-1356 0,8-3-3637 0</inkml:trace>
  <inkml:trace contextRef="#ctx0" brushRef="#br0" timeOffset="45102.365">10745 3121 14289 0,'0'0'1716'0,"0"0"-1472"0,0 0 240 0,4 92 660 16,-4-57 248-16,-8-4-352 0,1-1-488 0,-2-9-296 16,5-2-160-16,0-3-96 0,4-6-172 15,-4-1-352-15,4-2-464 0,0-4-356 16,0-1-900-16,0-2-3153 0</inkml:trace>
  <inkml:trace contextRef="#ctx0" brushRef="#br0" timeOffset="45548.542">11315 4038 17937 0,'0'0'2188'0,"0"0"-2104"15,0 0 196-15,0 0 12 0,0 0 0 16,-80-60-292-16,68 16-36 0,4-17-72 15,4-5 12-15,0-11-200 0,1-8-204 16,-1-4-36-16,0-10 32 0,-5-2 120 0,5-4 4 16,4 6 132-16,0 4 164 0,4 7 84 15,9 11 12-15,2 11 76 0,5 11 60 16,0 14 136-16,-4 6 12 0,1 13 72 16,-6 9-36-16,-3 7-112 0,-4 6-96 15,-4 0-16-15,0 13 200 0,0 6 216 16,-4 6-184-16,-4 10-156 0,-3 3-88 15,-2 6-20-15,5-5-40 0,1-8-36 16,2-2-88-16,5-10-32 0,5-7-100 0,10 1 52 16,1 0 68-16,4-1 4 0,8-1 24 15,0-2-88-15,0 1 80 0,-4-4 80 16,4 0 48-16,-5 4 36 0,-3-4-84 16,-3 4 12-16,-10-1 112 0,1 0-16 15,-8 4 16-15,0 3 44 0,-8 3-168 0,-12 3-24 16,1 1-280-16,-5 2-208 0,-4-6 8 15,0 3-256-15,0 1-784 0,7-8-1496 16,-10 4-3489-16</inkml:trace>
  <inkml:trace contextRef="#ctx0" brushRef="#br0" timeOffset="46068.729">12881 2975 11221 0,'0'0'2112'16,"0"0"-1500"-16,0 0-484 0,-76-67 24 15,48 54 528-15,4 7 528 0,-4 6-92 16,9 0-336-16,-1 15-188 0,3 11-76 16,2 13-108-16,2 5 32 0,6 3 36 15,3 4 172-15,4-4-104 0,4-5-251 16,8-10-293-16,0-7-36 0,4-6-121 0,3-9-39 15,2-7 0-15,-2-3 4 0,9-13-140 16,0-9-116-16,0-9-128 0,-4-1-60 16,0-7-44-16,-5 4 152 0,-6 7 316 15,2 3 40-15,-2 6 32 0,-2 6 4 0,1 7 40 16,1 6 96-16,-2 0 480 0,-3 12 92 16,8 7-20-16,-4 0-32 0,0 3-68 15,-4-3-12-15,4 4-124 0,-4-5-60 16,0-1-12-16,0 2-60 0,0-3-76 15,-4-3-108-15,0-1-4 0,-4-9-288 16,0-3-524-16,0 0-384 0,0-3-956 16,0-6-2780-16,0-7-3813 0</inkml:trace>
  <inkml:trace contextRef="#ctx0" brushRef="#br0" timeOffset="46301.063">13267 2927 9580 0,'0'0'2501'0,"0"0"-1541"15,0 0 920-15,0 0 92 0,0 0-116 16,83 73-312-16,-74-54-420 0,-1-3-383 0,0 0-197 16,-5 3-144-16,2-7-184 15,-1 4-156-15,-4-6-60 0,4 3-4 0,-4-7-44 16,0-3-24-16,4 0-60 0,-4-3-96 16,4 0-4-16,0-10-72 0,3-2 40 15,6-4 152-15,6-6-241 16,1-6-167-16,1-1-200 0,3 1-260 0,-1 3-264 15,5-1-1036-15,-4 6-864 0,-4 7-1429 16,-4 7 201-16,4 6 1240 0</inkml:trace>
  <inkml:trace contextRef="#ctx0" brushRef="#br0" timeOffset="46549.366">13705 2965 3404 0,'0'0'4888'15,"0"0"-2260"-15,0 0-447 0,28 67-381 16,-20-48-300-16,-4-10-268 0,5 1-292 16,2-7-252-16,-3-3-256 0,5-6 8 15,-2-4-76-15,6-9-228 0,-2-3-136 16,1-3 0-16,-4-3-8 0,-4-2-4 15,-1 5 12-15,-7 6 72 0,0 6 124 0,0 4 36 16,-11 2-40-16,-5 4-192 0,-4 0-56 16,-8 3 44-16,0 6-84 0,-4 10 92 15,0 6-120-15,5 7 28 0,2 7 36 16,10-3 60-16,2 6 88 0,10-4-40 16,3-3-36-16,0-4-12 0,3-2-68 0,6 0-56 15,7-12-192-15,0 3-452 0,8-7-128 16,3-4 8-16,5 0-332 0,12-6-920 15,4 0-908-15,8 0 1579 0,-12-3 977 16,27-6-5228-16</inkml:trace>
  <inkml:trace contextRef="#ctx0" brushRef="#br0" timeOffset="47025.017">14980 2724 10949 0,'0'0'2868'0,"0"0"-1676"0,0 0-916 16,0 0 276-16,0 0 416 0,0 0-24 15,-95 76-300-15,71-44-128 0,4-1-36 16,4-2 60-16,4 2-88 0,4-8-320 16,5 0-132-16,3-8-192 0,3-5-32 15,13-1 44-15,4-2 80 0,8-1 52 16,0-6-88-16,4 3-48 0,4-3 24 0,-5 4 156 15,-3-1-4-15,-3 3-40 0,-6 0 48 16,-3 4 12-16,-4 2 76 0,-4 1 72 0,-4 3 96 16,-4 0 0-16,0 2 0 0,-12-1-72 15,-7 6-76-15,-2-4-108 0,-3-1-144 16,-4-2-200-16,0 0 4 16,5-3 56-16,3-7-120 0,3-6-152 0,6 0-96 15,3-6-120-15,-1-13-580 0,6-4-1220 16,-1 2-1269-16,0-24-559 0</inkml:trace>
  <inkml:trace contextRef="#ctx0" brushRef="#br0" timeOffset="47398.369">15216 2835 4304 0,'0'0'5112'16,"0"0"-2855"-16,0 0-133 0,55 86-204 0,-47-55-356 16,-4 5-68-16,-4-1-244 0,0-7-152 15,0 0-299-15,0-9-305 0,0-3-240 16,0-9-256-16,0-5-36 0,0-2-108 15,0-2-332-15,9-11-9 0,-2-3 193 0,9-6 0 16,0-7-48-16,0 1-112 0,-4-3-112 16,4 1 136-16,0 5 144 0,-4 2 148 15,4 5-24-15,-4 8-12 0,-1 4 84 16,2 6 88-16,2 3 360 0,2 10 20 16,-2 9-60-16,1 3 48 0,-4 5-64 15,4 3-44-15,-4 6 20 0,-4-1 36 16,0 3-96-16,0 8 60 0,-8-2 48 15,4 10-11-15,-4-1-29 0,0 9-20 16,-8-5-16-16,1 4-8 0,-10-5-40 16,6-4-56-16,-6-4-40 0,2-7-36 0,2-6-64 15,2-13 0-15,-2-2-4 16,5-14-4-16,-3-2-268 0,-2-7-212 0,-2-7-332 16,-5-8-65-16,-5-9 49 0,2-4-188 15,-1-9-984-15,0-11-2044 0,9 10-1337 16,-13-25-2582-16</inkml:trace>
  <inkml:trace contextRef="#ctx0" brushRef="#br0" timeOffset="48351.82">15773 2758 11249 0,'0'0'2812'16,"0"0"-1444"-16,0 0-24 0,0 0 292 0,4 74-100 15,-4-46-268-15,0 4-479 16,0-1-353-16,0 2-252 0,0-7-184 0,4-5-36 16,1-1-72-16,2-5-100 0,1-2-216 15,0-4-101-15,4-5-119 0,0-4 68 16,1-4 200-16,2-11 80 0,1-4-60 16,4-4-72-16,0-3-44 0,-1-2 76 0,5 2 148 15,-3 5 100-15,-1 5 148 0,-5 3 64 16,-3 7 184-16,4 2 48 0,-8 4 60 15,0 10 64-15,-8 3 344 0,0 5 16 16,0 5-264-16,-4 6-128 0,-4-3-24 16,-3 5-35-16,-2-6 59 0,5 4-72 15,1-7-12-15,-1-3-184 0,3-10-108 16,1 1-12-16,4-10-60 0,0 0-36 16,0-4-256-16,9-8-108 0,6-4 252 0,-3-6-37 15,8 0-47-15,0-6-144 0,0 1-40 16,0 2 108-16,4 3 148 0,-5 6 76 15,2 0 32-15,-10 7 40 0,2 3 72 16,-5 2 60-16,-5 4 232 0,1 0 148 16,-4 6 136-16,0 7 104 0,0 3-95 15,0 3-233-15,0 0-76 0,-7 1 4 16,3-1 44-16,0-1 64 0,0-1 24 0,4-5-280 16,0-5-96-16,0-4-36 0,4-3-276 15,0 0-52-15,3-3-36 0,2-7 220 16,7-3-84-16,0-5-136 0,3-9-156 15,5 6 19-15,0-2 17 0,1 1 140 0,2 9 340 16,-7 0-188-16,0 7-16 0,-1 6 160 16,-6 0 48-16,2 4 612 0,-2 5 56 15,-5 1-363-15,-8 2 179 0,4 4 16 16,-4 4-188-16,0-5-20 0,0 4 8 16,0 4-104-16,-8-4-40 0,0 0 12 15,-1-1-112-15,6 2-56 0,-5-5-60 16,4 5-24-16,0-5-84 0,0-4-208 15,4-3-180-15,0-4-48 0,0-4 8 16,8 0 39-16,4-10 337 0,0-6 0 16,7-3-84-16,2-3-172 0,-6 3 96 0,5 0 196 15,4 0 60-15,-4 3 124 0,0 4 296 16,-4 2-296-16,4 4-60 0,-4-1 60 16,3 7 304-16,2 0 296 0,-1 0-152 15,-1 0-396-15,-2 0 104 0,-2 0 136 0,-2-4-232 16,2-4 40-16,-2-5 8 0,-2-4-35 15,6-4-73-15,-6-5-133 0,-3 1-147 16,1 2 24-16,-6-2 84 0,1 6 28 16,-4 3 8-16,0 1 84 0,-7 4 44 15,-10 5 16-15,6 4 108 0,-10 2 100 16,-3 6-128-16,0 10-80 0,1 6 40 16,-5 10 36-16,8-1 76 0,-4 7 20 15,8 4 65-15,4-2 35 0,0-1 84 16,8-1 24-16,4-6-28 0,0-7-140 15,0-6-220-15,12-3-36 0,4-10-76 16,8-2-92-16,8-4 192 0,8-10 12 0,3-11 0 16,1-9-384-16,4-5-148 0,-4-6-77 15,0-6-71-15,0 0-348 0,-4-5-888 16,-1-2-836-16,-7 16-1941 0,4-18-667 16</inkml:trace>
  <inkml:trace contextRef="#ctx0" brushRef="#br0" timeOffset="48548.363">17272 2407 6128 0,'0'0'5617'0,"0"0"-3265"0,0 0-760 15,0 0-576-15,0 0-220 0,0 0 8 16,0 0 524-16,0 0-448 0,-8 101-256 16,3-46-68-16,1 1 249 0,4 4-21 15,0 7-120-15,4-3-132 0,9-1-48 16,2-6-76-16,5-5-280 0,1-8-128 16,2-10-96-16,1-8-240 0,0-7-16 15,0-3-32-15,-5-10-64 0,2-3-84 16,-10-3-192-16,-2-3-249 0,-9-10-427 0,-4 1-476 15,-12-4-744-15,-8-3-1760 0,-1 3-757 16,-10-7-215-16</inkml:trace>
  <inkml:trace contextRef="#ctx0" brushRef="#br0" timeOffset="49001.086">17104 2867 1580 0,'0'0'6196'0,"0"0"-3384"16,0 0-1011-16,0 0-297 0,0 0-48 16,0 0-12-16,0 0-352 0,0 0-128 0,0 0 176 15,20-64-176-15,20 52-320 0,8-2-143 16,-1 0-137-16,5-3-88 0,0-2-68 15,-1 3-68-15,-2 0-140 0,-6 7-72 16,-6-1-76-16,-9 7-224 0,-1 3-224 16,-3 0-73-16,-4 9 97 0,-1 7 304 15,-2 7 48-15,-9 5-284 0,-8 4 52 16,0 6 428-16,0 3 24 0,-8 1 120 16,0-4 40-16,-1-3 160 0,2-3 84 15,-1-1 192-15,0-5-120 0,4-1-136 0,-4-6-83 16,8 0-61-16,-4-6-148 0,4-7-48 15,0 4-12-15,8-8 12 0,4 3 40 16,7-3-40-16,9-2 0 0,4-7 24 16,9-5-24-16,2-11-116 0,2-8-213 0,2-1-63 15,-3-5-32-15,0-4-112 0,-5 3-236 16,-3 5-396-16,-8 4-892 0,0 7-900 16,-8 7-1229-16,0 8 217 0,-8 7 896 15,-4 7 913-15,-4 8 2163 0,-4 7 2047 16,-4 0 1029-16,-8 4-228 0,8 0 24 15,-4-5-435-15,0 2-509 0,4-4-320 16,0-3-108-16,0 0-48 0,4-7-328 16,0-2-468-16,0-4-508 0,0-3-148 15,0 0-84-15,0 0-48 0,0 0-64 0,4 0-180 16,-4-3-208-16,0-4-52 0,4 1-76 16,-4 0-364-16,0-7-1096 0,-4 4-3245 15,-7-4-4539-15</inkml:trace>
  <inkml:trace contextRef="#ctx0" brushRef="#br0" timeOffset="49185.405">17921 2676 8080 0,'0'0'8609'16,"0"0"-6565"-16,0 0-1256 0,0 0-568 15,0 0-60-15,0 0 156 0,0 0 88 16,0 0-136-16,84-55-268 0,-65 50-108 15,2-1-184-15,3 3-292 0,-1 3-204 0,-3 0-272 16,0 3-604-16,0 0-2180 0,4 5-2905 0</inkml:trace>
  <inkml:trace contextRef="#ctx0" brushRef="#br0" timeOffset="49413.563">18674 2828 796 0,'0'0'11885'0,"0"0"-10265"0,0 0-900 15,0 0 704-15,0 86 424 0,-12-56 192 16,0-3-664-16,0 2-771 0,-4 3-241 16,4-4-72-16,4-2-64 0,1-1-84 15,7-3-68-15,3 1 20 0,9-4 24 16,12 0-36-16,4-3-84 0,8-7 60 0,3-5-12 16,2-4-48-16,2-13-120 0,-3-6-96 15,0-3-220-15,-4-1-132 0,-8-2-161 16,0 2-99-16,-13 1-344 0,2 3-788 15,-9 3-2292-15,-8-2-2461 0</inkml:trace>
  <inkml:trace contextRef="#ctx0" brushRef="#br0" timeOffset="49575.433">19355 2892 13685 0,'0'0'5572'0,"0"0"-4728"16,0 0-756-16,0 0-88 0,0 0-464 16,0 0 96-16,-75-10-332 0,54 7-848 0,-14-3-3220 0</inkml:trace>
  <inkml:trace contextRef="#ctx0" brushRef="#br0" timeOffset="55046.974">21634 3140 6432 0,'0'0'2168'0,"0"0"-1092"16,0 0 2013-16,0 0-1285 0,0 0-420 15,-87-3-280-15,78 3 432 0,5 0-272 16,4 0-324-16,0 0-280 0,4 0-139 16,5 0-33-16,6 0-116 0,10 0-104 15,10 3 72-15,10 1-64 0,2-2-24 0,5 1-104 16,-1-3-88-16,-3 3-60 16,1-3 12-16,-6 0-12 0,0 0-48 0,2-3-84 15,-6 0-52-15,1-3-200 0,-8-1-136 16,-4 4-172-16,-4 0-85 0,-11 3-187 15,-10 0-860-15,-3 3-1936 0,-8 0-1241 0,-20 13-2007 16</inkml:trace>
  <inkml:trace contextRef="#ctx0" brushRef="#br0" timeOffset="55215">21630 3435 12585 0,'0'0'2476'15,"0"0"-1584"-15,0 0-448 0,0 0 652 16,84 35 116-16,-45-32 136 0,6-3-260 15,6 0-263-15,1-9-253 0,4-4-272 16,0-6-220-16,-5-3-80 0,-6-4-244 16,2 1-460-16,-7-7-133 0,-4 3-103 0,0-2-420 15,-12 5-1640-15,-5-8-3773 0</inkml:trace>
  <inkml:trace contextRef="#ctx0" brushRef="#br0" timeOffset="55470.304">22105 2873 3860 0,'0'0'10341'0,"0"0"-9001"0,0 0-1328 0,0 0 488 16,103-22 404-16,-59 28 92 0,4 4-72 15,4 5-200-15,-1 7-124 0,5 1-124 16,-4 2-196-16,-5 0-60 0,-6 5-76 16,-2-5-20-16,-7 3-88 0,-8 1-36 15,-8-1-304-15,-4 1-172 0,-8 7 148 16,-8-5 84-16,-12 7 24 0,-12 3 60 15,-12 1-60-15,-3 6-4 0,-9-7 68 0,-8 3 32 16,-8-2-24-16,-3-2-84 0,-1-1-16 16,0-4-136-16,5-4-308 0,15-8-256 15,12-8-652-15,16-5-1256 0,16-10-3781 0</inkml:trace>
  <inkml:trace contextRef="#ctx0" brushRef="#br0" timeOffset="56148.674">24101 3095 5228 0,'0'0'5164'0,"0"0"-3695"0,0 0-685 15,0 0 172-15,99-69 288 0,-67 56-264 16,0 0-248-16,0 7-196 0,-4 3-116 15,4 3-108-15,-8 0-104 0,-1 3-48 16,-3 10-12-16,-3-1-24 0,-6 10 12 16,-7 4 196-16,0 2 88 0,-4 7-272 0,-8 4-100 15,-3 2-44-15,-6 0-4 0,-3 3-112 16,5 1-36-16,-2 3-12 0,2-7 112 16,2 0-12-16,5-9 52 0,8-7 8 15,0-10 4-15,0-5 0 0,4-3-4 16,5-7 148-16,3 0 72 0,3 0 112 15,1-10 96-15,5-5 0 0,-2-7-112 16,9-8-136-16,-4-4-44 0,4-4-128 16,-4-3-8-16,-1-1-44 0,1 1-116 15,-3 3-204-15,-6-3-40 0,-2 5-24 16,-9 2-48-16,-1 2-40 0,-3 0-188 0,0 7-64 16,-3 3 8-16,-1 3-196 0,0 3-268 15,0 2-200-15,-1 6-24 0,5 4-1161 16,-4-3-2991-16</inkml:trace>
  <inkml:trace contextRef="#ctx0" brushRef="#br0" timeOffset="56427.057">24985 2946 8412 0,'0'0'4601'0,"0"0"-3885"0,0 0-120 15,0 0 440-15,0 0 556 0,0 0-216 16,0 0-488-16,0 0-424 0,0 0-132 16,-75 45-24-16,58-17 8 0,6 4-24 15,-6 6 36-15,6 0 160 0,-6 6-63 16,6 4-109-16,-1 3-52 0,0 0-128 16,0 3-40-16,4-3-96 0,4-4 0 15,4-6-72-15,4-3-88 0,4-6-240 16,7-6-84-16,2-4-1 0,-2-3-127 15,9-10-144-15,0 1 8 0,1-7-520 0,3-3-852 16,-4-3-2392-16,3-10-4473 0</inkml:trace>
  <inkml:trace contextRef="#ctx0" brushRef="#br0" timeOffset="56876.361">25021 4260 15105 0,'0'0'2728'0,"0"0"-1768"16,0 0-60-16,0 0 464 0,0 0-111 16,0 0-429-16,0 0-520 0,0 0-304 15,-32-92-12-15,48 41 8 0,4-12-60 16,4-9-128-16,3-5-12 0,1-9-160 16,0-3-84-16,-3 0 168 0,-1 4-37 15,-5-1 61-15,5 10 36 0,-4 9-20 16,0 13 116-16,-4 10 40 0,3 11 72 15,-6 8 4-15,2 10 8 0,-6 3 232 0,-5 5-4 16,0 3-104-16,-4 4-124 0,4 0-12 16,-4 4 8-16,0 3 4 0,0 5 252 0,0 3 100 15,0 2-23-15,0 2-205 0,0-3-124 16,-4-7-132-16,4 0-28 0,4-2-21 16,3-1 33-16,10 4 40 0,2-1 12 15,5-3-64-15,0 7 76 0,4 0 12 16,0-1-4-16,0 5 16 0,-8 1 60 15,0 1 12-15,-4 1 36 0,-4-1 28 16,-5 0 68-16,-7 3 208 0,0-3-11 16,-3 0-145-16,-9 4-64 0,-4-5-60 15,-4 1-72-15,-4-3-144 0,0-4-124 16,0-1-229-16,5-8-51 0,-2-3-124 0,1 0-580 16,9-9-876-16,-2-5-948 0,9 2-2209 15,0-21-1323-15</inkml:trace>
  <inkml:trace contextRef="#ctx0" brushRef="#br0" timeOffset="57091.225">25937 3016 14557 0,'0'0'2188'0,"0"0"-1540"0,0 0-64 0,0 0 56 16,92 70 844-16,-80-51 188 0,-8 3-631 15,4-3-581-15,-4 4-288 0,0-1-100 16,-4 0-12-16,0 0-48 0,-4 7-12 15,-12-1-4-15,-4 1-204 0,-4 2-56 16,-8 1-64-16,-4 0-36 0,-3 0 28 16,-5-4-105-16,0 1-143 0,-4-4-184 15,4 1-420-15,0-11-1312 0,16-2-2700 0,1-3-3941 0</inkml:trace>
  <inkml:trace contextRef="#ctx0" brushRef="#br0" timeOffset="57718.321">27105 3035 12525 0,'0'0'1996'0,"0"0"-1300"0,0 0-104 15,0 0 748-15,0 0 84 0,0 0-304 16,0 0-376-16,0 0-380 0,0 0-216 16,0 0-140-16,-96 86-8 0,60-49-12 15,-3 1 8-15,7-2 4 0,-1-4-12 0,10-4-72 16,-1-3-16-16,12-5 4 0,0-1-16 16,8 0-32-16,4-3-40 0,4 0 100 15,12 3 84-15,4 0 156 0,4 0 64 16,4 3-72-16,3-6 20 0,1-1-92 15,-4-2 68-15,0-3 40 0,0-4-40 16,-8 0-104-16,-4-2-40 0,-4-4-100 16,0 0-56-16,-8 0-296 0,-4 0-292 15,0 0-348-15,-4 0-676 0,-5 0-2376 0,-10 0-3581 0</inkml:trace>
  <inkml:trace contextRef="#ctx0" brushRef="#br0" timeOffset="57884.401">26714 3657 7384 0,'0'0'4557'0,"0"0"-2517"0,0 0-220 16,0 0-180-16,84 55-148 15,-52-46-240-15,0 0-448 0,-1-5-440 0,5-4-228 16,5 0-92-16,-2 0-44 0,9-11-4 16,0 0-228-16,0-6-436 0,3-1-248 15,1-5-376-15,-8 7-1048 0,24-15-3309 0</inkml:trace>
  <inkml:trace contextRef="#ctx0" brushRef="#br0" timeOffset="58398.357">27683 3194 2568 0,'0'0'9597'15,"0"0"-7693"-15,0 0-1336 0,0 0 112 16,0 0 704-16,0 0-44 0,79-57-428 16,-59 53-332-16,4 4-176 0,0 0-88 15,4 7-60-15,4 9-72 0,-5 5-24 16,-3 9 8-16,0 4 52 0,-3 7 48 16,-6 4 205-16,-2 3-193 0,-10 0-124 15,-3-4-80-15,0 1-64 0,-3-5 36 16,-6-4-40-16,1-8-4 0,4-6-4 15,0-9-60-15,4-4-16 0,0-5-32 0,0-4 12 16,0 0 0-16,0-4-28 0,4-5 124 16,0-4-8-16,8-6 8 0,-4-9 0 0,8-4 0 15,-4-4-60-15,4-8-121 16,0-3-15-16,-4-8-144 0,4-1-136 0,-4 2-120 16,3 3-264-16,-2 6-248 15,2 14-356-15,-2 2-648 0,2 10-848 0,-2 6-2013 16</inkml:trace>
  <inkml:trace contextRef="#ctx0" brushRef="#br0" timeOffset="58685.204">28559 2892 6612 0,'0'0'6673'0,"0"0"-5197"16,0 0-784-16,0 0 60 0,0 0 436 16,0 0 12-16,-83 60-300 0,59-28-264 15,3 7-148-15,2 5-64 0,-1 6 76 0,3 4 25 16,2 7-77-16,2-4 48 0,-2 0-48 16,11-7-232-16,0-5-108 0,4-10-60 15,0-6-48-15,4-7 0 0,12-7-72 16,0-1-60-16,3-7-24 0,5-7-88 15,4 0-132-15,4-14-180 0,4-5-185 16,4-6-283-16,-4-7-1244 0,-4 7-2924 16,4-16-4889-16</inkml:trace>
  <inkml:trace contextRef="#ctx0" brushRef="#br0" timeOffset="59064.356">29045 2781 13865 0,'0'0'1832'0,"0"0"-1040"0,0 0-80 16,8 95 424-16,-8-54 340 0,-8 0-156 0,0 1-483 16,1 3-313-16,-6-4-164 0,1 0-128 15,-4 3-148-15,1 4-76 0,-9-3-8 16,-1 0-8-16,-3-5-124 0,-3-1-136 16,6-11 188-16,-2-3 80 0,-1-6 0 15,4-3-112-15,-4-6-240 0,0-7 36 16,4-3 171-16,1 0 21 0,-1-3-92 15,4-10-100-15,4-3-52 0,0-3 160 16,8-6-24-16,4-4-12 0,4-6-60 16,0 0-64-16,4 3 36 0,12 4-36 0,4 6 20 15,4 9 104-15,4 7 244 0,4 3 380 16,3 3 212-16,5 9 36 0,4 4-80 16,0 3 12-16,-1 3 40 0,2-4 81 15,-6 1-41-15,1-5-216 0,-4-3-220 16,-4-2-204-16,0-2-24 0,-9-4-120 0,5-4-268 15,-4-5-300-15,0 0-225 0,-3-7-383 16,-6 3-624-16,5-9-3680 0</inkml:trace>
  <inkml:trace contextRef="#ctx0" brushRef="#br0" timeOffset="59253.227">29436 2933 9652 0,'0'0'6421'0,"0"0"-5757"0,0 0-140 15,0 0 244-15,0 0 564 0,79 83 196 16,-70-58-387-16,-2 4-533 0,5 3-244 16,-8-1-160-16,4 7 100 0,-8 1-184 15,0 2-120-15,-12 3-216 0,-7 1-88 16,-9 6-108-16,-13 3-352 0,-6-4-101 16,-9 4-71-16,-8-3-340 0,-3 0-816 0,11-13-1968 15,-36 13-2261-15</inkml:trace>
  <inkml:trace contextRef="#ctx0" brushRef="#br0" timeOffset="61194.782">1410 4619 3088 0,'0'0'11885'15,"0"0"-9937"-15,0 0-1872 0,0 0 184 16,0 0 484-16,103 0 364 0,-63 0-128 16,8 0-344-16,0 0-124 0,4 0-112 0,-4 0 5 15,-1 0-129-15,1 0-180 16,-8-3-84-16,4 0-12 0,-8-3-60 0,-4 0-48 15,-4-4-172-15,-9 3-217 0,1 1-199 0,-12 0-180 16,1 2-464-16,-9 4-980 0,-5 0-848 16,-3 0-2597-16,-12 10-1431 0</inkml:trace>
  <inkml:trace contextRef="#ctx0" brushRef="#br0" timeOffset="61365.993">1736 4747 7672 0,'0'0'4465'0,"0"0"-3685"16,0 0-436-16,0 0 240 0,0 0 480 15,0 0 260-15,88 2-164 0,-52-2-168 16,8 0-156-16,0-7-212 0,-4-1-144 16,0-5-128-16,-5 1-304 0,-3-1-48 0,-4-4-364 15,-4-2-64-15,-4-3-52 0,-4-3-356 16,-4-4-672-16,0 11-2396 0,-8-14-4869 16</inkml:trace>
  <inkml:trace contextRef="#ctx0" brushRef="#br0" timeOffset="61598.915">2015 4226 12077 0,'0'0'1188'0,"0"0"-996"0,0 0-40 16,84-7 1104-16,-52 7-164 0,7 4-212 16,2 2-8-16,-5 7-168 0,3-1-200 15,-3 7-232-15,-4 6-124 0,-8 1-84 16,-4 6-64-16,-4 6-60 0,-8 3-76 15,-8 3 124-15,0 8 12 0,-8 1 0 16,-8 5-8-16,-4 2-164 0,1-1 72 16,-9 0 92-16,0 0-176 0,-4-2-248 0,-4-2-312 15,-1-1-424-15,-2-7-584 0,11-8-1104 16,-16-2-2945-16</inkml:trace>
  <inkml:trace contextRef="#ctx0" brushRef="#br0" timeOffset="62478.327">3673 4534 860 0,'0'0'7492'0,"0"0"-5368"15,0 0-475-15,0 0-269 0,0 0 0 0,0 0-384 16,0 0-328-16,88-29-208 0,-68 29-112 16,4 0-188-16,-5 9-60 0,5 8-88 15,1 1 188-15,-6 8 184 0,1 6-264 16,-4 6 16-16,-4 3-124 0,0 1-12 15,-4-2-72-15,0 2-52 0,-4-10 112 16,4-4 12-16,-5-6 0 0,1-9-60 16,1-4-28-16,-1-6 0 0,4 1 4 0,-4-4 72 15,3 0 12-15,2-7 164 16,3-2 120-16,-5-4-40 0,6-6-56 0,-2-3-128 16,-3-3 0-16,1-4-48 0,-5-7-12 15,3 3-92-15,-7-9-68 0,4 1 60 0,-4-3-84 16,0-1 96-16,0 3-20 15,0 1-140-15,-4 10 36 0,1 2 64 0,-1 12-20 16,0 5 164-16,-1 10-116 0,5 2-256 16,-4 0-296-16,4 2-276 0,-4 5-376 15,0 3-476-15,1-1-933 0,3 7-2563 0</inkml:trace>
  <inkml:trace contextRef="#ctx0" brushRef="#br0" timeOffset="63843.579">4494 4442 7368 0,'0'0'1880'16,"0"0"-756"-16,0 0 77 0,0 0 295 15,0 0-84-15,0 0-276 0,0 0-268 16,0 0-144-16,0 0-144 0,0 0-184 16,0 0-148-16,-72 9-52 0,64 10-84 0,-4 3-24 15,8 3 8-15,-3 5 28 0,7 1-24 16,0 1 8-16,4 3 16 0,3-1-112 15,5-2-12-15,0 4 0 0,4-2-44 16,0-2-8-16,0-3-108 0,0-4-316 16,3-6-216-16,2-2-64 0,-1-9-260 0,-1-2-444 15,1-6-764-15,-3 0-973 0,2-6-2615 0</inkml:trace>
  <inkml:trace contextRef="#ctx0" brushRef="#br0" timeOffset="64398.89">4861 4309 4304 0,'0'0'4248'0,"0"0"-3716"0,0 0-364 0,0 0 516 15,0 0 389-15,0 0 7 16,0 0-260-16,0 0-96 0,79 47-240 0,-63-32-128 16,-4 8 112-16,4-1 124 0,-4 4-140 15,0 2-60-15,-4 0-80 0,0 5-52 16,-1 2-36-16,-7 0 40 0,0-1-4 16,0 4-64-16,0-2-36 0,-7-3 16 15,-5 3-4-15,-1-4-60 0,-2-4-28 16,-1-2-72-16,0-4-12 0,0-5-4 15,0-6-268-15,4-1-48 0,-4 0 60 16,4-10 36-16,0 0 100 0,1 0 52 0,-2-3 72 16,2-7 4-16,-1-2-4 15,-4-1 0-15,-1-4-4 0,6-1-40 0,-1 2 44 16,3-3 88-16,2 3-36 0,3 3-40 16,4 0 40-16,0 4 72 0,0 2-88 15,7 5-36-15,6-3-72 0,2 5 64 0,2 0 8 16,2 0 12-16,1 5 196 0,5 1 4 15,-1 3 48-15,-1 1-12 0,5 0 84 16,-4 2-12-16,-4 4-52 0,3 0-192 16,-2-4-68-16,-5 8 0 0,-4-1 52 15,4-1-12-15,-4 4 0 0,-5 1-48 16,6-4-76-16,-5 0-232 0,-5-6-280 16,5-3-16-16,-4-4-92 0,0-6-488 15,-4 0-556-15,5 0-748 0,-5-3-1669 16,4-10-979-16</inkml:trace>
  <inkml:trace contextRef="#ctx0" brushRef="#br0" timeOffset="66996.679">5470 4442 9292 0,'0'0'2025'0,"0"0"-1241"0,0 0-52 16,0 0 516-16,0 0-24 0,0 0-28 16,0 0-400-16,0 0-200 0,72 89-112 15,-61-59-68-15,2 6 28 0,-2-1-88 16,-3 6 12-16,1-3 0 0,-5 4-76 15,0-7-172-15,-4 3-60 0,0-7-8 0,0-2-52 16,-8-6-4-16,-1-1-72 0,1-4-276 16,1 1-396-16,-6-2-196 0,2-5-68 15,-1-2-512-15,-1-4-608 0,6-3-784 16,-5-3-2577-16</inkml:trace>
  <inkml:trace contextRef="#ctx0" brushRef="#br0" timeOffset="67158.794">5737 4728 10136 0,'0'0'2621'0,"0"0"-1269"15,0 0 152-15,87-23 76 0,-62 16-256 0,3 5-500 16,-4-2-236-16,4-2-100 16,-5 4-172-16,1-5-180 0,4 0-136 0,-8-3-88 15,3 4-192-15,-6 3-292 16,-2-3-264-16,2 6-172 0,-6 0-608 0,-2 0-1432 15,-9 6-3513-15</inkml:trace>
  <inkml:trace contextRef="#ctx0" brushRef="#br0" timeOffset="67331.609">5880 4956 7796 0,'0'0'2368'0,"0"0"-1387"0,0 0 11 0,0 0 908 16,0 0-108-16,0 0-536 0,0 0-352 15,0 0-212-15,92 12-128 0,-68-12-196 16,-1 0-292-16,5 0-76 0,4-9-64 16,0-1-268-16,5-3-588 0,-5 1-732 15,-5-1-2392-15,9-9-4781 0</inkml:trace>
  <inkml:trace contextRef="#ctx0" brushRef="#br0" timeOffset="67833.926">6343 4457 14013 0,'0'0'1768'0,"0"0"-1768"0,0 0 0 0,0 0 348 15,84-15 320-15,-65 18-208 0,5 6 320 16,0 7 0-16,0 6-228 0,4 3-172 15,-5 7-172-15,1 3-88 0,-7 0-20 16,-2 6 20-16,-2 1-44 0,-5 5-68 0,-5 1 4 16,-3 3-4-16,0-3-4 0,-3-1 0 15,-1-5 0-15,0-4 8 0,-1-7-8 16,5-6 4-16,-4-8 52 0,4-4-56 16,-4-5 0-16,4-4 4 0,0-4 4 15,0 0-8-15,4-4 0 0,0-2 144 16,5-2-148-16,2-9 132 0,6-5-8 15,-2-7 48-15,2-5-160 0,2-6-12 16,-3 3-4-16,3-3 4 0,-2-2 48 16,-2 3-36-16,-2 2 36 0,-5 2-40 0,-1 0 64 15,-3-1-72-15,5 2 0 0,-9-4-132 16,0-1-208-16,4 1-28 0,-4-3-60 16,0 9 88-16,0 1-4 0,0 8 232 15,0 7 112-15,0 7 40 0,0 6-32 16,0 3 68-16,-4 0-76 0,4 0 0 15,0 0-112-15,-4 3-72 0,-1-1-136 0,1 3-88 16,0 0-60-16,-3 2-152 0,3 3-392 16,-9-2-600-16,6-1-884 0,-5 6-2545 15</inkml:trace>
  <inkml:trace contextRef="#ctx0" brushRef="#br0" timeOffset="68415.418">7127 4575 9020 0,'0'0'4993'0,"0"0"-4121"0,0 0-580 16,0 0 324-16,0 0 588 0,0 0-176 15,0 0-176-15,0 0-188 0,0 0-236 0,0 0-220 16,0 0-112-16,-60 63-20 0,60-50 32 15,0 0-12-15,0 2-20 0,0 2-16 16,5 1-60-16,-1 2 4 0,0-1 128 16,0 3-24-16,-1 4-12 0,1-1 28 15,0 6 44-15,1 8 148 0,3-1 317 0,-1 0-293 16,5 0-172-16,-3 3-76 0,6-6-92 16,2-4-48-16,-2-5 36 0,5-8-348 15,1-1-224-15,2-10-97 0,5-1 9 16,0-6-84-16,0-3-632 0,-8 0-1508 15,-1-14-3301-15</inkml:trace>
  <inkml:trace contextRef="#ctx0" brushRef="#br0" timeOffset="68948.302">7518 5550 14705 0,'0'0'3760'0,"0"0"-3352"0,0 0-224 16,0 0 148-16,0 0 352 0,0 0 292 16,0 0-392-16,0 0-572 0,-16-71-12 15,16 34-132-15,0-8-16 0,0-9 4 16,0-5-208-16,4-9-28 0,0-8-48 15,0 0-144-15,0-3-8 0,0 5 112 16,3 8 60-16,6 9 112 0,-2 11 208 0,2 9 88 16,2 9 84-16,-2 2 140 0,-1 7 72 15,-5 6-48-15,1 7-4 0,-3 3-8 16,-5 3-80-16,0 0-56 0,0 6 36 16,0 7 304-16,0 9-72 0,0 4-184 15,-9 2-64-15,1 3-32 0,1 1 20 0,-6 1-48 16,5-11 28-16,5-7 12 0,3-5-100 15,0-4-184-15,0-3-156 0,7-3 48 16,10 0 44-16,-2 0 92 0,5 4 68 16,5-4-32-16,-6 0-16 0,5 3 0 15,-4-3 12-15,-4 6 76 0,4 1 40 16,-9 2 8-16,2-3 4 0,-5 7 4 16,-1-4 288-16,-3 5 144 0,-4 1-48 15,0 1-88-15,0 3-60 0,-4 4-84 16,-7-1-28-16,-6 0-44 0,2-3-40 15,-5 1-48-15,1-6-64 0,-6-3-220 16,5-3-188-16,5-4-140 0,-6-4-124 0,5-4-240 16,4-10-776-16,1-3-1120 0,-2-24-2993 0</inkml:trace>
  <inkml:trace contextRef="#ctx0" brushRef="#br0" timeOffset="69165.226">8083 4419 10316 0,'0'0'5593'0,"0"0"-5125"16,0 0-132-16,0 0 276 0,92 32 736 16,-80-13 24-16,0 0-320 0,-3 3-580 15,-2 3-191-15,1 7-137 0,-4 1-132 16,-4 4 52-16,-12 4-64 0,-4 4-76 16,-8-1-93-16,-3 8-99 0,-10-2-48 0,-2 4-124 15,-9 0-156-15,0 3-112 0,-8 0-204 16,-4 1-360-16,0-1-1036 0,13-16-2437 15,-25 16-3751-15</inkml:trace>
  <inkml:trace contextRef="#ctx0" brushRef="#br0" timeOffset="71499.134">1502 6197 7688 0,'0'0'7253'0,"0"0"-6297"15,0 0-956-15,0 0 0 0,0 0 404 16,0 0 244-16,0 0 360 0,0 0-120 15,95 25-288-15,-55-18-184 0,8-1-36 16,-1 1-112-16,6-1 24 0,-5-6-48 16,7 0-168-16,-3 0-64 0,0-6 48 15,-5-4-60-15,1 0-12 0,-8 1-220 16,-8-4-316-16,0 4-224 0,-8 3-208 16,-4-1-484-16,-12 7-1224 0,-4 0-3365 15,0 0-2390-15</inkml:trace>
  <inkml:trace contextRef="#ctx0" brushRef="#br0" timeOffset="71686.208">1757 6467 3556 0,'0'0'1552'0,"0"0"4409"0,0 0-4537 0,0 0-224 16,-84 22 460-16,80-22-204 0,4 0-572 16,0 3-664-16,12-3-132 0,11 0-12 0,5 4 476 15,13-1 336-15,6-3-240 16,5 0-356-16,4 0-208 0,-5-3-12 0,5-9-72 15,-4-2-220-15,-4-4-476 0,0-8-44 16,-5 0-220-16,-7-5-860 0,-8 5-2952 16,-4-12-5465-16</inkml:trace>
  <inkml:trace contextRef="#ctx0" brushRef="#br0" timeOffset="71931.453">2099 5867 3740 0,'0'0'8485'16,"0"0"-7897"-16,0 0-472 0,108 31 688 16,-64-18 284-16,-5 7-280 0,2 2 36 15,-2 3-196-15,-3 4-300 0,-4 6-164 0,-4 0-172 16,-4 5 64-16,-9 6 36 0,-6-2-64 16,-5 3 16-16,-4 4 132 0,-9 0-120 15,-6 6 20-15,-6-3-44 0,-2 3-52 16,-1-3-160-16,-4-3-64 0,0-3-236 15,4-3-84-15,-4-11-360 0,5-2-280 16,-1-10-1000-16,7-6-2741 0,-7-7-2767 0</inkml:trace>
  <inkml:trace contextRef="#ctx0" brushRef="#br0" timeOffset="72585.334">3653 5794 7200 0,'0'0'5485'0,"0"0"-4169"0,0 0-520 16,0 0 448-16,0 0-128 0,0 0-432 15,0 0-92-15,0 0 12 0,80 45 328 16,-60-7-284-16,-5 13-284 0,-6 6-96 16,3 6-148-16,-9 4-32 0,-3 6-4 15,4-4-24-15,-4 2-48 0,0-2 36 16,0-2-48-16,4-9-56 0,1-5 44 16,-1-11-48-16,4-7 52 0,-1-14-40 0,6-5-24 15,-2-2 72-15,10-6 40 16,-2-2-32-16,5 1 112 0,4-3 124 0,0 2-27 15,0-6-117-15,0 0-4 16,-5 0-92-16,5 0 0 0,-4-3-4 0,0-4-4 16,0-2-264-16,0-7-341 0,0 1-315 15,0-8-324-15,-9 4-792 0,6-13-3804 0</inkml:trace>
  <inkml:trace contextRef="#ctx0" brushRef="#br0" timeOffset="72915.741">4283 6563 5396 0,'0'0'7981'0,"0"0"-7169"16,0 0-368-16,0 0 616 0,0 0-92 15,0 0-272-15,0 0-248 0,0 0-40 16,91 25 108-16,-63-50-160 0,-4-7-356 16,-1-3-232-16,2-7-460 0,-1 1 12 0,-8 6 44 15,0 4 76-15,-9 1-132 0,-3 11 24 16,-4 10 8-16,0 0 256 0,-15 9 200 15,-2 0 204-15,-6 0 152 0,3 6 192 16,-4 11 224-16,0 4-252 0,4 8 48 0,8 12 100 16,-4 0 180-16,13 10-56 0,-1-3 80 15,4 3 160-15,0-4 32 16,11-6-196-16,1-3-240 0,4-8-256 0,8-8-168 16,-1-13-256-16,2-9 48 0,6-6 76 15,1-17-200-15,5-15-120 0,-1-8-300 16,3-13-684-16,-11 15-1480 0,16-32-3205 0</inkml:trace>
  <inkml:trace contextRef="#ctx0" brushRef="#br0" timeOffset="73112.546">4988 5775 9004 0,'0'0'6089'0,"0"0"-4705"0,0 0-1376 16,0 0 604-16,-12 89 244 0,0-38 548 15,0 6-120-15,4 6-212 0,0 7-319 16,0 3-221-16,8 1-148 0,-4 5-104 0,4 0-88 15,0-3-188-15,4-6-4 16,0-7-84-16,4-9 0 0,0-12-156 0,0-10-64 16,0-10 64-16,-1-9-4 0,-2-7-204 15,-1-6-101-15,0-3-155 0,-4-7 96 16,0-6-336-16,-4-2-920 0,0 1-1996 16,-20-15-2837-16</inkml:trace>
  <inkml:trace contextRef="#ctx0" brushRef="#br0" timeOffset="73252.866">4578 6467 8776 0,'0'0'6741'0,"0"0"-5573"0,0 0-1032 16,0 0 176-16,0 0 468 0,0 0 184 15,0 0-192-15,0 0-268 0,79-19-88 16,-40 6-52-16,10-3-232 0,-1 1-132 16,7-4-248-16,5 0-824 0,0 0-244 15,-8 6-344-15,19-4-3732 0</inkml:trace>
  <inkml:trace contextRef="#ctx0" brushRef="#br0" timeOffset="75197.261">6857 6136 5196 0,'0'0'1524'0,"0"0"2528"0,0 0-3419 16,0 0-93-16,0 0 432 0,0 0 276 15,0 0-264-15,0 0-268 0,-48-72-248 16,48 65-140-16,-4 1-4 0,4 0 72 16,0 6-72-16,-4 3-128 0,0 6-48 15,-5 14-36-15,2 6 36 0,-9 12 0 0,0 6-136 16,0 4 104-16,0-1-108 0,1 2 64 15,-2-5-72-15,6-2-124 0,2-3-36 16,1-9 72-16,4-3-196 0,0-11 36 16,4-7 136-16,0-5-36 0,0-4 0 15,0-3 12-15,0 0 60 0,4 0 68 16,4 3 8-16,-4 0 64 0,8 0-60 16,-4 7-4-16,4 2 12 0,0 4 308 15,0 8-120-15,-5 6 48 0,2 3-100 0,-5 1 224 16,0 1-64-16,0 0-184 15,-4-7-124-15,0-2-60 0,4-3-52 0,-4-4 100 16,3-7-408-16,-3-3-520 0,0-2-220 16,5-4-708-16,-5-3-1108 0,4-6-1813 0</inkml:trace>
  <inkml:trace contextRef="#ctx0" brushRef="#br0" timeOffset="75665.481">7351 6277 1016 0,'0'0'10689'0,"0"0"-8785"0,0 0-1536 0,0 0 64 15,0 0 476-15,19 82 588 0,-15-53-440 16,1 2-216-16,-5 4-152 0,0 3-64 15,0 6-160-15,0 1-148 0,-13 3-192 16,2-4-28-16,-2 5-84 0,2-12-12 16,-5-2 0-16,4-6 4 0,-4-7-4 0,4-3-84 15,-4-6-416-15,0-4-76 0,0-3 28 16,4-2 4-16,-4-4-132 0,0 0 20 16,4-7 8-16,0-2-108 0,0-4 4 15,1-2 8-15,-2-5 248 0,2-2 344 16,-1 0 152-16,-1 0 76 0,2-1 216 15,7 4 140-15,-1 0-92 0,1 3 100 16,4 4 64-16,4 2-36 0,5 2-96 16,2 3-108-16,10 5-40 0,-2 0 48 15,9 0 48-15,0 10 28 0,4 3 32 0,-4-1 40 16,0 4-40-16,0 3-60 0,-4 0-40 16,-5-3-120-16,1 0-148 0,-3 0-4 15,-2-3-8-15,2 0-72 0,-2-1-52 16,2-3-524-16,2 5-164 0,-7-5-140 15,4-3-800-15,-4-3-2788 0,0-3-2605 0</inkml:trace>
  <inkml:trace contextRef="#ctx0" brushRef="#br0" timeOffset="75853.368">7765 6763 5716 0,'0'0'6301'16,"0"0"-5305"-16,0 0-140 0,0 0 684 15,0 0 204-15,7 72-368 0,-10-53-516 16,-1 0-320-16,0 0-236 0,0 0-132 16,0 1-76-16,0-1-96 0,4-3-80 15,-3 0-164-15,3-4-552 0,0 1-188 0,0-7-192 16,0-2-604-16,0-4-1064 0,0-4-2157 0</inkml:trace>
  <inkml:trace contextRef="#ctx0" brushRef="#br0" timeOffset="76065.274">8131 6797 13777 0,'0'0'3004'0,"0"0"-2592"16,0 0-352-16,0 0 424 0,0 0 332 15,0 0-152-15,0 0-356 0,0 0-284 16,0 0-24-16,77-28-540 0,-58 12-372 15,1 4-292-15,4-1-680 0,-8 7-2004 16,12-5-2517-16</inkml:trace>
  <inkml:trace contextRef="#ctx0" brushRef="#br0" timeOffset="76208.796">8816 6717 5472 0,'0'0'6197'0,"0"0"-3897"0,0 0-1300 16,0 0 260-16,0 0 248 0,0 0-52 15,0 0-576-15,81 26-388 0,-78-26-312 16,5 0-180-16,1-2-8 0,2-8-456 16,1-4-136-16,1 0-444 0,-2-5-712 15,1-1-2988-15,4-5-5769 0</inkml:trace>
  <inkml:trace contextRef="#ctx0" brushRef="#br0" timeOffset="76764.529">9606 6359 6644 0,'0'0'8889'0,"0"0"-7517"16,0 0-1364-16,0 0-8 0,0 0 496 0,0 0 444 16,0 0 144-16,0 0-448 0,0 0-268 15,0 0-100-15,0 0-48 0,24 13-48 16,-16-13-88-16,-5 0-72 0,1 0 0 15,0 0 32-15,-4 0-44 0,4 0 0 16,-4 0 0-16,0 0-12 0,0 0-48 0,0 3 16 16,0 0 44-16,5 0 96 0,-5-3-12 15,0 4-24-15,4-4-48 0,-4 3 0 16,4 0 36-16,-1 3 12 0,5 1 120 16,-4 2-32-16,0 4-51 0,-4 6 87 15,0 3 348-15,0 7-156 0,-4 6-208 16,0 3 0-16,-7 3 28 0,-2 3-88 15,-2-2-48-15,-6-4 0 0,2 0-56 16,-1-3-4-16,0-7-4 0,0-4 4 16,0-6-8-16,0-3-76 0,-3-1-208 0,-2-11-80 15,1-1-88-15,-4-2-88 16,4-2-45-16,-4-4 57 0,5-5-76 16,-1 3 208-16,4-3 124 0,4-1 60 0,4-1-112 15,0-6-12-15,1 0-100 0,2 0 172 16,5 0 184-16,4 6 88 0,0 1 236 0,0 1-228 15,13 6 240-15,-2-2 156 0,6 5-60 16,6-3-36-16,-3 3 12 0,8 2 60 16,-4 0-16-16,4 0-8 0,-1 2-28 15,-3 5-60-15,0-3-40 0,0 2-144 16,-4 1-84-16,0-1-100 0,0 0-20 16,0 4-416-16,-4-1-488 0,4 1-192 15,-4-1-1176-15,0 0-3221 0,11 8-4123 0</inkml:trace>
  <inkml:trace contextRef="#ctx0" brushRef="#br0" timeOffset="77499.465">9952 6600 6704 0,'0'0'4401'0,"0"0"-2605"0,0 0-676 16,0 0-196-16,0 0 156 0,0 0-24 16,0 0-16-16,-8 77-240 0,5-37-248 15,-1 9-72-15,-5 4 32 0,5-2 12 0,0 1-232 16,-3-5-108-16,3 1-112 16,0-4-72-16,-1-6-8 0,1-9-100 0,4-7-100 15,0-9-376-15,9-7-260 0,-1-6-28 16,3-6 196-16,9-10-340 0,-4-7-904 15,8-2-452-15,-4-3-469 0,0-5-179 16,0 8 496-16,-4 0 880 0,0 3 1212 16,-4 3 432-16,-4 3 1108 0,0 2 796 0,-8 6 280 15,0 2 20-15,0 2-191 0,-8 1-405 16,-5-1-488-16,-2 4-316 0,-5 0-176 16,4 0-236-16,-8 4-80 0,4 3-60 15,1 1-152-15,2 5-100 0,6-1 100 16,7 5-16-16,4-4 4 0,0 6 48 15,4 0 164-15,11 1 80 0,1-2-32 16,0 1 144-16,4-3 108 0,4-4-196 16,-4-2-160-16,4 0-132 0,4-8-68 15,-4-2-44-15,4 0-124 0,0 0-56 0,0-8-456 16,-1-6-200-16,1-1-292 0,0 0-572 16,-4 1-1288-16,-4-5-3285 0</inkml:trace>
  <inkml:trace contextRef="#ctx0" brushRef="#br0" timeOffset="78398.28">10435 6286 6096 0,'0'0'6069'0,"0"0"-4613"0,0 0-1148 0,0 0 196 16,0 0 444-16,0 0 84 0,91 23 4 16,-71-10-160-16,0-1-284 0,0 7-160 15,3-3-188-15,-6 3-84 0,3-3-28 16,-9 6 4-16,6-3-12 0,-9 3-28 16,-1-3-88-16,-3 6-8 0,0-2 8 0,-4-4 40 15,0 0-32-15,0-3-16 0,0-4-4 16,0-5-72-16,0-1 28 0,0-2 0 15,0-4 36-15,0 0 0 0,0 0-112 16,0 0-36-16,0 0 64 0,0 0 48 16,0 0-16-16,0 0 4 0,0 0-52 15,0 0-36-15,0 0-60 0,0 0-24 16,-4 0 120-16,0 0 28 0,4-4-104 16,-7 4 16-16,7 0 76 0,0 0 8 0,-4 0-148 15,4 4 196-15,-4 1 40 0,-1 12 76 16,-3 3 56-16,1 5 32 0,3 0-28 15,-4 0 108-15,-1 4-144 0,5-7 0 16,-3 0-16-16,7-3-84 0,-4-3 0 0,4-6 4 16,0-1 0-16,4-3 4 0,0-3-8 15,3 0 0-15,2-3-96 0,3 0 8 16,-1 0 16-16,2 0-16 0,-6 0 12 16,5 0-20-16,-3 0 32 0,-5 0-20 15,7 0-4-15,-7 0-48 0,5 0 132 16,-2-3 4-16,1 3 0 0,0-6-60 15,4 1-64-15,-4 0 76 0,0-1 48 16,0 3 0-16,0 0 0 0,0 3-4 16,-4 0 4-16,4 3 112 0,0 6 0 15,0 4 160-15,-4 4 12 0,0 2-172 16,0 0-64-16,-4-5 52 0,3 6 8 0,2-4 16 16,-1 0-120-16,0 0-4 0,0-7-4 15,0 4 4-15,-4-4 12 0,3 5-12 16,-3-2 0-16,0 1 8 0,0-1 40 15,0 5-40-15,-3-3-8 0,-1 3-4 16,0 2 4-16,-4-3-60 0,0-3-24 0,0 2-4 16,0 1-36-16,-1-3-120 0,-2-4-92 15,3 5-44-15,-4-5 68 0,4 0-60 16,-4-2-76-16,5-1-56 0,-2-3 12 16,1 0-160-16,0-3-588 0,1 0-872 15,-2-3-857-15,-3-6-2087 0</inkml:trace>
  <inkml:trace contextRef="#ctx0" brushRef="#br0" timeOffset="79151.429">11677 6264 6340 0,'0'0'5285'15,"0"0"-3809"-15,0 0-484 0,0 0-20 16,0 0 288-16,0 0-112 0,0 0-72 0,92 47-316 15,-72-11-268-15,-8 8-148 16,0 0-160-16,-4 7-28 0,-8-3-56 0,4-4-28 16,-4-5 0-16,0-4-72 0,0-10-4 0,0 1-44 15,0-12-36-15,0-3-52 0,0-5-12 16,0-4-72-16,4-2 28 0,0 0 20 16,3 0 48-16,6-2 124 0,2-4 72 15,6 2-72-15,-1-3 0 0,-1 5-12 16,5 2 0-16,-3 0 0 0,-2 0-36 15,-3 0 48-15,-4 2 56 0,0 5 92 16,-4 0 36-16,0-2-48 0,-4 6 72 16,-4-2 8-16,0 4-80 0,0 0 8 15,-4-1-8-15,-8 7-52 0,-8-3-72 16,1 0 0-16,-2 0 0 0,1-4-12 16,5-1-96-16,-2-6-148 0,6-2-144 0,-2-3-116 15,5 0-60-15,5-12-260 0,-1-7-600 16,4-7-848-16,0 4-2089 0,11-16-1727 0</inkml:trace>
  <inkml:trace contextRef="#ctx0" brushRef="#br0" timeOffset="79430.77">12263 6670 3588 0,'0'0'740'0,"0"0"4828"16,0 0-3047-16,0 0-609 0,0 0 68 0,0 0-348 16,72 66-412-16,-68-61-316 0,0-5-208 15,0-5-256-15,4 0-208 0,-1-9 84 16,6-4-63-16,-5-4-105 0,3-7-148 15,-2 7-36-15,-5 0-124 0,0 3-57 0,-4 6 9 16,0 4 12-16,-4 2 4 0,-9 4-88 16,-2 0 24-16,-5 0-148 0,-4 3 148 15,4 3 132-15,0 10-156 0,1 2 96 16,6 11 72-16,1-1 112 0,5 7 56 16,2 3-56-16,5-3-108 0,5-4 60 15,2 1 32-15,9-4-32 0,8 0 40 16,4-6 4-16,8-3-40 0,3-2-116 15,9-2-408-15,8-5-396 0,0-1-692 16,-16-4-912-16,24-2-2609 0</inkml:trace>
  <inkml:trace contextRef="#ctx0" brushRef="#br0" timeOffset="79981.984">13260 6664 3484 0,'0'0'244'0,"0"0"476"16,0 0 3528-16,0 0-2608 0,0 0-43 0,0 0 39 15,-60-64-276-15,47 64-92 0,-2 0-240 16,2 4-396-16,2 5-152 0,-1 7-36 16,0 7-48-16,0 5-16 0,8 3 24 15,-4 5 36-15,4-1 60 0,4-4-148 16,0-6-84-16,0-4-160 0,0-10-108 15,7-4-108-15,2-7-12 0,7 0 20 16,4-7 100-16,4-11 0 0,-1-5-280 16,5-9-232-16,0-2 24 0,-4-1 96 15,0 3 112-15,-4 3-28 0,-4 10 76 16,-1 3 72-16,-2 10 24 0,-5 2-136 16,-1 4 24-16,6 13 248 0,-5 4 336 15,-1 8-28-15,-3 3-48 0,1 1 36 16,-1 3-40-16,-4-1 64 0,4-2-40 15,-4-3 4-15,0-5 68 0,0-5-180 0,4-2-172 16,-4-8-24-16,4-4-184 0,-1-2 12 0,1-5-172 16,5-12 88-16,-1-5-148 0,7-7-324 15,-2-5-424-15,2-7-1128 16,-2 12-2377-16,6-21-1771 0</inkml:trace>
  <inkml:trace contextRef="#ctx0" brushRef="#br0" timeOffset="80162.279">13745 6004 5428 0,'0'0'7545'0,"0"0"-6209"16,0 0-716-16,0 0 424 0,-4 107 296 15,-4-52 252-15,1 1-244 0,-6 8-276 16,5 3 33-16,-3-1-269 0,2-1-364 0,2-2-272 16,3-6-200-16,0-7-108 0,4-12-436 15,0-8-288-15,4-16-69 0,7-7 13 16,6-7 132-16,-2-12-620 0,5-14-1164 15,-3 7-2296-15,6-25-2465 0</inkml:trace>
  <inkml:trace contextRef="#ctx0" brushRef="#br0" timeOffset="80364.296">13964 6105 5336 0,'0'0'8081'0,"0"0"-6749"0,0 0-888 15,0 0 208-15,5 86 352 0,-10-48 412 16,1 3-172-16,0 0-352 0,4 7-368 15,0-3-160-15,0 5-156 0,0 1-160 16,0 0-48-16,0 0-84 0,0-4-88 16,0-2-496-16,4-3-236 0,5-8-92 0,-1-2-180 15,3-7-484-15,6-5-656 0,2-8-1761 16,-3-6-1927-16</inkml:trace>
  <inkml:trace contextRef="#ctx0" brushRef="#br0" timeOffset="80847.558">14694 6496 260 0,'0'0'9052'0,"0"0"-7347"15,0 0-253-15,0 0-356 0,0 0 248 0,0 0 296 16,80-42-16-16,-33 30-464 15,5 5-292-15,4-2-232 0,0 5-152 0,-5 4-240 16,-3 0-84-16,-12 0-27 0,-8 7-133 16,-9-1-12-16,-2 4-97 0,-10-1 109 15,-7 7 36-15,0 0 37 0,-3 7 47 0,-9 4-60 16,-8 6-60-16,-1-2-120 0,-6 4-1 16,-1-3-15-16,4 0 52 0,0 0-72 15,4-4 92-15,4-2 56 0,5-7-4 16,6 0-36-16,5-7-12 0,5 1 60 15,6-7 12-15,5-1 60 0,8-5-12 16,4 0-56-16,4-11 12 0,4-8-16 16,4-6-296-16,-4-4-156 0,0-3-124 15,-5-2-208-15,1-5-396 0,0 4-980 16,-8 10-2336-16,4-10-2921 0</inkml:trace>
  <inkml:trace contextRef="#ctx0" brushRef="#br0" timeOffset="81148.829">15470 6509 7080 0,'0'0'7301'0,"0"0"-6141"0,0 0-684 16,0 0 268-16,24 79 680 0,-11-63 128 16,-2-7-612-16,1-3-564 0,4-6-216 15,4 0-52-15,4-12 40 0,0-7-148 16,4-6-36-16,-4-10-356 0,4 3-132 16,-9-3 24-16,-2 6 36 0,-6 4 144 15,2 3-36-15,-9 3-52 0,-4 6 0 16,0 3-48-16,-4 3 268 0,-9 2 100 15,-7 2 80-15,1 3-84 0,-9 0 80 16,4 3-48-16,-4 6 60 0,4 7 224 16,0 3 124-16,4 10-52 0,5 6 12 0,-2 6 64 15,2 7 20-15,2-1 112 0,2 0 72 16,2 1-112-16,1-9-124 0,8-5-188 16,0-8-152-16,0-4-172 0,0-9-340 15,8-10-220-15,5-3-116 0,2-7 208 16,5-11-516-16,-3-1-1772 0,2-22-5049 0</inkml:trace>
  <inkml:trace contextRef="#ctx0" brushRef="#br0" timeOffset="81405.854">15996 6334 8536 0,'0'0'4765'0,"0"0"-3673"0,0 0-676 15,0 0 316-15,20 79 412 0,-20-57 356 16,0 4-208-16,-3-1-460 0,-1 0-380 15,-4 0-148-15,-5 5-108 0,6-2-136 16,-5 0-52-16,0 2-8 0,4-5 0 0,0-10 8 16,3-2-8-16,1-9 4 0,4-2 96 15,0-2 12-15,4-6-112 0,9-7-24 16,2-6 24-16,9 0 4 0,1-6-4 16,-1 0-92-16,4-1-300 0,-5 1-44 0,5 3-80 15,-4 0-192-15,4-1-288 0,-4 1-392 16,0 3-1052-16,-5 3-1969 0,2-3-1943 0</inkml:trace>
  <inkml:trace contextRef="#ctx0" brushRef="#br0" timeOffset="81694.458">16351 6459 2704 0,'0'0'312'0,"0"0"8441"16,0 0-7245-16,-24 82-540 0,20-54 432 15,-4-6 68-15,5-3-244 0,3-3-532 0,0-7-460 16,0-9-84-16,7 0 136 0,9-3-28 15,0-7-148-15,8-8-108 0,-1-8-352 16,5-2-44-16,-3 0-32 0,-1-2 84 16,-9 2 24-16,2 6 84 0,-6-1 100 15,-2 8 24-15,-5-1 16 0,-4 6 96 0,-9-2 124 16,-3 2 52-16,-3 4-4 0,-5-1-36 16,-1 4 60-16,-2 3-148 0,-1 3 64 15,0 10-12-15,4 0-16 0,0 6-20 16,0 0-4-16,0 0-60 0,4 0-124 15,-4 0 28-15,9-3-16 0,-6 3-368 16,6-1-228-16,-1-1-212 0,3 2-616 16,2 0-1700-16,3-3-4165 0</inkml:trace>
  <inkml:trace contextRef="#ctx0" brushRef="#br0" timeOffset="82617.366">16945 6305 8324 0,'0'0'4617'0,"0"0"-3329"0,0 0-340 15,0 0-196-15,0 0 552 0,0 0-104 16,-88 17-228-16,72-5-396 0,0 1-308 16,0 6-132-16,9 0-136 0,-2 3-60 15,5 0-52-15,4 3 40 0,4-2 68 16,9-1 4-16,2 1 48 0,5-9-36 0,1 3 36 16,-2-4-48-16,1-4 0 0,-1-3 0 15,-2 1 56-15,-6-1 20 0,2-3 8 16,-5 4 40-16,-4-1 8 0,-4 1-60 15,0 5 28-15,0 1-4 0,-12-1-56 16,-4 4-40-16,0-2-120 0,0 1-40 0,-8-5 16 16,8-2-64-16,-4-1-124 0,4-3-72 15,4-1-160-15,0-3-136 0,5-3-228 16,-2-3-412-16,9-7-1120 0,0-4-2493 16,5 5-2551-16,14-9 7232 0</inkml:trace>
  <inkml:trace contextRef="#ctx0" brushRef="#br0" timeOffset="82932.941">17710 6410 2872 0,'0'0'10921'0,"0"0"-9529"0,-16 79-740 16,0-46 716-16,-1-2 436 0,2-3-264 0,3-5-660 15,8-10-612-15,4-8-268 0,0-5-84 16,12 0 24-16,7-5-24 0,9-12 48 0,9-2-232 15,3-6-268-15,-1-3-88 0,1-4-76 16,-4 6-84-16,-9 1-44 0,-2 6-68 16,-5 3 92-16,-12 3 188 0,-8 4 12 15,0 2 440-15,-8 1 124 0,-16 3 40 16,0 0 192-16,-4 3 136 0,-4 0 100 16,-4 0-4-16,0 12-80 0,1 1 32 15,3 3-28-15,4 3-24 0,0 4-28 16,8-5-196-16,4-2-100 0,5 1-224 15,2-5-708-15,5 1-516 0,4-7-2480 16,0 1-2929-16</inkml:trace>
  <inkml:trace contextRef="#ctx0" brushRef="#br0" timeOffset="83063.662">18041 6534 2612 0,'0'0'13093'0,"0"0"-11405"0,0 0-1168 15,79 35 172-15,-55-32-148 16,4-3 44-16,-4 0 268 0,8-9-320 0,4-11-184 15,-1-6-352-15,5-5-48 0,0-3-940 16,0-5-212-16,-4 1-788 0,-12 10-3504 16,4-10-5013-16</inkml:trace>
  <inkml:trace contextRef="#ctx0" brushRef="#br0" timeOffset="83332.248">18403 6051 8520 0,'0'0'5241'0,"0"0"-3685"0,-28 73-764 16,25-41 412-16,-10 6 252 0,5 3 16 0,1 4-324 16,2-1-479-16,1 4-321 0,-4 6-248 15,8 4-92-15,-4-1-8 0,4 6-76 16,0 0 28-16,-3 1 40 0,3-1-40 16,0-3-84-16,-4-3-12 0,4 1-40 15,0-3 99-15,-4-8-231 0,-1-3 24 0,5-6 72 16,-8-3 172-16,1-6-24 0,-10-8-368 15,2-5-124-15,-6-3-72 0,-3-6-92 16,-3-4-184-16,-1-3-396 0,-7-6-384 16,-6-11-564-16,2-8-2021 0,11 3-2547 15,-16-22 5976-15</inkml:trace>
  <inkml:trace contextRef="#ctx0" brushRef="#br0" timeOffset="83686.473">19583 6503 9712 0,'0'0'4905'0,"0"0"-4693"16,0 0-60-16,0 0-152 0,0 0 568 16,110 53 588-16,-69-46 172 0,2-7-548 15,10 0-328-15,-6-13-96 0,5-3-88 16,4-9-196-16,-4 0-72 0,-5-5-296 15,2-2-244-15,-6-2-136 0,-4 2-228 16,-2-2-480-16,-5 1-1104 0,-13 8-2525 16,2-10-2963-16</inkml:trace>
  <inkml:trace contextRef="#ctx0" brushRef="#br0" timeOffset="83981.281">20088 5981 1592 0,'0'0'9477'0,"0"0"-7809"0,0 0-788 0,0 0 84 16,0 0 248-16,-92 86-20 0,85-48-224 15,-5 7-68-15,3 5-104 0,6 7-84 16,-1 3-104-16,0 11-168 0,0 0-112 16,0 1-207-16,4 1-13 0,0 0-32 15,0 3-4-15,0 0-60 0,0-2 60 16,0-2-68-16,4-2 8 0,0-4 0 16,4-8-8-16,-8-8 0 0,3-5 8 15,-3-10-4-15,0-6 76 0,0-7-76 16,0-9-4-16,0-4 4 0,0-6 40 15,-3 0 100-15,-9-3-72 0,-4 0-76 16,-8-6-144-16,0-3-28 0,-4-7-108 0,4-3-169 16,0-6 1-16,5-11-200 0,6-7-196 15,6-9-312-15,3-9-628 0,4 14-2368 16,4-32-3597-16</inkml:trace>
  <inkml:trace contextRef="#ctx0" brushRef="#br0" timeOffset="84193.069">20599 6331 1032 0,'0'0'10157'0,"0"0"-5789"15,0 0-3524-15,0 0-144 0,0 0 280 16,-45 95 288-16,37-60 16 0,1 3-408 16,3 4-367-16,0 2-69 0,4-3 68 15,0 0-12-15,4 1-244 0,4-4-156 16,-1-7-96-16,6-2-4 0,-5-4-80 0,7-5-72 15,-2-8-232-15,6-6-108 16,1-3-120-16,0-3-81 0,8-9-143 0,4-10-492 16,-9 3-360-16,10-19-3180 0</inkml:trace>
  <inkml:trace contextRef="#ctx0" brushRef="#br0" timeOffset="84446.91">20921 6454 14365 0,'0'0'2880'0,"0"0"-2148"16,0 0-40-16,0 0-92 0,0 0 468 16,0 0-264-16,0 0-416 0,91 26-168 15,-59-26-75-15,4 0 15 0,-3 0-160 16,-1 0-40-16,0 4-68 0,-6 4-1 16,-5 9-27-16,-1 2 52 0,-5 12 80 15,2 4 4-15,-13 6 128 0,-4 8-120 0,0-2-16 16,-4 0-64-16,-4 1-220 0,-1-4-216 15,6-3-188-15,3-9 96 0,0-12-176 16,7-11-260-16,2-9-864 0,-1-6-1952 0,16-26-2281 16</inkml:trace>
  <inkml:trace contextRef="#ctx0" brushRef="#br0" timeOffset="84646.464">21662 6134 8748 0,'0'0'5217'0,"0"0"-4193"16,0 0-720-16,0 0 388 0,0 0 336 16,-103 82 444-16,67-46-44 0,-9 4-476 15,-2 11-344-15,-5 0-219 0,-4 7-169 16,-8-1-160-16,5 3-8 0,-5-7-52 0,8 2-196 16,5-10-265-16,11-11-123 0,12-8-100 15,8-14-124-15,12-6-200 0,8-6-592 16,0-6-1524-16,16-19-5225 0</inkml:trace>
  <inkml:trace contextRef="#ctx0" brushRef="#br0" timeOffset="84838.28">21985 6153 3160 0,'0'0'8225'15,"0"0"-7093"-15,0 0-276 0,0 0 312 16,32 82-124-16,-32-50-148 0,0-1-184 15,-4 7-368-15,-9 4-192 0,2-1-152 16,-9 4-4-16,-3 2-408 0,-5 1-136 16,-4 3-32-16,-5-2-172 0,-6 1-296 0,-6 0-632 15,-2 1-1565-15,12-16-3707 0,-30 19 4580 0</inkml:trace>
  <inkml:trace contextRef="#ctx0" brushRef="#br0" timeOffset="85676.864">5040 7936 4012 0,'0'0'10829'0,"0"0"-9357"0,0 0-1420 0,0 0 84 15,0 0 188-15,0 0 572 16,87 0 116-16,-47 5-224 0,8-3-176 0,4 2-76 16,8-4-220-16,-4 0-132 0,3-6-100 15,-3-7-76-15,-1-4 0 0,-3-1-8 0,-8-4-276 16,0-4-136-16,-8 0-224 0,-4-2-88 15,0 0-260-15,-8-1-1124 0,-13 6-2712 16,-2-5-5081-16</inkml:trace>
  <inkml:trace contextRef="#ctx0" brushRef="#br0" timeOffset="85876.616">5407 7671 8080 0,'0'0'6565'0,"0"0"-5605"0,-32 95-636 0,23-48 468 16,1 8 252-16,1 2 8 0,-2 0-208 16,1 4-364-16,4-5-272 0,1 1-196 15,-1-6-12-15,4-13-100 0,0-12-44 16,7-10-236-16,10-16-136 0,2-4-60 16,5-15-32-16,4-16-360 0,0-12-1152 0,-4 8-3017 15,4-30-3959-15</inkml:trace>
  <inkml:trace contextRef="#ctx0" brushRef="#br0" timeOffset="86414.259">5712 7350 8868 0,'0'0'5541'0,"0"0"-4857"16,0 0-472-16,0 0 152 0,0 0 504 16,0 0 416-16,0 95-124 0,-3-54-352 15,-1 7-184-15,0 6-124 0,-4 3-124 0,4 6-96 16,1 1-84-16,-2 0-184 0,1-1-12 15,4-6-76-15,0-3 4 0,4-10-168 16,4-12-4-16,0-7 120 0,4-8-56 16,0-9-28-16,4-3-124 0,4-5-56 15,-5 0 92-15,6-5 52 0,-1-3-4 16,-1-2-8-16,-2 0 8 0,-2 3 100 0,-2 2 40 16,2 2-40-16,-6 0 60 0,2 3-60 15,-3 3 148-15,-4 3 12 0,1 3 76 16,-1 1 96-16,-1 3-112 0,1-1 104 15,-4 1 32-15,4-3 64 0,0-1 8 16,0-6-96-16,0 1-112 0,4-4-68 16,0 0 64-16,7-4 68 0,2-5 36 15,7-4-4-15,-1-7-96 0,5 2-72 16,-4-1 0-16,4-6-76 0,-7 2-80 16,3 1 68-16,-9-3-8 0,1 3-100 0,0 3-52 15,-8 3 152-15,-5 3 96 0,2 1 108 16,-5 5 104-16,-8 3-68 0,-4 4-32 15,-4 0-100-15,0 0-4 0,0 11-8 16,-7 1-48-16,2 10 48 0,1 4 36 16,5 2 72-16,-2 7 52 0,6-4 48 0,3 4-60 15,3-5-148-15,5-2-24 0,5-6-100 16,7 0 28-16,4-6-28 0,7-2-48 16,1-6 4-16,8-4-92 0,0-4-232 15,0-4-112-15,3-2-224 0,2-7-648 16,-1-2-1228-16,-8 2-2573 0,8-9-2774 0</inkml:trace>
  <inkml:trace contextRef="#ctx0" brushRef="#br0" timeOffset="89747.076">13909 5498 652 0,'0'0'876'0,"0"0"7216"0,0 0-6195 16,0 0-629-16,0 0 336 16,0 0-180-16,0 0-408 0,79 5-232 0,-47 16-68 15,0 5-248-15,4 5-160 0,-5 4 0 16,2 3-88-16,-1 0 148 0,-5 4 96 15,1-1-244-15,0 0-100 0,-4 4-32 16,0-1-76-16,0 1-4 0,-4-1 0 16,-4-3 4-16,0-3-12 0,0-2 8 15,-4-9 4-15,0 0 0 0,0-9 48 16,-1-5-12-16,-2-3 16 0,3-4-20 16,-5-6-44-16,2 0-4 0,2-3 4 15,1-10 96-15,4-3 0 0,0-6 16 16,4-3-104-16,0-3 0 0,4-8 0 0,0 1-8 15,4-3-52-15,7 0-8 0,6-3-40 16,6-1-20-16,5 1 20 0,4 3-56 16,8 3-16-16,0 4-132 0,-1 6-136 0,-7 2-60 15,-1 4-56-15,-10 6-108 0,-10 7-264 16,-11-1-260-16,-4 4-956 0,-12 3-736 16,-4 0-1409-16,-4 0-2495 0</inkml:trace>
  <inkml:trace contextRef="#ctx0" brushRef="#br0" timeOffset="90074.203">14303 5109 7172 0,'0'0'5005'15,"0"0"-3357"-15,0 0-772 0,0 0-172 16,0 0 480-16,0 0-40 0,0 0-44 16,0 0-228-16,63 79-80 0,-54-41-108 15,-1 3-224-15,-4 3-191 0,-4-2-197 16,0-4-72-16,0-3-4 0,0-10-56 15,0-3-85-15,0-9-99 0,4-1-144 16,-1-7-200-16,-3-5-132 0,9 0-136 16,-5-11-616-16,0 5-1540 0,0-16-3161 0</inkml:trace>
  <inkml:trace contextRef="#ctx0" brushRef="#br0" timeOffset="90814.793">14343 5296 1356 0,'0'0'704'0,"0"0"1892"15,0 0 1316-15,0 0-2576 0,0 0-303 16,0 0 19-16,0 0-140 0,0 0-72 15,0-80-156-15,0 65-176 0,0-5-4 16,0 5-28-16,0-1 16 0,-4 2-68 16,-4 2 48-16,4 2 76 0,-4 7-92 15,4 1-148-15,-3 2-136 0,-6 2-160 16,5 11-12-16,1 6 64 0,-6 4-56 16,5 5 40-16,4 1 16 0,1 5-64 15,3 1 60-15,0 4-56 0,0-2 0 16,0-2-4-16,0 0-8 0,0-9-4 0,0-4 8 15,0-10-60-15,3-1-32 0,1-9 20 16,4 2 76-16,-4-4 16 0,8-6 192 16,0-7 136-16,4-4-136 0,0-8-208 0,0-3-232 15,-4-4-40-15,4-1 100 0,0 0-160 16,0-3-64-16,-4-5 64 0,4-7-52 16,-4 1-176-16,-1-11-4 0,-2-2-52 15,-1-3 36-15,-4-3 228 0,-4-1 8 16,3-3 52-16,-3 9 216 0,0 7 76 15,0 10 292-15,0 9 176 0,4 13 176 16,-4 2 152-16,0 12-148 0,4 1-64 16,-4 3-52-16,0 4-136 0,0 0-396 0,0 7-24 15,5 3 24-15,-5 9 184 0,4 6 296 16,-4 7 84-16,0 3-256 0,0 6-112 16,0 7-88-16,-4 2-36 0,-5 4 0 15,2 4-72-15,-5 2-8 0,3-3-68 16,2 0-276-16,-5-3-272 0,8-6-4 15,-5-4 184-15,9-12-300 0,0-10-240 16,0-8-312-16,9-9-692 0,-1-5-1109 0,7-5-2039 16</inkml:trace>
  <inkml:trace contextRef="#ctx0" brushRef="#br0" timeOffset="90965.917">14710 5086 1760 0,'0'0'1460'15,"0"0"4340"-15,0 0-3811 0,0 0-385 0,0 0-212 16,8 82-80-16,-12-59-304 15,0 2-108-15,-1 1-20 0,1-4 32 0,0-2-408 16,1-6-296-16,3-3-208 0,-4-9-76 16,4 1-180-16,0-3-320 0,0 0-128 15,0-3-340-15,0-3-1228 0,0-7-3413 0</inkml:trace>
  <inkml:trace contextRef="#ctx0" brushRef="#br0" timeOffset="91131.435">14697 4903 7612 0,'0'0'4165'0,"0"0"-2961"0,0 0-820 16,0 0 224-16,0 0-48 0,96-46-220 15,-72 40-200-15,0 3-140 0,4-3-76 16,0 2-228-16,-5 1-980 0,5 3-724 0,-4 0-929 16,0 0-1739-16</inkml:trace>
  <inkml:trace contextRef="#ctx0" brushRef="#br0" timeOffset="91333.947">15036 4873 1484 0,'0'0'1616'0,"0"0"2444"0,0 0-1700 15,-43 76-719-15,26-53-193 0,-2-1-196 16,3 4-24-16,0-4-68 0,4 0-152 16,0-2-128-16,8-1-252 0,0-5-308 15,4 3-208-15,0-4-40 0,0-1-64 16,8 1 0-16,0-4 76 0,3 1-80 16,-2 0 48-16,3-1-52 0,-5-3-12 15,2 1-36-15,-1 2 48 0,-1-3 0 16,-3 4 12-16,-4-1-12 0,0 4-4 15,0 1 4-15,-4-2-124 0,-3 3-172 0,-1-2-96 16,-1-1 20-16,2-1 88 0,-1-5-420 16,0-3-156-16,3-3-388 0,1 0-948 15,4 0-893-15,-3-13-2643 0</inkml:trace>
  <inkml:trace contextRef="#ctx0" brushRef="#br0" timeOffset="91566.305">15324 4619 3332 0,'0'0'8733'16,"0"0"-6517"-16,0 0-1720 0,0 0 384 15,0 0 500-15,0 0 316 0,0 0-272 16,23 90-472-16,-23-57-372 0,-8 9-91 0,4 3 299 16,0 5-404-16,-3-1-140 0,2 1-148 15,1-2-96-15,0-1 0 0,0-3-108 16,4-5-232-16,-4-10-36 0,4-11 52 15,0-5-136-15,0-6-149 0,0-4-123 16,0-3-304-16,0 0-836 0,0 0-920 0,-4-3-2481 16,-12-7-3135-16</inkml:trace>
  <inkml:trace contextRef="#ctx0" brushRef="#br0" timeOffset="91712.086">15112 5054 6432 0,'0'0'4412'0,"0"0"-2227"0,0 0-1245 16,0 0 36-16,0 0 496 0,0 0-240 15,0 0-244-15,100-34-272 0,-72 27-288 16,3 1-172-16,1 0-244 0,0-4-12 16,0 0-128-16,0 1-608 0,0-2-264 15,-8-1-364-15,-5 6-1244 0,5-3-3329 0</inkml:trace>
  <inkml:trace contextRef="#ctx0" brushRef="#br0" timeOffset="91864.491">15626 4988 5488 0,'0'0'4452'0,"0"0"-1799"0,0 0-1441 16,-16 66 256-16,8-41 300 0,0 1 88 16,0-3-396-16,4-4-692 0,-4-5-544 15,5 0-224-15,-2-4-144 0,1-4-464 16,4 0-272-16,-4 0-140 0,0-6-564 16,0 4-2184-16,-3-8-3857 0</inkml:trace>
  <inkml:trace contextRef="#ctx0" brushRef="#br0" timeOffset="92018.048">15546 4886 3100 0,'0'0'10537'0,"0"0"-9141"0,0 0-568 16,0 0 552-16,0 0-464 0,92-19-312 16,-68 19-320-16,3 0-284 0,5 0-48 15,1 0-28-15,-1 0-760 0,0 0-744 0,-9 3-880 16,13 4-2893-16</inkml:trace>
  <inkml:trace contextRef="#ctx0" brushRef="#br0" timeOffset="92198.238">15985 4997 2872 0,'0'0'7340'0,"0"0"-4091"16,0 0-2181-16,-68 64-100 0,48-36 388 16,0-3 172-16,4 4-32 0,4-4-284 15,9-2-363-15,-2-7-365 0,5-3-276 0,5-1-172 16,6-6-36-16,1 1-60 0,4-1 12 15,0-6-24-15,0 0-244 0,3-3-197 16,5-10-167-16,1 1-112 0,-1-10-372 16,-5 6-1252-16,9-19-4033 0</inkml:trace>
  <inkml:trace contextRef="#ctx0" brushRef="#br0" timeOffset="92667.691">16327 4613 4652 0,'0'0'8421'0,"0"0"-6857"0,0 0-592 0,0 79-44 16,-4-40 492-16,0 8 44 0,-3 1-264 15,-6 5-460-15,5 4-167 0,-3 4-125 16,2-4-84-16,5-2-156 0,4-8-152 16,0-9-56-16,4-9-48 0,9-7-24 15,2-13 8-15,1 1-32 0,-4-10-48 16,4 0-352-16,-4-3-185 0,0-7-147 15,-4-3-384-15,-4-2-1372 0,0 2-3076 0,-8-3-3057 16</inkml:trace>
  <inkml:trace contextRef="#ctx0" brushRef="#br0" timeOffset="92824.659">15957 5026 7504 0,'0'0'7377'0,"0"0"-5889"15,0 0-640-15,0 0 400 0,0 0-360 0,0 0-168 16,0 0 112-16,0 0 92 0,115-32-355 15,-67 23-301-15,4-4-152 0,0 0-116 16,-5 1-132-16,1-1-548 0,-4 3-477 16,-4 0-211-16,-8 7-1476 0,8 1-4873 0</inkml:trace>
  <inkml:trace contextRef="#ctx0" brushRef="#br0" timeOffset="92997.288">16948 5254 10272 0,'0'0'9445'0,"0"0"-7837"16,0 0-379-16,0 0-541 0,0 0-616 15,0 0-72-15,0 0 0 0,0 0-468 16,0 0-136-16,0 0-321 0,0 0-735 16,-79-44-3560-16,67 37-8277 0</inkml:trace>
  <inkml:trace contextRef="#ctx0" brushRef="#br0" timeOffset="98811.424">6331 7963 7628 0,'0'0'1140'0,"0"0"-584"0,0 0 2357 16,0 0-1213-16,0 0-476 0,0 0 0 16,0 0-92-16,0 0-156 0,0 0-260 15,0 0-92-15,79 6 96 0,-66 7-72 16,-2 6-200-16,1 4-107 0,-3 2 11 16,-9 0-72-16,0 2 48 0,0 3-100 0,0-1-144 15,-9-1-36-15,5 1-48 16,-4-8-4-16,4-4-92 0,1-8 24 0,3-2-12 15,0-7-84-15,0 0-112 0,0-3-120 16,7-10-61-16,1-4 69 0,5-2 40 16,2-3 48-16,-4 0 72 0,6 7 72 0,-6-2 64 15,6 8 88-15,-6 6 8 0,2 0 128 16,-1 3 52-16,-5 0-8 0,2 0-40 16,-1 6-20-16,-4 1 48 0,-1 2-88 15,1-3-60-15,-4 1-8 0,4 2-4 16,0 1-48-16,1 2-16 0,-5 1-164 15,4 4-128-15,0 2-84 0,-4-1-244 16,7 4-572-16,1 1-424 0,-3-4-2400 16,10 3-3613-16</inkml:trace>
  <inkml:trace contextRef="#ctx0" brushRef="#br0" timeOffset="99730.439">7761 8188 7856 0,'0'0'1424'0,"0"0"1737"15,0 0-1581-15,0 0-368 0,0 0 96 16,0 0-100-16,0 0-220 0,84 63-252 0,-76-34-184 16,-5 3-196-16,1 3-188 0,-4-3 28 15,0 2-84-15,0-4-100 0,0-2 0 16,0-6-12-16,0-7-124 0,0-5 4 15,-4-3 20-15,4-4-68 0,0-3-40 16,0 0 12-16,0-6 0 0,0-4-172 16,8-9-36-16,5-10 20 0,2-3-36 0,2-9-124 15,7 3-88-15,-5 0 20 0,5 6 272 16,-4 6 300-16,3 7 40 0,-2 10 12 16,-5 6 332-16,0 3-56 0,-5 6 208 15,2 13-196-15,-9 4 72 0,-1 4-4 16,1 3-32-16,-4 2-176 0,0-1 24 15,-4 1 60-15,4-3 88 0,-3-4-12 16,3-6-160-16,-4-6 36 0,4-3-48 16,0-10-148-16,0 0-156 0,0-4-4 15,7-8-12-15,6-11 48 0,-1-3-132 0,-1-5-100 16,6-1 72-16,-2 4-96 0,-2 3 84 16,2 6 148-16,-2 5-16 0,-2 12 60 15,1 2 104-15,-4 2 124 16,4 12 332-16,-4 5-160 0,0 6 148 0,0 3-88 15,-4 2-12-15,0 1-40 0,0-6-24 0,-1 3-60 16,1-5-48-16,-4-1 0 0,0-3-64 16,0-9-96-16,5-4-12 0,-5-3-160 15,0-3-44-15,0-3-360 0,4-10-440 16,4-2-368-16,-4-2-1180 0,7-14-3685 0</inkml:trace>
  <inkml:trace contextRef="#ctx0" brushRef="#br0" timeOffset="100036.191">8566 8356 10904 0,'0'0'1929'0,"0"0"-1001"0,0 0 932 15,-28 89 376-15,20-60-220 0,-4-4-600 0,4-2-491 16,4-7-309-16,4-11-504 0,0-5-112 16,0 0-196-16,12-5 52 0,0-8 60 15,-1-6-136-15,10-7-168 0,-5 1-133 16,-4-4 21-16,-1 0 156 0,2 7 88 15,-5 3 48-15,-5 6 124 0,1 8 24 0,0 5-16 16,-4 0 16-16,4 0 24 0,1 9 36 16,-5 7 292-16,4 3-20 0,0 3-92 15,-1 3-44-15,5-3 72 0,1-2 60 16,-1-1 84-16,-1-1-72 0,5-1-27 16,-3-8-69-16,-6 0-184 0,5-5-84 15,0-4-172-15,1-6-121 0,2-7-147 16,1-9-124-16,4-10-292 0,0-6-984 0,0 9-2688 15,4-18-2569-15</inkml:trace>
  <inkml:trace contextRef="#ctx0" brushRef="#br0" timeOffset="100263.25">9052 7813 13013 0,'0'0'1908'0,"0"0"-1496"0,0 0 392 0,0 0 932 16,-32 83-60-16,28-54-504 0,0 2-564 15,4 4-156-15,0 3-27 0,8 4 107 16,0-2-192-16,4 9-172 0,-4-2-108 16,4 1-60-16,-5-2-4 0,6 0-56 15,-2-8-156-15,2-3-124 0,-1-6-120 16,-1-7-1-16,2-6-3 0,-2-6-204 16,2-4-224-16,-2-3-524 0,5-3-776 15,-4 0-712-15,0-3-2229 0,1-7-2707 0</inkml:trace>
  <inkml:trace contextRef="#ctx0" brushRef="#br0" timeOffset="100615.727">9450 7908 1668 0,'0'0'10017'0,"0"0"-8401"16,0 0-1108-16,0 0 292 0,0 0 760 15,0 0-124-15,0 0-252 0,0 0-312 0,0 0-124 16,0 0-116-16,36 89-72 0,-32-43-47 16,0 4 19-16,5 10 48 0,-2 4-108 15,1 2-96-15,0-2-88 0,0-4-132 16,0-5-84-16,4-11-72 0,-5-7-56 15,2-11-4-15,3-7-60 0,4-10 24 16,-4-2-72-16,4-7-76 0,-4 0-44 16,3-10-76-16,-6-5-60 0,-2-4-96 0,1 0-221 15,-8-4-223-15,0 2-444 0,-11 0-692 16,-6 2-440-16,-6-2-1597 0,3 9-495 16,-16-15 40-16</inkml:trace>
  <inkml:trace contextRef="#ctx0" brushRef="#br0" timeOffset="100759.253">9327 8255 3404 0,'0'0'6760'0,"0"0"-4711"0,0 0-773 0,0 0-56 16,0 0 164-16,0 0-96 0,0 0-124 16,64 67-216-16,-36-61-116 0,0-3-164 15,3-3-144-15,5 0-220 0,0-9-159 16,-1-5-137-16,-3-4-8 0,4-1-108 16,-4-3-365-16,5-8-383 0,-6 2-180 15,5 0-124-15,-12 6-3896 0,8-8-5581 0</inkml:trace>
  <inkml:trace contextRef="#ctx0" brushRef="#br0" timeOffset="100913.876">10048 8312 12953 0,'0'0'1744'16,"-16"67"-1252"-16,8-36 412 0,0 10 572 16,0 1 260-16,0-1-304 0,0-6-580 15,4-7-351-15,0-5-405 0,4-11-96 16,-4-1-501-16,4-11-347 0,-4 0-316 0,0-11-620 15,1 3-3060-15,-14-19-6305 0</inkml:trace>
  <inkml:trace contextRef="#ctx0" brushRef="#br0" timeOffset="101069.801">9905 8080 1488 0,'0'0'12921'0,"0"0"-11269"0,0 0-836 16,0 0 1040-16,0 0-372 0,0 0-580 15,92-19-624-15,-69 9-280 0,1 2-344 16,4-9-448-16,-4 8-468 0,0-4-372 16,-9 3-1268-16,13 4-3913 0</inkml:trace>
  <inkml:trace contextRef="#ctx0" brushRef="#br0" timeOffset="101280.201">10382 8424 7748 0,'-11'66'6689'15,"2"-18"-5541"-15,-2 11-40 0,-1 15 568 0,-4 11 92 16,-4-3-260-16,0 1-307 0,4-3-437 16,0-5-196-16,0-1-160 0,4-7-164 15,5-4-136-15,-2-5-108 0,9-11-44 16,0-12-200-16,0-10-68 0,0-13-76 0,5-12-180 16,-1-8-96-16,3-17-64 0,-3-14-221 15,4-6-343-15,-4-12-1260 0,1 17-2992 16,-5-34-3653-16</inkml:trace>
  <inkml:trace contextRef="#ctx0" brushRef="#br0" timeOffset="101476.561">10283 8322 7324 0,'0'0'7349'0,"0"0"-6709"0,0 0-636 0,84-14 220 16,-61 14 276-16,-3 4 92 0,5 9 220 15,-10 3-132-15,5 3-124 0,-8 3-248 16,0 3-136-16,-4 0 0 0,-4 5 60 15,-4 1 24-15,-8 4-132 0,-8 3-112 16,-7 3-12-16,-5 1-60 0,-8-1-28 16,3-3-180-16,1-6-324 0,5-10-256 15,7-10-156-15,0-12 64 0,12-6-280 0,0-16-1056 16,5 0-2601-16,3-29-1647 0</inkml:trace>
  <inkml:trace contextRef="#ctx0" brushRef="#br0" timeOffset="102353.555">10953 7775 9608 0,'0'0'1769'0,"0"0"-1037"0,0 0 2084 0,4 103-1108 15,-8-63-304-15,0 8-232 16,-1 5-292-16,1 4-120 0,0 1-128 0,-3 2-159 15,7 3-121-15,-4-5-72 0,0-1-136 16,4-5-108-16,0-5-36 0,0-12-204 16,0-3-52-16,4-14-265 0,0-5-63 15,3-7-136-15,6-6-72 0,-2-6-524 16,5-10-1064-16,-4 4-2580 0,4-14-2673 0</inkml:trace>
  <inkml:trace contextRef="#ctx0" brushRef="#br0" timeOffset="102507.807">11219 8410 8476 0,'0'0'2585'0,"0"0"-1209"0,0 0-40 16,16 80 172-16,-16-52 148 15,0 4-92-15,-3-3-372 0,-6-1-400 0,5-3-280 16,-4-6-316-16,1-6-196 0,-1-6 0 16,3-4-428-16,-3-3-292 0,4-6-532 0,-3-11-876 15,3 4-2204-15,-1-15-3253 0</inkml:trace>
  <inkml:trace contextRef="#ctx0" brushRef="#br0" timeOffset="102647.103">11068 8261 11069 0,'0'0'2180'0,"0"0"-1316"0,0 0 272 16,0 0 524-16,0 0-396 0,83-4-376 16,-55 8-396-16,8-1-368 0,4 1-124 15,0-4-168-15,4 0-668 0,-5 0-624 16,6-4-484-16,-14 1-2509 0,9 3-3703 0</inkml:trace>
  <inkml:trace contextRef="#ctx0" brushRef="#br0" timeOffset="102833.689">11673 8276 10856 0,'0'0'4701'0,"0"0"-3981"16,0 0-172-16,0 0 136 0,0 0 492 0,-91 87 148 16,71-62-336-16,0 4-284 0,4-1-47 15,4 7 47-15,5 0-220 0,2 0-244 16,5 3-204-16,8-2-36 0,4-5-72 15,8-3-36-15,-4-5-48 0,8-11-172 16,0-2-84-16,4-10-96 0,0 0-89 16,8-16 101-16,-1-3 164 0,-3-10-728 15,-8 10-2092-15,8-19-3177 0</inkml:trace>
  <inkml:trace contextRef="#ctx0" brushRef="#br0" timeOffset="103063.537">11980 8328 6504 0,'0'0'3872'16,"0"0"-1827"-16,8 82-33 0,-8-49-232 16,0 4-200-16,-8 1-356 0,1 0-368 15,-2-3-340-15,1-6-224 0,0-6-244 16,5-9-48-16,-1-7-172 0,4-3-512 15,0-4-260-15,0-6-176 0,0-7-164 16,0-10-768-16,4 7-2781 0,-1-22-3959 0</inkml:trace>
  <inkml:trace contextRef="#ctx0" brushRef="#br0" timeOffset="103231.346">11941 7903 10144 0,'0'0'2689'15,"0"0"-241"-15,0 0-132 0,0 0-404 16,83 22-436-16,-63-16-684 0,0-3-551 0,-4-1-241 16,4-2-469-16,0-2-443 0,0-4-188 15,0-7-600-15,-5 4-1380 0,9-11-4209 0</inkml:trace>
  <inkml:trace contextRef="#ctx0" brushRef="#br0" timeOffset="103430.338">12474 7868 9140 0,'0'0'2865'16,"-15"68"-673"-16,6-26 304 0,-2 12-304 15,-2 7-392-15,9 6-375 0,4 2-313 16,0 1-36-16,4-3-256 0,5-7-388 16,2-6-280-16,2-9-152 0,-2-14-96 15,5-8-72-15,0-14-180 0,0-3-76 16,0-6-92-16,-4-6-64 0,0-13-148 0,-4-3-313 15,-4-7-763-15,-4 1-1268 0,0 6-1772 16,-12-8-973-16</inkml:trace>
  <inkml:trace contextRef="#ctx0" brushRef="#br0" timeOffset="103579.735">12227 8243 7596 0,'0'0'4897'16,"0"0"-3505"-16,0 0-188 0,0 0 128 0,0 0 136 15,0 0-208-15,0 0-392 0,80 2-380 16,-44-2-232-16,8-9-156 0,4-1-100 15,-1-6-260-15,1-3-352 0,0 0-432 16,0 0-300-16,0 7-732 0,-1-1-676 16,-19 7-1853-16,12 6-3267 0</inkml:trace>
  <inkml:trace contextRef="#ctx0" brushRef="#br0" timeOffset="103884.301">12912 8229 3132 0,'0'0'8465'0,"0"0"-6113"0,9 77-572 16,-9-45-4-16,-5 5-132 15,1 1 44-15,1-2-195 0,-5-2-585 0,0-5-328 16,3-3-240-16,-2-8-280 0,3-2-60 15,4-3-120-15,0-7-64 0,4 0 4 16,12-2-160-16,3-1-32 0,9-3 104 0,4 3 88 16,9 0-28-16,2 4 208 0,-3 0 88 15,0 7-88-15,-8 3 4 0,0 8-4 16,-4 1 12-16,-9 6 120 0,-6 2-24 16,-6 1 12-16,-7 7 52 0,-11-1-88 15,-10 0 0-15,-10 3 12 0,-9 5 64 16,-8-2 80-16,-4 3 36 0,-8-2-44 15,-4-4-112-15,8-2 0 0,9-14 36 16,11-5 64-16,8-14-208 0,12-9-12 16,4-9-172-16,8-14-68 0,4-9-12 15,12-9-136-15,20-9-60 0,8-7 40 0,15-3 32 16,14-8 12-16,10 2 11 0,9-7 121 16,15 0 72-16,5 0 152 0,3 0-448 15,1 3-1184-15,-32 22-2248 0,23-19-2157 16</inkml:trace>
  <inkml:trace contextRef="#ctx0" brushRef="#br0" timeOffset="109267.8">14813 8417 5716 0,'0'0'7029'0,"0"0"-6021"16,0 0-424-16,0 0 200 0,-52-76 712 15,44 69 108-15,4 4-288 0,1 3-240 16,3 3-456-16,-4 10-280 0,0 3 61 16,-1 9-1-16,1 7 24 0,0 5-48 15,-3 3-96-15,3-6-88 0,0-2-132 16,4-4-48-16,-5-9-12 0,5-5-80 0,5-9-52 16,3-2-16-16,-1-3-56 0,6 0 72 15,6-8 48-15,1-9-28 0,-4 1-164 16,4-6-40-16,0-4-145 0,-8 5 57 15,0-2 40-15,0 0 36 0,-8 4 108 16,0-2-48-16,-4 2 108 0,0 3 52 16,0 0 96-16,-8 6 12 0,0 4 76 15,-4 0 72-15,0 6 20 0,-4 3-120 0,0 6-44 16,4 1-4-16,-4 6 0 0,4 0-12 16,4-1-40-16,4-2-68 0,0-1-188 15,4-1-572-15,0-3-1076 0,4-1-2276 16,4 3-2889-16</inkml:trace>
  <inkml:trace contextRef="#ctx0" brushRef="#br0" timeOffset="109425.903">15120 8541 11789 0,'0'0'2044'0,"0"0"-840"0,0 0 1176 16,0 0-872-16,96 12-464 0,-76-22-616 15,8-2-284-15,0-7-144 0,4-6 0 16,-1-5-372-16,-4-1-548 0,6-4-200 15,-10 0-260-15,-2-3-452 0,-6 7-728 16,-6 5-2381-16,-5-6-959 0</inkml:trace>
  <inkml:trace contextRef="#ctx0" brushRef="#br0" timeOffset="109648.055">15299 8090 6960 0,'0'0'2152'0,"0"0"-768"16,0 0-211-16,0 0-33 0,0 0 148 15,-20 82-140-15,24-47-124 0,9 3-152 16,-2 7-52-16,1 3-68 0,0-1-164 15,4 6-120-15,-4 6 132 0,-4 4 56 0,4 3-228 16,-4 1-172-16,-4-4-111 16,0-2-61-16,0-4 0 0,0-6-84 0,-4-4 52 15,0-6-52-15,0-3-4 0,-12-6-60 16,3-3 4-16,-6-7-109 0,3-3-123 16,-4-6-72-16,-4-7 8 0,4-3-204 15,-4-3-284-15,5 0-228 0,2-9-640 16,5 0-1064-16,1-17-2993 0</inkml:trace>
  <inkml:trace contextRef="#ctx0" brushRef="#br0" timeOffset="110146.974">16698 8741 4828 0,'0'0'5680'0,"0"0"-5059"0,-12-73-169 15,8 41 444-15,-5 3 456 0,2 4-160 16,-5-1-124-16,0 11-16 0,-8-1-60 15,4 9-400-15,0 4 184 0,-4 3 372 16,5 10-392-16,2 8-235 0,-2 11-13 0,2 6 28 16,2 7-128-16,-2-4-92 0,9-4-136 15,4-2-180-15,0-6 0 0,0-8-96 16,13-5-72-16,-2-3-40 0,1-10-32 0,4 0-52 16,5-3-80-16,-2-10 68 0,1-3-24 15,0 0-1-15,0-3-35 0,0 4 8 16,-5-2 64-16,6 8 12 0,-10 3 60 15,6-1 72-15,-6 7 64 0,2 0 84 16,-5 9 96-16,3 1 64 0,-2 6 12 16,-1 0 120-16,-5 6-12 0,5 0 16 15,1-3-4-15,-5 0-28 0,-1-2-80 16,1-9-99-16,4-1-85 0,0-7-153 16,0 0-199-16,4-9-284 0,4-10-60 0,0-4-232 15,0-8-1012-15,-4 9-2228 0,8-20-2525 0</inkml:trace>
  <inkml:trace contextRef="#ctx0" brushRef="#br0" timeOffset="110341.469">17140 8061 12 0,'0'0'10712'0,"0"0"-8683"16,0 0-805-16,0 0 596 0,-24 92 28 15,17-44-120-15,-6 8-300 0,5 5-416 16,4 9-139-16,-4-1-49 0,4 2-380 15,0-5-380-15,4-5-64 0,0-10-244 0,13-16-384 16,-2-13-60-16,6-13 116 0,2-9-85 16,1-3-87-16,4-16-356 0,3-3-316 15,-3-13-1020-15,1-1-280 0,-5 8-3269 16</inkml:trace>
  <inkml:trace contextRef="#ctx0" brushRef="#br0" timeOffset="110500.601">17356 8143 10656 0,'0'0'2861'0,"0"0"-1505"0,0 0-436 16,0 0 132-16,-5 86 216 0,-3-44-36 16,8 5-192-16,-4 4-68 0,0 9 37 0,4 1-413 15,0 2-332-15,0 1-264 0,4-1 0 16,0-2-228-16,4-8-440 0,4-4-497 16,4-9-287-16,8-8-708 0,-8-6-1816 15,16 2-2069-15</inkml:trace>
  <inkml:trace contextRef="#ctx0" brushRef="#br0" timeOffset="110934.616">18028 8687 9168 0,'0'0'4013'0,"0"0"-3121"0,0 0-84 16,0 0 160-16,0 0 624 0,0 0 12 16,72-67-256-16,-36 67-312 0,8-3-343 0,0 3-269 15,3 0-24-15,-2 0-208 0,-6 0-180 16,-7 0 72-16,-8 3-72 0,-5 6-8 15,-10 0-4-15,-5 8-84 0,-4 2 0 16,-4 6 24-16,-8 1-36 0,-8 2 8 16,0 7-20-16,-4-3 100 0,5-1-52 15,-5 1 48-15,7-3 12 0,2-7 4 16,7-3 68-16,3-6-68 0,5-7 56 16,0-3-12-16,13-3-36 0,6-3-12 15,1-9 4-15,8-7 48 0,0-1-52 0,8-8-108 16,-8-1-280-16,4-3-241 15,-4 1-39-15,0-1-224 0,0 4-356 16,0-1-772-16,0 4-444 0,-13 6-2621 0,1-4-1487 0</inkml:trace>
  <inkml:trace contextRef="#ctx0" brushRef="#br0" timeOffset="111730.271">18658 8674 12209 0,'0'0'1940'0,"0"0"-816"0,12 73-508 15,0-48 612-15,4 4 380 0,0-6-184 16,3-9-596-16,9-7-412 0,0-3-236 15,0-4-132-15,0-13-48 0,4-3-84 16,-4-7-160-16,4-2-132 0,-4-3-124 16,-4-1 0-16,-1 1 72 0,-6-2-4 15,-6 9 200-15,-2-2 8 0,-9 4 224 16,0 0 120-16,-9 4 88 0,-6 2-60 16,-5 0-12-16,-5 4 48 0,2 2-72 15,-1 7 216-15,-4 0-120 0,4 13 36 0,4 6 0 16,1 10 64-16,-2 2 20 0,10 4 0 15,-2 3 25-15,2 0 47 0,7 1 12 16,0-2 48-16,4-5-256 0,0-4-204 16,0-5-120-16,4-10-460 0,3-3-221 15,5-7-3-15,1-3 72 0,7-7-60 0,-5-5-404 16,6-7-816-16,-6-4-300 0,5-2 92 16,-4-1 363-16,4 1 209 0,-4-3 180 15,0 2 688-15,-5-2 780 0,6 3 236 16,-2-1 752-16,2 3 636 0,-1 4 4 15,3 7 57-15,2 5-89 0,-2 7-140 16,1 4-172-16,0 8-364 0,-4 7-260 16,4 3-68-16,-8 3-88 0,0 8 48 15,-4-2 168-15,-8 8 108 0,0-5-159 16,0 4-61-16,-4-6-112 0,-4 0-148 0,0-7-128 16,4-5-124-16,4-8-92 0,0-5-4 15,0-7-72-15,4 0-84 0,8-10-148 16,0-6 64-16,8-3-124 0,-1-6-48 0,5-3-25 15,1-5-75-15,-1 1-132 16,-1-5-224-16,5 2-388 0,-4-7-840 0,-4 2-456 16,-1 1-280-16,2 1-417 0,-5 6 193 15,0 10 1116-15,-9 7 1692 0,6 8 248 16,-9 7 1668-16,0 7 948 0,-4 11 292 16,0 8-575-16,0 2-777 0,-4 4-336 15,0 5-12-15,0-1 20 0,-5-4-116 16,5-4-200-16,4-2-56 0,0-11-72 15,0-2-248-15,4-10-260 0,9-3-140 0,-2 0-63 16,2-6 87-16,2-7-100 0,2-6-60 16,2-3-160-16,1-1-181 0,-4 2-11 15,4-4 0-15,-8 6 0 0,0 0 80 16,-4-4 4-16,-8 7 0 0,0 0-40 16,-4 0 112-16,-16 1 196 0,1 2 36 15,-9 3 112-15,0 3 96 0,0 7-20 0,0 4 56 16,0 6-36-16,3 9-72 0,2 3-64 15,-1 0-104-15,8 3 56 0,0-3 20 16,4-3-80-16,0-2-112 0,8-5-228 16,1 1-468-16,3-3-136 0,0-1-592 15,11-3-736-15,9-3-148 0,-4 1-709 0,24-4-1663 0</inkml:trace>
  <inkml:trace contextRef="#ctx0" brushRef="#br0" timeOffset="112163.285">20097 8490 2660 0,'0'0'8337'0,"0"0"-6605"0,0 0-980 0,0 0-104 15,0 0 240-15,0 0 496 0,0 0-64 16,0 0-652-16,0 0-200 0,-60 73-64 16,32-42-12-16,0 4 88 0,0-2 176 15,8-5-240-15,4-6-284 0,8-6-132 16,8-3-96-16,0-4-60 0,12-3 56 15,7 4-8-15,6-4-28 0,3 4-32 16,3-1-64-16,5 1 36 0,-4 6 0 16,0-1-48-16,-8 2 36 0,0 2 84 15,-9 0 12-15,-2-3 52 0,-5 2 60 16,-4-5 52-16,-4 3 48 0,0 0 60 0,-4-3-28 16,-8 0-44-16,-4-1-88 0,-3 1-252 15,-9-1-92-15,0 2-48 0,-8-2-188 16,-5 1-300-16,-6-5-560 0,6 3-1292 15,-26 5-3613-15</inkml:trace>
  <inkml:trace contextRef="#ctx0" brushRef="#br0" timeOffset="112840.644">21973 8455 5532 0,'0'0'1484'0,"0"0"2745"0,0 0-3509 16,0 0-104-16,0 0 392 0,0 0 588 15,-96-51-252-15,77 51-360 0,-5 0-180 0,3 16-28 16,6 9 8-16,-2 6 60 16,6 15-172-16,-2 4-199 0,2 4-13 15,3 0 60-15,4 0-156 0,4-9-172 0,0-11-192 16,4-11 0-16,8-8-96 0,4-9-48 15,3-6 36-15,9-6-60 0,0-13-52 16,4-6-204-16,0-7-109 0,0-2 45 16,-8 1-12-16,0 1 184 0,-5 1 84 15,-2 6 60-15,-6-1 12 0,2 7 28 16,-9 4-4-16,0-2 136 0,-1 8 104 16,1 6 168-16,0 3 120 0,1 0-4 15,-1 10 208-15,4 2-84 0,-1 4-159 0,1 3-49 16,-3 3-76-16,-1 4 52 0,0-5-52 15,-4 5-32-15,0-6-88 0,0-5-108 16,0-2-52-16,0-6-204 0,0-4-288 16,0-3-184-16,0 0-173 0,0-3-11 15,0-7-832-15,0 3-2316 0,0-8-2605 0</inkml:trace>
  <inkml:trace contextRef="#ctx0" brushRef="#br0" timeOffset="113330.069">22244 8471 11101 0,'0'0'2392'0,"0"0"-1072"0,0 0 192 16,95-9 56-16,-67 9-284 0,-4 6 36 16,-3 2-188-16,-2 9-291 0,-7 2-189 15,0 0-60-15,-8 3-108 0,0 0-112 0,-4 4-68 16,0-1-160-16,-8 0-136 0,0-2-8 16,4-4-92-16,-4-4-68 0,4-5 28 15,4-7-12-15,0-3-24 0,0 0-60 16,4-3-160-16,4-9-48 0,4-1 124 15,1-9-64-15,2-4-96 0,9 1-113 16,-5-4-363-16,9 1-388 0,0-1-304 16,0 7 76-16,0 7-212 0,0 5 276 0,-7 3 600 15,-2 7 852-15,1 7 48 0,-12 9 804 16,4-1 140-16,-4 5 148 0,0 2 268 16,-4-3 40-16,3-4-200 0,2 1-312 15,-1-9-288-15,3 0-112 0,-2-5-124 16,6-2-108-16,2-6-36 0,-2-4-100 15,6-6-120-15,-6-3-108 0,5 0-196 0,-8 1-40 16,-3-2 100-16,-2 5 16 0,-7 2 44 16,0-1-12-16,-7 9 196 0,-10-2 4 15,2 0-4-15,-9 5-36 0,-1 2 36 16,1 0-100-16,-4 7 100 0,5 5 88 16,-1 7 32-16,8 6-48 0,0 4 124 15,0 6 88-15,8 0 56 0,0 3-72 16,5 0-72-16,3-6-160 0,3-4-36 0,9-2-232 15,8-1-280-15,8-5-124 16,8-6-84-16,7-1 116 0,13-7-248 0,4-6-680 16,8 0-436-16,-12 0-196 0,28-12-2589 15</inkml:trace>
  <inkml:trace contextRef="#ctx0" brushRef="#br0" timeOffset="113563.665">23507 8407 2736 0,'0'0'13605'0,"0"0"-11557"16,0 0-1656-16,0 0 444 0,0 0 656 15,87 38-207-15,-38-32-305 0,2-2-544 16,9-4-252-16,3-6-56 0,-3-7-128 15,4-3-256-15,-8 0-372 0,4-3-184 16,-12-3-353-16,-5 0-691 0,-11 3-2280 16,-4-13-2777-16</inkml:trace>
  <inkml:trace contextRef="#ctx0" brushRef="#br0" timeOffset="113758.013">23981 7928 2460 0,'0'0'9677'0,"-28"66"-6789"0,12-17-880 16,4 7-424-16,-8 17 244 0,5 4-87 16,-2 2-409-16,2-3-512 0,2-4-400 15,2-5-408-15,-2-9-12 0,9-10-216 16,4-17-144-16,9-12-88 0,10-12-144 0,13-7 24 16,9-16-124-16,2-17-393 0,5-4-1231 15,-8 2-2940-15,16-25-2557 0</inkml:trace>
  <inkml:trace contextRef="#ctx0" brushRef="#br0" timeOffset="114209.158">24575 7464 10152 0,'0'0'2561'0,"0"0"-909"0,0 70 76 16,-4-22 256-16,-4 15-92 0,-8 10-272 15,0 13-419-15,0 3-305 0,-8 3-220 16,5-1-268-16,-2-4-164 0,5-7-240 15,4-17-4-15,8-9-204 0,4-13-52 16,4-10 76-16,17-8-36 0,7-10-88 16,3-5-216-16,5-8 48 0,0-2 64 15,-1-10-4-15,1-7-41 0,0 0-143 16,-4-1 72-16,4 4 108 0,-8 7 172 0,-1 2 36 16,-3 4 160-16,-7 3 48 0,-2 0 304 15,2 0 100-15,-6 0-24 0,2-6-64 16,-2-1-156-16,5-6-88 0,4-5-72 15,0-6-208-15,0-1-108 0,-4 0 12 0,4 0 176 16,-8 0 128-16,-8-1 148 0,-4 7 132 16,-4 6-24-16,-8 4 108 0,-8 3 100 15,0 6-63-15,-8 6-13 0,5 10-76 16,-5 3-44-16,4 6 36 0,-1 0 8 16,1 1 16-16,5 3-100 0,7-4-132 15,4-2-96-15,4-2-40 0,8-4-116 16,7-2-244-16,13-2-120 0,4 0 120 15,8-1 28-15,0 1 32 0,4-3 144 16,4 3 63-16,4-7-367 0,-1 1-36 16,-2-1-464-16,6-3-1588 0,-14 0-2596 15,18-1-4189-15</inkml:trace>
  <inkml:trace contextRef="#ctx0" brushRef="#br0" timeOffset="114813.545">26192 8043 272 0,'0'0'10156'16,"0"0"-8199"-16,0 0-365 0,0 0-212 16,0 0 212-16,0 0 20 0,0 0-260 0,0 0-584 15,0 0-268-15,-92 21-172 0,57 5-36 16,-5 6-63-16,0 6-69 0,5-1-64 16,7 2 60-16,4-4-148 0,7-9 44 15,9-5-52-15,8-5-184 0,8-3-32 16,12-4 204-16,5-2 4 0,6-1-56 15,9 0 16-15,0-2-85 0,0 2-75 16,0 0 100-16,-5 4 36 0,-3 2 68 16,-8 4 4-16,0 0 68 0,-8 1-20 0,-4-3 60 15,-8 3 4-15,0-2 33 16,-4 2-49-16,-4-4-20 0,-3-1-28 0,-10-2-48 16,-3 2-112-16,4-5-105 0,-4-1-147 15,1 0 144-15,6-6-48 0,6 0-96 16,-1-6-112-16,4-4-176 0,4 1-96 15,0-10-276-15,4 3-408 0,7-9-716 0,-3 9-2041 16,12-19-979-16</inkml:trace>
  <inkml:trace contextRef="#ctx0" brushRef="#br0" timeOffset="115596.666">26448 8280 4548 0,'0'0'4232'0,"0"0"-2280"16,0 0-151-16,0 0-45 0,0 0-40 15,0 0-28-15,75 67-380 0,-75-48-144 16,0-3-176-16,0-1-187 0,0-2-205 15,-4 1-284-15,0-6-200 0,0-2-108 16,4-1-4-16,0-3-48 0,0-2-184 16,0 0-288-16,4-2-149 0,4-5 13 0,8-3 228 15,0 1 12-15,4-4-72 0,4-3 68 16,-5 0 140-16,2 0 108 0,-6-2 8 16,1 2 44-16,-4 0 20 0,1 0-48 0,-6-3-88 15,1 5 176-15,-4 2 60 0,5 3-100 16,-6 2 100-16,1 2-64 0,-4 5-144 15,4 0-140-15,-4 0-176 0,4 0-20 16,0 0 156-16,5 5 236 0,-6-2 152 16,1 3 8-16,-4 1 332 0,4-1 80 15,-4 0 92-15,0 1-4 0,0 3-84 16,0-1-4-16,0 5 0 0,-4-5-124 16,0 0-112-16,1 4-100 0,3-3-84 15,0-5-96-15,0 5-4 0,0 0 28 16,0-4-64-16,0-3-100 0,7 0 40 15,-3 1-136-15,4-4-4 0,1 0 248 16,-2 0 16-16,1-7-40 0,0 1 36 0,0-4 76 16,0 1 0-16,4 0 40 0,0-4-40 15,4-4-260-15,0 6-52 0,-1-3 124 16,6 5 180-16,-2 6 8 0,-3 3 164 0,-4 5 320 16,1 9 224-16,-10 8-4 0,1 4-260 15,0-1-4-15,-4 0-48 0,0-3 48 16,-4-3-48-16,4-3-148 0,0-6-244 15,4-3-48-15,13-7-136 0,-2 0 40 16,9-11 80-16,8-4-144 0,8-4-24 16,-5-7-148-16,6 4-48 0,-2 0 132 15,-7 6 112-15,0 3 48 0,-4 7 52 16,-4 6 48-16,-5 3 36 0,-2 10 392 16,-2 2 88-16,-2 2-40 0,-2 2-48 15,6-1-48-15,-2 2-4 0,9-8 120 16,4-3-132-16,8-4-312 0,7-5-8 0,10-7 64 15,6-9-72-15,5-7-512 16,0 1-280-16,-1-3 60 0,-7 0-56 0,-4-3 24 16,-4-1-324-16,-12-1-180 0,-9 2-104 0,-6 0 420 15,-14 2 924-15,-3 1 28 0,-4 5 460 16,-11 5 288-16,-10 5 172 0,-2 10-264 16,-5 0-156-16,-4 13-240 0,-3 6 76 15,3-1 184-15,-1 9 260 0,10-2 4 16,3 4-96-16,4-1-152 0,4-2-172 15,8-4-156-15,4-7-124 0,0 2 4 16,16-4-88-16,4-4-64 0,8-3 4 16,3 4-84-16,9-7-88 0,0 0 96 15,-4-3-460-15,0 0-520 0,-4 0-552 16,-12 0-1356-16,8 0-5613 0</inkml:trace>
  <inkml:trace contextRef="#ctx0" brushRef="#br0" timeOffset="118303.697">19351 10799 14841 0,'0'0'1908'0,"0"0"-1160"15,0 0-648-15,0 0 36 0,0 0 332 16,0 0 200-16,84-10 156 0,-52 10-228 0,7 0-192 16,6-4-28-16,2-3-56 0,-3 1-92 15,4-2-116-15,-4-3-104 0,3 2-8 16,-6-1-12-16,-2 1-160 0,-7 2-448 15,-4 4-248-15,-9 3-208 0,-6 0-508 16,-5 7-1240-16,-8 8-3153 0</inkml:trace>
  <inkml:trace contextRef="#ctx0" brushRef="#br0" timeOffset="118479.179">19558 11119 4984 0,'0'0'5904'0,"0"0"-4771"16,0 0-21-16,0 0 592 0,0 0 132 15,0 0-348-15,112 50-280 0,-72-50-536 16,8-5-340-16,3-6-248 0,5-8-84 16,0 0 0-16,0-3-160 0,-1-3-228 15,-3 0-228-15,-3-4-404 0,-6 0-692 0,-19 10-2188 16,0-13-3833-16</inkml:trace>
  <inkml:trace contextRef="#ctx0" brushRef="#br0" timeOffset="118713.236">19973 10474 9712 0,'0'0'2577'0,"0"0"-1885"0,0 0 20 15,0 0 884-15,0 0-12 0,0 0-468 16,104-42-572-16,-73 49-116 0,5 9-8 16,0 5-88-16,-4 9 8 0,-1 8-168 15,1 6-88-15,-8 4-84 0,-7 6 16 16,-9 3 44-16,-8 7-56 0,-8 1-4 15,-16 6 0-15,0 0 0 0,-8-2-8 16,-4-3-92-16,4-1-56 0,0-12-52 0,8-2-160 16,4-9-236-16,5-5-120 0,3-5-320 15,7-7-572-15,5-9-1236 0,5-12-4453 0</inkml:trace>
  <inkml:trace contextRef="#ctx0" brushRef="#br0" timeOffset="119124.701">21291 10766 3312 0,'0'0'8029'0,"0"0"-6325"0,0 0-140 0,0 0 348 15,80 45-60-15,-40-26-328 0,1 0-380 0,2 0-412 16,4-4-175-16,-6-5-229 16,2-3-184-16,2-4-132 0,-2-3-4 0,-4-7-8 15,2-6-120-15,-5-2-304 0,-4-4-121 16,3-6-163-16,-7 0-96 0,4-5-224 16,-8 2-836-16,-5 5-1228 0,-2-12-3213 0</inkml:trace>
  <inkml:trace contextRef="#ctx0" brushRef="#br0" timeOffset="119413.693">21790 10300 5704 0,'0'0'484'0,"0"0"4689"0,0 0-3481 0,0 0-80 16,0 0-188-16,0 0-320 0,-52 66-312 16,48-31-64-16,4 10-4 0,0 5-76 15,4 1-168-15,4 3-56 0,-1 7-180 16,6 2-24-16,-5 1-220 0,-1 5-12 15,-3 1 12-15,5 3 8 0,-9-3 4 16,0 0 48-16,0-4 0 0,0-5-56 0,-9-1 68 16,2-6-72-16,-1 1 8 0,-9-8 0 15,6-6 44-15,-1-2-48 0,-4-8 4 16,4-8-8-16,4-8-4 0,0-5-156 16,4-7-48-16,-4-3-32 0,1-3-140 15,-2-3 88-15,-6-8-100 0,-2-5-268 16,2-2-40-16,-2-9-264 0,6-1-492 15,-2-4-524-15,5 6-1180 0,8-18-2193 0</inkml:trace>
  <inkml:trace contextRef="#ctx0" brushRef="#br0" timeOffset="119653.538">22395 10734 7020 0,'0'0'5473'0,"0"0"-4181"0,0 0-240 15,0 0 472-15,-32 70 16 0,21-38-72 16,-6 3-356-16,6 0-356 0,3 6-160 16,8 1 109-16,0-1-101 0,8 3-264 15,7-3-88-15,2-3-96 0,7-2-156 16,-1-7-12-16,1-4 8 0,0-6-140 16,0-3-24-16,-5-7-64 0,2 0-104 15,-1-5-196-15,-5-4-209 0,2 0-211 16,-6-4-368-16,-3-5-1212 0,-3 0-2780 15,-5-11-4021-15</inkml:trace>
  <inkml:trace contextRef="#ctx0" brushRef="#br0" timeOffset="119811.559">22582 10922 5792 0,'0'0'716'0,"0"0"4797"0,0 0-3725 16,0 0 56-16,0 0-92 0,0 0-292 15,0 0-392-15,0 0-128 0,84 67-344 16,-63-55-232-16,-2 1-243 0,5-3-121 15,4-2-121-15,-4-1-523 0,4-3-468 16,-9 1-420-16,2-5-1320 0,-10 3-2989 16,-2-3-2903-16</inkml:trace>
  <inkml:trace contextRef="#ctx0" brushRef="#br0" timeOffset="119980.468">22801 10782 11305 0,'0'0'1604'0,"0"0"-524"0,0 0-80 15,-91 48-92-15,55-13 56 0,0 6-156 0,-7 3-396 16,2 5-56-16,6-2 16 0,3 0-188 16,4-9-184-16,9-5-200 0,10-8-612 15,5-7-516-15,4-2-576 0,0-9-2001 0,8-7-1967 16</inkml:trace>
  <inkml:trace contextRef="#ctx0" brushRef="#br0" timeOffset="120181.207">23128 10753 4164 0,'0'0'5476'0,"0"0"-4095"15,0 0 479-15,40 71 212 0,-31-46-12 16,-5 2-536-16,-1 3-628 0,1 1-392 0,-4 4-200 16,0 0-168-16,-7 1-136 0,-6-1-52 15,-6 2-96-15,-2-2-172 0,1 0-84 16,-3 0-88-16,-1-7-124 0,0-5-148 15,3-4-320-15,2-6-628 0,7-10-2104 16,-4-3-3957-16</inkml:trace>
  <inkml:trace contextRef="#ctx0" brushRef="#br0" timeOffset="120382.744">23714 10832 16789 0,'0'0'2364'0,"0"0"-1764"0,0 0 204 16,0 0 292-16,0 0 253 0,0 0-321 15,75 19-476-15,-38-19-372 0,-1 0-92 16,-1-8-88-16,5 1-192 0,1-3-468 16,-10 4-272-16,1 0-256 0,-16 3-653 15,-4 3-2879-15,-12 0-4797 0</inkml:trace>
  <inkml:trace contextRef="#ctx0" brushRef="#br0" timeOffset="120546.544">23658 11068 9232 0,'0'0'8125'0,"0"0"-7073"0,0 0-340 0,0 0 344 0,0 0 296 16,0 0 33-16,0 0-469 0,84 10-540 15,-48-17-208-15,-1-2-168 0,6-2-132 16,-1-1-400-16,-5 3-328 0,1-1-205 15,-8 4-839-15,0-1-4164 0</inkml:trace>
  <inkml:trace contextRef="#ctx0" brushRef="#br0" timeOffset="122685.198">22494 10846 4596 0,'0'0'284'0,"0"0"3876"0,0 0-2428 16,0 0-495-16,0 0-201 0,0 0 96 15,0 0-20-15,0 0-104 0,0 0-172 16,0 0-140-16,0 0-104 0,-35-39-64 16,31 36-120-16,4 3-52 0,0 0-4 15,0 0 16-15,0 0-112 0,0 0-120 0,0 0-100 16,0 0-36-16,0 0-52 16,0 0-56-16,8 0-20 0,0 7 128 0,0 0 84 15,4 1-84-15,0 5-12 0,-4-1 12 16,3 2 4-16,2 2-4 0,-5-1-148 15,3 1-108-15,6-3-148 0,-2 3-148 16,2-4-260-16,7 1-336 0,-9-7-1336 16,13 4-3217-16</inkml:trace>
  <inkml:trace contextRef="#ctx0" brushRef="#br0" timeOffset="123630.291">25396 10668 4224 0,'0'0'536'0,"0"0"4088"0,0 0-2839 15,0 0-413-15,0 0-160 0,0 0 56 16,0 0 16-16,0 0-176 0,0 0-400 0,-48-39-300 16,40 42-100-16,-5 4 60 0,2 3 24 15,3 9-60-15,-1 3-88 0,-2 3 0 16,7 10 0-16,-4 4 48 0,8 4 148 15,0 6-16-15,0 4-179 0,0 5-5 16,0 5-8-16,4 1 8 0,0-7-104 16,4-1-136-16,-1-7 0 0,2-8-8 0,-1-10-92 15,3-6-44-15,-2-8-48 0,3-1-100 16,-1-9-197-16,6-5-103 0,-2-2-20 16,5-2-120-16,1-8-620 0,-2-6-1316 15,-7 0-2705-15,0-10-4327 0</inkml:trace>
  <inkml:trace contextRef="#ctx0" brushRef="#br0" timeOffset="124063.935">25598 11024 1748 0,'0'0'2100'0,"0"0"4012"0,0 0-4127 15,0 0-337-15,0 0-256 0,0 0-296 16,0 0-120-16,0 0-216 0,32-74-216 16,-24 65-140-16,8-1-72 0,-4 4 0 0,8 3-100 15,1 3 4-15,-2 0-80 0,1 9-32 16,-3 4-40-16,2 7-20 0,1 1 128 16,-4 5-8-16,0 2-48 0,-1 4 360 15,-2-3-180-15,-2 2-180 0,-3-2-63 0,-3 0-61 16,-1 0-12-16,-4-4-93 15,4-6-103-15,0-3-400 0,-1-7-136 0,1-3-52 16,0-6-100-16,5 0-676 0,-1-6-1396 16,-1-13-3321-16</inkml:trace>
  <inkml:trace contextRef="#ctx0" brushRef="#br0" timeOffset="124247.742">26077 10849 3740 0,'0'0'7869'0,"0"0"-6601"0,0 0-500 16,0 0 712-16,-99 85 140 0,71-53-276 0,0 3-544 16,0 1-420-16,-4 1-108 0,4 1 32 15,0 0-108-15,0 1-196 0,4-8 0 16,5 0-208-16,-2-1-404 0,10-2-224 0,-2-6-340 16,9-6-556-16,0-3-1148 0,1-7-3093 0</inkml:trace>
  <inkml:trace contextRef="#ctx0" brushRef="#br0" timeOffset="124441.71">26148 11112 6552 0,'0'0'6389'0,"0"0"-4889"15,0 0 188-15,0 0 244 0,0 0-280 0,96 29-420 16,-68-23-464-16,0-3-403 0,8-3-149 15,3 0-216-15,2 0-76 0,-2 0-373 16,-3-6-343-16,4-4-208 0,-4 4-412 16,-8-3-1392-16,4-7-3545 0</inkml:trace>
  <inkml:trace contextRef="#ctx0" brushRef="#br0" timeOffset="124848.783">26910 10655 4636 0,'0'0'6781'0,"0"0"-5385"0,0 0-32 15,0 0 440-15,43 86-192 0,-35-51 40 16,-3 3-636-16,-1 3-356 0,-4 4-88 16,0-1 25-16,-9 4-221 0,-3 3-172 15,-8 2-60-15,1-2-96 0,-5-3-40 16,0-4 8-16,-1-5 44 0,2-11-60 15,3-6 0-15,5-3-184 0,-2-9-180 16,6-7-72-16,-6-3-49 0,6 0-63 16,2-7-24-16,1-5-164 0,0-7 88 0,5-7 128 15,-5-2 112-15,3-3 136 0,5 1 36 16,-4-1 100-16,4 8 136 0,0 4 324 16,4 0 96-16,5 10 12 0,2-1 60 15,-3 4-72-15,8 6 20 0,0 0-64 0,0 3 4 16,5 7-16-16,-2 2 16 0,1 4 45 15,-1 0 35-15,2-3 12 0,-1 3-168 16,-1-3-220-16,-2-1-84 16,-2 1-40-16,-2-4-80 0,2 0-412 0,-2 2-405 15,-2 1-123-15,6-2-300 0,-10-1-1376 16,1 0-3993-16</inkml:trace>
  <inkml:trace contextRef="#ctx0" brushRef="#br0" timeOffset="125082.868">27232 11182 5380 0,'0'0'3196'0,"0"0"1525"0,0 0-4125 0,0 0-416 16,0 0 400-16,0 0 628 0,0 0 208 16,0 0-488-16,0 0-444 0,36 73-128 15,-31-54 36-15,-2 7 0 0,-3-1-84 16,0 0-112-16,0 3-112 0,-3 2-12 15,-10-1-72-15,9-1-68 0,-4-6-104 16,5-3-268-16,-1 0-148 0,4-7-88 16,0-5-164-16,0-1-256 0,0-3-780 15,0-3-1937-15,7-6-2607 0</inkml:trace>
  <inkml:trace contextRef="#ctx0" brushRef="#br0" timeOffset="125840.166">27742 10824 3268 0,'0'0'1148'0,"0"0"6073"16,0 0-5265-16,0 0-652 0,0 0-84 15,0 0 328-15,0 0-336 0,0 0-292 16,84 38-212-16,-60-13-268 0,0 3-136 16,-8 4-12-16,3 6-84 0,-6-3-87 15,-5 3-25-15,-5 4-36 0,1-8 16 16,-4 1-72-16,0-3 44 0,-7-1-48 15,-1 2 0-15,-5-8-72 0,6 0-233 16,-5-3-83-16,3-6-64 0,2-3-84 0,-1-3-52 16,4-1-112-16,-5-5-100 0,9-1-412 15,-3-3-532-15,3 0-884 0,0-3-3461 0</inkml:trace>
  <inkml:trace contextRef="#ctx0" brushRef="#br0" timeOffset="126096.343">28459 10995 6624 0,'0'0'4865'0,"0"0"-3225"16,0 0-520-16,0 0-160 0,0 0-56 16,0 0-224-16,0 0-368 0,0 0-224 15,0 0-88-15,0 0-576 0,45-3-644 16,-34 0-780-16,10-4-2865 0</inkml:trace>
  <inkml:trace contextRef="#ctx0" brushRef="#br0" timeOffset="126252.165">28806 11018 6552 0,'0'0'4324'0,"0"0"-3271"0,0 0-745 0,0 0 52 16,0 0-220-16,0 0-140 0,0 0-704 16,0 0-441-16,0 0-339 0,0 0-880 15,88-29-748-15</inkml:trace>
  <inkml:trace contextRef="#ctx0" brushRef="#br0" timeOffset="126377.239">29030 10972 2704 0,'0'0'2684'16,"0"0"124"-16,0 0-684 0,0 0-283 0,0 0-17 15,0 0-232-15,0 0-312 0,0 0-456 16,0 0-428-16,0 0-324 0,79-13-72 16,-72 7-656-16,2 3-744 0,-1 0-1228 15,0-3-5725-15</inkml:trace>
  <inkml:trace contextRef="#ctx0" brushRef="#br0" timeOffset="127130.152">30014 10636 1604 0,'0'0'2268'0,"0"0"-1432"16,0 0 1180-16,0 0 644 0,0 0-787 15,0 0-473-15,0 0-240 0,0 0-56 16,0 0-76-16,0 0-60 0,0 0-72 16,-5-10-84-16,-3 13-148 0,0 4-284 0,-8 3-36 15,-3 6 12-15,-1 5-4 0,-1 11-24 16,2 3 64-16,-1 7 69 0,-1 2-85 15,6 7-108-15,-1-1-4 0,0 5 4 16,8-4-112-16,5-4-16 0,3-6-140 16,0-6-12-16,7-4-108 0,5-5 0 0,4-6-256 15,4-5-48-15,0-5-48 0,4-4-101 16,0-2-59-16,3-4-100 0,1-4-336 16,-4-5-928-16,-4-1-1924 0,8-8-2245 15</inkml:trace>
  <inkml:trace contextRef="#ctx0" brushRef="#br0" timeOffset="127380.118">30340 10744 5956 0,'0'0'7461'0,"0"0"-6417"0,0 0-312 16,0 0 812-16,44 88 380 0,-32-55-12 15,-4 2-660-15,4 2-463 0,0-2-209 16,-5-3 0-16,10 1-156 0,-6-8-300 16,2 0-124-16,2-6-96 0,2 0-172 15,-6-3-372-15,10-4-84 0,-2-1 92 16,-3-6 123-16,0-2-343 0,0-3-680 0,-4 0-1384 16,-5-6-1708-16,6-7-1577 0</inkml:trace>
  <inkml:trace contextRef="#ctx0" brushRef="#br0" timeOffset="127548.732">30671 10832 4880 0,'0'0'7017'16,"0"0"-5265"-16,0 0-852 0,0 0-132 15,0 0 268-15,0 0 84 0,0 0-56 16,-100 68-252-16,69-37-224 0,-1 7-112 16,-5 0-160-16,1 1-84 0,5-2-108 15,3 2-44-15,4-8-80 0,4-2-148 16,4-4-364-16,4-2-320 0,8-5-160 15,0-1-444-15,4-4-972 0,0-8-3053 0</inkml:trace>
  <inkml:trace contextRef="#ctx0" brushRef="#br0" timeOffset="128134.996">30778 11051 7128 0,'0'0'4397'16,"0"0"-2429"-16,0 0-1496 0,0 0-320 0,0 0 404 16,0 0 416-16,0 0-40 0,0 0-136 15,0 0-236-15,80 20-168 0,-48-17-216 16,4 1-176-16,-5-4-224 0,5 0 12 16,1-4-168-16,-2-2-204 0,-3 0-320 15,0-1-404-15,-8 0-1020 0,-1-2-3125 0</inkml:trace>
  <inkml:trace contextRef="#ctx0" brushRef="#br0" timeOffset="128612.527">31460 10624 6976 0,'0'0'5489'0,"0"0"-3821"0,0 0-1452 0,0 0 64 16,0 0 716-16,0 0 608 0,0 0-280 16,47 72-612-16,-30-37-356 0,-6 0-100 15,1 6 88-15,-3 7 96 0,-6-3 304 16,-3 2-456-16,0 5-152 0,-12-5-51 16,-3 0-25-16,-10 1-48 0,1-4 0 15,-4 1-4-15,0-7 0 0,1-3 0 16,-1-4-4-16,12-12-4 0,0-6-4 15,8-3-4-15,0-10-76 0,0 0-109 16,1 0-159-16,2-10 8 0,-3 1 16 16,0-7 24-16,1-3 84 0,3-3 60 0,-1-4 12 15,1-2 40-15,0 0 108 0,4-1-124 16,0 4 120-16,0-2 0 0,4 12 4 16,0-1 60-16,1 10 60 0,2 2-116 15,1 4 120-15,4 4 108 0,0 5 84 0,4 4-24 16,0 2-24-16,0 1-36 0,4 3 12 15,-4-2-88-15,4-2-144 0,-4 1-12 16,3 1-4-16,5-6-128 0,-3 3-452 16,3-5-368-16,-5 1-224 0,5-4-1016 15,-7 0-980-15,2 1-2649 0</inkml:trace>
  <inkml:trace contextRef="#ctx0" brushRef="#br0" timeOffset="129703.545">31730 11058 8896 0,'0'0'2393'0,"0"0"-1521"0,0 0-576 16,0 0 432-16,-11 76 732 0,3-44-76 15,4 3-428-15,-5 1-448 0,6 1-148 0,-1-2-16 16,0-3-48-16,0 3-132 0,4-10-104 16,-4 4-60-16,-1-4-48 0,5-6-16 15,-4-3 60-15,4-6-352 0,0-7-400 16,9-3-388-16,3 0-104 0,-1-13 284 0,10 1 128 16,3-8-316-16,4-1-497 0,0-5 189 15,3-3 460-15,-3 4 1000 0,4-1 132 16,-9 4 244-16,-2 3 284 0,-5 7 168 15,-8 2 193-15,-4 4 287 0,-4 6 72 16,0-4-112-16,-8 4-264 0,-5 0-336 16,2 0-420-16,-9 4-248 0,-5 2-176 15,6 4 128-15,-1-1 48 0,1 4 40 16,2-1 60-16,6 1 28 0,-2 3 20 16,5 0 24-16,8-4 140 0,0 1 108 15,0 0-60-15,4-4-64 0,4 5 48 0,4-6 36 16,4 3-24-16,0-5-160 15,4 2-100-15,0-1-8 0,4 0-80 16,0-4-8-16,-1 0-196 0,1-3-480 0,1 0-148 16,-5 0-312-16,-1-3-684 0,-2 0-2248 15,-6-7-4321-15</inkml:trace>
  <inkml:trace contextRef="#ctx0" brushRef="#br0" timeOffset="130135.41">32217 10718 12169 0,'0'0'1660'16,"0"0"-1052"-16,0 0 88 0,0 0 828 15,71 71-72-15,-58-49-148 0,-2 10-496 16,2-4-344-16,-6 4-100 0,1-1-96 16,0 1-84-16,0 1-88 0,-4-2-84 15,-4-3-12-15,0 1-44 0,0-1 32 0,-4 4-132 16,-8-3-124-16,-7 2-148 0,-5 1-108 16,-4 0-52-16,-8-3-160 0,0-1-336 15,-1-3-740-15,6-6-996 0,-21 4-3505 0</inkml:trace>
  <inkml:trace contextRef="#ctx0" brushRef="#br0" timeOffset="131049.306">24750 10157 5136 0,'0'0'1056'0,"0"0"3921"0,0 0-3489 0,0 0-48 16,0 0 188-16,0 0 72 0,0 0-312 15,0 0-272-15,0 0-300 0,0 0-220 16,0 0-59-16,-8 25 35 0,0-6-124 0,-4 9-208 15,-8 11-120-15,0 5 64 0,1 7 20 16,-2 12-12-16,-3 4-72 0,1 9 40 16,3 4-28-16,-4 2-52 0,0 7-80 15,4 0-52-15,4 3 44 0,8 3-44 16,8-2-8-16,4-1-12 0,12-1 24 16,4 2-64-16,12-5 52 0,8-2-24 15,11-3-108-15,13-10-76 0,16-3 196 16,12-7-48-16,11-2-496 0,13-1-52 15,3-6-113-15,9 0-279 0,3-3-1056 16,-27-16-3132-16,51 19-4053 0</inkml:trace>
  <inkml:trace contextRef="#ctx0" brushRef="#br0" timeOffset="131884.114">32655 10359 7264 0,'0'0'3084'16,"0"0"133"-16,0 0-1281 0,0 0-416 16,95 20-20-16,-63 0-260 0,0 1-384 15,4 10-248-15,-8 8-148 0,-1 5 65 16,1 10 79-16,-11 4-180 0,-6 2-192 15,-2 3-112-15,-9 4-36 0,0 3 8 16,-12 0-92-16,0 0 0 0,-4-4 0 0,-4 4-48 16,0-4 0-16,-4-5-48 15,0-1-172-15,1 1-104 0,-5-10-88 0,4-4-28 16,-4-6 63-16,3-6 25 0,10-9-40 16,-1-10-292-16,4-11-360 0,-1-5-664 0,10-2-796 15,-1-4-1777-15,4-23-867 0</inkml:trace>
  <inkml:trace contextRef="#ctx0" brushRef="#br0" timeOffset="132435.959">33070 9594 5976 0,'0'0'2000'15,"0"0"-16"-15,0 0-667 0,0 0 55 16,0 0 116-16,0 0-324 0,0 0-360 16,0 0-276-16,0 0-140 0,0 0 208 15,0 0 96-15,59 38-236 0,-47-19-208 0,-4 4-128 16,0 2-8-16,-4 4-104 0,0 0 4 15,-4-1-12-15,0 4-160 0,0 0-24 16,0-5 24-16,0 3-48 0,0-5 84 16,0-6 64-16,0 0-28 0,0-3-60 15,0-7 136-15,0 1 0 0,4-3-88 0,-4-1 40 16,0-6 60-16,4 0 0 0,-4 0 96 16,4 0-8-16,4-6-16 0,0-4 140 15,4-3-112-15,4-6-100 0,3-6-232 16,2-7-124-16,3-6-44 0,0-7-84 15,-1-2-128-15,-3-7-408 0,-8-3-256 16,0-1-456-16,-4 2-561 0,-4 11-2175 16,0-12-1175-16</inkml:trace>
  <inkml:trace contextRef="#ctx0" brushRef="#br0" timeOffset="138047.881">20762 12814 10636 0,'0'0'5041'0,"0"0"-4109"0,0 0-444 15,0 0-216-15,0 0 608 0,0 0 264 16,0 0 152-16,0 0-408 0,99 54-195 16,-47-35-49-16,4-3-136 0,4-3-148 15,-4-10-152-15,-5-3-160 0,5-7-36 16,-4-15-12-16,-1-3 0 0,1-7-232 16,-3-4-264-16,-6-1-132 0,-4-4-112 0,-7 3-257 15,-8 0-715-15,-3 3-1272 0,-10 13-3117 16,-7-11-3275-16</inkml:trace>
  <inkml:trace contextRef="#ctx0" brushRef="#br0" timeOffset="138218.862">21228 12290 4728 0,'0'0'8321'0,"0"0"-6721"0,0 0-668 0,0 0 500 16,-48 112 188-16,36-56-304 0,4 11-280 15,-7 5-232-15,2 9-259 0,2 1-157 16,3 1 24-16,-9-4-60 0,10-3-176 15,-6-9-176-15,9-13-132 0,4-13-316 16,4-15-232-16,9-14-97 0,6-12 85 16,5-7 44-16,8-18-220 0,0-9-560 15,3-11-644-15,6-12-1108 0,-9 16-2473 16,4-36-1279-16</inkml:trace>
  <inkml:trace contextRef="#ctx0" brushRef="#br0" timeOffset="138632.494">21611 12103 664 0,'0'0'12233'0,"0"0"-10393"0,0 0-932 0,0 0 384 16,0 0 184-16,11 108-504 0,-22-54-104 16,-6 13-12-16,2 3-79 0,-5 2-37 15,3 4-148-15,2 1-156 0,-6-1-148 0,10-3-152 16,-1-6-80-16,4-4-56 0,4-9-160 16,4-10 28-16,0-5-48 0,0-11 0 15,7-9-28-15,6-6-128 0,2-13-28 16,6 0 108-16,3-19 40 0,4-3-28 15,0-7 35-15,-5-2-71 0,5 1 16 16,-8 5 116-16,1 6 88 0,-10 7 48 0,1 5-100 16,-9 7 112-16,6 7 52 0,-9 5 288 15,0 7 36-15,0 6-59 0,-4 5-37 16,-1 1 60-16,-2-2-4 0,7-1-80 16,0-2-64-16,0-3-60 0,0-9-72 15,12-1-60-15,0-3-12 0,3-3-64 16,6-4 28-16,-1-3-72 0,8 0 116 15,-5-7-4-15,5 0-52 0,-4 4-120 16,0-2-148-16,0 1 120 0,0 2 40 0,-4-5-281 16,0 0 37-16,-1-5 168 15,2 2-88-15,3-6-92 0,-5 0-80 0,1 1 52 16,-7-2-52-16,-2 2-296 0,-3 2-704 16,-8 6-1104-16,0 0-2489 0,-8 7-2587 0</inkml:trace>
  <inkml:trace contextRef="#ctx0" brushRef="#br0" timeOffset="139078.642">22268 12906 12881 0,'0'0'2096'0,"0"0"-888"0,0 0-156 16,7 70 212-16,-7-44 184 15,0 2-168-15,0-3-503 0,-3 4-289 0,-1-7-76 16,-4 0-88-16,4-6-116 15,0-7-208-15,-1 2 0 0,5-9-256 0,0-2-276 16,0 0-220-16,0-8 83 0,9-11-283 16,-1-4-456-16,0 4-1416 0,-1-13-3713 0</inkml:trace>
  <inkml:trace contextRef="#ctx0" brushRef="#br0" timeOffset="139213.44">22284 12665 14041 0,'0'0'2360'0,"0"0"-1648"0,0 0-204 16,0 0 520-16,0 0 148 0,0 0-296 16,0 0-880-16,0 0-108 0,0 0-676 15,83-16-296-15,-55 10-964 0,-4-1-3168 16,12 7-3817-16</inkml:trace>
  <inkml:trace contextRef="#ctx0" brushRef="#br0" timeOffset="139455.91">22662 12887 15105 0,'0'0'2120'15,"0"0"-1388"-15,0 0 120 0,-35 71 472 16,22-57 441-16,5 3-433 0,5-2-752 0,-1-3-384 16,4-1-196-16,7 2-60 0,5-4 12 15,1 4-24-15,2-4 24 0,5 1-12 16,1-1-12-16,-6 1 24 0,1-4 36 16,0 4-72-16,-4-1 84 0,0 5 0 15,-4-2 60-15,-1 3 12 0,-2-2-24 16,-1 3 0-16,-4 3 12 0,-4-3-52 15,-5 3-8-15,-6 0-252 0,-1 0-196 16,-4-3-72-16,-4 0 12 0,-4-3-149 0,-7-1-171 16,-1-3-484-16,-9-2-960 0,10-1-1604 15,-21-6-2693-15</inkml:trace>
  <inkml:trace contextRef="#ctx0" brushRef="#br0" timeOffset="140039.741">23563 13427 3240 0,'0'0'5844'0,"0"0"-4240"0,0 0-1604 15,0 0-688-15,0 0-36 0,0 0-64 16,0 0-240-16,0 0-596 0,0 0 88 0,0 0 272 16,24 35 140-16,-9-35 108 0,-2 0 664 15,-2-4 196-15,-3 4 64 0,1-3 92 16,-5 3 756-16,-1 0-480 0,1 0-276 15,-4 0-668-15</inkml:trace>
  <inkml:trace contextRef="#ctx0" brushRef="#br0" timeOffset="140531.388">23873 13395 3420 0,'0'0'6388'0,"0"0"-5163"0,0 0-453 16,0 0-76-16,0 0 412 0,4-70 476 15,-4 51-252-15,-4 0-284 0,0 0-320 16,-3 0-76-16,-1 0 72 0,-1 3-72 16,-2 0-264-16,3 4-48 0,-5 5 52 15,6 0-4-15,-5 7-59 0,0 4-185 0,0 9-72 16,-4 9-68-16,-4 13 44 0,4 3-44 16,-4 10 84-16,4 3-28 0,5-4 36 15,2-2-96-15,5-8 0 0,4 2-4 16,0-14-56-16,0-3-12 0,8-6-24 15,1-9-52-15,2-5 28 0,6-2 0 0,2-2-16 16,5-11-217-16,0-6-71 16,4-6-52-16,0 0 72 0,-9-2 100 0,2 5 72 15,-10 7 60-15,2 2 100 0,-6 6-88 16,-3 7-100-16,0 3 260 0,4 14 336 16,-3 5 80-16,-1 9-60 0,-1 1-40 15,-3 10-108-15,0-1 36 0,0 0 12 16,0 7 24-16,0-3-24 0,0 1 121 15,-3 5 23-15,-1-3-100 0,-5 0-128 16,-3 0-64-16,1-1 0 0,-2-6 12 16,-2-3-108-16,2-3 88 0,-2-9-100 0,2-4 8 15,2-3 40-15,3-10-40 0,-5-2 4 16,2-4-12-16,-5-3-172 0,0-3-20 16,0-7-60-16,0-9-200 0,-4-6-189 15,5-6-151-15,-2-11-60 0,2-6-352 0,2-6-836 16,9 12-2136-16,4-14-2781 0</inkml:trace>
  <inkml:trace contextRef="#ctx0" brushRef="#br0" timeOffset="140720.088">24188 13503 7036 0,'0'0'6293'0,"0"0"-5061"15,0 0 16-15,0 0 812 0,0 0-396 16,80 41-332-16,-76-21-203 0,-4 2-377 15,0 3-364-15,0 0-148 0,-4 1-164 0,-4-1-76 16,4-6-88-16,0-3-164 0,0-3-256 16,0-1-220-16,0-6-161 0,4-1-247 15,0-5-708-15,0 0-1184 0,0-5-2257 16,0-7-3339-16</inkml:trace>
  <inkml:trace contextRef="#ctx0" brushRef="#br0" timeOffset="140888.174">24296 13252 7220 0,'0'0'6929'16,"0"0"-5477"-16,0 0-284 0,0 0 368 16,0 0-280-16,0 0-376 0,0 0-464 15,79-6-368-15,-66 9-48 0,2 3-220 0,1 1-416 16,0-4-172-16,4 3 72 0,0 1-368 16,0 2-1216-16,-8-3-2557 0,4 7-2403 0</inkml:trace>
  <inkml:trace contextRef="#ctx0" brushRef="#br0" timeOffset="141032.358">24547 13560 3816 0,'0'0'7229'16,"0"0"-5589"-16,-4 83-836 0,4-58 176 16,0 4 744-16,0-7-64 0,0-6-244 0,4-4-360 15,4-1-496-15,4-5-268 0,0-6-36 16,4 0 48-16,3-6 85 0,2-8-185 16,3-5-204-16,4-3-316 0,-1-7-181 15,1 1-247-15,0 3-132 0,4-1-404 16,-5 3-804-16,1 9-664 0,-7 3-2041 15,7 3-1695-15</inkml:trace>
  <inkml:trace contextRef="#ctx0" brushRef="#br0" timeOffset="141296.66">25013 13602 4680 0,'0'0'5712'0,"0"0"-3359"15,0 0-1089-15,0 0-240 0,0 0 108 16,0 0-92-16,0 0-324 0,0 0-380 16,0 0-40-16,0 0-64 0,84 31-44 15,-64-50-188-15,-1-4-16 0,-2-2-32 16,-2 3 44-16,-2 0 4 0,-6 6 72 15,-3 7 12-15,-4-1 76 0,-4 4-112 16,-8 2-36-16,-4 2 40 0,-4 2 44 16,1 0 28-16,-9 2-16 0,4 11 16 0,4 6 12 15,-4 6-52-15,4 7 40 0,4 0 8 16,4 6 52-16,4-3 0 0,1-3-100 16,7 0-84-16,7-7-8 0,13-2 0 15,8-4-172-15,12-5 180 0,7 0 0 0,9-8-492 16,8-6-44-16,8 0-168 0,8-9-432 15,0-4-564-15,-17 4-2376 0,20-7-4961 0</inkml:trace>
  <inkml:trace contextRef="#ctx0" brushRef="#br0" timeOffset="141574.667">25798 13719 9624 0,'0'0'6345'16,"0"0"-4621"-16,0 0-908 0,0 0-128 0,75 58 424 15,-39-46-76-15,9-6-315 0,-2-6-385 16,5 0-164-16,0-16-76 0,4-3-96 15,-5-9 0-15,5-5-496 0,0-1 107 16,0-8-403-16,-5-2-184 0,-7-1-596 16,1 4-1332-16,-18 13-2189 0,-3-10-3111 0</inkml:trace>
  <inkml:trace contextRef="#ctx0" brushRef="#br0" timeOffset="141762.518">26229 13144 7840 0,'0'0'6541'0,"0"0"-5645"15,0 0-568-15,-45 102 476 0,37-55 688 16,1 7 220-16,-2 13-344 0,5 3-455 16,0 4-197-16,0 1-136 0,4-2-228 15,-3-7-352-15,3-11-36 0,0-11-580 0,7-12-296 16,6-13 75-16,6-9 153 0,9-10 220 16,8-16-124-16,0-10-456 0,4-9-996 15,-12 7-2284-15,12-27-2613 0</inkml:trace>
  <inkml:trace contextRef="#ctx0" brushRef="#br0" timeOffset="141842.023">26519 13144 1068 0,'0'0'0'0</inkml:trace>
  <inkml:trace contextRef="#ctx0" brushRef="#br0" timeOffset="142596.546">26802 12846 2856 0,'0'0'6480'0,"0"0"-2023"0,0 0-3585 16,0 0-152-16,-48 73 812 0,36-28 188 16,4 5-296-16,-3 14-348 0,2 5-335 15,-3 7-25-15,5 4 192 0,-6 3-304 16,5-7-292-16,1-4-192 0,-1-4-80 0,8-15-40 15,0-9-96-15,0-15-48 16,8-6 0-16,3-10 0 0,6-11-124 0,2-2-156 16,1 0 112-16,0-8 156 15,0-6 156-15,-4-2-16 0,4 0-92 0,-8-2 12 16,0 1 24-16,-4 8 12 0,-4-1-12 16,0 7 24-16,-4 3 48 0,0 0 244 15,0 13-64-15,4 0 76 0,-4 5-76 16,4 5-8-16,-4-1-76 0,0 0 24 0,4-2 36 15,-1-4-24-15,1-4-132 0,5-5-52 16,6-5-80-16,2-2-144 0,2-2-208 16,5-11-100-16,4-9-9 0,0 0-187 15,4-3-244-15,-4-2-548 0,0 9-652 16,-4 5-364-16,-5 3-64 0,-2 7-145 16,-6 3 861-16,-3 3 1936 0,-3 3 184 0,3 4 1960 15,-5-3 40-15,-3-2 49 16,0-1-113-16,4-1-388 0,0-3-440 0,0 0-280 15,5-3-228-15,2-6-136 0,6-1-260 16,6-3-244-16,1-3-144 0,4-3-12 16,0-1 12-16,-8 6 96 0,0 1-96 15,-13 3-160-15,-2 7 160 0,-5-1 40 0,-5 4-40 16,-10 0 12-16,-5 0 36 16,-8 7 132-16,0 3 64 0,-4 3-48 0,0 8-51 15,0 5-37-15,4 2 76 0,5 7 32 16,3 6 136-16,-1-3-24 0,10 4-232 15,7-4-96-15,4-3-60 0,15-6 60 16,10-4-84-16,6-2 84 0,9-4-144 16,8-7-4-16,4-5-32 0,4-5-292 15,8-2-357-15,0 0-207 0,-1-2-656 16,-15-5-2600-16,28 1-4577 0</inkml:trace>
  <inkml:trace contextRef="#ctx0" brushRef="#br0" timeOffset="142929.039">28177 13719 8340 0,'0'0'4661'0,"0"0"-3389"16,0 0-160-16,15 67 208 0,9-39 392 0,12 1-32 16,4-4-568-16,12-3-528 0,4-3-267 15,-1-12-209-15,5-4-104 0,4-6 4 16,4-14-8-16,-5-5-348 0,1-6-381 0,-4-5-247 15,-4-4-224-15,-8-1-868 16,-16 9-1988-16,0-9-2537 0</inkml:trace>
  <inkml:trace contextRef="#ctx0" brushRef="#br0" timeOffset="143156.923">28770 13433 5716 0,'0'0'1508'0,"0"0"3737"16,-28 86-3197-16,20-41-304 0,1 14-76 15,3 5-92-15,-5 13-272 0,1 2-328 16,1 10-335-16,-1 0-241 0,-1 2-180 0,-2-1-112 16,-6-5-24-16,2-2-84 0,-2-7-8 15,-2-6 0-15,3-9-4 0,0-8-48 16,4-11 12-16,4-10-108 0,0-14-88 16,4-5 4-16,4-13-64 0,0-3-245 15,8-13-203-15,4-13-460 0,8-9-252 16,4-3-460-16,4-9-580 0,-9 8-2085 0,22-19-2455 0</inkml:trace>
  <inkml:trace contextRef="#ctx0" brushRef="#br0" timeOffset="143497.049">29320 14008 13061 0,'0'0'2824'0,"0"0"-1660"0,0 0 124 15,0 0 224-15,0 0-144 0,-92 6-227 16,68 7-377-16,1 6-208 0,-1 3 12 15,4 4 12-15,-1-1-208 0,10 3-168 16,3-3-204-16,4-2-12 0,4-7-60 0,0-3-156 16,4-4-88-16,8-2 40 0,0-7-36 15,4 0 80-15,0-7 136 0,3-5 24 16,6-4-72-16,-5-3 36 0,-1-1-88 0,1-2-32 16,-4 3-28-16,4 0 4 15,-4 3 32-15,0 3 64 0,-8 4 0 0,4 3 56 16,-4 6 4-16,-4 0 96 0,0 9 292 15,-1 4 156-15,2 9-60 0,-5-3-124 16,0 7 28-16,4 0-16 0,-4-5 4 16,4 2-52-16,0-8-164 0,4 1-64 15,8-6-132-15,-1-4-60 0,10-6-52 16,-1 0 160-16,4-9-240 0,0-7-780 16,3-6-133-16,-3-4-1199 0,-1 8-2136 0,1-12-2237 15</inkml:trace>
  <inkml:trace contextRef="#ctx0" brushRef="#br0" timeOffset="143723.416">29866 13894 13073 0,'0'0'4644'0,"0"0"-3852"0,0 0 32 0,0 0 692 16,0 0-131-16,0 0-417 0,0 0-376 15,-76 85-276-15,60-53-16 0,4 0-24 16,0-4 52-16,8 1-232 0,1-7-96 15,3-5-72-15,0-3-60 0,7-3-112 16,10-5-32-16,-2-4-96 0,5-2-16 16,4-6 12-16,4-9-108 0,3-4-108 0,1-7-297 15,5-3-575-15,-1-5-912 0,-8 9-728 16,11-21-3225-16</inkml:trace>
  <inkml:trace contextRef="#ctx0" brushRef="#br0" timeOffset="143925.134">30356 13153 12805 0,'0'0'2360'16,"0"0"-1692"-16,-8 70 236 0,0-25 844 0,-4 9 156 15,5 10-395-15,-2 2-525 0,-3 7-296 16,8 4 96-16,-4-5-180 0,4 1-280 16,4-4-108-16,0-1-216 0,0-13-76 0,0-5-332 15,0-9-112-15,0-9-84 0,4-7-36 16,-4-9-72-16,0-3-297 0,0-7-467 15,-4-3-636-15,-12-3-388 0,0 0-1900 16,-20-6-1445-16</inkml:trace>
  <inkml:trace contextRef="#ctx0" brushRef="#br0" timeOffset="144073.133">29910 13944 7856 0,'0'0'5253'0,"0"0"-3501"16,0 0-820-16,0 0-192 0,0 0 408 15,0 0 292-15,80-16-212 0,-37 13-560 0,9 0-328 16,8-3-120-16,4-4-60 15,-5 1 81-15,1-7-193 0,0 0-48 0,0-3-265 16,-9-4-539-16,1 2-148 0,0-2-128 16,-8 2-1172-16,-12 4-2572 0,-1-5-3881 0</inkml:trace>
  <inkml:trace contextRef="#ctx0" brushRef="#br0" timeOffset="144365.624">30654 13840 12057 0,'0'0'2956'0,"0"0"-2352"0,-31 66-280 0,19-40 916 15,0 2 752-15,8 1-440 0,0-4-880 16,4-6-516-16,12 0 16 0,4-6 33 16,8-1-45-16,4-2-160 0,0-3-164 15,4-7-53-15,3 0-63 0,-3-10-36 16,4-9 304-16,-8-3-564 0,0-3-8 16,-4 2 92-16,-9 0 212 0,-6 2 108 15,-9 5 96-15,0-3-68 0,-12 2 144 0,-4 2 284 16,-8 2 108-16,-4 4-96 0,0 2-88 15,-4 4 36-15,0 6 124 0,1 10-40 16,-1 6-84-16,0 6-40 0,4 7 16 16,4-4-72-16,4 5-56 0,4-8-92 15,4 0-280-15,4-6-156 0,8-3-284 16,0-3-212-16,0-10-336 0,12-3-1552 0,0 0-3109 16,8-19-3490-16</inkml:trace>
  <inkml:trace contextRef="#ctx0" brushRef="#br0" timeOffset="144611.03">31113 13722 12793 0,'0'0'1792'0,"0"0"-1460"0,0 0 156 0,7 86 820 16,-10-51 564-16,-9 6-376 16,0-3-748-16,-4 4-420 0,-4-1-112 0,0-3-56 15,-4 3-88-15,4-6-72 0,5-7-4 16,2-3-4-16,5-8-4 0,5-8 12 15,3-5 44-15,0-4 56 0,3-4 45 16,10-5-141-16,2-8 140 0,10-8-56 0,-1-3-88 16,7-7-88-16,1-3-229 0,8-10-83 15,-1 1-124-15,6-7-108 0,-2 0-780 16,2 2-920-16,-10 14-2304 0,9-9-2309 0</inkml:trace>
  <inkml:trace contextRef="#ctx0" brushRef="#br0" timeOffset="144779.933">31479 13849 13061 0,'0'0'3848'16,"0"0"-3412"-16,-28 76 24 0,21-48 1152 15,-5 5 500-15,3-8-355 0,6 0-789 0,3-6-680 16,0-3-228-16,7-3-60 0,2-3-228 16,3-4-484-16,4-6-184 0,-4 0 84 15,-1-6-197-15,2-7-1171 0,-9 3-3248 16,-4-15-4985-16</inkml:trace>
  <inkml:trace contextRef="#ctx0" brushRef="#br0" timeOffset="144929.368">31567 13558 13833 0,'0'0'3064'16,"0"0"-2544"-16,0 0 276 0,0 0 248 15,96 6 108-15,-68-6-204 0,0 2-644 16,4-2-304-16,-1 0-508 0,-3 0-164 15,0 4-344-15,-8-2-508 0,-4 9-876 16,-4-3-2229-16,-12 12-3675 0</inkml:trace>
  <inkml:trace contextRef="#ctx0" brushRef="#br0" timeOffset="145168.185">31615 13995 13745 0,'0'0'2688'0,"0"0"-2148"0,0 0 128 15,0 0 444-15,92 28 460 0,-48-28-380 0,8 0-791 16,-1 0-265-16,1-5 80 0,0 1-72 15,-5 1-136-15,-11 3-8 0,-4 0-12 16,-12 0-36-16,-8 7-24 0,-8 5 72 16,-4 7 24-16,-8 3 124 0,-8 4-52 15,-4 2-36-15,1 0-12 0,-1-4-44 16,7-3 4-16,1-5-8 0,9-6-108 16,3-4 12-16,0-3-88 0,11-3-84 0,6-3 3 15,3-6-175-15,7-4-240 0,1-6-188 16,7-4-40-16,-7 1-600 0,4-3-1192 15,-11 6-1977-15,7-13-1263 0</inkml:trace>
  <inkml:trace contextRef="#ctx0" brushRef="#br0" timeOffset="145629.213">32288 13979 11537 0,'0'0'4760'0,"0"0"-4000"16,-55 67-336-16,27-39 404 0,0 4 744 16,0 3 64-16,0-6-399 0,12-1-497 15,4-8-392-15,4-5-236 0,8-5-112 16,4-4-120-16,8-3 116 0,8-3-68 15,4 0-84-15,0-9-184 0,8-7-8 16,0-3-224-16,0-6 160 0,4 0 11 0,-5-5 1 16,5-1-4-16,0-1-72 0,-4-6 12 15,3 0-148-15,2-7-448 0,-5-5 316 16,0-8 496-16,-1-1 136 0,5-6-224 16,-4-1-232-16,-4 3-36 0,0 8 532 15,-5 14 72-15,-6 16 728 0,-6 12-140 16,-7 10 96-16,-4 3 0 0,0 12 204 15,0 7-44-15,-4 7-340 0,-7 5-188 16,-1 1 112-16,-1 10 128 0,-2-4 5 16,-1 3-149-16,0 4-184 0,0-5-216 15,4 4-12-15,-4 2-56 0,0-2-88 0,0 1-100 16,4-1-44-16,5 1 116 0,-2-8-145 16,5 2 137-16,4-8 180 0,0-1 4 15,0-9 4-15,0-5-8 0,0-6-196 0,0-4-204 16,0-3 20-16,-4-3-24 15,-4-6-208-15,0-3-520 0,0-7-240 0,-3 0 80 16,-2-4 508-16,1-2 784 0,5-3 28 16,-1-4 248-16,8 4 316 0,0-4 400 15,0 7-36-15,4 3-336 0,7 7-252 16,6-1-280-16,6 7-84 0,5 0-4 16,4-5-116-16,3 5-352 0,2 0-1108 15,-14 3-972-15,9-4-2909 0</inkml:trace>
  <inkml:trace contextRef="#ctx0" brushRef="#br0" timeOffset="146522.45">32508 14191 9428 0,'0'0'5145'16,"0"0"-4137"-16,0 0-544 0,0 0 692 15,0 0 708-15,-13 68-396 0,10-59-712 0,-1-6-572 16,4 0-172-16,-4 0-12 0,4-3-60 16,0 0-332-16,0 0-204 0,0 0-136 15,4-3-216-15,3-3-448 0,6 0-432 16,-5 3-160-16,-1-4 136 0,1 4 111 15,1 0-359-15,-5 0 684 0,3 0 1416 16,1-4 168-16,5-2 272 0,-2-1-180 16,6-2 392-16,-2-1 332 0,-3-4 52 15,4 3-288-15,-4-3-439 0,4 4-309 16,-8 1-129-16,-1 5 121 0,-3 4 8 16,1 3 261-16,-5 3 163 0,0 10 460 0,-9 4 148 15,2 2-368-15,-1 0 32 0,-5 2 272 16,6-1 36-16,-1-5-244 0,4-2-292 15,4-7-208-15,0 1-168 0,0-7-92 16,8 0-172-16,3-4-212 0,10-2 0 16,3-3-152-16,0-4-204 0,4 4-176 0,-1-1-56 15,-7 0-20-15,-3 7 108 0,-2-1 92 16,-7 4 84-16,-8 0 191 0,0 0 517 16,0 0 492-16,0 0 217 0,-4 0-1 15,0 4-708-15,4-4-156 0,-8 0-1024 16,5 0-1213-16,-6 0-2847 0</inkml:trace>
  <inkml:trace contextRef="#ctx0" brushRef="#br0" timeOffset="148714.995">33034 14122 8672 0,'0'0'2961'0,"0"0"-1581"0,0 0-384 0,0 0 344 15,0 0 104-15,0 0-240 0,-32 76-548 16,23-63-324-16,5-3-112 0,1-1 0 15,-1-3-24-15,4-2-48 0,-4-1-12 16,4 0 8-16,0-3 28 0,0 0 0 16,0 0-76-16,0 0-96 0,0-3-500 15,4-7-344-15,0 1-588 0,-4-1-1288 16,7-9-3501-16</inkml:trace>
  <inkml:trace contextRef="#ctx0" brushRef="#br0" timeOffset="148876.22">33077 13871 10104 0,'0'0'2677'0,"0"0"-1365"0,0 0-376 15,0 0 572-15,0 0 208 0,0 0-448 0,0 0-608 16,0 0-540-16,0 0-120 0,0 0-304 16,0 0-444-16,68 61-532 0,-56-54-1284 15,8 1-3705-15</inkml:trace>
  <inkml:trace contextRef="#ctx0" brushRef="#br0" timeOffset="149223.956">33169 14186 10588 0,'0'0'2337'15,"0"0"-1217"-15,0 0 348 0,0 0 844 0,0 0-148 16,0 0-1016-16,0 0-760 0,0 0-268 16,0 0-20-16,0 0-100 0,0 0-148 15,95 12-312-15,-55-33-272 0,-3 2-52 16,-6 0-88-16,-4-1-40 0,-2 7 80 15,-9 4 68-15,-4-1 36 0,-5 7 160 16,-2-4 212-16,-5 7 356 0,0 0 420 0,-12 0 320 16,4 4-20-16,-9 5-148 0,2 1 76 15,-5 2-32-15,8-2 0 0,-4 0-136 16,8-1-136-16,0-3-332 0,5-2-12 16,3-4-232-16,0 0-100 0,0 0 132 15,7 0 200-15,1-4 0 0,0 1-64 16,4-2 64-16,4-6 52 0,0 5-48 15,-4 3-4-15,-4 0-64 0,0 3 64 16,0 0 272-16,-1 6 156 0,2 4-36 16,-5-1 36-16,0 3-52 0,0 1-92 15,-4 4-284-15,0-2-308 0,0 1-556 0,0 0-512 16,-8-3-1716-16,-8 3-6269 0</inkml:trace>
  <inkml:trace contextRef="#ctx0" brushRef="#br0" timeOffset="150310.162">22575 14379 3952 0,'0'0'9777'0,"0"0"-7381"0,0 0-860 0,0 0-436 15,0 0 236-15,0 0-272 0,0 0-203 16,-84 29-229-16,76 9-148 0,4 9-60 16,0 4-16-16,4 0-20 0,0-3-40 15,4-7-164-15,4-9-64 0,4-9-120 16,0-11-72-16,3-5-124 0,6-5 28 0,7-2 24 15,-4-9-216-15,8-3-244 16,-4-9-64-16,-4 0 40 0,-5-4-5 0,-3 2-111 16,0 4-48-16,-8-3-80 15,0 3 84-15,-4 0 232 0,-4 2 520 0,0 3 36 16,-8-3 248-16,-4 4 124 0,-4 4-16 16,-4-1-136-16,0 4-36 0,-3 3-36 15,2 3-84-15,-3 6-56 0,5 7 0 16,-1 9 88-16,3 0-44 0,2 4 28 0,2-1-80 15,6 1-148-15,3-4-220 0,4-6-616 16,0-1-1352-16,0-5-3065 0,7-4-4283 0</inkml:trace>
  <inkml:trace contextRef="#ctx0" brushRef="#br0" timeOffset="150446.129">22934 14636 11837 0,'0'0'3020'0,"0"0"-1060"0,0 0-188 15,0 0-288-15,0 0-700 0,86-59-552 16,-58 29-232-16,0-1-720 16,4-1-504-16,-4-3-840 0,-4 13-2868 0,0-7-3921 15</inkml:trace>
  <inkml:trace contextRef="#ctx0" brushRef="#br0" timeOffset="150682.907">23057 14339 4820 0,'0'0'6084'15,"0"0"-4155"-15,0 0-569 0,-32 97 232 16,23-56-28-16,6 10-304 0,-1 7-372 16,0 2-264-16,4 8-28 0,-4-3 88 15,4 5-79-15,0 0-141 0,-4-3-80 16,4-4-32-16,0-5-72 0,0-4-64 16,-4-4-60-16,4-6-60 0,-4-6-96 15,0-2-8-15,-4-4-64 0,0-7-228 16,-8-3-196-16,4-3-72 0,-4-6-52 0,-3-4-73 15,2-3-75-15,2-6-272 0,-2 0-476 16,6-6-380-16,3-3-1220 0,3-20-2685 0</inkml:trace>
  <inkml:trace contextRef="#ctx0" brushRef="#br0" timeOffset="150960.24">23913 15065 12029 0,'0'0'2740'15,"0"0"-1104"-15,0 0-712 0,0 0 52 16,0 0 232-16,0 0-84 0,96 28-380 15,-48-24-284-15,8-4-155 0,0 0-29 16,0-10-276-16,-1-3-60 0,-3-2-316 16,0-4-169-16,-9 0-139 0,-3-6-340 0,-12 1-724 15,-4 3-2176-15,-12-8-2005 0</inkml:trace>
  <inkml:trace contextRef="#ctx0" brushRef="#br0" timeOffset="151196.726">24220 14725 10196 0,'0'0'2917'16,"0"0"-1341"-16,-20 86-308 0,17-48 148 15,-1 10-80-15,-1 2-352 0,1 5-360 16,4 2-284-16,-4 3-120 0,0 0-12 16,0-2-112-16,-3-2 24 0,-2-1-48 15,5-7 28-15,-4-7-92 0,-3-4-8 16,2-2-12-16,1-7-112 0,-3-2-92 15,-2-3-224-15,2-4-184 0,-1-6-136 0,0-4-88 16,4-3-228-16,-5-2-312 0,-2-4-836 16,7 0-1637-16,-4-16-1139 0</inkml:trace>
  <inkml:trace contextRef="#ctx0" brushRef="#br0" timeOffset="151680.119">25611 15055 12777 0,'0'0'2372'0,"0"0"-924"0,0 0-392 16,0 0 180-16,15 67 4 0,-11-28-240 0,0 2-332 16,0 3-375-16,-4 0-233 15,0-2 8-15,0-8-68 0,0-4-12 0,0-5-96 16,0-9-233-16,-4-7-279 0,4-6-64 15,-4-3-72-15,0 0-288 0,-3-6-756 16,3 0-2824-16,-9-13-3509 0</inkml:trace>
  <inkml:trace contextRef="#ctx0" brushRef="#br0" timeOffset="151831.223">25634 14941 13329 0,'0'0'2252'0,"0"0"-1456"15,0 0-384-15,0 0 96 0,0 0-172 16,0 0-336-16,84-22-700 0,-64 19-1208 16,-8 0-2020-16,4 3-5473 0</inkml:trace>
  <inkml:trace contextRef="#ctx0" brushRef="#br0" timeOffset="152091.864">25846 15272 3160 0,'0'0'12661'0,"0"0"-10885"0,0 0-960 0,0 0 352 16,-16 79 432-16,16-64-131 0,0-4-657 16,0-2-640-16,0-4-172 0,8 2-168 15,0-3-220-15,4-4-60 0,0 0 60 16,4 0 108-16,-1-6 11 0,2-4 41 16,-2 3 32-16,2-2 88 0,-6 5 20 15,1 4-8-15,0 0 96 0,0 0 172 16,1 11 32-16,2 1-44 0,-3 1 36 15,4 6 9-15,-4 0-85 0,-4 0-120 0,4 1-64 16,-4-6-56-16,-1 5-89 0,2-2-167 16,-5-2-88-16,3 2-144 0,1-5-496 15,-3 1-872-15,-1-3-1968 0,0-1-2097 0</inkml:trace>
  <inkml:trace contextRef="#ctx0" brushRef="#br0" timeOffset="152883.527">26682 15122 3940 0,'0'0'8573'0,"0"0"-5993"0,0 0-936 0,0 0 80 16,92 22-64-16,-48-8-356 16,3 0-383-16,2 3-277 0,-6-1-320 0,1-7-176 15,4 1-92-15,-8-4-56 0,4-3-72 16,-5-3-28-16,-3 0-272 0,1-3-284 16,-6-3-133-16,-7 0-159 0,-4-1-412 15,-9 1-1252-15,-2 3-3173 0,-9-1-3511 0</inkml:trace>
  <inkml:trace contextRef="#ctx0" brushRef="#br0" timeOffset="153078.491">27017 15246 7644 0,'0'0'4493'16,"0"0"-2505"-16,0 0-348 0,-19 83-196 16,14-46 52-16,1 5-84 0,4-1-424 15,-4 7-332-15,0-1-243 0,0 5-73 16,0-5-88-16,-3-3-240 0,-2 0-12 0,5-9-72 15,-4-3-352-15,5-9-257 0,3-1 1 16,-4-9-28-16,4-4-308 0,0-2-1012 16,0-5-2568-16,-4-2-2469 0</inkml:trace>
  <inkml:trace contextRef="#ctx0" brushRef="#br0" timeOffset="153246.666">26961 15672 14337 0,'0'0'2604'0,"0"0"-1796"16,0 0 168-16,0 0 632 0,88 7-368 16,-60-5-315-16,4-2-613 0,3 0-236 15,2 0-76-15,-1-7-100 0,-1 5-224 16,-3-5-429-16,-4 1-99 0,-9-1-224 16,-2 4-684-16,-9 3-2072 0,-8 0-2685 0</inkml:trace>
  <inkml:trace contextRef="#ctx0" brushRef="#br0" timeOffset="153426.768">26874 15942 8732 0,'0'0'4061'0,"0"0"-2925"0,0 0-148 0,0 0 520 16,0 0-16-16,0 0 148 0,0 0-564 16,0 0-248-16,99 54-87 0,-63-48-281 15,8-6-304-15,4-4-156 0,0-5-132 16,3 0-112-16,1-8-385 0,4-4-259 15,-5-2-432-15,-10 8-1172 0,14-15-3456 0</inkml:trace>
  <inkml:trace contextRef="#ctx0" brushRef="#br0" timeOffset="153710.11">27937 15344 5564 0,'0'0'8489'0,"0"0"-7173"0,0 0-700 0,0 0 796 16,0 0 452-16,-63 80-336 0,47-49-652 15,4 5-471-15,-4 6-81 0,4-2 40 16,-4 8 192-16,4-1-60 0,-4 4-120 16,-4-4-136-16,5 5-108 0,-2-5-120 15,6-6-12-15,-2-5-36 0,9-5-108 16,4-2-204-16,0-4-76 0,13-6-180 15,-6-6 84-15,5-4-185 0,1-9-99 16,2 0-380-16,1 0-588 0,-4-6-460 0,4 0-684 16,-4-1-2065-16,0-2-1099 0</inkml:trace>
  <inkml:trace contextRef="#ctx0" brushRef="#br0" timeOffset="154244.165">27941 15455 52 0,'0'0'12033'0,"0"0"-9373"15,0 0-1224-15,0 0 100 0,0 0-132 16,0 0 104-16,0 0-412 0,92-12-467 16,-60 12-265-16,3-6-144 0,-3 6-120 15,5-7-100-15,-5 4-84 0,-4 0-256 16,0 0-328-16,-5 3-97 0,-7 0-75 16,-8 3-300-16,-4 6-1148 0,-4-2-2436 0,-12 15-1437 0</inkml:trace>
  <inkml:trace contextRef="#ctx0" brushRef="#br0" timeOffset="154468.625">27711 16126 11957 0,'0'0'2788'0,"0"0"-1540"15,0 0-544-15,0 0 476 0,0 0 408 16,0 0-204-16,0 0-668 0,91 35-399 15,-63-35-145-15,8 0-76 0,0-7-88 16,-5 1-8-16,5-4-84 0,-4 1-345 16,-4-4-115-16,4 1-276 0,-8-5-120 15,0 2-344-15,-5 2-708 0,-6 0-2112 16,2-3-2973-16</inkml:trace>
  <inkml:trace contextRef="#ctx0" brushRef="#br0" timeOffset="154729.077">28643 15748 15517 0,'0'0'2780'0,"0"0"-2176"0,7 73-516 15,-3-45 120-15,-4 7 832 0,5-7 593 0,-5 2-1001 16,4-5-540-16,4-3-92 16,-1-3-48-16,1-6-196 0,5-4-413 0,-6-6-291 15,10-3-176-15,-6-3-924 0,-3 0-2508 16,8-16-3781-16</inkml:trace>
  <inkml:trace contextRef="#ctx0" brushRef="#br0" timeOffset="154889.114">28846 15672 13865 0,'0'0'2560'16,"0"0"-1712"-16,-91 59-424 0,50-24 404 15,-2 4 596-15,-6 5-316 0,2 0-548 16,8-2-291-16,-2-4-109 0,9-3-16 16,8-3-144-16,5-7-120 0,-1-6-525 15,12-5-503-15,0-6-372 0,8-5-1404 16,4-8-4045-16</inkml:trace>
  <inkml:trace contextRef="#ctx0" brushRef="#br0" timeOffset="155329.119">29017 15533 9564 0,'0'0'3113'0,"0"0"-2053"0,0 0-276 0,0 0 728 15,92-21-124-15,-68 16-348 0,4 2-536 16,0-4-220-16,0 1-172 0,4 2-40 16,-1-2-72-16,1 4-48 0,4-5 48 15,0 7 0-15,-8-4-48 0,-4 4-28 16,-5 0 76-16,-3 11 76 0,-8-3 240 16,-4 9-68-16,0 2-16 0,-4 6 0 0,-4 4 60 15,-8-1-48-15,5 7 24 0,-6-3-36 16,6 2-52-16,-1 1 40 0,0 1 9 15,3 2-57-15,5-1-28 0,-4 4-60 16,1-3-20-16,3 1-52 0,0-1 132 16,-4 0-132-16,4 0 0 0,-4 4 48 15,0-1-48-15,-5 0 48 0,5-3-60 16,-3-3 8-16,-1-4-8 0,0-5 12 0,0-1-8 16,0-2 8-16,4-7 0 0,-4-3-12 15,8-7-8-15,0-3-76 0,-4 0-84 16,4-3-16-16,0 0-20 0,-4 0-124 15,-4 0-145-15,0-3-27 0,0 0-72 0,-4-3-40 16,-7-4-100-16,2-2-252 0,-7-8-852 16,1 1-1220-16,3 0-1489 0,-16-12-2371 0</inkml:trace>
  <inkml:trace contextRef="#ctx0" brushRef="#br0" timeOffset="155866.26">28627 15668 2812 0,'0'0'1968'0,"0"0"-1160"0,0 0 24 16,0 0 496-16,0 0-44 0,0 0-108 0,0 0-283 16,0 0-85-16,0 0 76 0,0 0 188 15,0 0 16-15,-24-25-132 0,24 25-88 16,0 0-112-16,0 3-136 0,0 3-152 15,0 7 48-15,0 3 148 0,4 7-112 16,0-1-200-16,4 6-24 0,0-3-48 16,0 7-24-16,4-3 0 0,-5 3-159 15,6-4-97-15,-2-2-4 0,2-4-385 16,-2 3-355-16,-3-2-220 0,5-4-116 16,-6-1-528-16,-3-2-1388 0,0 3-3417 0</inkml:trace>
  <inkml:trace contextRef="#ctx0" brushRef="#br0" timeOffset="185911.193">32037 8896 10320 0,'0'0'1289'0,"0"0"-941"15,56 73 536-15,-28-41 184 0,4-1-192 16,0 1-220-16,0-3-168 0,7-4-44 16,2-2-56-16,2-1-116 0,1-6 100 15,0-1-136-15,-5-2-100 0,2-3-88 0,-14-3-48 16,-3-5-112-16,-4 1-12 0,-4-3-148 16,-4 0-292-16,-8 0-212 0,0 0-104 15,-4-5-20-15,0 1-244 0,0-6-508 16,-8 4-429-16,-4-4-187 0,0-2 40 15,1 5 92-15</inkml:trace>
  <inkml:trace contextRef="#ctx0" brushRef="#br0" timeOffset="186113.905">32484 9017 1772 0,'0'0'1044'0,"0"0"-496"16,0 0 2620-16,0 0-1000 0,0 0-940 0,0 0-284 16,0 0-19-16,0 0-29 0,79 0-92 15,-67 7-280-15,4 1-244 0,0 5-4 16,-4-1-48-16,4 5-64 0,-4-1 40 0,-1-3 84 15,-2 2-36-15,-5 1-28 0,-4 0-72 16,0 0 40-16,-4 0 20 16,-8-1-64-16,-4 1-20 0,-4 0-128 0,1-2 0 15,-6 0-264-15,-2 0-252 0,-1-2-76 16,-4 1-112-16,-4-3 20 0,0-4-440 16,0-6-1045-16,8 0-2659 0</inkml:trace>
  <inkml:trace contextRef="#ctx0" brushRef="#br0" timeOffset="191016.801">30467 7736 9712 0,'0'0'2833'0,"0"0"-2245"16,0 100-524-16,-4-53 128 0,-3 4 264 15,-1 3 232-15,-1 1-148 0,2-12-236 0,3-4-40 16,4-11-212-16,0-9-52 0,0-9-52 16,7-10-224-16,6 0 88 0,-1-10-152 15,4-12-560-15,-4-6-544 0,-1 5-1441 16,2-25-2771-16</inkml:trace>
  <inkml:trace contextRef="#ctx0" brushRef="#br0" timeOffset="191194.621">30304 7429 14261 0,'0'0'1788'15,"0"0"-968"-15,0 0-672 0,0 0-84 0,0 0 628 16,0 0-84-16,0 0-252 0,0 0-332 15,92-25-24-15,-64 18-420 0,-4-2-744 16,4 3-680-16,-9-1-1956 0,5 7-3237 16</inkml:trace>
  <inkml:trace contextRef="#ctx0" brushRef="#br0" timeOffset="191469.899">30679 7782 7096 0,'0'0'7033'0,"0"0"-6085"15,-8 79-268-15,4-51 364 0,0 1 640 16,-1-6-452-16,1-4-452 0,4-7-780 16,0-6-12-16,9-2-244 0,3-4-36 15,8-4 72-15,-1-8 48 0,5-11-12 0,8-5 0 16,-4-4-64-16,0-2-84 16,0 2 84-16,-9 3 152 0,2 10-52 0,-14 6 12 15,6 7 36-15,-9 6-84 0,0 0 184 16,0 10 396-16,-1 2 60 0,-3 4-88 15,4 6-172-15,-4 0-24 0,0 0-160 16,0 2 64-16,5-3-76 0,-5-2-84 16,4-1-36-16,0-1-92 0,4-7-228 15,-5-1-676-15,10-9-1228 0,-9 0-2145 16,7-9-2195-16</inkml:trace>
  <inkml:trace contextRef="#ctx0" brushRef="#br0" timeOffset="191826.864">31312 7429 9168 0,'0'0'6081'15,"0"0"-5097"-15,0 0-520 0,0 0 184 0,0 0 268 16,0 0-276-16,-80 60-220 0,49-38-200 16,3 8-36-16,0-5-40 0,3 3-144 15,6-5-56-15,3-2-80 0,8-2-32 16,0 2-16-16,8-10-52 0,0 6 100 15,4-5-132-15,8-2 8 0,4 3 124 16,3-1 12-16,6-2 40 0,-1 2 32 16,0 1 40-16,0 0 12 0,-5-1 0 15,5 1 0-15,-7 6 8 0,-2-3 388 16,-3 1 108-16,-4-6-296 0,-8 3-60 0,0-2 124 16,0 1 8-16,-8 2-156 0,0 2-16 15,-7-5-20-15,-2 1-88 0,2-4-124 16,2-2-168-16,2-4-312 0,3-3-156 15,-1-10-268-15,2-2-112 0,3-7-356 0,0-10-1052 16,4 6-2369-16,0-24-1575 0</inkml:trace>
  <inkml:trace contextRef="#ctx0" brushRef="#br0" timeOffset="192112.407">31392 7683 1540 0,'0'0'10437'15,"0"0"-8889"-15,0 0-1040 0,0 0 176 16,0 0 612-16,0 0 216 0,63 64-200 15,-58-64-588-15,7 0-320 0,-5-6-100 16,14-10 40-16,-2-3-100 0,5-9-232 16,-4-7-12-16,4-1-292 0,-4 1-148 15,0 4 36-15,-8 1 48 0,-4 1 0 0,0 4-124 16,-8 4-64-16,-4 2 36 0,-8-1 148 16,-4 11 148-16,0 3 212 0,0 6 280 15,0 6-128-15,0 10-144 0,4 12 56 0,-3 11 160 16,-2 5 0-16,2 10 108 0,-2 3-48 15,6 0-120-15,-6 3-4 0,10-2-28 16,-1-7 64-16,8-7-96 0,4-6-92 16,7-12 336-16,6-8-344 0,3-8-356 15,7-10 60-15,1-10-24 0,4-15-196 16,4-6-440-16,4-11-624 0,-8 7-2236 16,0-22-1029-16</inkml:trace>
  <inkml:trace contextRef="#ctx0" brushRef="#br0" timeOffset="192330.491">31874 7366 10272 0,'0'0'2573'0,"0"0"-1849"15,0 0-304-15,-8 98 404 0,0-54 828 0,4 11 48 16,-4 1-344-16,-4 8-404 0,9 6-316 16,-2 6-116-16,1 6-7 0,-4 1-65 15,4-1-304-15,-3-2-140 0,3-4-4 0,-1-9-340 16,1-10-60-16,4-9 11 0,0-14-95 15,0-10-52-15,0-10 20 0,4-7-156 16,5-7-288-16,-2-7-316 0,5-14 88 16,0-8-236-16,0-12-688 0,-4-6-969 15,0 8-1547-15</inkml:trace>
  <inkml:trace contextRef="#ctx0" brushRef="#br0" timeOffset="192811.433">31934 7478 10316 0,'0'0'2201'0,"0"0"-1129"15,0 0-108-15,0 0 96 0,0 0-180 16,0 0-180-16,0 0-156 0,79-24 100 16,-70 31 20-16,-2 3-332 0,1-1-160 15,1 7-124-15,-5-1-44 0,-4 8 56 16,0 3-60-16,-4-1-72 0,-5 7-320 0,-2-4-88 16,-2 1-40-16,1 0-72 0,5-7-192 15,-1-6-132-15,3-10 12 0,1-3 192 16,4-6 40-16,4-8-476 0,5-7-549 15,-1-7 69-15,7-4 668 0,5 1 572 16,1-4 100-16,6 3 80 0,1 4 208 0,-4 3 1260 16,4 5-676-16,-4 9-80 0,-4 1 324 15,-5 3 253-15,2 4 267 0,-6 0-532 16,-3 4-144-16,1-1 412 0,-1 4 124 16,-5-5-352-16,1-2-320 0,0 3-280 15,0-3-184-15,1 0-68 0,-1 0-4 16,0-3 84-16,3-2-84 0,1-6-308 15,4-3-160-15,-4-3-128 0,0 1 96 16,-4 0 100-16,-4 4 160 0,0 2 24 16,0 0 44-16,-8 4 32 0,-4 3 140 15,0 3 164-15,-3 3 260 0,-2 10-80 0,-2 7 92 16,2-2-172-16,-3 7-28 0,5 4 24 16,-2-1 60-16,2 1-96 0,3-7-112 15,4 0-112-15,0-9-200 0,8-4 52 16,0-4-136-16,0-5-252 0,8 0-136 0,0-7 204 15,4-3-224-15,-1-6-292 0,2 0-812 16,-1 1-2389-16,-1-9-1739 0</inkml:trace>
  <inkml:trace contextRef="#ctx0" brushRef="#br0" timeOffset="193195.376">32408 7334 10904 0,'0'0'1313'16,"0"0"-877"-16,0 0-92 0,0 0 192 15,0 0 240-15,0 0 472 0,84 13-56 16,-81-4-368-16,5 4-344 0,-3 6-84 0,-5 6-100 16,0 4-48-16,0 3-88 15,-5 2-76-15,-3 5-28 0,1-4-56 0,3 0-12 16,0-9-148-16,4-8-48 0,0-8-12 16,12-3 8-16,-1-7 200 0,6-4-148 0,3-13 0 15,-1-4 112-15,5-8-28 0,0-3-60 16,0-2-184-16,0-1 196 0,-4-4-176 15,-5 4 88-15,2 0-100 0,-6 4-128 16,2-1-64-16,-9 9 216 0,0 11 288 16,-1 2 216-16,-3 7 72 0,0 3 464 15,-3 10-64-15,-1 5-204 0,-8 8-140 16,-4 9 40-16,-1 2-16 0,2 4 124 16,-2-2 268-16,2-7-116 0,3-10-288 15,8-7-344-15,4-5-12 0,0-7-184 16,0 0 52-16,12-7-176 0,0-9 236 15,8-6 12-15,8-7-344 0,-4-9-440 0,3-3-316 16,1 0-68-16,-4-7 148 16,4-2-816-16,-4-5-884 0,-4 14-245 0,8-32-2187 0</inkml:trace>
  <inkml:trace contextRef="#ctx0" brushRef="#br0" timeOffset="193716.661">33010 6788 7264 0,'0'0'2488'0,"0"0"-927"0,0 0 3 15,0 0 40-15,0 0-156 0,-4 85-356 16,-9-47-212-16,6 4-100 0,-5-1 4 15,-1 3-232-15,6 2-372 0,-1-2-180 16,-1-6-4-16,5 0-8 0,1-7-36 16,3-2 44-16,0-1-4 0,-4-5-116 15,4 3 40-15,0-8-64 0,-4 5-36 16,0-5 0-16,0 1 24 0,0 0 36 16,-1 0 64-16,5-2 12 0,0-2-4 15,0-1-8-15,0-6 52 0,9 5 0 0,-1-6-52 16,0-2 48-16,4 0-200 0,0-3-132 15,4-2 144-15,-4 0 80 0,-1-2-116 16,-2-5-64-16,-1 7-48 0,-1-3 112 16,-3 3 36-16,0 0 200 0,-4 5 324 15,0 6 384-15,0 5 12 0,0 6-228 16,-4 0-212-16,0 0 236 0,1-2-284 0,3-12-232 16,0-1-36-16,0-7-120 0,0 0-152 15,3-7-244-15,9-5 180 0,4-9 40 16,1-12-152-16,6-2-284 0,1-6 0 15,-4-3 280-15,0-3 48 0,0-5-220 16,-9-3-392-16,2 2-200 0,-5 6 300 16,-4 5 952-16,-1 14 872 0,-3 9 252 15,0 2-208-15,4 12-384 0,-4 2-40 16,0-1 172-16,0 4 304 0,0 0 28 16,0 0-168-16,0 0-204 0,0 7-192 0,0-2-152 15,-4 12-60-15,4 2-12 0,-3 9 12 16,3 4-112-16,-4-1-60 0,0 2 16 15,4-1-64-15,0-4-88 0,0-3-44 16,0-6-212-16,0-3 40 0,4-3 72 0,0-4 48 16,-4-3-124-16,3 1-492 0,-3-4-336 15,0-3-492-15,0 3-892 0,-11 1-3337 0</inkml:trace>
  <inkml:trace contextRef="#ctx0" brushRef="#br0" timeOffset="194415.459">30858 8969 7672 0,'0'0'3072'16,"0"0"-1735"-16,0 0-633 0,0-76-272 15,-4 54 332-15,-4 0-52 0,0 5 108 0,0 5-168 16,4 5-112-16,-4 4 84 0,5 3-104 15,3 0 136-15,-5 3 8 0,-3 10-224 16,4 4-160-16,-7 8-72 0,2 6-12 0,1 4 48 16,1 0 76-16,3-10-64 0,4-6-256 15,0-8 0-15,0-9-136 0,11-2 136 16,6-2-72-16,2-12-100 0,9-11-12 16,0-10 40-16,4-9-148 0,-4-11-112 15,4 1-76-15,-4 1-48 0,-4-1 20 16,0 2-12-16,-9 5-12 0,-3-3-152 15,-7 2-172-15,-5 0 136 0,0 0 276 16,-5 7 64-16,-7 10 88 0,4 7 292 16,5 16 484-16,-1 8 528 0,-5 13-96 15,5 12-352-15,-3 13 72 0,3 13 44 16,-4 9 0-16,-5 7 84 0,6 3-104 16,-1 0-172-16,-1-7-160 0,5-6-244 0,4-13-84 15,0-12-108-15,8-9-112 0,9-14-364 16,3-6-176-16,8-6-76 0,4-16-428 15,7-6-692-15,-11-1-2012 0,12-18-3165 16</inkml:trace>
  <inkml:trace contextRef="#ctx0" brushRef="#br0" timeOffset="194943.906">31309 8718 7612 0,'0'0'7009'0,"0"0"-5689"16,-45 73-952-16,34-54 356 0,-6 0 688 15,10-5-132-15,3-8-196 0,4-6-436 16,0 0-600-16,4-11-48 0,7-7-340 15,6-8 280-15,3-5 48 0,-1-4-308 16,1 0-312-16,-8 4 8 0,0 5 56 16,-12 7 128-16,0 6 92 0,-3 6 312 15,-6 7 36-15,-7 0 248 0,-4 10-52 0,0 7-48 16,1 4 36-16,-2 5 36 0,6 2 28 16,-1 4 72-16,4 0 20 0,-4 2-20 15,8-5-100-15,4-4-76 0,4-8-144 16,0-9-160-16,8-1-180 0,3-7-112 0,13-3 144 15,4-9-96-15,4-7 36 0,0-6-28 16,4-8-272-16,-4 2-304 0,-1 5-120 16,1 0 196-16,-8 11 480 0,1 5 188 15,-5 7 228-15,-5 3 428 0,6 10 268 16,-6 6 96-16,1-1 24 0,0 8-104 16,-4 2-144-16,4 0-172 0,-8 1-88 15,4 3-24-15,-4 5 8 0,-1 1 40 16,-7 3 24-16,0 3 24 0,0 5-16 15,-11-2-8-15,-1 7-40 0,-8-4 12 0,5 4-75 16,-10 0-81-16,5-4-28 0,0-6-36 16,1-3-96-16,-5-6 0 0,3-6 4 15,-2-4-8-15,3-3 64 0,-4-9 0 16,0-4-72-16,0-6 0 0,0 0-304 16,-4-16 172-16,4-6-28 0,0-11-33 0,9-4-39 15,2-8-84-15,9-2 60 0,4-5 76 16,13 2-88-16,6 3 36 0,5-1 48 15,12 0-380-15,1 8-284 0,6-6-252 16,0 5-600-16,-6 10-1172 0,7-11-2849 0</inkml:trace>
  <inkml:trace contextRef="#ctx0" brushRef="#br0" timeOffset="195878.414">29917 7883 8128 0,'0'0'1372'0,"0"0"-568"0,0 0-83 16,0 0 271-16,-79-26 84 0,63 30-364 15,-4 13-92-15,-4 4-24 0,4 8 144 16,1 9 128-16,-1 6-244 0,-1 7-128 15,6 10-64-15,2 5-36 0,2 10-76 0,7 7-24 16,-4 6-160-16,8 13 8 0,0 11-136 16,0 5 4-16,8 6 48 0,3 7-56 15,10-5 0-15,3 0 68 0,8-1 124 16,7-14 60-16,13-10-60 0,4-15 60 16,16-13 12-16,3-9 100 0,5-10-100 15,4-10-28-15,3-9-140 0,1-5-52 16,7-12-48-16,5-6-48 0,4-9-24 15,11-3 60-15,1-15-192 0,8-10 32 16,7-14-180-16,0-5-36 0,4-14 44 0,1-8-60 16,-1-4 172-16,-2-6-64 0,-2 0-32 15,-4-6 156-15,-7 0 84 0,-13-5-84 16,-3-1 24-16,-12-8 148 0,-4-6-124 16,-5-6-12-16,-3-6-72 0,4-3-228 15,-5-7 28-15,-3 4-168 0,3 2 272 0,-3 0 192 16,-4 10 112-16,-1 6 404 0,-3 4-56 15,0 6-60-15,-8 3 24 0,-5 0 72 16,-7 1 72-16,-4 1-272 0,-4-1 16 16,-12-1-92-16,-9 0-108 0,-2-7-120 15,-13 1-140-15,-4-3 112 0,-17-4-172 16,-2 1-152-16,-17-4-12 0,-8 3-156 16,-8 1-16-16,-12 5-72 0,-7 8-436 15,-9 8 80-15,-7 7 184 0,-5 13 244 0,-3 16 399 16,-10 12 257-16,-6 15 61 0,-4 15-53 15,-9 4-4-15,-7 17 4 0,-13 17 56 16,-7 8 96-16,-12 10-152 0,-13 17 144 16,-11 11-144-16,-17 6 124 0,-7 14 60 15,-8 9 180-15,-8 6 16 0,-4 14-172 16,4 8-216-16,-4 7-232 0,4 10-268 0,8 6-308 16,7 4-433-16,57-43-1403 0,-56 56-3376 0</inkml:trace>
  <inkml:trace contextRef="#ctx0" brushRef="#br0" timeOffset="-210452.805">5800 14758 6232 0,'0'0'792'0,"0"0"1568"0,0 0-1416 16,-91-81-51-16,59 50 247 0,0-1 100 16,-4 1-100-16,1 1-120 0,-1 2 60 15,-4 3-320-15,4-1-168 0,-4 7-196 16,1-3 48-16,-6 7-224 0,2-1 28 15,-9 3-116-15,0 1-68 0,-3 1 8 16,-1 5 12-16,0 4-76 0,0 2 0 16,-4 0-8-16,-8 12-8 0,-3 7-124 15,-2 6-40-15,-6 13 168 0,-1 3 4 16,-3 13-8-16,3 10 4 0,0 6-4 16,1 7-128-16,8 5 136 0,-2 0 0 15,10 4 4-15,-1 3-4 0,8 10-68 0,0-5-56 16,9 7 12-16,2 5 104 0,10-7 0 15,7 3 0-15,8-2-64 0,8 2 60 16,8 0-100-16,13-4 100 0,6 4 0 0,13-4-64 16,8 0 4-16,7-5-16 0,2-1 76 15,7-3 0-15,3-3 0 0,1-7 0 16,3-6 12-16,5-7 108 0,8-5 0 16,0-7-56-16,7-7 20 0,5 1 4 15,11-7-68-15,6-3 4 0,6 1-12 16,9-8 84-16,3 4-80 0,5-6 56 15,3-4-60-15,4-2 0 0,9-8 4 16,3-5 0-16,9-10-8 0,-1-10-4 16,4-12 8-16,1-13 56 0,-9-9 40 15,1-7-32-15,-9-10-52 0,1-2 36 0,-5 0-48 16,-4-4-4-16,-2-6 4 0,-6 0 12 16,-3-3-12-16,-9-7-8 15,-3-3-52-15,-9-3 20 0,-7-6 32 0,-8 0 0 16,-1-7 8-16,-11 1 8 0,-4-3 100 15,-9-2-44-15,-7-2-64 0,-12 4-52 16,-8-1 48-16,-13 3 4 0,-10 3 4 0,-9 2 48 16,-4 1 44-16,-16 4-36 0,-4 6 40 15,-8 0-40-15,-8 7-52 0,-4-3 140 16,-11 3-88-16,-10-2 88 0,-6 2-76 16,-8 3-72-16,-9 3-4 0,-8 3-8 15,-4 3-112-15,-3 7 124 0,-9 10-72 16,-7 8-160-16,-4 7 108 0,-6 10 76 15,2 9 48-15,-4 6-160 0,0 7 124 16,-2 3 24-16,6 6-60 0,0 14 68 0,3-1-96 16,1 6 96-16,-1 4-120 0,1-1-120 15,3 1 196-15,0-4-88 0,5-3 72 16,0-2 4-16,10-5-272 0,6-2-16 16,16-7 0-16,7 1 64 0,12-3-128 15,8 1-416-15,9-2-192 0,6 3-348 0,10 1-332 16,3 3-181-16,8-8-879 0,4 9-1648 0</inkml:trace>
  <inkml:trace contextRef="#ctx0" brushRef="#br0" timeOffset="-209809.151">6068 15021 8220 0,'0'0'5065'15,"0"0"-3717"-15,0 0-792 0,0 0-256 0,0 0 720 16,87-13 336-16,-47 10-172 0,8 3-300 16,3 0-140-16,1 0-292 0,1 0-160 15,-2 0-112-15,-3-3-84 0,-5-3-24 16,-2-4-72-16,-2-4-88 0,-7 0-140 15,-4-3-260-15,-4 5-256 0,-4-1-112 0,-8 4-152 16,-8 2-508-16,0 4-1012 16,-4 3-1961-16,-12 0-2091 0</inkml:trace>
  <inkml:trace contextRef="#ctx0" brushRef="#br0" timeOffset="-209633.968">6382 15158 4912 0,'0'0'5800'0,"0"0"-3899"16,-11 85-1221-16,14-44-224 0,5 7 468 0,5 6 436 15,-2 3-208-15,6 0-136 0,-6 1-224 16,1-1-204-16,0 0-268 0,0-3-220 16,-8-3-100-16,3-7-136 0,-7-9-84 15,0-10-256-15,0-8-276 0,0-11-424 16,0-6-880-16,0 0-2172 0,-3-13-1693 0</inkml:trace>
  <inkml:trace contextRef="#ctx0" brushRef="#br0" timeOffset="-209496.964">6530 15500 8172 0,'0'0'5749'0,"0"0"-5125"16,0 0-396-16,99-7 72 0,-67 5 656 15,-4-2-288-15,-8 1-332 0,4 3-148 16,-8-5-188-16,0 5-100 0,0-5-548 0,-4 5-624 16,-4 5-592-16,-8 3-2265 15,0 2-4211-15</inkml:trace>
  <inkml:trace contextRef="#ctx0" brushRef="#br0" timeOffset="-209334.092">6573 15980 7672 0,'0'0'8137'0,"0"0"-7721"0,0 0-116 0,0 0-300 0,0 0 1120 16,0 0-8-16,88-42-204 0,-60 16-356 15,4-5-380-15,0-7-96 0,3 3-76 0,2-3-108 16,-1 3-308-16,-4 6-456 0,3 4-460 15,-7 6-1020-15,4 3-3905 0</inkml:trace>
  <inkml:trace contextRef="#ctx0" brushRef="#br0" timeOffset="-206170.852">4606 15137 5368 0,'0'0'4604'0,"0"0"-2915"0,0 0-793 0,0 0-88 16,0 0 68-16,0 0 400 0,0 0-320 15,0 0-196-15,-92-12-276 0,80 22-164 16,-4 2-72-16,4 2-136 0,0 4 12 16,-1 5-76-16,2-1-48 0,-1 3 0 15,4 0 0-15,4-2-48 0,-4-1-16 16,4-4 4-16,4-4-4 0,0-4-44 15,0-5-56-15,0-1-32 0,4-1-28 16,4 1 64-16,4-2 60 0,4-2-12 16,4 4 112-16,0-1 44 0,0 0 4 0,0-1 12 15,-5-2-60-15,2 5 64 16,-2 1 36-16,-2-3 12 0,-2 3-64 0,-3 4-36 16,1-1 40-16,-5 4 32 0,3 3 76 15,-3-1-84-15,-4 2-16 0,0-1-60 0,0 0-12 16,0-4-208-16,-4-3-80 15,0-2-60-15,-3-4-24 0,3-3-216 0,-5 0-396 16,1-6-928-16,1-7-589 0,-6-3-423 16,9 1-1440-16</inkml:trace>
  <inkml:trace contextRef="#ctx0" brushRef="#br0" timeOffset="-205986.458">4638 15293 2964 0,'0'0'560'15,"0"0"-364"-15,0 0 4512 0,0 0-3556 16,0 0-416-16,0 0 181 0,0 0 251 15,86 11-300-15,-73 11-128 0,2 10-96 16,-2 1 52-16,-1 9-44 0,-1 4-136 16,6 4-68-16,-10 0 12 0,6 1-196 0,-2 3-140 15,-3-7-120-15,1 1-4 16,-5-6-132-16,3-7-144 0,-3-4-244 0,0-12-104 16,0-6-132-16,-4-6-104 0,0-7-372 0,-4-3-956 15,-4-14-1817-15,1 2-1863 16</inkml:trace>
  <inkml:trace contextRef="#ctx0" brushRef="#br0" timeOffset="-205768.24">4761 15389 888 0,'0'0'9000'0,"0"0"-7783"16,0 0-937-16,0 0 288 0,0 0 328 16,0 0 112-16,36-73-300 0,-28 66-116 15,-1 5-112-15,2-1-240 0,3 3-180 16,-5 3-8-16,6 6 252 0,-5 10 184 0,3 4-164 15,-3 8-160-15,1 4-164 0,-2 3-260 16,-3-3-140-16,-4-6-128 0,0-1-12 16,0-12 72-16,0-3 16 0,0-7-220 15,0-6-552-15,-4-10-1001 0,0-8-675 16,-3-10-1656-16,2 2 1776 0,-7-26 2517 0</inkml:trace>
  <inkml:trace contextRef="#ctx0" brushRef="#br0" timeOffset="-205569.886">4861 14862 6320 0,'0'0'3116'0,"0"0"-303"16,0 0-2085-16,0 0-408 0,0 0 480 15,24 92 792-15,-20-55-276 0,-1 5-348 16,5-1-276-16,0 7-164 0,0 0-124 16,4-4-172-16,-4 4-160 0,4-6-72 0,-4-5-16 15,4-5-104-15,-4-7-508 0,0-5-244 16,4-11 80-16,-5-6-144 0,2-3-612 15,-1-3-1056-15,-4-13-2161 0,3 3-1723 16,-2-12 6328-16</inkml:trace>
  <inkml:trace contextRef="#ctx0" brushRef="#br0" timeOffset="-205426.3">5207 15252 328 0,'0'0'10813'16,"0"0"-9209"-16,0 0-1104 0,0 0 452 15,4 67 640-15,-4-45-80 0,0 0-408 16,0-2-464-16,0-1-320 0,0-3-244 15,-4-4-76-15,0-2-172 0,0-1-452 16,0-6-244-16,0-3-248 0,0 0-444 0,-8-6-1380 16,8-3-2237-16,-12-14-959 0</inkml:trace>
  <inkml:trace contextRef="#ctx0" brushRef="#br0" timeOffset="-205281.658">5100 15087 5076 0,'0'0'7121'0,"0"0"-5081"0,0 0-1876 15,0 0 76-15,0 0 692 0,0 0 524 16,0 0-292-16,0 0-852 0,0 0-312 16,0 0-484-16,0 0 0 0,36-38-324 15,-29 16-788-15,5-7-1520 0,-3 3-3049 16</inkml:trace>
  <inkml:trace contextRef="#ctx0" brushRef="#br0" timeOffset="-205086.386">5319 14837 520 0,'0'0'11517'15,"8"67"-10137"-15,-5-33-1088 0,1 7 548 16,0 10 684-16,5 0-112 0,-5 0-264 16,3-4-224-16,1-2-252 0,5-4-292 15,-2-9-236-15,1-6-144 0,-3-8-52 16,-2-1-44-16,1-12-40 0,0-2 4 16,-4-3-40-16,4 0-220 0,-4-5-24 15,0-8-200-15,0-3-124 0,-4-4-352 16,-4-2-892-16,0 6-2417 0,-12-6-2679 0</inkml:trace>
  <inkml:trace contextRef="#ctx0" brushRef="#br0" timeOffset="-204936.311">5218 15177 6188 0,'0'0'6633'16,"0"0"-4297"-16,0 0-1856 0,0 0-52 16,0 0 448-16,0 0 500 0,0 0-144 0,0 0-316 15,81-42-440-15,-61 23-268 0,-1 0-208 16,1 1-112-16,1-2-348 0,-2 1-396 15,1 3-212-15,4 0-492 0,-8 4-1400 16,0 2-3493-16</inkml:trace>
  <inkml:trace contextRef="#ctx0" brushRef="#br0" timeOffset="-201349.051">8339 12421 3664 0,'0'0'6084'0,"0"0"-4779"16,0 0-649-16,0 0 164 0,0 0 304 15,0 0 244-15,0 0-276 0,0 0-252 16,0 0-368-16,0 0-248 0,8-55-224 16,-5 61 8-16,10 5 44 0,-5 8 120 15,3 2 28-15,6 12-28 0,-10 4-48 16,1 11 0-16,-4 8-64 0,0 5-12 15,-4 3-48-15,-8 0 76 0,-3-1 48 16,-2 0-124-16,-6-6 12 0,-2-3 0 0,-3-2 60 16,1-11-68-16,-5-4 8 0,4-7-12 15,4-15-116-15,1-5 16 0,2-10 24 16,2 0 28-16,-6-17-248 0,5-2-76 16,1-9 188-16,-6-4 60 0,6-2-24 15,-5-1 24-15,12 0 124 0,-5-1-100 0,13 5 88 16,0-1 12-16,0 7 172 0,5 3-12 15,3 3-8-15,3 3-4 0,6 3-48 16,2 3-52-16,5 3-48 0,4 5 76 16,8 2 20-16,0 0-88 0,4 9 116 15,0 3-124-15,-1 5-124 0,2-1 124 16,-2 0 4-16,-3 0-4 0,0 3-60 16,-1-3-28-16,6 2-220 0,-5 1 96 15,-1 4-508-15,1-4-336 0,0 2-736 16,0-4-1128-16,0-1-2025 0,-13-7-835 0</inkml:trace>
  <inkml:trace contextRef="#ctx0" brushRef="#br0" timeOffset="-199836.803">9207 12760 704 0,'0'0'8432'0,"0"0"-6984"0,0 0-883 16,0 0-101-16,0 0-208 0,0 0 80 16,0 0-80-16,0 0-256 0,0 0-76 15,0 0 76-15,32 0-4 0,-15 0-832 16,2-7-441-16,5 1-663 0,-4 0-2220 0</inkml:trace>
  <inkml:trace contextRef="#ctx0" brushRef="#br0" timeOffset="-199686.298">9829 12700 2540 0,'0'0'52'0,"0"0"-40"0,0 0-8 15,0 0-4-15,0 0 0 0,0 0-12 16,0 0-512-16,0 0-1547 0</inkml:trace>
  <inkml:trace contextRef="#ctx0" brushRef="#br0" timeOffset="-199534.403">10235 12639 4528 0,'0'0'2980'0,"0"0"-1668"0,0 0-844 15,0 0 240-15,0 0 457 0,0 0 167 16,0 0-372-16,0 0-412 0,0 0-448 16,0 0-100-16,0 0-92 0,48 26-608 15,-40-26-604-15,-4 0-1069 0,4-3-2903 0</inkml:trace>
  <inkml:trace contextRef="#ctx0" brushRef="#br0" timeOffset="-197546.499">9052 13109 3596 0,'0'0'1316'16,"0"0"2164"-16,0 0-2248 0,0 0-536 16,0 0 685-16,0 0-281 0,0 0-196 15,0 0-292-15,15 74-168 0,-2-59-104 16,-5 1-140-16,-1 0 28 0,6 0-128 15,-5 3-64-15,3-3-24 0,-2 0-20 16,-1-1 8-16,3 1-264 0,-2-3-556 16,-1-3-196-16,3-1-528 0,2 0-865 15,-9-6-2459-15</inkml:trace>
  <inkml:trace contextRef="#ctx0" brushRef="#br0" timeOffset="-196719.811">10801 12364 8552 0,'0'0'3293'0,"0"0"-2637"15,0 0-656-15,0 0 0 0,0 0 636 16,0 0 688-16,0 0-228 0,0 0-440 16,28 75-216-16,-20-46-104 0,0 3-152 15,-4 0 40-15,-1 8-36 0,-3 2-64 16,0 2-12-16,-3 1-108 0,-5-1 80 0,-4-5 4 15,-4-4 84-15,4 0-60 0,-8-7-112 16,0 0 52-16,-3 1-52 0,-2-6-48 0,1-4-148 16,0-7-140-16,1 1 52 15,-1-10 172-15,4-3 36 0,4 0 68 0,0-9-64 16,4-7 68-16,-4-4 4 0,4-2-140 16,5-3 68-16,-2-1 64 0,9-2-44 15,0 2-96-15,4 1 148 0,4 0 0 16,4 2 92-16,0 4 32 0,8 6 48 15,-4 4 40-15,3-1-40 0,2 7 52 16,3 3-124-16,-1 0-12 0,1 7-4 16,4-1 28-16,-8 8 36 0,5-2 36 15,-2 3-84-15,-3 2 16 0,0 2-116 16,-4 0-60-16,0-1 44 0,-4 1-68 0,4 4-224 16,-8-4-164-16,3 0-196 0,2-4-360 15,2 2-344-15,-2-8-996 0,-2-5-1637 16,-3-4-2131-16,5 0 4336 0</inkml:trace>
  <inkml:trace contextRef="#ctx0" brushRef="#br0" timeOffset="-190546.888">11104 12865 1252 0,'0'0'236'0,"0"0"220"16,0 0 4120-16,0 0-3248 0,0 0-500 16,0 0-244-16,0 0 88 0,0 0 192 15,0 0-63-15,-16-42-145 0,12 42-132 16,4-2-28-16,-4 2 52 0,4-5-16 16,-4 5 12-16,4-2-88 0,-5 2-44 15,5 0-20-15,-3 0-88 0,3 0-68 16,0 0-88-16,0 0-48 0,0 0-88 15,0 0-12-15,0 0 0 0,0 0-48 16,0 0-4-16,0 0 44 0,0 0 8 16,0 0 4-16,0 0-4 0,0 0 4 0,0 0-4 15,0 0 12-15,0 0 0 0,0 0 36 16,0 0-36-16,0 0 64 0,0 0 12 16,0 0-40-16,0 0-48 0,0 0 0 15,0 0-8-15,0 0-4 0,0 0-52 0,0-3-20 16,0 3-80-16,0 0-60 0,0 0-112 15,0 0-260-15,0-3-96 0,0 3-80 16,0 0-16-16,0 0-52 0,0 0-304 16,0 3-753-16,0 0-2043 0,0 4-1651 0,0-14 5590 15</inkml:trace>
  <inkml:trace contextRef="#ctx0" brushRef="#br0" timeOffset="-189100.945">11013 12766 1592 0,'0'0'1380'0,"0"0"3332"0,0 0-3624 0,0 0-400 16,0 0-80-16,0 0 128 0,0 0 137 15,0 0 27-15,0 0-172 0,0 0-184 16,0 0-188-16,7-13-64 0,1 24 440 0,-4 4 72 16,4 8-260-16,4-2-184 0,-8 8-112 15,4 3-24-15,-4 0-72 0,4 3-56 16,-4 3-8-16,0 3-88 0,0 4-12 15,0 2-36-15,-4 3-64 0,4-6-24 16,-4 2-100-16,0-8 24 0,0-10 160 16,-4-5 52-16,4-8 8 0,0-9 132 15,-4-6-128-15,4 0-12 0,0 0-140 16,0-8-20-16,-4-5-164 0,4-4 72 16,-4-1 124-16,4-5 64 0,0 1 52 0,0 0 8 15,0 3 0-15,4 0 8 16,-4 3-4-16,4 4 0 0,0 1 12 0,0-1 52 15,-1 5-60-15,2-2-4 0,-1 4-64 16,0-2 4-16,0 3-28 0,0-2 24 16,-4 6-12-16,3-3 0 0,1 3-48 0,-4 0-4 15,4 0 68-15,-4 0 48 0,0 6 12 16,5 1 136-16,-5 2-72 0,4 1-64 16,-4-1-228-16,4 0 28 0,-4 1 48 15,0 0-24-15,0-4-40 0,0 3-64 16,0-2-24-16,-4 3 12 0,4-4 24 15,-4 0-48-15,-1-3 48 0,5 1 76 16,0-4-12-16,0 3-4 0,0-3 44 16,0 0 164-16,0 0 56 0,0 3 44 15,0-3-88-15,0 3 4 0,0-3 60 16,0 3-64-16,0-3 40 0,0 3 0 16,0-3 12-16,0 0-56 0,5 3 44 0,-1-3-40 15,0 0 64-15,0 0-64 0,-1 4 64 16,5-4 64-16,-4 3 104 0,1-3 64 15,3 6 36-15,-1-2-80 0,-3-1-36 16,5 3-48-16,-1 0 32 0,-1-3-20 0,-3 1-92 16,4 2-12-16,-3-3 40 0,6-3-68 15,-3 0-56-15,0 0 72 0,8 0 64 16,-4 0-16-16,0 0-124 0,4 0-40 16,-4 0-60-16,4 0-52 0,-4 0-188 15,0 0-356-15,3-3-208 0,-6 3-400 16,-1-3-1233-16,-1 3-2559 0</inkml:trace>
  <inkml:trace contextRef="#ctx0" brushRef="#br0" timeOffset="-188164.473">11120 13036 1240 0,'0'0'860'0,"0"0"2372"0,0 0-996 15,0 0-988-15,0 0-188 0,0 0 233 0,0 0-21 16,0 0-252-16,0 0-220 0,80-41-156 16,-69 41-140-16,-3 3-100 0,-4 1-92 15,5-2 44-15,-6 5-68 0,-3-2-16 16,4 6-72-16,-4-2-76 0,0 1-48 15,0 2 0-15,-4 5-76 0,-3-2-72 0,-2 4-128 16,-3 0-172-16,1 4-180 0,-9-5-152 16,-1 4-76-16,-3 3-300 0,5-8-900 15,-17 8-3277-15</inkml:trace>
  <inkml:trace contextRef="#ctx0" brushRef="#br0" timeOffset="-187503.543">8131 12364 1292 0,'0'0'1044'0,"0"0"-916"16,-59-74-128-16,38 46-12 0,2 3-432 15,-1 2 68-15,1 0 376 0,-2 8 388 16,5 3 136-16,-3 5 272 0,6 0-224 16,-2 7 352-16,-2 0-220 0,6 0-704 0,-2 7-220 15,-2 5-1696-15,3-5-1188 16</inkml:trace>
  <inkml:trace contextRef="#ctx0" brushRef="#br0" timeOffset="-187086.865">7641 12278 380 0,'0'0'2672'0,"0"0"376"0,0 0-1424 15,0 0-168-15,0 0-228 0,0 0 73 16,0 0 43-16,0 0-212 0,0 0-160 16,0 0-204-16,-60-35-200 0,60 41-180 0,-3 13-276 15,3 6-108-15,0 16 68 0,0 11-72 16,3 8-32-16,1 9 24 0,5 7 8 15,-5 1-64-15,4-1 60 0,-5-9-120 0,1-10 64 16,0-6-52-16,0-12-16 0,1-8 124 16,-1-6-180-16,0-3-148 0,-4-6-44 15,3-3-192-15,-3-7 28 0,4 1-160 16,0-7-244-16,0 0-208 0,1-10 187 16,-1-3 205-16,3 1-56 0,1-8 232 15,5 5 80-15,-2 2 384 0,1 4 120 16,-3 6 468-16,2 3-104 0,1 12 348 15,-4 7 204-15,4 10-103 0,-4 6-157 16,0 6-244-16,4 6 36 0,-4 8 124 16,-1 2-48-16,6 6-208 0,-2 1-316 15,-3-1 8-15,5-3 68 0,-6 1 0 0,5-14-72 16,-3-6-4-16,-2-9-100 0,5-9 12 16,-3-8-28-16,2-2-252 0,1-7-88 15,0-2-32-15,4-4-60 0,0 0-160 16,0-10-169-16,4 1-235 0,-4-1-1376 0,7-12-1800 15</inkml:trace>
  <inkml:trace contextRef="#ctx0" brushRef="#br0" timeOffset="-186318.481">11649 12249 248 0,'0'0'10108'0,"0"0"-8679"0,0 0-1301 15,0 0 128-15,0 0 396 0,0 0 192 16,0 0-32-16,0 0-308 0,0 0-136 16,0 0-144-16,0 0-148 0,73-10-12 15,-69 33 148-15,-1 8-212 0,-3 10-48 16,0 8-344-16,-3 7-212 0,-6 5 84 16,-3 3 140-16,1-1 192 0,-2 0 188 15,2-6 164-15,3-9-112 0,-1-10 72 16,9-13 156-16,0-8-256 0,5-14-24 15,7-3 0-15,3 0 0 0,5-7 128 16,1 1-120-16,7-3 56 0,0 5-64 0,-5 4-88 16,5 13 88-16,0 6 176 0,-4 13-60 15,-4 3 84-15,-1 5-12 0,-6 9 152 16,-2-2 224-16,-3 0-96 0,-4-2-108 16,-4-3 16-16,0-11 80 0,0-2-168 15,-4-10-252-15,0-3-36 0,0-7-124 16,-3-2-284-16,-2-5-240 0,1 3-156 0,-3-5-112 15,-2 0-108-15,2 0-300 16,3-7-1053-16,-8-3-2403 0</inkml:trace>
  <inkml:trace contextRef="#ctx0" brushRef="#br0" timeOffset="-185653.288">13152 12789 1252 0,'0'0'536'0,"0"0"5072"0,0 0-4944 15,0 0-16-15,0 0 180 0,-88 0 168 16,69 6-183-16,-2 1 147 0,5-1 12 0,-3 2-348 16,2 6-40-16,6-1-52 0,3 6-56 15,-1 3 28-15,9 6 88 0,0 4-8 16,4 3-284-16,9 2-152 0,-6-4-48 15,5-4-100-15,0-7 0 0,-4-6-136 16,5-7 0-16,-6-6-52 0,-3-3-12 16,4 0 200-16,0-12 64 0,0-7 148 15,4-7-40-15,-4-9-172 0,0-6-272 16,0 4-76-16,0-2 36 0,0 10 88 16,0 10-8-16,-4 6-68 0,4 7 36 15,0 6 152-15,4 6 112 0,0 7 100 0,-1 3 88 16,2 6 152-16,2 1-24 0,2 3 8 15,-2-1-36-15,1-4-104 0,0 2-84 16,4-4-88-16,-3-3-12 0,2-7-208 0,5-5-68 16,4-4-376-16,0-4-292 15,4-9-716-15,-8 4-1521 0,8-13-4583 0</inkml:trace>
  <inkml:trace contextRef="#ctx0" brushRef="#br0" timeOffset="-185153.161">13996 12566 4164 0,'0'0'8073'0,"0"0"-6945"15,0 0-608-15,0 0 24 0,0 0-176 16,-43 73-52-16,35-47-28 0,0 2-48 0,-1-2-40 15,6-6 40-15,3-2-164 0,0-6-76 16,0-2-40-16,3 0 40 0,6-4 144 16,3 1-20-16,-1-1 52 0,9 2 160 15,1 3 24-15,-2-2-188 0,1 4 52 16,1 0-24-16,-6 3 132 0,1 3-36 16,-4-4-120-16,-4 5 20 0,-4-5 24 15,-1 4-120-15,-3 4 32 0,0-8-92 0,-3 4-40 16,-5 1-212-16,-4-8-56 15,0 1-104-15,-4-3-60 0,4-1 64 0,-4-3 80 16,0-2 28-16,0-4-40 0,4 0-136 16,0-13-496-16,1-3-660 0,2-9-696 15,1 5-2181-15,-3-20-2451 0</inkml:trace>
  <inkml:trace contextRef="#ctx0" brushRef="#br0" timeOffset="-184841.912">14156 12827 4760 0,'0'0'7497'0,"0"0"-6057"15,0 0-400-15,0 0 296 0,0 0-48 16,0 0-16-16,75 70-276 0,-71-70-432 16,0 0-296-16,5-4-96 0,-5-5 132 15,3-4-84-15,1-6-172 0,5-6-48 16,-6-5-316-16,-3 2-52 0,4 0-20 16,1-1-40-16,-9 4 48 0,3 3-88 15,-3 6 60-15,-3 6 100 0,-10 4 12 0,1 6 72 16,-4 0 76-16,1 13-112 0,-2 6 24 15,2 9 236-15,6 4 72 0,-2 7 164 16,7-1 52-16,-4 3-4 0,8 0 112 0,0 0 72 16,0 0-24-16,0-3-64 15,0 1 0-15,4-7-76 0,4-7-144 16,-1-6-88-16,2-10-72 0,-1-5-48 0,3-4-100 16,6-7 4-16,-6-9-64 0,9-3-112 15,-4-6-120-15,4-7-200 0,4-3-288 16,-4-3-648-16,-4 10-2932 0,4-20-2985 0</inkml:trace>
  <inkml:trace contextRef="#ctx0" brushRef="#br0" timeOffset="-184647.471">14546 12230 5672 0,'0'0'7973'0,"0"0"-7253"15,0 0-200-15,0 92 224 0,0-48 236 16,9 6 364-16,-6 5-212 0,5-1-272 15,0 4-176-15,4-8-100 0,4 1-304 16,0-3-184-16,4-4-96 0,-8-6-164 0,4-6-372 16,-4-10-36-16,-8-3-28 0,4-6-52 15,-4-7-100-15,-1-6-376 0,-3 0-776 16,0 0-1072-16,-11-9-2773 0</inkml:trace>
  <inkml:trace contextRef="#ctx0" brushRef="#br0" timeOffset="-184487.906">14415 12652 1396 0,'0'0'8528'0,"0"0"-5327"16,0 0-2309-16,0 0-348 0,0 0 476 15,0 0 12-15,0 0-24 0,95-9-32 0,-71 5-312 16,4-5-196-16,0 2-248 16,0-2-220-16,0 3-116 0,4 0-716 0,-5-1-428 15,1 3-476-15,-4 4-2428 0,4 0-4269 0</inkml:trace>
  <inkml:trace contextRef="#ctx0" brushRef="#br0" timeOffset="-183342.726">15307 12687 3940 0,'0'0'7225'0,"0"0"-5701"0,0 0-440 0,0 0 148 16,0 0-52-16,0 0 8 0,0 0-420 15,0 0-224-15,-28 79-52 0,32-54-52 16,9 0-184-16,-6-5-156 0,1-4-100 16,5-10 0-16,-6-2-52 0,1-4 48 0,8-6 4 15,-4-11 132-15,3-1-132 0,-2-8-84 16,2-3-284-16,-6 2-100 0,-1-3 124 15,-4 5 88-15,0-1 8 0,-1 7 64 16,-3 1-4-16,0 5 4 0,0 7 36 16,-3 1 144-16,-1 3-48 0,-8 2-20 15,0 7-16-15,-4 7 0 0,4 6 84 16,4 2 4-16,-4 10-48 0,4 3 44 16,4 0 4-16,0 0 120 0,0-7-120 15,4 1-52-15,0-10-160 0,8-3-384 16,0-3-716-16,4-7-1228 0,0-3-2205 0,0-3-1471 15</inkml:trace>
  <inkml:trace contextRef="#ctx0" brushRef="#br0" timeOffset="-183186.302">15694 12678 7928 0,'0'0'5353'16,"0"0"-4257"-16,0 0-504 0,79 28 404 15,-55-22 168-15,0-6-344 0,1 0-116 0,-2-12-276 16,1-7-192-16,0-10-236 0,4-2-64 15,-4-7-872-15,-5-4-288 0,-2-2-636 16,-6 12-2801-16,-7-10-3699 0</inkml:trace>
  <inkml:trace contextRef="#ctx0" brushRef="#br0" timeOffset="-182951.415">15825 12297 7976 0,'0'0'4325'0,"0"0"-3237"16,0 0-264-16,-12 86 164 0,12-53 84 0,8 9 12 15,0 6-96-15,4-1-172 0,0 4-288 16,4 3-116-16,-4 0-188 0,4 3-80 16,0 1-136-16,-4-1 40 0,-1-2-48 15,-2-5-4-15,-1-3-44 0,-1 1 36 16,-7-4-72-16,4-3 36 0,-4-2-296 16,-4 2-72-16,-3-6-88 0,-1 0-48 0,-8-3 68 15,0-4-108-15,-4-5-20 0,0-4-216 16,0-7-252-16,0-9-712 0,8-3-1241 15,-12-9-3455-15</inkml:trace>
  <inkml:trace contextRef="#ctx0" brushRef="#br0" timeOffset="-182214.933">16403 12639 4940 0,'0'0'5924'0,"0"0"-4587"16,0 0-49-16,0 0 296 0,0 0-236 0,76-23-64 15,-65 37-148-15,6 8-132 0,-10 7-308 16,1 2-268-16,1 8-292 0,-5-1-124 16,-4 0-12-16,3-3-8 0,-3 0-68 15,0-10-104-15,0-6-236 0,0-2 36 16,0-15 16-16,4-2-116 0,0-7-24 16,5-5 12-16,-2-13 68 0,1-7 92 0,4-3 108 15,0 0-64-15,4-3 152 0,-4 3-152 16,4 6 228-16,0 7 52 0,0 3 8 15,0 10 0-15,-4 5 148 0,0 4 152 16,-4 4 72-16,-4 8-36 0,-4 4 0 16,4 3-4-16,-4 4-108 0,0-2 108 15,-4-2-52-15,0 4-32 0,0-4-4 16,0-6-36-16,4-4-12 0,0-6-48 16,0-3-56-16,0 0-92 0,0-6-60 15,0-6-40-15,12-7 40 0,-5-11 52 0,10 2-112 16,-2-7-164-16,6 4-48 0,3-1 112 15,-1 7 172-15,1 6-28 0,0 8 76 16,0 9-56-16,-5 2 56 0,2 8 8 16,-10 11 212-16,6 4 136 0,-10 3-84 0,1 6 20 15,1-4 16-15,-5 4-76 0,-4 0 36 16,0 0-76-16,0-4-104 0,0 4-64 16,0-4-24-16,-4-5-136 0,4-8-388 15,0-4-320-15,0-9-260 0,0-2-272 16,0-2-844-16,0-9-1700 0,0-11-2029 0</inkml:trace>
  <inkml:trace contextRef="#ctx0" brushRef="#br0" timeOffset="-181891.563">17096 12608 6108 0,'0'0'5861'0,"0"0"-3653"0,0 0-1272 15,16 73-20-15,-12-39 424 0,4 8 96 16,-8 3-200-16,8-4-236 0,-4-3-316 15,4-7-187-15,0-9-365 0,4-9-132 16,0-7-84-16,0-6 36 0,4-6-148 0,3-9-45 16,2-11-27-16,-1-5-196 0,3-11 4 15,-3 0-68-15,1 2 4 0,-6-2 68 16,1 7 100-16,-4 4 184 0,0 9 72 16,0 3 28-16,-4 12 64 0,0 3 8 15,-5 4 196-15,6 6 344 0,-5 8 12 16,0 5-84-16,0 3-80 0,-4 4-96 15,4 2-96-15,-1 7 12 0,1-4 84 16,1 5 97-16,3-1-61 0,-4-3-172 16,-4-4-156-16,7-3-68 0,-3-6-88 15,5 0-309-15,-1-2-227 0,-1-9-148 0,6-1-348 16,-1-7-892-16,-5 0-2216 0,6-15-2937 0</inkml:trace>
  <inkml:trace contextRef="#ctx0" brushRef="#br0" timeOffset="-181524.326">17762 11884 11701 0,'0'0'2892'0,"0"69"-1744"0,0-14-328 0,4 11 396 16,-4 13 128-16,0 7-128 15,0 3-232-15,-4-1-263 0,4-1-177 0,0-4-216 16,0-7-184-16,0-13-92 0,8-16-52 15,-1-11-120-15,6-11-88 0,-2-12-116 16,1-10-28-16,1-3-101 0,-6 0-155 16,1-3-96-16,-4-7-116 0,-4-3-312 15,0-2-444-15,-8-2-688 0,-7-5-620 16,2 6-2009-16,-15-5-335 0</inkml:trace>
  <inkml:trace contextRef="#ctx0" brushRef="#br0" timeOffset="-181384.266">17558 12608 2644 0,'0'0'5436'0,"0"0"-1487"0,0 0-2085 0,0 0-660 15,0 0-352-15,0 0-84 16,0 0 536-16,0 0-180 0,0 0-352 0,100 6-284 16,-64-6-268-16,4-6-180 0,-1-7-40 15,1-3-196-15,0 1-304 0,-4-5-248 16,4 4-112-16,-5-3-320 0,1 3-824 0,-8 4-2164 16,0-1-2981-16</inkml:trace>
  <inkml:trace contextRef="#ctx0" brushRef="#br0" timeOffset="-181086.18">18176 12471 3192 0,'0'0'9901'0,"0"0"-8709"0,0 0-720 16,-40 79 132-16,29-46 172 0,-6 0 440 15,6 3-4-15,-2-4-400 0,5-4-300 16,5-6-304-16,3-9-208 0,0 0-52 16,0-9-276-16,7-4-80 0,1 0 40 0,4-7-60 15,4-6 80-15,0-6-160 0,0-6 12 16,4-7-112-16,-5 0 28 0,2 4 128 15,-6 3 124-15,2 2 88 0,-1 10 140 16,-5 5 36-16,-2 8 64 0,3 5 228 16,-4 8 676-16,-4 9 64 0,4 7-172 0,-4 2-252 15,0 4-76-15,0 0 24 0,0 0 60 16,0-3-52-16,0-6-84 0,0-5-232 16,3-11-184-16,1-4-40 0,0-6-276 15,5 0-296-15,-1-12 88 0,3-11 56 16,2-2-284-16,-6-10-304 0,9-3-660 15,-7 10-1448-15,-2-20-2513 0</inkml:trace>
  <inkml:trace contextRef="#ctx0" brushRef="#br0" timeOffset="-180501.771">18490 11900 3556 0,'0'0'7561'0,"0"0"-5945"0,0 0-800 16,0 95-28-16,5-44 260 0,-5 6 160 15,0 4 60-15,0 5-208 0,0 4-272 16,0 2-240-16,0 2-144 0,0-5-220 16,0 2-180-16,0-8-4 0,4-6-40 15,4-10-216-15,3-11-132 0,2-14-164 16,-2-10-12-16,1-12-336 0,4-7-216 16,5-14-164-16,-2-14-576 0,-3 3-1385 15,8-22-2287-15</inkml:trace>
  <inkml:trace contextRef="#ctx0" brushRef="#br0" timeOffset="-180153.201">18814 12449 6292 0,'0'0'4645'16,"0"0"-2669"-16,0 0-1364 0,-8 76-140 15,-1-51 32-15,5 1 316 0,0-5 352 0,4-2-424 16,0-8-536-16,0-5-212 0,0 0-28 16,8-2 28-16,5-1 76 0,2 0-76 15,5 0-44-15,5-3 44 0,2 6 0 16,5-2 0-16,4 2-40 0,-8 4 28 15,4-1 24-15,-8 7-16 0,-5 3 8 16,2 0 4-16,-10 6-8 0,2 6 0 16,-9 5-8-16,-1-1-48 0,-3 6 56 15,-7 1 0-15,-2 2-4 0,-6 1 4 16,2-1 64-16,-2-6 48 0,-6-2 76 16,6-8 120-16,-2-6-12 0,6-7-24 0,-6-5 124 15,6-7-92-15,-6-3-292 0,6-6-12 16,-1-8-232-16,4 0-64 0,4-9 100 15,4-5 184-15,0-4-76 0,4-3 4 0,8-6-16 16,4-4 16-16,0-2-40 0,3-4-64 16,2-6-356-16,7-3-116 0,0-4-56 15,11-3-340-15,9 1-912 0,-12 14-2029 16,20-14-1711-16</inkml:trace>
  <inkml:trace contextRef="#ctx0" brushRef="#br0" timeOffset="-178572.415">16347 13932 3452 0,'0'0'5600'0,"0"0"-3932"0,0 0-547 16,0 0-173-16,0 0 516 0,-95 15-200 15,75 2-108-15,-1 2-76 0,2 9-188 16,6 4-216-16,6 2-76 0,-1 8-52 16,8 3 0-16,0-1-24 0,0 0-147 0,12-2-121 15,0-4-84-15,0-6-172 0,4-7-132 16,3-12-76-16,2-4-265 0,-2-9-99 15,1-3-268-15,4-10-352 0,4-12-464 16,-8 2-1108-16,4-17-3033 0</inkml:trace>
  <inkml:trace contextRef="#ctx0" brushRef="#br0" timeOffset="-178285.632">16510 14191 11849 0,'0'0'3144'0,"0"0"-2200"0,4 77-300 16,0-51 808-16,5-2-36 0,-5-7-216 15,3-8-568-15,5-9-448 0,4-3-180 16,5-13 20-16,2-6-24 0,1-7-124 16,0-9-140-16,0 0-188 0,-1-2-84 15,-2 1 44-15,-5 1-72 0,-4 3 24 0,-1 7 68 16,-2 5-24-16,-9 7 112 0,0 3 348 16,0 7 36-16,-4 6 212 0,-9 0-16 15,-2 0 80-15,-1 10 32 0,0 6 48 16,-4 6-220-16,3 3 100 0,6 7 44 15,-1-3 16-15,4 2-36 0,0-3-164 16,4-2-96-16,4-10-292 0,0 0-632 16,4-6-352-16,4-1-716 0,4-6-1184 15,-4 0-2989-15</inkml:trace>
  <inkml:trace contextRef="#ctx0" brushRef="#br0" timeOffset="-178019.775">16841 14049 3920 0,'0'0'7589'16,"0"0"-5937"-16,0 0-700 0,0 0-104 0,0 0 184 15,40 76 196-15,-36-54-104 0,-4 3-396 16,4-2-176-16,-4-4-124 0,4-3-196 16,-4-3-232-16,4-7-208 0,0-3-292 15,4-3-164-15,-4 0 72 0,3-9 76 16,2-7 104-16,3-3-8 0,-1-3-20 16,2 0-140-16,-2 2 40 0,6 1 176 15,-6 10 200-15,6-1 160 0,-6 7 4 16,1 3 224-16,1 0 192 0,-6 3 316 0,1 10-148 15,1-4 16-15,-6 7-80 16,1 4-176-16,-4 2-96 0,0 0-4 0,0 0-84 16,0-3-40-16,0 0-120 0,0-3-184 15,0-3-492-15,0-3-392 0,0-5-372 0,0 1-1296 16,4-6-3917-16</inkml:trace>
  <inkml:trace contextRef="#ctx0" brushRef="#br0" timeOffset="-177787.067">17383 14139 548 0,'0'0'10437'0,"0"0"-7649"0,0 0-1912 0,31 82-408 0,-18-48 212 15,-5 8 436-15,-1 5 224 0,6 0-244 16,-5 5-276-16,-1-2-160 0,2 4-64 16,3 1-99-16,-8-2-145 0,-1 1-120 15,1-3-88-15,-4 0-48 0,-4-7-52 0,-3-6-44 16,-5-2 0-16,0-11-108 0,-9-2-72 15,-2-9-136-15,-1 0-49 0,-4-11-123 16,-4-3-292-16,-3-3-48 0,-5-13-228 16,-1-10-480-16,6-5-1104 0,3 3-2689 0,-12-36-1531 15</inkml:trace>
  <inkml:trace contextRef="#ctx0" brushRef="#br0" timeOffset="-177642.889">17204 13865 10064 0,'0'0'5877'0,"0"0"-5145"16,0 0-372-16,0 0 424 0,0 0-56 16,0 0-420-16,83-19-260 0,-70 19-48 15,2 0-136-15,1 0-284 0,9 0-508 16,-6 0-348-16,-3 0-740 0,7 3-5077 0</inkml:trace>
  <inkml:trace contextRef="#ctx0" brushRef="#br0" timeOffset="-177462.395">17794 14455 5868 0,'0'0'4116'0,"0"0"-1903"15,0 0-2213-15,0 0-772 0,0 0 75 16,0 0 697-16,0 0 313 0,0 0-313 15,0 0-1421-15,0 0-3887 0</inkml:trace>
  <inkml:trace contextRef="#ctx0" brushRef="#br0" timeOffset="-176855.049">18411 14246 13521 0,'0'0'2588'0,"0"0"-2588"0,0 0-276 0,0 0-48 16,0 0 324-16,0 0 624 0,40-76-56 16,-33 45-332-16,2-8-236 0,7 1 0 15,-9-3-224-15,6 3-368 0,-5 2-60 16,-8 8 112-16,0 3 208 0,0 8 240 16,-4 2 92-16,-13 5 76 0,2 4 52 15,-2 6-120-15,-2 0-4 0,-1 12 364 0,0 11 72 16,4 5-128-16,5 10 120 0,2 13 128 15,5 6 24-15,4 7-12 0,0 6-16 16,4 3-4-16,5 0-108 0,2-3-76 16,1-4-160-16,4-12 0 0,0-13-64 15,4-16-144-15,-5-11-108 0,6-14-28 16,3-3-12-16,-4-20-144 0,3-12-100 0,-3-12-432 16,1-10-424-16,-6-11-572 0,-2 18-1340 15,-2-29-2845-15</inkml:trace>
  <inkml:trace contextRef="#ctx0" brushRef="#br0" timeOffset="-176650.229">18710 13440 784 0,'0'0'4064'0,"0"0"2889"0,0 0-6069 0,0 0-472 16,0 0 160-16,0 0 352 0,0 0 476 16,12 92-196-16,-12-52-352 0,4 9-172 15,3 7-52-15,2 8 20 0,-1 6-60 16,0 3-152-16,-1 1-132 0,6-2-228 15,-2-5-76-15,-3-4-44 0,5-9-76 16,-2-13-280-16,2-6-176 0,-2-9-12 0,5-7 0 16,-4-13-88-16,4-3-228 0,0-6-708 15,0-10-624-15,-8-3-2401 0,8-12-2287 16</inkml:trace>
  <inkml:trace contextRef="#ctx0" brushRef="#br0" timeOffset="-176056.88">19144 13614 3332 0,'0'0'10233'0,"0"0"-9037"0,0 0-1020 0,0 76-40 16,0-27 384-16,0 7 336 0,0 11 288 16,4 3-244-16,0 3-100 0,8-7 8 15,0-5-340-15,0-10-300 0,4-10-168 16,-4-10-68-16,-1-9 60 0,2-9-116 16,-5-9-92-16,3-4-152 0,2-4 0 15,-5-9-88-15,-5-5-48 0,1-5-136 0,-4-5-80 16,-4-1-164-16,-3 1-148 15,-10-1-44-15,2 1-324 0,-5-1-164 0,-5-3-397 16,-2 4-207-16,-5 0 608 16,-4-2 1076-16,4 8 484 0,0 3 768 0,8 10 976 15,9 6 124-15,-2 3 349 0,13 9-81 16,1 4-508-16,3 3-208 0,0 5-240 0,7-2-108 16,10 0-20-16,-2-2-224 0,5-4-316 15,8-7-244-15,-3-3-147 0,6-3-109 16,1-12-12-16,4-8-48 0,-4-1-353 15,0-9-319-15,3 2-280 0,-7-4-512 16,4 3-968-16,-12 7-2653 0,8 7-2931 0</inkml:trace>
  <inkml:trace contextRef="#ctx0" brushRef="#br0" timeOffset="-175789.951">19575 13932 3968 0,'0'0'11125'0,"0"0"-9341"0,0 0-1276 15,-9 79 100-15,1-50 280 0,1-1 288 16,-1 1-248-16,-5-4-452 0,6-3-272 15,3-2-160-15,0-5-44 0,4-3-100 16,0-1 28-16,8-8-36 0,-1 0-4 0,10-3 100 16,-2 0-32-16,6 0 44 0,-1-3 0 15,-1 0-8-15,1 3 8 0,0 0-4 16,0 0 4-16,-4 9-4 0,0 7 4 16,0 0 60-16,0 0 52 0,-4 6-28 15,-8-3-80-15,0-1 44 0,-4 5-48 16,-4 0-40-16,-9 2-44 0,2-3-4 15,-9 0-32-15,-8 4-40 0,-4 2-108 16,-4-3-144-16,-7 4-152 0,-9 0-184 16,-1-8-348-16,-10 2-700 0,16-7-2004 15,-37 3-3165-15</inkml:trace>
  <inkml:trace contextRef="#ctx0" brushRef="#br0" timeOffset="-173201.833">8215 13579 6036 0,'0'0'6145'0,"0"0"-5553"0,0 0-388 16,0 0 52-16,0 0 304 0,0 0 476 15,0 0-52-15,0 0-216 0,0 0-184 16,0 0 100-16,36 10-116 0,-20-8-88 16,4 2-112-16,0-1-84 0,-1 1-64 15,5 2 24-15,4-3 12 0,0 0-108 0,8-3-52 16,0 0 4-16,4 0 168 0,8 0-136 16,-4 0-132-16,-1-3 48 0,1-3-96 15,-7-1 24-15,-6 0-208 0,1 2-144 16,-9-2-88-16,-6 0-164 0,-6 5-368 15,-7-2-380-15,-4 4-888 0,0 0-2545 16,-8 0-2535-16</inkml:trace>
  <inkml:trace contextRef="#ctx0" brushRef="#br0" timeOffset="-172052.613">8390 13614 4680 0,'0'0'80'15,"0"0"-16"-15,0 0 92 0,0 0 900 16,0 0 984-16,0 0-628 0,0 0-416 0,0 0-119 16,0 0 59-16,0 0-156 0,37-23-192 15,-30 21-156-15,9 2-76 0,-4 0-40 16,4 0-64-16,4 0 48 0,0 2-8 15,3 5-68-15,2 0-112 0,6-4-24 16,9 3-80-16,1-6 120 0,2 2 64 16,9 3-92-16,-5-5 24 0,9 0-88 15,4 0-36-15,-4-5-12 0,0 3 12 16,4 2-60-16,-4 0 8 0,3 0 44 0,-3 7-156 16,3 2-64-16,1-3 28 0,4 1 56 15,0-1 144-15,4 0 8 0,0-6-8 16,-1 3-12-16,-3-3-76 0,0 0-36 15,-1-6 60-15,1-3 56 0,-4-1-68 0,0 0-36 16,-4 3-140-16,3 5 124 16,1-1 128-16,-4 3 492 0,4 0-284 0,-9 0-208 15,5 3 0-15,-8-3 4 0,3 2 56 16,2 3-56-16,3-5 0 0,-5 0 100 16,5 0 8-16,-4-7 188 0,0-2-8 15,-5-1 20-15,1-2-100 0,-4-5-24 16,0 2-144-16,0-4-44 0,-1-1-4 15,-2 1-56-15,2 1 56 0,1-2-92 16,0 1-52-16,-1 4 12 0,-2-8 12 16,2 4 60-16,-3 0 64 0,-4-2 72 15,-4 1 40-15,0-2-12 0,-9-4 72 0,1 4-72 16,-3-4-100-16,-6-2-88 0,1-1-124 16,-4 2-148-16,1-6-44 0,-6 2 4 15,1-1-68-15,-4 0 4 0,0 7-84 16,4-1 144-16,-4 5-40 0,-4-2 8 0,0 4 180 15,0 0 12-15,0-1 116 16,-7 1-88-16,-6 1-144 0,-6-6-424 0,-5 6-597 16,7-1-775-16,-22-9-652 0</inkml:trace>
  <inkml:trace contextRef="#ctx0" brushRef="#br0" timeOffset="-166303.023">1713 12084 3664 0,'0'0'6728'0,"0"0"-5195"0,0 0-1389 16,0 0-96-16,0 0 440 0,0 0 112 15,0 0-140-15,0 0-40 0,0 0 300 16,36-13 48-16,-12 13 40 0,3-3-196 16,13 3-80-16,-4 0-184 0,8-3-148 0,0 0-16 15,3-1 36-15,5-2-8 16,8 3-52-16,4-3 36 0,16-4 24 0,3 0-24 15,12 3-48-15,10-1-148 0,6 1-152 16,1 1 148-16,7 0 4 0,1 6-8 16,3 0 0-16,5 0 0 0,-1 0-4 15,0 0 12-15,-3 0 56 0,3 0-56 16,-7 0-84-16,0-6 76 0,-1-1-80 16,-3-3-44-16,-5 1 56 0,1-4-72 15,-4 1-24-15,-9-1-24 0,1-3 48 16,-12 3 136-16,-5-3-28 0,-3 0 32 0,-9 1-84 15,-2-2 92-15,-10-1 8 0,-4 2-8 16,-6 0-144-16,-6 0 8 0,1-3 36 16,-4 3-96-16,-1-3-80 0,2-3-44 15,-1 3-104-15,-1-3-280 0,2-1-352 0,-6 0-136 16,-3-2 56-16,0-3-120 16,-8-4 443-16,-1-2 813 0,-6-1 0 15,-2-4 168-15,-6 1-52 0,-1 0 65 16,-5 6-81-16,1-2-100 0,-4 2-217 0,0 3-3 15,-4 4 208-15,1-1-76 0,-5 1 88 16,-1 3 80-16,-2-3 152 0,3-2 141 16,-1 0 63-16,1-2-116 0,1 0 16 0,3 4-68 15,-9-4-40-15,6-2-84 0,-1 1-140 16,-4-3 96-16,-4-3-96 0,-1-2 0 16,-2-3 48-16,-1 0 64 0,-12-3-52 15,0-5 24-15,-7 2-76 0,-13 1 128 16,-4-1-76-16,-8 6 88 0,-4-3-36 15,-12 0-116-15,1 2-88 0,-12-3-792 16,-5 4-44-16,-8 6 440 0,-15 7-189 0,0 6 229 16,-14 6 444-16,-2 9 336 0,-5 5 93 15,1 2-97-15,-8 2 40 16,-1 8 16-16,1 3-108 0,0 3 52 0,-1 3-88 16,-3 3-232-16,3 6-12 0,-3 7-124 15,-5 7 20-15,5 5-164 0,-5 10-24 16,1 8 36-16,0 0 140 0,-1 11 116 0,5 1 76 15,8-1 64-15,7 1 92 0,5-1-16 16,15-7 40-16,13-2-36 0,11-3-32 16,16-7-48-16,12-7 0 0,13-4-92 15,11-6-48-15,8-2 0 0,9-9 0 16,6-4 4-16,6-3-4 0,7-5-52 16,4-5-72-16,0-2-92 0,0-1 24 15,7 1-28-15,5-3 220 0,1 2 0 16,-2 0 0-16,6-2-140 0,-2 2 52 15,1-2-552-15,-4-4-120 0,8 3-93 16,-4-3-567-16,0 3-764 0,7-2-1084 0</inkml:trace>
  <inkml:trace contextRef="#ctx0" brushRef="#br0" timeOffset="-164720.814">11295 16367 208 0,'0'0'9252'0,"0"0"-6907"16,0 0-921-16,0 0-460 0,28 66-180 15,-12-53 928-15,4 0-668 0,-5-7-576 16,6-3-268-16,-1-3-64 0,-1-3 84 16,5-10 4-16,0-9-92 0,1-3-20 0,3-10-100 15,-5 0-12-15,-3-7-68 0,0 5-44 16,-8 2-12-16,-1 3 120 0,-2 4-56 15,-5 5 52-15,-4 8-80 0,0-2 4 16,-13 9 72-16,-2-6-64 0,-5 4-120 16,-4 1 48-16,-8 0 84 0,0 2 52 15,0 1-72-15,4 0-40 0,1 6 124 0,3 0 136 16,8 0-12-16,0 9-16 16,4 4-20-16,0 7 0 0,0 7-4 15,0 9 4-15,0 5 20 0,0 3-20 0,4 8-28 16,4 0 28-16,0 3 36 0,4-4-112 15,0-7-4-15,8-2 88 0,0-9-92 16,8 0 132-16,0-11-124 0,4-3 88 16,-4-6-88-16,4-7 40 0,4-3-52 0,0-3-4 15,0 0-56-15,3-3 56 0,-3-6 4 16,8-4-64-16,-4-3-20 0,-4 3-112 16,4-2-188-16,-4-1-108 0,-1-3-236 15,-3 2-192-15,1 5-152 0,-6-3-748 16,-2 9-1421-16,-2-8-2423 0</inkml:trace>
  <inkml:trace contextRef="#ctx0" brushRef="#br0" timeOffset="-164197.036">11868 16196 4972 0,'0'0'5892'15,"0"0"-4083"-15,0 0-509 0,0 0-48 16,-3 69 344-16,11-36-428 0,-4 7-328 16,0 2-348-16,4 2-152 0,-1-3-80 15,-3-6-152-15,5-6-108 0,-1-7-184 0,3-6-144 16,-2-10-312-16,2-6-124 0,1 0-68 15,-3-10-128-15,-2-8-704 0,1-1-2229 16,0-23-4067-16</inkml:trace>
  <inkml:trace contextRef="#ctx0" brushRef="#br0" timeOffset="-164037.479">11813 15942 9672 0,'0'0'2485'0,"0"0"-1297"0,0 0-248 15,0 0 336-15,0 0 192 0,0 0-560 16,0 0-700-16,79 9-208 0,-47-9-180 16,4-3-552-16,5-7-520 0,-10 3-780 15,17-1-3145-15</inkml:trace>
  <inkml:trace contextRef="#ctx0" brushRef="#br0" timeOffset="-163864.073">12435 16284 10484 0,'0'0'5769'0,"0"0"-5009"0,0 0-536 16,32 77 260-16,-21-65 368 0,6-5 316 15,-2-7-580-15,5 0-480 0,4-10-60 0,0-6-48 16,4-7-220-16,0-4-172 0,0-9-232 16,-1-2-224-16,1 0-380 0,-3-3-1044 15,-14 13-2713-15,2-11-4215 0</inkml:trace>
  <inkml:trace contextRef="#ctx0" brushRef="#br0" timeOffset="-163637.447">12495 15687 8080 0,'0'0'4385'0,"0"0"-3757"0,0 0-504 15,-17 74 436-15,17-39 620 0,0 9 320 0,0 3-408 16,0 8-420-16,0 5-168 0,8-3 48 15,1 7-84-15,-2-1-236 0,1 3-172 16,-4-6-60-16,5-2-132 0,-2-10-248 0,5-17-236 16,0-12 76-16,0-15-104 0,4-8 136 15,4-18-40-15,0-13 56 0,4-6-412 16,-5-10-640-16,2-6-980 0,-6 0-1781 16,-2 13 981-16</inkml:trace>
  <inkml:trace contextRef="#ctx0" brushRef="#br0" timeOffset="-163272.606">12798 15512 7808 0,'0'0'4701'0,"0"0"-3681"0,0 0-652 16,0 0-36-16,0 0 716 0,0 0 296 15,19 74-312-15,-15-36-460 0,-4 6-92 16,4 11 0-16,0 1 144 0,-4 5-72 16,4 5-164-16,-4 5-228 0,4 4-16 15,0 2-144-15,0-1-92 0,0 0 88 16,0-9-92-16,-1-13-40 0,6-10-20 0,-1-16-4 15,3-11-108-15,2-10-124 0,-1-7-12 16,0-5 132-16,3-7 64 0,2-7 12 16,-2-3 96-16,2-3-84 0,-2-1 12 15,2 7 48-15,-2 3-64 0,1 4 140 16,-4 8 36-16,-4 4-24 0,4 0 36 0,-4 7 296 16,0 4 96-16,-4 6-8 0,-1 3-88 15,2-2-112-15,-1 4 48 0,-4 1-84 16,4-5-40-16,-4 1-96 0,0-6 32 15,4-3-44-15,-4-3-196 0,0-7-100 16,4 0-72-16,-4 0-160 0,4 0-28 16,-4-4-88-16,0-3-344 0,3-1-284 15,2-5-464-15,-1 1-584 0,-4 1-1973 16,4-1-1927-16</inkml:trace>
  <inkml:trace contextRef="#ctx0" brushRef="#br0" timeOffset="-162553.941">13350 16252 8668 0,'0'0'1736'0,"0"0"-975"0,0 0 71 0,0 0 564 16,0 0 352-16,17 79-300 16,-9-54-428-16,0-5-204 0,0 0-28 0,0-8-260 15,3-5-388-15,2-7-140 0,2 0-36 16,5-13 36-16,1-6 12 0,2-8 124 15,-3 0-136-15,4-4-196 0,-8-5-24 16,0 4-36-16,-8 4-4 0,4 3-24 0,-8-1 76 16,-4 6-16-16,0 1 76 0,-4 7-60 15,-12 3 108-15,1 2 100 0,-2 7 124 16,-3 0 184-16,1 9 136 0,2 14-124 16,2 3-72-16,2 9 32 0,5 6 64 15,1 6 60-15,-2 4-88 0,9 0 12 16,0 0-72-16,0-7-196 0,0-6-60 15,0-7-156-15,9-11-184 0,2-10-176 16,2-8 4-16,2-2-40 0,9-12-76 16,-4-10-148-16,4-9-304 0,0-5-432 0,0-2-640 15,-5-3-549-15,2 0 125 16,-5 3 576-16,3 2 1036 0,-2 5 664 0,-2 5 300 16,2 4 448-16,-2 13 984 15,-2 2 644-15,2 7 176 0,1 0-135 0,0 10-449 16,0 5-448-16,4 2-564 0,-4-2-368 0,4 4-100 15,-4 4 96-15,0 3 128 0,-8-1 220 16,0 3-40-16,-5 4-188 0,-3 0-108 16,0-1-100-16,-3-3-40 0,-5-2-8 15,4-3 108-15,-5-11 136 0,2-2 496 16,3-7-231-16,0-3-233 0,0-3-208 16,0-4-160-16,4-5-56 0,0-4-220 15,4-3 64-15,8-4-88 0,4-2 184 16,3-3 0-16,2-1-124 0,6-1-301 15,-2 0-123-15,-1 2-88 0,3-5-212 0,-3 5-596 16,-4 6-1452-16,4-7-3785 0</inkml:trace>
  <inkml:trace contextRef="#ctx0" brushRef="#br0" timeOffset="-161938.324">15518 15906 1800 0,'0'0'9877'0,"0"0"-8301"0,0 0-712 16,0 0-92-16,12-79-16 0,-12 67 212 16,0 5 64-16,0 4-288 0,0 3-264 15,0 0-100-15,-4 10 160 0,-7 2-88 16,-2 13-268-16,-6 7-76 0,-5 10-108 0,0 5-52 16,-4 4 52-16,3-1 0 0,2-1-4 15,7-11-52-15,4-7 52 0,0-8-64 16,8-11-68-16,4-9-84 0,0-3-172 15,12 0-76-15,4-6 272 0,8-3 112 16,0 2 84-16,4 1 256 0,0 6-244 16,-1 0-12-16,-7 3 184 0,1 10-24 0,-6 6 36 15,1 3-24-15,-8 6 24 16,0 4-36-16,1 5-88 0,-6 3 28 0,1-3-52 16,-4 4 60-16,4 1-108 0,-4-4-48 15,0-3 0-15,0 0-48 0,0-7-128 16,4-1-164-16,0-13-128 0,4-1-212 15,0-7-296-15,0-6-404 0,7 0-628 0,2-8-384 16,-6-3-481-16,17-14-1755 0</inkml:trace>
  <inkml:trace contextRef="#ctx0" brushRef="#br0" timeOffset="-161233.943">16355 15777 8244 0,'0'0'1556'0,"0"0"-680"0,0 0-179 15,0 0 483-15,0 0 352 0,0 0-296 16,28 88-316-16,-28-53-332 0,4 3-76 15,-4 7-40-15,0 2-104 0,-8 2-8 16,0 1-4-16,-8 1-72 0,4-1-4 16,-8-1-132-16,-4-2-24 0,-8 0-76 15,0-5 12-15,-3-8-60 0,-1-2-52 16,0-9-60-16,1-8-144 0,2-3 120 16,1-12 4-16,13 0-80 0,-2-2-20 0,6-11 36 15,6-5 20-15,2-8-44 0,-1 0 60 16,4-2 48-16,4-1 24 0,0 7-72 15,12 6 72-15,0 3 88 0,4 10 24 16,8 3 252-16,-5 0 20 0,13 7-36 16,1 5-64-16,-2 4 100 0,1 0-64 0,0 3 40 15,4 0-136-15,-4 0-76 0,-1-3 48 16,-3 4-108-16,0-1-96 0,-4-1-260 16,0-3-492-16,-8-1-304 0,3-3-176 15,-6 0-276-15,-1-5-936 0,0 1-2853 0</inkml:trace>
  <inkml:trace contextRef="#ctx0" brushRef="#br0" timeOffset="-160984.355">16642 16465 10484 0,'0'0'1969'0,"0"0"-1153"0,0 0-292 16,0 0 236-16,0 0 624 0,8 66-180 15,-8-46-532-15,-5-1-452 0,2 0-132 16,-5-3-88-16,0 0-88 16,4-3-308-16,0-7-300 0,0 0-196 0,0-6-200 15,4 0-340-15,-4 0-1016 0,0-9-2937 0</inkml:trace>
  <inkml:trace contextRef="#ctx0" brushRef="#br0" timeOffset="-160370.676">17088 16215 8896 0,'0'0'2753'0,"0"0"-1625"0,0 0-136 15,0 0 60-15,0 0-80 0,0 0-216 16,79 22-108-16,-62-16-316 0,-6-3-268 16,10-3-64-16,-5 0-100 0,0 0-460 15,8-3-456-15,-5-3-484 0,-3-1-1180 16,5-5-4609-16</inkml:trace>
  <inkml:trace contextRef="#ctx0" brushRef="#br0" timeOffset="-160254.084">17706 16246 4304 0,'0'0'6721'0,"0"0"-5873"15,0 0-640-15,0 0-208 0,0 0-296 0,75 3-372 16,-55-12-741-16,-8-1-2527 0,8 1-1835 0</inkml:trace>
  <inkml:trace contextRef="#ctx0" brushRef="#br0" timeOffset="-160133.193">18088 16196 9488 0,'0'0'3961'0,"0"0"-3149"0,0 0-584 16,0 0 76-16,0 0 300 0,0 0 492 0,72 69-360 15,-56-62-724-15,-4-7-12 0,8 0-600 16,-4 0-456-16,3-10-520 0,-6 4-1625 16,6-13-5551-16</inkml:trace>
  <inkml:trace contextRef="#ctx0" brushRef="#br0" timeOffset="-159734.291">18666 15827 12897 0,'0'0'3832'15,"0"0"-3272"-15,0 0-560 0,0 0 64 16,28 79 308-16,-20-54 432 0,0 7 348 15,0 3-564-15,0 4-256 0,-4-2-52 0,-4 8-60 16,0 3-88-16,-4 3-128 16,-4 3-4-16,-5 3-8 0,-6-6-88 0,-1-1-196 15,-4-6-16-15,1-8 76 0,-1-8 112 16,3-10 72-16,1-4-4 0,-3-8-144 16,6-6-12-16,2 0-24 0,-1-15-112 15,8-4-24-15,0-11 0 0,3-8 204 0,5-6 4 16,0 0 76-16,9-7-4 0,3 7-24 15,4 5 24-15,-1 8 40 0,10 12 48 16,-5 6 372-16,3 7 12 0,-3 6 60 16,4 3 32-16,-4 9-168 0,-4 5 0 15,4-2-140-15,-4 1-20 0,0 0-76 16,0-4-72-16,4 1-60 0,-5-2-124 16,6-3-168-16,-1 2-412 0,-5 0-332 15,6-5-524-15,-10 2-1456 0,6-3-3813 0</inkml:trace>
  <inkml:trace contextRef="#ctx0" brushRef="#br0" timeOffset="-159107.649">18973 16135 11701 0,'0'0'1280'0,"0"0"-452"0,0 0 8 16,0 0-116-16,0 0 8 0,48 89 300 15,-40-48-196-15,-4 6-304 0,3 4-32 16,-7 4 20-16,4 1-112 0,1-4-172 15,-5-11-176-15,0-6-56 0,4-10-208 16,4-12-356-16,-1-7-260 0,6-6-40 16,-2 0-92-16,5-9-188 0,0-7-512 15,0-7-504-15,0-2-225 0,0-3 89 0,0-5 384 16,-5 5 712-16,2 3 1200 0,-5-1 208 16,-4 8 912-16,-4-1 496 0,0 6 292 15,0 6-280-15,-4 1 9 0,-4 3-157 16,-5 3-224-16,6 0-288 0,-9 3-360 15,4 3-172-15,0 4 0 0,0 2 60 16,4 8 32-16,0-1-72 0,4 3-96 0,4-2-104 16,0 1 76-16,0-5-76 0,8-1-36 15,0-1-96-15,4-5-80 0,4-2-44 16,4-7-124-16,0 0-120 0,0-7-160 16,8-9-172-16,0-3-76 0,0-9-152 15,3-7-56-15,-3-3-1024 0,-4 6-2221 0,4-12-3531 16</inkml:trace>
  <inkml:trace contextRef="#ctx0" brushRef="#br0" timeOffset="-158707.973">19495 15763 6400 0,'0'0'7893'0,"0"0"-6341"16,0 0-832-16,0 0-48 0,0 0 308 0,0 0-72 15,0 0-392-15,0 0-504 0,0 0-12 16,0 0-96-16,84-51-4 0,-69 45-120 16,2 4-112-16,-2 2 148 0,1 2 72 15,-4 18 64-15,-4 5-12 0,-4 13 8 16,-4 10-20-16,-8 8-128 0,-8 5-44 0,-8 0 204 16,4-4 40-16,1 0 112 15,-2-6-100-15,6-4 148 0,6-6 212 0,5-5-4 16,4-9-172-16,4-4-196 0,13-4-52 15,-2-3 44-15,9-3 0 0,0 0-40 16,1 2-44-16,2 1 92 0,0 3 4 16,-2 3 216-16,-5 1-132 0,-5-2-28 15,2 9-48-15,-6-5 64 0,-2 4-28 16,-9-1-48-16,0 4-52 0,0-3-12 16,0 2-8-16,-9 1-88 0,-2-3 152 15,3-4-92-15,-5-6-292 0,6 0-140 16,-5-3-172-16,0-7-180 0,4-2-680 0,0-5-1468 15,-1 3-3513-15</inkml:trace>
  <inkml:trace contextRef="#ctx0" brushRef="#br0" timeOffset="-158284.595">20487 16106 9792 0,'0'0'1173'0,"0"0"-669"15,3-79-208-15,-3 57 320 0,0 0 568 0,0 2 364 16,-11 11-428-16,-1 3-220 16,-4 2-44-16,-4 4-128 0,0 4-224 0,0 2-220 15,0 10 20-15,4 6-24 0,0 4-44 16,1 8-68-16,7 7 28 0,-1 4-112 16,5 0-72-16,4 2 52 0,4-5-60 15,9-4 68-15,6-6-72 0,1-7 0 16,12-3-48-16,0-9-52 0,7-7 92 15,2-6-96-15,2 0 100 0,6-10-40 16,-6-2-80-16,-3-4-96 0,-4 0-60 16,-4 0-236-16,-13 4-244 0,-6-2-316 0,-5 8-624 15,-8 4-968-15,-4 2-2157 0,-20 6-1023 16</inkml:trace>
  <inkml:trace contextRef="#ctx0" brushRef="#br0" timeOffset="-158103.858">20288 16643 10981 0,'0'0'2572'0,"0"0"-888"0,0 0-536 0,-24 80-88 16,28-65-96-16,12 1-16 0,7-7-264 16,9 1-132-16,5-7 8 0,6-3-40 15,9 0-215-15,4-9-217 0,3-7-88 16,1-6 0-16,-4-3-281 0,4-7-83 16,-4 0-232-16,0-3-308 0,-5-3-348 15,-3 2-1032-15,-12 9-3056 0,-5-9-4141 0</inkml:trace>
  <inkml:trace contextRef="#ctx0" brushRef="#br0" timeOffset="-157922.989">21076 16205 10965 0,'0'0'4536'15,"0"0"-3440"-15,0 0-400 0,80 10 36 16,-48-10-16-16,4-4 8 0,-1-5-88 0,10-4-280 15,-6-3-356-15,5-3-120 0,-4 0-628 16,-4-4-348-16,-4 2-164 0,-4 2-396 16,-9 3-1172-16,-6 0-2929 0</inkml:trace>
  <inkml:trace contextRef="#ctx0" brushRef="#br0" timeOffset="-157754.522">21315 16116 11357 0,'0'0'1704'0,"0"0"-964"0,0 0-196 15,-31 86 428-15,19-51 588 0,3 7-60 16,2-2-356-16,3 2-472 0,0 2-136 16,4-3-132-16,0-3-380 0,0 1-24 15,0-6-316-15,0-3-344 0,-4-5-64 0,0 1-100 16,0-7-312-16,-1 0-892 0,2-7-2312 16,-5-6-2137-16</inkml:trace>
  <inkml:trace contextRef="#ctx0" brushRef="#br0" timeOffset="-157501.986">21236 16634 3816 0,'0'0'9485'0,"0"0"-7673"0,0 0-720 16,0 0-240-16,79-29-156 0,-51 20-52 0,0-4-64 15,0-3-372-15,0 0-184 0,0-4-24 16,0 8-392-16,-8-3-436 0,-4 4-164 16,-8 9-188-16,-4 2-424 0,-4 0-372 15,-12 13-381-15,-8 2 105 0,-8 11 952 16,-8 2 1300-16,0 4 1404 0,-8 6 372 15,4 3 41-15,1-2-201 0,7-1 152 16,4-3 144-16,12-7-472 0,8-3-512 16,8-6-464-16,4-8-424 0,12-11-40 0,12 0-64 15,8-14-32-15,7-5 8 16,2-9-168-16,2-4-200 0,1 0-336 0,-8-3-400 16,-12 9-1356-16,4-5-4749 0</inkml:trace>
  <inkml:trace contextRef="#ctx0" brushRef="#br0" timeOffset="-156520.679">11355 17342 3920 0,'0'0'4268'0,"0"0"-2336"16,0 0-451-16,0 0-301 0,0 0-224 15,0 0 652-15,0 0-16 0,-24 85-636 16,20-56-364-16,0 2 36 0,4 1 60 15,0-3 8-15,4-4-244 0,0-3-172 16,4-9-120-16,-1 0-148 0,2-7-12 16,3-6-64-16,-1 0 16 0,2-9 48 15,2-7 112-15,2-9-112 0,3-4-388 0,-5-7-88 16,-3-1-96-16,-3 2 168 0,-2 0 120 16,-3 10 132-16,-4 6 152 0,0 3 76 15,-8 2 84-15,1 6 36 0,-10 2-60 16,2-1-16-16,-5 3 100 0,-1 4 64 15,2 0-4-15,-1 0-88 0,3 11-32 0,6-2-40 16,-1 7-120-16,0 3-12 0,0 0-120 16,4 3 20-16,5-3-68 0,-2-3-308 15,5-4-556-15,0-2-956 0,0 3-2124 16,5-4-237-16,2 4-2867 0</inkml:trace>
  <inkml:trace contextRef="#ctx0" brushRef="#br0" timeOffset="-156254.177">11722 17287 1800 0,'0'0'6912'0,"0"0"-4816"16,0 0-351-16,95 0-177 0,-72 11-128 15,-2 3-320-15,-1 5-436 0,-5 4-276 16,-2 3-12-16,-2 2-36 0,-3 4-128 16,-8 0 16-16,0 2-152 0,0 2-8 15,-4-1-4-15,-3-4-8 0,-1-5-16 16,4-4 40-16,-5-6-16 0,5-9 0 15,1-5 124-15,3-2 52 0,0 0-16 0,0-9-232 16,0-7-12-16,11-3-208 0,-2-6 72 16,10-4 28-16,-2-3 60 0,11 0-40 15,0 0-156-15,3-1-296 0,1-4-420 16,4 3-656-16,-8 5-1292 0,8-8-4517 0</inkml:trace>
  <inkml:trace contextRef="#ctx0" brushRef="#br0" timeOffset="-155508.43">15550 17386 6960 0,'0'0'2128'0,"0"0"-964"0,0 0-287 16,16-63 175-16,-11 44 280 0,-2 6-116 15,-3 6-320-15,4 2-204 0,-4 5 96 16,0 0 192-16,-4 8-204 0,-4 5-200 15,-4 6-408-15,-3 10-164 0,-6 6 4 16,-3 6 4-16,0 7 64 0,-4-1-16 0,5 1-52 16,3-7 88-16,3-6-96 15,6-6-48-15,3-10-12 0,8-6-28 0,0-5-68 16,0-1 8-16,12 0 148 0,0 3 12 16,4-1-12-16,4 0-4 0,-1 4-44 15,5 3 48-15,-3 3 108 0,-1 3-108 16,3 3 160-16,-3 5 72 0,-4-3-96 0,4-2 12 15,-4 5-40-15,0-5-108 16,-5-3-4-16,6 0-4 0,-6-3-32 0,2 0-36 16,-1 0-8-16,-5-2 0 0,2-2 20 15,-1 2-252-15,-4-5-200 0,-1 1-100 16,-3-4-212-16,0-6-392 0,0 1-776 16,0-4-1248-16,0-4-3233 0</inkml:trace>
  <inkml:trace contextRef="#ctx0" brushRef="#br0" timeOffset="-154954.765">16323 17205 6320 0,'0'0'5277'0,"0"0"-4445"16,0 0-36-16,0 0-188 0,92 38 152 16,-76-13 388-16,0 11 68 0,-9 5-384 15,-3 9-312-15,-4 4-64 0,0 3-12 0,0 1-40 16,-7-1 0-16,-5-3-196 16,-4-6-108-16,0-1-88 0,-4-9-12 0,4-6-4 15,-4-7-60-15,0-6-132 0,4-12-72 16,0-4-12-16,4-3-176 0,-4-13-60 15,1-3 60-15,2-2 96 0,2-8 148 16,3 0 64-16,0-2 0 0,-1-1-28 16,9 1 16-16,-3 5 48 0,3 8 48 15,0 2 64-15,7 8 76 0,2 0 224 16,6 5 96-16,2 0 24 0,2 7 0 16,5 2-112-16,0 5-132 0,8-2-8 0,-4 1-168 15,4 0-16-15,4 1 16 0,-4 0-120 16,3-1-140-16,-3-1-368 0,4 4-564 15,-4-3-772-15,-8 0-2001 0,11 2-1955 0</inkml:trace>
  <inkml:trace contextRef="#ctx0" brushRef="#br0" timeOffset="-154571.996">16909 17814 11349 0,'0'0'1920'0,"0"0"-724"0,0 0-236 16,0 0-248-16,43 70 144 0,-38-50 12 15,3 2-436-15,0 0-432 0,-5-6-80 0,1-3-44 16,5-4-176-16,-1-3-184 0,-4-6-200 15,3 0-420-15,6 0-540 0,-5-6-1160 16,-1-10-3265-16</inkml:trace>
  <inkml:trace contextRef="#ctx0" brushRef="#br0" timeOffset="-154418.615">17311 17840 11805 0,'0'0'1704'16,"0"0"-1160"-16,0 0 268 0,0 0 548 15,0 0-272-15,84 0-148 0,-68 0-412 0,0 0-316 16,3-3-212-16,2-4-4 0,-1 1-872 16,-1-4-516-16,1 1-708 0,-3-1-2217 15,2 1-4167-15</inkml:trace>
  <inkml:trace contextRef="#ctx0" brushRef="#br0" timeOffset="-154257.943">17908 17681 5260 0,'0'0'8605'0,"0"0"-7505"16,0 0-544-16,0 0 160 0,0 0 36 16,0 0 276-16,81 13-224 0,-70-13-744 15,6 0-60-15,3 0-468 0,-1-3-300 16,1-1-300-16,8 1 100 0,-4 3-308 16,-4-3-724-16,8 3-4601 0</inkml:trace>
  <inkml:trace contextRef="#ctx0" brushRef="#br0" timeOffset="-153707.691">19208 17135 11881 0,'0'0'1952'0,"0"0"-924"16,0 0-372-16,32 70-192 0,-24-38 216 0,-1 10 500 15,1 5-404-15,-3 0-244 16,-5 4-216-16,0 4-56 0,-5 2-28 0,-6-1-48 16,-5 1-76-16,0-2-60 0,-5-5-48 15,-2-2-4-15,-1-7-56 0,4-5 52 16,-4-11-4-16,5-6-48 0,-6-6-136 16,5-4 0-16,1-9-12 0,-1 0 48 15,4-9-60-15,0-10-40 0,4-4 28 16,0-3 156-16,0-5 64 0,8-1 0 15,0 0-60-15,4 4 68 0,4 6-160 16,8 3 92-16,0 6 72 0,4 6 88 16,4 4 180-16,-1 3 40 0,2 3-72 0,7 7 32 15,-4 2 52-15,4 1-64 0,-1 4-72 16,-3-5 24-16,4 4 36 16,0-7 72-16,-4 1-244 0,4-1-72 0,-9-2-120 15,5-4-260-15,0 3-316 0,-3-2-112 16,-2 2 92-16,-3-3-76 0,0 0-532 0,-4 3-920 15,-4-6-1829-15,-4 4-1839 0</inkml:trace>
  <inkml:trace contextRef="#ctx0" brushRef="#br0" timeOffset="-153504.795">19523 17712 9880 0,'0'0'1717'15,"0"0"-985"-15,0 0-28 0,0 0 288 16,0 0 436-16,52 74-36 0,-48-42-460 15,3 6-348-15,5 4-80 0,-7 2 12 0,3 0-136 16,-5-3-124-16,1 0-164 0,0-8-92 16,0-5-148-16,0-6-244 0,1-6-272 15,2-10-176-15,1-2-136 0,0-8-240 16,0-11-260-16,8-12-704 0,0 0-941 16,-4 2-1535-16</inkml:trace>
  <inkml:trace contextRef="#ctx0" brushRef="#br0" timeOffset="-153305.055">19805 17847 7648 0,'0'0'3160'0,"0"0"-1083"16,0 0-613-16,0 0-340 0,0 0-240 16,0 0-224-16,-84 18-324 0,69-2-124 15,2 1 60-15,2-3-88 0,3 5 40 0,0 4-52 16,8 0 36-16,0-1 28 0,0-3-4 16,8 3 88-16,4-3-24 0,4-3-52 15,0-7-172-15,0 1-72 0,3-6 0 16,5-4-120-16,1 0-88 0,-1-7-236 15,0-5-244-15,-1-5-188 0,1 2-220 16,4-5-920-16,-8 5-2617 0,16-5-3607 0</inkml:trace>
  <inkml:trace contextRef="#ctx0" brushRef="#br0" timeOffset="-152737.821">20232 17367 11145 0,'0'0'1540'0,"0"0"-580"0,0 0-88 15,0 0 88-15,0 0 112 0,0 0-216 16,0 0-408-16,0 0-300 0,80-13-100 0,-72 17-40 15,3 5 92-15,-3 0-36 0,-3 7-16 16,-1 4-48-16,-4 5 0 0,0 3-40 16,0 7-124-16,-4 3 56 0,-5 4 52 15,1-4 56-15,5 0 76 0,-1-3-68 16,0-7 64-16,4 1-68 0,0-7 84 16,4 0 48-16,3-2 24 0,10-2-160 15,2 1 12-15,1 0 192 0,8-3-204 16,0 4-112-16,0-5 100 0,-1 4 12 15,1 4-4-15,0-1 0 0,-4 3 4 0,-3 1 124 16,-2 2-16-16,-6 1-44 0,-2 3-4 16,-3-1 28-16,-3 1-4 0,-1-4-84 15,-4 1 0-15,0-6-344 0,0-5-176 16,-4-1 40-16,-1-5-80 0,-7-2-136 16,1-2-248-16,-2-3-220 0,5-5-872 15,-8 0-3081-15</inkml:trace>
  <inkml:trace contextRef="#ctx0" brushRef="#br0" timeOffset="-151636.798">21411 18098 9368 0,'0'0'2169'0,"0"0"-849"15,0 0-60-15,0 0-108 0,0 0-196 16,0 0-380-16,0 0-204 0,0 0-124 16,0 0 28-16,-36-68-4 0,36 40-40 15,-4-1 28-15,4-2-12 0,0-1-28 16,0-3 16-16,0 0-52 0,0 3 12 16,0 1 36-16,8-4-24 0,0 3-60 15,1-3-28-15,2-3-108 0,2 0-12 0,2-3-64 16,-3 0-20-16,4 3-4 15,-4 6-20-15,4 2-4 0,-1 8 16 0,-2 7 20 16,-1 5-8-16,-5 4-40 0,2 3 112 16,-5 3 4-16,0 0 8 0,3 3 80 15,-3 3 40-15,5 7-20 0,-1 3-28 16,3 2-12-16,-3 5-52 0,5 5 44 16,-2 4-40-16,2 4-12 0,-2 1 0 0,-3 4-8 15,5 7-44-15,-2 2 52 0,1 2 8 16,-4-2 4-16,4 1 0 0,-4 1-12 15,0-8-128-15,0-3 28 0,-4-3-56 16,4-6-28-16,-5-3-40 0,6-7-8 16,-5-7-100-16,4-2-76 0,-4-3-164 15,-1-7-96-15,1-3-224 0,1 0-432 16,-1-10-584-16,4 1-2121 0,-1-10-2883 0</inkml:trace>
  <inkml:trace contextRef="#ctx0" brushRef="#br0" timeOffset="-151149.555">22049 17430 9820 0,'0'0'2049'0,"0"0"-525"15,0 0-420-15,0 0 256 0,0 0 232 16,88 0-100-16,-49 0-472 0,9 0-384 15,0-9-200-15,4-7-192 0,0-3-184 16,-1 0-60-16,1-3 0 0,-9-4 0 16,6 0-192-16,-14 5-320 0,-3-2-272 0,-4 4-160 15,-11 6-328-15,-6 4-1120 16,-7 3-2525-16,-4 6-2195 0</inkml:trace>
  <inkml:trace contextRef="#ctx0" brushRef="#br0" timeOffset="-150987.279">22399 17405 10664 0,'0'0'1981'0,"0"0"-925"0,-8 89-444 16,8-45 232-16,4 7 628 0,0 7 32 16,5-1-284-16,-5-3-536 0,3 0-172 15,-7-10-120-15,4-2-332 0,-4-9-60 16,0-3-596-16,0-11-248 0,0-4-252 16,0-5-152-16,0-7-636 0,0-3-984 15,0 0-1985-15,-8-3-1195 0</inkml:trace>
  <inkml:trace contextRef="#ctx0" brushRef="#br0" timeOffset="-150842.145">22376 17834 11265 0,'0'0'2600'0,"0"0"-1424"15,0 0-344-15,0 0 420 0,0 0-52 16,92-32-276-16,-61 22-372 0,5 1-220 16,0-1-100-16,3-2-232 0,-7-1-136 15,0 3-584-15,-4 3-140 0,-4 2-180 0,-8 5-460 16,-8 3-1152-16,0 4-2533 0,-8 15-1531 0</inkml:trace>
  <inkml:trace contextRef="#ctx0" brushRef="#br0" timeOffset="-150687.878">22427 18126 11717 0,'0'0'2528'16,"0"0"-1492"-16,0 0-332 0,0 0-12 16,0 0-72-16,0 0 88 0,0 0-348 15,0 0-92-15,95 5 64 0,-50-26-96 16,6-8-40-16,5-3-196 0,0-3-128 0,4 1-496 15,-8 5-480-15,3 4-356 0,-18 5-1004 16,14 1-3549-16</inkml:trace>
  <inkml:trace contextRef="#ctx0" brushRef="#br0" timeOffset="-150249.211">23351 17665 8884 0,'0'0'4669'0,"0"0"-3045"0,0 0-504 0,0 0-184 16,0 0-92-16,0 0-216 0,0 0-88 15,0 0-124-15,0 0-24 0,100 14 36 16,-56-14-184-16,-1-4-108 0,6-3-128 16,-2-5 64-16,1-1-72 0,-4-3-188 15,-4 1-188-15,-4-2-284 0,-8 5-40 16,-9 2-4-16,-2 1-248 0,-10 6-676 16,-7 3-1020-16,0 0-2041 0,-11 3-1203 0</inkml:trace>
  <inkml:trace contextRef="#ctx0" brushRef="#br0" timeOffset="-150054.428">23428 17847 2764 0,'0'0'9013'0,"0"0"-7313"15,0 0-888-15,0 0-152 0,0 0 332 16,0 0 248-16,0 0-272 0,0 0-388 16,63 65-136-16,-27-65 56 0,7 0-132 15,6-8-136-15,-2-5-232 0,1-6-12 0,-4-4-280 16,-4 1-236-16,0 0 12 0,-12 3-260 15,0 0-240-15,-9 6-276 0,1-3-640 16,-7 7-1012-16,-6 3-1773 0,-3 0-1475 0</inkml:trace>
  <inkml:trace contextRef="#ctx0" brushRef="#br0" timeOffset="-148720.977">24535 17517 3068 0,'0'0'7084'0,"0"0"-4511"16,0 0-653-16,0 0-344 15,0 0-244-15,0 0-452 0,0 0-276 0,0 0-200 16,0 0-36-16,-48 88 0 0,44-50-64 16,4 6-24-16,0-2 24 0,4-4-48 0,4-6-108 15,8-7-148-15,-4-9 0 0,8-7-48 16,0-2-4-16,3-7-52 0,1-7 104 16,4-8 0-16,0-11-52 0,4-2-192 15,-4-7-96-15,4 0-28 0,-4-3 76 16,0 3-28-16,-9 0-84 0,2 3-36 15,-10 7 8-15,-2-1 108 0,-9 11 104 16,0-2 96-16,-13 9 124 0,2 1 124 16,-10 7 124-16,2 0 36 0,-5 9 36 15,0 4 96-15,0 10-180 0,0 2-92 16,1 3 16-16,2 4 24 0,1 0-60 16,1-4-112-16,6-6-12 0,5-5-356 0,5-8-616 15,3-9-524-15,0 0-1168 0,7-12-388 16,2-2-2025-16,6-14-1159 0</inkml:trace>
  <inkml:trace contextRef="#ctx0" brushRef="#br0" timeOffset="-148488.167">24850 17002 8856 0,'0'0'2069'0,"0"0"-797"0,0 0 156 15,0 0 268-15,0 0-88 0,0 0-244 16,0 0-476-16,0 0-436 0,0 0-120 15,-52 77-28-15,40-33-36 0,0 3-120 16,-4 10-28-16,5 7 0 0,-2 6-116 16,1 6-8-16,-4 4-44 0,4 2-16 0,-4 3-44 15,1 1-232-15,-2 0-236 0,2-4-12 16,-2-2 20-16,2-4-48 16,2-6-216-16,2-7-220 0,3-3-508 0,4-11-668 15,4-15-1917-15,0 1-2827 0</inkml:trace>
  <inkml:trace contextRef="#ctx0" brushRef="#br0" timeOffset="-148306.072">25125 18199 14221 0,'0'0'2656'0,"0"0"-1676"16,0 0-424-16,0 0 196 0,0 0 276 15,0 0-272-15,0 0-756 0,0 0-244 0,0 0-440 16,0 0-200-16,0 0-472 16,-21-13-1348-16,10 4-4377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06T09:02:09.08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6872 14558 1460 0,'0'0'8016'0,"0"0"-7240"0,0 0-724 16,0 0-52-16,0 0 488 0,0 0 313 16,0 0-289-16,0 0-240 0,0 0-4 15,36 0 36-15,-20 0 120 0,4 0-32 16,4 0-124-16,4-5-76 0,4 3 8 0,3 2-96 15,2 0 84-15,-1 0 116 0,3 0-256 16,5 0-36-16,0 7-12 0,-1-5 8 16,10 2-8-16,-6 2 8 0,9-4-8 15,0 3 124-15,0 1-124 0,4-3-152 16,-1 0 152-16,5-1 48 0,0 2-48 0,3-1-12 16,5 1 8-16,-4-4 0 15,4 0-108-15,-1 0 112 0,1-4 0 0,4 1-68 16,-5-3 4-16,5 3-12 0,-4 0-40 15,0-1 16-15,-1 4-40 0,1 0-124 16,-5 0 20-16,6 4 68 0,-2-1 100 16,5 0 76-16,-4-1 12 0,3 2-12 15,1-4-104-15,-1 0-224 0,2 0 8 16,-2 0 320-16,1 0-4 0,-1 0 0 16,6 0-228-16,-6 0 232 0,1 3 40 15,-1 1 40-15,-3 2-72 0,4 0 48 16,-5 4-52-16,1-4 136 0,4 4-76 0,-5-1 28 15,2-3 8-15,2-2 28 0,-4-1 112 16,2 0-148-16,2-3-68 0,-4 0-24 16,6 0 0-16,3 0 48 0,-5 0-48 0,9-3 8 15,-5 0 144-15,5-1-80 16,0 4-72-16,-1-3-44 0,5 0 44 0,-1 3 0 16,1 0-68-16,0-3-32 15,0 0 100-15,7 3 164 0,1-7-164 0,3 1 116 16,1 0-112-16,4 0 0 0,-1-1 144 15,5 1-148-15,-1 3 0 0,5-1-24 16,-5 1-96-16,5 3 112 0,4 0 16 16,-5 0-8-16,5 0 12 0,3 0-4 15,1 3 0-15,-5 1 272 0,5-4-204 16,-5 0 76-16,-3 0-140 0,3 0-12 16,-7-7-40-16,4 1-40 0,-5 0 80 0,1 0 0 15,-5-1-28-15,-7 1-236 16,0 0 8-16,-9 1 28 0,-7 3-204 0,-8-2 36 15,-8 1-320-15,-9 0-364 0,-7-3-689 0,-16-1-1179 16,-8-9-1688-16</inkml:trace>
  <inkml:trace contextRef="#ctx0" brushRef="#br0" timeOffset="1099.73">12029 12093 3668 0,'0'0'300'0,"0"0"196"16,0 0 1092-16,0 0-728 0,0 0-160 16,0 0 328-16,0 0-124 0,0 0 16 15,0 0 57-15,-84 64-205 0,76-45-108 16,-5 0-24-16,6-3-156 0,-5 3-68 0,3 0-188 16,-2 3 0-16,-1 0-12 0,0 0-212 15,4 7-4-15,0-1 0 0,3 4-28 16,2 3-32-16,3 7 20 0,0 2-8 15,8 3-56-15,4 2 56 0,4-2 48 16,0 4-4-16,8-4-128 0,4-5 128 16,7-1 8-16,5-3 20 0,4 0 40 15,8-3-56-15,3 0-4 0,9-3 108 16,4-1-108-16,8 1 0 0,3-3 80 16,9-1-24-16,4-6 104 0,7-5-160 15,1-5 100-15,7-6-16 0,5-2 100 16,4-4-176-16,-1 3 52 0,5 0-64 0,-1-1 0 15,1 5 0-15,-1 3-8 0,-3 3-32 0,-1-1-48 16,1 1 140-16,3 0-56 0,5 0 4 16,0-10-116-16,-1-3 28 0,1-3 88 15,-1-10 64-15,1-9-24 0,-9-4-28 16,1-6 76-16,-9-3-40 0,5 0 268 16,-9 1 164-16,1-1-80 0,0 0-176 15,-9 3 608-15,1-2-288 0,-12 2-396 16,-1-3-100-16,-11-4 40 0,-8-5-40 15,-4-1-36-15,-9 1 36 0,-11-3-48 16,-8-4-60-16,-8 3 12 0,-8 1-152 16,-9-1 152-16,-7 0-28 0,-3 1 28 15,-17-1-160-15,-4 0-52 0,-12-2 48 0,-8 2-148 16,-12-3 248-16,-8-3-136 16,-11 1-328-16,-13-1-292 0,-11-1 160 0,-17 1-724 15,-7 3-52-15,-12 0-505 0,-9 1-1239 16,-4 6 452-16,-3-4 784 0,-8 7 1248 0,-1 2 744 15,-3 4 2164-15,-5 1 440 0,-2 4-56 16,-6 5-968-16,-3 7-275 0,-5 5-677 16,1 10-500-16,-4 3-128 0,-1 19-140 15,-3 7-784-15,4 15-345 0,4 6-283 16,7 6-1036-16,1 12 556 0,12 1 244 16,7 3 1072-16,9 2 716 0,12-1 260 15,11 0 92-15,12-1-168 0,13 1 284 16,11-3-468-16,24-16-272 0,-16 22-1348 0</inkml:trace>
  <inkml:trace contextRef="#ctx0" brushRef="#br0" timeOffset="2383.962">12849 8899 7656 0,'0'0'4913'0,"0"0"-4085"15,0 0-712-15,0 0 240 0,0 0 200 16,-4-70 228-16,15 48-216 0,6-3-208 15,3-1-92-15,8 1-32 0,4 0-48 16,7 2-64-16,5 8-12 0,0 4 0 16,4 9 52-16,-4 4-40 0,3 15 12 15,1 12 60-15,0 6 4 0,-4 12-64 16,3 11 196-16,-2 5 260 0,-6 6-360 0,-3 7-108 16,0-2-120-16,-8-5 4 15,-8-8-4-15,0-10-8 0,-8-17-8 0,-1-11 4 16,-2-11-140-16,-1-8-304 0,-4-4-216 15,0-13-52-15,-1-13-148 0,1-11-456 16,1-15-868-16,-5-7-881 0,0 8-2127 0</inkml:trace>
  <inkml:trace contextRef="#ctx0" brushRef="#br0" timeOffset="2546.225">13574 8413 6400 0,'0'0'6065'15,"0"0"-4829"-15,0 0-892 0,0 0 152 16,-72 86 120-16,45-42 496 0,-1 14-4 15,-4 9-376-15,-5 6-252 0,6 6-84 16,-5 10-188-16,8-1-112 0,0 8-92 16,1-4-4-16,7-6-60 0,3-10-320 15,10-16-360-15,3-22-128 0,4-19 8 16,0-15-172-16,0-15-704 0,7-1-800 0,1-34-3717 16</inkml:trace>
  <inkml:trace contextRef="#ctx0" brushRef="#br0" timeOffset="2850.263">14036 7782 9200 0,'0'0'6709'0,"0"0"-6193"0,0 0-516 15,0 0-160-15,0 0 160 0,-44 70 424 16,29-33 136-16,-2 8-200 0,-2 3-64 15,6 2-140-15,10 4-152 0,-1-4-8 16,4-4-48-16,11-11-36 0,10-14 80 16,6-8 8-16,9-9 52 0,9-4 244 15,2-4 248-15,9-2 388 0,4-3-236 0,-1-1 180 16,-3 1-472-16,-1-4-223 0,-2 3-85 16,-9-2-92-16,-1-1-4 0,-7-6-96 15,-4 0-377-15,-4-4-319 0,0-2-176 16,-8-4-284-16,-8-1-1176 0,-5 3-2773 0,-7-14-4595 15</inkml:trace>
  <inkml:trace contextRef="#ctx0" brushRef="#br0" timeOffset="3030.337">14291 7680 8884 0,'0'0'4609'0,"0"0"-3869"15,0 0-108-15,0 0 448 0,-24 98 396 16,24-57 8-16,0 8-344 0,0 5-444 15,0 9-380-15,4 6-224 0,5 11-92 0,2 3-136 16,1 1-448-16,4-3-100 0,0-12-176 16,4-8-176-16,0-13-496 0,4-14-804 15,-4-8-1825-15,-4-10-3699 0,7-1 6100 0</inkml:trace>
  <inkml:trace contextRef="#ctx0" brushRef="#br0" timeOffset="3270.183">15052 8728 8020 0,'0'0'10445'0,"0"0"-8993"16,0 0-1308-16,0 0-56 0,0 0 44 15,0 0 516-15,0 0 445 0,0 0-401 16,108-57-268-16,-68 41-120 0,7-1-148 0,2 3-156 15,-6-3-8-15,9 1 0 0,-5 0-124 16,2 1-292-16,-6-2-340 0,1-1-221 16,0 5-147-16,-5-2-600 0,-14 1-1248 15,10-1-2797-15</inkml:trace>
  <inkml:trace contextRef="#ctx0" brushRef="#br0" timeOffset="3666.183">16148 7736 18973 0,'0'0'1988'0,"0"0"-1988"15,0 0-316-15,0 0 316 0,0 0 120 16,28 93 564-16,-36-42-271 0,-4 12-205 15,4 4-64-15,-4 9 72 0,4 4-44 16,0-1-88-16,4-6-84 0,4-3-48 16,0-13-24-16,8-12-36 0,4-13-4 15,12-7-56-15,-1-9-16 0,10-4-45 0,3-5 117 16,3 2-20-16,1-3 72 0,4 1-12 16,0-1 64-16,-5 1-4 0,-2 2 0 15,-5 3 12-15,-4 5 52 0,-9 4 32 0,-3 6 12 16,-4 4 161-16,-8 1-1 15,-4 3-64-15,0-4 16 0,-12 1-4 0,-4 0-36 16,-3-7-92-16,-5-5-76 0,-4-1-160 16,-4-7-240-16,0-9-193 0,-8-3-295 15,-4 0-260-15,0-19-1096 0,9 4-3120 16,-17-30-5177-16</inkml:trace>
  <inkml:trace contextRef="#ctx0" brushRef="#br0" timeOffset="3825.488">16192 8013 15937 0,'0'0'1700'0,"0"0"-1264"16,0 0 252-16,107-60-96 0,-75 43 116 15,-4 3 0-15,4 3-364 0,0-1-212 16,3-1-132-16,2 5-144 0,3-6-588 16,-1 4-212-16,1 1-212 0,-4 2-732 15,4 1-3080-15,-12 0-5113 0,8 4 9181 0</inkml:trace>
  <inkml:trace contextRef="#ctx0" brushRef="#br0" timeOffset="4300.303">17251 7969 7748 0,'0'0'4309'0,"0"0"-3577"16,0 0-32-16,77-9-24 0,-42 18 824 16,5 10-244-16,-1 10-4 0,6 5-216 15,-6 14-240-15,6 6-136 0,-6 6 228 0,-3 3-159 16,-4 4-413-16,-8-6-256 0,0-8-60 15,-8-11-4-15,0-7-128 0,-4-13-148 16,-1-9-36-16,-2-10-193 0,-1-3-139 0,-1-3-156 16,1-13-312-16,1-3-752 0,-2-9-2068 15,1-7-1665-15,-4 9-883 0,0-28 5624 0</inkml:trace>
  <inkml:trace contextRef="#ctx0" brushRef="#br0" timeOffset="4422.836">17694 8045 7948 0,'0'0'5769'15,"0"0"-4769"-15,-56 70-544 0,32-35-4 16,-4 16 88-16,-4 3 548 0,-3 6 0 16,-1 0-248-16,4-3-376 0,0-2-316 15,8-11-148-15,8-12-404 0,4-7-656 16,8-12-176-16,0-10-560 0,4-3-1396 0,4-22-2393 0</inkml:trace>
  <inkml:trace contextRef="#ctx0" brushRef="#br0" timeOffset="4682.528">18009 7382 6368 0,'0'0'8649'0,"0"0"-7957"15,83-60-328-15,-59 46 228 0,-4 5-84 16,-8 6 236-16,-4 6 24 0,-4 9-204 16,0 11 160-16,-4 12-124 0,0 6-384 15,0 10-8-15,-4 6 24 0,-8 7-60 16,4-1-64-16,-4-2-100 0,9-4-4 15,3-13 8-15,0-6 36 0,7-12 12 16,9-11 16-16,8-2-64 0,0-6-8 16,8-5-4-16,0-2-4 0,0 0 4 0,3-9-52 15,5-1-116-15,-4-1-368 0,4 1-268 16,-4-1-152-16,-1 6-228 0,5-2-972 16,-7 7-2989-16,-10 0-5047 0</inkml:trace>
  <inkml:trace contextRef="#ctx0" brushRef="#br0" timeOffset="4932.521">18825 8372 18493 0,'0'0'2392'0,"0"0"-2392"0,0 0-220 15,104-64 220-15,-64 43 8 0,-4 5 332 16,-1 2-168-16,1 6 60 0,1-3 84 16,2 2-123-16,1-3-145 0,-1-1-48 15,-2-6-329-15,-1 0-327 0,-4-4-112 16,-4-2-284-16,-9 3-1088 0,-3-10-2164 16,-8 11-2897-16</inkml:trace>
  <inkml:trace contextRef="#ctx0" brushRef="#br0" timeOffset="5132.442">19081 7775 1500 0,'0'0'13217'15,"-9"77"-11477"-15,9-40-1156 0,0 15-200 16,0 4 100-16,0 8 736 0,-4 3 80 16,4 6-484-16,-4-3-428 0,1 2-256 15,3-5-132-15,-4-3-196 0,4-7-388 16,0-9-256-16,7-17-128 0,10-12-192 15,-2-16-860-15,9-9-2236 0,-4-7-3613 16,8-31 6265-16</inkml:trace>
  <inkml:trace contextRef="#ctx0" brushRef="#br0" timeOffset="5449.502">19802 7424 7948 0,'0'0'9801'15,"0"0"-8737"-15,7 107-672 0,-7-47 0 0,0 17 588 16,0 8 697-16,-4 5-249 0,1 1-656 16,3 1-420-16,7-7-244 0,6-2-36 15,10-13-64-15,1-12 64 0,8-14-68 16,0-16 92-16,3-12-96 0,6-9-4 16,-1-7-68-16,-1-7-12 0,2-9-160 15,-9-6-116-15,-1-9 0 0,-8-4-76 16,2 0 72-16,-13-7 112 0,-4 1 56 15,-8 6 88-15,0 4 108 0,-17 2 72 16,-2 10 0-16,-13 6-68 0,-8 6 48 16,-7 7 0-16,-9 7-52 0,-4 12-100 15,0 2 16-15,0 6 24 0,4 1 0 0,9-2 60 16,11-1-60-16,-1 0-352 16,10-2-465-16,0 2-695 0,2 1-944 0,9-7-1904 15,-7 6-2113-15</inkml:trace>
  <inkml:trace contextRef="#ctx0" brushRef="#br0" timeOffset="5751.445">21160 7960 536 0,'0'0'17277'16,"0"0"-14869"-16,0 0-1580 0,0 0-608 16,96 34-124-16,-61-34-44 0,2-3-4 15,-1-6-48-15,-4-7-232 0,3-3-156 16,-3 0-28-16,4-3-440 0,-4-4-336 0,-4 3-1024 15,-4 4-2228-15,-9 5-1633 0,-6 3 769 0</inkml:trace>
  <inkml:trace contextRef="#ctx0" brushRef="#br0" timeOffset="5884.278">21224 8353 18309 0,'0'0'2172'0,"0"0"-1868"0,0 0-292 0,0 0 40 16,104 29 80-16,-68-39 160 0,7-6-292 15,2-2-72-15,2-8-416 0,1-3-244 16,3 1-408-16,-3-8-828 0,-12 11-2688 16,12-16-3709-16</inkml:trace>
  <inkml:trace contextRef="#ctx0" brushRef="#br0" timeOffset="6483.289">22459 7728 3588 0,'0'0'4856'16,"0"0"-2203"-16,0 0-1177 0,0 0-140 15,0 0-8-15,0 0 20 0,-83 79-204 16,74-41-228-16,5 13-216 0,4 6-88 0,0 9-124 16,13 11 12-16,-2-1-60 15,5 7-100-15,0-4-23 0,0-3-113 0,4-3-148 16,4-9-56-16,0-7-12 0,4-12-120 16,-1-11-40-16,6-9-289 0,-6-8-171 15,5-11-136-15,5-6-348 0,-2-6-552 0,-11-7-2376 16,8-12-2785-16</inkml:trace>
  <inkml:trace contextRef="#ctx0" brushRef="#br0" timeOffset="6760.708">22870 7972 13817 0,'0'0'5568'0,"0"0"-5456"15,0 0-112-15,0 0-160 0,0 0 160 16,67-66 660-16,-42 46-148 0,2 2-424 16,9 2-4-16,8 2 184 0,4 8-172 15,3 6-84-15,1 11 40 0,-4 7-4 16,-4 10 12-16,-5 11 36 0,-11 8-20 0,-4 10-28 16,-12 4-36-16,-3 9 60 15,-9-1-68-15,0 0-4 0,0-1-4 0,0-8-44 16,0-13 48-16,0-11-72 0,0-17-184 15,4-9-292-15,-4-10-308 0,0 0-252 16,3-16-4-16,1-6-724 0,0-13-2292 16,0 5-2617-16,0-29 2241 0</inkml:trace>
  <inkml:trace contextRef="#ctx0" brushRef="#br0" timeOffset="6935.851">23439 7652 5944 0,'0'0'9601'0,"0"0"-8609"15,-56 89-692-15,28-42 48 0,-8 17 560 16,-3 6 824-16,-5 5-400 0,4 4-627 0,-3 5-389 16,2-8-172-16,5-4-144 15,4-8-40-15,4-12-372 0,5-12-417 0,7-11-219 16,4-16-128-16,9-13-796 0,-2-13-2424 16,1-4-4665-16,4-23 7117 0</inkml:trace>
  <inkml:trace contextRef="#ctx0" brushRef="#br0" timeOffset="7216.781">23431 7092 13521 0,'0'0'2932'0,"0"0"-2048"0,88-57-276 16,-60 41-28-16,-1 7 588 0,-3 3-84 15,-3 6-412-15,-1 0-308 0,-5 6-59 16,6 8-205-16,-6 7-100 0,-2 5 0 15,-6 12 60-15,-7 9 0 0,0 10 0 16,-4 7-48-16,-8 2-12 0,4 1-4 0,0-10-4 16,5-6 4-16,3-13-80 0,7-9 72 15,5-7-36-15,4-10 40 0,8 1-52 16,4-9 60-16,-1-2 4 0,10-2 4 16,3-2-4-16,-1-8-8 0,2 1-284 15,-2-4-321-15,1 3-403 0,-1 1-360 16,-7-1-1472-16,9 1-4737 0</inkml:trace>
  <inkml:trace contextRef="#ctx0" brushRef="#br0" timeOffset="8436.868">24384 7931 10296 0,'0'0'2721'0,"0"0"-1017"0,0 0-244 0,0 0-148 16,0 0-284-16,0 0-156 0,0 0-248 16,0 0-332-16,0 0-120 0,0 0-12 15,28 3-40-15,-9-3 124 0,5 0 424 0,0 0-263 16,8 0-249-16,0-3-12 0,0 0 4 15,0 0-4-15,-1-4-72 0,1 0 0 16,-4 2-64-16,-4 2 40 0,1-4-44 16,-6 0-4-16,1 1 0 0,-1 1-48 15,-2-5-24-15,-2 3-144 0,2-2-220 16,-1 0-233-16,-8-2-259 0,3 5-256 16,-7-1-1180-16,0 1-2856 0,1 3-4137 15,-5-3 7737-15</inkml:trace>
  <inkml:trace contextRef="#ctx0" brushRef="#br0" timeOffset="11015.787">25379 7264 4000 0,'0'0'5052'0,"0"0"-3332"0,0 0-855 15,0 0-341-15,0 0 232 0,0 0 516 16,0 0-48-16,0 0-204 0,0 0-368 15,0 0-196-15,72-51-96 0,-52 48-48 0,4 0-104 16,0 0-84-16,0 3 48 0,-4 0-12 16,4 0-36-16,-5 0-76 0,-2 3-48 15,-6 7-4-15,-2 2-120 0,-1 11 124 16,-8 2 60-16,0 6-48 0,-4 11-12 16,-9-4-140-16,-2 3-8 0,-2-3 140 15,-2-2 8-15,-1-8 48 0,4-3-44 16,4-6 4-16,4-3-8 0,4-3-60 15,4-7-40-15,0 3-24 0,4-2 28 16,4 3 44-16,12-1 52 0,-1 0 76 0,9 1 8 16,0 4 24-16,4-3-104 0,0 3 56 15,0-2-12-15,-4 4-36 0,-4 0 100 16,0 3 36-16,-5 3 120 0,-2 3-120 16,-9 0-48-16,-5 1 8 0,1 3-20 15,-4 3 8-15,-11-1 16 0,-5 1-40 0,-4-1-12 16,-4 1-60-16,-4-3 0 0,-4-3-96 15,4-4-344-15,0-9-188 0,5-4-124 16,-1-6-264-16,7-6-288 0,6-11-1088 16,-1-7-2837-16,7 2-631 0,-2-28 3549 0</inkml:trace>
  <inkml:trace contextRef="#ctx0" brushRef="#br0" timeOffset="11287.376">26244 7197 9640 0,'0'0'4045'16,"0"0"-3601"-16,92-9-204 0,-57 9 156 15,6 0 272-15,-5 12 436 0,-1 1-292 16,1 9-380-16,0 4-84 0,-1 2-164 0,-3 5-12 16,-4 4-120-16,-4 1-48 0,-3 7-4 15,-10-1-4-15,-3 4-60 0,-3 0 56 16,-5 2-52-16,-5 1 60 0,-7-3-88 15,-3-4-48-15,-2 0-48 0,-7-6 0 16,0 1-4-16,-3-4-48 0,-1-6-236 16,0-1-228-16,-4-3-420 0,1-2-1012 15,-1-5-2745-15,8-8-1747 0,-12-3 5724 0</inkml:trace>
  <inkml:trace contextRef="#ctx0" brushRef="#br0" timeOffset="11705.106">27093 7111 1436 0,'0'0'8152'0,"0"0"-5675"0,0 0-2169 16,0 0-132-16,0 0 568 15,0 0 880-15,0 0-16 0,56 93-548 16,-33-48-492-16,1 5-36 0,4 7 156 0,0 4-124 16,0 4-172-16,-4 3-100 0,0-1-196 15,-4-4-96-15,0-7-84 0,-1-10-76 16,2-11-192-16,3-14-4 0,-1-10-60 16,10-11-152-16,-1-4-36 0,-1-15-164 15,1-10-784-15,-9 7-1600 0,5-25-3637 0</inkml:trace>
  <inkml:trace contextRef="#ctx0" brushRef="#br0" timeOffset="11902.901">27707 7111 11865 0,'0'0'2136'0,"0"0"-1556"16,0 0-212-16,83 61 200 0,-55-33 676 0,0 4 108 15,0 0-172-15,0 3-456 16,0-3-284-16,0 0-196 0,-4-4-196 15,-5-2-48-15,5-7-340 0,-4-3-320 0,0-11-112 16,-4 2 44-16,3-7 8 0,2-3-188 16,-1-9-928-16,-5-11-1172 0,-2-3-1901 15,-2-2-959-15</inkml:trace>
  <inkml:trace contextRef="#ctx0" brushRef="#br0" timeOffset="12053.862">28109 7064 1228 0,'0'0'10293'0,"0"0"-7613"16,0 0-1392-16,0 0-368 0,-67 86-72 15,50-45 168-15,-3 3-8 0,-3 7-260 16,2-3-236-16,1 3-48 0,-4-4-100 16,1-1-216-16,3-6-148 0,-1-5-72 15,6-6-452-15,-1-4-392 0,4-8-236 16,4-12-108-16,0-5-616 0,-4-5-2308 16,8-9-4449-16,-7-18 5921 0</inkml:trace>
  <inkml:trace contextRef="#ctx0" brushRef="#br0" timeOffset="12321.222">28156 6509 9772 0,'0'0'6125'0,"0"0"-5545"16,0 0-432-16,80-39 204 0,-59 33 44 16,-10 3 0-16,-3 3-84 0,5 3-240 15,-10 10 112-15,5 2 4 0,0 10-52 16,-4 8-16-16,0 5-120 0,-4 3-60 15,0 3-28-15,0-6-84 0,0-2 172 16,0-8 164-16,4-9 120 0,8-3-160 16,0-3-112-16,8-4 112 0,4-6 84 15,4-3 36-15,0 0-72 0,4 0-160 0,3-9-12 16,-3 2-332-16,-4-2-344 16,4-1-88-16,0 1-204 0,-8 3-736 0,-1 3-2897 15,5-1-5655-15</inkml:trace>
  <inkml:trace contextRef="#ctx0" brushRef="#br0" timeOffset="12532.545">28818 7341 19441 0,'0'0'2112'16,"0"0"-2112"-16,0 0-156 0,107-42 156 15,-71 23 364-15,1 3 205 0,-5 1-325 16,-1-5-172-16,5 1-72 0,0 0-68 16,0-3-332-16,-1 6-441 0,-7-3-95 15,4 2-328-15,-12 9-1584 0,4-2-4141 0</inkml:trace>
  <inkml:trace contextRef="#ctx0" brushRef="#br0" timeOffset="12999.096">29559 6950 8400 0,'0'0'6849'16,"88"-47"-6105"-16,-37 28-684 0,13-6-52 15,0-2 508-15,-5 5 92 0,-10 6 16 16,-10 10-192-16,-3 3-24 0,-12 3-52 0,0 3-88 15,-4 9-192-15,-4 5-76 0,-8 4 8 16,-8 11 64-16,0 9-72 0,-12 7-40 16,-8 10-72-16,0 2 28 0,-4-1-28 15,0 2 112-15,9-6 0 0,2-11 12 16,9-9 124-16,4-7 12 0,0-5-52 16,13-11 28-16,2 1 60 0,9-7 120 15,4-2 100-15,4-4 424 0,8-4-316 16,3-9-207-16,-2-5-197 0,2-5-108 0,-3-5-236 15,-4-4-345-15,0-6-223 0,-4 3-236 16,-4-6-648-16,-9 9-3336 0,2-10-5897 16</inkml:trace>
  <inkml:trace contextRef="#ctx0" brushRef="#br0" timeOffset="13232.14">30854 6454 12285 0,'0'0'5160'16,"0"0"-5000"-16,0 0 24 0,75 10 152 16,-50-1 108-16,-5 10 392 0,-1 4 44 15,1 5-548-15,1 7-176 0,-2 4-80 16,1 8-68-16,0 6-4 0,0 5 172 16,-4 5 44-16,0 5-220 0,-8 1-8 15,-8 5-76-15,0 1-16 0,-20 5-360 16,-8-1-496-16,-12 1-372 0,-12-5-644 0,-4-2-1920 15,9-18-2493-15,-37 15 314 0</inkml:trace>
  <inkml:trace contextRef="#ctx0" brushRef="#br0" timeOffset="14438.266">21415 10103 4272 0,'0'0'8957'0,"0"0"-7789"0,0 0-1056 15,0 0 368-15,80-22 352 0,-44 15 184 16,8 1-332-16,-1 2-212 0,1-3-88 0,-4 7-236 16,-4-2-48-16,0 2-100 0,-4-4-4 15,-8 4-132-15,-5 0-96 0,-3 0-436 16,-4 0-192-16,-7 0-356 0,-1 6-620 16,-4 8-1085-16,0-9-2679 0</inkml:trace>
  <inkml:trace contextRef="#ctx0" brushRef="#br0" timeOffset="14599.157">21519 10432 5168 0,'0'0'5556'0,"0"0"-4767"0,0 0-789 15,0 0 8-15,0 0 492 0,0 0 676 16,0 0 84-16,111 17-328 0,-63-20-328 16,8-4-276-16,8-6 36 0,3 5-364 15,1-6-192-15,3 2-1004 0,2-1-540 16,-17 0-1341-16,27-6-3559 0</inkml:trace>
  <inkml:trace contextRef="#ctx0" brushRef="#br0" timeOffset="16082.133">23232 9829 9864 0,'0'0'3229'16,"0"0"-2073"-16,0 0-700 0,0 0-80 15,0 0 432-15,0 0 480 0,0 0-184 16,0 0-440-16,0 0-372 0,0 0-292 15,0 0-4-15,-28 45 4 0,36-7 172 16,4 13 124-16,4 10-52 0,0 5-48 0,4 10-100 16,-1 1 28-16,2-2-52 0,-1-5-24 15,-1-7 8-15,5-14-56 0,-7-15-4 16,6-9-80-16,1-8 72 0,4-11-404 16,0-6-148-16,0-4-244 0,0-15-172 15,4-9-920-15,-8-7-2912 0,-5 7-4757 0,-2-27 8182 16</inkml:trace>
  <inkml:trace contextRef="#ctx0" brushRef="#br0" timeOffset="16282.187">23826 9925 13269 0,'0'0'2304'0,"0"0"-2204"16,0 0 116-16,0 0 48 0,0 0 936 15,0 0 676-15,68 88-688 0,-44-58-640 16,-1 1-220-16,1 4-12 0,0-4-71 15,4 1-193-15,-4-3-52 0,-5-4-109 0,2-8-195 16,-6-5-148-16,5-5-168 0,-3-7-176 16,-2 0-52-16,-2-7-140 0,-2-5-960 15,1-7-1992-15,-3-4-1829 0</inkml:trace>
  <inkml:trace contextRef="#ctx0" brushRef="#br0" timeOffset="16465.143">24161 9839 5196 0,'0'0'8857'0,"0"0"-7605"0,0 0-672 0,0 0-52 16,0 0 148-16,0 0 560 0,-80 76-140 16,56-38-360-16,3 3-236 0,-2 8-232 15,-1-2-72-15,0 3-136 0,0 2-56 16,1-8-4-16,2 1-112 0,1-8-448 0,5-2-184 16,-2-3-128-16,6-10-16 0,3-3-380 15,-1-9-868-15,9-7-2137 0,-4-3-2607 16,1-7 4768-16</inkml:trace>
  <inkml:trace contextRef="#ctx0" brushRef="#br0" timeOffset="17136.442">24618 9992 7372 0,'0'0'7365'16,"0"0"-6069"-16,0 0-1144 0,0 0 116 16,0 0 440-16,0 0 644 0,0 0 48 15,92-4-400-15,-72-2-344 0,0-1-219 0,4 1-49 16,-4-6-168-16,4 2-148 15,-5-3-72-15,1 4-4 0,-3-7-104 0,-2 3-292 16,2 0-269-16,2-2-343 0,-3 2-396 16,-8 4-1484-16,5-1-3777 0</inkml:trace>
  <inkml:trace contextRef="#ctx0" brushRef="#br0" timeOffset="17632.717">25344 9676 13477 0,'0'0'2592'0,"0"0"-2100"0,0 0-256 15,84 42-124-15,-45-20 124 0,-3 10 632 16,0 7 316-16,-1-1-512 0,-3 3-352 16,0-3-52-16,-4-3-196 0,0-6 16 0,-8-4-40 15,1-10 12-15,-6-1-48 16,1-9-8-16,0-5 0 0,-4 0-4 0,0-8-232 15,0-11 40-15,0-4-68 0,-8-3-32 16,0-5-88-16,0-1 136 0,0-4 44 0,-4 3 16 16,0-3 88-16,-4-2 8 0,-4 0 88 15,0-3 0-15,-4 0 48 0,0-1 88 16,4 1 0-16,4 3 12 0,0 0 12 16,4 5 0-16,8 5 48 0,4 3 0 15,8 6 36-15,3 6-12 0,1 1-36 16,4 5-24-16,4 1-172 0,-4 6 0 15,0 0-208-15,0 0-148 0,-4 3-144 16,0 4-212-16,-8 2-164 0,-1 7-344 16,-6-6-1588-16,-5 18-3821 0</inkml:trace>
  <inkml:trace contextRef="#ctx0" brushRef="#br0" timeOffset="18005.175">26017 9794 11549 0,'0'0'4348'0,"0"0"-3608"0,0 0 8 0,79-28 380 16,-51 12 36-16,0 0-88 0,-4 4-272 16,-3-1-355-16,-2 0-181 0,-3 4-196 15,-8 3-72-15,-4 6-108 0,0 0-12 16,-4 0-100-16,0 12 51 0,0 4 157 16,-4 6-40-16,0 7-80 0,-4 3 84 15,5-4 40-15,-1-2 0 0,4-8-52 16,0-6-16-16,0-5-20 0,7 0 84 15,5-4 8-15,1 0 4 0,-2-3 4 0,5 0 4 16,0 0 52-16,-1 0-56 0,2 0 8 16,-1 0 32-16,-4 0-44 0,-4 0 0 15,-5 0 0-15,1 0 0 0,-4 3 4 16,0-3 156-16,0 7-16 0,-4-1 16 16,-3 4-99-16,-5 2-61 0,-4 1-133 15,0-1 33-15,0 4-20 0,0-6-208 16,0-1-112-16,8 1-24 0,1 3-12 15,-6-4-124-15,9 1-200 0,0-3-676 0,-3 1-1064 16,3-2-1553-16,-1-1-1115 0,1-3 472 16,-4-2 4369-16</inkml:trace>
  <inkml:trace contextRef="#ctx0" brushRef="#br0" timeOffset="18557.227">26654 9271 6552 0,'0'0'4761'0,"0"0"-3209"0,0 0-544 0,80-7-32 16,-44 11 56-16,4 4-352 16,-4 6-72-16,0 2-84 0,-1 3-140 0,1 6 144 15,-4 0-96-15,-4 4-260 16,-4-1-88-16,0 4-8 0,-8 3-72 0,-9 3 92 15,-7 4-88-15,0-1 68 0,-11 7-16 0,-9-4-60 16,-4 4 8-16,-4-1-8 0,0-3-8 16,-3-2-112-16,-5-7-140 0,-1-6-156 15,5-4-28-15,5-8-140 0,3-5-320 16,4-10-364-16,8-2-908 0,0-2-2357 16,8-8-2195-16,0-16 6504 0</inkml:trace>
  <inkml:trace contextRef="#ctx0" brushRef="#br0" timeOffset="18904.106">27762 9134 2720 0,'0'0'2424'15,"0"0"5037"-15,0 0-5553 0,0 0-820 16,0 0-408-16,0 0-144 0,0 0 172 16,0 0 36-16,-8 76-80 0,24-31-148 15,0 3-48-15,4 2-140 0,0 1-8 16,0 0-40-16,-4-3-12 0,3-1-64 0,2-9-56 15,-1 0-148-15,-1-9-48 16,5-3-112-16,-3-8-292 0,2-8-108 0,-3-4-212 16,0-6-100-16,0-6-16 0,-4-10-964 15,-1-6-2656-15,-6 2-3701 0,-5-18 6317 16</inkml:trace>
  <inkml:trace contextRef="#ctx0" brushRef="#br0" timeOffset="19079.164">28224 9224 7960 0,'0'0'7801'0,"0"0"-6757"0,0 0-596 16,92 88 208-16,-61-56 616 0,-3-1 196 15,0-2-312-15,0-1-611 0,0-5-385 16,0-4-160-16,0-3-12 0,4-7-340 16,-4-2-221-16,0-7-195 0,0-3-120 15,-9-13-232-15,2-7-1272 0,-10 8-3429 0,-2-21-4651 16</inkml:trace>
  <inkml:trace contextRef="#ctx0" brushRef="#br0" timeOffset="19263.219">28515 9090 4224 0,'0'0'10629'0,"0"0"-9193"16,-44 76-1100-16,25-35-48 16,-2 14 284-16,-3 1 688 0,-4 1-132 15,5 4-368-15,-1-7-360 0,8-7-236 16,-4-2-164-16,8-7-364 0,4-7-236 0,0-8-244 15,8-4-300-15,0-9-820 0,0-7-2616 16,4-3-2925-16</inkml:trace>
  <inkml:trace contextRef="#ctx0" brushRef="#br0" timeOffset="19404.802">28938 9169 15517 0,'0'0'2644'0,"0"0"-1744"0,79-9-28 15,-55 2 4-15,4-2-84 0,0-4-39 16,0-2-317-16,0-5-304 0,0-5-132 16,-1-3-412-16,1-2-429 0,-4-4-279 0,0 2-236 15,-8 6-1748-15,-4-8-4477 0</inkml:trace>
  <inkml:trace contextRef="#ctx0" brushRef="#br0" timeOffset="19601.02">29013 8788 13597 0,'0'0'3128'16,"0"0"-2332"-16,24 80-348 0,-16-42 144 15,8 6 856-15,0 3-168 0,0 5-403 16,4 2-393-16,0 3-120 0,8 0-40 16,-8 0-312-16,3-6-12 0,1-7-336 15,0-9-416-15,8-7-173 0,0-11-47 16,4-9-240-16,0-8-740 0,-1-2-2676 15,-11-8-4069-15,8-22 6089 0</inkml:trace>
  <inkml:trace contextRef="#ctx0" brushRef="#br0" timeOffset="19932.204">29726 8947 14381 0,'0'0'4056'0,"0"0"-3712"0,41 82-340 16,-30-47 108-16,10 4 612 0,-6-4 680 0,1-7-612 15,4-6-547-15,0-6-101 0,4-3-36 16,-1-10-104-16,1-3-8 0,1-7-148 16,-5-9-32-16,-1-9-169 0,-3-3-95 15,-4-4-88-15,-4-4 132 0,-8-2 100 16,0 1-112-16,-12-4 20 0,1-4 16 16,-6-2 108-16,-2-4-48 0,-1 0 72 0,-1-3 40 15,2 6 156-15,7 4 52 16,8 9 336-16,4 6 32 0,0 11 64 0,11 2 12 15,10 2-4-15,-1 5 112 0,8-3-136 16,0-4-172-16,-1 2-240 0,1 6-4 16,0-3-136-16,-4 2-144 0,-4 4-256 0,3 1-164 15,-2 1-76-15,-1 3-300 16,-5 0-980-16,-2 3-1120 0,-5 6-2093 16,-5 0-1347-16</inkml:trace>
  <inkml:trace contextRef="#ctx0" brushRef="#br0" timeOffset="20213.713">30093 8883 9068 0,'0'0'5817'0,"0"0"-5261"15,0 0-552-15,0 0 360 0,99-28 140 16,-75 22 632-16,1-5 112 0,-1 5-768 16,-5 3-368-16,-3 0-112 0,-4 3-72 0,-3 0-52 15,-6 3 124-15,1 11 12 0,4-2 136 16,-4 4 0-16,0 0 84 0,0 0 24 15,4-1-48-15,0 1-36 0,4 0-12 16,0 0 108-16,4-3 244 0,0 0-256 0,-1-1-148 16,2 1-48-16,-2-1 76 0,-2 4-27 15,-2 1 47-15,-7 1-80 0,-4 1-68 16,0 0 40-16,-11 4 4 0,-6-4-52 16,-6-4-352-16,-5-5-221 0,0-7-327 15,0-3-228-15,8-9-872 0,-4-13-3164 16,12 3-2849-16,1-26 4117 0</inkml:trace>
  <inkml:trace contextRef="#ctx0" brushRef="#br0" timeOffset="20400.41">30647 8497 10604 0,'0'0'5437'16,"0"0"-4957"-16,0 0-268 0,91 11-12 0,-66 3 348 15,-5 5 688-15,-5 0-340 0,5 6-640 16,-8 7-180-16,-4 0-76 0,-4 2-136 15,-4 8 16-15,-4-1-16 0,-16 3-96 16,-4 3-128-16,-11 5 16 0,-6 2 36 0,-10 3-124 16,-9 3-436-16,-11 4-828 0,-17-1-2797 15,19-13-5155-15,-62 27 9596 0</inkml:trace>
  <inkml:trace contextRef="#ctx0" brushRef="#br0" timeOffset="20938.979">25272 11100 456 0,'0'0'1408'16,"0"0"4900"-16,0 0-3952 0,0 0-375 0,0 0-389 15,0 0-252-15,0 0-148 16,0 0-272-16,0 0-396 0,0 0-108 0,0 0-68 15,-63 85 116-15,74-50 248 0,1 10-248 16,8-1-120-16,4 0-40 0,-1-2-124 16,5 0-104-16,0-1-64 0,0-7-12 15,0 1-64-15,0-6-92 0,0-8-440 0,4-4-360 16,-4-13-176-16,4-4-316 0,0-14-988 16,-4-7-1925-16,-9 2-4499 0,5-23 8480 0</inkml:trace>
  <inkml:trace contextRef="#ctx0" brushRef="#br0" timeOffset="21130.392">25989 11024 4760 0,'0'0'9033'0,"0"0"-7653"0,0 0-604 0,96 54 564 16,-61-26 96-16,1 0 12 16,-4-2-496-16,5-1-528 0,-10 1-340 0,5-7-84 15,-8-1-60-15,0-1-292 16,0-8-304-16,-9-2-212 0,6-7-140 0,-10-3-552 0,6-10-2204 15,-10-1-2181-15</inkml:trace>
  <inkml:trace contextRef="#ctx0" brushRef="#br0" timeOffset="21265.231">26257 11026 6584 0,'0'0'7829'16,"0"0"-6657"-16,0 0-708 0,-88 64 44 15,67-35 300-15,-3 5 528 0,5 2-280 16,-5 1-372-16,8 2-244 0,4-8-160 15,0 1-176-15,4-7-104 0,4-6-84 16,0-2-268-16,4-5-456 0,0 1-284 0,4-4-376 16,0-2-1380-16,4 0-3477 0</inkml:trace>
  <inkml:trace contextRef="#ctx0" brushRef="#br0" timeOffset="21468.513">26562 11122 10436 0,'0'0'7137'0,"0"0"-5877"0,0 0-1176 15,0 0 248-15,0 0 344 0,105 0 580 16,-74-10-187-16,1 1-597 0,8-7-352 16,0 0-20-16,4-7-100 0,-1 5-40 15,-2-8-372-15,-2 4-245 0,-3 4-171 16,0-2-308-16,-12 4-892 0,0 3-3656 0</inkml:trace>
  <inkml:trace contextRef="#ctx0" brushRef="#br0" timeOffset="22185.627">27273 10858 548 0,'0'0'11785'0,"0"0"-10037"0,0 0-964 15,83 79-168-15,-52-50 404 0,1-3 224 16,-8-4-328-16,4-4-388 0,-7-4-356 0,-2-5-36 16,-3-6-64-16,0-3-72 0,0-3-120 15,-4-13 24-15,0 1-40 0,0-10 12 16,-4-5-172-16,-5-2-36 0,-3-2 160 16,0 2 92-16,0 0 80 0,0 0 132 15,-7 1-20-15,-5-4-36 0,3 3 8 16,2-3-32-16,-1 0 108 0,4 3-88 15,4 7 112-15,0 0 0 0,12 2 76 16,8 4 68-16,0 4 16 0,7 2-4 0,1 2 4 16,4 3-224-16,0 2-120 0,0 2-168 15,0 4-128-15,-4 0-324 0,0 0-288 16,-8 7-216-16,0 4-972 0,-8 9-2568 16,-8-4-4277-16,-4 16 7413 0</inkml:trace>
  <inkml:trace contextRef="#ctx0" brushRef="#br0" timeOffset="22429.47">27810 10849 8232 0,'0'0'6001'0,"0"0"-4601"15,0 0-848-15,84-45 188 0,-52 23 440 16,0 4-84-16,-4-2-204 0,0 7-316 16,-9 4-332-16,1 5-184 0,-8 4-60 0,0 0-160 15,-4 10-96-15,-8 6 252 0,0 6-4 16,0 6-44-16,-4 4-8 0,-4 7 60 15,0-4 96-15,0 2-84 0,4-2 40 16,4-8 116-16,0-6 4 0,8-9-112 16,4-5-52-16,4-3 0 0,4-4 92 15,-1-11-76-15,2-3-24 0,3-15-332 16,-5-7-312-16,1-5-324 0,-3-3-352 16,-6 8-1384-16,1-14-4193 0</inkml:trace>
  <inkml:trace contextRef="#ctx0" brushRef="#br0" timeOffset="22631.508">28352 10411 7656 0,'0'0'7153'0,"0"0"-6045"15,0 0-896-15,0 0 180 0,76 47 532 0,-56-31 792 16,-5 3-324-16,2 0-732 0,2 0-428 16,-3 3-136-16,0 7-36 0,0-4-60 15,-4 4 0-15,-4 3-132 0,-8 3-260 16,0-1-168-16,-12 1-136 0,0 7-40 15,-8-5 36-15,5 2-92 0,-6-4-608 16,1-1-1024-16,-3-1-1829 0,7-7-2623 16,-12-1 6472-16</inkml:trace>
  <inkml:trace contextRef="#ctx0" brushRef="#br0" timeOffset="23256.829">29061 10353 3156 0,'0'0'144'15,"0"0"4376"-15,0 0-1724 0,0 0-919 16,0 0-549-16,0 0-200 0,0 0 64 16,0 0-100-16,0 0-336 0,0 0-188 0,0 0-112 15,-36 54-64-15,36-22 12 0,0 10 96 16,0 11 208-16,8 5-220 0,4 5-135 16,8-3-37-16,0-3-136 0,0-5-68 15,0-11-100-15,3-6-12 0,1-10-88 16,-3-9 16-16,3-7 64 0,-9-2-308 0,9-7-73 15,-3-4-183-15,-2-8-328 0,1-11-204 16,0-2-888-16,-4-3-3180 0,-8 2-5113 16</inkml:trace>
  <inkml:trace contextRef="#ctx0" brushRef="#br0" timeOffset="23442.844">29423 10399 3588 0,'0'0'11881'15,"0"0"-10237"-15,0 0-1072 0,0 0 304 16,88 88 620-16,-56-57 4 0,-4 1-335 0,8-4-449 16,0 1-344-16,0-7-216 0,0 0-152 15,-5-5-4-15,1-9-348 0,-4-1-40 16,0-3-168-16,-5-4-208 0,-2-4-113 16,-1-8-255-16,-5-1-740 0,-2-2-2880 15,-9-8-2773-15</inkml:trace>
  <inkml:trace contextRef="#ctx0" brushRef="#br0" timeOffset="23601.694">29802 10318 10348 0,'0'0'5517'0,"0"0"-4685"0,0 0-544 0,-52 83 120 16,32-38 632-16,-3 2 372 0,3 7-372 0,-4-2-432 16,4-2-231-16,0-3-193 0,4-9-176 15,0-3-8-15,4-3-100 0,4-9-337 16,0-4-439-16,0-4-284 0,5-5-160 15,-2-7-1160-15,1-3-3421 0</inkml:trace>
  <inkml:trace contextRef="#ctx0" brushRef="#br0" timeOffset="23773.02">30033 10372 9412 0,'0'0'6957'0,"0"0"-5677"16,0 0-588-16,0 0 552 0,92-22 40 15,-72 13-155-15,-5 2-341 0,6-5-460 0,-1-1-328 16,-1-3-72-16,2-3-412 0,3-4-329 16,-1 1-223-16,1 0-308 0,-4 7-1452 15,4-11-5073-15</inkml:trace>
  <inkml:trace contextRef="#ctx0" brushRef="#br0" timeOffset="24613.763">30192 10024 8808 0,'0'0'5157'16,"0"0"-4865"-16,0 0-292 0,0 0 0 16,0 0 532-16,0 0 676 0,0 0 32 15,13 91-520-15,-5-53-412 0,-1 3-60 16,6 8 8-16,-2 1 112 0,1 4 296 16,0-2-164-16,0-5-280 0,1 0-156 0,2-9-64 15,-2 0-160-15,-2-8-340 0,1-5-76 16,0-6-140-16,4-11-208 0,-4-1-560 15,4-7-1144-15,0 0-2405 0,-8-7-1635 16,7-12 6288-16</inkml:trace>
  <inkml:trace contextRef="#ctx0" brushRef="#br0" timeOffset="24999.696">30639 10281 4668 0,'0'0'6825'15,"0"0"-4521"-15,0 0-1872 0,40 78-280 16,-24-52 528-16,-1-4 932 0,6 0-100 16,-6-2-428-16,5-7-456 0,4-1-228 15,-4-5-80-15,0-1-140 0,-4-3-116 0,0-3-52 16,-5 0-12-16,2 0 0 0,-5-3-112 16,-4-8-132-16,-1 3-72 0,2-5 12 15,-1-6 32-15,-4 1-32 0,0-12-56 16,0 1-144-16,0-5 84 0,-4-4-76 15,-4-3-48-15,0-1 120 0,-4-3-96 0,4 1 196 16,0 0 136-16,4 5 188 0,4 6 0 16,0 6 188-16,0 5 124 0,0 3 44 15,8 6 104-15,-1 4 4 0,10-1 4 16,-1 4 4-16,4 0-116 0,4 2-156 16,0 2-40-16,4-3-84 0,0 0-76 15,-1 2-60-15,1-3-260 0,-4-5-248 16,0 6-176-16,-9-2-420 0,2 0-1092 15,-6 4-2029-15,-2 3-1203 0,-5 0 3584 0,-4 14 184 0</inkml:trace>
  <inkml:trace contextRef="#ctx0" brushRef="#br0" timeOffset="25231.78">31141 10166 11377 0,'0'0'1512'0,"0"0"-1052"15,0 0 392-15,0 0 476 0,84-7 264 0,-60 1-404 16,4-7-584-16,-5 4-320 0,1 0-112 15,-8 2-104-15,-8 4-68 0,0 0-4 16,-8 3-76-16,0 9 80 0,0 4 96 16,-4 9 76-16,-4 4-48 0,-4 6-64 15,0-4 88-15,4 1 120 0,5-7-36 0,3-3 24 16,3-3 136-16,13-4 8 0,4-2 133 16,4-7 231-16,8-3-376 0,4-3-144 15,3-10-208-15,-3-3-36 0,0-9-256 16,-3-4-276-16,-6-3-232 0,-3-6-381 15,0-3-615-15,-13 10-3616 0,2-20-7309 0</inkml:trace>
  <inkml:trace contextRef="#ctx0" brushRef="#br0" timeOffset="25422.967">31822 9728 12985 0,'0'0'4964'0,"0"0"-4424"0,0 0-192 15,44 71 204-15,-32-41 624 0,-1 3-8 16,-6 4-427-16,3 1-525 0,-8 7-216 16,0-1-64-16,0 6-348 0,-13 2-317 15,-6 5-171-15,-5 1-188 0,-4 8-676 0,-8 4-2004 16,-7 9-1409-16,11-22-2371 0,-40 39 7208 0</inkml:trace>
  <inkml:trace contextRef="#ctx0" brushRef="#br0" timeOffset="26202.929">26077 13465 2460 0,'0'0'12025'0,"0"0"-9173"0,0 0-1468 16,0 0-796-16,0 0-168 0,0 0-56 16,0 0 76-16,0 0 268 0,0 0 57 15,124 10-217-15,-53-4-64 0,17-3 12 0,15 3-112 16,9-3-8-16,15-3-124 0,8 0-120 15,9-9-36-15,8 0 64 0,7-4-28 16,13 0-84-16,-2-3 36 0,6-1 36 16,-4-1-120-16,-1-1-268 0,-4-7-84 15,0 1-32-15,0-3-100 0,-3 3 100 16,-5-4-52-16,-7-1-24 0,-17 3-124 16,-8 2-509-16,-15 0-595 0,-36 8-2408 15,8 1-3777-15</inkml:trace>
  <inkml:trace contextRef="#ctx0" brushRef="#br0" timeOffset="26360.346">30332 13023 16129 0,'0'0'8701'15,"0"0"-8461"-15,12 74-240 0,-20-68-1812 16,-28-22-4501-16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6/6/2023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54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6/6/2023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98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6/6/2023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86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6/6/2023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25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6/6/2023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08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6/6/2023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13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6/6/2023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82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6/6/2023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6/6/2023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78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6/6/2023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3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6/6/2023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70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19C07-69CE-4BA8-BF3E-980FED58165D}" type="datetimeFigureOut">
              <a:rPr lang="en-US" smtClean="0"/>
              <a:t>6/6/2023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53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customXml" Target="../ink/ink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customXml" Target="../ink/ink8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customXml" Target="../ink/ink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customXml" Target="../ink/ink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customXml" Target="../ink/ink19.xml"/><Relationship Id="rId18" Type="http://schemas.openxmlformats.org/officeDocument/2006/relationships/image" Target="../media/image27.png"/><Relationship Id="rId26" Type="http://schemas.openxmlformats.org/officeDocument/2006/relationships/image" Target="../media/image31.png"/><Relationship Id="rId3" Type="http://schemas.openxmlformats.org/officeDocument/2006/relationships/customXml" Target="../ink/ink14.xml"/><Relationship Id="rId21" Type="http://schemas.openxmlformats.org/officeDocument/2006/relationships/customXml" Target="../ink/ink23.xml"/><Relationship Id="rId7" Type="http://schemas.openxmlformats.org/officeDocument/2006/relationships/customXml" Target="../ink/ink16.xml"/><Relationship Id="rId12" Type="http://schemas.openxmlformats.org/officeDocument/2006/relationships/image" Target="../media/image24.png"/><Relationship Id="rId17" Type="http://schemas.openxmlformats.org/officeDocument/2006/relationships/customXml" Target="../ink/ink21.xml"/><Relationship Id="rId25" Type="http://schemas.openxmlformats.org/officeDocument/2006/relationships/customXml" Target="../ink/ink25.xml"/><Relationship Id="rId2" Type="http://schemas.openxmlformats.org/officeDocument/2006/relationships/image" Target="../media/image17.png"/><Relationship Id="rId16" Type="http://schemas.openxmlformats.org/officeDocument/2006/relationships/image" Target="../media/image26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customXml" Target="../ink/ink18.xml"/><Relationship Id="rId24" Type="http://schemas.openxmlformats.org/officeDocument/2006/relationships/image" Target="../media/image30.png"/><Relationship Id="rId5" Type="http://schemas.openxmlformats.org/officeDocument/2006/relationships/customXml" Target="../ink/ink15.xml"/><Relationship Id="rId15" Type="http://schemas.openxmlformats.org/officeDocument/2006/relationships/customXml" Target="../ink/ink20.xml"/><Relationship Id="rId23" Type="http://schemas.openxmlformats.org/officeDocument/2006/relationships/customXml" Target="../ink/ink24.xml"/><Relationship Id="rId10" Type="http://schemas.openxmlformats.org/officeDocument/2006/relationships/image" Target="../media/image23.png"/><Relationship Id="rId19" Type="http://schemas.openxmlformats.org/officeDocument/2006/relationships/customXml" Target="../ink/ink22.xml"/><Relationship Id="rId4" Type="http://schemas.openxmlformats.org/officeDocument/2006/relationships/image" Target="../media/image20.png"/><Relationship Id="rId9" Type="http://schemas.openxmlformats.org/officeDocument/2006/relationships/customXml" Target="../ink/ink17.xml"/><Relationship Id="rId14" Type="http://schemas.openxmlformats.org/officeDocument/2006/relationships/image" Target="../media/image25.png"/><Relationship Id="rId22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9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.xml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customXml" Target="../ink/ink33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customXml" Target="../ink/ink3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customXml" Target="../ink/ink3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customXml" Target="../ink/ink3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9.xml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.xm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customXml" Target="../ink/ink42.xml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customXml" Target="../ink/ink4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customXml" Target="../ink/ink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A5213-88C6-492C-A17D-36234411C8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MAT205: Abstract Algebra </a:t>
            </a:r>
            <a:r>
              <a:rPr lang="en-US" altLang="zh-CN" dirty="0"/>
              <a:t>II 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1D2F05-A869-4566-BF9E-990387902C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000" dirty="0"/>
              <a:t>12. Isomorphism Extension</a:t>
            </a:r>
          </a:p>
          <a:p>
            <a:endParaRPr lang="en-US" sz="4000" dirty="0"/>
          </a:p>
          <a:p>
            <a:r>
              <a:rPr lang="en-US" dirty="0"/>
              <a:t>Ma, Jia-Jun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2C0AAE31-3E2E-485E-BAD5-47026B452797}"/>
                  </a:ext>
                </a:extLst>
              </p14:cNvPr>
              <p14:cNvContentPartPr/>
              <p14:nvPr/>
            </p14:nvContentPartPr>
            <p14:xfrm>
              <a:off x="6098760" y="1396800"/>
              <a:ext cx="1800" cy="14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2C0AAE31-3E2E-485E-BAD5-47026B4527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89400" y="1387440"/>
                <a:ext cx="4551480" cy="199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4731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49.3 Theorem (Isomorphism Extension Theorem) Let E be an algebraic extension of a field F. Let &#10;a be an isomorphism of F onto a field F'. Let F' be an algebraic closure of F'. Then a ">
            <a:extLst>
              <a:ext uri="{FF2B5EF4-FFF2-40B4-BE49-F238E27FC236}">
                <a16:creationId xmlns:a16="http://schemas.microsoft.com/office/drawing/2014/main" id="{E00FB324-7A35-4154-8875-B2547460E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309" y="493853"/>
            <a:ext cx="10577762" cy="721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94320F8-AE8D-4791-937A-FDE41AED78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129"/>
          <a:stretch/>
        </p:blipFill>
        <p:spPr>
          <a:xfrm>
            <a:off x="2355874" y="1158240"/>
            <a:ext cx="8988535" cy="66284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8137E6C-59DE-4759-ABFC-A8045B8949F6}"/>
                  </a:ext>
                </a:extLst>
              </p14:cNvPr>
              <p14:cNvContentPartPr/>
              <p14:nvPr/>
            </p14:nvContentPartPr>
            <p14:xfrm>
              <a:off x="844560" y="2017080"/>
              <a:ext cx="11067840" cy="4703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8137E6C-59DE-4759-ABFC-A8045B8949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5200" y="2007720"/>
                <a:ext cx="11086560" cy="472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2803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DD6E6CA-4CD8-4416-913F-75C5A294B4FA}"/>
                  </a:ext>
                </a:extLst>
              </p14:cNvPr>
              <p14:cNvContentPartPr/>
              <p14:nvPr/>
            </p14:nvContentPartPr>
            <p14:xfrm>
              <a:off x="599400" y="234360"/>
              <a:ext cx="11575440" cy="6292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DD6E6CA-4CD8-4416-913F-75C5A294B4F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0040" y="225000"/>
                <a:ext cx="11594160" cy="631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1297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B52C2F6-D5A0-4671-81BF-B35B77F1511D}"/>
                  </a:ext>
                </a:extLst>
              </p14:cNvPr>
              <p14:cNvContentPartPr/>
              <p14:nvPr/>
            </p14:nvContentPartPr>
            <p14:xfrm>
              <a:off x="191880" y="249120"/>
              <a:ext cx="10121400" cy="3864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B52C2F6-D5A0-4671-81BF-B35B77F151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2520" y="239760"/>
                <a:ext cx="10140120" cy="388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5762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1" descr="49.4 Corollary If E S F is an algebraic extension of F and a, ß e E are conjugate over F, then the &#10;conjugation isomorphism : F(a) F(ß), given by Theorem48.3, can be extended &#10;to an isomorphism of E onto a subfield of F. ">
            <a:extLst>
              <a:ext uri="{FF2B5EF4-FFF2-40B4-BE49-F238E27FC236}">
                <a16:creationId xmlns:a16="http://schemas.microsoft.com/office/drawing/2014/main" id="{956FA554-C312-4936-A150-C0D66FC57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2" y="267598"/>
            <a:ext cx="11255375" cy="1093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0FD8FA8-338A-4CC6-A110-97A20AFBD28F}"/>
                  </a:ext>
                </a:extLst>
              </p14:cNvPr>
              <p14:cNvContentPartPr/>
              <p14:nvPr/>
            </p14:nvContentPartPr>
            <p14:xfrm>
              <a:off x="2108160" y="686880"/>
              <a:ext cx="8328240" cy="3674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0FD8FA8-338A-4CC6-A110-97A20AFBD2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98800" y="677520"/>
                <a:ext cx="8346960" cy="36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FDDEBCF-0EA0-4DE2-9A0D-57DFE0BB435D}"/>
                  </a:ext>
                </a:extLst>
              </p14:cNvPr>
              <p14:cNvContentPartPr/>
              <p14:nvPr/>
            </p14:nvContentPartPr>
            <p14:xfrm>
              <a:off x="3612960" y="4305600"/>
              <a:ext cx="2757240" cy="707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FDDEBCF-0EA0-4DE2-9A0D-57DFE0BB43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03600" y="4296240"/>
                <a:ext cx="2775960" cy="72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4446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1" name="Picture 1" descr="49.5 Corollary Let F and F' be two algebraic closures of F. Then F is isomorphic to F' under an &#10;isomorphism leaving each element of F fixed. ">
            <a:extLst>
              <a:ext uri="{FF2B5EF4-FFF2-40B4-BE49-F238E27FC236}">
                <a16:creationId xmlns:a16="http://schemas.microsoft.com/office/drawing/2014/main" id="{4C2937BA-AD7D-4892-B056-1D68E42C3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302" y="353370"/>
            <a:ext cx="10841396" cy="83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0B742B5-D383-46A8-830C-B1108928F99F}"/>
                  </a:ext>
                </a:extLst>
              </p14:cNvPr>
              <p14:cNvContentPartPr/>
              <p14:nvPr/>
            </p14:nvContentPartPr>
            <p14:xfrm>
              <a:off x="306720" y="161280"/>
              <a:ext cx="11594160" cy="6064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0B742B5-D383-46A8-830C-B1108928F9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7360" y="151920"/>
                <a:ext cx="11612880" cy="608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0CF5F55-3AB5-47B3-94C7-310011314BDA}"/>
                  </a:ext>
                </a:extLst>
              </p14:cNvPr>
              <p14:cNvContentPartPr/>
              <p14:nvPr/>
            </p14:nvContentPartPr>
            <p14:xfrm>
              <a:off x="3978720" y="670680"/>
              <a:ext cx="8190720" cy="5483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0CF5F55-3AB5-47B3-94C7-310011314BD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69360" y="661320"/>
                <a:ext cx="8209440" cy="550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8365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F329B52-32D2-4D5E-889C-E10A54D7221B}"/>
                  </a:ext>
                </a:extLst>
              </p14:cNvPr>
              <p14:cNvContentPartPr/>
              <p14:nvPr/>
            </p14:nvContentPartPr>
            <p14:xfrm>
              <a:off x="225000" y="571680"/>
              <a:ext cx="11729160" cy="5741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F329B52-32D2-4D5E-889C-E10A54D722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5640" y="562320"/>
                <a:ext cx="11747880" cy="576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1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5EEA50C-81BE-47EF-8975-D0BC9A799066}"/>
                  </a:ext>
                </a:extLst>
              </p14:cNvPr>
              <p14:cNvContentPartPr/>
              <p14:nvPr/>
            </p14:nvContentPartPr>
            <p14:xfrm>
              <a:off x="675360" y="91080"/>
              <a:ext cx="11314440" cy="6586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5EEA50C-81BE-47EF-8975-D0BC9A7990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6000" y="81720"/>
                <a:ext cx="11333160" cy="660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524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46BCE4D-0F7C-45ED-8287-02784DC9F92E}"/>
                  </a:ext>
                </a:extLst>
              </p:cNvPr>
              <p:cNvSpPr txBox="1"/>
              <p:nvPr/>
            </p:nvSpPr>
            <p:spPr>
              <a:xfrm>
                <a:off x="548640" y="629920"/>
                <a:ext cx="10535920" cy="2759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Remark: </a:t>
                </a:r>
              </a:p>
              <a:p>
                <a:r>
                  <a:rPr lang="en-US" sz="2400" dirty="0"/>
                  <a:t>1.  Suppose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bar>
                  </m:oMath>
                </a14:m>
                <a:r>
                  <a:rPr lang="en-MY" sz="24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ba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b="0" dirty="0"/>
                  <a:t> are two algebraic closures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b="0" dirty="0"/>
                  <a:t>. </a:t>
                </a:r>
              </a:p>
              <a:p>
                <a:r>
                  <a:rPr lang="en-US" sz="2400" b="0" dirty="0"/>
                  <a:t>Then every  field homomorphism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bar>
                      <m:barPr>
                        <m:pos m:val="top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ba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bar>
                      <m:barPr>
                        <m:pos m:val="top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ba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/>
                  <a:t> is a isomorphism 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b="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46BCE4D-0F7C-45ED-8287-02784DC9F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629920"/>
                <a:ext cx="10535920" cy="2759858"/>
              </a:xfrm>
              <a:prstGeom prst="rect">
                <a:avLst/>
              </a:prstGeom>
              <a:blipFill>
                <a:blip r:embed="rId2"/>
                <a:stretch>
                  <a:fillRect l="-868" t="-176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6BE34D7-0D1D-4320-B4B4-1FBA8D84F82F}"/>
                  </a:ext>
                </a:extLst>
              </p14:cNvPr>
              <p14:cNvContentPartPr/>
              <p14:nvPr/>
            </p14:nvContentPartPr>
            <p14:xfrm>
              <a:off x="303840" y="988560"/>
              <a:ext cx="6704640" cy="884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6BE34D7-0D1D-4320-B4B4-1FBA8D84F8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4480" y="979200"/>
                <a:ext cx="6723360" cy="90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8970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72EA72B-0BE6-4C95-80F5-DBD0DBE08482}"/>
                  </a:ext>
                </a:extLst>
              </p:cNvPr>
              <p:cNvSpPr txBox="1"/>
              <p:nvPr/>
            </p:nvSpPr>
            <p:spPr>
              <a:xfrm>
                <a:off x="513129" y="3177617"/>
                <a:ext cx="10903984" cy="5027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Corollary: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bar>
                      <m:barPr>
                        <m:pos m:val="top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ba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, there is a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pos m:val="top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ba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/>
                  <a:t>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𝑐h𝑎𝑟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MY" sz="2400" dirty="0"/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72EA72B-0BE6-4C95-80F5-DBD0DBE08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129" y="3177617"/>
                <a:ext cx="10903984" cy="502766"/>
              </a:xfrm>
              <a:prstGeom prst="rect">
                <a:avLst/>
              </a:prstGeom>
              <a:blipFill>
                <a:blip r:embed="rId2"/>
                <a:stretch>
                  <a:fillRect l="-838" t="-1205" b="-2650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F00E6BC-4BDE-4E72-A7B5-94CB6E396411}"/>
                  </a:ext>
                </a:extLst>
              </p:cNvPr>
              <p:cNvSpPr/>
              <p:nvPr/>
            </p:nvSpPr>
            <p:spPr>
              <a:xfrm>
                <a:off x="513129" y="182114"/>
                <a:ext cx="10535919" cy="8720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2400" dirty="0"/>
              </a:p>
              <a:p>
                <a:r>
                  <a:rPr lang="en-US" sz="2400" dirty="0"/>
                  <a:t>2. 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/>
                  <a:t> are conjugate elements in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bar>
                  </m:oMath>
                </a14:m>
                <a:r>
                  <a:rPr lang="en-US" sz="2400" dirty="0"/>
                  <a:t>. There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li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ba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𝜏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F00E6BC-4BDE-4E72-A7B5-94CB6E3964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129" y="182114"/>
                <a:ext cx="10535919" cy="872098"/>
              </a:xfrm>
              <a:prstGeom prst="rect">
                <a:avLst/>
              </a:prstGeom>
              <a:blipFill>
                <a:blip r:embed="rId3"/>
                <a:stretch>
                  <a:fillRect l="-868" b="-1538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0C570D8-5142-4514-83BB-6C0DDA8A0EDE}"/>
                  </a:ext>
                </a:extLst>
              </p14:cNvPr>
              <p14:cNvContentPartPr/>
              <p14:nvPr/>
            </p14:nvContentPartPr>
            <p14:xfrm>
              <a:off x="861840" y="958680"/>
              <a:ext cx="11197080" cy="5733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0C570D8-5142-4514-83BB-6C0DDA8A0ED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2480" y="949320"/>
                <a:ext cx="11215800" cy="575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2639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865A29-FF24-4103-8F38-DB7E996CA864}"/>
              </a:ext>
            </a:extLst>
          </p:cNvPr>
          <p:cNvSpPr txBox="1"/>
          <p:nvPr/>
        </p:nvSpPr>
        <p:spPr>
          <a:xfrm>
            <a:off x="690880" y="457200"/>
            <a:ext cx="4084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Index of a finite extension: </a:t>
            </a:r>
            <a:endParaRPr lang="en-MY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1265" name="Picture 1" descr="49.7 Theorem &#10;Let E be a finite extension of a field F. Let a be an isomorphism of F onto a field &#10;F', and let F' be an algebraic closure of F'. Then the number of extensions of to an &#10;isomorphism T of E onto a subfield of F' is finite, and independent of F', F' and a. &#10;That is, the number of extensions is completely determined by the two fields E and F; &#10;it is intrinsic to them. ">
            <a:extLst>
              <a:ext uri="{FF2B5EF4-FFF2-40B4-BE49-F238E27FC236}">
                <a16:creationId xmlns:a16="http://schemas.microsoft.com/office/drawing/2014/main" id="{04A2FF46-6CC2-4877-A04B-0592A4D16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80" y="1280160"/>
            <a:ext cx="10428702" cy="1666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49.9 Definition Let E be a finite extension of a field F. The number of isomorphisms of E onto a subfield &#10;of F leaving F fixed is the index {E : F} of E over F. ">
            <a:extLst>
              <a:ext uri="{FF2B5EF4-FFF2-40B4-BE49-F238E27FC236}">
                <a16:creationId xmlns:a16="http://schemas.microsoft.com/office/drawing/2014/main" id="{664163E5-7370-48DF-AA4B-820707966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80" y="4752654"/>
            <a:ext cx="10861040" cy="67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E53DDA2-987C-4C91-96D8-85B291C29B81}"/>
                  </a:ext>
                </a:extLst>
              </p14:cNvPr>
              <p14:cNvContentPartPr/>
              <p14:nvPr/>
            </p14:nvContentPartPr>
            <p14:xfrm>
              <a:off x="358200" y="288000"/>
              <a:ext cx="10542960" cy="6546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E53DDA2-987C-4C91-96D8-85B291C29B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8840" y="278640"/>
                <a:ext cx="10561680" cy="656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4476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9.7 Theorem &#10;Let E be a finite extension of a field F. Let a be an isomorphism of F onto a field &#10;F', and let F' be an algebraic closure of F'. Then the number of extensions of to an &#10;isomorphism T of E onto a subfield of F' is finite, and independent of F', F' and a. &#10;That is, the number of extensions is completely determined by the two fields E and F; &#10;it is intrinsic to them. ">
            <a:extLst>
              <a:ext uri="{FF2B5EF4-FFF2-40B4-BE49-F238E27FC236}">
                <a16:creationId xmlns:a16="http://schemas.microsoft.com/office/drawing/2014/main" id="{7DF52BFB-23F3-4A3D-B401-785B232FA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002" y="561069"/>
            <a:ext cx="10428702" cy="1666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825008-2406-4C30-B9C1-F03688946377}"/>
              </a:ext>
            </a:extLst>
          </p:cNvPr>
          <p:cNvSpPr txBox="1"/>
          <p:nvPr/>
        </p:nvSpPr>
        <p:spPr>
          <a:xfrm>
            <a:off x="612559" y="2432482"/>
            <a:ext cx="1819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Proof:</a:t>
            </a:r>
            <a:endParaRPr lang="en-MY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F57175B-4FDB-4F99-AA43-47EBE7FD0F12}"/>
                  </a:ext>
                </a:extLst>
              </p14:cNvPr>
              <p14:cNvContentPartPr/>
              <p14:nvPr/>
            </p14:nvContentPartPr>
            <p14:xfrm>
              <a:off x="2230200" y="411480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F57175B-4FDB-4F99-AA43-47EBE7FD0F1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14360" y="405144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6440A9B-8C50-441D-B635-E7580A79A685}"/>
                  </a:ext>
                </a:extLst>
              </p14:cNvPr>
              <p14:cNvContentPartPr/>
              <p14:nvPr/>
            </p14:nvContentPartPr>
            <p14:xfrm>
              <a:off x="2141280" y="3519000"/>
              <a:ext cx="864000" cy="621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6440A9B-8C50-441D-B635-E7580A79A68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25440" y="3455640"/>
                <a:ext cx="895320" cy="74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64C5987-6B6A-49E8-BCC3-1B0D60958A00}"/>
                  </a:ext>
                </a:extLst>
              </p14:cNvPr>
              <p14:cNvContentPartPr/>
              <p14:nvPr/>
            </p14:nvContentPartPr>
            <p14:xfrm>
              <a:off x="2814120" y="3501000"/>
              <a:ext cx="192240" cy="342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64C5987-6B6A-49E8-BCC3-1B0D60958A0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98280" y="3437640"/>
                <a:ext cx="223560" cy="46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721CB52-0681-413C-9501-EBC8F9CE548E}"/>
                  </a:ext>
                </a:extLst>
              </p14:cNvPr>
              <p14:cNvContentPartPr/>
              <p14:nvPr/>
            </p14:nvContentPartPr>
            <p14:xfrm>
              <a:off x="1551960" y="3268800"/>
              <a:ext cx="1284120" cy="1080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721CB52-0681-413C-9501-EBC8F9CE548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36120" y="3205440"/>
                <a:ext cx="131544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47204C5-1A7E-4257-B3EC-C9959925A44A}"/>
                  </a:ext>
                </a:extLst>
              </p14:cNvPr>
              <p14:cNvContentPartPr/>
              <p14:nvPr/>
            </p14:nvContentPartPr>
            <p14:xfrm>
              <a:off x="1539000" y="3130560"/>
              <a:ext cx="163800" cy="3823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47204C5-1A7E-4257-B3EC-C9959925A44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23160" y="3067200"/>
                <a:ext cx="195120" cy="50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F85D6DB-D345-4C4D-86D0-0C62531B7177}"/>
                  </a:ext>
                </a:extLst>
              </p14:cNvPr>
              <p14:cNvContentPartPr/>
              <p14:nvPr/>
            </p14:nvContentPartPr>
            <p14:xfrm>
              <a:off x="1305000" y="3676680"/>
              <a:ext cx="509760" cy="4050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F85D6DB-D345-4C4D-86D0-0C62531B717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89160" y="3613320"/>
                <a:ext cx="541080" cy="53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4E7987D-761A-4C39-BDEB-9051188A4F26}"/>
                  </a:ext>
                </a:extLst>
              </p14:cNvPr>
              <p14:cNvContentPartPr/>
              <p14:nvPr/>
            </p14:nvContentPartPr>
            <p14:xfrm>
              <a:off x="1204920" y="3652920"/>
              <a:ext cx="96120" cy="2667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4E7987D-761A-4C39-BDEB-9051188A4F2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89080" y="3589560"/>
                <a:ext cx="127440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7EF9546-0617-43E3-96B3-9F95BDD86BE5}"/>
                  </a:ext>
                </a:extLst>
              </p14:cNvPr>
              <p14:cNvContentPartPr/>
              <p14:nvPr/>
            </p14:nvContentPartPr>
            <p14:xfrm>
              <a:off x="1292400" y="3632400"/>
              <a:ext cx="189720" cy="129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7EF9546-0617-43E3-96B3-9F95BDD86BE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276560" y="3569040"/>
                <a:ext cx="22104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BD7BA68-563F-4F33-8490-679A961EA049}"/>
                  </a:ext>
                </a:extLst>
              </p14:cNvPr>
              <p14:cNvContentPartPr/>
              <p14:nvPr/>
            </p14:nvContentPartPr>
            <p14:xfrm>
              <a:off x="1183320" y="4970880"/>
              <a:ext cx="1969560" cy="2185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BD7BA68-563F-4F33-8490-679A961EA04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167480" y="4907520"/>
                <a:ext cx="200088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35BFDF1-D6B2-4012-A81E-CD7DBC110F2A}"/>
                  </a:ext>
                </a:extLst>
              </p14:cNvPr>
              <p14:cNvContentPartPr/>
              <p14:nvPr/>
            </p14:nvContentPartPr>
            <p14:xfrm>
              <a:off x="1077120" y="3265560"/>
              <a:ext cx="1724400" cy="630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35BFDF1-D6B2-4012-A81E-CD7DBC110F2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61280" y="3202200"/>
                <a:ext cx="175572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709AC61-1A2A-4F60-BA04-A7995C2BBFFB}"/>
                  </a:ext>
                </a:extLst>
              </p14:cNvPr>
              <p14:cNvContentPartPr/>
              <p14:nvPr/>
            </p14:nvContentPartPr>
            <p14:xfrm>
              <a:off x="587880" y="6345720"/>
              <a:ext cx="3240" cy="39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709AC61-1A2A-4F60-BA04-A7995C2BBFF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72040" y="6282360"/>
                <a:ext cx="3456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E492409-680D-4550-9517-FC03D0AEF531}"/>
                  </a:ext>
                </a:extLst>
              </p14:cNvPr>
              <p14:cNvContentPartPr/>
              <p14:nvPr/>
            </p14:nvContentPartPr>
            <p14:xfrm>
              <a:off x="649800" y="2609640"/>
              <a:ext cx="11256840" cy="33206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E492409-680D-4550-9517-FC03D0AEF53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0440" y="2600280"/>
                <a:ext cx="11275560" cy="333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46467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5902DBF-E2F2-4007-B8D6-1632434DD686}"/>
                  </a:ext>
                </a:extLst>
              </p14:cNvPr>
              <p14:cNvContentPartPr/>
              <p14:nvPr/>
            </p14:nvContentPartPr>
            <p14:xfrm>
              <a:off x="913320" y="399960"/>
              <a:ext cx="10442520" cy="6441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5902DBF-E2F2-4007-B8D6-1632434DD68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3960" y="390600"/>
                <a:ext cx="10461240" cy="645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4537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9" name="Picture 1" descr="49.10 Corollary If F S E S K, where K is a finite extension field of the field F, then {K : F} = ">
            <a:extLst>
              <a:ext uri="{FF2B5EF4-FFF2-40B4-BE49-F238E27FC236}">
                <a16:creationId xmlns:a16="http://schemas.microsoft.com/office/drawing/2014/main" id="{15E22F8F-CA9B-4C05-B908-0B64AF799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32" y="344843"/>
            <a:ext cx="11519535" cy="58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C21A1A8-4C85-4A36-8816-7F0FAC3879BA}"/>
                  </a:ext>
                </a:extLst>
              </p14:cNvPr>
              <p14:cNvContentPartPr/>
              <p14:nvPr/>
            </p14:nvContentPartPr>
            <p14:xfrm>
              <a:off x="533520" y="663840"/>
              <a:ext cx="11396160" cy="6101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C21A1A8-4C85-4A36-8816-7F0FAC3879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4160" y="654480"/>
                <a:ext cx="11414880" cy="612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1296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8D73013-C195-4BCD-B4CB-C7AC71514BFE}"/>
                  </a:ext>
                </a:extLst>
              </p14:cNvPr>
              <p14:cNvContentPartPr/>
              <p14:nvPr/>
            </p14:nvContentPartPr>
            <p14:xfrm>
              <a:off x="1015560" y="548640"/>
              <a:ext cx="9496800" cy="3750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8D73013-C195-4BCD-B4CB-C7AC71514B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6200" y="539280"/>
                <a:ext cx="9515520" cy="376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6481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 descr="49.11 Example &#10;Consider E = Q(v6, VS) over Q, as in Example 48.17. Our work in that example shows &#10;that {E : Q} = [E : Q] = 4. Also, {E : Q(Vä)} = 2, and {Q(VO) : Q} = 2, so &#10;This illustrates Corollary 49.10 &#10;A ">
            <a:extLst>
              <a:ext uri="{FF2B5EF4-FFF2-40B4-BE49-F238E27FC236}">
                <a16:creationId xmlns:a16="http://schemas.microsoft.com/office/drawing/2014/main" id="{C32082E4-B2AF-40EC-B16F-AFC7DC1FA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366" y="468316"/>
            <a:ext cx="10847390" cy="1822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0A20A71-D7DE-43D4-A03D-55AAA2A1166F}"/>
                  </a:ext>
                </a:extLst>
              </p14:cNvPr>
              <p14:cNvContentPartPr/>
              <p14:nvPr/>
            </p14:nvContentPartPr>
            <p14:xfrm>
              <a:off x="1012320" y="761040"/>
              <a:ext cx="10048320" cy="5561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0A20A71-D7DE-43D4-A03D-55AAA2A116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2960" y="751680"/>
                <a:ext cx="10067040" cy="558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6654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0813609-7260-41C6-9752-0B71155CE9A6}"/>
                  </a:ext>
                </a:extLst>
              </p14:cNvPr>
              <p14:cNvContentPartPr/>
              <p14:nvPr/>
            </p14:nvContentPartPr>
            <p14:xfrm>
              <a:off x="374400" y="260640"/>
              <a:ext cx="11422080" cy="5873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0813609-7260-41C6-9752-0B71155CE9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5040" y="251280"/>
                <a:ext cx="11440800" cy="589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1679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20D2419-7C87-4F1F-B03F-3142E920B819}"/>
                  </a:ext>
                </a:extLst>
              </p14:cNvPr>
              <p14:cNvContentPartPr/>
              <p14:nvPr/>
            </p14:nvContentPartPr>
            <p14:xfrm>
              <a:off x="808920" y="98280"/>
              <a:ext cx="11037240" cy="6089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20D2419-7C87-4F1F-B03F-3142E920B81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9560" y="88920"/>
                <a:ext cx="11055960" cy="610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2984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A014EC5-2EDE-4E59-B70E-1B11F78F7636}"/>
                  </a:ext>
                </a:extLst>
              </p:cNvPr>
              <p:cNvSpPr txBox="1"/>
              <p:nvPr/>
            </p:nvSpPr>
            <p:spPr>
              <a:xfrm>
                <a:off x="683580" y="408373"/>
                <a:ext cx="5761608" cy="859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An Example of purely inseparable Extension: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</a:t>
                </a:r>
                <a:endParaRPr lang="en-MY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A014EC5-2EDE-4E59-B70E-1B11F78F7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80" y="408373"/>
                <a:ext cx="5761608" cy="859531"/>
              </a:xfrm>
              <a:prstGeom prst="rect">
                <a:avLst/>
              </a:prstGeom>
              <a:blipFill>
                <a:blip r:embed="rId2"/>
                <a:stretch>
                  <a:fillRect l="-1587" t="-5674" r="-1270" b="-6383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6472B26-7BFB-428D-B4A9-FA26AB4C4515}"/>
                  </a:ext>
                </a:extLst>
              </p14:cNvPr>
              <p14:cNvContentPartPr/>
              <p14:nvPr/>
            </p14:nvContentPartPr>
            <p14:xfrm>
              <a:off x="751320" y="604440"/>
              <a:ext cx="11432160" cy="5479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6472B26-7BFB-428D-B4A9-FA26AB4C45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1960" y="595080"/>
                <a:ext cx="11450880" cy="54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D7A1AC0-CFD3-4A96-A89B-5B435D2F7D4D}"/>
                  </a:ext>
                </a:extLst>
              </p14:cNvPr>
              <p14:cNvContentPartPr/>
              <p14:nvPr/>
            </p14:nvContentPartPr>
            <p14:xfrm>
              <a:off x="4634280" y="114120"/>
              <a:ext cx="7296840" cy="6185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D7A1AC0-CFD3-4A96-A89B-5B435D2F7D4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24920" y="104760"/>
                <a:ext cx="7315560" cy="620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1061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CF88626-5785-4CEE-8799-109C53A833AF}"/>
                  </a:ext>
                </a:extLst>
              </p14:cNvPr>
              <p14:cNvContentPartPr/>
              <p14:nvPr/>
            </p14:nvContentPartPr>
            <p14:xfrm>
              <a:off x="222120" y="482040"/>
              <a:ext cx="11585520" cy="6350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CF88626-5785-4CEE-8799-109C53A833A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2760" y="472680"/>
                <a:ext cx="11604240" cy="636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36662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8722A9-C89C-436C-B6C8-F5DCC4DDBB1C}"/>
              </a:ext>
            </a:extLst>
          </p:cNvPr>
          <p:cNvSpPr txBox="1"/>
          <p:nvPr/>
        </p:nvSpPr>
        <p:spPr>
          <a:xfrm>
            <a:off x="3348361" y="2921168"/>
            <a:ext cx="54952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Splitting Field</a:t>
            </a:r>
            <a:endParaRPr lang="en-MY" sz="6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EF1CB0D-A456-472A-A5A8-0F75EF4B29DE}"/>
                  </a:ext>
                </a:extLst>
              </p14:cNvPr>
              <p14:cNvContentPartPr/>
              <p14:nvPr/>
            </p14:nvContentPartPr>
            <p14:xfrm>
              <a:off x="963720" y="241200"/>
              <a:ext cx="10385280" cy="2091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EF1CB0D-A456-472A-A5A8-0F75EF4B29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4360" y="231840"/>
                <a:ext cx="10404000" cy="211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78490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06C457-3AF2-4D5F-ACDB-88EECF9A2D3E}"/>
                  </a:ext>
                </a:extLst>
              </p:cNvPr>
              <p:cNvSpPr/>
              <p:nvPr/>
            </p:nvSpPr>
            <p:spPr>
              <a:xfrm>
                <a:off x="816720" y="505842"/>
                <a:ext cx="2973506" cy="5136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latin typeface="Calibri" panose="020F0502020204030204" pitchFamily="34" charset="0"/>
                  </a:rPr>
                  <a:t>Example: </a:t>
                </a:r>
                <a14:m>
                  <m:oMath xmlns:m="http://schemas.openxmlformats.org/officeDocument/2006/math">
                    <m:r>
                      <a:rPr lang="en-MY" sz="240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MY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400">
                        <a:latin typeface="Cambria Math" panose="02040503050406030204" pitchFamily="18" charset="0"/>
                      </a:rPr>
                      <m:t>ℚ</m:t>
                    </m:r>
                    <m:r>
                      <a:rPr lang="en-MY" sz="240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MY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MY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MY" sz="2400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06C457-3AF2-4D5F-ACDB-88EECF9A2D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720" y="505842"/>
                <a:ext cx="2973506" cy="513602"/>
              </a:xfrm>
              <a:prstGeom prst="rect">
                <a:avLst/>
              </a:prstGeom>
              <a:blipFill>
                <a:blip r:embed="rId2"/>
                <a:stretch>
                  <a:fillRect l="-3279" t="-2381" b="-2381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8324D05-210C-4A51-8EB8-0C8A92E03F1C}"/>
                  </a:ext>
                </a:extLst>
              </p:cNvPr>
              <p:cNvSpPr/>
              <p:nvPr/>
            </p:nvSpPr>
            <p:spPr>
              <a:xfrm>
                <a:off x="816720" y="2469286"/>
                <a:ext cx="3625095" cy="5136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latin typeface="Calibri" panose="020F0502020204030204" pitchFamily="34" charset="0"/>
                  </a:rPr>
                  <a:t>Non-Example: </a:t>
                </a:r>
                <a14:m>
                  <m:oMath xmlns:m="http://schemas.openxmlformats.org/officeDocument/2006/math">
                    <m:r>
                      <a:rPr lang="en-MY" sz="240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MY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400">
                        <a:latin typeface="Cambria Math" panose="02040503050406030204" pitchFamily="18" charset="0"/>
                      </a:rPr>
                      <m:t>ℚ</m:t>
                    </m:r>
                    <m:r>
                      <a:rPr lang="en-MY" sz="240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ctrlPr>
                          <a:rPr lang="en-MY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MY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MY" sz="2400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8324D05-210C-4A51-8EB8-0C8A92E03F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720" y="2469286"/>
                <a:ext cx="3625095" cy="513602"/>
              </a:xfrm>
              <a:prstGeom prst="rect">
                <a:avLst/>
              </a:prstGeom>
              <a:blipFill>
                <a:blip r:embed="rId3"/>
                <a:stretch>
                  <a:fillRect l="-2689" t="-2381" b="-2381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49F4268-1294-4B22-9020-6B1B10CA961E}"/>
                  </a:ext>
                </a:extLst>
              </p14:cNvPr>
              <p14:cNvContentPartPr/>
              <p14:nvPr/>
            </p14:nvContentPartPr>
            <p14:xfrm>
              <a:off x="1802880" y="426240"/>
              <a:ext cx="10382040" cy="5983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49F4268-1294-4B22-9020-6B1B10CA961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3520" y="416880"/>
                <a:ext cx="10400760" cy="600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23980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 descr="50.1 Definition &#10;Let F be afield with algebraic closure F. Let {fi (x) I i e I} be a collection of polynomials &#10;in F [x]. A field E S Fis the splitting field of {fi(x) I i e I} over F if E is the smallest &#10;subfield of F containing F and all the zeros in F of each of the fi(x) for i e I. A field &#10;K S Fis a splitting field over F if it is the splitting field of some set of polynomials in &#10;FIX]. ">
            <a:extLst>
              <a:ext uri="{FF2B5EF4-FFF2-40B4-BE49-F238E27FC236}">
                <a16:creationId xmlns:a16="http://schemas.microsoft.com/office/drawing/2014/main" id="{E375C067-AD8E-4D26-989A-739FCC50F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88" y="452942"/>
            <a:ext cx="10795836" cy="1677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" descr="splitting field of f (x) over F. ">
            <a:extLst>
              <a:ext uri="{FF2B5EF4-FFF2-40B4-BE49-F238E27FC236}">
                <a16:creationId xmlns:a16="http://schemas.microsoft.com/office/drawing/2014/main" id="{902505E2-9CC0-4132-B746-2F1BA460F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88" y="4727361"/>
            <a:ext cx="4293687" cy="440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F4061B7-18DC-46D4-A532-9FAF0F38179D}"/>
                  </a:ext>
                </a:extLst>
              </p14:cNvPr>
              <p14:cNvContentPartPr/>
              <p14:nvPr/>
            </p14:nvContentPartPr>
            <p14:xfrm>
              <a:off x="599400" y="830880"/>
              <a:ext cx="11286000" cy="5757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F4061B7-18DC-46D4-A532-9FAF0F38179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0040" y="821520"/>
                <a:ext cx="11304720" cy="577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05578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50.3 Theorem Afield E, where F S E S F, is a splitting field over F if and only if every automorphism &#10;of F leaving F fixed maps E onto itself and thus induces an automorphism of E leaving &#10;F fixed. ">
            <a:extLst>
              <a:ext uri="{FF2B5EF4-FFF2-40B4-BE49-F238E27FC236}">
                <a16:creationId xmlns:a16="http://schemas.microsoft.com/office/drawing/2014/main" id="{1EADE15B-E3B7-41D4-B993-0F5DDD32A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67" y="384607"/>
            <a:ext cx="11343583" cy="1039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B8836F0-34C3-44D2-BABD-7DD08B8DD120}"/>
                  </a:ext>
                </a:extLst>
              </p14:cNvPr>
              <p14:cNvContentPartPr/>
              <p14:nvPr/>
            </p14:nvContentPartPr>
            <p14:xfrm>
              <a:off x="240840" y="1119960"/>
              <a:ext cx="11634480" cy="2858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B8836F0-34C3-44D2-BABD-7DD08B8DD1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1480" y="1110600"/>
                <a:ext cx="11653200" cy="287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95074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37583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10BC7B-C732-44B2-B0ED-CBF739102211}"/>
                  </a:ext>
                </a:extLst>
              </p:cNvPr>
              <p:cNvSpPr txBox="1"/>
              <p:nvPr/>
            </p:nvSpPr>
            <p:spPr>
              <a:xfrm>
                <a:off x="1029810" y="497150"/>
                <a:ext cx="10147176" cy="9017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Implication: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MY" sz="2400" dirty="0"/>
                  <a:t> is a splitting field, the following restriction map is well defined.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bar>
                                <m:barPr>
                                  <m:pos m:val="top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ba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li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MY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10BC7B-C732-44B2-B0ED-CBF739102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10" y="497150"/>
                <a:ext cx="10147176" cy="901722"/>
              </a:xfrm>
              <a:prstGeom prst="rect">
                <a:avLst/>
              </a:prstGeom>
              <a:blipFill>
                <a:blip r:embed="rId2"/>
                <a:stretch>
                  <a:fillRect l="-962" t="-5442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E364E80-2E25-4DBD-B977-2BA1B2509BF1}"/>
                  </a:ext>
                </a:extLst>
              </p14:cNvPr>
              <p14:cNvContentPartPr/>
              <p14:nvPr/>
            </p14:nvContentPartPr>
            <p14:xfrm>
              <a:off x="590760" y="1344240"/>
              <a:ext cx="11229840" cy="5514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E364E80-2E25-4DBD-B977-2BA1B2509B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1400" y="1334880"/>
                <a:ext cx="11248560" cy="553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6535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50.7 Corollary If E S Fis a splitting field over F, then every isomorphic mapping of E onto a subfield &#10;of F and leaving F fixed is actually an automorphism of E. In particular, if E is a splitting &#10;field of finite degree over F, then ">
            <a:extLst>
              <a:ext uri="{FF2B5EF4-FFF2-40B4-BE49-F238E27FC236}">
                <a16:creationId xmlns:a16="http://schemas.microsoft.com/office/drawing/2014/main" id="{A5274A1B-20FB-4F99-961B-4B821B5A9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74" y="526123"/>
            <a:ext cx="10596249" cy="1444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B390C9E-4DD0-4405-AE45-62822414E7A0}"/>
                  </a:ext>
                </a:extLst>
              </p14:cNvPr>
              <p14:cNvContentPartPr/>
              <p14:nvPr/>
            </p14:nvContentPartPr>
            <p14:xfrm>
              <a:off x="949320" y="1400040"/>
              <a:ext cx="8965080" cy="3736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B390C9E-4DD0-4405-AE45-62822414E7A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9960" y="1390680"/>
                <a:ext cx="8983800" cy="375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10311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50.6 Corollary If E S F is a splitting field over F, then every irreducible polynomial in F [x] having a &#10;zero in E splits in E. ">
            <a:extLst>
              <a:ext uri="{FF2B5EF4-FFF2-40B4-BE49-F238E27FC236}">
                <a16:creationId xmlns:a16="http://schemas.microsoft.com/office/drawing/2014/main" id="{AB592914-ED2A-40F8-ACF7-22CF70D4F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50" y="390618"/>
            <a:ext cx="11353899" cy="772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26F4142-F139-43C7-A483-3134D274CA2E}"/>
                  </a:ext>
                </a:extLst>
              </p14:cNvPr>
              <p14:cNvContentPartPr/>
              <p14:nvPr/>
            </p14:nvContentPartPr>
            <p14:xfrm>
              <a:off x="286560" y="216000"/>
              <a:ext cx="11793960" cy="5830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26F4142-F139-43C7-A483-3134D274CA2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7200" y="206640"/>
                <a:ext cx="11812680" cy="584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85075AF-75EE-4E49-BE90-64E4D430416B}"/>
                  </a:ext>
                </a:extLst>
              </p14:cNvPr>
              <p14:cNvContentPartPr/>
              <p14:nvPr/>
            </p14:nvContentPartPr>
            <p14:xfrm>
              <a:off x="100080" y="2506680"/>
              <a:ext cx="8508960" cy="4041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85075AF-75EE-4E49-BE90-64E4D430416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720" y="2497320"/>
                <a:ext cx="8527680" cy="406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78049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34E1D6-F339-4E9D-B7D6-B8AF0B89D396}"/>
              </a:ext>
            </a:extLst>
          </p:cNvPr>
          <p:cNvSpPr/>
          <p:nvPr/>
        </p:nvSpPr>
        <p:spPr>
          <a:xfrm>
            <a:off x="419050" y="3819591"/>
            <a:ext cx="58559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2E75B5"/>
                </a:solidFill>
                <a:latin typeface="Microsoft YaHei" panose="020B0503020204020204" pitchFamily="34" charset="-122"/>
              </a:rPr>
              <a:t>Dichotomy of zeros for a splitting field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9A2ADFD-8002-45BC-8A7B-F5C2F8CF0322}"/>
                  </a:ext>
                </a:extLst>
              </p14:cNvPr>
              <p14:cNvContentPartPr/>
              <p14:nvPr/>
            </p14:nvContentPartPr>
            <p14:xfrm>
              <a:off x="284040" y="119880"/>
              <a:ext cx="11866680" cy="6506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9A2ADFD-8002-45BC-8A7B-F5C2F8CF03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4680" y="110520"/>
                <a:ext cx="11885400" cy="652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40250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 descr="50.4 Definition Let E be an extension field of a field F. A polynomial f (x) e F [x] splits in E if it &#10;factors into a product of linear factors in E[x]. ">
            <a:extLst>
              <a:ext uri="{FF2B5EF4-FFF2-40B4-BE49-F238E27FC236}">
                <a16:creationId xmlns:a16="http://schemas.microsoft.com/office/drawing/2014/main" id="{AF4EECB7-F71C-4D38-9783-552B086D5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19" y="308554"/>
            <a:ext cx="11094761" cy="748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50.5 Example The polynomial x 4 — 5x2 +6 in Q[x] splits in the field Q[Vä, into &#10;A ">
            <a:extLst>
              <a:ext uri="{FF2B5EF4-FFF2-40B4-BE49-F238E27FC236}">
                <a16:creationId xmlns:a16="http://schemas.microsoft.com/office/drawing/2014/main" id="{353760D0-4C13-40E4-9307-A264AD5A9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19" y="4351242"/>
            <a:ext cx="10844022" cy="856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5A93CB1-26E4-4C27-A0D1-75E063FBC54C}"/>
                  </a:ext>
                </a:extLst>
              </p14:cNvPr>
              <p14:cNvContentPartPr/>
              <p14:nvPr/>
            </p14:nvContentPartPr>
            <p14:xfrm>
              <a:off x="2473920" y="2323440"/>
              <a:ext cx="9011160" cy="2956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5A93CB1-26E4-4C27-A0D1-75E063FBC54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64560" y="2314080"/>
                <a:ext cx="9029880" cy="297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8167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1594938C8331CC42A4FCEDC9F70D2D1C" ma:contentTypeVersion="2" ma:contentTypeDescription="新建文档。" ma:contentTypeScope="" ma:versionID="e04eca8eebcf54bd5d5f972163244f82">
  <xsd:schema xmlns:xsd="http://www.w3.org/2001/XMLSchema" xmlns:xs="http://www.w3.org/2001/XMLSchema" xmlns:p="http://schemas.microsoft.com/office/2006/metadata/properties" xmlns:ns3="6af921c6-6f3c-4d56-a22a-8f189f1aa588" targetNamespace="http://schemas.microsoft.com/office/2006/metadata/properties" ma:root="true" ma:fieldsID="9a6e61eae7039aed613ea92bc091f735" ns3:_="">
    <xsd:import namespace="6af921c6-6f3c-4d56-a22a-8f189f1aa58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f921c6-6f3c-4d56-a22a-8f189f1aa5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2A8F1E-2A26-43B2-B3CF-F15D3482FB5D}">
  <ds:schemaRefs>
    <ds:schemaRef ds:uri="http://purl.org/dc/dcmitype/"/>
    <ds:schemaRef ds:uri="http://purl.org/dc/terms/"/>
    <ds:schemaRef ds:uri="http://schemas.microsoft.com/office/infopath/2007/PartnerControls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6af921c6-6f3c-4d56-a22a-8f189f1aa588"/>
  </ds:schemaRefs>
</ds:datastoreItem>
</file>

<file path=customXml/itemProps2.xml><?xml version="1.0" encoding="utf-8"?>
<ds:datastoreItem xmlns:ds="http://schemas.openxmlformats.org/officeDocument/2006/customXml" ds:itemID="{1058BB74-C7DF-4BF9-BDE4-2BC7DD643D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3CD5EA-B1B5-4A67-8E15-8363C8FC80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f921c6-6f3c-4d56-a22a-8f189f1aa5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4065</TotalTime>
  <Words>173</Words>
  <Application>Microsoft Office PowerPoint</Application>
  <PresentationFormat>Widescreen</PresentationFormat>
  <Paragraphs>21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等线</vt:lpstr>
      <vt:lpstr>等线 Light</vt:lpstr>
      <vt:lpstr>Microsoft YaHei</vt:lpstr>
      <vt:lpstr>Arial</vt:lpstr>
      <vt:lpstr>Calibri</vt:lpstr>
      <vt:lpstr>Calibri Light</vt:lpstr>
      <vt:lpstr>Cambria Math</vt:lpstr>
      <vt:lpstr>Office Theme</vt:lpstr>
      <vt:lpstr>MAT205: Abstract Algebra II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MAT211: Abstract Algebra</dc:title>
  <dc:creator>Ma Jiajun</dc:creator>
  <cp:lastModifiedBy>Ma Jiajun</cp:lastModifiedBy>
  <cp:revision>662</cp:revision>
  <dcterms:created xsi:type="dcterms:W3CDTF">2021-09-19T05:52:48Z</dcterms:created>
  <dcterms:modified xsi:type="dcterms:W3CDTF">2023-06-06T09:03:02Z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0x0101001594938C8331CC42A4FCEDC9F70D2D1C</vt:lpwstr>
  </property>
</Properties>
</file>